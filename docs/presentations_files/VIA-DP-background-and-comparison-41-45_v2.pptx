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png" ContentType="image/png"/>
</Types>
</file>

<file path=_rels/.rels>&#65279;<?xml version="1.0" encoding="utf-8"?><Relationships xmlns="http://schemas.openxmlformats.org/package/2006/relationships"><Relationship Type="http://schemas.openxmlformats.org/package/2006/relationships/metadata/core-properties" Target="/docProps/core.xml" Id="R2e004a03eb924e7e" /><Relationship Type="http://schemas.openxmlformats.org/officeDocument/2006/relationships/extended-properties" Target="/docProps/app.xml" Id="R64e31a4b3c1148a7" /><Relationship Type="http://schemas.openxmlformats.org/officeDocument/2006/relationships/officeDocument" Target="/ppt/presentation.xml" Id="R53bbc0bcb9d54c0b" /></Relationships>
</file>

<file path=ppt/presentation.xml><?xml version="1.0" encoding="utf-8"?>
<p:presentation xmlns:p="http://schemas.openxmlformats.org/presentationml/2006/main" xmlns:p14="http://schemas.microsoft.com/office/powerpoint/2010/main" xmlns:r="http://schemas.openxmlformats.org/officeDocument/2006/relationships">
  <p:sldMasterIdLst>
    <p:sldMasterId id="2147483648" r:id="R0c3c72e8465844a2"/>
  </p:sldMasterIdLst>
  <p:notesMasterIdLst>
    <p:notesMasterId r:id="R5ca85e813e954014"/>
  </p:notesMasterIdLst>
  <p:sldIdLst>
    <p:sldId id="266" r:id="RviaOverview"/>
    <p:sldId id="267" r:id="RviaV2Experience"/>
    <p:sldId id="256" r:id="Rd5bb284998304d72"/>
    <p:sldId id="257" r:id="R28e6acf7e558438e"/>
    <p:sldId id="262" r:id="Re800c95b3ccc48b2"/>
    <p:sldId id="263" r:id="R0b939428bc6f4c75"/>
    <p:sldId id="264" r:id="R96a9b5e32194401d"/>
    <p:sldId id="265" r:id="Rd4e355067edc4ce1"/>
    <p:sldId id="258" r:id="R7e9e5d353de448df"/>
    <p:sldId id="259" r:id="R87d1a1c2c5fd4dbd"/>
    <p:sldId id="260" r:id="R12b0e32653054459"/>
    <p:sldId id="261" r:id="R31db13b4990d4952"/>
  </p:sldIdLst>
  <p:sldSz cx="18288000" cy="10287000"/>
  <p:notesSz cx="6858000" cy="9144000"/>
  <p:extLst>
    <p:ext uri="{521415D9-36F7-43E2-AB2F-B90AF26B5E84}">
      <p14:sectionLst>
        <p14:section name="본 발표" id="{82000001-0000-4000-8000-000000000001}">
          <p14:sldIdLst>
            <p14:sldId id="266"/>
            <p14:sldId id="267"/>
            <p14:sldId id="256"/>
            <p14:sldId id="257"/>
            <p14:sldId id="262"/>
            <p14:sldId id="263"/>
            <p14:sldId id="264"/>
            <p14:sldId id="265"/>
            <p14:sldId id="258"/>
            <p14:sldId id="259"/>
          </p14:sldIdLst>
        </p14:section>
        <p14:section name="부록 · 보충 자료" id="{82000001-0000-4000-8000-000000000002}">
          <p14:sldIdLst>
            <p14:sldId id="260"/>
            <p14:sldId id="261"/>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07dfdd6d08314bc3" /><ns0:Relationship Type="http://schemas.openxmlformats.org/officeDocument/2006/relationships/slideMaster" Target="/ppt/slideMasters/slideMaster1.xml" Id="R0c3c72e8465844a2" /><ns0:Relationship Type="http://schemas.openxmlformats.org/officeDocument/2006/relationships/notesMaster" Target="/ppt/notesMasters/notesMaster1.xml" Id="R5ca85e813e954014" /><ns0:Relationship Type="http://schemas.openxmlformats.org/officeDocument/2006/relationships/presProps" Target="/ppt/presProps.xml" Id="Rdbcc7842291b4826" /><ns0:Relationship Type="http://schemas.openxmlformats.org/officeDocument/2006/relationships/tableStyles" Target="/ppt/tableStyles.xml" Id="Rb850dac62b96484f" /><ns0:Relationship Type="http://schemas.openxmlformats.org/officeDocument/2006/relationships/slide" Target="/ppt/slides/slide1.xml" Id="Rd5bb284998304d72" /><ns0:Relationship Type="http://schemas.openxmlformats.org/officeDocument/2006/relationships/slide" Target="/ppt/slides/slide2.xml" Id="R28e6acf7e558438e" /><ns0:Relationship Type="http://schemas.openxmlformats.org/officeDocument/2006/relationships/slide" Target="/ppt/slides/slide3.xml" Id="R7e9e5d353de448df" /><ns0:Relationship Type="http://schemas.openxmlformats.org/officeDocument/2006/relationships/slide" Target="/ppt/slides/slide4.xml" Id="R87d1a1c2c5fd4dbd" /><ns0:Relationship Type="http://schemas.openxmlformats.org/officeDocument/2006/relationships/slide" Target="/ppt/slides/slide5.xml" Id="R12b0e32653054459" /><ns0:Relationship Type="http://schemas.openxmlformats.org/officeDocument/2006/relationships/slide" Target="/ppt/slides/slide6.xml" Id="R31db13b4990d4952" /><ns0:Relationship Type="http://schemas.openxmlformats.org/officeDocument/2006/relationships/slide" Target="/ppt/slides/slide7.xml" Id="Re800c95b3ccc48b2" /><ns0:Relationship Type="http://schemas.openxmlformats.org/officeDocument/2006/relationships/slide" Target="/ppt/slides/slide8.xml" Id="R0b939428bc6f4c75" /><ns0:Relationship Type="http://schemas.openxmlformats.org/officeDocument/2006/relationships/slide" Target="/ppt/slides/slide9.xml" Id="R96a9b5e32194401d" /><ns0:Relationship Type="http://schemas.openxmlformats.org/officeDocument/2006/relationships/slide" Target="/ppt/slides/slide10.xml" Id="Rd4e355067edc4ce1" /><ns0:Relationship Type="http://schemas.openxmlformats.org/officeDocument/2006/relationships/slide" Target="/ppt/slides/slide11.xml" Id="RviaOverview" /><ns0:Relationship Id="RviaV2Experience" Type="http://schemas.openxmlformats.org/officeDocument/2006/relationships/slide" Target="/ppt/slides/slide12.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e00c7f09bf47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411b37618c4e8a" /><Relationship Type="http://schemas.openxmlformats.org/officeDocument/2006/relationships/notesMaster" Target="/ppt/notesMasters/notesMaster1.xml" Id="Rd94b16226d9742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695a13ef524abb" /><Relationship Type="http://schemas.openxmlformats.org/officeDocument/2006/relationships/notesMaster" Target="/ppt/notesMasters/notesMaster1.xml" Id="Rf7dd7de0035d41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30f09d8a244954" /><Relationship Type="http://schemas.openxmlformats.org/officeDocument/2006/relationships/notesMaster" Target="/ppt/notesMasters/notesMaster1.xml" Id="Rf3499972cade4e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ea582a54c24c83" /><Relationship Type="http://schemas.openxmlformats.org/officeDocument/2006/relationships/notesMaster" Target="/ppt/notesMasters/notesMaster1.xml" Id="R24a2b618dbd740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2f5f856c9d4e1f" /><Relationship Type="http://schemas.openxmlformats.org/officeDocument/2006/relationships/notesMaster" Target="/ppt/notesMasters/notesMaster1.xml" Id="R51598463350841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3412f5785a45f5" /><Relationship Type="http://schemas.openxmlformats.org/officeDocument/2006/relationships/notesMaster" Target="/ppt/notesMasters/notesMaster1.xml" Id="R21cc2a96400647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7a3ac7c4c14f76" /><Relationship Type="http://schemas.openxmlformats.org/officeDocument/2006/relationships/notesMaster" Target="/ppt/notesMasters/notesMaster1.xml" Id="Rad29ecd59eaa4a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6046e19a934426" /><Relationship Type="http://schemas.openxmlformats.org/officeDocument/2006/relationships/notesMaster" Target="/ppt/notesMasters/notesMaster1.xml" Id="R39514067d3f64c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722c512a9c466b" /><Relationship Type="http://schemas.openxmlformats.org/officeDocument/2006/relationships/notesMaster" Target="/ppt/notesMasters/notesMaster1.xml" Id="R6877b8abd8454a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706b4d6e834580" /><Relationship Type="http://schemas.openxmlformats.org/officeDocument/2006/relationships/notesMaster" Target="/ppt/notesMasters/notesMaster1.xml" Id="R1a32d61983b14d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25f551bf0c4525" /><Relationship Type="http://schemas.openxmlformats.org/officeDocument/2006/relationships/notesMaster" Target="/ppt/notesMasters/notesMaster1.xml" Id="R325333de39404226" /></Relationships>
</file>

<file path=ppt/notesSlides/_rels/notesSlide12.xml.rels><?xml version='1.0' encoding='utf-8'?>
<ns0:Relationships xmlns:ns0="http://schemas.openxmlformats.org/package/2006/relationships"><ns0:Relationship Type="http://schemas.openxmlformats.org/officeDocument/2006/relationships/slide" Target="/ppt/slides/slide12.xml" Id="Rc125f551bf0c4525" /><ns0:Relationship Type="http://schemas.openxmlformats.org/officeDocument/2006/relationships/notesMaster" Target="/ppt/notesMasters/notesMaster1.xml" Id="R325333de39404226" /></ns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의미 생산의 기능 분할(43), 실행 연결(44), 과거 정보 공급(45), 대화/업무 상태 권한(42)을 다시 선택하지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04-41. VIA 요청 이해의 모델 주도와 코드 주도 완성</a:t>
            </a:r>
          </a:p>
          <a:p xmlns:a="http://schemas.openxmlformats.org/drawingml/2006/main">
            <a:r>
              <a:t>https://github.com/cbyche/via-sw-architecture/blob/main/docs/architecture/12-decisions/decision-packages/04-41-request-resolution-control.md</a:t>
            </a:r>
          </a:p>
          <a:p xmlns:a="http://schemas.openxmlformats.org/drawingml/2006/main">
            <a:r>
              <a:t>https://github.com/cbyche/via-sw-architecture/blob/main/docs/presentations_files/dp-comparison/dp41-comparison.svg</a:t>
            </a:r>
          </a:p>
          <a:p xmlns:a="http://schemas.openxmlformats.org/drawingml/2006/main">
            <a:r>
              <a:t>조건별 정성 비교 / 미선정 / 미측정</a:t>
            </a:r>
          </a:p>
          <a:p xmlns:a="http://schemas.openxmlformats.org/drawingml/2006/main">
            <a: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p>
          <a:p xmlns:a="http://schemas.openxmlformats.org/drawingml/2006/main">
            <a: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p>
          <a:p xmlns:a="http://schemas.openxmlformats.org/drawingml/2006/main">
            <a: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p>
          <a:p xmlns:a="http://schemas.openxmlformats.org/drawingml/2006/main">
            <a: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p>
          <a:p xmlns:a="http://schemas.openxmlformats.org/drawingml/2006/main">
            <a: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p>
          <a:p xmlns:a="http://schemas.openxmlformats.org/drawingml/2006/main">
            <a: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p>
          <a:p xmlns:a="http://schemas.openxmlformats.org/drawingml/2006/main">
            <a: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p>
          <a:p xmlns:a="http://schemas.openxmlformats.org/drawingml/2006/main">
            <a: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p>
          <a:p xmlns:a="http://schemas.openxmlformats.org/drawingml/2006/main">
            <a: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p>
          <a:p xmlns:a="http://schemas.openxmlformats.org/drawingml/2006/main">
            <a:r>
              <a:t>도구 조회 자체는 모델 호출이 아니다. Context 의미 가공, 응답 구성, 음성/전사, 실패/재시도/폐기된 호출의 실제 사용량도 비용에 포함한다. 조건별 trade-off는 가설이며 품질 우열을 측정하지 않았다.</a:t>
            </a:r>
          </a:p>
          <a:p xmlns:a="http://schemas.openxmlformats.org/drawingml/2006/main">
            <a:r>
              <a:t>다음 주제로 연결</a:t>
            </a:r>
          </a:p>
          <a:p xmlns:a="http://schemas.openxmlformats.org/drawingml/2006/main">
            <a:r>
              <a:t>요청을 이해하는 중에도 새 입력과 업무 알림은 계속 들어옵니다. 다음으로, 겹친 사건과 여러 처리를 이어가는 실행 구조를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04-42. 변경 용이성을 위한 VIA Conversation과 Task 관리 설계</a:t>
            </a:r>
          </a:p>
          <a:p xmlns:a="http://schemas.openxmlformats.org/drawingml/2006/main">
            <a:r>
              <a:t>https://github.com/cbyche/via-sw-architecture/blob/main/docs/architecture/12-decisions/decision-packages/04-42-lifecycle-ownership.md</a:t>
            </a:r>
          </a:p>
          <a:p xmlns:a="http://schemas.openxmlformats.org/drawingml/2006/main">
            <a:r>
              <a:t>https://github.com/cbyche/via-sw-architecture/blob/main/docs/architecture/12-decisions/decision-packages/diagrams/dp42-background.svg</a:t>
            </a:r>
          </a:p>
          <a:p xmlns:a="http://schemas.openxmlformats.org/drawingml/2006/main">
            <a:r>
              <a:t>공통 문제와 설계 고려 사항의 배경이며 특정 설계안의 선택을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04-42. 대화와 업무 상태의 소유 및 확정</a:t>
            </a:r>
          </a:p>
          <a:p xmlns:a="http://schemas.openxmlformats.org/drawingml/2006/main">
            <a:r>
              <a:t>https://github.com/cbyche/via-sw-architecture/blob/main/docs/architecture/12-decisions/decision-packages/04-42-lifecycle-ownership.md</a:t>
            </a:r>
          </a:p>
          <a:p xmlns:a="http://schemas.openxmlformats.org/drawingml/2006/main">
            <a:r>
              <a:t>https://github.com/cbyche/via-sw-architecture/blob/main/docs/presentations_files/dp-comparison/dp42-comparison.svg</a:t>
            </a:r>
          </a:p>
          <a:p xmlns:a="http://schemas.openxmlformats.org/drawingml/2006/main">
            <a: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p>
          <a:p xmlns:a="http://schemas.openxmlformats.org/drawingml/2006/main">
            <a: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p>
          <a:p xmlns:a="http://schemas.openxmlformats.org/drawingml/2006/main">
            <a: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04-43. 기능 정확성을 위한 VIA Request 의미 판단 설계</a:t>
            </a:r>
          </a:p>
          <a:p xmlns:a="http://schemas.openxmlformats.org/drawingml/2006/main">
            <a:r>
              <a:t>https://github.com/cbyche/via-sw-architecture/blob/main/docs/architecture/12-decisions/decision-packages/04-43-request-interpretation.md</a:t>
            </a:r>
          </a:p>
          <a:p xmlns:a="http://schemas.openxmlformats.org/drawingml/2006/main">
            <a:r>
              <a:t>https://github.com/cbyche/via-sw-architecture/blob/main/docs/architecture/12-decisions/decision-packages/diagrams/dp43-background.svg</a:t>
            </a:r>
          </a:p>
          <a:p xmlns:a="http://schemas.openxmlformats.org/drawingml/2006/main">
            <a:r>
              <a:t>공통 문제와 설계 고려 사항의 배경이며 특정 설계안의 선택을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04-43. 기능 정확성을 위한 VIA Request 의미 판단 설계</a:t>
            </a:r>
          </a:p>
          <a:p xmlns:a="http://schemas.openxmlformats.org/drawingml/2006/main">
            <a:r>
              <a:t>https://github.com/cbyche/via-sw-architecture/blob/main/docs/architecture/12-decisions/decision-packages/04-43-request-interpretation.md</a:t>
            </a:r>
          </a:p>
          <a:p xmlns:a="http://schemas.openxmlformats.org/drawingml/2006/main">
            <a:r>
              <a:t>https://github.com/cbyche/via-sw-architecture/blob/main/docs/presentations_files/dp-comparison/dp43-comparison.svg</a:t>
            </a:r>
          </a:p>
          <a:p xmlns:a="http://schemas.openxmlformats.org/drawingml/2006/main">
            <a:r>
              <a:t>수치와 원형 점수는 형식 검토용 예상 예시이며 실측 또는 대안 선정 결과가 아니다. V-04는 평균 반응시간, V-05는 평균 VIA 처리시간이다. V-05는 외부 작업이나 사용자 답변만 기다리는 구간을 제외한다. 기존 시간 수치는 평균 시간의 형식 예시이며 p95 측정값을 변환한 결과가 아니다. 양안 조건은 본문과 그림의 비교 예시 조건을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04-44. VIA 지속 입력과 업무 알림의 후속 실행 구조</a:t>
            </a:r>
          </a:p>
          <a:p xmlns:a="http://schemas.openxmlformats.org/drawingml/2006/main">
            <a:r>
              <a:t>https://github.com/cbyche/via-sw-architecture/blob/main/docs/architecture/12-decisions/decision-packages/04-44-continuous-interaction.md</a:t>
            </a:r>
          </a:p>
          <a:p xmlns:a="http://schemas.openxmlformats.org/drawingml/2006/main">
            <a:r>
              <a:t>https://github.com/cbyche/via-sw-architecture/blob/main/docs/presentations_files/dp-comparison/dp44-comparison.svg</a:t>
            </a:r>
          </a:p>
          <a:p xmlns:a="http://schemas.openxmlformats.org/drawingml/2006/main">
            <a:r>
              <a:t>수치와 원형 점수는 형식 검토용 예상 예시이며 실측 또는 대안 선정 결과가 아니다. V-04는 평균 반응시간, V-05는 평균 VIA 처리시간이다. V-05는 외부 작업이나 사용자 답변만 기다리는 구간을 제외한다. 기존 시간 수치는 평균 시간의 형식 예시이며 p95 측정값을 변환한 결과가 아니다. 양안 조건은 본문과 그림의 비교 예시 조건을 따른다.</a:t>
            </a:r>
          </a:p>
          <a:p xmlns:a="http://schemas.openxmlformats.org/drawingml/2006/main">
            <a: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p>
          <a:p xmlns:a="http://schemas.openxmlformats.org/drawingml/2006/main">
            <a: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p>
          <a:p xmlns:a="http://schemas.openxmlformats.org/drawingml/2006/main">
            <a: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p>
          <a:p xmlns:a="http://schemas.openxmlformats.org/drawingml/2006/main">
            <a:r>
              <a:t>다음 주제로 연결</a:t>
            </a:r>
          </a:p>
          <a:p xmlns:a="http://schemas.openxmlformats.org/drawingml/2006/main">
            <a:r>
              <a:t>들어온 사건을 처리하는 데 더해, 현재 요청이 가리키는 과거 설명과 업무 결과를 연결해야 합니다. 다음으로, 여러 활동의 과거 맥락을 제공하는 방식을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04-45. VIA 과거 근거의 요청별 구성과 공통 생산/조회</a:t>
            </a:r>
          </a:p>
          <a:p xmlns:a="http://schemas.openxmlformats.org/drawingml/2006/main">
            <a:r>
              <a:t>https://github.com/cbyche/via-sw-architecture/blob/main/docs/architecture/12-decisions/decision-packages/04-45-memory-and-context.md</a:t>
            </a:r>
          </a:p>
          <a:p xmlns:a="http://schemas.openxmlformats.org/drawingml/2006/main">
            <a:r>
              <a:t>https://github.com/cbyche/via-sw-architecture/blob/main/docs/presentations_files/dp-comparison/dp45-comparison.svg</a:t>
            </a:r>
          </a:p>
          <a:p xmlns:a="http://schemas.openxmlformats.org/drawingml/2006/main">
            <a:r>
              <a:t>조건별 정성 trade-off이며 최종 선정 또는 품질 측정이 아니다. 첫 요청, 반복 R24, 정정 직후와 표현 밖 새 관계를 구별한다.</a:t>
            </a:r>
          </a:p>
          <a:p xmlns:a="http://schemas.openxmlformats.org/drawingml/2006/main">
            <a: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p>
          <a:p xmlns:a="http://schemas.openxmlformats.org/drawingml/2006/main">
            <a: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p>
          <a:p xmlns:a="http://schemas.openxmlformats.org/drawingml/2006/main">
            <a: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p>
          <a:p xmlns:a="http://schemas.openxmlformats.org/drawingml/2006/main">
            <a: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p>
          <a:p xmlns:a="http://schemas.openxmlformats.org/drawingml/2006/main">
            <a: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p>
          <a:p xmlns:a="http://schemas.openxmlformats.org/drawingml/2006/main">
            <a: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p>
          <a:p xmlns:a="http://schemas.openxmlformats.org/drawingml/2006/main">
            <a:r>
              <a:t>공식 Reference (본문 §9):</a:t>
            </a:r>
          </a:p>
          <a:p xmlns:a="http://schemas.openxmlformats.org/drawingml/2006/main">
            <a:r>
              <a:t>A https://docs.langchain.com/oss/python/deepagents/retrieval — 현재 질문의 원본 획득 선례. VIA Task/실제 전달/정정 계약 전체 구현 사례 아님.</a:t>
            </a:r>
          </a:p>
          <a:p xmlns:a="http://schemas.openxmlformats.org/drawingml/2006/main">
            <a: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p>
          <a:p xmlns:a="http://schemas.openxmlformats.org/drawingml/2006/main">
            <a:r>
              <a:t>실행 https://langchain-ai.github.io/langmem/guides/delayed_processing/ — 대기 생산/재예약 선례. thread/지연값/배치를 채택하지 않는다.</a:t>
            </a:r>
          </a:p>
          <a:p xmlns:a="http://schemas.openxmlformats.org/drawingml/2006/main">
            <a:r>
              <a:t>연결 참고 https://docs.mem0.ai/platform/features/graph-memory — 공통 개체 연결 선례이며 typed 정정/대체/실제 전달 관계 구현 증거 아님. cloud/embedding/helper를 도입하지 않는다. 공식 사례는 VIA 성능 우위의 증거가 아니다.</a:t>
            </a:r>
          </a:p>
          <a:p xmlns:a="http://schemas.openxmlformats.org/drawingml/2006/main">
            <a: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p>
          <a:p xmlns:a="http://schemas.openxmlformats.org/drawingml/2006/main">
            <a:r>
              <a:t>다음 주제로 연결</a:t>
            </a:r>
          </a:p>
          <a:p xmlns:a="http://schemas.openxmlformats.org/drawingml/2006/main">
            <a:r>
              <a:t>이 연결을 유지하려면 대화·요청·업무·실행의 상태를 각자의 수명에 맞게 관리해야 합니다. 마지막으로, 서로 다른 수명과 상태 관리 책임을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1: VIA의 책임</a:t>
            </a:r>
          </a:p>
          <a:p xmlns:a="http://schemas.openxmlformats.org/drawingml/2006/main">
            <a: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p>
          <a:p xmlns:a="http://schemas.openxmlformats.org/drawingml/2006/main">
            <a:r>
              <a:t>근거: docs/architecture/01-system-mission-and-boundary.md §1.1~1.2, docs/architecture/05-representative-use-cases.md UC-03/05/06/08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2: 계속되는 입력과 비동기 업무 결과</a:t>
            </a:r>
          </a:p>
          <a:p xmlns:a="http://schemas.openxmlformats.org/drawingml/2006/main">
            <a: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p>
          <a:p xmlns:a="http://schemas.openxmlformats.org/drawingml/2006/main">
            <a: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p>
          <a:p xmlns:a="http://schemas.openxmlformats.org/drawingml/2006/main">
            <a:r>
              <a:t>이 장면은 요청과 관계의 이해, 계속되는 실행 연결, 대화·업무 맥락의 유지, 서로 다른 업무 상태 추적이 필요한 이유를 소개한다. DP 번호와 세부 상태 schema는 다음 비교 페이지에서 다룬다.</a:t>
            </a:r>
          </a:p>
          <a:p xmlns:a="http://schemas.openxmlformats.org/drawingml/2006/main">
            <a:r>
              <a:t>근거: docs/architecture/05-representative-use-cases.md UC-09/10/11/13/14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f07e463daf47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86413db9a24cbc" /><Relationship Type="http://schemas.openxmlformats.org/officeDocument/2006/relationships/slideLayout" Target="/ppt/slideLayouts/slideLayout1.xml" Id="R663e5bb2ae2c48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3e5bb2ae2c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1f054bf24ee64584" /><ns0:Relationship Type="http://schemas.openxmlformats.org/officeDocument/2006/relationships/notesSlide" Target="/ppt/notesSlides/notesSlide1.xml" Id="R0fb64cd22d524375" /><ns0:Relationship Id="RviaBackgroundImage1" Type="http://schemas.openxmlformats.org/officeDocument/2006/relationships/image" Target="/ppt/media/via-v2-bg41-1.png" /><ns0:Relationship Id="RviaBackgroundImage2" Type="http://schemas.openxmlformats.org/officeDocument/2006/relationships/image" Target="/ppt/media/via-v2-bg41-2.png" /><ns0:Relationship Id="RviaBackgroundImage3" Type="http://schemas.openxmlformats.org/officeDocument/2006/relationships/image" Target="/ppt/media/via-v2-bg41-3.png" /></ns0: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6806d47c644c63" /><Relationship Type="http://schemas.openxmlformats.org/officeDocument/2006/relationships/notesSlide" Target="/ppt/notesSlides/notesSlide2.xml" Id="R704ed05a7b664a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5772cdc81b41b9" /><Relationship Type="http://schemas.openxmlformats.org/officeDocument/2006/relationships/notesSlide" Target="/ppt/notesSlides/notesSlide3.xml" Id="R22430df242ca4b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c557a35e79434f" /><Relationship Type="http://schemas.openxmlformats.org/officeDocument/2006/relationships/notesSlide" Target="/ppt/notesSlides/notesSlide4.xml" Id="Rc06947a345af4d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1ba80a6364412a" /><Relationship Type="http://schemas.openxmlformats.org/officeDocument/2006/relationships/notesSlide" Target="/ppt/notesSlides/notesSlide5.xml" Id="Rd7f0a3fc64b14b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7ea5618b7240a4" /><Relationship Type="http://schemas.openxmlformats.org/officeDocument/2006/relationships/notesSlide" Target="/ppt/notesSlides/notesSlide6.xml" Id="Rb3fad9ea5c7a4010" /></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b9084e82e5dd4339" /><ns0:Relationship Type="http://schemas.openxmlformats.org/officeDocument/2006/relationships/notesSlide" Target="/ppt/notesSlides/notesSlide7.xml" Id="R73212bb7779f42af" /><ns0:Relationship Id="RviaBackgroundImage1" Type="http://schemas.openxmlformats.org/officeDocument/2006/relationships/image" Target="/ppt/media/via-v2-bg44-1.png" /><ns0:Relationship Id="RviaBackgroundImage2" Type="http://schemas.openxmlformats.org/officeDocument/2006/relationships/image" Target="/ppt/media/via-v2-bg44-2.png" /><ns0:Relationship Id="RviaBackgroundImage3" Type="http://schemas.openxmlformats.org/officeDocument/2006/relationships/image" Target="/ppt/media/via-v2-bg44-3.png" /></ns0: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12008e1db1467f" /><Relationship Type="http://schemas.openxmlformats.org/officeDocument/2006/relationships/notesSlide" Target="/ppt/notesSlides/notesSlide8.xml" Id="R776926d34d01485a" /></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1.xml" Id="Re9b73f500e104ec9" /><ns0:Relationship Type="http://schemas.openxmlformats.org/officeDocument/2006/relationships/notesSlide" Target="/ppt/notesSlides/notesSlide9.xml" Id="Reb3935ab28774dd7" /><ns0:Relationship Id="RviaBackgroundImage1" Type="http://schemas.openxmlformats.org/officeDocument/2006/relationships/image" Target="/ppt/media/via-v2-bg45-1.png" /><ns0:Relationship Id="RviaBackgroundImage2" Type="http://schemas.openxmlformats.org/officeDocument/2006/relationships/image" Target="/ppt/media/via-v2-bg45-2.png" /><ns0:Relationship Id="RviaBackgroundImage3" Type="http://schemas.openxmlformats.org/officeDocument/2006/relationships/image" Target="/ppt/media/via-v2-bg45-3.png" /></ns0: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6154affa0f4dd5" /><Relationship Type="http://schemas.openxmlformats.org/officeDocument/2006/relationships/notesSlide" Target="/ppt/notesSlides/notesSlide10.xml" Id="Rdf7f7506b1884c7e" /></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11502e4a4ab346a0" /><ns0:Relationship Type="http://schemas.openxmlformats.org/officeDocument/2006/relationships/notesSlide" Target="/ppt/notesSlides/notesSlide11.xml" Id="R59bf0a34ca3b4002" /><ns0:Relationship Id="RviaIntroImage1" Type="http://schemas.openxmlformats.org/officeDocument/2006/relationships/image" Target="/ppt/media/via-v2-intro-1-1.png" /><ns0:Relationship Id="RviaIntroImage2" Type="http://schemas.openxmlformats.org/officeDocument/2006/relationships/image" Target="/ppt/media/via-v2-intro-1-2.png" /><ns0:Relationship Id="RviaIntroImage3" Type="http://schemas.openxmlformats.org/officeDocument/2006/relationships/image" Target="/ppt/media/via-v2-intro-1-3.png"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1.xml" Id="R11502e4a4ab346a0" /><ns0:Relationship Type="http://schemas.openxmlformats.org/officeDocument/2006/relationships/notesSlide" Target="/ppt/notesSlides/notesSlide12.xml" Id="R59bf0a34ca3b4002" /><ns0:Relationship Id="RviaIntroImage1" Type="http://schemas.openxmlformats.org/officeDocument/2006/relationships/image" Target="/ppt/media/via-v2-intro-2-1.png" /><ns0:Relationship Id="RviaIntroImage2" Type="http://schemas.openxmlformats.org/officeDocument/2006/relationships/image" Target="/ppt/media/via-v2-intro-2-2.png" /><ns0:Relationship Id="RviaIntroImage3" Type="http://schemas.openxmlformats.org/officeDocument/2006/relationships/image" Target="/ppt/media/via-v2-intro-2-3.png" /></ns0: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28" name="dp41-background / title / 1">
            <a:extLst>
              <a:ext uri="{FF2B5EF4-FFF2-40B4-BE49-F238E27FC236}">
                <ns2:creationId id="{42580780-25C1-45CE-A98A-12C2D6831830}"/>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말 속의 대상과 조건을 찾아,</a:t>
            </a:r>
          </a:p>
        </p:txBody>
      </p:sp>
      <p:sp>
        <p:nvSpPr>
          <p:cNvPr id="2" name="dp41-background / title / 2">
            <a:extLst>
              <a:ext uri="{FF2B5EF4-FFF2-40B4-BE49-F238E27FC236}">
                <ns2:creationId id="{90873022-E3AE-45E1-9495-12B233453501}"/>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위임할 요청을 완성하는 VIA</a:t>
            </a:r>
          </a:p>
        </p:txBody>
      </p:sp>
      <p:sp>
        <p:nvSpPr>
          <p:cNvPr id="3" name="dp41-background / request / 1">
            <a:extLst>
              <a:ext uri="{FF2B5EF4-FFF2-40B4-BE49-F238E27FC236}">
                <ns2:creationId id="{B0AC5C78-BF2D-4325-A55C-DAF6356394B6}"/>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표를 아까 보고서에 넣고,</a:t>
            </a:r>
          </a:p>
        </p:txBody>
      </p:sp>
      <p:sp>
        <p:nvSpPr>
          <p:cNvPr id="4" name="dp41-background / request / 2">
            <a:extLst>
              <a:ext uri="{FF2B5EF4-FFF2-40B4-BE49-F238E27FC236}">
                <ns2:creationId id="{76C40D12-8679-44AD-970E-84EF8DC14BEC}"/>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메일은 보내지 말고 보고서 결과로 메일 초안만 만들어줘.”</a:t>
            </a: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F1556349-401F-4947-A2EE-CF437323661C}"/>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발화 + 선택한 화면</a:t>
            </a:r>
          </a:p>
        </p:txBody>
      </p:sp>
      <p:sp>
        <p:nvSpPr>
          <p:cNvPr id="9" name="dp41-background / participant 1 / 1">
            <a:extLst>
              <a:ext uri="{FF2B5EF4-FFF2-40B4-BE49-F238E27FC236}">
                <ns2:creationId id="{62F8B8F9-5246-4F23-99D0-84D0D2A186A8}"/>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요청 이해</a:t>
            </a:r>
          </a:p>
        </p:txBody>
      </p:sp>
      <p:sp>
        <p:nvSpPr>
          <p:cNvPr id="10" name="dp41-background / participant 2 / 1">
            <a:extLst>
              <a:ext uri="{FF2B5EF4-FFF2-40B4-BE49-F238E27FC236}">
                <ns2:creationId id="{54C9A045-7522-405B-BBDF-ACED53FB8DD1}"/>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위임할 업무</a:t>
            </a:r>
          </a:p>
        </p:txBody>
      </p:sp>
      <p:sp>
        <p:nvSpPr>
          <p:cNvPr id="11" name="dp41-background / evidence-to-via">
            <a:extLst>
              <a:ext uri="{FF2B5EF4-FFF2-40B4-BE49-F238E27FC236}">
                <ns2:creationId id="{9F00D900-475B-4AFC-9A03-DA2A2027823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A9D95CF8-8232-48FC-A152-8B72A8DD07FB}"/>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9E3C6377-2B58-4A83-817D-19887216AAB1}"/>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2D89630E-BF66-4176-BED8-20A3AA0B0089}"/>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5E0123E7-A6C4-446B-B30B-1C37CD879D3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화면에서 선택한 표</a:t>
            </a:r>
          </a:p>
        </p:txBody>
      </p:sp>
      <p:sp>
        <p:nvSpPr>
          <p:cNvPr id="16" name="dp41-background / input / 2">
            <a:extLst>
              <a:ext uri="{FF2B5EF4-FFF2-40B4-BE49-F238E27FC236}">
                <ns2:creationId id="{AD26AEB1-54C6-4EC1-89F9-87192C653ADF}"/>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대화에 남아 있는 보고서</a:t>
            </a:r>
          </a:p>
        </p:txBody>
      </p:sp>
      <p:sp>
        <p:nvSpPr>
          <p:cNvPr id="17" name="dp41-background / resolve / 1">
            <a:extLst>
              <a:ext uri="{FF2B5EF4-FFF2-40B4-BE49-F238E27FC236}">
                <ns2:creationId id="{51DA64EF-4109-4F2D-AF07-2ACCC92500F8}"/>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대상: 어느 표 · 어느 보고서?</a:t>
            </a:r>
          </a:p>
        </p:txBody>
      </p:sp>
      <p:sp>
        <p:nvSpPr>
          <p:cNvPr id="18" name="dp41-background / resolve / 2">
            <a:extLst>
              <a:ext uri="{FF2B5EF4-FFF2-40B4-BE49-F238E27FC236}">
                <ns2:creationId id="{ECAEF79C-D3AA-46B5-8A27-C27F298CEEB8}"/>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순서: 보고서 수정 → 메일 초안</a:t>
            </a:r>
          </a:p>
        </p:txBody>
      </p:sp>
      <p:sp>
        <p:nvSpPr>
          <p:cNvPr id="19" name="dp41-background / resolve / 3">
            <a:extLst>
              <a:ext uri="{FF2B5EF4-FFF2-40B4-BE49-F238E27FC236}">
                <ns2:creationId id="{21797741-D9A4-4048-907D-A199D4C9F23B}"/>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조건: 메일 발송 금지</a:t>
            </a:r>
          </a:p>
        </p:txBody>
      </p:sp>
      <p:sp>
        <p:nvSpPr>
          <p:cNvPr id="20" name="dp41-background / delegate / 1">
            <a:extLst>
              <a:ext uri="{FF2B5EF4-FFF2-40B4-BE49-F238E27FC236}">
                <ns2:creationId id="{BE6ECB3F-9AD2-4C11-A940-16D2A4C075DF}"/>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보고서에 표 추가</a:t>
            </a:r>
          </a:p>
        </p:txBody>
      </p:sp>
      <p:sp>
        <p:nvSpPr>
          <p:cNvPr id="21" name="dp41-background / delegate / 2">
            <a:extLst>
              <a:ext uri="{FF2B5EF4-FFF2-40B4-BE49-F238E27FC236}">
                <ns2:creationId id="{A0849655-9EB3-4AFF-AB2B-FC713F26A082}"/>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그 결과로 메일 초안 작성</a:t>
            </a:r>
          </a:p>
        </p:txBody>
      </p:sp>
      <p:sp>
        <p:nvSpPr>
          <p:cNvPr id="22" name="dp41-background / delegate / 3">
            <a:extLst>
              <a:ext uri="{FF2B5EF4-FFF2-40B4-BE49-F238E27FC236}">
                <ns2:creationId id="{94664BA0-3AAE-44C0-8673-BDE95F8B08B7}"/>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발송하지 않는 조건 유지</a:t>
            </a:r>
          </a:p>
        </p:txBody>
      </p:sp>
      <p:sp>
        <p:nvSpPr>
          <p:cNvPr id="23" name="dp41-background / clarify / 1">
            <a:extLst>
              <a:ext uri="{FF2B5EF4-FFF2-40B4-BE49-F238E27FC236}">
                <ns2:creationId id="{55B6187E-BCF6-4CDC-A000-74EF7DFCAE06}"/>
              </a:ext>
            </a:extLst>
          </p:cNvPr>
          <p:cNvSpPr>
            <a:spLocks noGrp="1"/>
          </p:cNvSpPr>
          <p:nvPr/>
        </p:nvSpPr>
        <p:spPr>
          <a:xfrm>
            <a:off x="6334125" y="7686675"/>
            <a:ext cx="5715000" cy="321469"/>
          </a:xfrm>
          <a:prstGeom prst="rect">
            <a:avLst/>
          </a:prstGeom>
          <a:noFill/>
          <a:ln w="0">
            <a:noFill/>
          </a:ln>
        </p:spPr>
        <p:txBody>
          <a:bodyPr wrap="none" lIns="0" tIns="0" rIns="0" bIns="0" anchor="t">
            <a:noAutofit/>
          </a:bodyPr>
          <a:lstStyle/>
          <a:p>
            <a:pPr algn="ctr">
              <a:defRPr sz="1875" b="0">
                <a:solidFill>
                  <a:srgbClr val="66777D"/>
                </a:solidFill>
                <a:latin typeface="Apple SD Gothic Neo"/>
                <a:ea typeface="Apple SD Gothic Neo"/>
                <a:cs typeface="Apple SD Gothic Neo"/>
              </a:defRPr>
            </a:pPr>
            <a:r>
              <a:rPr sz="1875" b="0">
                <a:solidFill>
                  <a:srgbClr val="66777D"/>
                </a:solidFill>
                <a:latin typeface="Apple SD Gothic Neo"/>
                <a:ea typeface="Apple SD Gothic Neo"/>
                <a:cs typeface="Apple SD Gothic Neo"/>
              </a:rPr>
              <a:t>대상이 모호하면 VIA가 사용자에게 확인합니다</a:t>
            </a:r>
          </a:p>
        </p:txBody>
      </p:sp>
      <p:sp>
        <p:nvSpPr>
          <p:cNvPr id="24" name="dp41-background / user-benefit / 1">
            <a:extLst>
              <a:ext uri="{FF2B5EF4-FFF2-40B4-BE49-F238E27FC236}">
                <ns2:creationId id="{EF3A6332-5A63-47BB-9E30-685FBE0DDCD7}"/>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파일·업무 번호를 외우지 않아도, 대상·순서·조건을 함께 말할 수 있습니다</a:t>
            </a:r>
          </a:p>
        </p:txBody>
      </p:sp>
      <p:sp>
        <p:nvSpPr>
          <p:cNvPr id="25" name="dp41-background / question-divider">
            <a:extLst>
              <a:ext uri="{FF2B5EF4-FFF2-40B4-BE49-F238E27FC236}">
                <ns2:creationId id="{165F2C8C-3969-4E6F-BEF9-F261A4061E81}"/>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question / 1">
            <a:extLst>
              <a:ext uri="{FF2B5EF4-FFF2-40B4-BE49-F238E27FC236}">
                <ns2:creationId id="{14FFA070-419D-4008-B08C-2A097992D14A}"/>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모델이 필요한 조회와 해석을 이끌까,</a:t>
            </a:r>
          </a:p>
        </p:txBody>
      </p:sp>
      <p:sp>
        <p:nvSpPr>
          <p:cNvPr id="27" name="dp41-background / design-question / 2">
            <a:extLst>
              <a:ext uri="{FF2B5EF4-FFF2-40B4-BE49-F238E27FC236}">
                <ns2:creationId id="{E05F5BE3-11A2-4682-8ABD-F6931FAA7D6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코드가 모델의 요청 틀을 받아 조회·결합을 완성할까?</a:t>
            </a:r>
          </a:p>
        </p:txBody>
      </p:sp>
    </p:spTree>
    <p:extLst>
      <p:ext uri="{BB962C8B-B14F-4D97-AF65-F5344CB8AC3E}">
        <p14:creationId val="8975336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3" name="dp41-comparison / n1">
            <a:extLst xmlns:a="http://schemas.openxmlformats.org/drawingml/2006/main">
              <a:ext uri="{FF2B5EF4-FFF2-40B4-BE49-F238E27FC236}">
                <a16:creationId xmlns:a16="http://schemas.microsoft.com/office/drawing/2014/main" id="{B38434E2-5E24-4233-9FDD-ACF82AA4F28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1-comparison / n2 / text 1">
            <a:extLst xmlns:a="http://schemas.openxmlformats.org/drawingml/2006/main">
              <a:ext uri="{FF2B5EF4-FFF2-40B4-BE49-F238E27FC236}">
                <a16:creationId xmlns:a16="http://schemas.microsoft.com/office/drawing/2014/main" id="{77C6460A-0D3A-40AE-B978-C4278DD15D6C}"/>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1-comparison / n3 / text 1">
            <a:extLst xmlns:a="http://schemas.openxmlformats.org/drawingml/2006/main">
              <a:ext uri="{FF2B5EF4-FFF2-40B4-BE49-F238E27FC236}">
                <a16:creationId xmlns:a16="http://schemas.microsoft.com/office/drawing/2014/main" id="{19C990CC-EFEE-47ED-AC0E-F1A4E3979CC7}"/>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1-comparison / n4 / text 1">
            <a:extLst xmlns:a="http://schemas.openxmlformats.org/drawingml/2006/main">
              <a:ext uri="{FF2B5EF4-FFF2-40B4-BE49-F238E27FC236}">
                <a16:creationId xmlns:a16="http://schemas.microsoft.com/office/drawing/2014/main" id="{5E5B20AA-D3C0-4C81-A23E-4A7916CA30C6}"/>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04-41. VIA 요청 이해의 모델 주도와 코드 주도 완성</a:t>
            </a:r>
          </a:p>
        </p:txBody>
      </p:sp>
      <p:sp>
        <p:nvSpPr>
          <p:cNvPr id="5" name="dp41-comparison / n5 / path">
            <a:extLst xmlns:a="http://schemas.openxmlformats.org/drawingml/2006/main">
              <a:ext uri="{FF2B5EF4-FFF2-40B4-BE49-F238E27FC236}">
                <a16:creationId xmlns:a16="http://schemas.microsoft.com/office/drawing/2014/main" id="{FFE9286E-1AE0-4D5F-A3FC-43A9931E3934}"/>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1-comparison / n6 / text 1">
            <a:extLst xmlns:a="http://schemas.openxmlformats.org/drawingml/2006/main">
              <a:ext uri="{FF2B5EF4-FFF2-40B4-BE49-F238E27FC236}">
                <a16:creationId xmlns:a16="http://schemas.microsoft.com/office/drawing/2014/main" id="{3E1D39BC-3C9E-4DA2-890D-60605D596CB3}"/>
              </a:ext>
            </a:extLst>
          </p:cNvPr>
          <p:cNvSpPr>
            <a:spLocks xmlns:a="http://schemas.openxmlformats.org/drawingml/2006/main" noGrp="1"/>
          </p:cNvSpPr>
          <p:nvPr/>
        </p:nvSpPr>
        <p:spPr>
          <a:xfrm xmlns:a="http://schemas.openxmlformats.org/drawingml/2006/main">
            <a:off x="381000" y="1333500"/>
            <a:ext cx="175260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입력 Input1: “이 표를 아까 보고서에 넣고, 메일은 보내지 말고 결과를 바탕으로 초안만 만들어.”</a:t>
            </a:r>
          </a:p>
        </p:txBody>
      </p:sp>
      <p:sp>
        <p:nvSpPr>
          <p:cNvPr id="7" name="dp41-comparison / n7 / text 1">
            <a:extLst xmlns:a="http://schemas.openxmlformats.org/drawingml/2006/main">
              <a:ext uri="{FF2B5EF4-FFF2-40B4-BE49-F238E27FC236}">
                <a16:creationId xmlns:a16="http://schemas.microsoft.com/office/drawing/2014/main" id="{F0803784-718A-4A26-AD54-F02C37CAEE02}"/>
              </a:ext>
            </a:extLst>
          </p:cNvPr>
          <p:cNvSpPr>
            <a:spLocks xmlns:a="http://schemas.openxmlformats.org/drawingml/2006/main" noGrp="1"/>
          </p:cNvSpPr>
          <p:nvPr/>
        </p:nvSpPr>
        <p:spPr>
          <a:xfrm xmlns:a="http://schemas.openxmlformats.org/drawingml/2006/main">
            <a:off x="381000" y="1609725"/>
            <a:ext cx="17526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8232E"/>
                </a:solidFill>
                <a:latin typeface="Apple SD Gothic Neo"/>
                <a:ea typeface="Apple SD Gothic Neo"/>
                <a:cs typeface="Apple SD Gothic Neo"/>
              </a:defRPr>
            </a:pPr>
            <a:r>
              <a:rPr sz="1425" b="0">
                <a:solidFill>
                  <a:srgbClr val="18232E"/>
                </a:solidFill>
                <a:latin typeface="Apple SD Gothic Neo"/>
                <a:ea typeface="Apple SD Gothic Neo"/>
                <a:cs typeface="Apple SD Gothic Neo"/>
              </a:rPr>
              <a:t>Task1: 예산 보고서 / Task2: 실적 보고서 → “어느 보고서인가요?” → 사용자: “예산 보고서” / 결과: 수정된 보고서 → 메일 초안</a:t>
            </a:r>
          </a:p>
        </p:txBody>
      </p:sp>
      <p:sp>
        <p:nvSpPr>
          <p:cNvPr id="8" name="dp41-comparison / n8">
            <a:extLst xmlns:a="http://schemas.openxmlformats.org/drawingml/2006/main">
              <a:ext uri="{FF2B5EF4-FFF2-40B4-BE49-F238E27FC236}">
                <a16:creationId xmlns:a16="http://schemas.microsoft.com/office/drawing/2014/main" id="{2918153D-FA58-4044-987C-6065FAF297A1}"/>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1-comparison / n9 / text 1">
            <a:extLst xmlns:a="http://schemas.openxmlformats.org/drawingml/2006/main">
              <a:ext uri="{FF2B5EF4-FFF2-40B4-BE49-F238E27FC236}">
                <a16:creationId xmlns:a16="http://schemas.microsoft.com/office/drawing/2014/main" id="{36521F5D-73A1-4419-8C44-42FA7229BC0E}"/>
              </a:ext>
            </a:extLst>
          </p:cNvPr>
          <p:cNvSpPr>
            <a:spLocks xmlns:a="http://schemas.openxmlformats.org/drawingml/2006/main" noGrp="1"/>
          </p:cNvSpPr>
          <p:nvPr/>
        </p:nvSpPr>
        <p:spPr>
          <a:xfrm xmlns:a="http://schemas.openxmlformats.org/drawingml/2006/main">
            <a:off x="390525" y="1990725"/>
            <a:ext cx="9334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18232E"/>
                </a:solidFill>
                <a:latin typeface="Apple SD Gothic Neo"/>
                <a:ea typeface="Apple SD Gothic Neo"/>
                <a:cs typeface="Apple SD Gothic Neo"/>
              </a:defRPr>
            </a:pPr>
            <a:r>
              <a:rPr sz="1425" b="1">
                <a:solidFill>
                  <a:srgbClr val="18232E"/>
                </a:solidFill>
                <a:latin typeface="Apple SD Gothic Neo"/>
                <a:ea typeface="Apple SD Gothic Neo"/>
                <a:cs typeface="Apple SD Gothic Neo"/>
              </a:rPr>
              <a:t>설계안</a:t>
            </a:r>
          </a:p>
        </p:txBody>
      </p:sp>
      <p:sp>
        <p:nvSpPr>
          <p:cNvPr id="10" name="dp41-comparison / n10 / text 1">
            <a:extLst xmlns:a="http://schemas.openxmlformats.org/drawingml/2006/main">
              <a:ext uri="{FF2B5EF4-FFF2-40B4-BE49-F238E27FC236}">
                <a16:creationId xmlns:a16="http://schemas.microsoft.com/office/drawing/2014/main" id="{585983DF-566E-4C38-B669-50D9A0BAAB35}"/>
              </a:ext>
            </a:extLst>
          </p:cNvPr>
          <p:cNvSpPr>
            <a:spLocks xmlns:a="http://schemas.openxmlformats.org/drawingml/2006/main" noGrp="1"/>
          </p:cNvSpPr>
          <p:nvPr/>
        </p:nvSpPr>
        <p:spPr>
          <a:xfrm xmlns:a="http://schemas.openxmlformats.org/drawingml/2006/main">
            <a:off x="148590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A 모델 주도 해석</a:t>
            </a:r>
          </a:p>
        </p:txBody>
      </p:sp>
      <p:sp>
        <p:nvSpPr>
          <p:cNvPr id="11" name="dp41-comparison / n11 / text 1">
            <a:extLst xmlns:a="http://schemas.openxmlformats.org/drawingml/2006/main">
              <a:ext uri="{FF2B5EF4-FFF2-40B4-BE49-F238E27FC236}">
                <a16:creationId xmlns:a16="http://schemas.microsoft.com/office/drawing/2014/main" id="{E7853367-9C32-467D-82AA-95224C259C10}"/>
              </a:ext>
            </a:extLst>
          </p:cNvPr>
          <p:cNvSpPr>
            <a:spLocks xmlns:a="http://schemas.openxmlformats.org/drawingml/2006/main" noGrp="1"/>
          </p:cNvSpPr>
          <p:nvPr/>
        </p:nvSpPr>
        <p:spPr>
          <a:xfrm xmlns:a="http://schemas.openxmlformats.org/drawingml/2006/main">
            <a:off x="977265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B 모델 요청 틀과 코드 주도 완성</a:t>
            </a:r>
          </a:p>
        </p:txBody>
      </p:sp>
      <p:sp>
        <p:nvSpPr>
          <p:cNvPr id="12" name="dp41-comparison / n12 / path">
            <a:extLst xmlns:a="http://schemas.openxmlformats.org/drawingml/2006/main">
              <a:ext uri="{FF2B5EF4-FFF2-40B4-BE49-F238E27FC236}">
                <a16:creationId xmlns:a16="http://schemas.microsoft.com/office/drawing/2014/main" id="{D1FD6DAB-5225-47AE-8D64-AEE11C123FA3}"/>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3" name="dp41-comparison / n13 / path">
            <a:extLst xmlns:a="http://schemas.openxmlformats.org/drawingml/2006/main">
              <a:ext uri="{FF2B5EF4-FFF2-40B4-BE49-F238E27FC236}">
                <a16:creationId xmlns:a16="http://schemas.microsoft.com/office/drawing/2014/main" id="{E5320C3F-E4C6-45A7-A5A1-E87B655DD462}"/>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4" name="dp41-comparison / n14 / text 1">
            <a:extLst xmlns:a="http://schemas.openxmlformats.org/drawingml/2006/main">
              <a:ext uri="{FF2B5EF4-FFF2-40B4-BE49-F238E27FC236}">
                <a16:creationId xmlns:a16="http://schemas.microsoft.com/office/drawing/2014/main" id="{2EDC95E4-FE49-4CB9-93C0-C4C8AF89F62C}"/>
              </a:ext>
            </a:extLst>
          </p:cNvPr>
          <p:cNvSpPr>
            <a:spLocks xmlns:a="http://schemas.openxmlformats.org/drawingml/2006/main" noGrp="1"/>
          </p:cNvSpPr>
          <p:nvPr/>
        </p:nvSpPr>
        <p:spPr>
          <a:xfrm xmlns:a="http://schemas.openxmlformats.org/drawingml/2006/main">
            <a:off x="400050" y="7715250"/>
            <a:ext cx="17526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공통 후속 처리: Request Controller가 현재성/권한을 검증하고 저장 후 채택한다. 이어 응답 또는 업무 위임을 진행한다.</a:t>
            </a:r>
          </a:p>
        </p:txBody>
      </p:sp>
      <p:sp>
        <p:nvSpPr>
          <p:cNvPr id="15" name="dp41-comparison / n15 / text 1">
            <a:extLst xmlns:a="http://schemas.openxmlformats.org/drawingml/2006/main">
              <a:ext uri="{FF2B5EF4-FFF2-40B4-BE49-F238E27FC236}">
                <a16:creationId xmlns:a16="http://schemas.microsoft.com/office/drawing/2014/main" id="{A071E2BC-F2F4-4B70-89DE-E576FE958366}"/>
              </a:ext>
            </a:extLst>
          </p:cNvPr>
          <p:cNvSpPr>
            <a:spLocks xmlns:a="http://schemas.openxmlformats.org/drawingml/2006/main" noGrp="1"/>
          </p:cNvSpPr>
          <p:nvPr/>
        </p:nvSpPr>
        <p:spPr>
          <a:xfrm xmlns:a="http://schemas.openxmlformats.org/drawingml/2006/main">
            <a:off x="400050" y="8001000"/>
            <a:ext cx="17526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반복 종료: 완성 의미 제안 / 확인 질문 대기 / 실패 / 취소 / 한도 도달. 질문 답변 뒤 다시 해석한다. 무한 반복을 허용하지 않는다.</a:t>
            </a:r>
          </a:p>
        </p:txBody>
      </p:sp>
      <p:sp>
        <p:nvSpPr>
          <p:cNvPr id="16" name="dp41-comparison / n16 / path">
            <a:extLst xmlns:a="http://schemas.openxmlformats.org/drawingml/2006/main">
              <a:ext uri="{FF2B5EF4-FFF2-40B4-BE49-F238E27FC236}">
                <a16:creationId xmlns:a16="http://schemas.microsoft.com/office/drawing/2014/main" id="{AE0C5892-45A9-41E1-A496-5B2EE7A6EE25}"/>
              </a:ext>
            </a:extLst>
          </p:cNvPr>
          <p:cNvSpPr>
            <a:spLocks xmlns:a="http://schemas.openxmlformats.org/drawingml/2006/main" noGrp="1"/>
          </p:cNvSpPr>
          <p:nvPr/>
        </p:nvSpPr>
        <p:spPr>
          <a:xfrm xmlns:a="http://schemas.openxmlformats.org/drawingml/2006/main">
            <a:off x="381000" y="8334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7" name="dp41-comparison / n17 / text 1">
            <a:extLst xmlns:a="http://schemas.openxmlformats.org/drawingml/2006/main">
              <a:ext uri="{FF2B5EF4-FFF2-40B4-BE49-F238E27FC236}">
                <a16:creationId xmlns:a16="http://schemas.microsoft.com/office/drawing/2014/main" id="{06ECC3B7-627F-4ADC-9FEB-C640E62D644C}"/>
              </a:ext>
            </a:extLst>
          </p:cNvPr>
          <p:cNvSpPr>
            <a:spLocks xmlns:a="http://schemas.openxmlformats.org/drawingml/2006/main" noGrp="1"/>
          </p:cNvSpPr>
          <p:nvPr/>
        </p:nvSpPr>
        <p:spPr>
          <a:xfrm xmlns:a="http://schemas.openxmlformats.org/drawingml/2006/main">
            <a:off x="400050" y="841057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정확성 / 지원 범위</a:t>
            </a:r>
          </a:p>
        </p:txBody>
      </p:sp>
      <p:sp>
        <p:nvSpPr>
          <p:cNvPr id="18" name="dp41-comparison / n18 / text 1">
            <a:extLst xmlns:a="http://schemas.openxmlformats.org/drawingml/2006/main">
              <a:ext uri="{FF2B5EF4-FFF2-40B4-BE49-F238E27FC236}">
                <a16:creationId xmlns:a16="http://schemas.microsoft.com/office/drawing/2014/main" id="{FB8FE673-0064-4245-AADC-D01E6CCD2AF2}"/>
              </a:ext>
            </a:extLst>
          </p:cNvPr>
          <p:cNvSpPr>
            <a:spLocks xmlns:a="http://schemas.openxmlformats.org/drawingml/2006/main" noGrp="1"/>
          </p:cNvSpPr>
          <p:nvPr/>
        </p:nvSpPr>
        <p:spPr>
          <a:xfrm xmlns:a="http://schemas.openxmlformats.org/drawingml/2006/main">
            <a:off x="2857500" y="841057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열린 의미를 함께 판단 / 검색 누락과 모델 오판 가능</a:t>
            </a:r>
          </a:p>
        </p:txBody>
      </p:sp>
      <p:sp>
        <p:nvSpPr>
          <p:cNvPr id="19" name="dp41-comparison / n19 / text 1">
            <a:extLst xmlns:a="http://schemas.openxmlformats.org/drawingml/2006/main">
              <a:ext uri="{FF2B5EF4-FFF2-40B4-BE49-F238E27FC236}">
                <a16:creationId xmlns:a16="http://schemas.microsoft.com/office/drawing/2014/main" id="{A998CB58-B19F-454B-BB4D-D635C5622F05}"/>
              </a:ext>
            </a:extLst>
          </p:cNvPr>
          <p:cNvSpPr>
            <a:spLocks xmlns:a="http://schemas.openxmlformats.org/drawingml/2006/main" noGrp="1"/>
          </p:cNvSpPr>
          <p:nvPr/>
        </p:nvSpPr>
        <p:spPr>
          <a:xfrm xmlns:a="http://schemas.openxmlformats.org/drawingml/2006/main">
            <a:off x="10001250" y="841057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지원 관계의 코드 결합 / 틀 오류와 표현 밖 관계의 한계</a:t>
            </a:r>
          </a:p>
        </p:txBody>
      </p:sp>
      <p:sp>
        <p:nvSpPr>
          <p:cNvPr id="20" name="dp41-comparison / n20 / path">
            <a:extLst xmlns:a="http://schemas.openxmlformats.org/drawingml/2006/main">
              <a:ext uri="{FF2B5EF4-FFF2-40B4-BE49-F238E27FC236}">
                <a16:creationId xmlns:a16="http://schemas.microsoft.com/office/drawing/2014/main" id="{62F51D04-7862-448B-889F-A603BD51F337}"/>
              </a:ext>
            </a:extLst>
          </p:cNvPr>
          <p:cNvSpPr>
            <a:spLocks xmlns:a="http://schemas.openxmlformats.org/drawingml/2006/main" noGrp="1"/>
          </p:cNvSpPr>
          <p:nvPr/>
        </p:nvSpPr>
        <p:spPr>
          <a:xfrm xmlns:a="http://schemas.openxmlformats.org/drawingml/2006/main">
            <a:off x="381000" y="8658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1" name="dp41-comparison / n21 / text 1">
            <a:extLst xmlns:a="http://schemas.openxmlformats.org/drawingml/2006/main">
              <a:ext uri="{FF2B5EF4-FFF2-40B4-BE49-F238E27FC236}">
                <a16:creationId xmlns:a16="http://schemas.microsoft.com/office/drawing/2014/main" id="{C90B3D59-D344-4717-BDF3-16BF208C1F1E}"/>
              </a:ext>
            </a:extLst>
          </p:cNvPr>
          <p:cNvSpPr>
            <a:spLocks xmlns:a="http://schemas.openxmlformats.org/drawingml/2006/main" noGrp="1"/>
          </p:cNvSpPr>
          <p:nvPr/>
        </p:nvSpPr>
        <p:spPr>
          <a:xfrm xmlns:a="http://schemas.openxmlformats.org/drawingml/2006/main">
            <a:off x="400050" y="873442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응답성</a:t>
            </a:r>
          </a:p>
        </p:txBody>
      </p:sp>
      <p:sp>
        <p:nvSpPr>
          <p:cNvPr id="22" name="dp41-comparison / n22 / text 1">
            <a:extLst xmlns:a="http://schemas.openxmlformats.org/drawingml/2006/main">
              <a:ext uri="{FF2B5EF4-FFF2-40B4-BE49-F238E27FC236}">
                <a16:creationId xmlns:a16="http://schemas.microsoft.com/office/drawing/2014/main" id="{E1D6E06C-7207-4873-8B67-A16536B4CC00}"/>
              </a:ext>
            </a:extLst>
          </p:cNvPr>
          <p:cNvSpPr>
            <a:spLocks xmlns:a="http://schemas.openxmlformats.org/drawingml/2006/main" noGrp="1"/>
          </p:cNvSpPr>
          <p:nvPr/>
        </p:nvSpPr>
        <p:spPr>
          <a:xfrm xmlns:a="http://schemas.openxmlformats.org/drawingml/2006/main">
            <a:off x="2857500" y="873442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조회 후 재판단마다 클라우드 왕복 / 부분 수정 허용</a:t>
            </a:r>
          </a:p>
        </p:txBody>
      </p:sp>
      <p:sp>
        <p:nvSpPr>
          <p:cNvPr id="23" name="dp41-comparison / n23 / text 1">
            <a:extLst xmlns:a="http://schemas.openxmlformats.org/drawingml/2006/main">
              <a:ext uri="{FF2B5EF4-FFF2-40B4-BE49-F238E27FC236}">
                <a16:creationId xmlns:a16="http://schemas.microsoft.com/office/drawing/2014/main" id="{CF013D21-1480-4CD0-A221-F59E1DC6FDCF}"/>
              </a:ext>
            </a:extLst>
          </p:cNvPr>
          <p:cNvSpPr>
            <a:spLocks xmlns:a="http://schemas.openxmlformats.org/drawingml/2006/main" noGrp="1"/>
          </p:cNvSpPr>
          <p:nvPr/>
        </p:nvSpPr>
        <p:spPr>
          <a:xfrm xmlns:a="http://schemas.openxmlformats.org/drawingml/2006/main">
            <a:off x="10001250" y="873442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지원 틀이 충분하면 재판단 축소 / 추가 해석과 질문 대기</a:t>
            </a:r>
          </a:p>
        </p:txBody>
      </p:sp>
      <p:sp>
        <p:nvSpPr>
          <p:cNvPr id="24" name="dp41-comparison / n24 / path">
            <a:extLst xmlns:a="http://schemas.openxmlformats.org/drawingml/2006/main">
              <a:ext uri="{FF2B5EF4-FFF2-40B4-BE49-F238E27FC236}">
                <a16:creationId xmlns:a16="http://schemas.microsoft.com/office/drawing/2014/main" id="{9DFDC46B-20DF-4043-ADE3-28582D76483E}"/>
              </a:ext>
            </a:extLst>
          </p:cNvPr>
          <p:cNvSpPr>
            <a:spLocks xmlns:a="http://schemas.openxmlformats.org/drawingml/2006/main" noGrp="1"/>
          </p:cNvSpPr>
          <p:nvPr/>
        </p:nvSpPr>
        <p:spPr>
          <a:xfrm xmlns:a="http://schemas.openxmlformats.org/drawingml/2006/main">
            <a:off x="381000" y="89820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5" name="dp41-comparison / n25 / text 1">
            <a:extLst xmlns:a="http://schemas.openxmlformats.org/drawingml/2006/main">
              <a:ext uri="{FF2B5EF4-FFF2-40B4-BE49-F238E27FC236}">
                <a16:creationId xmlns:a16="http://schemas.microsoft.com/office/drawing/2014/main" id="{63E3A768-7353-46BD-BE61-9546E136053B}"/>
              </a:ext>
            </a:extLst>
          </p:cNvPr>
          <p:cNvSpPr>
            <a:spLocks xmlns:a="http://schemas.openxmlformats.org/drawingml/2006/main" noGrp="1"/>
          </p:cNvSpPr>
          <p:nvPr/>
        </p:nvSpPr>
        <p:spPr>
          <a:xfrm xmlns:a="http://schemas.openxmlformats.org/drawingml/2006/main">
            <a:off x="400050" y="905827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모델 호출 비용</a:t>
            </a:r>
          </a:p>
        </p:txBody>
      </p:sp>
      <p:sp>
        <p:nvSpPr>
          <p:cNvPr id="26" name="dp41-comparison / n26 / text 1">
            <a:extLst xmlns:a="http://schemas.openxmlformats.org/drawingml/2006/main">
              <a:ext uri="{FF2B5EF4-FFF2-40B4-BE49-F238E27FC236}">
                <a16:creationId xmlns:a16="http://schemas.microsoft.com/office/drawing/2014/main" id="{102F79FF-1675-4E7B-9C1E-A66FB44D8EBC}"/>
              </a:ext>
            </a:extLst>
          </p:cNvPr>
          <p:cNvSpPr>
            <a:spLocks xmlns:a="http://schemas.openxmlformats.org/drawingml/2006/main" noGrp="1"/>
          </p:cNvSpPr>
          <p:nvPr/>
        </p:nvSpPr>
        <p:spPr>
          <a:xfrm xmlns:a="http://schemas.openxmlformats.org/drawingml/2006/main">
            <a:off x="2857500" y="905827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반복 해석과 긴 Context가 비용 증가 요인</a:t>
            </a:r>
          </a:p>
        </p:txBody>
      </p:sp>
      <p:sp>
        <p:nvSpPr>
          <p:cNvPr id="27" name="dp41-comparison / n27 / text 1">
            <a:extLst xmlns:a="http://schemas.openxmlformats.org/drawingml/2006/main">
              <a:ext uri="{FF2B5EF4-FFF2-40B4-BE49-F238E27FC236}">
                <a16:creationId xmlns:a16="http://schemas.microsoft.com/office/drawing/2014/main" id="{74CA2568-D139-4D82-9F36-3EE1D33993A3}"/>
              </a:ext>
            </a:extLst>
          </p:cNvPr>
          <p:cNvSpPr>
            <a:spLocks xmlns:a="http://schemas.openxmlformats.org/drawingml/2006/main" noGrp="1"/>
          </p:cNvSpPr>
          <p:nvPr/>
        </p:nvSpPr>
        <p:spPr>
          <a:xfrm xmlns:a="http://schemas.openxmlformats.org/drawingml/2006/main">
            <a:off x="10001250" y="905827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초기 틀 + 필요한 부분 해석 / 항상 1회라는 전제 없음</a:t>
            </a:r>
          </a:p>
        </p:txBody>
      </p:sp>
      <p:sp>
        <p:nvSpPr>
          <p:cNvPr id="28" name="dp41-comparison / n28 / path">
            <a:extLst xmlns:a="http://schemas.openxmlformats.org/drawingml/2006/main">
              <a:ext uri="{FF2B5EF4-FFF2-40B4-BE49-F238E27FC236}">
                <a16:creationId xmlns:a16="http://schemas.microsoft.com/office/drawing/2014/main" id="{A2ACE2BF-B0D2-4C3F-82ED-0FF25E684CE2}"/>
              </a:ext>
            </a:extLst>
          </p:cNvPr>
          <p:cNvSpPr>
            <a:spLocks xmlns:a="http://schemas.openxmlformats.org/drawingml/2006/main" noGrp="1"/>
          </p:cNvSpPr>
          <p:nvPr/>
        </p:nvSpPr>
        <p:spPr>
          <a:xfrm xmlns:a="http://schemas.openxmlformats.org/drawingml/2006/main">
            <a:off x="381000" y="9305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9" name="dp41-comparison / n29 / text 1">
            <a:extLst xmlns:a="http://schemas.openxmlformats.org/drawingml/2006/main">
              <a:ext uri="{FF2B5EF4-FFF2-40B4-BE49-F238E27FC236}">
                <a16:creationId xmlns:a16="http://schemas.microsoft.com/office/drawing/2014/main" id="{1079ECFC-2810-45B9-A4F3-414AE43832A0}"/>
              </a:ext>
            </a:extLst>
          </p:cNvPr>
          <p:cNvSpPr>
            <a:spLocks xmlns:a="http://schemas.openxmlformats.org/drawingml/2006/main" noGrp="1"/>
          </p:cNvSpPr>
          <p:nvPr/>
        </p:nvSpPr>
        <p:spPr>
          <a:xfrm xmlns:a="http://schemas.openxmlformats.org/drawingml/2006/main">
            <a:off x="400050" y="938212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변경 용이성</a:t>
            </a:r>
          </a:p>
        </p:txBody>
      </p:sp>
      <p:sp>
        <p:nvSpPr>
          <p:cNvPr id="30" name="dp41-comparison / n30 / text 1">
            <a:extLst xmlns:a="http://schemas.openxmlformats.org/drawingml/2006/main">
              <a:ext uri="{FF2B5EF4-FFF2-40B4-BE49-F238E27FC236}">
                <a16:creationId xmlns:a16="http://schemas.microsoft.com/office/drawing/2014/main" id="{6926E1DF-E9C5-4412-AD09-6A364C77D3C8}"/>
              </a:ext>
            </a:extLst>
          </p:cNvPr>
          <p:cNvSpPr>
            <a:spLocks xmlns:a="http://schemas.openxmlformats.org/drawingml/2006/main" noGrp="1"/>
          </p:cNvSpPr>
          <p:nvPr/>
        </p:nvSpPr>
        <p:spPr>
          <a:xfrm xmlns:a="http://schemas.openxmlformats.org/drawingml/2006/main">
            <a:off x="2857500" y="938212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새 관계는 모델 지침/조회 도구 변경 가능</a:t>
            </a:r>
          </a:p>
        </p:txBody>
      </p:sp>
      <p:sp>
        <p:nvSpPr>
          <p:cNvPr id="31" name="dp41-comparison / n31 / text 1">
            <a:extLst xmlns:a="http://schemas.openxmlformats.org/drawingml/2006/main">
              <a:ext uri="{FF2B5EF4-FFF2-40B4-BE49-F238E27FC236}">
                <a16:creationId xmlns:a16="http://schemas.microsoft.com/office/drawing/2014/main" id="{12A1C72B-E1F3-4B02-9C37-6D914C427256}"/>
              </a:ext>
            </a:extLst>
          </p:cNvPr>
          <p:cNvSpPr>
            <a:spLocks xmlns:a="http://schemas.openxmlformats.org/drawingml/2006/main" noGrp="1"/>
          </p:cNvSpPr>
          <p:nvPr/>
        </p:nvSpPr>
        <p:spPr>
          <a:xfrm xmlns:a="http://schemas.openxmlformats.org/drawingml/2006/main">
            <a:off x="10001250" y="938212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요청 틀과 코드 규칙 확장 / 기존 지원 관계는 코드 제어</a:t>
            </a:r>
          </a:p>
        </p:txBody>
      </p:sp>
      <p:sp>
        <p:nvSpPr>
          <p:cNvPr id="32" name="dp41-comparison / n32 / text 1">
            <a:extLst xmlns:a="http://schemas.openxmlformats.org/drawingml/2006/main">
              <a:ext uri="{FF2B5EF4-FFF2-40B4-BE49-F238E27FC236}">
                <a16:creationId xmlns:a16="http://schemas.microsoft.com/office/drawing/2014/main" id="{45125DD6-B6C4-47B2-89C0-32F532E3A189}"/>
              </a:ext>
            </a:extLst>
          </p:cNvPr>
          <p:cNvSpPr>
            <a:spLocks xmlns:a="http://schemas.openxmlformats.org/drawingml/2006/main" noGrp="1"/>
          </p:cNvSpPr>
          <p:nvPr/>
        </p:nvSpPr>
        <p:spPr>
          <a:xfrm xmlns:a="http://schemas.openxmlformats.org/drawingml/2006/main">
            <a:off x="381000" y="98298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미선정 / 미측정. B도 부분 의미 판단을 다시 호출할 수 있다. 새 관계의 지원 범위와 질문 비용을 함께 비교한다.</a:t>
            </a:r>
          </a:p>
        </p:txBody>
      </p:sp>
      <p:sp>
        <p:nvSpPr>
          <p:cNvPr id="33" name="dp41-comparison / n33 / text 1">
            <a:extLst xmlns:a="http://schemas.openxmlformats.org/drawingml/2006/main">
              <a:ext uri="{FF2B5EF4-FFF2-40B4-BE49-F238E27FC236}">
                <a16:creationId xmlns:a16="http://schemas.microsoft.com/office/drawing/2014/main" id="{3C480C16-F88A-4BDE-A33F-820C537B2093}"/>
              </a:ext>
            </a:extLst>
          </p:cNvPr>
          <p:cNvSpPr>
            <a:spLocks xmlns:a="http://schemas.openxmlformats.org/drawingml/2006/main" noGrp="1"/>
          </p:cNvSpPr>
          <p:nvPr/>
        </p:nvSpPr>
        <p:spPr>
          <a:xfrm xmlns:a="http://schemas.openxmlformats.org/drawingml/2006/main">
            <a:off x="381000" y="10096500"/>
            <a:ext cx="17526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A도 정해진 형식으로 출력 가능 / B도 추가 모델 호출 가능 / 코드로 연결했다고 의미가 항상 옳은 것은 아님 / 품질/비용은 측정 전 가설</a:t>
            </a:r>
          </a:p>
        </p:txBody>
      </p:sp>
      <p:sp>
        <p:nvSpPr>
          <p:cNvPr id="34" name="dp41-comparison / n34">
            <a:extLst xmlns:a="http://schemas.openxmlformats.org/drawingml/2006/main">
              <a:ext uri="{FF2B5EF4-FFF2-40B4-BE49-F238E27FC236}">
                <a16:creationId xmlns:a16="http://schemas.microsoft.com/office/drawing/2014/main" id="{B0719BF4-B00E-4904-9019-2101C14D97AD}"/>
              </a:ext>
            </a:extLst>
          </p:cNvPr>
          <p:cNvSpPr>
            <a:spLocks xmlns:a="http://schemas.openxmlformats.org/drawingml/2006/main" noGrp="1"/>
          </p:cNvSpPr>
          <p:nvPr/>
        </p:nvSpPr>
        <p:spPr>
          <a:xfrm xmlns:a="http://schemas.openxmlformats.org/drawingml/2006/main">
            <a:off x="447675" y="3257550"/>
            <a:ext cx="819150" cy="42576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5" name="dp41-comparison / n35 / text 1">
            <a:extLst xmlns:a="http://schemas.openxmlformats.org/drawingml/2006/main">
              <a:ext uri="{FF2B5EF4-FFF2-40B4-BE49-F238E27FC236}">
                <a16:creationId xmlns:a16="http://schemas.microsoft.com/office/drawing/2014/main" id="{DDFEAE23-9985-46CE-8853-0B09782CE924}"/>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36" name="dp41-comparison / n36">
            <a:extLst xmlns:a="http://schemas.openxmlformats.org/drawingml/2006/main">
              <a:ext uri="{FF2B5EF4-FFF2-40B4-BE49-F238E27FC236}">
                <a16:creationId xmlns:a16="http://schemas.microsoft.com/office/drawing/2014/main" id="{F3D75A18-F4E9-42AC-9E8C-528E63BC69BD}"/>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7" name="dp41-comparison / n37 / text 1">
            <a:extLst xmlns:a="http://schemas.openxmlformats.org/drawingml/2006/main">
              <a:ext uri="{FF2B5EF4-FFF2-40B4-BE49-F238E27FC236}">
                <a16:creationId xmlns:a16="http://schemas.microsoft.com/office/drawing/2014/main" id="{2D7148A0-EBA4-423A-8D39-793C76C3D2E0}"/>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38" name="dp41-comparison / n38 / text 1">
            <a:extLst xmlns:a="http://schemas.openxmlformats.org/drawingml/2006/main">
              <a:ext uri="{FF2B5EF4-FFF2-40B4-BE49-F238E27FC236}">
                <a16:creationId xmlns:a16="http://schemas.microsoft.com/office/drawing/2014/main" id="{242EAEF3-2011-418D-B495-F316932360D5}"/>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9" name="dp41-comparison / n39">
            <a:extLst xmlns:a="http://schemas.openxmlformats.org/drawingml/2006/main">
              <a:ext uri="{FF2B5EF4-FFF2-40B4-BE49-F238E27FC236}">
                <a16:creationId xmlns:a16="http://schemas.microsoft.com/office/drawing/2014/main" id="{5A218C19-DACD-44BD-B139-F4EEF2F113B5}"/>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40" name="dp41-comparison / n40 / text 1">
            <a:extLst xmlns:a="http://schemas.openxmlformats.org/drawingml/2006/main">
              <a:ext uri="{FF2B5EF4-FFF2-40B4-BE49-F238E27FC236}">
                <a16:creationId xmlns:a16="http://schemas.microsoft.com/office/drawing/2014/main" id="{9D8DDA99-CEFF-46E0-8E19-58AC33DF3DA7}"/>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1" name="dp41-comparison / n41 / text 1">
            <a:extLst xmlns:a="http://schemas.openxmlformats.org/drawingml/2006/main">
              <a:ext uri="{FF2B5EF4-FFF2-40B4-BE49-F238E27FC236}">
                <a16:creationId xmlns:a16="http://schemas.microsoft.com/office/drawing/2014/main" id="{CF2CE4E2-DCF5-45F8-B367-9ABF2110ACFE}"/>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2" name="dp41-comparison / n42">
            <a:extLst xmlns:a="http://schemas.openxmlformats.org/drawingml/2006/main">
              <a:ext uri="{FF2B5EF4-FFF2-40B4-BE49-F238E27FC236}">
                <a16:creationId xmlns:a16="http://schemas.microsoft.com/office/drawing/2014/main" id="{48D9D6D7-D744-4549-83A4-235FC4BD0941}"/>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3" name="dp41-comparison / n42 / fold">
            <a:extLst xmlns:a="http://schemas.openxmlformats.org/drawingml/2006/main">
              <a:ext uri="{FF2B5EF4-FFF2-40B4-BE49-F238E27FC236}">
                <a16:creationId xmlns:a16="http://schemas.microsoft.com/office/drawing/2014/main" id="{0C815BC8-F9DF-4B1A-A26D-3C529D07399A}"/>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4" name="dp41-comparison / n43 / text 1">
            <a:extLst xmlns:a="http://schemas.openxmlformats.org/drawingml/2006/main">
              <a:ext uri="{FF2B5EF4-FFF2-40B4-BE49-F238E27FC236}">
                <a16:creationId xmlns:a16="http://schemas.microsoft.com/office/drawing/2014/main" id="{8A95D421-739B-4A36-8520-BE25259495FD}"/>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5" name="dp41-comparison / n44 / text 1">
            <a:extLst xmlns:a="http://schemas.openxmlformats.org/drawingml/2006/main">
              <a:ext uri="{FF2B5EF4-FFF2-40B4-BE49-F238E27FC236}">
                <a16:creationId xmlns:a16="http://schemas.microsoft.com/office/drawing/2014/main" id="{EFC9B71A-FF44-4049-A924-24998C5BCA72}"/>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6" name="dp41-comparison / n45">
            <a:extLst xmlns:a="http://schemas.openxmlformats.org/drawingml/2006/main">
              <a:ext uri="{FF2B5EF4-FFF2-40B4-BE49-F238E27FC236}">
                <a16:creationId xmlns:a16="http://schemas.microsoft.com/office/drawing/2014/main" id="{E15818F5-3745-408D-9EB7-28DAD9C13FBA}"/>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47" name="dp41-comparison / n46 / text 1">
            <a:extLst xmlns:a="http://schemas.openxmlformats.org/drawingml/2006/main">
              <a:ext uri="{FF2B5EF4-FFF2-40B4-BE49-F238E27FC236}">
                <a16:creationId xmlns:a16="http://schemas.microsoft.com/office/drawing/2014/main" id="{3962E1AA-4353-4F55-ADC9-CDF5A839576F}"/>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48" name="dp41-comparison / n47 / text 1">
            <a:extLst xmlns:a="http://schemas.openxmlformats.org/drawingml/2006/main">
              <a:ext uri="{FF2B5EF4-FFF2-40B4-BE49-F238E27FC236}">
                <a16:creationId xmlns:a16="http://schemas.microsoft.com/office/drawing/2014/main" id="{0099D265-7DBF-4250-ADF5-F8CFBDAEFE61}"/>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49" name="dp41-comparison / n48">
            <a:extLst xmlns:a="http://schemas.openxmlformats.org/drawingml/2006/main">
              <a:ext uri="{FF2B5EF4-FFF2-40B4-BE49-F238E27FC236}">
                <a16:creationId xmlns:a16="http://schemas.microsoft.com/office/drawing/2014/main" id="{CD48DE4C-DFD1-41FE-835D-2323DD7D52DA}"/>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50" name="dp41-comparison / n49 / text 1">
            <a:extLst xmlns:a="http://schemas.openxmlformats.org/drawingml/2006/main">
              <a:ext uri="{FF2B5EF4-FFF2-40B4-BE49-F238E27FC236}">
                <a16:creationId xmlns:a16="http://schemas.microsoft.com/office/drawing/2014/main" id="{551CD6A2-9990-4E27-A81D-5FCFE8EDD6CB}"/>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1" name="dp41-comparison / n50 / text 1">
            <a:extLst xmlns:a="http://schemas.openxmlformats.org/drawingml/2006/main">
              <a:ext uri="{FF2B5EF4-FFF2-40B4-BE49-F238E27FC236}">
                <a16:creationId xmlns:a16="http://schemas.microsoft.com/office/drawing/2014/main" id="{2575EFB3-48CD-485F-82AF-6B6B2D7052E0}"/>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2" name="dp41-comparison / n51 / path">
            <a:extLst xmlns:a="http://schemas.openxmlformats.org/drawingml/2006/main">
              <a:ext uri="{FF2B5EF4-FFF2-40B4-BE49-F238E27FC236}">
                <a16:creationId xmlns:a16="http://schemas.microsoft.com/office/drawing/2014/main" id="{6DA39E9F-1C0B-4039-919C-39FD4B1E3D35}"/>
              </a:ext>
            </a:extLst>
          </p:cNvPr>
          <p:cNvSpPr>
            <a:spLocks xmlns:a="http://schemas.openxmlformats.org/drawingml/2006/main" noGrp="1"/>
          </p:cNvSpPr>
          <p:nvPr/>
        </p:nvSpPr>
        <p:spPr>
          <a:xfrm xmlns:a="http://schemas.openxmlformats.org/drawingml/2006/main">
            <a:off x="514350" y="641985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3" name="dp41-comparison / n51 / arrow">
            <a:extLst xmlns:a="http://schemas.openxmlformats.org/drawingml/2006/main">
              <a:ext uri="{FF2B5EF4-FFF2-40B4-BE49-F238E27FC236}">
                <a16:creationId xmlns:a16="http://schemas.microsoft.com/office/drawing/2014/main" id="{13C30A54-69DB-4B07-BF91-5EC40AF0E7AC}"/>
              </a:ext>
            </a:extLst>
          </p:cNvPr>
          <p:cNvSpPr>
            <a:spLocks xmlns:a="http://schemas.openxmlformats.org/drawingml/2006/main" noGrp="1"/>
          </p:cNvSpPr>
          <p:nvPr/>
        </p:nvSpPr>
        <p:spPr>
          <a:xfrm xmlns:a="http://schemas.openxmlformats.org/drawingml/2006/main">
            <a:off x="837819" y="63863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4" name="dp41-comparison / n52 / text 1">
            <a:extLst xmlns:a="http://schemas.openxmlformats.org/drawingml/2006/main">
              <a:ext uri="{FF2B5EF4-FFF2-40B4-BE49-F238E27FC236}">
                <a16:creationId xmlns:a16="http://schemas.microsoft.com/office/drawing/2014/main" id="{1DD0220A-DC26-4668-9156-72A436CEE274}"/>
              </a:ext>
            </a:extLst>
          </p:cNvPr>
          <p:cNvSpPr>
            <a:spLocks xmlns:a="http://schemas.openxmlformats.org/drawingml/2006/main" noGrp="1"/>
          </p:cNvSpPr>
          <p:nvPr/>
        </p:nvSpPr>
        <p:spPr>
          <a:xfrm xmlns:a="http://schemas.openxmlformats.org/drawingml/2006/main">
            <a:off x="962025" y="635317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5" name="dp41-comparison / n53 / path">
            <a:extLst xmlns:a="http://schemas.openxmlformats.org/drawingml/2006/main">
              <a:ext uri="{FF2B5EF4-FFF2-40B4-BE49-F238E27FC236}">
                <a16:creationId xmlns:a16="http://schemas.microsoft.com/office/drawing/2014/main" id="{57982E80-E3E9-4995-9ACE-AD0C781ACC70}"/>
              </a:ext>
            </a:extLst>
          </p:cNvPr>
          <p:cNvSpPr>
            <a:spLocks xmlns:a="http://schemas.openxmlformats.org/drawingml/2006/main" noGrp="1"/>
          </p:cNvSpPr>
          <p:nvPr/>
        </p:nvSpPr>
        <p:spPr>
          <a:xfrm xmlns:a="http://schemas.openxmlformats.org/drawingml/2006/main">
            <a:off x="514350" y="661987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6" name="dp41-comparison / n53 / arrow">
            <a:extLst xmlns:a="http://schemas.openxmlformats.org/drawingml/2006/main">
              <a:ext uri="{FF2B5EF4-FFF2-40B4-BE49-F238E27FC236}">
                <a16:creationId xmlns:a16="http://schemas.microsoft.com/office/drawing/2014/main" id="{C856E782-C8C3-4C42-8ED1-84F4684DD8FF}"/>
              </a:ext>
            </a:extLst>
          </p:cNvPr>
          <p:cNvSpPr>
            <a:spLocks xmlns:a="http://schemas.openxmlformats.org/drawingml/2006/main" noGrp="1"/>
          </p:cNvSpPr>
          <p:nvPr/>
        </p:nvSpPr>
        <p:spPr>
          <a:xfrm xmlns:a="http://schemas.openxmlformats.org/drawingml/2006/main">
            <a:off x="837819" y="65863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7" name="dp41-comparison / n54 / text 1">
            <a:extLst xmlns:a="http://schemas.openxmlformats.org/drawingml/2006/main">
              <a:ext uri="{FF2B5EF4-FFF2-40B4-BE49-F238E27FC236}">
                <a16:creationId xmlns:a16="http://schemas.microsoft.com/office/drawing/2014/main" id="{D0F6F5B8-E774-49F2-ABB8-8A484E5EE89D}"/>
              </a:ext>
            </a:extLst>
          </p:cNvPr>
          <p:cNvSpPr>
            <a:spLocks xmlns:a="http://schemas.openxmlformats.org/drawingml/2006/main" noGrp="1"/>
          </p:cNvSpPr>
          <p:nvPr/>
        </p:nvSpPr>
        <p:spPr>
          <a:xfrm xmlns:a="http://schemas.openxmlformats.org/drawingml/2006/main">
            <a:off x="962025" y="655320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58" name="dp41-comparison / n55 / text 1">
            <a:extLst xmlns:a="http://schemas.openxmlformats.org/drawingml/2006/main">
              <a:ext uri="{FF2B5EF4-FFF2-40B4-BE49-F238E27FC236}">
                <a16:creationId xmlns:a16="http://schemas.microsoft.com/office/drawing/2014/main" id="{360F87C1-2F5A-47BC-9991-0BC7CDF8893D}"/>
              </a:ext>
            </a:extLst>
          </p:cNvPr>
          <p:cNvSpPr>
            <a:spLocks xmlns:a="http://schemas.openxmlformats.org/drawingml/2006/main" noGrp="1"/>
          </p:cNvSpPr>
          <p:nvPr/>
        </p:nvSpPr>
        <p:spPr>
          <a:xfrm xmlns:a="http://schemas.openxmlformats.org/drawingml/2006/main">
            <a:off x="514350" y="68103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59" name="dp41-comparison / n56">
            <a:extLst xmlns:a="http://schemas.openxmlformats.org/drawingml/2006/main">
              <a:ext uri="{FF2B5EF4-FFF2-40B4-BE49-F238E27FC236}">
                <a16:creationId xmlns:a16="http://schemas.microsoft.com/office/drawing/2014/main" id="{2DD24043-DCB2-4C2A-892E-69A017A1FBF0}"/>
              </a:ext>
            </a:extLst>
          </p:cNvPr>
          <p:cNvSpPr>
            <a:spLocks xmlns:a="http://schemas.openxmlformats.org/drawingml/2006/main" noGrp="1"/>
          </p:cNvSpPr>
          <p:nvPr/>
        </p:nvSpPr>
        <p:spPr>
          <a:xfrm xmlns:a="http://schemas.openxmlformats.org/drawingml/2006/main">
            <a:off x="504825" y="6981825"/>
            <a:ext cx="28575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0" name="dp41-comparison / n57 / text 1">
            <a:extLst xmlns:a="http://schemas.openxmlformats.org/drawingml/2006/main">
              <a:ext uri="{FF2B5EF4-FFF2-40B4-BE49-F238E27FC236}">
                <a16:creationId xmlns:a16="http://schemas.microsoft.com/office/drawing/2014/main" id="{CB48AE60-7F7A-427C-8B3F-AE80E853A33E}"/>
              </a:ext>
            </a:extLst>
          </p:cNvPr>
          <p:cNvSpPr>
            <a:spLocks xmlns:a="http://schemas.openxmlformats.org/drawingml/2006/main" noGrp="1"/>
          </p:cNvSpPr>
          <p:nvPr/>
        </p:nvSpPr>
        <p:spPr>
          <a:xfrm xmlns:a="http://schemas.openxmlformats.org/drawingml/2006/main">
            <a:off x="590550" y="700563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1" name="dp41-comparison / n58 / text 1">
            <a:extLst xmlns:a="http://schemas.openxmlformats.org/drawingml/2006/main">
              <a:ext uri="{FF2B5EF4-FFF2-40B4-BE49-F238E27FC236}">
                <a16:creationId xmlns:a16="http://schemas.microsoft.com/office/drawing/2014/main" id="{DABCFEB0-1C7A-4B43-82DF-EC77EA49BB53}"/>
              </a:ext>
            </a:extLst>
          </p:cNvPr>
          <p:cNvSpPr>
            <a:spLocks xmlns:a="http://schemas.openxmlformats.org/drawingml/2006/main" noGrp="1"/>
          </p:cNvSpPr>
          <p:nvPr/>
        </p:nvSpPr>
        <p:spPr>
          <a:xfrm xmlns:a="http://schemas.openxmlformats.org/drawingml/2006/main">
            <a:off x="847725" y="7010400"/>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62" name="dp41-comparison / n59">
            <a:extLst xmlns:a="http://schemas.openxmlformats.org/drawingml/2006/main">
              <a:ext uri="{FF2B5EF4-FFF2-40B4-BE49-F238E27FC236}">
                <a16:creationId xmlns:a16="http://schemas.microsoft.com/office/drawing/2014/main" id="{DBB8407B-C533-41C1-B110-AE1997520D77}"/>
              </a:ext>
            </a:extLst>
          </p:cNvPr>
          <p:cNvSpPr>
            <a:spLocks xmlns:a="http://schemas.openxmlformats.org/drawingml/2006/main" noGrp="1"/>
          </p:cNvSpPr>
          <p:nvPr/>
        </p:nvSpPr>
        <p:spPr>
          <a:xfrm xmlns:a="http://schemas.openxmlformats.org/drawingml/2006/main">
            <a:off x="504825" y="7229475"/>
            <a:ext cx="285750" cy="1714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63" name="dp41-comparison / n60 / text 1">
            <a:extLst xmlns:a="http://schemas.openxmlformats.org/drawingml/2006/main">
              <a:ext uri="{FF2B5EF4-FFF2-40B4-BE49-F238E27FC236}">
                <a16:creationId xmlns:a16="http://schemas.microsoft.com/office/drawing/2014/main" id="{58888448-107E-4294-9B6E-6AB4127FEF9A}"/>
              </a:ext>
            </a:extLst>
          </p:cNvPr>
          <p:cNvSpPr>
            <a:spLocks xmlns:a="http://schemas.openxmlformats.org/drawingml/2006/main" noGrp="1"/>
          </p:cNvSpPr>
          <p:nvPr/>
        </p:nvSpPr>
        <p:spPr>
          <a:xfrm xmlns:a="http://schemas.openxmlformats.org/drawingml/2006/main">
            <a:off x="590550" y="725328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4" name="dp41-comparison / n61 / text 1">
            <a:extLst xmlns:a="http://schemas.openxmlformats.org/drawingml/2006/main">
              <a:ext uri="{FF2B5EF4-FFF2-40B4-BE49-F238E27FC236}">
                <a16:creationId xmlns:a16="http://schemas.microsoft.com/office/drawing/2014/main" id="{D0BC1145-A89F-48CD-AEB2-2D8C8B33A0E2}"/>
              </a:ext>
            </a:extLst>
          </p:cNvPr>
          <p:cNvSpPr>
            <a:spLocks xmlns:a="http://schemas.openxmlformats.org/drawingml/2006/main" noGrp="1"/>
          </p:cNvSpPr>
          <p:nvPr/>
        </p:nvSpPr>
        <p:spPr>
          <a:xfrm xmlns:a="http://schemas.openxmlformats.org/drawingml/2006/main">
            <a:off x="847725" y="7258050"/>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65" name="dp41-comparison / n64">
            <a:extLst xmlns:a="http://schemas.openxmlformats.org/drawingml/2006/main">
              <a:ext uri="{FF2B5EF4-FFF2-40B4-BE49-F238E27FC236}">
                <a16:creationId xmlns:a16="http://schemas.microsoft.com/office/drawing/2014/main" id="{398148D7-1D9E-4B13-9C28-6AFB97CA0257}"/>
              </a:ext>
            </a:extLst>
          </p:cNvPr>
          <p:cNvSpPr>
            <a:spLocks xmlns:a="http://schemas.openxmlformats.org/drawingml/2006/main" noGrp="1"/>
          </p:cNvSpPr>
          <p:nvPr/>
        </p:nvSpPr>
        <p:spPr>
          <a:xfrm xmlns:a="http://schemas.openxmlformats.org/drawingml/2006/main">
            <a:off x="333375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6" name="dp41-comparison / n65 / text 1">
            <a:extLst xmlns:a="http://schemas.openxmlformats.org/drawingml/2006/main">
              <a:ext uri="{FF2B5EF4-FFF2-40B4-BE49-F238E27FC236}">
                <a16:creationId xmlns:a16="http://schemas.microsoft.com/office/drawing/2014/main" id="{F05F69BD-3132-4EB1-BE01-330ADDA61DCC}"/>
              </a:ext>
            </a:extLst>
          </p:cNvPr>
          <p:cNvSpPr>
            <a:spLocks xmlns:a="http://schemas.openxmlformats.org/drawingml/2006/main" noGrp="1"/>
          </p:cNvSpPr>
          <p:nvPr/>
        </p:nvSpPr>
        <p:spPr>
          <a:xfrm xmlns:a="http://schemas.openxmlformats.org/drawingml/2006/main">
            <a:off x="341947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67" name="dp41-comparison / n66">
            <a:extLst xmlns:a="http://schemas.openxmlformats.org/drawingml/2006/main">
              <a:ext uri="{FF2B5EF4-FFF2-40B4-BE49-F238E27FC236}">
                <a16:creationId xmlns:a16="http://schemas.microsoft.com/office/drawing/2014/main" id="{8403DD8A-6B15-4F5C-ACF5-3F58F3A8034B}"/>
              </a:ext>
            </a:extLst>
          </p:cNvPr>
          <p:cNvSpPr>
            <a:spLocks xmlns:a="http://schemas.openxmlformats.org/drawingml/2006/main" noGrp="1"/>
          </p:cNvSpPr>
          <p:nvPr/>
        </p:nvSpPr>
        <p:spPr>
          <a:xfrm xmlns:a="http://schemas.openxmlformats.org/drawingml/2006/main">
            <a:off x="604837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8" name="dp41-comparison / n67 / text 1">
            <a:extLst xmlns:a="http://schemas.openxmlformats.org/drawingml/2006/main">
              <a:ext uri="{FF2B5EF4-FFF2-40B4-BE49-F238E27FC236}">
                <a16:creationId xmlns:a16="http://schemas.microsoft.com/office/drawing/2014/main" id="{B7C16F67-B5A7-4434-A806-2E96E88CC8A3}"/>
              </a:ext>
            </a:extLst>
          </p:cNvPr>
          <p:cNvSpPr>
            <a:spLocks xmlns:a="http://schemas.openxmlformats.org/drawingml/2006/main" noGrp="1"/>
          </p:cNvSpPr>
          <p:nvPr/>
        </p:nvSpPr>
        <p:spPr>
          <a:xfrm xmlns:a="http://schemas.openxmlformats.org/drawingml/2006/main">
            <a:off x="613410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69" name="dp41-comparison / n68 / path">
            <a:extLst xmlns:a="http://schemas.openxmlformats.org/drawingml/2006/main">
              <a:ext uri="{FF2B5EF4-FFF2-40B4-BE49-F238E27FC236}">
                <a16:creationId xmlns:a16="http://schemas.microsoft.com/office/drawing/2014/main" id="{83881129-A851-45EC-AC86-E06386136CDD}"/>
              </a:ext>
            </a:extLst>
          </p:cNvPr>
          <p:cNvSpPr>
            <a:spLocks xmlns:a="http://schemas.openxmlformats.org/drawingml/2006/main" noGrp="1"/>
          </p:cNvSpPr>
          <p:nvPr/>
        </p:nvSpPr>
        <p:spPr>
          <a:xfrm xmlns:a="http://schemas.openxmlformats.org/drawingml/2006/main">
            <a:off x="300037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70" name="dp41-comparison / n68 / arrow">
            <a:extLst xmlns:a="http://schemas.openxmlformats.org/drawingml/2006/main">
              <a:ext uri="{FF2B5EF4-FFF2-40B4-BE49-F238E27FC236}">
                <a16:creationId xmlns:a16="http://schemas.microsoft.com/office/drawing/2014/main" id="{1798A36F-62EC-40C0-BBEF-8F2310BF3B33}"/>
              </a:ext>
            </a:extLst>
          </p:cNvPr>
          <p:cNvSpPr>
            <a:spLocks xmlns:a="http://schemas.openxmlformats.org/drawingml/2006/main" noGrp="1"/>
          </p:cNvSpPr>
          <p:nvPr/>
        </p:nvSpPr>
        <p:spPr>
          <a:xfrm xmlns:a="http://schemas.openxmlformats.org/drawingml/2006/main">
            <a:off x="326669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1" name="dp41-comparison / n69 / path">
            <a:extLst xmlns:a="http://schemas.openxmlformats.org/drawingml/2006/main">
              <a:ext uri="{FF2B5EF4-FFF2-40B4-BE49-F238E27FC236}">
                <a16:creationId xmlns:a16="http://schemas.microsoft.com/office/drawing/2014/main" id="{B983D490-2E7E-4278-9D6E-563C67B3E9B5}"/>
              </a:ext>
            </a:extLst>
          </p:cNvPr>
          <p:cNvSpPr>
            <a:spLocks xmlns:a="http://schemas.openxmlformats.org/drawingml/2006/main" noGrp="1"/>
          </p:cNvSpPr>
          <p:nvPr/>
        </p:nvSpPr>
        <p:spPr>
          <a:xfrm xmlns:a="http://schemas.openxmlformats.org/drawingml/2006/main">
            <a:off x="561975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72" name="dp41-comparison / n69 / arrow">
            <a:extLst xmlns:a="http://schemas.openxmlformats.org/drawingml/2006/main">
              <a:ext uri="{FF2B5EF4-FFF2-40B4-BE49-F238E27FC236}">
                <a16:creationId xmlns:a16="http://schemas.microsoft.com/office/drawing/2014/main" id="{29FAC116-FBAF-4560-9D6E-5C6D9A2558E8}"/>
              </a:ext>
            </a:extLst>
          </p:cNvPr>
          <p:cNvSpPr>
            <a:spLocks xmlns:a="http://schemas.openxmlformats.org/drawingml/2006/main" noGrp="1"/>
          </p:cNvSpPr>
          <p:nvPr/>
        </p:nvSpPr>
        <p:spPr>
          <a:xfrm xmlns:a="http://schemas.openxmlformats.org/drawingml/2006/main">
            <a:off x="598131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3" name="dp41-comparison / n70">
            <a:extLst xmlns:a="http://schemas.openxmlformats.org/drawingml/2006/main">
              <a:ext uri="{FF2B5EF4-FFF2-40B4-BE49-F238E27FC236}">
                <a16:creationId xmlns:a16="http://schemas.microsoft.com/office/drawing/2014/main" id="{483CE0E4-4203-4B23-B80D-F77DC4BC5F40}"/>
              </a:ext>
            </a:extLst>
          </p:cNvPr>
          <p:cNvSpPr>
            <a:spLocks xmlns:a="http://schemas.openxmlformats.org/drawingml/2006/main" noGrp="1"/>
          </p:cNvSpPr>
          <p:nvPr/>
        </p:nvSpPr>
        <p:spPr>
          <a:xfrm xmlns:a="http://schemas.openxmlformats.org/drawingml/2006/main">
            <a:off x="1476375" y="3257550"/>
            <a:ext cx="7953375"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4" name="dp41-comparison / n71 / text 1">
            <a:extLst xmlns:a="http://schemas.openxmlformats.org/drawingml/2006/main">
              <a:ext uri="{FF2B5EF4-FFF2-40B4-BE49-F238E27FC236}">
                <a16:creationId xmlns:a16="http://schemas.microsoft.com/office/drawing/2014/main" id="{7D8C1400-75A3-4813-AF44-81169823B0E4}"/>
              </a:ext>
            </a:extLst>
          </p:cNvPr>
          <p:cNvSpPr>
            <a:spLocks xmlns:a="http://schemas.openxmlformats.org/drawingml/2006/main" noGrp="1"/>
          </p:cNvSpPr>
          <p:nvPr/>
        </p:nvSpPr>
        <p:spPr>
          <a:xfrm xmlns:a="http://schemas.openxmlformats.org/drawingml/2006/main">
            <a:off x="1600200" y="335280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75" name="dp41-comparison / n74 / path">
            <a:extLst xmlns:a="http://schemas.openxmlformats.org/drawingml/2006/main">
              <a:ext uri="{FF2B5EF4-FFF2-40B4-BE49-F238E27FC236}">
                <a16:creationId xmlns:a16="http://schemas.microsoft.com/office/drawing/2014/main" id="{592C105D-00ED-40BB-9C6F-725896C88EE6}"/>
              </a:ext>
            </a:extLst>
          </p:cNvPr>
          <p:cNvSpPr>
            <a:spLocks xmlns:a="http://schemas.openxmlformats.org/drawingml/2006/main" noGrp="1"/>
          </p:cNvSpPr>
          <p:nvPr/>
        </p:nvSpPr>
        <p:spPr>
          <a:xfrm xmlns:a="http://schemas.openxmlformats.org/drawingml/2006/main">
            <a:off x="7239000" y="2743200"/>
            <a:ext cx="23813" cy="514350"/>
          </a:xfrm>
          <a:custGeom xmlns:a="http://schemas.openxmlformats.org/drawingml/2006/main">
            <a:pathLst>
              <a:path w="23813" h="514350">
                <a:moveTo>
                  <a:pt x="0" y="0"/>
                </a:moveTo>
                <a:lnTo>
                  <a:pt x="0" y="447675"/>
                </a:lnTo>
                <a:lnTo>
                  <a:pt x="23813" y="447675"/>
                </a:lnTo>
                <a:lnTo>
                  <a:pt x="23813" y="514350"/>
                </a:lnTo>
              </a:path>
            </a:pathLst>
          </a:custGeom>
          <a:noFill xmlns:a="http://schemas.openxmlformats.org/drawingml/2006/main"/>
          <a:ln xmlns:a="http://schemas.openxmlformats.org/drawingml/2006/main" w="10478">
            <a:solidFill>
              <a:srgbClr val="000000"/>
            </a:solidFill>
            <a:prstDash val="solid"/>
          </a:ln>
        </p:spPr>
      </p:sp>
      <p:sp>
        <p:nvSpPr>
          <p:cNvPr id="76" name="dp41-comparison / n74 / arrow">
            <a:extLst xmlns:a="http://schemas.openxmlformats.org/drawingml/2006/main">
              <a:ext uri="{FF2B5EF4-FFF2-40B4-BE49-F238E27FC236}">
                <a16:creationId xmlns:a16="http://schemas.microsoft.com/office/drawing/2014/main" id="{CD022EC0-8FC5-4922-AF41-CAA7BC728F6F}"/>
              </a:ext>
            </a:extLst>
          </p:cNvPr>
          <p:cNvSpPr>
            <a:spLocks xmlns:a="http://schemas.openxmlformats.org/drawingml/2006/main" noGrp="1"/>
          </p:cNvSpPr>
          <p:nvPr/>
        </p:nvSpPr>
        <p:spPr>
          <a:xfrm xmlns:a="http://schemas.openxmlformats.org/drawingml/2006/main">
            <a:off x="7229285" y="3190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77" name="dp41-comparison / n77">
            <a:extLst xmlns:a="http://schemas.openxmlformats.org/drawingml/2006/main">
              <a:ext uri="{FF2B5EF4-FFF2-40B4-BE49-F238E27FC236}">
                <a16:creationId xmlns:a16="http://schemas.microsoft.com/office/drawing/2014/main" id="{4875D293-4E24-454B-AE61-D535A803B9CB}"/>
              </a:ext>
            </a:extLst>
          </p:cNvPr>
          <p:cNvSpPr>
            <a:spLocks xmlns:a="http://schemas.openxmlformats.org/drawingml/2006/main" noGrp="1"/>
          </p:cNvSpPr>
          <p:nvPr/>
        </p:nvSpPr>
        <p:spPr>
          <a:xfrm xmlns:a="http://schemas.openxmlformats.org/drawingml/2006/main">
            <a:off x="1666875" y="2867025"/>
            <a:ext cx="2381250"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78" name="dp41-comparison / n78 / text 1">
            <a:extLst xmlns:a="http://schemas.openxmlformats.org/drawingml/2006/main">
              <a:ext uri="{FF2B5EF4-FFF2-40B4-BE49-F238E27FC236}">
                <a16:creationId xmlns:a16="http://schemas.microsoft.com/office/drawing/2014/main" id="{29E513C5-F71C-45C9-9188-B6D2E6828A42}"/>
              </a:ext>
            </a:extLst>
          </p:cNvPr>
          <p:cNvSpPr>
            <a:spLocks xmlns:a="http://schemas.openxmlformats.org/drawingml/2006/main" noGrp="1"/>
          </p:cNvSpPr>
          <p:nvPr/>
        </p:nvSpPr>
        <p:spPr>
          <a:xfrm xmlns:a="http://schemas.openxmlformats.org/drawingml/2006/main">
            <a:off x="1752600" y="2895600"/>
            <a:ext cx="2209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79" name="dp41-comparison / n81">
            <a:extLst xmlns:a="http://schemas.openxmlformats.org/drawingml/2006/main">
              <a:ext uri="{FF2B5EF4-FFF2-40B4-BE49-F238E27FC236}">
                <a16:creationId xmlns:a16="http://schemas.microsoft.com/office/drawing/2014/main" id="{59A444FC-0CE5-4A83-B0D0-8DB39E3B946F}"/>
              </a:ext>
            </a:extLst>
          </p:cNvPr>
          <p:cNvSpPr>
            <a:spLocks xmlns:a="http://schemas.openxmlformats.org/drawingml/2006/main" noGrp="1"/>
          </p:cNvSpPr>
          <p:nvPr/>
        </p:nvSpPr>
        <p:spPr>
          <a:xfrm xmlns:a="http://schemas.openxmlformats.org/drawingml/2006/main">
            <a:off x="1666875" y="3667125"/>
            <a:ext cx="2333625" cy="342900"/>
          </a:xfrm>
          <a:prstGeom xmlns:a="http://schemas.openxmlformats.org/drawingml/2006/main" prst="roundRect">
            <a:avLst>
              <a:gd name="adj" fmla="val 22222"/>
            </a:avLst>
          </a:prstGeom>
          <a:solidFill xmlns:a="http://schemas.openxmlformats.org/drawingml/2006/main">
            <a:srgbClr val="FFF0DD"/>
          </a:solidFill>
          <a:ln xmlns:a="http://schemas.openxmlformats.org/drawingml/2006/main" w="17145">
            <a:solidFill>
              <a:srgbClr val="B8753F"/>
            </a:solidFill>
            <a:prstDash val="solid"/>
          </a:ln>
        </p:spPr>
      </p:sp>
      <p:sp>
        <p:nvSpPr>
          <p:cNvPr id="80" name="dp41-comparison / n82 / text 1">
            <a:extLst xmlns:a="http://schemas.openxmlformats.org/drawingml/2006/main">
              <a:ext uri="{FF2B5EF4-FFF2-40B4-BE49-F238E27FC236}">
                <a16:creationId xmlns:a16="http://schemas.microsoft.com/office/drawing/2014/main" id="{08C8FF5C-2BC5-41BA-8D80-E5A4A23EED87}"/>
              </a:ext>
            </a:extLst>
          </p:cNvPr>
          <p:cNvSpPr>
            <a:spLocks xmlns:a="http://schemas.openxmlformats.org/drawingml/2006/main" noGrp="1"/>
          </p:cNvSpPr>
          <p:nvPr/>
        </p:nvSpPr>
        <p:spPr>
          <a:xfrm xmlns:a="http://schemas.openxmlformats.org/drawingml/2006/main">
            <a:off x="1752600" y="3727133"/>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모델 주도 해석 제어기</a:t>
            </a:r>
          </a:p>
        </p:txBody>
      </p:sp>
      <p:sp>
        <p:nvSpPr>
          <p:cNvPr id="81" name="dp41-comparison / n83">
            <a:extLst xmlns:a="http://schemas.openxmlformats.org/drawingml/2006/main">
              <a:ext uri="{FF2B5EF4-FFF2-40B4-BE49-F238E27FC236}">
                <a16:creationId xmlns:a16="http://schemas.microsoft.com/office/drawing/2014/main" id="{A62C0905-B07C-4CA1-BE7A-ECDFD8CE95AA}"/>
              </a:ext>
            </a:extLst>
          </p:cNvPr>
          <p:cNvSpPr>
            <a:spLocks xmlns:a="http://schemas.openxmlformats.org/drawingml/2006/main" noGrp="1"/>
          </p:cNvSpPr>
          <p:nvPr/>
        </p:nvSpPr>
        <p:spPr>
          <a:xfrm xmlns:a="http://schemas.openxmlformats.org/drawingml/2006/main">
            <a:off x="7620000" y="3667125"/>
            <a:ext cx="1619250" cy="3429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000000"/>
            </a:solidFill>
            <a:prstDash val="solid"/>
          </a:ln>
        </p:spPr>
      </p:sp>
      <p:sp>
        <p:nvSpPr>
          <p:cNvPr id="82" name="dp41-comparison / n84 / text 1">
            <a:extLst xmlns:a="http://schemas.openxmlformats.org/drawingml/2006/main">
              <a:ext uri="{FF2B5EF4-FFF2-40B4-BE49-F238E27FC236}">
                <a16:creationId xmlns:a16="http://schemas.microsoft.com/office/drawing/2014/main" id="{F52B7BF3-0B85-4D34-B7EE-9E1CE81FC2D9}"/>
              </a:ext>
            </a:extLst>
          </p:cNvPr>
          <p:cNvSpPr>
            <a:spLocks xmlns:a="http://schemas.openxmlformats.org/drawingml/2006/main" noGrp="1"/>
          </p:cNvSpPr>
          <p:nvPr/>
        </p:nvSpPr>
        <p:spPr>
          <a:xfrm xmlns:a="http://schemas.openxmlformats.org/drawingml/2006/main">
            <a:off x="7705725" y="37457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읽기 도구 실행기</a:t>
            </a:r>
          </a:p>
        </p:txBody>
      </p:sp>
      <p:sp>
        <p:nvSpPr>
          <p:cNvPr id="83" name="dp41-comparison / n85">
            <a:extLst xmlns:a="http://schemas.openxmlformats.org/drawingml/2006/main">
              <a:ext uri="{FF2B5EF4-FFF2-40B4-BE49-F238E27FC236}">
                <a16:creationId xmlns:a16="http://schemas.microsoft.com/office/drawing/2014/main" id="{166F3F74-0BAC-4F8E-8A4D-69BE5CB1EACD}"/>
              </a:ext>
            </a:extLst>
          </p:cNvPr>
          <p:cNvSpPr>
            <a:spLocks xmlns:a="http://schemas.openxmlformats.org/drawingml/2006/main" noGrp="1"/>
          </p:cNvSpPr>
          <p:nvPr/>
        </p:nvSpPr>
        <p:spPr>
          <a:xfrm xmlns:a="http://schemas.openxmlformats.org/drawingml/2006/main">
            <a:off x="7334250" y="5429250"/>
            <a:ext cx="1905000"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84" name="dp41-comparison / n86 / text 1">
            <a:extLst xmlns:a="http://schemas.openxmlformats.org/drawingml/2006/main">
              <a:ext uri="{FF2B5EF4-FFF2-40B4-BE49-F238E27FC236}">
                <a16:creationId xmlns:a16="http://schemas.microsoft.com/office/drawing/2014/main" id="{8734831C-B9E4-415C-8DE8-FEEF19C0B25C}"/>
              </a:ext>
            </a:extLst>
          </p:cNvPr>
          <p:cNvSpPr>
            <a:spLocks xmlns:a="http://schemas.openxmlformats.org/drawingml/2006/main" noGrp="1"/>
          </p:cNvSpPr>
          <p:nvPr/>
        </p:nvSpPr>
        <p:spPr>
          <a:xfrm xmlns:a="http://schemas.openxmlformats.org/drawingml/2006/main">
            <a:off x="7419975" y="5476399"/>
            <a:ext cx="17335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의미 제안 검증기</a:t>
            </a:r>
          </a:p>
        </p:txBody>
      </p:sp>
      <p:sp>
        <p:nvSpPr>
          <p:cNvPr id="85" name="dp41-comparison / n87 / path">
            <a:extLst xmlns:a="http://schemas.openxmlformats.org/drawingml/2006/main">
              <a:ext uri="{FF2B5EF4-FFF2-40B4-BE49-F238E27FC236}">
                <a16:creationId xmlns:a16="http://schemas.microsoft.com/office/drawing/2014/main" id="{D30ADB8B-F026-4576-A6B8-2892A24BA2A2}"/>
              </a:ext>
            </a:extLst>
          </p:cNvPr>
          <p:cNvSpPr>
            <a:spLocks xmlns:a="http://schemas.openxmlformats.org/drawingml/2006/main" noGrp="1"/>
          </p:cNvSpPr>
          <p:nvPr/>
        </p:nvSpPr>
        <p:spPr>
          <a:xfrm xmlns:a="http://schemas.openxmlformats.org/drawingml/2006/main">
            <a:off x="4000500" y="3762375"/>
            <a:ext cx="3619500" cy="953"/>
          </a:xfrm>
          <a:custGeom xmlns:a="http://schemas.openxmlformats.org/drawingml/2006/main">
            <a:pathLst>
              <a:path w="3619500" h="953">
                <a:moveTo>
                  <a:pt x="0" y="0"/>
                </a:moveTo>
                <a:lnTo>
                  <a:pt x="3619500" y="0"/>
                </a:lnTo>
              </a:path>
            </a:pathLst>
          </a:custGeom>
          <a:noFill xmlns:a="http://schemas.openxmlformats.org/drawingml/2006/main"/>
          <a:ln xmlns:a="http://schemas.openxmlformats.org/drawingml/2006/main" w="10478">
            <a:solidFill>
              <a:srgbClr val="000000"/>
            </a:solidFill>
            <a:prstDash val="solid"/>
          </a:ln>
        </p:spPr>
      </p:sp>
      <p:sp>
        <p:nvSpPr>
          <p:cNvPr id="86" name="dp41-comparison / n87 / arrow">
            <a:extLst xmlns:a="http://schemas.openxmlformats.org/drawingml/2006/main">
              <a:ext uri="{FF2B5EF4-FFF2-40B4-BE49-F238E27FC236}">
                <a16:creationId xmlns:a16="http://schemas.microsoft.com/office/drawing/2014/main" id="{1C873090-21C7-4BFA-959C-6EDCEE1E42A0}"/>
              </a:ext>
            </a:extLst>
          </p:cNvPr>
          <p:cNvSpPr>
            <a:spLocks xmlns:a="http://schemas.openxmlformats.org/drawingml/2006/main" noGrp="1"/>
          </p:cNvSpPr>
          <p:nvPr/>
        </p:nvSpPr>
        <p:spPr>
          <a:xfrm xmlns:a="http://schemas.openxmlformats.org/drawingml/2006/main">
            <a:off x="7552944"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87" name="dp41-comparison / n90 / path">
            <a:extLst xmlns:a="http://schemas.openxmlformats.org/drawingml/2006/main">
              <a:ext uri="{FF2B5EF4-FFF2-40B4-BE49-F238E27FC236}">
                <a16:creationId xmlns:a16="http://schemas.microsoft.com/office/drawing/2014/main" id="{ED300909-F7A2-4252-B007-CF8A6AFFE7AE}"/>
              </a:ext>
            </a:extLst>
          </p:cNvPr>
          <p:cNvSpPr>
            <a:spLocks xmlns:a="http://schemas.openxmlformats.org/drawingml/2006/main" noGrp="1"/>
          </p:cNvSpPr>
          <p:nvPr/>
        </p:nvSpPr>
        <p:spPr>
          <a:xfrm xmlns:a="http://schemas.openxmlformats.org/drawingml/2006/main">
            <a:off x="2833688" y="4010025"/>
            <a:ext cx="5595938" cy="66675"/>
          </a:xfrm>
          <a:custGeom xmlns:a="http://schemas.openxmlformats.org/drawingml/2006/main">
            <a:pathLst>
              <a:path w="5595938" h="66675">
                <a:moveTo>
                  <a:pt x="5595938" y="0"/>
                </a:moveTo>
                <a:lnTo>
                  <a:pt x="5595938" y="66675"/>
                </a:lnTo>
                <a:lnTo>
                  <a:pt x="0" y="66675"/>
                </a:lnTo>
                <a:lnTo>
                  <a:pt x="0" y="0"/>
                </a:lnTo>
              </a:path>
            </a:pathLst>
          </a:custGeom>
          <a:noFill xmlns:a="http://schemas.openxmlformats.org/drawingml/2006/main"/>
          <a:ln xmlns:a="http://schemas.openxmlformats.org/drawingml/2006/main" w="10478">
            <a:solidFill>
              <a:srgbClr val="000000"/>
            </a:solidFill>
            <a:prstDash val="dash"/>
          </a:ln>
        </p:spPr>
      </p:sp>
      <p:sp>
        <p:nvSpPr>
          <p:cNvPr id="88" name="dp41-comparison / n90 / arrow">
            <a:extLst xmlns:a="http://schemas.openxmlformats.org/drawingml/2006/main">
              <a:ext uri="{FF2B5EF4-FFF2-40B4-BE49-F238E27FC236}">
                <a16:creationId xmlns:a16="http://schemas.microsoft.com/office/drawing/2014/main" id="{3A648A64-13A0-4740-A12B-E9DBEA9BD124}"/>
              </a:ext>
            </a:extLst>
          </p:cNvPr>
          <p:cNvSpPr>
            <a:spLocks xmlns:a="http://schemas.openxmlformats.org/drawingml/2006/main" noGrp="1"/>
          </p:cNvSpPr>
          <p:nvPr/>
        </p:nvSpPr>
        <p:spPr>
          <a:xfrm xmlns:a="http://schemas.openxmlformats.org/drawingml/2006/main">
            <a:off x="2800160" y="40100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89" name="dp41-comparison / n95 / path">
            <a:extLst xmlns:a="http://schemas.openxmlformats.org/drawingml/2006/main">
              <a:ext uri="{FF2B5EF4-FFF2-40B4-BE49-F238E27FC236}">
                <a16:creationId xmlns:a16="http://schemas.microsoft.com/office/drawing/2014/main" id="{3A6E18FF-A3D1-4433-A60B-5E1CEFB70745}"/>
              </a:ext>
            </a:extLst>
          </p:cNvPr>
          <p:cNvSpPr>
            <a:spLocks xmlns:a="http://schemas.openxmlformats.org/drawingml/2006/main" noGrp="1"/>
          </p:cNvSpPr>
          <p:nvPr/>
        </p:nvSpPr>
        <p:spPr>
          <a:xfrm xmlns:a="http://schemas.openxmlformats.org/drawingml/2006/main">
            <a:off x="1571625" y="3838575"/>
            <a:ext cx="5762625" cy="1952625"/>
          </a:xfrm>
          <a:custGeom xmlns:a="http://schemas.openxmlformats.org/drawingml/2006/main">
            <a:pathLst>
              <a:path w="5762625" h="1952625">
                <a:moveTo>
                  <a:pt x="95250" y="0"/>
                </a:moveTo>
                <a:lnTo>
                  <a:pt x="0" y="0"/>
                </a:lnTo>
                <a:lnTo>
                  <a:pt x="0" y="1952625"/>
                </a:lnTo>
                <a:lnTo>
                  <a:pt x="5667375" y="1952625"/>
                </a:lnTo>
                <a:lnTo>
                  <a:pt x="5667375" y="1743075"/>
                </a:lnTo>
                <a:lnTo>
                  <a:pt x="5762625" y="1743075"/>
                </a:lnTo>
              </a:path>
            </a:pathLst>
          </a:custGeom>
          <a:noFill xmlns:a="http://schemas.openxmlformats.org/drawingml/2006/main"/>
          <a:ln xmlns:a="http://schemas.openxmlformats.org/drawingml/2006/main" w="10478">
            <a:solidFill>
              <a:srgbClr val="000000"/>
            </a:solidFill>
            <a:prstDash val="solid"/>
          </a:ln>
        </p:spPr>
      </p:sp>
      <p:sp>
        <p:nvSpPr>
          <p:cNvPr id="90" name="dp41-comparison / n95 / arrow">
            <a:extLst xmlns:a="http://schemas.openxmlformats.org/drawingml/2006/main">
              <a:ext uri="{FF2B5EF4-FFF2-40B4-BE49-F238E27FC236}">
                <a16:creationId xmlns:a16="http://schemas.microsoft.com/office/drawing/2014/main" id="{26DEF080-62C3-4497-A9D2-9EF37BC18483}"/>
              </a:ext>
            </a:extLst>
          </p:cNvPr>
          <p:cNvSpPr>
            <a:spLocks xmlns:a="http://schemas.openxmlformats.org/drawingml/2006/main" noGrp="1"/>
          </p:cNvSpPr>
          <p:nvPr/>
        </p:nvSpPr>
        <p:spPr>
          <a:xfrm xmlns:a="http://schemas.openxmlformats.org/drawingml/2006/main">
            <a:off x="7267194" y="55481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91" name="dp41-comparison / n104">
            <a:extLst xmlns:a="http://schemas.openxmlformats.org/drawingml/2006/main">
              <a:ext uri="{FF2B5EF4-FFF2-40B4-BE49-F238E27FC236}">
                <a16:creationId xmlns:a16="http://schemas.microsoft.com/office/drawing/2014/main" id="{C2DA84B4-C74A-4CC4-BBB0-217EA3073A3E}"/>
              </a:ext>
            </a:extLst>
          </p:cNvPr>
          <p:cNvSpPr>
            <a:spLocks xmlns:a="http://schemas.openxmlformats.org/drawingml/2006/main" noGrp="1"/>
          </p:cNvSpPr>
          <p:nvPr/>
        </p:nvSpPr>
        <p:spPr>
          <a:xfrm xmlns:a="http://schemas.openxmlformats.org/drawingml/2006/main">
            <a:off x="4362450" y="601980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2" name="dp41-comparison / n105 / text 1">
            <a:extLst xmlns:a="http://schemas.openxmlformats.org/drawingml/2006/main">
              <a:ext uri="{FF2B5EF4-FFF2-40B4-BE49-F238E27FC236}">
                <a16:creationId xmlns:a16="http://schemas.microsoft.com/office/drawing/2014/main" id="{CEA60C1A-F137-48BB-8DAE-93AFE65B5965}"/>
              </a:ext>
            </a:extLst>
          </p:cNvPr>
          <p:cNvSpPr>
            <a:spLocks xmlns:a="http://schemas.openxmlformats.org/drawingml/2006/main" noGrp="1"/>
          </p:cNvSpPr>
          <p:nvPr/>
        </p:nvSpPr>
        <p:spPr>
          <a:xfrm xmlns:a="http://schemas.openxmlformats.org/drawingml/2006/main">
            <a:off x="4448175" y="604313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93" name="dp41-comparison / n106 / path">
            <a:extLst xmlns:a="http://schemas.openxmlformats.org/drawingml/2006/main">
              <a:ext uri="{FF2B5EF4-FFF2-40B4-BE49-F238E27FC236}">
                <a16:creationId xmlns:a16="http://schemas.microsoft.com/office/drawing/2014/main" id="{C2C3FEBF-3224-4115-B0D3-4848B85D2745}"/>
              </a:ext>
            </a:extLst>
          </p:cNvPr>
          <p:cNvSpPr>
            <a:spLocks xmlns:a="http://schemas.openxmlformats.org/drawingml/2006/main" noGrp="1"/>
          </p:cNvSpPr>
          <p:nvPr/>
        </p:nvSpPr>
        <p:spPr>
          <a:xfrm xmlns:a="http://schemas.openxmlformats.org/drawingml/2006/main">
            <a:off x="5457825" y="3771900"/>
            <a:ext cx="4010025" cy="2247900"/>
          </a:xfrm>
          <a:custGeom xmlns:a="http://schemas.openxmlformats.org/drawingml/2006/main">
            <a:pathLst>
              <a:path w="4010025" h="2247900">
                <a:moveTo>
                  <a:pt x="3781425" y="0"/>
                </a:moveTo>
                <a:lnTo>
                  <a:pt x="4010025" y="0"/>
                </a:lnTo>
                <a:lnTo>
                  <a:pt x="4010025" y="2105025"/>
                </a:lnTo>
                <a:lnTo>
                  <a:pt x="0" y="2105025"/>
                </a:lnTo>
                <a:lnTo>
                  <a:pt x="0" y="2247900"/>
                </a:lnTo>
              </a:path>
            </a:pathLst>
          </a:custGeom>
          <a:noFill xmlns:a="http://schemas.openxmlformats.org/drawingml/2006/main"/>
          <a:ln xmlns:a="http://schemas.openxmlformats.org/drawingml/2006/main" w="10478">
            <a:solidFill>
              <a:srgbClr val="000000"/>
            </a:solidFill>
            <a:prstDash val="solid"/>
          </a:ln>
        </p:spPr>
      </p:sp>
      <p:sp>
        <p:nvSpPr>
          <p:cNvPr id="94" name="dp41-comparison / n106 / arrow">
            <a:extLst xmlns:a="http://schemas.openxmlformats.org/drawingml/2006/main">
              <a:ext uri="{FF2B5EF4-FFF2-40B4-BE49-F238E27FC236}">
                <a16:creationId xmlns:a16="http://schemas.microsoft.com/office/drawing/2014/main" id="{0ACDE6C0-1363-4AC8-A9D6-CC4AB203A3CD}"/>
              </a:ext>
            </a:extLst>
          </p:cNvPr>
          <p:cNvSpPr>
            <a:spLocks xmlns:a="http://schemas.openxmlformats.org/drawingml/2006/main" noGrp="1"/>
          </p:cNvSpPr>
          <p:nvPr/>
        </p:nvSpPr>
        <p:spPr>
          <a:xfrm xmlns:a="http://schemas.openxmlformats.org/drawingml/2006/main">
            <a:off x="5424297"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5" name="dp41-comparison / n107 / path">
            <a:extLst xmlns:a="http://schemas.openxmlformats.org/drawingml/2006/main">
              <a:ext uri="{FF2B5EF4-FFF2-40B4-BE49-F238E27FC236}">
                <a16:creationId xmlns:a16="http://schemas.microsoft.com/office/drawing/2014/main" id="{85B22561-42DC-4299-A252-8D3E8E31964D}"/>
              </a:ext>
            </a:extLst>
          </p:cNvPr>
          <p:cNvSpPr>
            <a:spLocks xmlns:a="http://schemas.openxmlformats.org/drawingml/2006/main" noGrp="1"/>
          </p:cNvSpPr>
          <p:nvPr/>
        </p:nvSpPr>
        <p:spPr>
          <a:xfrm xmlns:a="http://schemas.openxmlformats.org/drawingml/2006/main">
            <a:off x="5543550" y="3914775"/>
            <a:ext cx="3848100" cy="2105025"/>
          </a:xfrm>
          <a:custGeom xmlns:a="http://schemas.openxmlformats.org/drawingml/2006/main">
            <a:pathLst>
              <a:path w="3848100" h="2105025">
                <a:moveTo>
                  <a:pt x="0" y="2105025"/>
                </a:moveTo>
                <a:lnTo>
                  <a:pt x="0" y="2000250"/>
                </a:lnTo>
                <a:lnTo>
                  <a:pt x="3848100" y="2000250"/>
                </a:lnTo>
                <a:lnTo>
                  <a:pt x="3848100" y="0"/>
                </a:lnTo>
                <a:lnTo>
                  <a:pt x="3695700" y="0"/>
                </a:lnTo>
              </a:path>
            </a:pathLst>
          </a:custGeom>
          <a:noFill xmlns:a="http://schemas.openxmlformats.org/drawingml/2006/main"/>
          <a:ln xmlns:a="http://schemas.openxmlformats.org/drawingml/2006/main" w="10478">
            <a:solidFill>
              <a:srgbClr val="000000"/>
            </a:solidFill>
            <a:prstDash val="dash"/>
          </a:ln>
        </p:spPr>
      </p:sp>
      <p:sp>
        <p:nvSpPr>
          <p:cNvPr id="96" name="dp41-comparison / n107 / arrow">
            <a:extLst xmlns:a="http://schemas.openxmlformats.org/drawingml/2006/main">
              <a:ext uri="{FF2B5EF4-FFF2-40B4-BE49-F238E27FC236}">
                <a16:creationId xmlns:a16="http://schemas.microsoft.com/office/drawing/2014/main" id="{08F5D6A3-B612-438E-B5D7-3F95B646AAA7}"/>
              </a:ext>
            </a:extLst>
          </p:cNvPr>
          <p:cNvSpPr>
            <a:spLocks xmlns:a="http://schemas.openxmlformats.org/drawingml/2006/main" noGrp="1"/>
          </p:cNvSpPr>
          <p:nvPr/>
        </p:nvSpPr>
        <p:spPr>
          <a:xfrm xmlns:a="http://schemas.openxmlformats.org/drawingml/2006/main">
            <a:off x="9239250" y="3881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97" name="dp41-comparison / n108">
            <a:extLst xmlns:a="http://schemas.openxmlformats.org/drawingml/2006/main">
              <a:ext uri="{FF2B5EF4-FFF2-40B4-BE49-F238E27FC236}">
                <a16:creationId xmlns:a16="http://schemas.microsoft.com/office/drawing/2014/main" id="{CBD0DE3C-66A3-410D-A8C1-BC0AF674B398}"/>
              </a:ext>
            </a:extLst>
          </p:cNvPr>
          <p:cNvSpPr>
            <a:spLocks xmlns:a="http://schemas.openxmlformats.org/drawingml/2006/main" noGrp="1"/>
          </p:cNvSpPr>
          <p:nvPr/>
        </p:nvSpPr>
        <p:spPr>
          <a:xfrm xmlns:a="http://schemas.openxmlformats.org/drawingml/2006/main">
            <a:off x="7096125" y="601980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8" name="dp41-comparison / n109 / text 1">
            <a:extLst xmlns:a="http://schemas.openxmlformats.org/drawingml/2006/main">
              <a:ext uri="{FF2B5EF4-FFF2-40B4-BE49-F238E27FC236}">
                <a16:creationId xmlns:a16="http://schemas.microsoft.com/office/drawing/2014/main" id="{475A85E1-9D8C-4818-B4E5-A6D887EA3C9F}"/>
              </a:ext>
            </a:extLst>
          </p:cNvPr>
          <p:cNvSpPr>
            <a:spLocks xmlns:a="http://schemas.openxmlformats.org/drawingml/2006/main" noGrp="1"/>
          </p:cNvSpPr>
          <p:nvPr/>
        </p:nvSpPr>
        <p:spPr>
          <a:xfrm xmlns:a="http://schemas.openxmlformats.org/drawingml/2006/main">
            <a:off x="7181850" y="604313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99" name="dp41-comparison / n110 / path">
            <a:extLst xmlns:a="http://schemas.openxmlformats.org/drawingml/2006/main">
              <a:ext uri="{FF2B5EF4-FFF2-40B4-BE49-F238E27FC236}">
                <a16:creationId xmlns:a16="http://schemas.microsoft.com/office/drawing/2014/main" id="{7EC329EC-51F9-4941-8B0F-C1DFACA36804}"/>
              </a:ext>
            </a:extLst>
          </p:cNvPr>
          <p:cNvSpPr>
            <a:spLocks xmlns:a="http://schemas.openxmlformats.org/drawingml/2006/main" noGrp="1"/>
          </p:cNvSpPr>
          <p:nvPr/>
        </p:nvSpPr>
        <p:spPr>
          <a:xfrm xmlns:a="http://schemas.openxmlformats.org/drawingml/2006/main">
            <a:off x="8191500" y="3771900"/>
            <a:ext cx="1276350" cy="2247900"/>
          </a:xfrm>
          <a:custGeom xmlns:a="http://schemas.openxmlformats.org/drawingml/2006/main">
            <a:pathLst>
              <a:path w="1276350" h="2247900">
                <a:moveTo>
                  <a:pt x="1047750" y="0"/>
                </a:moveTo>
                <a:lnTo>
                  <a:pt x="1276350" y="0"/>
                </a:lnTo>
                <a:lnTo>
                  <a:pt x="1276350" y="2152650"/>
                </a:lnTo>
                <a:lnTo>
                  <a:pt x="0" y="2152650"/>
                </a:lnTo>
                <a:lnTo>
                  <a:pt x="0" y="2247900"/>
                </a:lnTo>
              </a:path>
            </a:pathLst>
          </a:custGeom>
          <a:noFill xmlns:a="http://schemas.openxmlformats.org/drawingml/2006/main"/>
          <a:ln xmlns:a="http://schemas.openxmlformats.org/drawingml/2006/main" w="10478">
            <a:solidFill>
              <a:srgbClr val="000000"/>
            </a:solidFill>
            <a:prstDash val="solid"/>
          </a:ln>
        </p:spPr>
      </p:sp>
      <p:sp>
        <p:nvSpPr>
          <p:cNvPr id="100" name="dp41-comparison / n110 / arrow">
            <a:extLst xmlns:a="http://schemas.openxmlformats.org/drawingml/2006/main">
              <a:ext uri="{FF2B5EF4-FFF2-40B4-BE49-F238E27FC236}">
                <a16:creationId xmlns:a16="http://schemas.microsoft.com/office/drawing/2014/main" id="{946CC04C-FBAF-4D3C-9ACC-D4E5021AC8DB}"/>
              </a:ext>
            </a:extLst>
          </p:cNvPr>
          <p:cNvSpPr>
            <a:spLocks xmlns:a="http://schemas.openxmlformats.org/drawingml/2006/main" noGrp="1"/>
          </p:cNvSpPr>
          <p:nvPr/>
        </p:nvSpPr>
        <p:spPr>
          <a:xfrm xmlns:a="http://schemas.openxmlformats.org/drawingml/2006/main">
            <a:off x="8157972"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1-comparison / n111 / path">
            <a:extLst xmlns:a="http://schemas.openxmlformats.org/drawingml/2006/main">
              <a:ext uri="{FF2B5EF4-FFF2-40B4-BE49-F238E27FC236}">
                <a16:creationId xmlns:a16="http://schemas.microsoft.com/office/drawing/2014/main" id="{9F3EF2D8-5F76-4625-A2C6-7A2B56661B17}"/>
              </a:ext>
            </a:extLst>
          </p:cNvPr>
          <p:cNvSpPr>
            <a:spLocks xmlns:a="http://schemas.openxmlformats.org/drawingml/2006/main" noGrp="1"/>
          </p:cNvSpPr>
          <p:nvPr/>
        </p:nvSpPr>
        <p:spPr>
          <a:xfrm xmlns:a="http://schemas.openxmlformats.org/drawingml/2006/main">
            <a:off x="8277225" y="3914775"/>
            <a:ext cx="1114425" cy="2105025"/>
          </a:xfrm>
          <a:custGeom xmlns:a="http://schemas.openxmlformats.org/drawingml/2006/main">
            <a:pathLst>
              <a:path w="1114425" h="2105025">
                <a:moveTo>
                  <a:pt x="0" y="2105025"/>
                </a:moveTo>
                <a:lnTo>
                  <a:pt x="0" y="2047875"/>
                </a:lnTo>
                <a:lnTo>
                  <a:pt x="1114425" y="2047875"/>
                </a:lnTo>
                <a:lnTo>
                  <a:pt x="1114425" y="0"/>
                </a:lnTo>
                <a:lnTo>
                  <a:pt x="962025" y="0"/>
                </a:lnTo>
              </a:path>
            </a:pathLst>
          </a:custGeom>
          <a:noFill xmlns:a="http://schemas.openxmlformats.org/drawingml/2006/main"/>
          <a:ln xmlns:a="http://schemas.openxmlformats.org/drawingml/2006/main" w="10478">
            <a:solidFill>
              <a:srgbClr val="000000"/>
            </a:solidFill>
            <a:prstDash val="dash"/>
          </a:ln>
        </p:spPr>
      </p:sp>
      <p:sp>
        <p:nvSpPr>
          <p:cNvPr id="102" name="dp41-comparison / n111 / arrow">
            <a:extLst xmlns:a="http://schemas.openxmlformats.org/drawingml/2006/main">
              <a:ext uri="{FF2B5EF4-FFF2-40B4-BE49-F238E27FC236}">
                <a16:creationId xmlns:a16="http://schemas.microsoft.com/office/drawing/2014/main" id="{B36ADEAA-53F1-4E1F-8575-D2F87EC153B0}"/>
              </a:ext>
            </a:extLst>
          </p:cNvPr>
          <p:cNvSpPr>
            <a:spLocks xmlns:a="http://schemas.openxmlformats.org/drawingml/2006/main" noGrp="1"/>
          </p:cNvSpPr>
          <p:nvPr/>
        </p:nvSpPr>
        <p:spPr>
          <a:xfrm xmlns:a="http://schemas.openxmlformats.org/drawingml/2006/main">
            <a:off x="9239250" y="3881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3" name="dp41-comparison / n114 / path">
            <a:extLst xmlns:a="http://schemas.openxmlformats.org/drawingml/2006/main">
              <a:ext uri="{FF2B5EF4-FFF2-40B4-BE49-F238E27FC236}">
                <a16:creationId xmlns:a16="http://schemas.microsoft.com/office/drawing/2014/main" id="{354C2C7B-BC5F-44CC-B883-0687DE1692DE}"/>
              </a:ext>
            </a:extLst>
          </p:cNvPr>
          <p:cNvSpPr>
            <a:spLocks xmlns:a="http://schemas.openxmlformats.org/drawingml/2006/main" noGrp="1"/>
          </p:cNvSpPr>
          <p:nvPr/>
        </p:nvSpPr>
        <p:spPr>
          <a:xfrm xmlns:a="http://schemas.openxmlformats.org/drawingml/2006/main">
            <a:off x="1524000" y="3019425"/>
            <a:ext cx="142875" cy="819150"/>
          </a:xfrm>
          <a:custGeom xmlns:a="http://schemas.openxmlformats.org/drawingml/2006/main">
            <a:pathLst>
              <a:path w="142875" h="819150">
                <a:moveTo>
                  <a:pt x="142875" y="819150"/>
                </a:moveTo>
                <a:lnTo>
                  <a:pt x="0" y="819150"/>
                </a:lnTo>
                <a:lnTo>
                  <a:pt x="0" y="0"/>
                </a:lnTo>
                <a:lnTo>
                  <a:pt x="142875" y="0"/>
                </a:lnTo>
              </a:path>
            </a:pathLst>
          </a:custGeom>
          <a:noFill xmlns:a="http://schemas.openxmlformats.org/drawingml/2006/main"/>
          <a:ln xmlns:a="http://schemas.openxmlformats.org/drawingml/2006/main" w="10478">
            <a:solidFill>
              <a:srgbClr val="000000"/>
            </a:solidFill>
            <a:prstDash val="solid"/>
          </a:ln>
        </p:spPr>
      </p:sp>
      <p:sp>
        <p:nvSpPr>
          <p:cNvPr id="104" name="dp41-comparison / n114 / arrow">
            <a:extLst xmlns:a="http://schemas.openxmlformats.org/drawingml/2006/main">
              <a:ext uri="{FF2B5EF4-FFF2-40B4-BE49-F238E27FC236}">
                <a16:creationId xmlns:a16="http://schemas.microsoft.com/office/drawing/2014/main" id="{5EF6E824-408D-463D-B501-B7943DBD01B8}"/>
              </a:ext>
            </a:extLst>
          </p:cNvPr>
          <p:cNvSpPr>
            <a:spLocks xmlns:a="http://schemas.openxmlformats.org/drawingml/2006/main" noGrp="1"/>
          </p:cNvSpPr>
          <p:nvPr/>
        </p:nvSpPr>
        <p:spPr>
          <a:xfrm xmlns:a="http://schemas.openxmlformats.org/drawingml/2006/main">
            <a:off x="1599819" y="2985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5" name="dp41-comparison / n115 / path">
            <a:extLst xmlns:a="http://schemas.openxmlformats.org/drawingml/2006/main">
              <a:ext uri="{FF2B5EF4-FFF2-40B4-BE49-F238E27FC236}">
                <a16:creationId xmlns:a16="http://schemas.microsoft.com/office/drawing/2014/main" id="{211B269C-6B95-4896-9D1E-F81D0E222798}"/>
              </a:ext>
            </a:extLst>
          </p:cNvPr>
          <p:cNvSpPr>
            <a:spLocks xmlns:a="http://schemas.openxmlformats.org/drawingml/2006/main" noGrp="1"/>
          </p:cNvSpPr>
          <p:nvPr/>
        </p:nvSpPr>
        <p:spPr>
          <a:xfrm xmlns:a="http://schemas.openxmlformats.org/drawingml/2006/main">
            <a:off x="1428750" y="3019425"/>
            <a:ext cx="238125" cy="933450"/>
          </a:xfrm>
          <a:custGeom xmlns:a="http://schemas.openxmlformats.org/drawingml/2006/main">
            <a:pathLst>
              <a:path w="238125" h="933450">
                <a:moveTo>
                  <a:pt x="238125" y="0"/>
                </a:moveTo>
                <a:lnTo>
                  <a:pt x="0" y="0"/>
                </a:lnTo>
                <a:lnTo>
                  <a:pt x="0" y="933450"/>
                </a:lnTo>
                <a:lnTo>
                  <a:pt x="238125" y="933450"/>
                </a:lnTo>
              </a:path>
            </a:pathLst>
          </a:custGeom>
          <a:noFill xmlns:a="http://schemas.openxmlformats.org/drawingml/2006/main"/>
          <a:ln xmlns:a="http://schemas.openxmlformats.org/drawingml/2006/main" w="10478">
            <a:solidFill>
              <a:srgbClr val="000000"/>
            </a:solidFill>
            <a:prstDash val="dash"/>
          </a:ln>
        </p:spPr>
      </p:sp>
      <p:sp>
        <p:nvSpPr>
          <p:cNvPr id="106" name="dp41-comparison / n115 / arrow">
            <a:extLst xmlns:a="http://schemas.openxmlformats.org/drawingml/2006/main">
              <a:ext uri="{FF2B5EF4-FFF2-40B4-BE49-F238E27FC236}">
                <a16:creationId xmlns:a16="http://schemas.microsoft.com/office/drawing/2014/main" id="{7A5D5565-B6F4-4348-B3CE-0AE9ADA93603}"/>
              </a:ext>
            </a:extLst>
          </p:cNvPr>
          <p:cNvSpPr>
            <a:spLocks xmlns:a="http://schemas.openxmlformats.org/drawingml/2006/main" noGrp="1"/>
          </p:cNvSpPr>
          <p:nvPr/>
        </p:nvSpPr>
        <p:spPr>
          <a:xfrm xmlns:a="http://schemas.openxmlformats.org/drawingml/2006/main">
            <a:off x="1599819" y="39193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7" name="dp41-comparison / n116 / path">
            <a:extLst xmlns:a="http://schemas.openxmlformats.org/drawingml/2006/main">
              <a:ext uri="{FF2B5EF4-FFF2-40B4-BE49-F238E27FC236}">
                <a16:creationId xmlns:a16="http://schemas.microsoft.com/office/drawing/2014/main" id="{AB611A6E-C921-456C-81B7-E4ECEDAD30A5}"/>
              </a:ext>
            </a:extLst>
          </p:cNvPr>
          <p:cNvSpPr>
            <a:spLocks xmlns:a="http://schemas.openxmlformats.org/drawingml/2006/main" noGrp="1"/>
          </p:cNvSpPr>
          <p:nvPr/>
        </p:nvSpPr>
        <p:spPr>
          <a:xfrm xmlns:a="http://schemas.openxmlformats.org/drawingml/2006/main">
            <a:off x="1476375" y="63436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108" name="dp41-comparison / n119">
            <a:extLst xmlns:a="http://schemas.openxmlformats.org/drawingml/2006/main">
              <a:ext uri="{FF2B5EF4-FFF2-40B4-BE49-F238E27FC236}">
                <a16:creationId xmlns:a16="http://schemas.microsoft.com/office/drawing/2014/main" id="{7B0180CC-8596-4E1B-8AFE-8E8B3EEF37F0}"/>
              </a:ext>
            </a:extLst>
          </p:cNvPr>
          <p:cNvSpPr>
            <a:spLocks xmlns:a="http://schemas.openxmlformats.org/drawingml/2006/main" noGrp="1"/>
          </p:cNvSpPr>
          <p:nvPr/>
        </p:nvSpPr>
        <p:spPr>
          <a:xfrm xmlns:a="http://schemas.openxmlformats.org/drawingml/2006/main">
            <a:off x="1666875" y="66389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9" name="dp41-comparison / n120 / text 1">
            <a:extLst xmlns:a="http://schemas.openxmlformats.org/drawingml/2006/main">
              <a:ext uri="{FF2B5EF4-FFF2-40B4-BE49-F238E27FC236}">
                <a16:creationId xmlns:a16="http://schemas.microsoft.com/office/drawing/2014/main" id="{E9EFBC59-80E0-48EF-96F1-C2F346633029}"/>
              </a:ext>
            </a:extLst>
          </p:cNvPr>
          <p:cNvSpPr>
            <a:spLocks xmlns:a="http://schemas.openxmlformats.org/drawingml/2006/main" noGrp="1"/>
          </p:cNvSpPr>
          <p:nvPr/>
        </p:nvSpPr>
        <p:spPr>
          <a:xfrm xmlns:a="http://schemas.openxmlformats.org/drawingml/2006/main">
            <a:off x="1752600" y="66794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다음 행동 판단</a:t>
            </a:r>
          </a:p>
        </p:txBody>
      </p:sp>
      <p:sp>
        <p:nvSpPr>
          <p:cNvPr id="110" name="dp41-comparison / n121">
            <a:extLst xmlns:a="http://schemas.openxmlformats.org/drawingml/2006/main">
              <a:ext uri="{FF2B5EF4-FFF2-40B4-BE49-F238E27FC236}">
                <a16:creationId xmlns:a16="http://schemas.microsoft.com/office/drawing/2014/main" id="{B7E72C66-A936-4C32-8B57-2C19D532C666}"/>
              </a:ext>
            </a:extLst>
          </p:cNvPr>
          <p:cNvSpPr>
            <a:spLocks xmlns:a="http://schemas.openxmlformats.org/drawingml/2006/main" noGrp="1"/>
          </p:cNvSpPr>
          <p:nvPr/>
        </p:nvSpPr>
        <p:spPr>
          <a:xfrm xmlns:a="http://schemas.openxmlformats.org/drawingml/2006/main">
            <a:off x="4048125" y="6572250"/>
            <a:ext cx="142875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111" name="dp41-comparison / n122 / text 1">
            <a:extLst xmlns:a="http://schemas.openxmlformats.org/drawingml/2006/main">
              <a:ext uri="{FF2B5EF4-FFF2-40B4-BE49-F238E27FC236}">
                <a16:creationId xmlns:a16="http://schemas.microsoft.com/office/drawing/2014/main" id="{B79D379D-74EE-4514-AAD0-EC50A126B621}"/>
              </a:ext>
            </a:extLst>
          </p:cNvPr>
          <p:cNvSpPr>
            <a:spLocks xmlns:a="http://schemas.openxmlformats.org/drawingml/2006/main" noGrp="1"/>
          </p:cNvSpPr>
          <p:nvPr/>
        </p:nvSpPr>
        <p:spPr>
          <a:xfrm xmlns:a="http://schemas.openxmlformats.org/drawingml/2006/main">
            <a:off x="4133850" y="6679406"/>
            <a:ext cx="1257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행동?</a:t>
            </a:r>
          </a:p>
        </p:txBody>
      </p:sp>
      <p:sp>
        <p:nvSpPr>
          <p:cNvPr id="112" name="dp41-comparison / n123">
            <a:extLst xmlns:a="http://schemas.openxmlformats.org/drawingml/2006/main">
              <a:ext uri="{FF2B5EF4-FFF2-40B4-BE49-F238E27FC236}">
                <a16:creationId xmlns:a16="http://schemas.microsoft.com/office/drawing/2014/main" id="{4E147660-A1C4-4F3A-955F-D1E735EAA875}"/>
              </a:ext>
            </a:extLst>
          </p:cNvPr>
          <p:cNvSpPr>
            <a:spLocks xmlns:a="http://schemas.openxmlformats.org/drawingml/2006/main" noGrp="1"/>
          </p:cNvSpPr>
          <p:nvPr/>
        </p:nvSpPr>
        <p:spPr>
          <a:xfrm xmlns:a="http://schemas.openxmlformats.org/drawingml/2006/main">
            <a:off x="6429375" y="6638925"/>
            <a:ext cx="2095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3" name="dp41-comparison / n124 / text 1">
            <a:extLst xmlns:a="http://schemas.openxmlformats.org/drawingml/2006/main">
              <a:ext uri="{FF2B5EF4-FFF2-40B4-BE49-F238E27FC236}">
                <a16:creationId xmlns:a16="http://schemas.microsoft.com/office/drawing/2014/main" id="{701E195E-A525-4330-873C-7E2EC9D44C09}"/>
              </a:ext>
            </a:extLst>
          </p:cNvPr>
          <p:cNvSpPr>
            <a:spLocks xmlns:a="http://schemas.openxmlformats.org/drawingml/2006/main" noGrp="1"/>
          </p:cNvSpPr>
          <p:nvPr/>
        </p:nvSpPr>
        <p:spPr>
          <a:xfrm xmlns:a="http://schemas.openxmlformats.org/drawingml/2006/main">
            <a:off x="6515100" y="6679406"/>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지정한 자료 조회</a:t>
            </a:r>
          </a:p>
        </p:txBody>
      </p:sp>
      <p:sp>
        <p:nvSpPr>
          <p:cNvPr id="114" name="dp41-comparison / n125">
            <a:extLst xmlns:a="http://schemas.openxmlformats.org/drawingml/2006/main">
              <a:ext uri="{FF2B5EF4-FFF2-40B4-BE49-F238E27FC236}">
                <a16:creationId xmlns:a16="http://schemas.microsoft.com/office/drawing/2014/main" id="{BE867C1F-BFFE-42F1-B906-3D30C7A71BDE}"/>
              </a:ext>
            </a:extLst>
          </p:cNvPr>
          <p:cNvSpPr>
            <a:spLocks xmlns:a="http://schemas.openxmlformats.org/drawingml/2006/main" noGrp="1"/>
          </p:cNvSpPr>
          <p:nvPr/>
        </p:nvSpPr>
        <p:spPr>
          <a:xfrm xmlns:a="http://schemas.openxmlformats.org/drawingml/2006/main">
            <a:off x="6953250" y="7229475"/>
            <a:ext cx="22383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1-comparison / n126 / text 1">
            <a:extLst xmlns:a="http://schemas.openxmlformats.org/drawingml/2006/main">
              <a:ext uri="{FF2B5EF4-FFF2-40B4-BE49-F238E27FC236}">
                <a16:creationId xmlns:a16="http://schemas.microsoft.com/office/drawing/2014/main" id="{3777BA6A-876F-44C8-B751-AC6DAC64ED51}"/>
              </a:ext>
            </a:extLst>
          </p:cNvPr>
          <p:cNvSpPr>
            <a:spLocks xmlns:a="http://schemas.openxmlformats.org/drawingml/2006/main" noGrp="1"/>
          </p:cNvSpPr>
          <p:nvPr/>
        </p:nvSpPr>
        <p:spPr>
          <a:xfrm xmlns:a="http://schemas.openxmlformats.org/drawingml/2006/main">
            <a:off x="7038975" y="727471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의미 / 질문 제안</a:t>
            </a:r>
          </a:p>
        </p:txBody>
      </p:sp>
      <p:sp>
        <p:nvSpPr>
          <p:cNvPr id="116" name="dp41-comparison / n127 / path">
            <a:extLst xmlns:a="http://schemas.openxmlformats.org/drawingml/2006/main">
              <a:ext uri="{FF2B5EF4-FFF2-40B4-BE49-F238E27FC236}">
                <a16:creationId xmlns:a16="http://schemas.microsoft.com/office/drawing/2014/main" id="{B6CA4CDB-7244-4C5C-A6EA-1A4AECD1530D}"/>
              </a:ext>
            </a:extLst>
          </p:cNvPr>
          <p:cNvSpPr>
            <a:spLocks xmlns:a="http://schemas.openxmlformats.org/drawingml/2006/main" noGrp="1"/>
          </p:cNvSpPr>
          <p:nvPr/>
        </p:nvSpPr>
        <p:spPr>
          <a:xfrm xmlns:a="http://schemas.openxmlformats.org/drawingml/2006/main">
            <a:off x="3381375" y="67722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117" name="dp41-comparison / n127 / arrow">
            <a:extLst xmlns:a="http://schemas.openxmlformats.org/drawingml/2006/main">
              <a:ext uri="{FF2B5EF4-FFF2-40B4-BE49-F238E27FC236}">
                <a16:creationId xmlns:a16="http://schemas.microsoft.com/office/drawing/2014/main" id="{D7FF5C73-496A-4DDC-B1DF-FF34B0C1D7DC}"/>
              </a:ext>
            </a:extLst>
          </p:cNvPr>
          <p:cNvSpPr>
            <a:spLocks xmlns:a="http://schemas.openxmlformats.org/drawingml/2006/main" noGrp="1"/>
          </p:cNvSpPr>
          <p:nvPr/>
        </p:nvSpPr>
        <p:spPr>
          <a:xfrm xmlns:a="http://schemas.openxmlformats.org/drawingml/2006/main">
            <a:off x="3981069" y="67387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8" name="dp41-comparison / n128 / path">
            <a:extLst xmlns:a="http://schemas.openxmlformats.org/drawingml/2006/main">
              <a:ext uri="{FF2B5EF4-FFF2-40B4-BE49-F238E27FC236}">
                <a16:creationId xmlns:a16="http://schemas.microsoft.com/office/drawing/2014/main" id="{EC42A422-D99F-4240-8BC4-F318536CF3DA}"/>
              </a:ext>
            </a:extLst>
          </p:cNvPr>
          <p:cNvSpPr>
            <a:spLocks xmlns:a="http://schemas.openxmlformats.org/drawingml/2006/main" noGrp="1"/>
          </p:cNvSpPr>
          <p:nvPr/>
        </p:nvSpPr>
        <p:spPr>
          <a:xfrm xmlns:a="http://schemas.openxmlformats.org/drawingml/2006/main">
            <a:off x="5476875" y="6772275"/>
            <a:ext cx="952500" cy="953"/>
          </a:xfrm>
          <a:custGeom xmlns:a="http://schemas.openxmlformats.org/drawingml/2006/main">
            <a:pathLst>
              <a:path w="952500" h="953">
                <a:moveTo>
                  <a:pt x="0" y="0"/>
                </a:moveTo>
                <a:lnTo>
                  <a:pt x="952500" y="0"/>
                </a:lnTo>
              </a:path>
            </a:pathLst>
          </a:custGeom>
          <a:noFill xmlns:a="http://schemas.openxmlformats.org/drawingml/2006/main"/>
          <a:ln xmlns:a="http://schemas.openxmlformats.org/drawingml/2006/main" w="10478">
            <a:solidFill>
              <a:srgbClr val="000000"/>
            </a:solidFill>
            <a:prstDash val="solid"/>
          </a:ln>
        </p:spPr>
      </p:sp>
      <p:sp>
        <p:nvSpPr>
          <p:cNvPr id="119" name="dp41-comparison / n128 / arrow">
            <a:extLst xmlns:a="http://schemas.openxmlformats.org/drawingml/2006/main">
              <a:ext uri="{FF2B5EF4-FFF2-40B4-BE49-F238E27FC236}">
                <a16:creationId xmlns:a16="http://schemas.microsoft.com/office/drawing/2014/main" id="{F9CD4E00-CA3D-468D-B106-3F706303818A}"/>
              </a:ext>
            </a:extLst>
          </p:cNvPr>
          <p:cNvSpPr>
            <a:spLocks xmlns:a="http://schemas.openxmlformats.org/drawingml/2006/main" noGrp="1"/>
          </p:cNvSpPr>
          <p:nvPr/>
        </p:nvSpPr>
        <p:spPr>
          <a:xfrm xmlns:a="http://schemas.openxmlformats.org/drawingml/2006/main">
            <a:off x="6362319" y="67387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0" name="dp41-comparison / n131 / path">
            <a:extLst xmlns:a="http://schemas.openxmlformats.org/drawingml/2006/main">
              <a:ext uri="{FF2B5EF4-FFF2-40B4-BE49-F238E27FC236}">
                <a16:creationId xmlns:a16="http://schemas.microsoft.com/office/drawing/2014/main" id="{252479A5-A1BF-4DB8-9522-1A67696CA9F5}"/>
              </a:ext>
            </a:extLst>
          </p:cNvPr>
          <p:cNvSpPr>
            <a:spLocks xmlns:a="http://schemas.openxmlformats.org/drawingml/2006/main" noGrp="1"/>
          </p:cNvSpPr>
          <p:nvPr/>
        </p:nvSpPr>
        <p:spPr>
          <a:xfrm xmlns:a="http://schemas.openxmlformats.org/drawingml/2006/main">
            <a:off x="2524125" y="6905625"/>
            <a:ext cx="4953000" cy="152400"/>
          </a:xfrm>
          <a:custGeom xmlns:a="http://schemas.openxmlformats.org/drawingml/2006/main">
            <a:pathLst>
              <a:path w="4953000" h="152400">
                <a:moveTo>
                  <a:pt x="4953000" y="0"/>
                </a:moveTo>
                <a:lnTo>
                  <a:pt x="4953000"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121" name="dp41-comparison / n131 / arrow">
            <a:extLst xmlns:a="http://schemas.openxmlformats.org/drawingml/2006/main">
              <a:ext uri="{FF2B5EF4-FFF2-40B4-BE49-F238E27FC236}">
                <a16:creationId xmlns:a16="http://schemas.microsoft.com/office/drawing/2014/main" id="{2ECB1926-074A-4082-85F2-1A6FD5C06071}"/>
              </a:ext>
            </a:extLst>
          </p:cNvPr>
          <p:cNvSpPr>
            <a:spLocks xmlns:a="http://schemas.openxmlformats.org/drawingml/2006/main" noGrp="1"/>
          </p:cNvSpPr>
          <p:nvPr/>
        </p:nvSpPr>
        <p:spPr>
          <a:xfrm xmlns:a="http://schemas.openxmlformats.org/drawingml/2006/main">
            <a:off x="2490597" y="6905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22" name="dp41-comparison / n134 / path">
            <a:extLst xmlns:a="http://schemas.openxmlformats.org/drawingml/2006/main">
              <a:ext uri="{FF2B5EF4-FFF2-40B4-BE49-F238E27FC236}">
                <a16:creationId xmlns:a16="http://schemas.microsoft.com/office/drawing/2014/main" id="{DEFAA689-9FFF-4CD3-B84E-B8320FDF1923}"/>
              </a:ext>
            </a:extLst>
          </p:cNvPr>
          <p:cNvSpPr>
            <a:spLocks xmlns:a="http://schemas.openxmlformats.org/drawingml/2006/main" noGrp="1"/>
          </p:cNvSpPr>
          <p:nvPr/>
        </p:nvSpPr>
        <p:spPr>
          <a:xfrm xmlns:a="http://schemas.openxmlformats.org/drawingml/2006/main">
            <a:off x="4762500" y="6972300"/>
            <a:ext cx="2190750" cy="395288"/>
          </a:xfrm>
          <a:custGeom xmlns:a="http://schemas.openxmlformats.org/drawingml/2006/main">
            <a:pathLst>
              <a:path w="2190750" h="395288">
                <a:moveTo>
                  <a:pt x="0" y="0"/>
                </a:moveTo>
                <a:lnTo>
                  <a:pt x="0" y="395288"/>
                </a:lnTo>
                <a:lnTo>
                  <a:pt x="2190750" y="395288"/>
                </a:lnTo>
              </a:path>
            </a:pathLst>
          </a:custGeom>
          <a:noFill xmlns:a="http://schemas.openxmlformats.org/drawingml/2006/main"/>
          <a:ln xmlns:a="http://schemas.openxmlformats.org/drawingml/2006/main" w="10478">
            <a:solidFill>
              <a:srgbClr val="000000"/>
            </a:solidFill>
            <a:prstDash val="solid"/>
          </a:ln>
        </p:spPr>
      </p:sp>
      <p:sp>
        <p:nvSpPr>
          <p:cNvPr id="123" name="dp41-comparison / n134 / arrow">
            <a:extLst xmlns:a="http://schemas.openxmlformats.org/drawingml/2006/main">
              <a:ext uri="{FF2B5EF4-FFF2-40B4-BE49-F238E27FC236}">
                <a16:creationId xmlns:a16="http://schemas.microsoft.com/office/drawing/2014/main" id="{0EEB0BE3-3E86-4674-801B-BFE24513A519}"/>
              </a:ext>
            </a:extLst>
          </p:cNvPr>
          <p:cNvSpPr>
            <a:spLocks xmlns:a="http://schemas.openxmlformats.org/drawingml/2006/main" noGrp="1"/>
          </p:cNvSpPr>
          <p:nvPr/>
        </p:nvSpPr>
        <p:spPr>
          <a:xfrm xmlns:a="http://schemas.openxmlformats.org/drawingml/2006/main">
            <a:off x="6886194" y="73340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4" name="dp41-comparison / n62">
            <a:extLst xmlns:a="http://schemas.openxmlformats.org/drawingml/2006/main">
              <a:ext uri="{FF2B5EF4-FFF2-40B4-BE49-F238E27FC236}">
                <a16:creationId xmlns:a16="http://schemas.microsoft.com/office/drawing/2014/main" id="{63B60D8C-B3CF-4631-A2F9-1137C9B2BBA1}"/>
              </a:ext>
            </a:extLst>
          </p:cNvPr>
          <p:cNvSpPr>
            <a:spLocks xmlns:a="http://schemas.openxmlformats.org/drawingml/2006/main" noGrp="1"/>
          </p:cNvSpPr>
          <p:nvPr/>
        </p:nvSpPr>
        <p:spPr>
          <a:xfrm xmlns:a="http://schemas.openxmlformats.org/drawingml/2006/main">
            <a:off x="157162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25" name="dp41-comparison / n62 / fold">
            <a:extLst xmlns:a="http://schemas.openxmlformats.org/drawingml/2006/main">
              <a:ext uri="{FF2B5EF4-FFF2-40B4-BE49-F238E27FC236}">
                <a16:creationId xmlns:a16="http://schemas.microsoft.com/office/drawing/2014/main" id="{10050C96-949A-4219-9342-FA9E066AC1F8}"/>
              </a:ext>
            </a:extLst>
          </p:cNvPr>
          <p:cNvSpPr>
            <a:spLocks xmlns:a="http://schemas.openxmlformats.org/drawingml/2006/main" noGrp="1"/>
          </p:cNvSpPr>
          <p:nvPr/>
        </p:nvSpPr>
        <p:spPr>
          <a:xfrm xmlns:a="http://schemas.openxmlformats.org/drawingml/2006/main">
            <a:off x="282892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26" name="dp41-comparison / n63 / text 1">
            <a:extLst xmlns:a="http://schemas.openxmlformats.org/drawingml/2006/main">
              <a:ext uri="{FF2B5EF4-FFF2-40B4-BE49-F238E27FC236}">
                <a16:creationId xmlns:a16="http://schemas.microsoft.com/office/drawing/2014/main" id="{A8AF65BB-9466-4FDF-A3A8-7250935247EE}"/>
              </a:ext>
            </a:extLst>
          </p:cNvPr>
          <p:cNvSpPr>
            <a:spLocks xmlns:a="http://schemas.openxmlformats.org/drawingml/2006/main" noGrp="1"/>
          </p:cNvSpPr>
          <p:nvPr/>
        </p:nvSpPr>
        <p:spPr>
          <a:xfrm xmlns:a="http://schemas.openxmlformats.org/drawingml/2006/main">
            <a:off x="166687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127" name="dp41-comparison / n72">
            <a:extLst xmlns:a="http://schemas.openxmlformats.org/drawingml/2006/main">
              <a:ext uri="{FF2B5EF4-FFF2-40B4-BE49-F238E27FC236}">
                <a16:creationId xmlns:a16="http://schemas.microsoft.com/office/drawing/2014/main" id="{EC9F2330-6682-4B28-9ECF-30B0265F684C}"/>
              </a:ext>
            </a:extLst>
          </p:cNvPr>
          <p:cNvSpPr>
            <a:spLocks xmlns:a="http://schemas.openxmlformats.org/drawingml/2006/main" noGrp="1"/>
          </p:cNvSpPr>
          <p:nvPr/>
        </p:nvSpPr>
        <p:spPr>
          <a:xfrm xmlns:a="http://schemas.openxmlformats.org/drawingml/2006/main">
            <a:off x="7362825" y="3305175"/>
            <a:ext cx="10637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8" name="dp41-comparison / n73 / text 1">
            <a:extLst xmlns:a="http://schemas.openxmlformats.org/drawingml/2006/main">
              <a:ext uri="{FF2B5EF4-FFF2-40B4-BE49-F238E27FC236}">
                <a16:creationId xmlns:a16="http://schemas.microsoft.com/office/drawing/2014/main" id="{91591139-F0DC-4C16-9146-935B86E4F737}"/>
              </a:ext>
            </a:extLst>
          </p:cNvPr>
          <p:cNvSpPr>
            <a:spLocks xmlns:a="http://schemas.openxmlformats.org/drawingml/2006/main" noGrp="1"/>
          </p:cNvSpPr>
          <p:nvPr/>
        </p:nvSpPr>
        <p:spPr>
          <a:xfrm xmlns:a="http://schemas.openxmlformats.org/drawingml/2006/main">
            <a:off x="7381875" y="3314700"/>
            <a:ext cx="1762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Module 협력 구조</a:t>
            </a:r>
          </a:p>
        </p:txBody>
      </p:sp>
      <p:sp>
        <p:nvSpPr>
          <p:cNvPr id="129" name="dp41-comparison / n75">
            <a:extLst xmlns:a="http://schemas.openxmlformats.org/drawingml/2006/main">
              <a:ext uri="{FF2B5EF4-FFF2-40B4-BE49-F238E27FC236}">
                <a16:creationId xmlns:a16="http://schemas.microsoft.com/office/drawing/2014/main" id="{A6C71825-81C5-4540-8BF9-210E9C0436D8}"/>
              </a:ext>
            </a:extLst>
          </p:cNvPr>
          <p:cNvSpPr>
            <a:spLocks xmlns:a="http://schemas.openxmlformats.org/drawingml/2006/main" noGrp="1"/>
          </p:cNvSpPr>
          <p:nvPr/>
        </p:nvSpPr>
        <p:spPr>
          <a:xfrm xmlns:a="http://schemas.openxmlformats.org/drawingml/2006/main">
            <a:off x="7410450" y="2943225"/>
            <a:ext cx="817817"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 name="dp41-comparison / n76 / text 1">
            <a:extLst xmlns:a="http://schemas.openxmlformats.org/drawingml/2006/main">
              <a:ext uri="{FF2B5EF4-FFF2-40B4-BE49-F238E27FC236}">
                <a16:creationId xmlns:a16="http://schemas.microsoft.com/office/drawing/2014/main" id="{30A6C3F1-A3D2-4F45-978F-ECD86DD4C027}"/>
              </a:ext>
            </a:extLst>
          </p:cNvPr>
          <p:cNvSpPr>
            <a:spLocks xmlns:a="http://schemas.openxmlformats.org/drawingml/2006/main" noGrp="1"/>
          </p:cNvSpPr>
          <p:nvPr/>
        </p:nvSpPr>
        <p:spPr>
          <a:xfrm xmlns:a="http://schemas.openxmlformats.org/drawingml/2006/main">
            <a:off x="7429500" y="2952750"/>
            <a:ext cx="16668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해석 시작</a:t>
            </a:r>
          </a:p>
        </p:txBody>
      </p:sp>
      <p:sp>
        <p:nvSpPr>
          <p:cNvPr id="131" name="dp41-comparison / n79">
            <a:extLst xmlns:a="http://schemas.openxmlformats.org/drawingml/2006/main">
              <a:ext uri="{FF2B5EF4-FFF2-40B4-BE49-F238E27FC236}">
                <a16:creationId xmlns:a16="http://schemas.microsoft.com/office/drawing/2014/main" id="{BDD0D1CA-30FD-4216-9883-EDCC2F19FC95}"/>
              </a:ext>
            </a:extLst>
          </p:cNvPr>
          <p:cNvSpPr>
            <a:spLocks xmlns:a="http://schemas.openxmlformats.org/drawingml/2006/main" noGrp="1"/>
          </p:cNvSpPr>
          <p:nvPr/>
        </p:nvSpPr>
        <p:spPr>
          <a:xfrm xmlns:a="http://schemas.openxmlformats.org/drawingml/2006/main">
            <a:off x="4248150" y="2924175"/>
            <a:ext cx="2038731"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2" name="dp41-comparison / n80 / text 1">
            <a:extLst xmlns:a="http://schemas.openxmlformats.org/drawingml/2006/main">
              <a:ext uri="{FF2B5EF4-FFF2-40B4-BE49-F238E27FC236}">
                <a16:creationId xmlns:a16="http://schemas.microsoft.com/office/drawing/2014/main" id="{5B49FC1E-AC14-42B2-968C-3DF39D0C5DC1}"/>
              </a:ext>
            </a:extLst>
          </p:cNvPr>
          <p:cNvSpPr>
            <a:spLocks xmlns:a="http://schemas.openxmlformats.org/drawingml/2006/main" noGrp="1"/>
          </p:cNvSpPr>
          <p:nvPr/>
        </p:nvSpPr>
        <p:spPr>
          <a:xfrm xmlns:a="http://schemas.openxmlformats.org/drawingml/2006/main">
            <a:off x="4267200" y="2933700"/>
            <a:ext cx="29051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Model Access 경유 호출</a:t>
            </a:r>
          </a:p>
        </p:txBody>
      </p:sp>
      <p:sp>
        <p:nvSpPr>
          <p:cNvPr id="133" name="dp41-comparison / n88">
            <a:extLst xmlns:a="http://schemas.openxmlformats.org/drawingml/2006/main">
              <a:ext uri="{FF2B5EF4-FFF2-40B4-BE49-F238E27FC236}">
                <a16:creationId xmlns:a16="http://schemas.microsoft.com/office/drawing/2014/main" id="{A6B1276A-73E6-471A-9295-C9BDCF4170F3}"/>
              </a:ext>
            </a:extLst>
          </p:cNvPr>
          <p:cNvSpPr>
            <a:spLocks xmlns:a="http://schemas.openxmlformats.org/drawingml/2006/main" noGrp="1"/>
          </p:cNvSpPr>
          <p:nvPr/>
        </p:nvSpPr>
        <p:spPr>
          <a:xfrm xmlns:a="http://schemas.openxmlformats.org/drawingml/2006/main">
            <a:off x="4267200" y="3562350"/>
            <a:ext cx="195910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4" name="dp41-comparison / n89 / text 1">
            <a:extLst xmlns:a="http://schemas.openxmlformats.org/drawingml/2006/main">
              <a:ext uri="{FF2B5EF4-FFF2-40B4-BE49-F238E27FC236}">
                <a16:creationId xmlns:a16="http://schemas.microsoft.com/office/drawing/2014/main" id="{FD389697-9A53-434B-B61B-95B836D8BBAF}"/>
              </a:ext>
            </a:extLst>
          </p:cNvPr>
          <p:cNvSpPr>
            <a:spLocks xmlns:a="http://schemas.openxmlformats.org/drawingml/2006/main" noGrp="1"/>
          </p:cNvSpPr>
          <p:nvPr/>
        </p:nvSpPr>
        <p:spPr>
          <a:xfrm xmlns:a="http://schemas.openxmlformats.org/drawingml/2006/main">
            <a:off x="4286250" y="3571875"/>
            <a:ext cx="3000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① 모델이 선택한 tool_calls</a:t>
            </a:r>
          </a:p>
        </p:txBody>
      </p:sp>
      <p:sp>
        <p:nvSpPr>
          <p:cNvPr id="135" name="dp41-comparison / n91">
            <a:extLst xmlns:a="http://schemas.openxmlformats.org/drawingml/2006/main">
              <a:ext uri="{FF2B5EF4-FFF2-40B4-BE49-F238E27FC236}">
                <a16:creationId xmlns:a16="http://schemas.microsoft.com/office/drawing/2014/main" id="{3FEB1F66-EAC4-4840-9DBE-E2C9367D1233}"/>
              </a:ext>
            </a:extLst>
          </p:cNvPr>
          <p:cNvSpPr>
            <a:spLocks xmlns:a="http://schemas.openxmlformats.org/drawingml/2006/main" noGrp="1"/>
          </p:cNvSpPr>
          <p:nvPr/>
        </p:nvSpPr>
        <p:spPr>
          <a:xfrm xmlns:a="http://schemas.openxmlformats.org/drawingml/2006/main">
            <a:off x="4267200" y="3876675"/>
            <a:ext cx="224332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6" name="dp41-comparison / n92 / text 1">
            <a:extLst xmlns:a="http://schemas.openxmlformats.org/drawingml/2006/main">
              <a:ext uri="{FF2B5EF4-FFF2-40B4-BE49-F238E27FC236}">
                <a16:creationId xmlns:a16="http://schemas.microsoft.com/office/drawing/2014/main" id="{7D980F7D-C9C2-403C-9649-12AA6FA4EC6F}"/>
              </a:ext>
            </a:extLst>
          </p:cNvPr>
          <p:cNvSpPr>
            <a:spLocks xmlns:a="http://schemas.openxmlformats.org/drawingml/2006/main" noGrp="1"/>
          </p:cNvSpPr>
          <p:nvPr/>
        </p:nvSpPr>
        <p:spPr>
          <a:xfrm xmlns:a="http://schemas.openxmlformats.org/drawingml/2006/main">
            <a:off x="4286250" y="3886200"/>
            <a:ext cx="3143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근거로 모델 재호출 → 다시 ① (반복)</a:t>
            </a:r>
          </a:p>
        </p:txBody>
      </p:sp>
      <p:sp>
        <p:nvSpPr>
          <p:cNvPr id="137" name="dp41-comparison / n93">
            <a:extLst xmlns:a="http://schemas.openxmlformats.org/drawingml/2006/main">
              <a:ext uri="{FF2B5EF4-FFF2-40B4-BE49-F238E27FC236}">
                <a16:creationId xmlns:a16="http://schemas.microsoft.com/office/drawing/2014/main" id="{AFDADC9B-2BFA-4B17-B1D1-66E0D5E709C4}"/>
              </a:ext>
            </a:extLst>
          </p:cNvPr>
          <p:cNvSpPr>
            <a:spLocks xmlns:a="http://schemas.openxmlformats.org/drawingml/2006/main" noGrp="1"/>
          </p:cNvSpPr>
          <p:nvPr/>
        </p:nvSpPr>
        <p:spPr>
          <a:xfrm xmlns:a="http://schemas.openxmlformats.org/drawingml/2006/main">
            <a:off x="1666875" y="4143375"/>
            <a:ext cx="5476875" cy="1219200"/>
          </a:xfrm>
          <a:custGeom xmlns:a="http://schemas.openxmlformats.org/drawingml/2006/main">
            <a:pathLst>
              <a:path w="5476875" h="1219200">
                <a:moveTo>
                  <a:pt x="0" y="0"/>
                </a:moveTo>
                <a:lnTo>
                  <a:pt x="5305425" y="0"/>
                </a:lnTo>
                <a:lnTo>
                  <a:pt x="5476875" y="171450"/>
                </a:lnTo>
                <a:lnTo>
                  <a:pt x="5476875" y="1219200"/>
                </a:lnTo>
                <a:lnTo>
                  <a:pt x="0" y="12192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8" name="dp41-comparison / n93 / fold">
            <a:extLst xmlns:a="http://schemas.openxmlformats.org/drawingml/2006/main">
              <a:ext uri="{FF2B5EF4-FFF2-40B4-BE49-F238E27FC236}">
                <a16:creationId xmlns:a16="http://schemas.microsoft.com/office/drawing/2014/main" id="{60E2BFBB-F20D-491D-8ECB-9CA4BCDB9242}"/>
              </a:ext>
            </a:extLst>
          </p:cNvPr>
          <p:cNvSpPr>
            <a:spLocks xmlns:a="http://schemas.openxmlformats.org/drawingml/2006/main" noGrp="1"/>
          </p:cNvSpPr>
          <p:nvPr/>
        </p:nvSpPr>
        <p:spPr>
          <a:xfrm xmlns:a="http://schemas.openxmlformats.org/drawingml/2006/main">
            <a:off x="6972300" y="4143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9" name="dp41-comparison / n94 / text 1">
            <a:extLst xmlns:a="http://schemas.openxmlformats.org/drawingml/2006/main">
              <a:ext uri="{FF2B5EF4-FFF2-40B4-BE49-F238E27FC236}">
                <a16:creationId xmlns:a16="http://schemas.microsoft.com/office/drawing/2014/main" id="{3CBF948D-82C2-420E-A8C4-12FF8AF56298}"/>
              </a:ext>
            </a:extLst>
          </p:cNvPr>
          <p:cNvSpPr>
            <a:spLocks xmlns:a="http://schemas.openxmlformats.org/drawingml/2006/main" noGrp="1"/>
          </p:cNvSpPr>
          <p:nvPr/>
        </p:nvSpPr>
        <p:spPr>
          <a:xfrm xmlns:a="http://schemas.openxmlformats.org/drawingml/2006/main">
            <a:off x="1762125" y="420052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모델 출력: ReadRequest — 실제 tool call 예시</a:t>
            </a:r>
          </a:p>
        </p:txBody>
      </p:sp>
      <p:sp>
        <p:nvSpPr>
          <p:cNvPr id="140" name="dp41-comparison / n94 / text 2">
            <a:extLst xmlns:a="http://schemas.openxmlformats.org/drawingml/2006/main">
              <a:ext uri="{FF2B5EF4-FFF2-40B4-BE49-F238E27FC236}">
                <a16:creationId xmlns:a16="http://schemas.microsoft.com/office/drawing/2014/main" id="{8BA499BF-2978-4086-87BC-F196D07689C4}"/>
              </a:ext>
            </a:extLst>
          </p:cNvPr>
          <p:cNvSpPr>
            <a:spLocks xmlns:a="http://schemas.openxmlformats.org/drawingml/2006/main" noGrp="1"/>
          </p:cNvSpPr>
          <p:nvPr/>
        </p:nvSpPr>
        <p:spPr>
          <a:xfrm xmlns:a="http://schemas.openxmlformats.org/drawingml/2006/main">
            <a:off x="1762125" y="434911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tool_calls: [{name:"task_retrieve",</a:t>
            </a:r>
          </a:p>
        </p:txBody>
      </p:sp>
      <p:sp>
        <p:nvSpPr>
          <p:cNvPr id="141" name="dp41-comparison / n94 / text 3">
            <a:extLst xmlns:a="http://schemas.openxmlformats.org/drawingml/2006/main">
              <a:ext uri="{FF2B5EF4-FFF2-40B4-BE49-F238E27FC236}">
                <a16:creationId xmlns:a16="http://schemas.microsoft.com/office/drawing/2014/main" id="{6C30C75E-4CAA-45F7-9D67-13CFAD0F50E9}"/>
              </a:ext>
            </a:extLst>
          </p:cNvPr>
          <p:cNvSpPr>
            <a:spLocks xmlns:a="http://schemas.openxmlformats.org/drawingml/2006/main" noGrp="1"/>
          </p:cNvSpPr>
          <p:nvPr/>
        </p:nvSpPr>
        <p:spPr>
          <a:xfrm xmlns:a="http://schemas.openxmlformats.org/drawingml/2006/main">
            <a:off x="1762125" y="449770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  arguments:{query:"보고서", limit:5}},</a:t>
            </a:r>
          </a:p>
        </p:txBody>
      </p:sp>
      <p:sp>
        <p:nvSpPr>
          <p:cNvPr id="142" name="dp41-comparison / n94 / text 4">
            <a:extLst xmlns:a="http://schemas.openxmlformats.org/drawingml/2006/main">
              <a:ext uri="{FF2B5EF4-FFF2-40B4-BE49-F238E27FC236}">
                <a16:creationId xmlns:a16="http://schemas.microsoft.com/office/drawing/2014/main" id="{966EAA88-40EE-42B2-956A-BB7055987138}"/>
              </a:ext>
            </a:extLst>
          </p:cNvPr>
          <p:cNvSpPr>
            <a:spLocks xmlns:a="http://schemas.openxmlformats.org/drawingml/2006/main" noGrp="1"/>
          </p:cNvSpPr>
          <p:nvPr/>
        </p:nvSpPr>
        <p:spPr>
          <a:xfrm xmlns:a="http://schemas.openxmlformats.org/drawingml/2006/main">
            <a:off x="1762125" y="464629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 {name:"context_retrieve",</a:t>
            </a:r>
          </a:p>
        </p:txBody>
      </p:sp>
      <p:sp>
        <p:nvSpPr>
          <p:cNvPr id="143" name="dp41-comparison / n94 / text 5">
            <a:extLst xmlns:a="http://schemas.openxmlformats.org/drawingml/2006/main">
              <a:ext uri="{FF2B5EF4-FFF2-40B4-BE49-F238E27FC236}">
                <a16:creationId xmlns:a16="http://schemas.microsoft.com/office/drawing/2014/main" id="{E022263D-1BEE-4B0A-8E54-A9EE4AA7A0C5}"/>
              </a:ext>
            </a:extLst>
          </p:cNvPr>
          <p:cNvSpPr>
            <a:spLocks xmlns:a="http://schemas.openxmlformats.org/drawingml/2006/main" noGrp="1"/>
          </p:cNvSpPr>
          <p:nvPr/>
        </p:nvSpPr>
        <p:spPr>
          <a:xfrm xmlns:a="http://schemas.openxmlformats.org/drawingml/2006/main">
            <a:off x="1762125" y="479488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  arguments:{selector:"INPUT_SELECTION"}}]</a:t>
            </a:r>
          </a:p>
        </p:txBody>
      </p:sp>
      <p:sp>
        <p:nvSpPr>
          <p:cNvPr id="144" name="dp41-comparison / n94 / text 6">
            <a:extLst xmlns:a="http://schemas.openxmlformats.org/drawingml/2006/main">
              <a:ext uri="{FF2B5EF4-FFF2-40B4-BE49-F238E27FC236}">
                <a16:creationId xmlns:a16="http://schemas.microsoft.com/office/drawing/2014/main" id="{9F763CDD-17E7-47A3-922B-88A042473428}"/>
              </a:ext>
            </a:extLst>
          </p:cNvPr>
          <p:cNvSpPr>
            <a:spLocks xmlns:a="http://schemas.openxmlformats.org/drawingml/2006/main" noGrp="1"/>
          </p:cNvSpPr>
          <p:nvPr/>
        </p:nvSpPr>
        <p:spPr>
          <a:xfrm xmlns:a="http://schemas.openxmlformats.org/drawingml/2006/main">
            <a:off x="1762125" y="494347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추가 근거가 필요하면 다음 모델 호출에서:</a:t>
            </a:r>
          </a:p>
        </p:txBody>
      </p:sp>
      <p:sp>
        <p:nvSpPr>
          <p:cNvPr id="145" name="dp41-comparison / n94 / text 7">
            <a:extLst xmlns:a="http://schemas.openxmlformats.org/drawingml/2006/main">
              <a:ext uri="{FF2B5EF4-FFF2-40B4-BE49-F238E27FC236}">
                <a16:creationId xmlns:a16="http://schemas.microsoft.com/office/drawing/2014/main" id="{73005055-F4D1-4862-95BB-9C1FC95559A0}"/>
              </a:ext>
            </a:extLst>
          </p:cNvPr>
          <p:cNvSpPr>
            <a:spLocks xmlns:a="http://schemas.openxmlformats.org/drawingml/2006/main" noGrp="1"/>
          </p:cNvSpPr>
          <p:nvPr/>
        </p:nvSpPr>
        <p:spPr>
          <a:xfrm xmlns:a="http://schemas.openxmlformats.org/drawingml/2006/main">
            <a:off x="1762125" y="509206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interaction_retrieve(query="보고서", limit=5)</a:t>
            </a:r>
          </a:p>
        </p:txBody>
      </p:sp>
      <p:sp>
        <p:nvSpPr>
          <p:cNvPr id="146" name="dp41-comparison / n96">
            <a:extLst xmlns:a="http://schemas.openxmlformats.org/drawingml/2006/main">
              <a:ext uri="{FF2B5EF4-FFF2-40B4-BE49-F238E27FC236}">
                <a16:creationId xmlns:a16="http://schemas.microsoft.com/office/drawing/2014/main" id="{B2D41557-8E7F-4F16-85BE-5B33BE0E9D2D}"/>
              </a:ext>
            </a:extLst>
          </p:cNvPr>
          <p:cNvSpPr>
            <a:spLocks xmlns:a="http://schemas.openxmlformats.org/drawingml/2006/main" noGrp="1"/>
          </p:cNvSpPr>
          <p:nvPr/>
        </p:nvSpPr>
        <p:spPr>
          <a:xfrm xmlns:a="http://schemas.openxmlformats.org/drawingml/2006/main">
            <a:off x="7524750" y="4143375"/>
            <a:ext cx="1714500" cy="523875"/>
          </a:xfrm>
          <a:custGeom xmlns:a="http://schemas.openxmlformats.org/drawingml/2006/main">
            <a:pathLst>
              <a:path w="1714500" h="523875">
                <a:moveTo>
                  <a:pt x="0" y="0"/>
                </a:moveTo>
                <a:lnTo>
                  <a:pt x="1543050" y="0"/>
                </a:lnTo>
                <a:lnTo>
                  <a:pt x="1714500" y="171450"/>
                </a:lnTo>
                <a:lnTo>
                  <a:pt x="1714500" y="523875"/>
                </a:lnTo>
                <a:lnTo>
                  <a:pt x="0" y="5238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47" name="dp41-comparison / n96 / fold">
            <a:extLst xmlns:a="http://schemas.openxmlformats.org/drawingml/2006/main">
              <a:ext uri="{FF2B5EF4-FFF2-40B4-BE49-F238E27FC236}">
                <a16:creationId xmlns:a16="http://schemas.microsoft.com/office/drawing/2014/main" id="{C522DE06-3D0E-4064-A86F-6512C2FD9AC0}"/>
              </a:ext>
            </a:extLst>
          </p:cNvPr>
          <p:cNvSpPr>
            <a:spLocks xmlns:a="http://schemas.openxmlformats.org/drawingml/2006/main" noGrp="1"/>
          </p:cNvSpPr>
          <p:nvPr/>
        </p:nvSpPr>
        <p:spPr>
          <a:xfrm xmlns:a="http://schemas.openxmlformats.org/drawingml/2006/main">
            <a:off x="9067800" y="4143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48" name="dp41-comparison / n97 / text 1">
            <a:extLst xmlns:a="http://schemas.openxmlformats.org/drawingml/2006/main">
              <a:ext uri="{FF2B5EF4-FFF2-40B4-BE49-F238E27FC236}">
                <a16:creationId xmlns:a16="http://schemas.microsoft.com/office/drawing/2014/main" id="{11AAC557-9CC5-421D-8F8D-3DF179BC2188}"/>
              </a:ext>
            </a:extLst>
          </p:cNvPr>
          <p:cNvSpPr>
            <a:spLocks xmlns:a="http://schemas.openxmlformats.org/drawingml/2006/main" noGrp="1"/>
          </p:cNvSpPr>
          <p:nvPr/>
        </p:nvSpPr>
        <p:spPr>
          <a:xfrm xmlns:a="http://schemas.openxmlformats.org/drawingml/2006/main">
            <a:off x="7620000" y="4200525"/>
            <a:ext cx="1447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도구 조회 결과</a:t>
            </a:r>
          </a:p>
        </p:txBody>
      </p:sp>
      <p:sp>
        <p:nvSpPr>
          <p:cNvPr id="149" name="dp41-comparison / n97 / text 2">
            <a:extLst xmlns:a="http://schemas.openxmlformats.org/drawingml/2006/main">
              <a:ext uri="{FF2B5EF4-FFF2-40B4-BE49-F238E27FC236}">
                <a16:creationId xmlns:a16="http://schemas.microsoft.com/office/drawing/2014/main" id="{5A7A1B7C-5B4A-4131-A711-3229C9195225}"/>
              </a:ext>
            </a:extLst>
          </p:cNvPr>
          <p:cNvSpPr>
            <a:spLocks xmlns:a="http://schemas.openxmlformats.org/drawingml/2006/main" noGrp="1"/>
          </p:cNvSpPr>
          <p:nvPr/>
        </p:nvSpPr>
        <p:spPr>
          <a:xfrm xmlns:a="http://schemas.openxmlformats.org/drawingml/2006/main">
            <a:off x="7620000" y="4337685"/>
            <a:ext cx="1447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보고서: Task1 / Task2</a:t>
            </a:r>
          </a:p>
        </p:txBody>
      </p:sp>
      <p:sp>
        <p:nvSpPr>
          <p:cNvPr id="150" name="dp41-comparison / n97 / text 3">
            <a:extLst xmlns:a="http://schemas.openxmlformats.org/drawingml/2006/main">
              <a:ext uri="{FF2B5EF4-FFF2-40B4-BE49-F238E27FC236}">
                <a16:creationId xmlns:a16="http://schemas.microsoft.com/office/drawing/2014/main" id="{0D9708BE-42F7-47ED-974A-1CF4DD03E054}"/>
              </a:ext>
            </a:extLst>
          </p:cNvPr>
          <p:cNvSpPr>
            <a:spLocks xmlns:a="http://schemas.openxmlformats.org/drawingml/2006/main" noGrp="1"/>
          </p:cNvSpPr>
          <p:nvPr/>
        </p:nvSpPr>
        <p:spPr>
          <a:xfrm xmlns:a="http://schemas.openxmlformats.org/drawingml/2006/main">
            <a:off x="7620000" y="4474845"/>
            <a:ext cx="1447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표: 선택한 표</a:t>
            </a:r>
          </a:p>
        </p:txBody>
      </p:sp>
      <p:sp>
        <p:nvSpPr>
          <p:cNvPr id="151" name="dp41-comparison / n98">
            <a:extLst xmlns:a="http://schemas.openxmlformats.org/drawingml/2006/main">
              <a:ext uri="{FF2B5EF4-FFF2-40B4-BE49-F238E27FC236}">
                <a16:creationId xmlns:a16="http://schemas.microsoft.com/office/drawing/2014/main" id="{0B17C1E8-C9E0-4FE8-AC9C-26977B3A0A18}"/>
              </a:ext>
            </a:extLst>
          </p:cNvPr>
          <p:cNvSpPr>
            <a:spLocks xmlns:a="http://schemas.openxmlformats.org/drawingml/2006/main" noGrp="1"/>
          </p:cNvSpPr>
          <p:nvPr/>
        </p:nvSpPr>
        <p:spPr>
          <a:xfrm xmlns:a="http://schemas.openxmlformats.org/drawingml/2006/main">
            <a:off x="7505700" y="4724400"/>
            <a:ext cx="96088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1-comparison / n99 / text 1">
            <a:extLst xmlns:a="http://schemas.openxmlformats.org/drawingml/2006/main">
              <a:ext uri="{FF2B5EF4-FFF2-40B4-BE49-F238E27FC236}">
                <a16:creationId xmlns:a16="http://schemas.microsoft.com/office/drawing/2014/main" id="{1CD6E10B-44E9-47C0-AD25-D40D370503A4}"/>
              </a:ext>
            </a:extLst>
          </p:cNvPr>
          <p:cNvSpPr>
            <a:spLocks xmlns:a="http://schemas.openxmlformats.org/drawingml/2006/main" noGrp="1"/>
          </p:cNvSpPr>
          <p:nvPr/>
        </p:nvSpPr>
        <p:spPr>
          <a:xfrm xmlns:a="http://schemas.openxmlformats.org/drawingml/2006/main">
            <a:off x="7524750" y="4733925"/>
            <a:ext cx="1714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반복 주체: 모델</a:t>
            </a:r>
          </a:p>
        </p:txBody>
      </p:sp>
      <p:sp>
        <p:nvSpPr>
          <p:cNvPr id="153" name="dp41-comparison / n100">
            <a:extLst xmlns:a="http://schemas.openxmlformats.org/drawingml/2006/main">
              <a:ext uri="{FF2B5EF4-FFF2-40B4-BE49-F238E27FC236}">
                <a16:creationId xmlns:a16="http://schemas.microsoft.com/office/drawing/2014/main" id="{C0DFECC1-AA02-4527-9076-F90DAC045EE7}"/>
              </a:ext>
            </a:extLst>
          </p:cNvPr>
          <p:cNvSpPr>
            <a:spLocks xmlns:a="http://schemas.openxmlformats.org/drawingml/2006/main" noGrp="1"/>
          </p:cNvSpPr>
          <p:nvPr/>
        </p:nvSpPr>
        <p:spPr>
          <a:xfrm xmlns:a="http://schemas.openxmlformats.org/drawingml/2006/main">
            <a:off x="7505700" y="4933950"/>
            <a:ext cx="13220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4" name="dp41-comparison / n101 / text 1">
            <a:extLst xmlns:a="http://schemas.openxmlformats.org/drawingml/2006/main">
              <a:ext uri="{FF2B5EF4-FFF2-40B4-BE49-F238E27FC236}">
                <a16:creationId xmlns:a16="http://schemas.microsoft.com/office/drawing/2014/main" id="{480C9C65-EE6A-40AB-95F5-0EFFA4807C66}"/>
              </a:ext>
            </a:extLst>
          </p:cNvPr>
          <p:cNvSpPr>
            <a:spLocks xmlns:a="http://schemas.openxmlformats.org/drawingml/2006/main" noGrp="1"/>
          </p:cNvSpPr>
          <p:nvPr/>
        </p:nvSpPr>
        <p:spPr>
          <a:xfrm xmlns:a="http://schemas.openxmlformats.org/drawingml/2006/main">
            <a:off x="7524750" y="4943475"/>
            <a:ext cx="1714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근거 반영 → 다음 조회</a:t>
            </a:r>
          </a:p>
        </p:txBody>
      </p:sp>
      <p:sp>
        <p:nvSpPr>
          <p:cNvPr id="155" name="dp41-comparison / n102">
            <a:extLst xmlns:a="http://schemas.openxmlformats.org/drawingml/2006/main">
              <a:ext uri="{FF2B5EF4-FFF2-40B4-BE49-F238E27FC236}">
                <a16:creationId xmlns:a16="http://schemas.microsoft.com/office/drawing/2014/main" id="{80234112-1092-4A7E-8B67-F5A3C8739A97}"/>
              </a:ext>
            </a:extLst>
          </p:cNvPr>
          <p:cNvSpPr>
            <a:spLocks xmlns:a="http://schemas.openxmlformats.org/drawingml/2006/main" noGrp="1"/>
          </p:cNvSpPr>
          <p:nvPr/>
        </p:nvSpPr>
        <p:spPr>
          <a:xfrm xmlns:a="http://schemas.openxmlformats.org/drawingml/2006/main">
            <a:off x="1666875" y="5419725"/>
            <a:ext cx="5476875" cy="352425"/>
          </a:xfrm>
          <a:custGeom xmlns:a="http://schemas.openxmlformats.org/drawingml/2006/main">
            <a:pathLst>
              <a:path w="5476875" h="352425">
                <a:moveTo>
                  <a:pt x="0" y="0"/>
                </a:moveTo>
                <a:lnTo>
                  <a:pt x="5305425" y="0"/>
                </a:lnTo>
                <a:lnTo>
                  <a:pt x="5476875" y="171450"/>
                </a:lnTo>
                <a:lnTo>
                  <a:pt x="5476875" y="352425"/>
                </a:lnTo>
                <a:lnTo>
                  <a:pt x="0" y="35242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6" name="dp41-comparison / n102 / fold">
            <a:extLst xmlns:a="http://schemas.openxmlformats.org/drawingml/2006/main">
              <a:ext uri="{FF2B5EF4-FFF2-40B4-BE49-F238E27FC236}">
                <a16:creationId xmlns:a16="http://schemas.microsoft.com/office/drawing/2014/main" id="{3C2ED50E-7D17-4DF3-9397-0514C60FA650}"/>
              </a:ext>
            </a:extLst>
          </p:cNvPr>
          <p:cNvSpPr>
            <a:spLocks xmlns:a="http://schemas.openxmlformats.org/drawingml/2006/main" noGrp="1"/>
          </p:cNvSpPr>
          <p:nvPr/>
        </p:nvSpPr>
        <p:spPr>
          <a:xfrm xmlns:a="http://schemas.openxmlformats.org/drawingml/2006/main">
            <a:off x="6972300" y="54197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7" name="dp41-comparison / n103 / text 1">
            <a:extLst xmlns:a="http://schemas.openxmlformats.org/drawingml/2006/main">
              <a:ext uri="{FF2B5EF4-FFF2-40B4-BE49-F238E27FC236}">
                <a16:creationId xmlns:a16="http://schemas.microsoft.com/office/drawing/2014/main" id="{2BDBCE31-1241-4E3E-8BBF-51513D37AD70}"/>
              </a:ext>
            </a:extLst>
          </p:cNvPr>
          <p:cNvSpPr>
            <a:spLocks xmlns:a="http://schemas.openxmlformats.org/drawingml/2006/main" noGrp="1"/>
          </p:cNvSpPr>
          <p:nvPr/>
        </p:nvSpPr>
        <p:spPr>
          <a:xfrm xmlns:a="http://schemas.openxmlformats.org/drawingml/2006/main">
            <a:off x="1762125" y="5476875"/>
            <a:ext cx="52101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최종 MeaningProposal (사용자 확인 뒤): Task1 보고서에 표 추가</a:t>
            </a:r>
          </a:p>
        </p:txBody>
      </p:sp>
      <p:sp>
        <p:nvSpPr>
          <p:cNvPr id="158" name="dp41-comparison / n103 / text 2">
            <a:extLst xmlns:a="http://schemas.openxmlformats.org/drawingml/2006/main">
              <a:ext uri="{FF2B5EF4-FFF2-40B4-BE49-F238E27FC236}">
                <a16:creationId xmlns:a16="http://schemas.microsoft.com/office/drawing/2014/main" id="{47EA7FE9-E83F-4538-A092-FD80D4993068}"/>
              </a:ext>
            </a:extLst>
          </p:cNvPr>
          <p:cNvSpPr>
            <a:spLocks xmlns:a="http://schemas.openxmlformats.org/drawingml/2006/main" noGrp="1"/>
          </p:cNvSpPr>
          <p:nvPr/>
        </p:nvSpPr>
        <p:spPr>
          <a:xfrm xmlns:a="http://schemas.openxmlformats.org/drawingml/2006/main">
            <a:off x="1762125" y="5614035"/>
            <a:ext cx="52101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보고서 결과 → 메일 초안 / SEND 금지 유지</a:t>
            </a:r>
          </a:p>
        </p:txBody>
      </p:sp>
      <p:sp>
        <p:nvSpPr>
          <p:cNvPr id="159" name="dp41-comparison / n112">
            <a:extLst xmlns:a="http://schemas.openxmlformats.org/drawingml/2006/main">
              <a:ext uri="{FF2B5EF4-FFF2-40B4-BE49-F238E27FC236}">
                <a16:creationId xmlns:a16="http://schemas.microsoft.com/office/drawing/2014/main" id="{D9D44FBF-9B33-47B0-9BA6-C27A3B87091D}"/>
              </a:ext>
            </a:extLst>
          </p:cNvPr>
          <p:cNvSpPr>
            <a:spLocks xmlns:a="http://schemas.openxmlformats.org/drawingml/2006/main" noGrp="1"/>
          </p:cNvSpPr>
          <p:nvPr/>
        </p:nvSpPr>
        <p:spPr>
          <a:xfrm xmlns:a="http://schemas.openxmlformats.org/drawingml/2006/main">
            <a:off x="1647825" y="6038850"/>
            <a:ext cx="216789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1-comparison / n113 / text 1">
            <a:extLst xmlns:a="http://schemas.openxmlformats.org/drawingml/2006/main">
              <a:ext uri="{FF2B5EF4-FFF2-40B4-BE49-F238E27FC236}">
                <a16:creationId xmlns:a16="http://schemas.microsoft.com/office/drawing/2014/main" id="{5EF0F141-9FAB-4138-AFF6-AF422570FA0F}"/>
              </a:ext>
            </a:extLst>
          </p:cNvPr>
          <p:cNvSpPr>
            <a:spLocks xmlns:a="http://schemas.openxmlformats.org/drawingml/2006/main" noGrp="1"/>
          </p:cNvSpPr>
          <p:nvPr/>
        </p:nvSpPr>
        <p:spPr>
          <a:xfrm xmlns:a="http://schemas.openxmlformats.org/drawingml/2006/main">
            <a:off x="1666875" y="6048375"/>
            <a:ext cx="24765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자료 / 대화 / 업무 기록 조회</a:t>
            </a:r>
          </a:p>
        </p:txBody>
      </p:sp>
      <p:sp>
        <p:nvSpPr>
          <p:cNvPr id="161" name="dp41-comparison / n117">
            <a:extLst xmlns:a="http://schemas.openxmlformats.org/drawingml/2006/main">
              <a:ext uri="{FF2B5EF4-FFF2-40B4-BE49-F238E27FC236}">
                <a16:creationId xmlns:a16="http://schemas.microsoft.com/office/drawing/2014/main" id="{B3E75826-D3E5-480B-8C97-68472F31EF7E}"/>
              </a:ext>
            </a:extLst>
          </p:cNvPr>
          <p:cNvSpPr>
            <a:spLocks xmlns:a="http://schemas.openxmlformats.org/drawingml/2006/main" noGrp="1"/>
          </p:cNvSpPr>
          <p:nvPr/>
        </p:nvSpPr>
        <p:spPr>
          <a:xfrm xmlns:a="http://schemas.openxmlformats.org/drawingml/2006/main">
            <a:off x="1647825" y="63627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1-comparison / n118 / text 1">
            <a:extLst xmlns:a="http://schemas.openxmlformats.org/drawingml/2006/main">
              <a:ext uri="{FF2B5EF4-FFF2-40B4-BE49-F238E27FC236}">
                <a16:creationId xmlns:a16="http://schemas.microsoft.com/office/drawing/2014/main" id="{A459E9B2-6F39-4371-A06C-BA2A14D32115}"/>
              </a:ext>
            </a:extLst>
          </p:cNvPr>
          <p:cNvSpPr>
            <a:spLocks xmlns:a="http://schemas.openxmlformats.org/drawingml/2006/main" noGrp="1"/>
          </p:cNvSpPr>
          <p:nvPr/>
        </p:nvSpPr>
        <p:spPr>
          <a:xfrm xmlns:a="http://schemas.openxmlformats.org/drawingml/2006/main">
            <a:off x="1666875" y="63722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163" name="dp41-comparison / n129">
            <a:extLst xmlns:a="http://schemas.openxmlformats.org/drawingml/2006/main">
              <a:ext uri="{FF2B5EF4-FFF2-40B4-BE49-F238E27FC236}">
                <a16:creationId xmlns:a16="http://schemas.microsoft.com/office/drawing/2014/main" id="{08AA367E-B4C6-420B-84A2-397A2BB7030A}"/>
              </a:ext>
            </a:extLst>
          </p:cNvPr>
          <p:cNvSpPr>
            <a:spLocks xmlns:a="http://schemas.openxmlformats.org/drawingml/2006/main" noGrp="1"/>
          </p:cNvSpPr>
          <p:nvPr/>
        </p:nvSpPr>
        <p:spPr>
          <a:xfrm xmlns:a="http://schemas.openxmlformats.org/drawingml/2006/main">
            <a:off x="5600700" y="6600825"/>
            <a:ext cx="34290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4" name="dp41-comparison / n130 / text 1">
            <a:extLst xmlns:a="http://schemas.openxmlformats.org/drawingml/2006/main">
              <a:ext uri="{FF2B5EF4-FFF2-40B4-BE49-F238E27FC236}">
                <a16:creationId xmlns:a16="http://schemas.microsoft.com/office/drawing/2014/main" id="{158F7A65-DAF8-44B9-ACA5-8B62A9288B99}"/>
              </a:ext>
            </a:extLst>
          </p:cNvPr>
          <p:cNvSpPr>
            <a:spLocks xmlns:a="http://schemas.openxmlformats.org/drawingml/2006/main" noGrp="1"/>
          </p:cNvSpPr>
          <p:nvPr/>
        </p:nvSpPr>
        <p:spPr>
          <a:xfrm xmlns:a="http://schemas.openxmlformats.org/drawingml/2006/main">
            <a:off x="5619750" y="6610350"/>
            <a:ext cx="666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a:t>
            </a:r>
          </a:p>
        </p:txBody>
      </p:sp>
      <p:sp>
        <p:nvSpPr>
          <p:cNvPr id="165" name="dp41-comparison / n132">
            <a:extLst xmlns:a="http://schemas.openxmlformats.org/drawingml/2006/main">
              <a:ext uri="{FF2B5EF4-FFF2-40B4-BE49-F238E27FC236}">
                <a16:creationId xmlns:a16="http://schemas.microsoft.com/office/drawing/2014/main" id="{7D172D15-60CD-453F-8A96-81A2FE8150C8}"/>
              </a:ext>
            </a:extLst>
          </p:cNvPr>
          <p:cNvSpPr>
            <a:spLocks xmlns:a="http://schemas.openxmlformats.org/drawingml/2006/main" noGrp="1"/>
          </p:cNvSpPr>
          <p:nvPr/>
        </p:nvSpPr>
        <p:spPr>
          <a:xfrm xmlns:a="http://schemas.openxmlformats.org/drawingml/2006/main">
            <a:off x="2962275" y="6867525"/>
            <a:ext cx="27512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6" name="dp41-comparison / n133 / text 1">
            <a:extLst xmlns:a="http://schemas.openxmlformats.org/drawingml/2006/main">
              <a:ext uri="{FF2B5EF4-FFF2-40B4-BE49-F238E27FC236}">
                <a16:creationId xmlns:a16="http://schemas.microsoft.com/office/drawing/2014/main" id="{B39BB708-0CB4-484D-8B81-189DC735C59B}"/>
              </a:ext>
            </a:extLst>
          </p:cNvPr>
          <p:cNvSpPr>
            <a:spLocks xmlns:a="http://schemas.openxmlformats.org/drawingml/2006/main" noGrp="1"/>
          </p:cNvSpPr>
          <p:nvPr/>
        </p:nvSpPr>
        <p:spPr>
          <a:xfrm xmlns:a="http://schemas.openxmlformats.org/drawingml/2006/main">
            <a:off x="2981325" y="6877050"/>
            <a:ext cx="381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근거를 받아 모델 재호출 / 필요하면 반복</a:t>
            </a:r>
          </a:p>
        </p:txBody>
      </p:sp>
      <p:sp>
        <p:nvSpPr>
          <p:cNvPr id="167" name="dp41-comparison / n135">
            <a:extLst xmlns:a="http://schemas.openxmlformats.org/drawingml/2006/main">
              <a:ext uri="{FF2B5EF4-FFF2-40B4-BE49-F238E27FC236}">
                <a16:creationId xmlns:a16="http://schemas.microsoft.com/office/drawing/2014/main" id="{003DD929-2306-479F-A3B3-23DC8BFB4719}"/>
              </a:ext>
            </a:extLst>
          </p:cNvPr>
          <p:cNvSpPr>
            <a:spLocks xmlns:a="http://schemas.openxmlformats.org/drawingml/2006/main" noGrp="1"/>
          </p:cNvSpPr>
          <p:nvPr/>
        </p:nvSpPr>
        <p:spPr>
          <a:xfrm xmlns:a="http://schemas.openxmlformats.org/drawingml/2006/main">
            <a:off x="4933950" y="7181850"/>
            <a:ext cx="14258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8" name="dp41-comparison / n136 / text 1">
            <a:extLst xmlns:a="http://schemas.openxmlformats.org/drawingml/2006/main">
              <a:ext uri="{FF2B5EF4-FFF2-40B4-BE49-F238E27FC236}">
                <a16:creationId xmlns:a16="http://schemas.microsoft.com/office/drawing/2014/main" id="{90F90381-AC95-4654-A2BD-515D6708A056}"/>
              </a:ext>
            </a:extLst>
          </p:cNvPr>
          <p:cNvSpPr>
            <a:spLocks xmlns:a="http://schemas.openxmlformats.org/drawingml/2006/main" noGrp="1"/>
          </p:cNvSpPr>
          <p:nvPr/>
        </p:nvSpPr>
        <p:spPr>
          <a:xfrm xmlns:a="http://schemas.openxmlformats.org/drawingml/2006/main">
            <a:off x="4953000" y="7191375"/>
            <a:ext cx="1905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완성 / 확인 질문 필요</a:t>
            </a:r>
          </a:p>
        </p:txBody>
      </p:sp>
      <p:sp>
        <p:nvSpPr>
          <p:cNvPr id="169" name="dp41-comparison / n139">
            <a:extLst xmlns:a="http://schemas.openxmlformats.org/drawingml/2006/main">
              <a:ext uri="{FF2B5EF4-FFF2-40B4-BE49-F238E27FC236}">
                <a16:creationId xmlns:a16="http://schemas.microsoft.com/office/drawing/2014/main" id="{CB084F43-7E95-4FD9-A028-AFA4912F8B78}"/>
              </a:ext>
            </a:extLst>
          </p:cNvPr>
          <p:cNvSpPr>
            <a:spLocks xmlns:a="http://schemas.openxmlformats.org/drawingml/2006/main" noGrp="1"/>
          </p:cNvSpPr>
          <p:nvPr/>
        </p:nvSpPr>
        <p:spPr>
          <a:xfrm xmlns:a="http://schemas.openxmlformats.org/drawingml/2006/main">
            <a:off x="1162050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0" name="dp41-comparison / n140 / text 1">
            <a:extLst xmlns:a="http://schemas.openxmlformats.org/drawingml/2006/main">
              <a:ext uri="{FF2B5EF4-FFF2-40B4-BE49-F238E27FC236}">
                <a16:creationId xmlns:a16="http://schemas.microsoft.com/office/drawing/2014/main" id="{9110F0BC-75AA-4E55-8208-E449D2885968}"/>
              </a:ext>
            </a:extLst>
          </p:cNvPr>
          <p:cNvSpPr>
            <a:spLocks xmlns:a="http://schemas.openxmlformats.org/drawingml/2006/main" noGrp="1"/>
          </p:cNvSpPr>
          <p:nvPr/>
        </p:nvSpPr>
        <p:spPr>
          <a:xfrm xmlns:a="http://schemas.openxmlformats.org/drawingml/2006/main">
            <a:off x="1170622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71" name="dp41-comparison / n141">
            <a:extLst xmlns:a="http://schemas.openxmlformats.org/drawingml/2006/main">
              <a:ext uri="{FF2B5EF4-FFF2-40B4-BE49-F238E27FC236}">
                <a16:creationId xmlns:a16="http://schemas.microsoft.com/office/drawing/2014/main" id="{584F5B3C-9769-4C03-B6F8-11D84382A97A}"/>
              </a:ext>
            </a:extLst>
          </p:cNvPr>
          <p:cNvSpPr>
            <a:spLocks xmlns:a="http://schemas.openxmlformats.org/drawingml/2006/main" noGrp="1"/>
          </p:cNvSpPr>
          <p:nvPr/>
        </p:nvSpPr>
        <p:spPr>
          <a:xfrm xmlns:a="http://schemas.openxmlformats.org/drawingml/2006/main">
            <a:off x="1433512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2" name="dp41-comparison / n142 / text 1">
            <a:extLst xmlns:a="http://schemas.openxmlformats.org/drawingml/2006/main">
              <a:ext uri="{FF2B5EF4-FFF2-40B4-BE49-F238E27FC236}">
                <a16:creationId xmlns:a16="http://schemas.microsoft.com/office/drawing/2014/main" id="{19381874-DBB0-40C8-97E9-6C5E30952DD4}"/>
              </a:ext>
            </a:extLst>
          </p:cNvPr>
          <p:cNvSpPr>
            <a:spLocks xmlns:a="http://schemas.openxmlformats.org/drawingml/2006/main" noGrp="1"/>
          </p:cNvSpPr>
          <p:nvPr/>
        </p:nvSpPr>
        <p:spPr>
          <a:xfrm xmlns:a="http://schemas.openxmlformats.org/drawingml/2006/main">
            <a:off x="1442085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173" name="dp41-comparison / n143 / path">
            <a:extLst xmlns:a="http://schemas.openxmlformats.org/drawingml/2006/main">
              <a:ext uri="{FF2B5EF4-FFF2-40B4-BE49-F238E27FC236}">
                <a16:creationId xmlns:a16="http://schemas.microsoft.com/office/drawing/2014/main" id="{DDAC50CA-ADE2-4E4B-9464-1314075C5908}"/>
              </a:ext>
            </a:extLst>
          </p:cNvPr>
          <p:cNvSpPr>
            <a:spLocks xmlns:a="http://schemas.openxmlformats.org/drawingml/2006/main" noGrp="1"/>
          </p:cNvSpPr>
          <p:nvPr/>
        </p:nvSpPr>
        <p:spPr>
          <a:xfrm xmlns:a="http://schemas.openxmlformats.org/drawingml/2006/main">
            <a:off x="1128712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74" name="dp41-comparison / n143 / arrow">
            <a:extLst xmlns:a="http://schemas.openxmlformats.org/drawingml/2006/main">
              <a:ext uri="{FF2B5EF4-FFF2-40B4-BE49-F238E27FC236}">
                <a16:creationId xmlns:a16="http://schemas.microsoft.com/office/drawing/2014/main" id="{02A04D08-4A31-48E4-B2A5-C65EFF47B313}"/>
              </a:ext>
            </a:extLst>
          </p:cNvPr>
          <p:cNvSpPr>
            <a:spLocks xmlns:a="http://schemas.openxmlformats.org/drawingml/2006/main" noGrp="1"/>
          </p:cNvSpPr>
          <p:nvPr/>
        </p:nvSpPr>
        <p:spPr>
          <a:xfrm xmlns:a="http://schemas.openxmlformats.org/drawingml/2006/main">
            <a:off x="1155344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75" name="dp41-comparison / n144 / path">
            <a:extLst xmlns:a="http://schemas.openxmlformats.org/drawingml/2006/main">
              <a:ext uri="{FF2B5EF4-FFF2-40B4-BE49-F238E27FC236}">
                <a16:creationId xmlns:a16="http://schemas.microsoft.com/office/drawing/2014/main" id="{A9EF506C-B077-4EC1-B739-E5E68EFD7D91}"/>
              </a:ext>
            </a:extLst>
          </p:cNvPr>
          <p:cNvSpPr>
            <a:spLocks xmlns:a="http://schemas.openxmlformats.org/drawingml/2006/main" noGrp="1"/>
          </p:cNvSpPr>
          <p:nvPr/>
        </p:nvSpPr>
        <p:spPr>
          <a:xfrm xmlns:a="http://schemas.openxmlformats.org/drawingml/2006/main">
            <a:off x="1390650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76" name="dp41-comparison / n144 / arrow">
            <a:extLst xmlns:a="http://schemas.openxmlformats.org/drawingml/2006/main">
              <a:ext uri="{FF2B5EF4-FFF2-40B4-BE49-F238E27FC236}">
                <a16:creationId xmlns:a16="http://schemas.microsoft.com/office/drawing/2014/main" id="{91A446EF-FD1B-4C12-AADC-C8B88A1338AB}"/>
              </a:ext>
            </a:extLst>
          </p:cNvPr>
          <p:cNvSpPr>
            <a:spLocks xmlns:a="http://schemas.openxmlformats.org/drawingml/2006/main" noGrp="1"/>
          </p:cNvSpPr>
          <p:nvPr/>
        </p:nvSpPr>
        <p:spPr>
          <a:xfrm xmlns:a="http://schemas.openxmlformats.org/drawingml/2006/main">
            <a:off x="1426806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77" name="dp41-comparison / n145">
            <a:extLst xmlns:a="http://schemas.openxmlformats.org/drawingml/2006/main">
              <a:ext uri="{FF2B5EF4-FFF2-40B4-BE49-F238E27FC236}">
                <a16:creationId xmlns:a16="http://schemas.microsoft.com/office/drawing/2014/main" id="{511187F1-0806-4C3A-A1AF-8CF50D74064D}"/>
              </a:ext>
            </a:extLst>
          </p:cNvPr>
          <p:cNvSpPr>
            <a:spLocks xmlns:a="http://schemas.openxmlformats.org/drawingml/2006/main" noGrp="1"/>
          </p:cNvSpPr>
          <p:nvPr/>
        </p:nvSpPr>
        <p:spPr>
          <a:xfrm xmlns:a="http://schemas.openxmlformats.org/drawingml/2006/main">
            <a:off x="9763125" y="3257550"/>
            <a:ext cx="7953375"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8" name="dp41-comparison / n146 / text 1">
            <a:extLst xmlns:a="http://schemas.openxmlformats.org/drawingml/2006/main">
              <a:ext uri="{FF2B5EF4-FFF2-40B4-BE49-F238E27FC236}">
                <a16:creationId xmlns:a16="http://schemas.microsoft.com/office/drawing/2014/main" id="{CF6B45F6-17B1-4D84-A4E6-C9A89A606020}"/>
              </a:ext>
            </a:extLst>
          </p:cNvPr>
          <p:cNvSpPr>
            <a:spLocks xmlns:a="http://schemas.openxmlformats.org/drawingml/2006/main" noGrp="1"/>
          </p:cNvSpPr>
          <p:nvPr/>
        </p:nvSpPr>
        <p:spPr>
          <a:xfrm xmlns:a="http://schemas.openxmlformats.org/drawingml/2006/main">
            <a:off x="9886950" y="335280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179" name="dp41-comparison / n149 / path">
            <a:extLst xmlns:a="http://schemas.openxmlformats.org/drawingml/2006/main">
              <a:ext uri="{FF2B5EF4-FFF2-40B4-BE49-F238E27FC236}">
                <a16:creationId xmlns:a16="http://schemas.microsoft.com/office/drawing/2014/main" id="{1CB25FBA-1971-4786-8853-DA74849D3F62}"/>
              </a:ext>
            </a:extLst>
          </p:cNvPr>
          <p:cNvSpPr>
            <a:spLocks xmlns:a="http://schemas.openxmlformats.org/drawingml/2006/main" noGrp="1"/>
          </p:cNvSpPr>
          <p:nvPr/>
        </p:nvSpPr>
        <p:spPr>
          <a:xfrm xmlns:a="http://schemas.openxmlformats.org/drawingml/2006/main">
            <a:off x="15525750" y="2743200"/>
            <a:ext cx="23813" cy="514350"/>
          </a:xfrm>
          <a:custGeom xmlns:a="http://schemas.openxmlformats.org/drawingml/2006/main">
            <a:pathLst>
              <a:path w="23813" h="514350">
                <a:moveTo>
                  <a:pt x="0" y="0"/>
                </a:moveTo>
                <a:lnTo>
                  <a:pt x="0" y="447675"/>
                </a:lnTo>
                <a:lnTo>
                  <a:pt x="23813" y="447675"/>
                </a:lnTo>
                <a:lnTo>
                  <a:pt x="23813" y="514350"/>
                </a:lnTo>
              </a:path>
            </a:pathLst>
          </a:custGeom>
          <a:noFill xmlns:a="http://schemas.openxmlformats.org/drawingml/2006/main"/>
          <a:ln xmlns:a="http://schemas.openxmlformats.org/drawingml/2006/main" w="10478">
            <a:solidFill>
              <a:srgbClr val="000000"/>
            </a:solidFill>
            <a:prstDash val="solid"/>
          </a:ln>
        </p:spPr>
      </p:sp>
      <p:sp>
        <p:nvSpPr>
          <p:cNvPr id="180" name="dp41-comparison / n149 / arrow">
            <a:extLst xmlns:a="http://schemas.openxmlformats.org/drawingml/2006/main">
              <a:ext uri="{FF2B5EF4-FFF2-40B4-BE49-F238E27FC236}">
                <a16:creationId xmlns:a16="http://schemas.microsoft.com/office/drawing/2014/main" id="{17E7289E-F7D2-4736-8580-313D07CD8081}"/>
              </a:ext>
            </a:extLst>
          </p:cNvPr>
          <p:cNvSpPr>
            <a:spLocks xmlns:a="http://schemas.openxmlformats.org/drawingml/2006/main" noGrp="1"/>
          </p:cNvSpPr>
          <p:nvPr/>
        </p:nvSpPr>
        <p:spPr>
          <a:xfrm xmlns:a="http://schemas.openxmlformats.org/drawingml/2006/main">
            <a:off x="15516035" y="3190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1" name="dp41-comparison / n152">
            <a:extLst xmlns:a="http://schemas.openxmlformats.org/drawingml/2006/main">
              <a:ext uri="{FF2B5EF4-FFF2-40B4-BE49-F238E27FC236}">
                <a16:creationId xmlns:a16="http://schemas.microsoft.com/office/drawing/2014/main" id="{BA047B7B-17B4-4FBA-979E-547504FFBC3F}"/>
              </a:ext>
            </a:extLst>
          </p:cNvPr>
          <p:cNvSpPr>
            <a:spLocks xmlns:a="http://schemas.openxmlformats.org/drawingml/2006/main" noGrp="1"/>
          </p:cNvSpPr>
          <p:nvPr/>
        </p:nvSpPr>
        <p:spPr>
          <a:xfrm xmlns:a="http://schemas.openxmlformats.org/drawingml/2006/main">
            <a:off x="9953625" y="2867025"/>
            <a:ext cx="2381250"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82" name="dp41-comparison / n153 / text 1">
            <a:extLst xmlns:a="http://schemas.openxmlformats.org/drawingml/2006/main">
              <a:ext uri="{FF2B5EF4-FFF2-40B4-BE49-F238E27FC236}">
                <a16:creationId xmlns:a16="http://schemas.microsoft.com/office/drawing/2014/main" id="{A2DA3B87-96DB-4F0B-8729-F95DC3E76CBE}"/>
              </a:ext>
            </a:extLst>
          </p:cNvPr>
          <p:cNvSpPr>
            <a:spLocks xmlns:a="http://schemas.openxmlformats.org/drawingml/2006/main" noGrp="1"/>
          </p:cNvSpPr>
          <p:nvPr/>
        </p:nvSpPr>
        <p:spPr>
          <a:xfrm xmlns:a="http://schemas.openxmlformats.org/drawingml/2006/main">
            <a:off x="10039350" y="2895600"/>
            <a:ext cx="2209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183" name="dp41-comparison / n156">
            <a:extLst xmlns:a="http://schemas.openxmlformats.org/drawingml/2006/main">
              <a:ext uri="{FF2B5EF4-FFF2-40B4-BE49-F238E27FC236}">
                <a16:creationId xmlns:a16="http://schemas.microsoft.com/office/drawing/2014/main" id="{838CBB48-8712-4A2E-B442-35F6D4653A20}"/>
              </a:ext>
            </a:extLst>
          </p:cNvPr>
          <p:cNvSpPr>
            <a:spLocks xmlns:a="http://schemas.openxmlformats.org/drawingml/2006/main" noGrp="1"/>
          </p:cNvSpPr>
          <p:nvPr/>
        </p:nvSpPr>
        <p:spPr>
          <a:xfrm xmlns:a="http://schemas.openxmlformats.org/drawingml/2006/main">
            <a:off x="9953625" y="3667125"/>
            <a:ext cx="2333625" cy="342900"/>
          </a:xfrm>
          <a:prstGeom xmlns:a="http://schemas.openxmlformats.org/drawingml/2006/main" prst="roundRect">
            <a:avLst>
              <a:gd name="adj" fmla="val 22222"/>
            </a:avLst>
          </a:prstGeom>
          <a:solidFill xmlns:a="http://schemas.openxmlformats.org/drawingml/2006/main">
            <a:srgbClr val="FFF0DD"/>
          </a:solidFill>
          <a:ln xmlns:a="http://schemas.openxmlformats.org/drawingml/2006/main" w="17145">
            <a:solidFill>
              <a:srgbClr val="B8753F"/>
            </a:solidFill>
            <a:prstDash val="solid"/>
          </a:ln>
        </p:spPr>
      </p:sp>
      <p:sp>
        <p:nvSpPr>
          <p:cNvPr id="184" name="dp41-comparison / n157 / text 1">
            <a:extLst xmlns:a="http://schemas.openxmlformats.org/drawingml/2006/main">
              <a:ext uri="{FF2B5EF4-FFF2-40B4-BE49-F238E27FC236}">
                <a16:creationId xmlns:a16="http://schemas.microsoft.com/office/drawing/2014/main" id="{7A3FD974-EC5F-4E89-AF3D-7F88AF7EC634}"/>
              </a:ext>
            </a:extLst>
          </p:cNvPr>
          <p:cNvSpPr>
            <a:spLocks xmlns:a="http://schemas.openxmlformats.org/drawingml/2006/main" noGrp="1"/>
          </p:cNvSpPr>
          <p:nvPr/>
        </p:nvSpPr>
        <p:spPr>
          <a:xfrm xmlns:a="http://schemas.openxmlformats.org/drawingml/2006/main">
            <a:off x="10039350" y="3727133"/>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요청 구조화기</a:t>
            </a:r>
          </a:p>
        </p:txBody>
      </p:sp>
      <p:sp>
        <p:nvSpPr>
          <p:cNvPr id="185" name="dp41-comparison / n158">
            <a:extLst xmlns:a="http://schemas.openxmlformats.org/drawingml/2006/main">
              <a:ext uri="{FF2B5EF4-FFF2-40B4-BE49-F238E27FC236}">
                <a16:creationId xmlns:a16="http://schemas.microsoft.com/office/drawing/2014/main" id="{80685E7E-6949-4249-9671-649EDBF527FA}"/>
              </a:ext>
            </a:extLst>
          </p:cNvPr>
          <p:cNvSpPr>
            <a:spLocks xmlns:a="http://schemas.openxmlformats.org/drawingml/2006/main" noGrp="1"/>
          </p:cNvSpPr>
          <p:nvPr/>
        </p:nvSpPr>
        <p:spPr>
          <a:xfrm xmlns:a="http://schemas.openxmlformats.org/drawingml/2006/main">
            <a:off x="15906750" y="3667125"/>
            <a:ext cx="1619250" cy="3429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000000"/>
            </a:solidFill>
            <a:prstDash val="solid"/>
          </a:ln>
        </p:spPr>
      </p:sp>
      <p:sp>
        <p:nvSpPr>
          <p:cNvPr id="186" name="dp41-comparison / n159 / text 1">
            <a:extLst xmlns:a="http://schemas.openxmlformats.org/drawingml/2006/main">
              <a:ext uri="{FF2B5EF4-FFF2-40B4-BE49-F238E27FC236}">
                <a16:creationId xmlns:a16="http://schemas.microsoft.com/office/drawing/2014/main" id="{75CB5A11-3AF6-48E4-8451-D450DAABEC4B}"/>
              </a:ext>
            </a:extLst>
          </p:cNvPr>
          <p:cNvSpPr>
            <a:spLocks xmlns:a="http://schemas.openxmlformats.org/drawingml/2006/main" noGrp="1"/>
          </p:cNvSpPr>
          <p:nvPr/>
        </p:nvSpPr>
        <p:spPr>
          <a:xfrm xmlns:a="http://schemas.openxmlformats.org/drawingml/2006/main">
            <a:off x="15992475" y="37457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읽기 도구 실행기</a:t>
            </a:r>
          </a:p>
        </p:txBody>
      </p:sp>
      <p:sp>
        <p:nvSpPr>
          <p:cNvPr id="187" name="dp41-comparison / n160">
            <a:extLst xmlns:a="http://schemas.openxmlformats.org/drawingml/2006/main">
              <a:ext uri="{FF2B5EF4-FFF2-40B4-BE49-F238E27FC236}">
                <a16:creationId xmlns:a16="http://schemas.microsoft.com/office/drawing/2014/main" id="{DC327912-1CF8-4E89-9304-35F037EE6AB5}"/>
              </a:ext>
            </a:extLst>
          </p:cNvPr>
          <p:cNvSpPr>
            <a:spLocks xmlns:a="http://schemas.openxmlformats.org/drawingml/2006/main" noGrp="1"/>
          </p:cNvSpPr>
          <p:nvPr/>
        </p:nvSpPr>
        <p:spPr>
          <a:xfrm xmlns:a="http://schemas.openxmlformats.org/drawingml/2006/main">
            <a:off x="15621000" y="5429250"/>
            <a:ext cx="1905000"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188" name="dp41-comparison / n161 / text 1">
            <a:extLst xmlns:a="http://schemas.openxmlformats.org/drawingml/2006/main">
              <a:ext uri="{FF2B5EF4-FFF2-40B4-BE49-F238E27FC236}">
                <a16:creationId xmlns:a16="http://schemas.microsoft.com/office/drawing/2014/main" id="{E9E50FC7-5106-4BB3-B0E6-3E23B39B9BF1}"/>
              </a:ext>
            </a:extLst>
          </p:cNvPr>
          <p:cNvSpPr>
            <a:spLocks xmlns:a="http://schemas.openxmlformats.org/drawingml/2006/main" noGrp="1"/>
          </p:cNvSpPr>
          <p:nvPr/>
        </p:nvSpPr>
        <p:spPr>
          <a:xfrm xmlns:a="http://schemas.openxmlformats.org/drawingml/2006/main">
            <a:off x="15706725" y="5476399"/>
            <a:ext cx="17335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의미 제안 검증기</a:t>
            </a:r>
          </a:p>
        </p:txBody>
      </p:sp>
      <p:sp>
        <p:nvSpPr>
          <p:cNvPr id="189" name="dp41-comparison / n162">
            <a:extLst xmlns:a="http://schemas.openxmlformats.org/drawingml/2006/main">
              <a:ext uri="{FF2B5EF4-FFF2-40B4-BE49-F238E27FC236}">
                <a16:creationId xmlns:a16="http://schemas.microsoft.com/office/drawing/2014/main" id="{0F442459-194D-4625-B078-3DC493396894}"/>
              </a:ext>
            </a:extLst>
          </p:cNvPr>
          <p:cNvSpPr>
            <a:spLocks xmlns:a="http://schemas.openxmlformats.org/drawingml/2006/main" noGrp="1"/>
          </p:cNvSpPr>
          <p:nvPr/>
        </p:nvSpPr>
        <p:spPr>
          <a:xfrm xmlns:a="http://schemas.openxmlformats.org/drawingml/2006/main">
            <a:off x="12715875" y="3667125"/>
            <a:ext cx="2857500" cy="342900"/>
          </a:xfrm>
          <a:prstGeom xmlns:a="http://schemas.openxmlformats.org/drawingml/2006/main" prst="roundRect">
            <a:avLst>
              <a:gd name="adj" fmla="val 22222"/>
            </a:avLst>
          </a:prstGeom>
          <a:solidFill xmlns:a="http://schemas.openxmlformats.org/drawingml/2006/main">
            <a:srgbClr val="FFF0DD"/>
          </a:solidFill>
          <a:ln xmlns:a="http://schemas.openxmlformats.org/drawingml/2006/main" w="17145">
            <a:solidFill>
              <a:srgbClr val="B8753F"/>
            </a:solidFill>
            <a:prstDash val="solid"/>
          </a:ln>
        </p:spPr>
      </p:sp>
      <p:sp>
        <p:nvSpPr>
          <p:cNvPr id="190" name="dp41-comparison / n163 / text 1">
            <a:extLst xmlns:a="http://schemas.openxmlformats.org/drawingml/2006/main">
              <a:ext uri="{FF2B5EF4-FFF2-40B4-BE49-F238E27FC236}">
                <a16:creationId xmlns:a16="http://schemas.microsoft.com/office/drawing/2014/main" id="{A4008B96-7145-4F16-B788-E66C09F469CF}"/>
              </a:ext>
            </a:extLst>
          </p:cNvPr>
          <p:cNvSpPr>
            <a:spLocks xmlns:a="http://schemas.openxmlformats.org/drawingml/2006/main" noGrp="1"/>
          </p:cNvSpPr>
          <p:nvPr/>
        </p:nvSpPr>
        <p:spPr>
          <a:xfrm xmlns:a="http://schemas.openxmlformats.org/drawingml/2006/main">
            <a:off x="12801600" y="3733324"/>
            <a:ext cx="26860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Resolution Engine</a:t>
            </a:r>
          </a:p>
        </p:txBody>
      </p:sp>
      <p:sp>
        <p:nvSpPr>
          <p:cNvPr id="191" name="dp41-comparison / n164 / path">
            <a:extLst xmlns:a="http://schemas.openxmlformats.org/drawingml/2006/main">
              <a:ext uri="{FF2B5EF4-FFF2-40B4-BE49-F238E27FC236}">
                <a16:creationId xmlns:a16="http://schemas.microsoft.com/office/drawing/2014/main" id="{A6C91363-0D3D-43A0-8D55-485E33063668}"/>
              </a:ext>
            </a:extLst>
          </p:cNvPr>
          <p:cNvSpPr>
            <a:spLocks xmlns:a="http://schemas.openxmlformats.org/drawingml/2006/main" noGrp="1"/>
          </p:cNvSpPr>
          <p:nvPr/>
        </p:nvSpPr>
        <p:spPr>
          <a:xfrm xmlns:a="http://schemas.openxmlformats.org/drawingml/2006/main">
            <a:off x="12287250" y="37623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92" name="dp41-comparison / n164 / arrow">
            <a:extLst xmlns:a="http://schemas.openxmlformats.org/drawingml/2006/main">
              <a:ext uri="{FF2B5EF4-FFF2-40B4-BE49-F238E27FC236}">
                <a16:creationId xmlns:a16="http://schemas.microsoft.com/office/drawing/2014/main" id="{BE2727AF-7F2B-497B-A668-FBE55AC65C3D}"/>
              </a:ext>
            </a:extLst>
          </p:cNvPr>
          <p:cNvSpPr>
            <a:spLocks xmlns:a="http://schemas.openxmlformats.org/drawingml/2006/main" noGrp="1"/>
          </p:cNvSpPr>
          <p:nvPr/>
        </p:nvSpPr>
        <p:spPr>
          <a:xfrm xmlns:a="http://schemas.openxmlformats.org/drawingml/2006/main">
            <a:off x="1264881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3" name="dp41-comparison / n165 / path">
            <a:extLst xmlns:a="http://schemas.openxmlformats.org/drawingml/2006/main">
              <a:ext uri="{FF2B5EF4-FFF2-40B4-BE49-F238E27FC236}">
                <a16:creationId xmlns:a16="http://schemas.microsoft.com/office/drawing/2014/main" id="{E355B2EE-0EA7-48F5-8688-B0C0C9EA0BC8}"/>
              </a:ext>
            </a:extLst>
          </p:cNvPr>
          <p:cNvSpPr>
            <a:spLocks xmlns:a="http://schemas.openxmlformats.org/drawingml/2006/main" noGrp="1"/>
          </p:cNvSpPr>
          <p:nvPr/>
        </p:nvSpPr>
        <p:spPr>
          <a:xfrm xmlns:a="http://schemas.openxmlformats.org/drawingml/2006/main">
            <a:off x="12287250" y="3914775"/>
            <a:ext cx="428625" cy="142875"/>
          </a:xfrm>
          <a:custGeom xmlns:a="http://schemas.openxmlformats.org/drawingml/2006/main">
            <a:pathLst>
              <a:path w="428625" h="142875">
                <a:moveTo>
                  <a:pt x="428625" y="0"/>
                </a:moveTo>
                <a:lnTo>
                  <a:pt x="285750" y="0"/>
                </a:lnTo>
                <a:lnTo>
                  <a:pt x="285750" y="142875"/>
                </a:lnTo>
                <a:lnTo>
                  <a:pt x="114300" y="142875"/>
                </a:lnTo>
                <a:lnTo>
                  <a:pt x="114300" y="0"/>
                </a:lnTo>
                <a:lnTo>
                  <a:pt x="0" y="0"/>
                </a:lnTo>
              </a:path>
            </a:pathLst>
          </a:custGeom>
          <a:noFill xmlns:a="http://schemas.openxmlformats.org/drawingml/2006/main"/>
          <a:ln xmlns:a="http://schemas.openxmlformats.org/drawingml/2006/main" w="10478">
            <a:solidFill>
              <a:srgbClr val="000000"/>
            </a:solidFill>
            <a:prstDash val="solid"/>
          </a:ln>
        </p:spPr>
      </p:sp>
      <p:sp>
        <p:nvSpPr>
          <p:cNvPr id="194" name="dp41-comparison / n165 / arrow">
            <a:extLst xmlns:a="http://schemas.openxmlformats.org/drawingml/2006/main">
              <a:ext uri="{FF2B5EF4-FFF2-40B4-BE49-F238E27FC236}">
                <a16:creationId xmlns:a16="http://schemas.microsoft.com/office/drawing/2014/main" id="{0872DC53-F779-48B4-92A4-3AE98227AF96}"/>
              </a:ext>
            </a:extLst>
          </p:cNvPr>
          <p:cNvSpPr>
            <a:spLocks xmlns:a="http://schemas.openxmlformats.org/drawingml/2006/main" noGrp="1"/>
          </p:cNvSpPr>
          <p:nvPr/>
        </p:nvSpPr>
        <p:spPr>
          <a:xfrm xmlns:a="http://schemas.openxmlformats.org/drawingml/2006/main">
            <a:off x="12287250" y="3881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95" name="dp41-comparison / n168 / path">
            <a:extLst xmlns:a="http://schemas.openxmlformats.org/drawingml/2006/main">
              <a:ext uri="{FF2B5EF4-FFF2-40B4-BE49-F238E27FC236}">
                <a16:creationId xmlns:a16="http://schemas.microsoft.com/office/drawing/2014/main" id="{8E89D37E-609D-4687-B82F-63EE7E2610AC}"/>
              </a:ext>
            </a:extLst>
          </p:cNvPr>
          <p:cNvSpPr>
            <a:spLocks xmlns:a="http://schemas.openxmlformats.org/drawingml/2006/main" noGrp="1"/>
          </p:cNvSpPr>
          <p:nvPr/>
        </p:nvSpPr>
        <p:spPr>
          <a:xfrm xmlns:a="http://schemas.openxmlformats.org/drawingml/2006/main">
            <a:off x="15573375" y="376237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96" name="dp41-comparison / n168 / arrow">
            <a:extLst xmlns:a="http://schemas.openxmlformats.org/drawingml/2006/main">
              <a:ext uri="{FF2B5EF4-FFF2-40B4-BE49-F238E27FC236}">
                <a16:creationId xmlns:a16="http://schemas.microsoft.com/office/drawing/2014/main" id="{A9239DD7-1114-41C1-A480-FC793302A839}"/>
              </a:ext>
            </a:extLst>
          </p:cNvPr>
          <p:cNvSpPr>
            <a:spLocks xmlns:a="http://schemas.openxmlformats.org/drawingml/2006/main" noGrp="1"/>
          </p:cNvSpPr>
          <p:nvPr/>
        </p:nvSpPr>
        <p:spPr>
          <a:xfrm xmlns:a="http://schemas.openxmlformats.org/drawingml/2006/main">
            <a:off x="15839694"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7" name="dp41-comparison / n169 / path">
            <a:extLst xmlns:a="http://schemas.openxmlformats.org/drawingml/2006/main">
              <a:ext uri="{FF2B5EF4-FFF2-40B4-BE49-F238E27FC236}">
                <a16:creationId xmlns:a16="http://schemas.microsoft.com/office/drawing/2014/main" id="{8FB0FA4E-A2ED-46B7-B6E5-690CABACD594}"/>
              </a:ext>
            </a:extLst>
          </p:cNvPr>
          <p:cNvSpPr>
            <a:spLocks xmlns:a="http://schemas.openxmlformats.org/drawingml/2006/main" noGrp="1"/>
          </p:cNvSpPr>
          <p:nvPr/>
        </p:nvSpPr>
        <p:spPr>
          <a:xfrm xmlns:a="http://schemas.openxmlformats.org/drawingml/2006/main">
            <a:off x="14144625" y="4010025"/>
            <a:ext cx="2571750" cy="66675"/>
          </a:xfrm>
          <a:custGeom xmlns:a="http://schemas.openxmlformats.org/drawingml/2006/main">
            <a:pathLst>
              <a:path w="2571750" h="66675">
                <a:moveTo>
                  <a:pt x="2571750" y="0"/>
                </a:moveTo>
                <a:lnTo>
                  <a:pt x="2571750" y="66675"/>
                </a:lnTo>
                <a:lnTo>
                  <a:pt x="0" y="66675"/>
                </a:lnTo>
                <a:lnTo>
                  <a:pt x="0" y="0"/>
                </a:lnTo>
              </a:path>
            </a:pathLst>
          </a:custGeom>
          <a:noFill xmlns:a="http://schemas.openxmlformats.org/drawingml/2006/main"/>
          <a:ln xmlns:a="http://schemas.openxmlformats.org/drawingml/2006/main" w="10478">
            <a:solidFill>
              <a:srgbClr val="000000"/>
            </a:solidFill>
            <a:prstDash val="dash"/>
          </a:ln>
        </p:spPr>
      </p:sp>
      <p:sp>
        <p:nvSpPr>
          <p:cNvPr id="198" name="dp41-comparison / n169 / arrow">
            <a:extLst xmlns:a="http://schemas.openxmlformats.org/drawingml/2006/main">
              <a:ext uri="{FF2B5EF4-FFF2-40B4-BE49-F238E27FC236}">
                <a16:creationId xmlns:a16="http://schemas.microsoft.com/office/drawing/2014/main" id="{BDFE28EA-68C7-407B-949B-A20B3C95D14D}"/>
              </a:ext>
            </a:extLst>
          </p:cNvPr>
          <p:cNvSpPr>
            <a:spLocks xmlns:a="http://schemas.openxmlformats.org/drawingml/2006/main" noGrp="1"/>
          </p:cNvSpPr>
          <p:nvPr/>
        </p:nvSpPr>
        <p:spPr>
          <a:xfrm xmlns:a="http://schemas.openxmlformats.org/drawingml/2006/main">
            <a:off x="14111097" y="40100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9" name="dp41-comparison / n174 / path">
            <a:extLst xmlns:a="http://schemas.openxmlformats.org/drawingml/2006/main">
              <a:ext uri="{FF2B5EF4-FFF2-40B4-BE49-F238E27FC236}">
                <a16:creationId xmlns:a16="http://schemas.microsoft.com/office/drawing/2014/main" id="{260C6DD9-5DBA-4E42-AF01-A499437DDF79}"/>
              </a:ext>
            </a:extLst>
          </p:cNvPr>
          <p:cNvSpPr>
            <a:spLocks xmlns:a="http://schemas.openxmlformats.org/drawingml/2006/main" noGrp="1"/>
          </p:cNvSpPr>
          <p:nvPr/>
        </p:nvSpPr>
        <p:spPr>
          <a:xfrm xmlns:a="http://schemas.openxmlformats.org/drawingml/2006/main">
            <a:off x="14144625" y="4010025"/>
            <a:ext cx="2428875" cy="1419225"/>
          </a:xfrm>
          <a:custGeom xmlns:a="http://schemas.openxmlformats.org/drawingml/2006/main">
            <a:pathLst>
              <a:path w="2428875" h="1419225">
                <a:moveTo>
                  <a:pt x="0" y="0"/>
                </a:moveTo>
                <a:lnTo>
                  <a:pt x="0" y="19050"/>
                </a:lnTo>
                <a:lnTo>
                  <a:pt x="1524000" y="19050"/>
                </a:lnTo>
                <a:lnTo>
                  <a:pt x="1524000" y="1352550"/>
                </a:lnTo>
                <a:lnTo>
                  <a:pt x="2428875" y="1352550"/>
                </a:lnTo>
                <a:lnTo>
                  <a:pt x="2428875" y="1419225"/>
                </a:lnTo>
              </a:path>
            </a:pathLst>
          </a:custGeom>
          <a:noFill xmlns:a="http://schemas.openxmlformats.org/drawingml/2006/main"/>
          <a:ln xmlns:a="http://schemas.openxmlformats.org/drawingml/2006/main" w="10478">
            <a:solidFill>
              <a:srgbClr val="000000"/>
            </a:solidFill>
            <a:prstDash val="solid"/>
          </a:ln>
        </p:spPr>
      </p:sp>
      <p:sp>
        <p:nvSpPr>
          <p:cNvPr id="200" name="dp41-comparison / n174 / arrow">
            <a:extLst xmlns:a="http://schemas.openxmlformats.org/drawingml/2006/main">
              <a:ext uri="{FF2B5EF4-FFF2-40B4-BE49-F238E27FC236}">
                <a16:creationId xmlns:a16="http://schemas.microsoft.com/office/drawing/2014/main" id="{19211263-8C03-4A50-BA9E-4034F16B4EA6}"/>
              </a:ext>
            </a:extLst>
          </p:cNvPr>
          <p:cNvSpPr>
            <a:spLocks xmlns:a="http://schemas.openxmlformats.org/drawingml/2006/main" noGrp="1"/>
          </p:cNvSpPr>
          <p:nvPr/>
        </p:nvSpPr>
        <p:spPr>
          <a:xfrm xmlns:a="http://schemas.openxmlformats.org/drawingml/2006/main">
            <a:off x="16539972" y="53621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1" name="dp41-comparison / n183">
            <a:extLst xmlns:a="http://schemas.openxmlformats.org/drawingml/2006/main">
              <a:ext uri="{FF2B5EF4-FFF2-40B4-BE49-F238E27FC236}">
                <a16:creationId xmlns:a16="http://schemas.microsoft.com/office/drawing/2014/main" id="{33C7D161-9D65-4D81-BFF4-0C0479EEBE9D}"/>
              </a:ext>
            </a:extLst>
          </p:cNvPr>
          <p:cNvSpPr>
            <a:spLocks xmlns:a="http://schemas.openxmlformats.org/drawingml/2006/main" noGrp="1"/>
          </p:cNvSpPr>
          <p:nvPr/>
        </p:nvSpPr>
        <p:spPr>
          <a:xfrm xmlns:a="http://schemas.openxmlformats.org/drawingml/2006/main">
            <a:off x="12649200" y="601980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2" name="dp41-comparison / n184 / text 1">
            <a:extLst xmlns:a="http://schemas.openxmlformats.org/drawingml/2006/main">
              <a:ext uri="{FF2B5EF4-FFF2-40B4-BE49-F238E27FC236}">
                <a16:creationId xmlns:a16="http://schemas.microsoft.com/office/drawing/2014/main" id="{76D85E64-8D05-4274-B841-85ED1602138D}"/>
              </a:ext>
            </a:extLst>
          </p:cNvPr>
          <p:cNvSpPr>
            <a:spLocks xmlns:a="http://schemas.openxmlformats.org/drawingml/2006/main" noGrp="1"/>
          </p:cNvSpPr>
          <p:nvPr/>
        </p:nvSpPr>
        <p:spPr>
          <a:xfrm xmlns:a="http://schemas.openxmlformats.org/drawingml/2006/main">
            <a:off x="12734925" y="604313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203" name="dp41-comparison / n185 / path">
            <a:extLst xmlns:a="http://schemas.openxmlformats.org/drawingml/2006/main">
              <a:ext uri="{FF2B5EF4-FFF2-40B4-BE49-F238E27FC236}">
                <a16:creationId xmlns:a16="http://schemas.microsoft.com/office/drawing/2014/main" id="{7A69EA05-461A-40BD-9A3E-82FDF4702936}"/>
              </a:ext>
            </a:extLst>
          </p:cNvPr>
          <p:cNvSpPr>
            <a:spLocks xmlns:a="http://schemas.openxmlformats.org/drawingml/2006/main" noGrp="1"/>
          </p:cNvSpPr>
          <p:nvPr/>
        </p:nvSpPr>
        <p:spPr>
          <a:xfrm xmlns:a="http://schemas.openxmlformats.org/drawingml/2006/main">
            <a:off x="13744575" y="3771900"/>
            <a:ext cx="4010025" cy="2247900"/>
          </a:xfrm>
          <a:custGeom xmlns:a="http://schemas.openxmlformats.org/drawingml/2006/main">
            <a:pathLst>
              <a:path w="4010025" h="2247900">
                <a:moveTo>
                  <a:pt x="3781425" y="0"/>
                </a:moveTo>
                <a:lnTo>
                  <a:pt x="4010025" y="0"/>
                </a:lnTo>
                <a:lnTo>
                  <a:pt x="4010025" y="2105025"/>
                </a:lnTo>
                <a:lnTo>
                  <a:pt x="0" y="2105025"/>
                </a:lnTo>
                <a:lnTo>
                  <a:pt x="0" y="2247900"/>
                </a:lnTo>
              </a:path>
            </a:pathLst>
          </a:custGeom>
          <a:noFill xmlns:a="http://schemas.openxmlformats.org/drawingml/2006/main"/>
          <a:ln xmlns:a="http://schemas.openxmlformats.org/drawingml/2006/main" w="10478">
            <a:solidFill>
              <a:srgbClr val="000000"/>
            </a:solidFill>
            <a:prstDash val="solid"/>
          </a:ln>
        </p:spPr>
      </p:sp>
      <p:sp>
        <p:nvSpPr>
          <p:cNvPr id="204" name="dp41-comparison / n185 / arrow">
            <a:extLst xmlns:a="http://schemas.openxmlformats.org/drawingml/2006/main">
              <a:ext uri="{FF2B5EF4-FFF2-40B4-BE49-F238E27FC236}">
                <a16:creationId xmlns:a16="http://schemas.microsoft.com/office/drawing/2014/main" id="{FD1D4C11-ECC8-4EA4-AD03-92C69096047C}"/>
              </a:ext>
            </a:extLst>
          </p:cNvPr>
          <p:cNvSpPr>
            <a:spLocks xmlns:a="http://schemas.openxmlformats.org/drawingml/2006/main" noGrp="1"/>
          </p:cNvSpPr>
          <p:nvPr/>
        </p:nvSpPr>
        <p:spPr>
          <a:xfrm xmlns:a="http://schemas.openxmlformats.org/drawingml/2006/main">
            <a:off x="13711047"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5" name="dp41-comparison / n186 / path">
            <a:extLst xmlns:a="http://schemas.openxmlformats.org/drawingml/2006/main">
              <a:ext uri="{FF2B5EF4-FFF2-40B4-BE49-F238E27FC236}">
                <a16:creationId xmlns:a16="http://schemas.microsoft.com/office/drawing/2014/main" id="{A60356F5-33AB-42D2-A6E5-E9B80D7F26FC}"/>
              </a:ext>
            </a:extLst>
          </p:cNvPr>
          <p:cNvSpPr>
            <a:spLocks xmlns:a="http://schemas.openxmlformats.org/drawingml/2006/main" noGrp="1"/>
          </p:cNvSpPr>
          <p:nvPr/>
        </p:nvSpPr>
        <p:spPr>
          <a:xfrm xmlns:a="http://schemas.openxmlformats.org/drawingml/2006/main">
            <a:off x="13830300" y="3914775"/>
            <a:ext cx="3848100" cy="2105025"/>
          </a:xfrm>
          <a:custGeom xmlns:a="http://schemas.openxmlformats.org/drawingml/2006/main">
            <a:pathLst>
              <a:path w="3848100" h="2105025">
                <a:moveTo>
                  <a:pt x="0" y="2105025"/>
                </a:moveTo>
                <a:lnTo>
                  <a:pt x="0" y="2000250"/>
                </a:lnTo>
                <a:lnTo>
                  <a:pt x="3848100" y="2000250"/>
                </a:lnTo>
                <a:lnTo>
                  <a:pt x="3848100" y="0"/>
                </a:lnTo>
                <a:lnTo>
                  <a:pt x="3695700" y="0"/>
                </a:lnTo>
              </a:path>
            </a:pathLst>
          </a:custGeom>
          <a:noFill xmlns:a="http://schemas.openxmlformats.org/drawingml/2006/main"/>
          <a:ln xmlns:a="http://schemas.openxmlformats.org/drawingml/2006/main" w="10478">
            <a:solidFill>
              <a:srgbClr val="000000"/>
            </a:solidFill>
            <a:prstDash val="dash"/>
          </a:ln>
        </p:spPr>
      </p:sp>
      <p:sp>
        <p:nvSpPr>
          <p:cNvPr id="206" name="dp41-comparison / n186 / arrow">
            <a:extLst xmlns:a="http://schemas.openxmlformats.org/drawingml/2006/main">
              <a:ext uri="{FF2B5EF4-FFF2-40B4-BE49-F238E27FC236}">
                <a16:creationId xmlns:a16="http://schemas.microsoft.com/office/drawing/2014/main" id="{9055722D-73F1-4363-96B7-60C4086374C8}"/>
              </a:ext>
            </a:extLst>
          </p:cNvPr>
          <p:cNvSpPr>
            <a:spLocks xmlns:a="http://schemas.openxmlformats.org/drawingml/2006/main" noGrp="1"/>
          </p:cNvSpPr>
          <p:nvPr/>
        </p:nvSpPr>
        <p:spPr>
          <a:xfrm xmlns:a="http://schemas.openxmlformats.org/drawingml/2006/main">
            <a:off x="17526000" y="3881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07" name="dp41-comparison / n187">
            <a:extLst xmlns:a="http://schemas.openxmlformats.org/drawingml/2006/main">
              <a:ext uri="{FF2B5EF4-FFF2-40B4-BE49-F238E27FC236}">
                <a16:creationId xmlns:a16="http://schemas.microsoft.com/office/drawing/2014/main" id="{DEF3D68F-CCBD-41D4-B2E9-25955C6D6154}"/>
              </a:ext>
            </a:extLst>
          </p:cNvPr>
          <p:cNvSpPr>
            <a:spLocks xmlns:a="http://schemas.openxmlformats.org/drawingml/2006/main" noGrp="1"/>
          </p:cNvSpPr>
          <p:nvPr/>
        </p:nvSpPr>
        <p:spPr>
          <a:xfrm xmlns:a="http://schemas.openxmlformats.org/drawingml/2006/main">
            <a:off x="15382875" y="601980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8" name="dp41-comparison / n188 / text 1">
            <a:extLst xmlns:a="http://schemas.openxmlformats.org/drawingml/2006/main">
              <a:ext uri="{FF2B5EF4-FFF2-40B4-BE49-F238E27FC236}">
                <a16:creationId xmlns:a16="http://schemas.microsoft.com/office/drawing/2014/main" id="{38B5A999-3BA3-4608-A01D-77841937CB61}"/>
              </a:ext>
            </a:extLst>
          </p:cNvPr>
          <p:cNvSpPr>
            <a:spLocks xmlns:a="http://schemas.openxmlformats.org/drawingml/2006/main" noGrp="1"/>
          </p:cNvSpPr>
          <p:nvPr/>
        </p:nvSpPr>
        <p:spPr>
          <a:xfrm xmlns:a="http://schemas.openxmlformats.org/drawingml/2006/main">
            <a:off x="15468600" y="604313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209" name="dp41-comparison / n189 / path">
            <a:extLst xmlns:a="http://schemas.openxmlformats.org/drawingml/2006/main">
              <a:ext uri="{FF2B5EF4-FFF2-40B4-BE49-F238E27FC236}">
                <a16:creationId xmlns:a16="http://schemas.microsoft.com/office/drawing/2014/main" id="{7813FFE0-A9AC-44D0-9474-3D84F91766C5}"/>
              </a:ext>
            </a:extLst>
          </p:cNvPr>
          <p:cNvSpPr>
            <a:spLocks xmlns:a="http://schemas.openxmlformats.org/drawingml/2006/main" noGrp="1"/>
          </p:cNvSpPr>
          <p:nvPr/>
        </p:nvSpPr>
        <p:spPr>
          <a:xfrm xmlns:a="http://schemas.openxmlformats.org/drawingml/2006/main">
            <a:off x="16478250" y="3771900"/>
            <a:ext cx="1276350" cy="2247900"/>
          </a:xfrm>
          <a:custGeom xmlns:a="http://schemas.openxmlformats.org/drawingml/2006/main">
            <a:pathLst>
              <a:path w="1276350" h="2247900">
                <a:moveTo>
                  <a:pt x="1047750" y="0"/>
                </a:moveTo>
                <a:lnTo>
                  <a:pt x="1276350" y="0"/>
                </a:lnTo>
                <a:lnTo>
                  <a:pt x="1276350" y="2152650"/>
                </a:lnTo>
                <a:lnTo>
                  <a:pt x="0" y="2152650"/>
                </a:lnTo>
                <a:lnTo>
                  <a:pt x="0" y="2247900"/>
                </a:lnTo>
              </a:path>
            </a:pathLst>
          </a:custGeom>
          <a:noFill xmlns:a="http://schemas.openxmlformats.org/drawingml/2006/main"/>
          <a:ln xmlns:a="http://schemas.openxmlformats.org/drawingml/2006/main" w="10478">
            <a:solidFill>
              <a:srgbClr val="000000"/>
            </a:solidFill>
            <a:prstDash val="solid"/>
          </a:ln>
        </p:spPr>
      </p:sp>
      <p:sp>
        <p:nvSpPr>
          <p:cNvPr id="210" name="dp41-comparison / n189 / arrow">
            <a:extLst xmlns:a="http://schemas.openxmlformats.org/drawingml/2006/main">
              <a:ext uri="{FF2B5EF4-FFF2-40B4-BE49-F238E27FC236}">
                <a16:creationId xmlns:a16="http://schemas.microsoft.com/office/drawing/2014/main" id="{48F966AD-1844-4C66-A22A-CE5CA9C298F4}"/>
              </a:ext>
            </a:extLst>
          </p:cNvPr>
          <p:cNvSpPr>
            <a:spLocks xmlns:a="http://schemas.openxmlformats.org/drawingml/2006/main" noGrp="1"/>
          </p:cNvSpPr>
          <p:nvPr/>
        </p:nvSpPr>
        <p:spPr>
          <a:xfrm xmlns:a="http://schemas.openxmlformats.org/drawingml/2006/main">
            <a:off x="16444722"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11" name="dp41-comparison / n190 / path">
            <a:extLst xmlns:a="http://schemas.openxmlformats.org/drawingml/2006/main">
              <a:ext uri="{FF2B5EF4-FFF2-40B4-BE49-F238E27FC236}">
                <a16:creationId xmlns:a16="http://schemas.microsoft.com/office/drawing/2014/main" id="{E025B96D-F716-488F-B1DC-43F430C936F0}"/>
              </a:ext>
            </a:extLst>
          </p:cNvPr>
          <p:cNvSpPr>
            <a:spLocks xmlns:a="http://schemas.openxmlformats.org/drawingml/2006/main" noGrp="1"/>
          </p:cNvSpPr>
          <p:nvPr/>
        </p:nvSpPr>
        <p:spPr>
          <a:xfrm xmlns:a="http://schemas.openxmlformats.org/drawingml/2006/main">
            <a:off x="16563975" y="3914775"/>
            <a:ext cx="1114425" cy="2105025"/>
          </a:xfrm>
          <a:custGeom xmlns:a="http://schemas.openxmlformats.org/drawingml/2006/main">
            <a:pathLst>
              <a:path w="1114425" h="2105025">
                <a:moveTo>
                  <a:pt x="0" y="2105025"/>
                </a:moveTo>
                <a:lnTo>
                  <a:pt x="0" y="2047875"/>
                </a:lnTo>
                <a:lnTo>
                  <a:pt x="1114425" y="2047875"/>
                </a:lnTo>
                <a:lnTo>
                  <a:pt x="1114425" y="0"/>
                </a:lnTo>
                <a:lnTo>
                  <a:pt x="962025" y="0"/>
                </a:lnTo>
              </a:path>
            </a:pathLst>
          </a:custGeom>
          <a:noFill xmlns:a="http://schemas.openxmlformats.org/drawingml/2006/main"/>
          <a:ln xmlns:a="http://schemas.openxmlformats.org/drawingml/2006/main" w="10478">
            <a:solidFill>
              <a:srgbClr val="000000"/>
            </a:solidFill>
            <a:prstDash val="dash"/>
          </a:ln>
        </p:spPr>
      </p:sp>
      <p:sp>
        <p:nvSpPr>
          <p:cNvPr id="212" name="dp41-comparison / n190 / arrow">
            <a:extLst xmlns:a="http://schemas.openxmlformats.org/drawingml/2006/main">
              <a:ext uri="{FF2B5EF4-FFF2-40B4-BE49-F238E27FC236}">
                <a16:creationId xmlns:a16="http://schemas.microsoft.com/office/drawing/2014/main" id="{01EF848C-4A7E-4728-8C37-55DE05D5DA6F}"/>
              </a:ext>
            </a:extLst>
          </p:cNvPr>
          <p:cNvSpPr>
            <a:spLocks xmlns:a="http://schemas.openxmlformats.org/drawingml/2006/main" noGrp="1"/>
          </p:cNvSpPr>
          <p:nvPr/>
        </p:nvSpPr>
        <p:spPr>
          <a:xfrm xmlns:a="http://schemas.openxmlformats.org/drawingml/2006/main">
            <a:off x="17526000" y="3881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13" name="dp41-comparison / n193 / path">
            <a:extLst xmlns:a="http://schemas.openxmlformats.org/drawingml/2006/main">
              <a:ext uri="{FF2B5EF4-FFF2-40B4-BE49-F238E27FC236}">
                <a16:creationId xmlns:a16="http://schemas.microsoft.com/office/drawing/2014/main" id="{0186F9D9-C4C4-4124-B158-273F4DE7AAB2}"/>
              </a:ext>
            </a:extLst>
          </p:cNvPr>
          <p:cNvSpPr>
            <a:spLocks xmlns:a="http://schemas.openxmlformats.org/drawingml/2006/main" noGrp="1"/>
          </p:cNvSpPr>
          <p:nvPr/>
        </p:nvSpPr>
        <p:spPr>
          <a:xfrm xmlns:a="http://schemas.openxmlformats.org/drawingml/2006/main">
            <a:off x="9810750" y="3019425"/>
            <a:ext cx="142875" cy="819150"/>
          </a:xfrm>
          <a:custGeom xmlns:a="http://schemas.openxmlformats.org/drawingml/2006/main">
            <a:pathLst>
              <a:path w="142875" h="819150">
                <a:moveTo>
                  <a:pt x="142875" y="819150"/>
                </a:moveTo>
                <a:lnTo>
                  <a:pt x="0" y="819150"/>
                </a:lnTo>
                <a:lnTo>
                  <a:pt x="0" y="0"/>
                </a:lnTo>
                <a:lnTo>
                  <a:pt x="142875" y="0"/>
                </a:lnTo>
              </a:path>
            </a:pathLst>
          </a:custGeom>
          <a:noFill xmlns:a="http://schemas.openxmlformats.org/drawingml/2006/main"/>
          <a:ln xmlns:a="http://schemas.openxmlformats.org/drawingml/2006/main" w="10478">
            <a:solidFill>
              <a:srgbClr val="000000"/>
            </a:solidFill>
            <a:prstDash val="solid"/>
          </a:ln>
        </p:spPr>
      </p:sp>
      <p:sp>
        <p:nvSpPr>
          <p:cNvPr id="214" name="dp41-comparison / n193 / arrow">
            <a:extLst xmlns:a="http://schemas.openxmlformats.org/drawingml/2006/main">
              <a:ext uri="{FF2B5EF4-FFF2-40B4-BE49-F238E27FC236}">
                <a16:creationId xmlns:a16="http://schemas.microsoft.com/office/drawing/2014/main" id="{41F43EF2-55B5-4820-9AEC-C7C92FB1C1E7}"/>
              </a:ext>
            </a:extLst>
          </p:cNvPr>
          <p:cNvSpPr>
            <a:spLocks xmlns:a="http://schemas.openxmlformats.org/drawingml/2006/main" noGrp="1"/>
          </p:cNvSpPr>
          <p:nvPr/>
        </p:nvSpPr>
        <p:spPr>
          <a:xfrm xmlns:a="http://schemas.openxmlformats.org/drawingml/2006/main">
            <a:off x="9886569" y="2985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1-comparison / n194 / path">
            <a:extLst xmlns:a="http://schemas.openxmlformats.org/drawingml/2006/main">
              <a:ext uri="{FF2B5EF4-FFF2-40B4-BE49-F238E27FC236}">
                <a16:creationId xmlns:a16="http://schemas.microsoft.com/office/drawing/2014/main" id="{381608AF-120E-40DA-8E12-F85542FF2BAA}"/>
              </a:ext>
            </a:extLst>
          </p:cNvPr>
          <p:cNvSpPr>
            <a:spLocks xmlns:a="http://schemas.openxmlformats.org/drawingml/2006/main" noGrp="1"/>
          </p:cNvSpPr>
          <p:nvPr/>
        </p:nvSpPr>
        <p:spPr>
          <a:xfrm xmlns:a="http://schemas.openxmlformats.org/drawingml/2006/main">
            <a:off x="9715500" y="3019425"/>
            <a:ext cx="238125" cy="933450"/>
          </a:xfrm>
          <a:custGeom xmlns:a="http://schemas.openxmlformats.org/drawingml/2006/main">
            <a:pathLst>
              <a:path w="238125" h="933450">
                <a:moveTo>
                  <a:pt x="238125" y="0"/>
                </a:moveTo>
                <a:lnTo>
                  <a:pt x="0" y="0"/>
                </a:lnTo>
                <a:lnTo>
                  <a:pt x="0" y="933450"/>
                </a:lnTo>
                <a:lnTo>
                  <a:pt x="238125" y="933450"/>
                </a:lnTo>
              </a:path>
            </a:pathLst>
          </a:custGeom>
          <a:noFill xmlns:a="http://schemas.openxmlformats.org/drawingml/2006/main"/>
          <a:ln xmlns:a="http://schemas.openxmlformats.org/drawingml/2006/main" w="10478">
            <a:solidFill>
              <a:srgbClr val="000000"/>
            </a:solidFill>
            <a:prstDash val="dash"/>
          </a:ln>
        </p:spPr>
      </p:sp>
      <p:sp>
        <p:nvSpPr>
          <p:cNvPr id="216" name="dp41-comparison / n194 / arrow">
            <a:extLst xmlns:a="http://schemas.openxmlformats.org/drawingml/2006/main">
              <a:ext uri="{FF2B5EF4-FFF2-40B4-BE49-F238E27FC236}">
                <a16:creationId xmlns:a16="http://schemas.microsoft.com/office/drawing/2014/main" id="{52D77923-004B-4B8D-BC2E-FB610CEDEA94}"/>
              </a:ext>
            </a:extLst>
          </p:cNvPr>
          <p:cNvSpPr>
            <a:spLocks xmlns:a="http://schemas.openxmlformats.org/drawingml/2006/main" noGrp="1"/>
          </p:cNvSpPr>
          <p:nvPr/>
        </p:nvSpPr>
        <p:spPr>
          <a:xfrm xmlns:a="http://schemas.openxmlformats.org/drawingml/2006/main">
            <a:off x="9886569" y="39193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7" name="dp41-comparison / n195 / path">
            <a:extLst xmlns:a="http://schemas.openxmlformats.org/drawingml/2006/main">
              <a:ext uri="{FF2B5EF4-FFF2-40B4-BE49-F238E27FC236}">
                <a16:creationId xmlns:a16="http://schemas.microsoft.com/office/drawing/2014/main" id="{F655EABB-A4FF-4278-B8B9-C5A5B58EE992}"/>
              </a:ext>
            </a:extLst>
          </p:cNvPr>
          <p:cNvSpPr>
            <a:spLocks xmlns:a="http://schemas.openxmlformats.org/drawingml/2006/main" noGrp="1"/>
          </p:cNvSpPr>
          <p:nvPr/>
        </p:nvSpPr>
        <p:spPr>
          <a:xfrm xmlns:a="http://schemas.openxmlformats.org/drawingml/2006/main">
            <a:off x="9763125" y="63436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218" name="dp41-comparison / n198">
            <a:extLst xmlns:a="http://schemas.openxmlformats.org/drawingml/2006/main">
              <a:ext uri="{FF2B5EF4-FFF2-40B4-BE49-F238E27FC236}">
                <a16:creationId xmlns:a16="http://schemas.microsoft.com/office/drawing/2014/main" id="{7051EF82-5CC4-41AD-BB32-6AA05CE7ADCB}"/>
              </a:ext>
            </a:extLst>
          </p:cNvPr>
          <p:cNvSpPr>
            <a:spLocks xmlns:a="http://schemas.openxmlformats.org/drawingml/2006/main" noGrp="1"/>
          </p:cNvSpPr>
          <p:nvPr/>
        </p:nvSpPr>
        <p:spPr>
          <a:xfrm xmlns:a="http://schemas.openxmlformats.org/drawingml/2006/main">
            <a:off x="9858375" y="6638925"/>
            <a:ext cx="1619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9" name="dp41-comparison / n199 / text 1">
            <a:extLst xmlns:a="http://schemas.openxmlformats.org/drawingml/2006/main">
              <a:ext uri="{FF2B5EF4-FFF2-40B4-BE49-F238E27FC236}">
                <a16:creationId xmlns:a16="http://schemas.microsoft.com/office/drawing/2014/main" id="{D2A028DB-F316-4B8D-9954-B1DE04638F7F}"/>
              </a:ext>
            </a:extLst>
          </p:cNvPr>
          <p:cNvSpPr>
            <a:spLocks xmlns:a="http://schemas.openxmlformats.org/drawingml/2006/main" noGrp="1"/>
          </p:cNvSpPr>
          <p:nvPr/>
        </p:nvSpPr>
        <p:spPr>
          <a:xfrm xmlns:a="http://schemas.openxmlformats.org/drawingml/2006/main">
            <a:off x="9944100" y="66794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요청 틀 생산</a:t>
            </a:r>
          </a:p>
        </p:txBody>
      </p:sp>
      <p:sp>
        <p:nvSpPr>
          <p:cNvPr id="220" name="dp41-comparison / n200">
            <a:extLst xmlns:a="http://schemas.openxmlformats.org/drawingml/2006/main">
              <a:ext uri="{FF2B5EF4-FFF2-40B4-BE49-F238E27FC236}">
                <a16:creationId xmlns:a16="http://schemas.microsoft.com/office/drawing/2014/main" id="{BA80BF67-E1C1-4CFB-8F94-9A799C4E0543}"/>
              </a:ext>
            </a:extLst>
          </p:cNvPr>
          <p:cNvSpPr>
            <a:spLocks xmlns:a="http://schemas.openxmlformats.org/drawingml/2006/main" noGrp="1"/>
          </p:cNvSpPr>
          <p:nvPr/>
        </p:nvSpPr>
        <p:spPr>
          <a:xfrm xmlns:a="http://schemas.openxmlformats.org/drawingml/2006/main">
            <a:off x="11906250" y="6638925"/>
            <a:ext cx="147637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1" name="dp41-comparison / n201 / text 1">
            <a:extLst xmlns:a="http://schemas.openxmlformats.org/drawingml/2006/main">
              <a:ext uri="{FF2B5EF4-FFF2-40B4-BE49-F238E27FC236}">
                <a16:creationId xmlns:a16="http://schemas.microsoft.com/office/drawing/2014/main" id="{8009F618-5DCB-4FDA-8F62-E6DB1C9FAE0C}"/>
              </a:ext>
            </a:extLst>
          </p:cNvPr>
          <p:cNvSpPr>
            <a:spLocks xmlns:a="http://schemas.openxmlformats.org/drawingml/2006/main" noGrp="1"/>
          </p:cNvSpPr>
          <p:nvPr/>
        </p:nvSpPr>
        <p:spPr>
          <a:xfrm xmlns:a="http://schemas.openxmlformats.org/drawingml/2006/main">
            <a:off x="11991975" y="6679406"/>
            <a:ext cx="1304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항목 검사</a:t>
            </a:r>
          </a:p>
        </p:txBody>
      </p:sp>
      <p:sp>
        <p:nvSpPr>
          <p:cNvPr id="222" name="dp41-comparison / n202">
            <a:extLst xmlns:a="http://schemas.openxmlformats.org/drawingml/2006/main">
              <a:ext uri="{FF2B5EF4-FFF2-40B4-BE49-F238E27FC236}">
                <a16:creationId xmlns:a16="http://schemas.microsoft.com/office/drawing/2014/main" id="{7E69B2BC-8E45-4637-BFC7-ABE4A621A6B3}"/>
              </a:ext>
            </a:extLst>
          </p:cNvPr>
          <p:cNvSpPr>
            <a:spLocks xmlns:a="http://schemas.openxmlformats.org/drawingml/2006/main" noGrp="1"/>
          </p:cNvSpPr>
          <p:nvPr/>
        </p:nvSpPr>
        <p:spPr>
          <a:xfrm xmlns:a="http://schemas.openxmlformats.org/drawingml/2006/main">
            <a:off x="13811250" y="6572250"/>
            <a:ext cx="133350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223" name="dp41-comparison / n203 / text 1">
            <a:extLst xmlns:a="http://schemas.openxmlformats.org/drawingml/2006/main">
              <a:ext uri="{FF2B5EF4-FFF2-40B4-BE49-F238E27FC236}">
                <a16:creationId xmlns:a16="http://schemas.microsoft.com/office/drawing/2014/main" id="{FFAD6584-67B7-4BA5-BFD6-5A9BE28ECEBB}"/>
              </a:ext>
            </a:extLst>
          </p:cNvPr>
          <p:cNvSpPr>
            <a:spLocks xmlns:a="http://schemas.openxmlformats.org/drawingml/2006/main" noGrp="1"/>
          </p:cNvSpPr>
          <p:nvPr/>
        </p:nvSpPr>
        <p:spPr>
          <a:xfrm xmlns:a="http://schemas.openxmlformats.org/drawingml/2006/main">
            <a:off x="13896975" y="6679406"/>
            <a:ext cx="1162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처리?</a:t>
            </a:r>
          </a:p>
        </p:txBody>
      </p:sp>
      <p:sp>
        <p:nvSpPr>
          <p:cNvPr id="224" name="dp41-comparison / n204">
            <a:extLst xmlns:a="http://schemas.openxmlformats.org/drawingml/2006/main">
              <a:ext uri="{FF2B5EF4-FFF2-40B4-BE49-F238E27FC236}">
                <a16:creationId xmlns:a16="http://schemas.microsoft.com/office/drawing/2014/main" id="{1D9B2C95-4545-4C47-B26F-31ABC170511A}"/>
              </a:ext>
            </a:extLst>
          </p:cNvPr>
          <p:cNvSpPr>
            <a:spLocks xmlns:a="http://schemas.openxmlformats.org/drawingml/2006/main" noGrp="1"/>
          </p:cNvSpPr>
          <p:nvPr/>
        </p:nvSpPr>
        <p:spPr>
          <a:xfrm xmlns:a="http://schemas.openxmlformats.org/drawingml/2006/main">
            <a:off x="15811500" y="66389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5" name="dp41-comparison / n205 / text 1">
            <a:extLst xmlns:a="http://schemas.openxmlformats.org/drawingml/2006/main">
              <a:ext uri="{FF2B5EF4-FFF2-40B4-BE49-F238E27FC236}">
                <a16:creationId xmlns:a16="http://schemas.microsoft.com/office/drawing/2014/main" id="{5B8FFB33-034F-463E-9740-A5D894D75F74}"/>
              </a:ext>
            </a:extLst>
          </p:cNvPr>
          <p:cNvSpPr>
            <a:spLocks xmlns:a="http://schemas.openxmlformats.org/drawingml/2006/main" noGrp="1"/>
          </p:cNvSpPr>
          <p:nvPr/>
        </p:nvSpPr>
        <p:spPr>
          <a:xfrm xmlns:a="http://schemas.openxmlformats.org/drawingml/2006/main">
            <a:off x="15897225" y="66794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자료 조회</a:t>
            </a:r>
          </a:p>
        </p:txBody>
      </p:sp>
      <p:sp>
        <p:nvSpPr>
          <p:cNvPr id="226" name="dp41-comparison / n206">
            <a:extLst xmlns:a="http://schemas.openxmlformats.org/drawingml/2006/main">
              <a:ext uri="{FF2B5EF4-FFF2-40B4-BE49-F238E27FC236}">
                <a16:creationId xmlns:a16="http://schemas.microsoft.com/office/drawing/2014/main" id="{0E09E3D8-2A1F-4B4B-A9A1-085F8D5EAAEC}"/>
              </a:ext>
            </a:extLst>
          </p:cNvPr>
          <p:cNvSpPr>
            <a:spLocks xmlns:a="http://schemas.openxmlformats.org/drawingml/2006/main" noGrp="1"/>
          </p:cNvSpPr>
          <p:nvPr/>
        </p:nvSpPr>
        <p:spPr>
          <a:xfrm xmlns:a="http://schemas.openxmlformats.org/drawingml/2006/main">
            <a:off x="9953625" y="7229475"/>
            <a:ext cx="20955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7" name="dp41-comparison / n207 / text 1">
            <a:extLst xmlns:a="http://schemas.openxmlformats.org/drawingml/2006/main">
              <a:ext uri="{FF2B5EF4-FFF2-40B4-BE49-F238E27FC236}">
                <a16:creationId xmlns:a16="http://schemas.microsoft.com/office/drawing/2014/main" id="{5A05C6AA-476C-4D11-866C-60B02F442E5F}"/>
              </a:ext>
            </a:extLst>
          </p:cNvPr>
          <p:cNvSpPr>
            <a:spLocks xmlns:a="http://schemas.openxmlformats.org/drawingml/2006/main" noGrp="1"/>
          </p:cNvSpPr>
          <p:nvPr/>
        </p:nvSpPr>
        <p:spPr>
          <a:xfrm xmlns:a="http://schemas.openxmlformats.org/drawingml/2006/main">
            <a:off x="10039350" y="7274719"/>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특정 항목 해석</a:t>
            </a:r>
          </a:p>
        </p:txBody>
      </p:sp>
      <p:sp>
        <p:nvSpPr>
          <p:cNvPr id="228" name="dp41-comparison / n208">
            <a:extLst xmlns:a="http://schemas.openxmlformats.org/drawingml/2006/main">
              <a:ext uri="{FF2B5EF4-FFF2-40B4-BE49-F238E27FC236}">
                <a16:creationId xmlns:a16="http://schemas.microsoft.com/office/drawing/2014/main" id="{5629CAC7-2D2A-4ADF-A207-A70ADD46D2EC}"/>
              </a:ext>
            </a:extLst>
          </p:cNvPr>
          <p:cNvSpPr>
            <a:spLocks xmlns:a="http://schemas.openxmlformats.org/drawingml/2006/main" noGrp="1"/>
          </p:cNvSpPr>
          <p:nvPr/>
        </p:nvSpPr>
        <p:spPr>
          <a:xfrm xmlns:a="http://schemas.openxmlformats.org/drawingml/2006/main">
            <a:off x="15621000" y="7229475"/>
            <a:ext cx="19050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1-comparison / n209 / text 1">
            <a:extLst xmlns:a="http://schemas.openxmlformats.org/drawingml/2006/main">
              <a:ext uri="{FF2B5EF4-FFF2-40B4-BE49-F238E27FC236}">
                <a16:creationId xmlns:a16="http://schemas.microsoft.com/office/drawing/2014/main" id="{8D969925-2CA4-45AA-91DA-F09F985593EE}"/>
              </a:ext>
            </a:extLst>
          </p:cNvPr>
          <p:cNvSpPr>
            <a:spLocks xmlns:a="http://schemas.openxmlformats.org/drawingml/2006/main" noGrp="1"/>
          </p:cNvSpPr>
          <p:nvPr/>
        </p:nvSpPr>
        <p:spPr>
          <a:xfrm xmlns:a="http://schemas.openxmlformats.org/drawingml/2006/main">
            <a:off x="15706725" y="7274719"/>
            <a:ext cx="1733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의미 / 질문 제안</a:t>
            </a:r>
          </a:p>
        </p:txBody>
      </p:sp>
      <p:sp>
        <p:nvSpPr>
          <p:cNvPr id="230" name="dp41-comparison / n210 / path">
            <a:extLst xmlns:a="http://schemas.openxmlformats.org/drawingml/2006/main">
              <a:ext uri="{FF2B5EF4-FFF2-40B4-BE49-F238E27FC236}">
                <a16:creationId xmlns:a16="http://schemas.microsoft.com/office/drawing/2014/main" id="{853129EE-A8E4-40E2-8C74-226BB8AD5D9D}"/>
              </a:ext>
            </a:extLst>
          </p:cNvPr>
          <p:cNvSpPr>
            <a:spLocks xmlns:a="http://schemas.openxmlformats.org/drawingml/2006/main" noGrp="1"/>
          </p:cNvSpPr>
          <p:nvPr/>
        </p:nvSpPr>
        <p:spPr>
          <a:xfrm xmlns:a="http://schemas.openxmlformats.org/drawingml/2006/main">
            <a:off x="11477625" y="67722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31" name="dp41-comparison / n210 / arrow">
            <a:extLst xmlns:a="http://schemas.openxmlformats.org/drawingml/2006/main">
              <a:ext uri="{FF2B5EF4-FFF2-40B4-BE49-F238E27FC236}">
                <a16:creationId xmlns:a16="http://schemas.microsoft.com/office/drawing/2014/main" id="{98274B91-715B-4081-A776-3DBF03BFBB20}"/>
              </a:ext>
            </a:extLst>
          </p:cNvPr>
          <p:cNvSpPr>
            <a:spLocks xmlns:a="http://schemas.openxmlformats.org/drawingml/2006/main" noGrp="1"/>
          </p:cNvSpPr>
          <p:nvPr/>
        </p:nvSpPr>
        <p:spPr>
          <a:xfrm xmlns:a="http://schemas.openxmlformats.org/drawingml/2006/main">
            <a:off x="11839194" y="67387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2" name="dp41-comparison / n211 / path">
            <a:extLst xmlns:a="http://schemas.openxmlformats.org/drawingml/2006/main">
              <a:ext uri="{FF2B5EF4-FFF2-40B4-BE49-F238E27FC236}">
                <a16:creationId xmlns:a16="http://schemas.microsoft.com/office/drawing/2014/main" id="{ED4085A4-2058-4229-8828-48218DCEA575}"/>
              </a:ext>
            </a:extLst>
          </p:cNvPr>
          <p:cNvSpPr>
            <a:spLocks xmlns:a="http://schemas.openxmlformats.org/drawingml/2006/main" noGrp="1"/>
          </p:cNvSpPr>
          <p:nvPr/>
        </p:nvSpPr>
        <p:spPr>
          <a:xfrm xmlns:a="http://schemas.openxmlformats.org/drawingml/2006/main">
            <a:off x="13382625" y="67722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33" name="dp41-comparison / n211 / arrow">
            <a:extLst xmlns:a="http://schemas.openxmlformats.org/drawingml/2006/main">
              <a:ext uri="{FF2B5EF4-FFF2-40B4-BE49-F238E27FC236}">
                <a16:creationId xmlns:a16="http://schemas.microsoft.com/office/drawing/2014/main" id="{C11103E3-105C-4230-A401-FA43171AB4E7}"/>
              </a:ext>
            </a:extLst>
          </p:cNvPr>
          <p:cNvSpPr>
            <a:spLocks xmlns:a="http://schemas.openxmlformats.org/drawingml/2006/main" noGrp="1"/>
          </p:cNvSpPr>
          <p:nvPr/>
        </p:nvSpPr>
        <p:spPr>
          <a:xfrm xmlns:a="http://schemas.openxmlformats.org/drawingml/2006/main">
            <a:off x="13744194" y="67387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4" name="dp41-comparison / n212 / path">
            <a:extLst xmlns:a="http://schemas.openxmlformats.org/drawingml/2006/main">
              <a:ext uri="{FF2B5EF4-FFF2-40B4-BE49-F238E27FC236}">
                <a16:creationId xmlns:a16="http://schemas.microsoft.com/office/drawing/2014/main" id="{B3AA434F-F3B4-43F0-9318-94762333835A}"/>
              </a:ext>
            </a:extLst>
          </p:cNvPr>
          <p:cNvSpPr>
            <a:spLocks xmlns:a="http://schemas.openxmlformats.org/drawingml/2006/main" noGrp="1"/>
          </p:cNvSpPr>
          <p:nvPr/>
        </p:nvSpPr>
        <p:spPr>
          <a:xfrm xmlns:a="http://schemas.openxmlformats.org/drawingml/2006/main">
            <a:off x="15144750" y="67722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235" name="dp41-comparison / n212 / arrow">
            <a:extLst xmlns:a="http://schemas.openxmlformats.org/drawingml/2006/main">
              <a:ext uri="{FF2B5EF4-FFF2-40B4-BE49-F238E27FC236}">
                <a16:creationId xmlns:a16="http://schemas.microsoft.com/office/drawing/2014/main" id="{5DF5B274-7B28-4530-9714-28BD1136A63D}"/>
              </a:ext>
            </a:extLst>
          </p:cNvPr>
          <p:cNvSpPr>
            <a:spLocks xmlns:a="http://schemas.openxmlformats.org/drawingml/2006/main" noGrp="1"/>
          </p:cNvSpPr>
          <p:nvPr/>
        </p:nvSpPr>
        <p:spPr>
          <a:xfrm xmlns:a="http://schemas.openxmlformats.org/drawingml/2006/main">
            <a:off x="15744444" y="67387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6" name="dp41-comparison / n215 / path">
            <a:extLst xmlns:a="http://schemas.openxmlformats.org/drawingml/2006/main">
              <a:ext uri="{FF2B5EF4-FFF2-40B4-BE49-F238E27FC236}">
                <a16:creationId xmlns:a16="http://schemas.microsoft.com/office/drawing/2014/main" id="{286BF9F9-DC28-46AF-B702-EC7AED67AAB8}"/>
              </a:ext>
            </a:extLst>
          </p:cNvPr>
          <p:cNvSpPr>
            <a:spLocks xmlns:a="http://schemas.openxmlformats.org/drawingml/2006/main" noGrp="1"/>
          </p:cNvSpPr>
          <p:nvPr/>
        </p:nvSpPr>
        <p:spPr>
          <a:xfrm xmlns:a="http://schemas.openxmlformats.org/drawingml/2006/main">
            <a:off x="12644438" y="6905625"/>
            <a:ext cx="4024313" cy="152400"/>
          </a:xfrm>
          <a:custGeom xmlns:a="http://schemas.openxmlformats.org/drawingml/2006/main">
            <a:pathLst>
              <a:path w="4024313" h="152400">
                <a:moveTo>
                  <a:pt x="4024313" y="0"/>
                </a:moveTo>
                <a:lnTo>
                  <a:pt x="4024313"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237" name="dp41-comparison / n215 / arrow">
            <a:extLst xmlns:a="http://schemas.openxmlformats.org/drawingml/2006/main">
              <a:ext uri="{FF2B5EF4-FFF2-40B4-BE49-F238E27FC236}">
                <a16:creationId xmlns:a16="http://schemas.microsoft.com/office/drawing/2014/main" id="{A8B0FF1C-8F4A-4E1C-A94E-00C1BA63204C}"/>
              </a:ext>
            </a:extLst>
          </p:cNvPr>
          <p:cNvSpPr>
            <a:spLocks xmlns:a="http://schemas.openxmlformats.org/drawingml/2006/main" noGrp="1"/>
          </p:cNvSpPr>
          <p:nvPr/>
        </p:nvSpPr>
        <p:spPr>
          <a:xfrm xmlns:a="http://schemas.openxmlformats.org/drawingml/2006/main">
            <a:off x="12610910" y="6905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38" name="dp41-comparison / n218 / path">
            <a:extLst xmlns:a="http://schemas.openxmlformats.org/drawingml/2006/main">
              <a:ext uri="{FF2B5EF4-FFF2-40B4-BE49-F238E27FC236}">
                <a16:creationId xmlns:a16="http://schemas.microsoft.com/office/drawing/2014/main" id="{0A8531BD-B491-4C60-BE67-41A546B36447}"/>
              </a:ext>
            </a:extLst>
          </p:cNvPr>
          <p:cNvSpPr>
            <a:spLocks xmlns:a="http://schemas.openxmlformats.org/drawingml/2006/main" noGrp="1"/>
          </p:cNvSpPr>
          <p:nvPr/>
        </p:nvSpPr>
        <p:spPr>
          <a:xfrm xmlns:a="http://schemas.openxmlformats.org/drawingml/2006/main">
            <a:off x="12049125" y="6972300"/>
            <a:ext cx="2428875" cy="395288"/>
          </a:xfrm>
          <a:custGeom xmlns:a="http://schemas.openxmlformats.org/drawingml/2006/main">
            <a:pathLst>
              <a:path w="2428875" h="395288">
                <a:moveTo>
                  <a:pt x="2428875" y="0"/>
                </a:moveTo>
                <a:lnTo>
                  <a:pt x="2428875" y="190500"/>
                </a:lnTo>
                <a:lnTo>
                  <a:pt x="142875" y="190500"/>
                </a:lnTo>
                <a:lnTo>
                  <a:pt x="142875" y="395288"/>
                </a:lnTo>
                <a:lnTo>
                  <a:pt x="0" y="395288"/>
                </a:lnTo>
              </a:path>
            </a:pathLst>
          </a:custGeom>
          <a:noFill xmlns:a="http://schemas.openxmlformats.org/drawingml/2006/main"/>
          <a:ln xmlns:a="http://schemas.openxmlformats.org/drawingml/2006/main" w="10478">
            <a:solidFill>
              <a:srgbClr val="000000"/>
            </a:solidFill>
            <a:prstDash val="solid"/>
          </a:ln>
        </p:spPr>
      </p:sp>
      <p:sp>
        <p:nvSpPr>
          <p:cNvPr id="239" name="dp41-comparison / n218 / arrow">
            <a:extLst xmlns:a="http://schemas.openxmlformats.org/drawingml/2006/main">
              <a:ext uri="{FF2B5EF4-FFF2-40B4-BE49-F238E27FC236}">
                <a16:creationId xmlns:a16="http://schemas.microsoft.com/office/drawing/2014/main" id="{99D56A9C-A6A2-4078-A509-274B4229B525}"/>
              </a:ext>
            </a:extLst>
          </p:cNvPr>
          <p:cNvSpPr>
            <a:spLocks xmlns:a="http://schemas.openxmlformats.org/drawingml/2006/main" noGrp="1"/>
          </p:cNvSpPr>
          <p:nvPr/>
        </p:nvSpPr>
        <p:spPr>
          <a:xfrm xmlns:a="http://schemas.openxmlformats.org/drawingml/2006/main">
            <a:off x="12049125" y="733406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0" name="dp41-comparison / n221 / path">
            <a:extLst xmlns:a="http://schemas.openxmlformats.org/drawingml/2006/main">
              <a:ext uri="{FF2B5EF4-FFF2-40B4-BE49-F238E27FC236}">
                <a16:creationId xmlns:a16="http://schemas.microsoft.com/office/drawing/2014/main" id="{064F1048-DE3F-435E-B33B-24F0B6924A94}"/>
              </a:ext>
            </a:extLst>
          </p:cNvPr>
          <p:cNvSpPr>
            <a:spLocks xmlns:a="http://schemas.openxmlformats.org/drawingml/2006/main" noGrp="1"/>
          </p:cNvSpPr>
          <p:nvPr/>
        </p:nvSpPr>
        <p:spPr>
          <a:xfrm xmlns:a="http://schemas.openxmlformats.org/drawingml/2006/main">
            <a:off x="11001375" y="7058025"/>
            <a:ext cx="1643063" cy="171450"/>
          </a:xfrm>
          <a:custGeom xmlns:a="http://schemas.openxmlformats.org/drawingml/2006/main">
            <a:pathLst>
              <a:path w="1643063" h="171450">
                <a:moveTo>
                  <a:pt x="0" y="171450"/>
                </a:moveTo>
                <a:lnTo>
                  <a:pt x="0" y="76200"/>
                </a:lnTo>
                <a:lnTo>
                  <a:pt x="1643063" y="76200"/>
                </a:lnTo>
                <a:lnTo>
                  <a:pt x="1643063" y="0"/>
                </a:lnTo>
              </a:path>
            </a:pathLst>
          </a:custGeom>
          <a:noFill xmlns:a="http://schemas.openxmlformats.org/drawingml/2006/main"/>
          <a:ln xmlns:a="http://schemas.openxmlformats.org/drawingml/2006/main" w="10478">
            <a:solidFill>
              <a:srgbClr val="000000"/>
            </a:solidFill>
            <a:prstDash val="solid"/>
          </a:ln>
        </p:spPr>
      </p:sp>
      <p:sp>
        <p:nvSpPr>
          <p:cNvPr id="241" name="dp41-comparison / n224 / path">
            <a:extLst xmlns:a="http://schemas.openxmlformats.org/drawingml/2006/main">
              <a:ext uri="{FF2B5EF4-FFF2-40B4-BE49-F238E27FC236}">
                <a16:creationId xmlns:a16="http://schemas.microsoft.com/office/drawing/2014/main" id="{D3CD81FF-6B8D-4682-AD38-EB71708CC5E0}"/>
              </a:ext>
            </a:extLst>
          </p:cNvPr>
          <p:cNvSpPr>
            <a:spLocks xmlns:a="http://schemas.openxmlformats.org/drawingml/2006/main" noGrp="1"/>
          </p:cNvSpPr>
          <p:nvPr/>
        </p:nvSpPr>
        <p:spPr>
          <a:xfrm xmlns:a="http://schemas.openxmlformats.org/drawingml/2006/main">
            <a:off x="14478000" y="6972300"/>
            <a:ext cx="1143000" cy="395288"/>
          </a:xfrm>
          <a:custGeom xmlns:a="http://schemas.openxmlformats.org/drawingml/2006/main">
            <a:pathLst>
              <a:path w="1143000" h="395288">
                <a:moveTo>
                  <a:pt x="0" y="0"/>
                </a:moveTo>
                <a:lnTo>
                  <a:pt x="0" y="395288"/>
                </a:lnTo>
                <a:lnTo>
                  <a:pt x="1143000" y="395288"/>
                </a:lnTo>
              </a:path>
            </a:pathLst>
          </a:custGeom>
          <a:noFill xmlns:a="http://schemas.openxmlformats.org/drawingml/2006/main"/>
          <a:ln xmlns:a="http://schemas.openxmlformats.org/drawingml/2006/main" w="10478">
            <a:solidFill>
              <a:srgbClr val="000000"/>
            </a:solidFill>
            <a:prstDash val="solid"/>
          </a:ln>
        </p:spPr>
      </p:sp>
      <p:sp>
        <p:nvSpPr>
          <p:cNvPr id="242" name="dp41-comparison / n224 / arrow">
            <a:extLst xmlns:a="http://schemas.openxmlformats.org/drawingml/2006/main">
              <a:ext uri="{FF2B5EF4-FFF2-40B4-BE49-F238E27FC236}">
                <a16:creationId xmlns:a16="http://schemas.microsoft.com/office/drawing/2014/main" id="{7EF1BAC4-77F2-4ADC-8E7B-11074E16122D}"/>
              </a:ext>
            </a:extLst>
          </p:cNvPr>
          <p:cNvSpPr>
            <a:spLocks xmlns:a="http://schemas.openxmlformats.org/drawingml/2006/main" noGrp="1"/>
          </p:cNvSpPr>
          <p:nvPr/>
        </p:nvSpPr>
        <p:spPr>
          <a:xfrm xmlns:a="http://schemas.openxmlformats.org/drawingml/2006/main">
            <a:off x="15553944" y="73340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3" name="dp41-comparison / n137">
            <a:extLst xmlns:a="http://schemas.openxmlformats.org/drawingml/2006/main">
              <a:ext uri="{FF2B5EF4-FFF2-40B4-BE49-F238E27FC236}">
                <a16:creationId xmlns:a16="http://schemas.microsoft.com/office/drawing/2014/main" id="{48084A0E-1F2F-43E0-901E-BC0E2FCBCEAF}"/>
              </a:ext>
            </a:extLst>
          </p:cNvPr>
          <p:cNvSpPr>
            <a:spLocks xmlns:a="http://schemas.openxmlformats.org/drawingml/2006/main" noGrp="1"/>
          </p:cNvSpPr>
          <p:nvPr/>
        </p:nvSpPr>
        <p:spPr>
          <a:xfrm xmlns:a="http://schemas.openxmlformats.org/drawingml/2006/main">
            <a:off x="985837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44" name="dp41-comparison / n137 / fold">
            <a:extLst xmlns:a="http://schemas.openxmlformats.org/drawingml/2006/main">
              <a:ext uri="{FF2B5EF4-FFF2-40B4-BE49-F238E27FC236}">
                <a16:creationId xmlns:a16="http://schemas.microsoft.com/office/drawing/2014/main" id="{F62FD1A4-9D07-48A7-82F3-82C6F66EC06B}"/>
              </a:ext>
            </a:extLst>
          </p:cNvPr>
          <p:cNvSpPr>
            <a:spLocks xmlns:a="http://schemas.openxmlformats.org/drawingml/2006/main" noGrp="1"/>
          </p:cNvSpPr>
          <p:nvPr/>
        </p:nvSpPr>
        <p:spPr>
          <a:xfrm xmlns:a="http://schemas.openxmlformats.org/drawingml/2006/main">
            <a:off x="1111567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45" name="dp41-comparison / n138 / text 1">
            <a:extLst xmlns:a="http://schemas.openxmlformats.org/drawingml/2006/main">
              <a:ext uri="{FF2B5EF4-FFF2-40B4-BE49-F238E27FC236}">
                <a16:creationId xmlns:a16="http://schemas.microsoft.com/office/drawing/2014/main" id="{F4164A1A-E5AA-4A8F-BDB4-374B7BE88C83}"/>
              </a:ext>
            </a:extLst>
          </p:cNvPr>
          <p:cNvSpPr>
            <a:spLocks xmlns:a="http://schemas.openxmlformats.org/drawingml/2006/main" noGrp="1"/>
          </p:cNvSpPr>
          <p:nvPr/>
        </p:nvSpPr>
        <p:spPr>
          <a:xfrm xmlns:a="http://schemas.openxmlformats.org/drawingml/2006/main">
            <a:off x="995362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246" name="dp41-comparison / n147">
            <a:extLst xmlns:a="http://schemas.openxmlformats.org/drawingml/2006/main">
              <a:ext uri="{FF2B5EF4-FFF2-40B4-BE49-F238E27FC236}">
                <a16:creationId xmlns:a16="http://schemas.microsoft.com/office/drawing/2014/main" id="{A6E766F1-A9A9-49A6-8D87-FEAAC650C3BC}"/>
              </a:ext>
            </a:extLst>
          </p:cNvPr>
          <p:cNvSpPr>
            <a:spLocks xmlns:a="http://schemas.openxmlformats.org/drawingml/2006/main" noGrp="1"/>
          </p:cNvSpPr>
          <p:nvPr/>
        </p:nvSpPr>
        <p:spPr>
          <a:xfrm xmlns:a="http://schemas.openxmlformats.org/drawingml/2006/main">
            <a:off x="15649575" y="3305175"/>
            <a:ext cx="10637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7" name="dp41-comparison / n148 / text 1">
            <a:extLst xmlns:a="http://schemas.openxmlformats.org/drawingml/2006/main">
              <a:ext uri="{FF2B5EF4-FFF2-40B4-BE49-F238E27FC236}">
                <a16:creationId xmlns:a16="http://schemas.microsoft.com/office/drawing/2014/main" id="{5FED6025-D888-4125-86F2-953E46F7423A}"/>
              </a:ext>
            </a:extLst>
          </p:cNvPr>
          <p:cNvSpPr>
            <a:spLocks xmlns:a="http://schemas.openxmlformats.org/drawingml/2006/main" noGrp="1"/>
          </p:cNvSpPr>
          <p:nvPr/>
        </p:nvSpPr>
        <p:spPr>
          <a:xfrm xmlns:a="http://schemas.openxmlformats.org/drawingml/2006/main">
            <a:off x="15668625" y="3314700"/>
            <a:ext cx="1762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Module 협력 구조</a:t>
            </a:r>
          </a:p>
        </p:txBody>
      </p:sp>
      <p:sp>
        <p:nvSpPr>
          <p:cNvPr id="248" name="dp41-comparison / n150">
            <a:extLst xmlns:a="http://schemas.openxmlformats.org/drawingml/2006/main">
              <a:ext uri="{FF2B5EF4-FFF2-40B4-BE49-F238E27FC236}">
                <a16:creationId xmlns:a16="http://schemas.microsoft.com/office/drawing/2014/main" id="{1FB630B0-9362-464E-AB5F-4236A845CD0B}"/>
              </a:ext>
            </a:extLst>
          </p:cNvPr>
          <p:cNvSpPr>
            <a:spLocks xmlns:a="http://schemas.openxmlformats.org/drawingml/2006/main" noGrp="1"/>
          </p:cNvSpPr>
          <p:nvPr/>
        </p:nvSpPr>
        <p:spPr>
          <a:xfrm xmlns:a="http://schemas.openxmlformats.org/drawingml/2006/main">
            <a:off x="15697200" y="2943225"/>
            <a:ext cx="817817"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9" name="dp41-comparison / n151 / text 1">
            <a:extLst xmlns:a="http://schemas.openxmlformats.org/drawingml/2006/main">
              <a:ext uri="{FF2B5EF4-FFF2-40B4-BE49-F238E27FC236}">
                <a16:creationId xmlns:a16="http://schemas.microsoft.com/office/drawing/2014/main" id="{E5242649-AFBC-4908-894B-8664A7C225BC}"/>
              </a:ext>
            </a:extLst>
          </p:cNvPr>
          <p:cNvSpPr>
            <a:spLocks xmlns:a="http://schemas.openxmlformats.org/drawingml/2006/main" noGrp="1"/>
          </p:cNvSpPr>
          <p:nvPr/>
        </p:nvSpPr>
        <p:spPr>
          <a:xfrm xmlns:a="http://schemas.openxmlformats.org/drawingml/2006/main">
            <a:off x="15716250" y="2952750"/>
            <a:ext cx="16668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해석 시작</a:t>
            </a:r>
          </a:p>
        </p:txBody>
      </p:sp>
      <p:sp>
        <p:nvSpPr>
          <p:cNvPr id="250" name="dp41-comparison / n154">
            <a:extLst xmlns:a="http://schemas.openxmlformats.org/drawingml/2006/main">
              <a:ext uri="{FF2B5EF4-FFF2-40B4-BE49-F238E27FC236}">
                <a16:creationId xmlns:a16="http://schemas.microsoft.com/office/drawing/2014/main" id="{046AFB4B-B055-4AB8-A135-EDBA91C2551D}"/>
              </a:ext>
            </a:extLst>
          </p:cNvPr>
          <p:cNvSpPr>
            <a:spLocks xmlns:a="http://schemas.openxmlformats.org/drawingml/2006/main" noGrp="1"/>
          </p:cNvSpPr>
          <p:nvPr/>
        </p:nvSpPr>
        <p:spPr>
          <a:xfrm xmlns:a="http://schemas.openxmlformats.org/drawingml/2006/main">
            <a:off x="12534900" y="2924175"/>
            <a:ext cx="2038731"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1" name="dp41-comparison / n155 / text 1">
            <a:extLst xmlns:a="http://schemas.openxmlformats.org/drawingml/2006/main">
              <a:ext uri="{FF2B5EF4-FFF2-40B4-BE49-F238E27FC236}">
                <a16:creationId xmlns:a16="http://schemas.microsoft.com/office/drawing/2014/main" id="{B8C5A7BB-0A50-42AA-A473-C905569BBBE6}"/>
              </a:ext>
            </a:extLst>
          </p:cNvPr>
          <p:cNvSpPr>
            <a:spLocks xmlns:a="http://schemas.openxmlformats.org/drawingml/2006/main" noGrp="1"/>
          </p:cNvSpPr>
          <p:nvPr/>
        </p:nvSpPr>
        <p:spPr>
          <a:xfrm xmlns:a="http://schemas.openxmlformats.org/drawingml/2006/main">
            <a:off x="12553950" y="2933700"/>
            <a:ext cx="29051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Model Access 경유 호출</a:t>
            </a:r>
          </a:p>
        </p:txBody>
      </p:sp>
      <p:sp>
        <p:nvSpPr>
          <p:cNvPr id="252" name="dp41-comparison / n166">
            <a:extLst xmlns:a="http://schemas.openxmlformats.org/drawingml/2006/main">
              <a:ext uri="{FF2B5EF4-FFF2-40B4-BE49-F238E27FC236}">
                <a16:creationId xmlns:a16="http://schemas.microsoft.com/office/drawing/2014/main" id="{A23E6992-9893-49D0-99DD-A5FD0DA78F25}"/>
              </a:ext>
            </a:extLst>
          </p:cNvPr>
          <p:cNvSpPr>
            <a:spLocks xmlns:a="http://schemas.openxmlformats.org/drawingml/2006/main" noGrp="1"/>
          </p:cNvSpPr>
          <p:nvPr/>
        </p:nvSpPr>
        <p:spPr>
          <a:xfrm xmlns:a="http://schemas.openxmlformats.org/drawingml/2006/main">
            <a:off x="12506325" y="3467100"/>
            <a:ext cx="204006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3" name="dp41-comparison / n167 / text 1">
            <a:extLst xmlns:a="http://schemas.openxmlformats.org/drawingml/2006/main">
              <a:ext uri="{FF2B5EF4-FFF2-40B4-BE49-F238E27FC236}">
                <a16:creationId xmlns:a16="http://schemas.microsoft.com/office/drawing/2014/main" id="{82AB9AB3-A701-44EF-AE42-9790F69F5712}"/>
              </a:ext>
            </a:extLst>
          </p:cNvPr>
          <p:cNvSpPr>
            <a:spLocks xmlns:a="http://schemas.openxmlformats.org/drawingml/2006/main" noGrp="1"/>
          </p:cNvSpPr>
          <p:nvPr/>
        </p:nvSpPr>
        <p:spPr>
          <a:xfrm xmlns:a="http://schemas.openxmlformats.org/drawingml/2006/main">
            <a:off x="12525375" y="3476625"/>
            <a:ext cx="3190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RequestFrame / 부분 해석 결과</a:t>
            </a:r>
          </a:p>
        </p:txBody>
      </p:sp>
      <p:sp>
        <p:nvSpPr>
          <p:cNvPr id="254" name="dp41-comparison / n170">
            <a:extLst xmlns:a="http://schemas.openxmlformats.org/drawingml/2006/main">
              <a:ext uri="{FF2B5EF4-FFF2-40B4-BE49-F238E27FC236}">
                <a16:creationId xmlns:a16="http://schemas.microsoft.com/office/drawing/2014/main" id="{FD9E71F3-5925-4C1C-8DE4-D8CE74261D34}"/>
              </a:ext>
            </a:extLst>
          </p:cNvPr>
          <p:cNvSpPr>
            <a:spLocks xmlns:a="http://schemas.openxmlformats.org/drawingml/2006/main" noGrp="1"/>
          </p:cNvSpPr>
          <p:nvPr/>
        </p:nvSpPr>
        <p:spPr>
          <a:xfrm xmlns:a="http://schemas.openxmlformats.org/drawingml/2006/main">
            <a:off x="15716250" y="3467100"/>
            <a:ext cx="110642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5" name="dp41-comparison / n171 / text 1">
            <a:extLst xmlns:a="http://schemas.openxmlformats.org/drawingml/2006/main">
              <a:ext uri="{FF2B5EF4-FFF2-40B4-BE49-F238E27FC236}">
                <a16:creationId xmlns:a16="http://schemas.microsoft.com/office/drawing/2014/main" id="{6D40617B-E930-4469-A8E1-50E82A0E4B29}"/>
              </a:ext>
            </a:extLst>
          </p:cNvPr>
          <p:cNvSpPr>
            <a:spLocks xmlns:a="http://schemas.openxmlformats.org/drawingml/2006/main" noGrp="1"/>
          </p:cNvSpPr>
          <p:nvPr/>
        </p:nvSpPr>
        <p:spPr>
          <a:xfrm xmlns:a="http://schemas.openxmlformats.org/drawingml/2006/main">
            <a:off x="15735300" y="3476625"/>
            <a:ext cx="1857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조회 / 근거 반환</a:t>
            </a:r>
          </a:p>
        </p:txBody>
      </p:sp>
      <p:sp>
        <p:nvSpPr>
          <p:cNvPr id="256" name="dp41-comparison / n172">
            <a:extLst xmlns:a="http://schemas.openxmlformats.org/drawingml/2006/main">
              <a:ext uri="{FF2B5EF4-FFF2-40B4-BE49-F238E27FC236}">
                <a16:creationId xmlns:a16="http://schemas.microsoft.com/office/drawing/2014/main" id="{1015F2AF-AFD1-4EF4-8540-8B024875DEA3}"/>
              </a:ext>
            </a:extLst>
          </p:cNvPr>
          <p:cNvSpPr>
            <a:spLocks xmlns:a="http://schemas.openxmlformats.org/drawingml/2006/main" noGrp="1"/>
          </p:cNvSpPr>
          <p:nvPr/>
        </p:nvSpPr>
        <p:spPr>
          <a:xfrm xmlns:a="http://schemas.openxmlformats.org/drawingml/2006/main">
            <a:off x="9953625" y="4143375"/>
            <a:ext cx="5476875" cy="1219200"/>
          </a:xfrm>
          <a:custGeom xmlns:a="http://schemas.openxmlformats.org/drawingml/2006/main">
            <a:pathLst>
              <a:path w="5476875" h="1219200">
                <a:moveTo>
                  <a:pt x="0" y="0"/>
                </a:moveTo>
                <a:lnTo>
                  <a:pt x="5305425" y="0"/>
                </a:lnTo>
                <a:lnTo>
                  <a:pt x="5476875" y="171450"/>
                </a:lnTo>
                <a:lnTo>
                  <a:pt x="5476875" y="1219200"/>
                </a:lnTo>
                <a:lnTo>
                  <a:pt x="0" y="12192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57" name="dp41-comparison / n172 / fold">
            <a:extLst xmlns:a="http://schemas.openxmlformats.org/drawingml/2006/main">
              <a:ext uri="{FF2B5EF4-FFF2-40B4-BE49-F238E27FC236}">
                <a16:creationId xmlns:a16="http://schemas.microsoft.com/office/drawing/2014/main" id="{E5CAFE68-46B0-4198-828E-667C788AA216}"/>
              </a:ext>
            </a:extLst>
          </p:cNvPr>
          <p:cNvSpPr>
            <a:spLocks xmlns:a="http://schemas.openxmlformats.org/drawingml/2006/main" noGrp="1"/>
          </p:cNvSpPr>
          <p:nvPr/>
        </p:nvSpPr>
        <p:spPr>
          <a:xfrm xmlns:a="http://schemas.openxmlformats.org/drawingml/2006/main">
            <a:off x="15259050" y="4143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58" name="dp41-comparison / n173 / text 1">
            <a:extLst xmlns:a="http://schemas.openxmlformats.org/drawingml/2006/main">
              <a:ext uri="{FF2B5EF4-FFF2-40B4-BE49-F238E27FC236}">
                <a16:creationId xmlns:a16="http://schemas.microsoft.com/office/drawing/2014/main" id="{F49A9413-EFD3-41E1-87C6-F844C544DE6B}"/>
              </a:ext>
            </a:extLst>
          </p:cNvPr>
          <p:cNvSpPr>
            <a:spLocks xmlns:a="http://schemas.openxmlformats.org/drawingml/2006/main" noGrp="1"/>
          </p:cNvSpPr>
          <p:nvPr/>
        </p:nvSpPr>
        <p:spPr>
          <a:xfrm xmlns:a="http://schemas.openxmlformats.org/drawingml/2006/main">
            <a:off x="10048875" y="4200525"/>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모델 출력: RequestFrame — 고정 필드 / 값 축약</a:t>
            </a:r>
          </a:p>
        </p:txBody>
      </p:sp>
      <p:sp>
        <p:nvSpPr>
          <p:cNvPr id="259" name="dp41-comparison / n173 / text 2">
            <a:extLst xmlns:a="http://schemas.openxmlformats.org/drawingml/2006/main">
              <a:ext uri="{FF2B5EF4-FFF2-40B4-BE49-F238E27FC236}">
                <a16:creationId xmlns:a16="http://schemas.microsoft.com/office/drawing/2014/main" id="{E7591143-3BA3-4744-B138-1BB438B5693D}"/>
              </a:ext>
            </a:extLst>
          </p:cNvPr>
          <p:cNvSpPr>
            <a:spLocks xmlns:a="http://schemas.openxmlformats.org/drawingml/2006/main" noGrp="1"/>
          </p:cNvSpPr>
          <p:nvPr/>
        </p:nvSpPr>
        <p:spPr>
          <a:xfrm xmlns:a="http://schemas.openxmlformats.org/drawingml/2006/main">
            <a:off x="10048875" y="4331970"/>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schema_version:1, input_ref:Input1</a:t>
            </a:r>
          </a:p>
        </p:txBody>
      </p:sp>
      <p:sp>
        <p:nvSpPr>
          <p:cNvPr id="260" name="dp41-comparison / n173 / text 3">
            <a:extLst xmlns:a="http://schemas.openxmlformats.org/drawingml/2006/main">
              <a:ext uri="{FF2B5EF4-FFF2-40B4-BE49-F238E27FC236}">
                <a16:creationId xmlns:a16="http://schemas.microsoft.com/office/drawing/2014/main" id="{A55C6ED3-79C0-473F-AD97-411A9928A97C}"/>
              </a:ext>
            </a:extLst>
          </p:cNvPr>
          <p:cNvSpPr>
            <a:spLocks xmlns:a="http://schemas.openxmlformats.org/drawingml/2006/main" noGrp="1"/>
          </p:cNvSpPr>
          <p:nvPr/>
        </p:nvSpPr>
        <p:spPr>
          <a:xfrm xmlns:a="http://schemas.openxmlformats.org/drawingml/2006/main">
            <a:off x="10048875" y="4463415"/>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goals: G1=UPDATE_TASK(report,table), G2=NEW_TASK(메일 초안)</a:t>
            </a:r>
          </a:p>
        </p:txBody>
      </p:sp>
      <p:sp>
        <p:nvSpPr>
          <p:cNvPr id="261" name="dp41-comparison / n173 / text 4">
            <a:extLst xmlns:a="http://schemas.openxmlformats.org/drawingml/2006/main">
              <a:ext uri="{FF2B5EF4-FFF2-40B4-BE49-F238E27FC236}">
                <a16:creationId xmlns:a16="http://schemas.microsoft.com/office/drawing/2014/main" id="{588E1887-5301-4F7C-8474-B1961BC766B6}"/>
              </a:ext>
            </a:extLst>
          </p:cNvPr>
          <p:cNvSpPr>
            <a:spLocks xmlns:a="http://schemas.openxmlformats.org/drawingml/2006/main" noGrp="1"/>
          </p:cNvSpPr>
          <p:nvPr/>
        </p:nvSpPr>
        <p:spPr>
          <a:xfrm xmlns:a="http://schemas.openxmlformats.org/drawingml/2006/main">
            <a:off x="10048875" y="4594860"/>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references: report=RECENT_TASK("보고서"), table=INPUT_SELECTION</a:t>
            </a:r>
          </a:p>
        </p:txBody>
      </p:sp>
      <p:sp>
        <p:nvSpPr>
          <p:cNvPr id="262" name="dp41-comparison / n173 / text 5">
            <a:extLst xmlns:a="http://schemas.openxmlformats.org/drawingml/2006/main">
              <a:ext uri="{FF2B5EF4-FFF2-40B4-BE49-F238E27FC236}">
                <a16:creationId xmlns:a16="http://schemas.microsoft.com/office/drawing/2014/main" id="{45D7C99D-9680-481E-8372-F54F9AA54F90}"/>
              </a:ext>
            </a:extLst>
          </p:cNvPr>
          <p:cNvSpPr>
            <a:spLocks xmlns:a="http://schemas.openxmlformats.org/drawingml/2006/main" noGrp="1"/>
          </p:cNvSpPr>
          <p:nvPr/>
        </p:nvSpPr>
        <p:spPr>
          <a:xfrm xmlns:a="http://schemas.openxmlformats.org/drawingml/2006/main">
            <a:off x="10048875" y="4726305"/>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relations: USE_RESULT(G1 → G2)</a:t>
            </a:r>
          </a:p>
        </p:txBody>
      </p:sp>
      <p:sp>
        <p:nvSpPr>
          <p:cNvPr id="263" name="dp41-comparison / n173 / text 6">
            <a:extLst xmlns:a="http://schemas.openxmlformats.org/drawingml/2006/main">
              <a:ext uri="{FF2B5EF4-FFF2-40B4-BE49-F238E27FC236}">
                <a16:creationId xmlns:a16="http://schemas.microsoft.com/office/drawing/2014/main" id="{D1A94A55-E0F0-44FB-BED7-455FC52BEDE6}"/>
              </a:ext>
            </a:extLst>
          </p:cNvPr>
          <p:cNvSpPr>
            <a:spLocks xmlns:a="http://schemas.openxmlformats.org/drawingml/2006/main" noGrp="1"/>
          </p:cNvSpPr>
          <p:nvPr/>
        </p:nvSpPr>
        <p:spPr>
          <a:xfrm xmlns:a="http://schemas.openxmlformats.org/drawingml/2006/main">
            <a:off x="10048875" y="4857750"/>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constraints: FORBID_ACTION(scope=[G2], action=SEND)</a:t>
            </a:r>
          </a:p>
        </p:txBody>
      </p:sp>
      <p:sp>
        <p:nvSpPr>
          <p:cNvPr id="264" name="dp41-comparison / n173 / text 7">
            <a:extLst xmlns:a="http://schemas.openxmlformats.org/drawingml/2006/main">
              <a:ext uri="{FF2B5EF4-FFF2-40B4-BE49-F238E27FC236}">
                <a16:creationId xmlns:a16="http://schemas.microsoft.com/office/drawing/2014/main" id="{B8917045-0091-4DAE-A8ED-BA897D72F6B9}"/>
              </a:ext>
            </a:extLst>
          </p:cNvPr>
          <p:cNvSpPr>
            <a:spLocks xmlns:a="http://schemas.openxmlformats.org/drawingml/2006/main" noGrp="1"/>
          </p:cNvSpPr>
          <p:nvPr/>
        </p:nvSpPr>
        <p:spPr>
          <a:xfrm xmlns:a="http://schemas.openxmlformats.org/drawingml/2006/main">
            <a:off x="10048875" y="4989195"/>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unparsed_spans:[]  (미해석 구간)</a:t>
            </a:r>
          </a:p>
        </p:txBody>
      </p:sp>
      <p:sp>
        <p:nvSpPr>
          <p:cNvPr id="265" name="dp41-comparison / n173 / text 8">
            <a:extLst xmlns:a="http://schemas.openxmlformats.org/drawingml/2006/main">
              <a:ext uri="{FF2B5EF4-FFF2-40B4-BE49-F238E27FC236}">
                <a16:creationId xmlns:a16="http://schemas.microsoft.com/office/drawing/2014/main" id="{D10EFC25-013F-4B13-9FB2-BB01960E7F74}"/>
              </a:ext>
            </a:extLst>
          </p:cNvPr>
          <p:cNvSpPr>
            <a:spLocks xmlns:a="http://schemas.openxmlformats.org/drawingml/2006/main" noGrp="1"/>
          </p:cNvSpPr>
          <p:nvPr/>
        </p:nvSpPr>
        <p:spPr>
          <a:xfrm xmlns:a="http://schemas.openxmlformats.org/drawingml/2006/main">
            <a:off x="10048875" y="5120640"/>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G1=보고서 수정 / G2=메일 초안; 실제 Task ID는 아직 미정</a:t>
            </a:r>
          </a:p>
        </p:txBody>
      </p:sp>
      <p:sp>
        <p:nvSpPr>
          <p:cNvPr id="266" name="dp41-comparison / n175">
            <a:extLst xmlns:a="http://schemas.openxmlformats.org/drawingml/2006/main">
              <a:ext uri="{FF2B5EF4-FFF2-40B4-BE49-F238E27FC236}">
                <a16:creationId xmlns:a16="http://schemas.microsoft.com/office/drawing/2014/main" id="{D8DE0CFC-93FD-48C3-8C7A-0CB7C3CA64C4}"/>
              </a:ext>
            </a:extLst>
          </p:cNvPr>
          <p:cNvSpPr>
            <a:spLocks xmlns:a="http://schemas.openxmlformats.org/drawingml/2006/main" noGrp="1"/>
          </p:cNvSpPr>
          <p:nvPr/>
        </p:nvSpPr>
        <p:spPr>
          <a:xfrm xmlns:a="http://schemas.openxmlformats.org/drawingml/2006/main">
            <a:off x="15811500" y="4143375"/>
            <a:ext cx="1714500" cy="523875"/>
          </a:xfrm>
          <a:custGeom xmlns:a="http://schemas.openxmlformats.org/drawingml/2006/main">
            <a:pathLst>
              <a:path w="1714500" h="523875">
                <a:moveTo>
                  <a:pt x="0" y="0"/>
                </a:moveTo>
                <a:lnTo>
                  <a:pt x="1543050" y="0"/>
                </a:lnTo>
                <a:lnTo>
                  <a:pt x="1714500" y="171450"/>
                </a:lnTo>
                <a:lnTo>
                  <a:pt x="1714500" y="523875"/>
                </a:lnTo>
                <a:lnTo>
                  <a:pt x="0" y="5238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67" name="dp41-comparison / n175 / fold">
            <a:extLst xmlns:a="http://schemas.openxmlformats.org/drawingml/2006/main">
              <a:ext uri="{FF2B5EF4-FFF2-40B4-BE49-F238E27FC236}">
                <a16:creationId xmlns:a16="http://schemas.microsoft.com/office/drawing/2014/main" id="{93FFBAF9-9B17-4B6B-A1E1-B4D46F8B8F8E}"/>
              </a:ext>
            </a:extLst>
          </p:cNvPr>
          <p:cNvSpPr>
            <a:spLocks xmlns:a="http://schemas.openxmlformats.org/drawingml/2006/main" noGrp="1"/>
          </p:cNvSpPr>
          <p:nvPr/>
        </p:nvSpPr>
        <p:spPr>
          <a:xfrm xmlns:a="http://schemas.openxmlformats.org/drawingml/2006/main">
            <a:off x="17354550" y="4143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68" name="dp41-comparison / n176 / text 1">
            <a:extLst xmlns:a="http://schemas.openxmlformats.org/drawingml/2006/main">
              <a:ext uri="{FF2B5EF4-FFF2-40B4-BE49-F238E27FC236}">
                <a16:creationId xmlns:a16="http://schemas.microsoft.com/office/drawing/2014/main" id="{B98B1EAA-7CE3-493E-8632-B200EF3B7CAC}"/>
              </a:ext>
            </a:extLst>
          </p:cNvPr>
          <p:cNvSpPr>
            <a:spLocks xmlns:a="http://schemas.openxmlformats.org/drawingml/2006/main" noGrp="1"/>
          </p:cNvSpPr>
          <p:nvPr/>
        </p:nvSpPr>
        <p:spPr>
          <a:xfrm xmlns:a="http://schemas.openxmlformats.org/drawingml/2006/main">
            <a:off x="15906750" y="4200525"/>
            <a:ext cx="1447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도구 조회 결과</a:t>
            </a:r>
          </a:p>
        </p:txBody>
      </p:sp>
      <p:sp>
        <p:nvSpPr>
          <p:cNvPr id="269" name="dp41-comparison / n176 / text 2">
            <a:extLst xmlns:a="http://schemas.openxmlformats.org/drawingml/2006/main">
              <a:ext uri="{FF2B5EF4-FFF2-40B4-BE49-F238E27FC236}">
                <a16:creationId xmlns:a16="http://schemas.microsoft.com/office/drawing/2014/main" id="{858CC8BF-4B79-4F2B-A8CA-077D2F775225}"/>
              </a:ext>
            </a:extLst>
          </p:cNvPr>
          <p:cNvSpPr>
            <a:spLocks xmlns:a="http://schemas.openxmlformats.org/drawingml/2006/main" noGrp="1"/>
          </p:cNvSpPr>
          <p:nvPr/>
        </p:nvSpPr>
        <p:spPr>
          <a:xfrm xmlns:a="http://schemas.openxmlformats.org/drawingml/2006/main">
            <a:off x="15906750" y="4337685"/>
            <a:ext cx="1447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보고서: Task1 / Task2</a:t>
            </a:r>
          </a:p>
        </p:txBody>
      </p:sp>
      <p:sp>
        <p:nvSpPr>
          <p:cNvPr id="270" name="dp41-comparison / n176 / text 3">
            <a:extLst xmlns:a="http://schemas.openxmlformats.org/drawingml/2006/main">
              <a:ext uri="{FF2B5EF4-FFF2-40B4-BE49-F238E27FC236}">
                <a16:creationId xmlns:a16="http://schemas.microsoft.com/office/drawing/2014/main" id="{513CABC3-001F-46EC-ACFF-F8CEF636F5A0}"/>
              </a:ext>
            </a:extLst>
          </p:cNvPr>
          <p:cNvSpPr>
            <a:spLocks xmlns:a="http://schemas.openxmlformats.org/drawingml/2006/main" noGrp="1"/>
          </p:cNvSpPr>
          <p:nvPr/>
        </p:nvSpPr>
        <p:spPr>
          <a:xfrm xmlns:a="http://schemas.openxmlformats.org/drawingml/2006/main">
            <a:off x="15906750" y="4474845"/>
            <a:ext cx="1447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표: 선택한 표</a:t>
            </a:r>
          </a:p>
        </p:txBody>
      </p:sp>
      <p:sp>
        <p:nvSpPr>
          <p:cNvPr id="271" name="dp41-comparison / n177">
            <a:extLst xmlns:a="http://schemas.openxmlformats.org/drawingml/2006/main">
              <a:ext uri="{FF2B5EF4-FFF2-40B4-BE49-F238E27FC236}">
                <a16:creationId xmlns:a16="http://schemas.microsoft.com/office/drawing/2014/main" id="{439462EB-B777-4925-B7B8-F3FF46F7E0C9}"/>
              </a:ext>
            </a:extLst>
          </p:cNvPr>
          <p:cNvSpPr>
            <a:spLocks xmlns:a="http://schemas.openxmlformats.org/drawingml/2006/main" noGrp="1"/>
          </p:cNvSpPr>
          <p:nvPr/>
        </p:nvSpPr>
        <p:spPr>
          <a:xfrm xmlns:a="http://schemas.openxmlformats.org/drawingml/2006/main">
            <a:off x="15792450" y="4724400"/>
            <a:ext cx="14249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2" name="dp41-comparison / n178 / text 1">
            <a:extLst xmlns:a="http://schemas.openxmlformats.org/drawingml/2006/main">
              <a:ext uri="{FF2B5EF4-FFF2-40B4-BE49-F238E27FC236}">
                <a16:creationId xmlns:a16="http://schemas.microsoft.com/office/drawing/2014/main" id="{38CD61CF-B79B-425D-AA42-35AF260BD54E}"/>
              </a:ext>
            </a:extLst>
          </p:cNvPr>
          <p:cNvSpPr>
            <a:spLocks xmlns:a="http://schemas.openxmlformats.org/drawingml/2006/main" noGrp="1"/>
          </p:cNvSpPr>
          <p:nvPr/>
        </p:nvSpPr>
        <p:spPr>
          <a:xfrm xmlns:a="http://schemas.openxmlformats.org/drawingml/2006/main">
            <a:off x="15811500" y="4733925"/>
            <a:ext cx="1714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반복 주체: Engine 코드</a:t>
            </a:r>
          </a:p>
        </p:txBody>
      </p:sp>
      <p:sp>
        <p:nvSpPr>
          <p:cNvPr id="273" name="dp41-comparison / n179">
            <a:extLst xmlns:a="http://schemas.openxmlformats.org/drawingml/2006/main">
              <a:ext uri="{FF2B5EF4-FFF2-40B4-BE49-F238E27FC236}">
                <a16:creationId xmlns:a16="http://schemas.microsoft.com/office/drawing/2014/main" id="{9DAA075F-4744-4F24-9E45-A150E2E536BD}"/>
              </a:ext>
            </a:extLst>
          </p:cNvPr>
          <p:cNvSpPr>
            <a:spLocks xmlns:a="http://schemas.openxmlformats.org/drawingml/2006/main" noGrp="1"/>
          </p:cNvSpPr>
          <p:nvPr/>
        </p:nvSpPr>
        <p:spPr>
          <a:xfrm xmlns:a="http://schemas.openxmlformats.org/drawingml/2006/main">
            <a:off x="15792450" y="4933950"/>
            <a:ext cx="13220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4" name="dp41-comparison / n180 / text 1">
            <a:extLst xmlns:a="http://schemas.openxmlformats.org/drawingml/2006/main">
              <a:ext uri="{FF2B5EF4-FFF2-40B4-BE49-F238E27FC236}">
                <a16:creationId xmlns:a16="http://schemas.microsoft.com/office/drawing/2014/main" id="{15CC2F27-EB5C-4645-91A7-E61C1478DE6E}"/>
              </a:ext>
            </a:extLst>
          </p:cNvPr>
          <p:cNvSpPr>
            <a:spLocks xmlns:a="http://schemas.openxmlformats.org/drawingml/2006/main" noGrp="1"/>
          </p:cNvSpPr>
          <p:nvPr/>
        </p:nvSpPr>
        <p:spPr>
          <a:xfrm xmlns:a="http://schemas.openxmlformats.org/drawingml/2006/main">
            <a:off x="15811500" y="4943475"/>
            <a:ext cx="1714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근거 반영 → 다음 항목</a:t>
            </a:r>
          </a:p>
        </p:txBody>
      </p:sp>
      <p:sp>
        <p:nvSpPr>
          <p:cNvPr id="275" name="dp41-comparison / n181">
            <a:extLst xmlns:a="http://schemas.openxmlformats.org/drawingml/2006/main">
              <a:ext uri="{FF2B5EF4-FFF2-40B4-BE49-F238E27FC236}">
                <a16:creationId xmlns:a16="http://schemas.microsoft.com/office/drawing/2014/main" id="{148F27C1-8376-4D65-9F12-80FBA29FCBD4}"/>
              </a:ext>
            </a:extLst>
          </p:cNvPr>
          <p:cNvSpPr>
            <a:spLocks xmlns:a="http://schemas.openxmlformats.org/drawingml/2006/main" noGrp="1"/>
          </p:cNvSpPr>
          <p:nvPr/>
        </p:nvSpPr>
        <p:spPr>
          <a:xfrm xmlns:a="http://schemas.openxmlformats.org/drawingml/2006/main">
            <a:off x="9953625" y="5419725"/>
            <a:ext cx="5476875" cy="352425"/>
          </a:xfrm>
          <a:custGeom xmlns:a="http://schemas.openxmlformats.org/drawingml/2006/main">
            <a:pathLst>
              <a:path w="5476875" h="352425">
                <a:moveTo>
                  <a:pt x="0" y="0"/>
                </a:moveTo>
                <a:lnTo>
                  <a:pt x="5305425" y="0"/>
                </a:lnTo>
                <a:lnTo>
                  <a:pt x="5476875" y="171450"/>
                </a:lnTo>
                <a:lnTo>
                  <a:pt x="5476875" y="352425"/>
                </a:lnTo>
                <a:lnTo>
                  <a:pt x="0" y="35242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6" name="dp41-comparison / n181 / fold">
            <a:extLst xmlns:a="http://schemas.openxmlformats.org/drawingml/2006/main">
              <a:ext uri="{FF2B5EF4-FFF2-40B4-BE49-F238E27FC236}">
                <a16:creationId xmlns:a16="http://schemas.microsoft.com/office/drawing/2014/main" id="{982514FC-8AC0-415C-83B0-EAE0DDEE878C}"/>
              </a:ext>
            </a:extLst>
          </p:cNvPr>
          <p:cNvSpPr>
            <a:spLocks xmlns:a="http://schemas.openxmlformats.org/drawingml/2006/main" noGrp="1"/>
          </p:cNvSpPr>
          <p:nvPr/>
        </p:nvSpPr>
        <p:spPr>
          <a:xfrm xmlns:a="http://schemas.openxmlformats.org/drawingml/2006/main">
            <a:off x="15259050" y="54197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7" name="dp41-comparison / n182 / text 1">
            <a:extLst xmlns:a="http://schemas.openxmlformats.org/drawingml/2006/main">
              <a:ext uri="{FF2B5EF4-FFF2-40B4-BE49-F238E27FC236}">
                <a16:creationId xmlns:a16="http://schemas.microsoft.com/office/drawing/2014/main" id="{CB30A4D5-B845-480B-80E7-75D912A27B07}"/>
              </a:ext>
            </a:extLst>
          </p:cNvPr>
          <p:cNvSpPr>
            <a:spLocks xmlns:a="http://schemas.openxmlformats.org/drawingml/2006/main" noGrp="1"/>
          </p:cNvSpPr>
          <p:nvPr/>
        </p:nvSpPr>
        <p:spPr>
          <a:xfrm xmlns:a="http://schemas.openxmlformats.org/drawingml/2006/main">
            <a:off x="10048875" y="5476875"/>
            <a:ext cx="52101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최종 MeaningProposal (사용자 확인 뒤): Task1 보고서에 표 추가</a:t>
            </a:r>
          </a:p>
        </p:txBody>
      </p:sp>
      <p:sp>
        <p:nvSpPr>
          <p:cNvPr id="278" name="dp41-comparison / n182 / text 2">
            <a:extLst xmlns:a="http://schemas.openxmlformats.org/drawingml/2006/main">
              <a:ext uri="{FF2B5EF4-FFF2-40B4-BE49-F238E27FC236}">
                <a16:creationId xmlns:a16="http://schemas.microsoft.com/office/drawing/2014/main" id="{C4A5852B-8A37-4327-B205-F62278970D71}"/>
              </a:ext>
            </a:extLst>
          </p:cNvPr>
          <p:cNvSpPr>
            <a:spLocks xmlns:a="http://schemas.openxmlformats.org/drawingml/2006/main" noGrp="1"/>
          </p:cNvSpPr>
          <p:nvPr/>
        </p:nvSpPr>
        <p:spPr>
          <a:xfrm xmlns:a="http://schemas.openxmlformats.org/drawingml/2006/main">
            <a:off x="10048875" y="5614035"/>
            <a:ext cx="52101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보고서 결과 → 메일 초안 / SEND 금지 유지</a:t>
            </a:r>
          </a:p>
        </p:txBody>
      </p:sp>
      <p:sp>
        <p:nvSpPr>
          <p:cNvPr id="279" name="dp41-comparison / n191">
            <a:extLst xmlns:a="http://schemas.openxmlformats.org/drawingml/2006/main">
              <a:ext uri="{FF2B5EF4-FFF2-40B4-BE49-F238E27FC236}">
                <a16:creationId xmlns:a16="http://schemas.microsoft.com/office/drawing/2014/main" id="{701B8664-A3D6-45BC-8E38-06A762F63D08}"/>
              </a:ext>
            </a:extLst>
          </p:cNvPr>
          <p:cNvSpPr>
            <a:spLocks xmlns:a="http://schemas.openxmlformats.org/drawingml/2006/main" noGrp="1"/>
          </p:cNvSpPr>
          <p:nvPr/>
        </p:nvSpPr>
        <p:spPr>
          <a:xfrm xmlns:a="http://schemas.openxmlformats.org/drawingml/2006/main">
            <a:off x="9934575" y="6038850"/>
            <a:ext cx="216789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0" name="dp41-comparison / n192 / text 1">
            <a:extLst xmlns:a="http://schemas.openxmlformats.org/drawingml/2006/main">
              <a:ext uri="{FF2B5EF4-FFF2-40B4-BE49-F238E27FC236}">
                <a16:creationId xmlns:a16="http://schemas.microsoft.com/office/drawing/2014/main" id="{910DB9A5-3DFC-4845-BAC8-1A75F754FBBE}"/>
              </a:ext>
            </a:extLst>
          </p:cNvPr>
          <p:cNvSpPr>
            <a:spLocks xmlns:a="http://schemas.openxmlformats.org/drawingml/2006/main" noGrp="1"/>
          </p:cNvSpPr>
          <p:nvPr/>
        </p:nvSpPr>
        <p:spPr>
          <a:xfrm xmlns:a="http://schemas.openxmlformats.org/drawingml/2006/main">
            <a:off x="9953625" y="6048375"/>
            <a:ext cx="24765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자료 / 대화 / 업무 기록 조회</a:t>
            </a:r>
          </a:p>
        </p:txBody>
      </p:sp>
      <p:sp>
        <p:nvSpPr>
          <p:cNvPr id="281" name="dp41-comparison / n196">
            <a:extLst xmlns:a="http://schemas.openxmlformats.org/drawingml/2006/main">
              <a:ext uri="{FF2B5EF4-FFF2-40B4-BE49-F238E27FC236}">
                <a16:creationId xmlns:a16="http://schemas.microsoft.com/office/drawing/2014/main" id="{7247AD10-97F2-4EC5-BA75-717A0C95CACF}"/>
              </a:ext>
            </a:extLst>
          </p:cNvPr>
          <p:cNvSpPr>
            <a:spLocks xmlns:a="http://schemas.openxmlformats.org/drawingml/2006/main" noGrp="1"/>
          </p:cNvSpPr>
          <p:nvPr/>
        </p:nvSpPr>
        <p:spPr>
          <a:xfrm xmlns:a="http://schemas.openxmlformats.org/drawingml/2006/main">
            <a:off x="9934575" y="63627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2" name="dp41-comparison / n197 / text 1">
            <a:extLst xmlns:a="http://schemas.openxmlformats.org/drawingml/2006/main">
              <a:ext uri="{FF2B5EF4-FFF2-40B4-BE49-F238E27FC236}">
                <a16:creationId xmlns:a16="http://schemas.microsoft.com/office/drawing/2014/main" id="{C1D8093D-4AF4-431C-B182-25E7EBF27D41}"/>
              </a:ext>
            </a:extLst>
          </p:cNvPr>
          <p:cNvSpPr>
            <a:spLocks xmlns:a="http://schemas.openxmlformats.org/drawingml/2006/main" noGrp="1"/>
          </p:cNvSpPr>
          <p:nvPr/>
        </p:nvSpPr>
        <p:spPr>
          <a:xfrm xmlns:a="http://schemas.openxmlformats.org/drawingml/2006/main">
            <a:off x="9953625" y="63722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283" name="dp41-comparison / n213">
            <a:extLst xmlns:a="http://schemas.openxmlformats.org/drawingml/2006/main">
              <a:ext uri="{FF2B5EF4-FFF2-40B4-BE49-F238E27FC236}">
                <a16:creationId xmlns:a16="http://schemas.microsoft.com/office/drawing/2014/main" id="{E0D80032-A4C6-48AF-B4D7-18656641CAD5}"/>
              </a:ext>
            </a:extLst>
          </p:cNvPr>
          <p:cNvSpPr>
            <a:spLocks xmlns:a="http://schemas.openxmlformats.org/drawingml/2006/main" noGrp="1"/>
          </p:cNvSpPr>
          <p:nvPr/>
        </p:nvSpPr>
        <p:spPr>
          <a:xfrm xmlns:a="http://schemas.openxmlformats.org/drawingml/2006/main">
            <a:off x="15230475" y="6600825"/>
            <a:ext cx="32385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4" name="dp41-comparison / n214 / text 1">
            <a:extLst xmlns:a="http://schemas.openxmlformats.org/drawingml/2006/main">
              <a:ext uri="{FF2B5EF4-FFF2-40B4-BE49-F238E27FC236}">
                <a16:creationId xmlns:a16="http://schemas.microsoft.com/office/drawing/2014/main" id="{25844444-5B1B-4593-A045-0D29D502CD8D}"/>
              </a:ext>
            </a:extLst>
          </p:cNvPr>
          <p:cNvSpPr>
            <a:spLocks xmlns:a="http://schemas.openxmlformats.org/drawingml/2006/main" noGrp="1"/>
          </p:cNvSpPr>
          <p:nvPr/>
        </p:nvSpPr>
        <p:spPr>
          <a:xfrm xmlns:a="http://schemas.openxmlformats.org/drawingml/2006/main">
            <a:off x="15249525" y="6610350"/>
            <a:ext cx="523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조회</a:t>
            </a:r>
          </a:p>
        </p:txBody>
      </p:sp>
      <p:sp>
        <p:nvSpPr>
          <p:cNvPr id="285" name="dp41-comparison / n216">
            <a:extLst xmlns:a="http://schemas.openxmlformats.org/drawingml/2006/main">
              <a:ext uri="{FF2B5EF4-FFF2-40B4-BE49-F238E27FC236}">
                <a16:creationId xmlns:a16="http://schemas.microsoft.com/office/drawing/2014/main" id="{99A0D627-5C82-4431-89B9-1D37F394BB13}"/>
              </a:ext>
            </a:extLst>
          </p:cNvPr>
          <p:cNvSpPr>
            <a:spLocks xmlns:a="http://schemas.openxmlformats.org/drawingml/2006/main" noGrp="1"/>
          </p:cNvSpPr>
          <p:nvPr/>
        </p:nvSpPr>
        <p:spPr>
          <a:xfrm xmlns:a="http://schemas.openxmlformats.org/drawingml/2006/main">
            <a:off x="15316200" y="7067550"/>
            <a:ext cx="17131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6" name="dp41-comparison / n217 / text 1">
            <a:extLst xmlns:a="http://schemas.openxmlformats.org/drawingml/2006/main">
              <a:ext uri="{FF2B5EF4-FFF2-40B4-BE49-F238E27FC236}">
                <a16:creationId xmlns:a16="http://schemas.microsoft.com/office/drawing/2014/main" id="{32AA519A-E96E-43B4-B312-3EE3474E7867}"/>
              </a:ext>
            </a:extLst>
          </p:cNvPr>
          <p:cNvSpPr>
            <a:spLocks xmlns:a="http://schemas.openxmlformats.org/drawingml/2006/main" noGrp="1"/>
          </p:cNvSpPr>
          <p:nvPr/>
        </p:nvSpPr>
        <p:spPr>
          <a:xfrm xmlns:a="http://schemas.openxmlformats.org/drawingml/2006/main">
            <a:off x="15335250" y="7077075"/>
            <a:ext cx="2095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코드 검사 반복 (LLM 없이)</a:t>
            </a:r>
          </a:p>
        </p:txBody>
      </p:sp>
      <p:sp>
        <p:nvSpPr>
          <p:cNvPr id="287" name="dp41-comparison / n219">
            <a:extLst xmlns:a="http://schemas.openxmlformats.org/drawingml/2006/main">
              <a:ext uri="{FF2B5EF4-FFF2-40B4-BE49-F238E27FC236}">
                <a16:creationId xmlns:a16="http://schemas.microsoft.com/office/drawing/2014/main" id="{0EB34205-AFD0-4C54-8E01-5123E8D69297}"/>
              </a:ext>
            </a:extLst>
          </p:cNvPr>
          <p:cNvSpPr>
            <a:spLocks xmlns:a="http://schemas.openxmlformats.org/drawingml/2006/main" noGrp="1"/>
          </p:cNvSpPr>
          <p:nvPr/>
        </p:nvSpPr>
        <p:spPr>
          <a:xfrm xmlns:a="http://schemas.openxmlformats.org/drawingml/2006/main">
            <a:off x="12325350" y="7181850"/>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8" name="dp41-comparison / n220 / text 1">
            <a:extLst xmlns:a="http://schemas.openxmlformats.org/drawingml/2006/main">
              <a:ext uri="{FF2B5EF4-FFF2-40B4-BE49-F238E27FC236}">
                <a16:creationId xmlns:a16="http://schemas.microsoft.com/office/drawing/2014/main" id="{41CAD5D6-9EC4-4557-8754-EF7CE08CCD01}"/>
              </a:ext>
            </a:extLst>
          </p:cNvPr>
          <p:cNvSpPr>
            <a:spLocks xmlns:a="http://schemas.openxmlformats.org/drawingml/2006/main" noGrp="1"/>
          </p:cNvSpPr>
          <p:nvPr/>
        </p:nvSpPr>
        <p:spPr>
          <a:xfrm xmlns:a="http://schemas.openxmlformats.org/drawingml/2006/main">
            <a:off x="12344400" y="7191375"/>
            <a:ext cx="21145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의미 해석이 필요한 항목</a:t>
            </a:r>
          </a:p>
        </p:txBody>
      </p:sp>
      <p:sp>
        <p:nvSpPr>
          <p:cNvPr id="289" name="dp41-comparison / n222">
            <a:extLst xmlns:a="http://schemas.openxmlformats.org/drawingml/2006/main">
              <a:ext uri="{FF2B5EF4-FFF2-40B4-BE49-F238E27FC236}">
                <a16:creationId xmlns:a16="http://schemas.microsoft.com/office/drawing/2014/main" id="{40F2E047-5383-4913-BF0A-428597F23C46}"/>
              </a:ext>
            </a:extLst>
          </p:cNvPr>
          <p:cNvSpPr>
            <a:spLocks xmlns:a="http://schemas.openxmlformats.org/drawingml/2006/main" noGrp="1"/>
          </p:cNvSpPr>
          <p:nvPr/>
        </p:nvSpPr>
        <p:spPr>
          <a:xfrm xmlns:a="http://schemas.openxmlformats.org/drawingml/2006/main">
            <a:off x="9934575" y="6943725"/>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0" name="dp41-comparison / n223 / text 1">
            <a:extLst xmlns:a="http://schemas.openxmlformats.org/drawingml/2006/main">
              <a:ext uri="{FF2B5EF4-FFF2-40B4-BE49-F238E27FC236}">
                <a16:creationId xmlns:a16="http://schemas.microsoft.com/office/drawing/2014/main" id="{604C4F00-3B2F-44F1-8047-22F15FFD3D42}"/>
              </a:ext>
            </a:extLst>
          </p:cNvPr>
          <p:cNvSpPr>
            <a:spLocks xmlns:a="http://schemas.openxmlformats.org/drawingml/2006/main" noGrp="1"/>
          </p:cNvSpPr>
          <p:nvPr/>
        </p:nvSpPr>
        <p:spPr>
          <a:xfrm xmlns:a="http://schemas.openxmlformats.org/drawingml/2006/main">
            <a:off x="9953625" y="6953250"/>
            <a:ext cx="2381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부분 결과를 코드에 반환</a:t>
            </a:r>
          </a:p>
        </p:txBody>
      </p:sp>
      <p:sp>
        <p:nvSpPr>
          <p:cNvPr id="291" name="dp41-comparison / n225">
            <a:extLst xmlns:a="http://schemas.openxmlformats.org/drawingml/2006/main">
              <a:ext uri="{FF2B5EF4-FFF2-40B4-BE49-F238E27FC236}">
                <a16:creationId xmlns:a16="http://schemas.microsoft.com/office/drawing/2014/main" id="{2A2765C8-937C-463E-B8ED-5F02719EB097}"/>
              </a:ext>
            </a:extLst>
          </p:cNvPr>
          <p:cNvSpPr>
            <a:spLocks xmlns:a="http://schemas.openxmlformats.org/drawingml/2006/main" noGrp="1"/>
          </p:cNvSpPr>
          <p:nvPr/>
        </p:nvSpPr>
        <p:spPr>
          <a:xfrm xmlns:a="http://schemas.openxmlformats.org/drawingml/2006/main">
            <a:off x="14573250" y="7181850"/>
            <a:ext cx="51244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2" name="dp41-comparison / n226 / text 1">
            <a:extLst xmlns:a="http://schemas.openxmlformats.org/drawingml/2006/main">
              <a:ext uri="{FF2B5EF4-FFF2-40B4-BE49-F238E27FC236}">
                <a16:creationId xmlns:a16="http://schemas.microsoft.com/office/drawing/2014/main" id="{74482FE7-2180-402B-A6E2-F907787319E0}"/>
              </a:ext>
            </a:extLst>
          </p:cNvPr>
          <p:cNvSpPr>
            <a:spLocks xmlns:a="http://schemas.openxmlformats.org/drawingml/2006/main" noGrp="1"/>
          </p:cNvSpPr>
          <p:nvPr/>
        </p:nvSpPr>
        <p:spPr>
          <a:xfrm xmlns:a="http://schemas.openxmlformats.org/drawingml/2006/main">
            <a:off x="14592300" y="7191375"/>
            <a:ext cx="685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완성/질문</a:t>
            </a:r>
          </a:p>
        </p:txBody>
      </p:sp>
    </p:spTree>
    <p:extLst>
      <p:ext uri="{BB962C8B-B14F-4D97-AF65-F5344CB8AC3E}">
        <p14:creationId xmlns:p14="http://schemas.microsoft.com/office/powerpoint/2010/main" val="9734833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 name="dp42-background / n1">
            <a:extLst xmlns:a="http://schemas.openxmlformats.org/drawingml/2006/main">
              <a:ext uri="{FF2B5EF4-FFF2-40B4-BE49-F238E27FC236}">
                <a16:creationId xmlns:a16="http://schemas.microsoft.com/office/drawing/2014/main" id="{37BB2F86-1985-4C53-B9E1-90E36D02F79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2-background / n2 / text 1">
            <a:extLst xmlns:a="http://schemas.openxmlformats.org/drawingml/2006/main">
              <a:ext uri="{FF2B5EF4-FFF2-40B4-BE49-F238E27FC236}">
                <a16:creationId xmlns:a16="http://schemas.microsoft.com/office/drawing/2014/main" id="{A3045ED2-AE29-42E2-9A50-7EEBDFAB5297}"/>
              </a:ext>
            </a:extLst>
          </p:cNvPr>
          <p:cNvSpPr>
            <a:spLocks xmlns:a="http://schemas.openxmlformats.org/drawingml/2006/main" noGrp="1"/>
          </p:cNvSpPr>
          <p:nvPr/>
        </p:nvSpPr>
        <p:spPr>
          <a:xfrm xmlns:a="http://schemas.openxmlformats.org/drawingml/2006/main">
            <a:off x="609600" y="238125"/>
            <a:ext cx="11906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087E8B"/>
                </a:solidFill>
                <a:latin typeface="Apple SD Gothic Neo"/>
                <a:ea typeface="Apple SD Gothic Neo"/>
                <a:cs typeface="Apple SD Gothic Neo"/>
              </a:defRPr>
            </a:pPr>
            <a:r>
              <a:rPr sz="1500" b="1">
                <a:solidFill>
                  <a:srgbClr val="087E8B"/>
                </a:solidFill>
                <a:latin typeface="Apple SD Gothic Neo"/>
                <a:ea typeface="Apple SD Gothic Neo"/>
                <a:cs typeface="Apple SD Gothic Neo"/>
              </a:rPr>
              <a:t>VIA SOFTWARE ARCHITECTURE / DP 배경</a:t>
            </a:r>
          </a:p>
        </p:txBody>
      </p:sp>
      <p:sp>
        <p:nvSpPr>
          <p:cNvPr id="3" name="dp42-background / n3 / text 1">
            <a:extLst xmlns:a="http://schemas.openxmlformats.org/drawingml/2006/main">
              <a:ext uri="{FF2B5EF4-FFF2-40B4-BE49-F238E27FC236}">
                <a16:creationId xmlns:a16="http://schemas.microsoft.com/office/drawing/2014/main" id="{5DEC4B48-D568-463C-BE6B-015148CC9E0D}"/>
              </a:ext>
            </a:extLst>
          </p:cNvPr>
          <p:cNvSpPr>
            <a:spLocks xmlns:a="http://schemas.openxmlformats.org/drawingml/2006/main" noGrp="1"/>
          </p:cNvSpPr>
          <p:nvPr/>
        </p:nvSpPr>
        <p:spPr>
          <a:xfrm xmlns:a="http://schemas.openxmlformats.org/drawingml/2006/main">
            <a:off x="15011400" y="238125"/>
            <a:ext cx="2667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04-42</a:t>
            </a:r>
          </a:p>
        </p:txBody>
      </p:sp>
      <p:sp>
        <p:nvSpPr>
          <p:cNvPr id="4" name="dp42-background / n4 / text 1">
            <a:extLst xmlns:a="http://schemas.openxmlformats.org/drawingml/2006/main">
              <a:ext uri="{FF2B5EF4-FFF2-40B4-BE49-F238E27FC236}">
                <a16:creationId xmlns:a16="http://schemas.microsoft.com/office/drawing/2014/main" id="{7FF6FFAF-A984-43AF-A7D7-AAB6EA773C60}"/>
              </a:ext>
            </a:extLst>
          </p:cNvPr>
          <p:cNvSpPr>
            <a:spLocks xmlns:a="http://schemas.openxmlformats.org/drawingml/2006/main" noGrp="1"/>
          </p:cNvSpPr>
          <p:nvPr/>
        </p:nvSpPr>
        <p:spPr>
          <a:xfrm xmlns:a="http://schemas.openxmlformats.org/drawingml/2006/main">
            <a:off x="609600" y="619125"/>
            <a:ext cx="1695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000" b="1">
                <a:solidFill>
                  <a:srgbClr val="18232E"/>
                </a:solidFill>
                <a:latin typeface="Apple SD Gothic Neo"/>
                <a:ea typeface="Apple SD Gothic Neo"/>
                <a:cs typeface="Apple SD Gothic Neo"/>
              </a:defRPr>
            </a:pPr>
            <a:r>
              <a:rPr sz="3000" b="1">
                <a:solidFill>
                  <a:srgbClr val="18232E"/>
                </a:solidFill>
                <a:latin typeface="Apple SD Gothic Neo"/>
                <a:ea typeface="Apple SD Gothic Neo"/>
                <a:cs typeface="Apple SD Gothic Neo"/>
              </a:rPr>
              <a:t>04-42. 변경 용이성을 위한 VIA Conversation과 Task 관리 설계</a:t>
            </a:r>
          </a:p>
        </p:txBody>
      </p:sp>
      <p:sp>
        <p:nvSpPr>
          <p:cNvPr id="5" name="dp42-background / n5 / path">
            <a:extLst xmlns:a="http://schemas.openxmlformats.org/drawingml/2006/main">
              <a:ext uri="{FF2B5EF4-FFF2-40B4-BE49-F238E27FC236}">
                <a16:creationId xmlns:a16="http://schemas.microsoft.com/office/drawing/2014/main" id="{170AA0F6-400E-4DEC-991F-665605CD2BC8}"/>
              </a:ext>
            </a:extLst>
          </p:cNvPr>
          <p:cNvSpPr>
            <a:spLocks xmlns:a="http://schemas.openxmlformats.org/drawingml/2006/main" noGrp="1"/>
          </p:cNvSpPr>
          <p:nvPr/>
        </p:nvSpPr>
        <p:spPr>
          <a:xfrm xmlns:a="http://schemas.openxmlformats.org/drawingml/2006/main">
            <a:off x="609600" y="1209675"/>
            <a:ext cx="17068800" cy="953"/>
          </a:xfrm>
          <a:custGeom xmlns:a="http://schemas.openxmlformats.org/drawingml/2006/main">
            <a:pathLst>
              <a:path w="17068800" h="953">
                <a:moveTo>
                  <a:pt x="0" y="0"/>
                </a:moveTo>
                <a:lnTo>
                  <a:pt x="17068800" y="0"/>
                </a:lnTo>
              </a:path>
            </a:pathLst>
          </a:custGeom>
          <a:noFill xmlns:a="http://schemas.openxmlformats.org/drawingml/2006/main"/>
          <a:ln xmlns:a="http://schemas.openxmlformats.org/drawingml/2006/main" w="19050">
            <a:solidFill>
              <a:srgbClr val="CDD6DE"/>
            </a:solidFill>
            <a:prstDash val="solid"/>
          </a:ln>
        </p:spPr>
      </p:sp>
      <p:sp>
        <p:nvSpPr>
          <p:cNvPr id="6" name="dp42-background / n6">
            <a:extLst xmlns:a="http://schemas.openxmlformats.org/drawingml/2006/main">
              <a:ext uri="{FF2B5EF4-FFF2-40B4-BE49-F238E27FC236}">
                <a16:creationId xmlns:a16="http://schemas.microsoft.com/office/drawing/2014/main" id="{211B6C4E-7211-4552-860D-B2A795C889D4}"/>
              </a:ext>
            </a:extLst>
          </p:cNvPr>
          <p:cNvSpPr>
            <a:spLocks xmlns:a="http://schemas.openxmlformats.org/drawingml/2006/main" noGrp="1"/>
          </p:cNvSpPr>
          <p:nvPr/>
        </p:nvSpPr>
        <p:spPr>
          <a:xfrm xmlns:a="http://schemas.openxmlformats.org/drawingml/2006/main">
            <a:off x="609600" y="1438275"/>
            <a:ext cx="17068800" cy="609600"/>
          </a:xfrm>
          <a:prstGeom xmlns:a="http://schemas.openxmlformats.org/drawingml/2006/main" prst="rect">
            <a:avLst/>
          </a:prstGeom>
          <a:solidFill xmlns:a="http://schemas.openxmlformats.org/drawingml/2006/main">
            <a:srgbClr val="FFF4A8"/>
          </a:solidFill>
          <a:ln xmlns:a="http://schemas.openxmlformats.org/drawingml/2006/main" w="0">
            <a:noFill/>
            <a:prstDash val="solid"/>
          </a:ln>
        </p:spPr>
      </p:sp>
      <p:sp>
        <p:nvSpPr>
          <p:cNvPr id="7" name="dp42-background / n7 / text 1">
            <a:extLst xmlns:a="http://schemas.openxmlformats.org/drawingml/2006/main">
              <a:ext uri="{FF2B5EF4-FFF2-40B4-BE49-F238E27FC236}">
                <a16:creationId xmlns:a16="http://schemas.microsoft.com/office/drawing/2014/main" id="{3B3AAD25-34D2-4BDF-A122-D425CC33D300}"/>
              </a:ext>
            </a:extLst>
          </p:cNvPr>
          <p:cNvSpPr>
            <a:spLocks xmlns:a="http://schemas.openxmlformats.org/drawingml/2006/main" noGrp="1"/>
          </p:cNvSpPr>
          <p:nvPr/>
        </p:nvSpPr>
        <p:spPr>
          <a:xfrm xmlns:a="http://schemas.openxmlformats.org/drawingml/2006/main">
            <a:off x="781050" y="1571625"/>
            <a:ext cx="16725900" cy="49720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18232E"/>
                </a:solidFill>
                <a:latin typeface="Apple SD Gothic Neo"/>
                <a:ea typeface="Apple SD Gothic Neo"/>
                <a:cs typeface="Apple SD Gothic Neo"/>
              </a:defRPr>
            </a:pPr>
            <a:r>
              <a:rPr sz="2700" b="1">
                <a:solidFill>
                  <a:srgbClr val="18232E"/>
                </a:solidFill>
                <a:latin typeface="Apple SD Gothic Neo"/>
                <a:ea typeface="Apple SD Gothic Neo"/>
                <a:cs typeface="Apple SD Gothic Neo"/>
              </a:rPr>
              <a:t>Request 완료와 Task 완료의 혼동 위험</a:t>
            </a:r>
          </a:p>
        </p:txBody>
      </p:sp>
      <p:sp>
        <p:nvSpPr>
          <p:cNvPr id="8" name="dp42-background / n8 / path">
            <a:extLst xmlns:a="http://schemas.openxmlformats.org/drawingml/2006/main">
              <a:ext uri="{FF2B5EF4-FFF2-40B4-BE49-F238E27FC236}">
                <a16:creationId xmlns:a16="http://schemas.microsoft.com/office/drawing/2014/main" id="{31A259D8-B5A1-4A9E-980F-34953E5219CC}"/>
              </a:ext>
            </a:extLst>
          </p:cNvPr>
          <p:cNvSpPr>
            <a:spLocks xmlns:a="http://schemas.openxmlformats.org/drawingml/2006/main" noGrp="1"/>
          </p:cNvSpPr>
          <p:nvPr/>
        </p:nvSpPr>
        <p:spPr>
          <a:xfrm xmlns:a="http://schemas.openxmlformats.org/drawingml/2006/main">
            <a:off x="11553825" y="2686050"/>
            <a:ext cx="953" cy="5495925"/>
          </a:xfrm>
          <a:custGeom xmlns:a="http://schemas.openxmlformats.org/drawingml/2006/main">
            <a:pathLst>
              <a:path w="953" h="5495925">
                <a:moveTo>
                  <a:pt x="0" y="0"/>
                </a:moveTo>
                <a:lnTo>
                  <a:pt x="0" y="5495925"/>
                </a:lnTo>
              </a:path>
            </a:pathLst>
          </a:custGeom>
          <a:noFill xmlns:a="http://schemas.openxmlformats.org/drawingml/2006/main"/>
          <a:ln xmlns:a="http://schemas.openxmlformats.org/drawingml/2006/main" w="19050">
            <a:solidFill>
              <a:srgbClr val="CDD6DE"/>
            </a:solidFill>
            <a:prstDash val="solid"/>
          </a:ln>
        </p:spPr>
      </p:sp>
      <p:sp>
        <p:nvSpPr>
          <p:cNvPr id="9" name="dp42-background / n9 / text 1">
            <a:extLst xmlns:a="http://schemas.openxmlformats.org/drawingml/2006/main">
              <a:ext uri="{FF2B5EF4-FFF2-40B4-BE49-F238E27FC236}">
                <a16:creationId xmlns:a16="http://schemas.microsoft.com/office/drawing/2014/main" id="{FAB2222E-D9F6-4635-B2B6-E053C5A2DAF5}"/>
              </a:ext>
            </a:extLst>
          </p:cNvPr>
          <p:cNvSpPr>
            <a:spLocks xmlns:a="http://schemas.openxmlformats.org/drawingml/2006/main" noGrp="1"/>
          </p:cNvSpPr>
          <p:nvPr/>
        </p:nvSpPr>
        <p:spPr>
          <a:xfrm xmlns:a="http://schemas.openxmlformats.org/drawingml/2006/main">
            <a:off x="12001500" y="2695575"/>
            <a:ext cx="567690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5F6B77"/>
                </a:solidFill>
                <a:latin typeface="Apple SD Gothic Neo"/>
                <a:ea typeface="Apple SD Gothic Neo"/>
                <a:cs typeface="Apple SD Gothic Neo"/>
              </a:defRPr>
            </a:pPr>
            <a:r>
              <a:rPr sz="1950" b="1">
                <a:solidFill>
                  <a:srgbClr val="5F6B77"/>
                </a:solidFill>
                <a:latin typeface="Apple SD Gothic Neo"/>
                <a:ea typeface="Apple SD Gothic Neo"/>
                <a:cs typeface="Apple SD Gothic Neo"/>
              </a:rPr>
              <a:t>설계 고려 사항</a:t>
            </a:r>
          </a:p>
        </p:txBody>
      </p:sp>
      <p:sp>
        <p:nvSpPr>
          <p:cNvPr id="10" name="dp42-background / n10 / path">
            <a:extLst xmlns:a="http://schemas.openxmlformats.org/drawingml/2006/main">
              <a:ext uri="{FF2B5EF4-FFF2-40B4-BE49-F238E27FC236}">
                <a16:creationId xmlns:a16="http://schemas.microsoft.com/office/drawing/2014/main" id="{3330F547-954D-4A4B-8955-55C779C75BB6}"/>
              </a:ext>
            </a:extLst>
          </p:cNvPr>
          <p:cNvSpPr>
            <a:spLocks xmlns:a="http://schemas.openxmlformats.org/drawingml/2006/main" noGrp="1"/>
          </p:cNvSpPr>
          <p:nvPr/>
        </p:nvSpPr>
        <p:spPr>
          <a:xfrm xmlns:a="http://schemas.openxmlformats.org/drawingml/2006/main">
            <a:off x="609600" y="8458200"/>
            <a:ext cx="17068800" cy="953"/>
          </a:xfrm>
          <a:custGeom xmlns:a="http://schemas.openxmlformats.org/drawingml/2006/main">
            <a:pathLst>
              <a:path w="17068800" h="953">
                <a:moveTo>
                  <a:pt x="0" y="0"/>
                </a:moveTo>
                <a:lnTo>
                  <a:pt x="17068800" y="0"/>
                </a:lnTo>
              </a:path>
            </a:pathLst>
          </a:custGeom>
          <a:noFill xmlns:a="http://schemas.openxmlformats.org/drawingml/2006/main"/>
          <a:ln xmlns:a="http://schemas.openxmlformats.org/drawingml/2006/main" w="19050">
            <a:solidFill>
              <a:srgbClr val="CDD6DE"/>
            </a:solidFill>
            <a:prstDash val="solid"/>
          </a:ln>
        </p:spPr>
      </p:sp>
      <p:sp>
        <p:nvSpPr>
          <p:cNvPr id="11" name="dp42-background / n11 / text 1">
            <a:extLst xmlns:a="http://schemas.openxmlformats.org/drawingml/2006/main">
              <a:ext uri="{FF2B5EF4-FFF2-40B4-BE49-F238E27FC236}">
                <a16:creationId xmlns:a16="http://schemas.microsoft.com/office/drawing/2014/main" id="{6E634169-B5F5-43BF-B1F6-ADA98859AEBD}"/>
              </a:ext>
            </a:extLst>
          </p:cNvPr>
          <p:cNvSpPr>
            <a:spLocks xmlns:a="http://schemas.openxmlformats.org/drawingml/2006/main" noGrp="1"/>
          </p:cNvSpPr>
          <p:nvPr/>
        </p:nvSpPr>
        <p:spPr>
          <a:xfrm xmlns:a="http://schemas.openxmlformats.org/drawingml/2006/main">
            <a:off x="609600" y="8810625"/>
            <a:ext cx="1571625"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B63732"/>
                </a:solidFill>
                <a:latin typeface="Apple SD Gothic Neo"/>
                <a:ea typeface="Apple SD Gothic Neo"/>
                <a:cs typeface="Apple SD Gothic Neo"/>
              </a:defRPr>
            </a:pPr>
            <a:r>
              <a:rPr sz="1950" b="1">
                <a:solidFill>
                  <a:srgbClr val="B63732"/>
                </a:solidFill>
                <a:latin typeface="Apple SD Gothic Neo"/>
                <a:ea typeface="Apple SD Gothic Neo"/>
                <a:cs typeface="Apple SD Gothic Neo"/>
              </a:rPr>
              <a:t>설계 과제</a:t>
            </a:r>
          </a:p>
        </p:txBody>
      </p:sp>
      <p:sp>
        <p:nvSpPr>
          <p:cNvPr id="12" name="dp42-background / n12 / text 1">
            <a:extLst xmlns:a="http://schemas.openxmlformats.org/drawingml/2006/main">
              <a:ext uri="{FF2B5EF4-FFF2-40B4-BE49-F238E27FC236}">
                <a16:creationId xmlns:a16="http://schemas.microsoft.com/office/drawing/2014/main" id="{5B853EAC-74B9-4597-AF85-6AC042777E83}"/>
              </a:ext>
            </a:extLst>
          </p:cNvPr>
          <p:cNvSpPr>
            <a:spLocks xmlns:a="http://schemas.openxmlformats.org/drawingml/2006/main" noGrp="1"/>
          </p:cNvSpPr>
          <p:nvPr/>
        </p:nvSpPr>
        <p:spPr>
          <a:xfrm xmlns:a="http://schemas.openxmlformats.org/drawingml/2006/main">
            <a:off x="2286000" y="8763000"/>
            <a:ext cx="15392400" cy="4281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8232E"/>
                </a:solidFill>
                <a:latin typeface="Apple SD Gothic Neo"/>
                <a:ea typeface="Apple SD Gothic Neo"/>
                <a:cs typeface="Apple SD Gothic Neo"/>
              </a:defRPr>
            </a:pPr>
            <a:r>
              <a:rPr sz="2325" b="1">
                <a:solidFill>
                  <a:srgbClr val="18232E"/>
                </a:solidFill>
                <a:latin typeface="Apple SD Gothic Neo"/>
                <a:ea typeface="Apple SD Gothic Neo"/>
                <a:cs typeface="Apple SD Gothic Neo"/>
              </a:rPr>
              <a:t>Conversation과 Task 상태의 관리 책임 및 실행 경계 설계</a:t>
            </a:r>
          </a:p>
        </p:txBody>
      </p:sp>
      <p:sp>
        <p:nvSpPr>
          <p:cNvPr id="13" name="dp42-background / n13 / text 1">
            <a:extLst xmlns:a="http://schemas.openxmlformats.org/drawingml/2006/main">
              <a:ext uri="{FF2B5EF4-FFF2-40B4-BE49-F238E27FC236}">
                <a16:creationId xmlns:a16="http://schemas.microsoft.com/office/drawing/2014/main" id="{62E35758-8D25-408A-BD66-C9E87AEE3393}"/>
              </a:ext>
            </a:extLst>
          </p:cNvPr>
          <p:cNvSpPr>
            <a:spLocks xmlns:a="http://schemas.openxmlformats.org/drawingml/2006/main" noGrp="1"/>
          </p:cNvSpPr>
          <p:nvPr/>
        </p:nvSpPr>
        <p:spPr>
          <a:xfrm xmlns:a="http://schemas.openxmlformats.org/drawingml/2006/main">
            <a:off x="2286000" y="9277350"/>
            <a:ext cx="153924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Delegation / Downstream Agent에 작업 전달     Agent Execution / 개별 작업 실행</a:t>
            </a:r>
          </a:p>
        </p:txBody>
      </p:sp>
      <p:sp>
        <p:nvSpPr>
          <p:cNvPr id="14" name="dp42-background / n14 / text 1">
            <a:extLst xmlns:a="http://schemas.openxmlformats.org/drawingml/2006/main">
              <a:ext uri="{FF2B5EF4-FFF2-40B4-BE49-F238E27FC236}">
                <a16:creationId xmlns:a16="http://schemas.microsoft.com/office/drawing/2014/main" id="{4CA24267-44CB-44EF-97F1-C91D061C585B}"/>
              </a:ext>
            </a:extLst>
          </p:cNvPr>
          <p:cNvSpPr>
            <a:spLocks xmlns:a="http://schemas.openxmlformats.org/drawingml/2006/main" noGrp="1"/>
          </p:cNvSpPr>
          <p:nvPr/>
        </p:nvSpPr>
        <p:spPr>
          <a:xfrm xmlns:a="http://schemas.openxmlformats.org/drawingml/2006/main">
            <a:off x="609600" y="9858375"/>
            <a:ext cx="12001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품질 관점: 기능 정확성 / 변경 용이성 / 복구성</a:t>
            </a:r>
          </a:p>
        </p:txBody>
      </p:sp>
      <p:sp>
        <p:nvSpPr>
          <p:cNvPr id="15" name="dp42-background / n15 / text 1">
            <a:extLst xmlns:a="http://schemas.openxmlformats.org/drawingml/2006/main">
              <a:ext uri="{FF2B5EF4-FFF2-40B4-BE49-F238E27FC236}">
                <a16:creationId xmlns:a16="http://schemas.microsoft.com/office/drawing/2014/main" id="{AAD243F4-F666-4073-A84B-435A7A298607}"/>
              </a:ext>
            </a:extLst>
          </p:cNvPr>
          <p:cNvSpPr>
            <a:spLocks xmlns:a="http://schemas.openxmlformats.org/drawingml/2006/main" noGrp="1"/>
          </p:cNvSpPr>
          <p:nvPr/>
        </p:nvSpPr>
        <p:spPr>
          <a:xfrm xmlns:a="http://schemas.openxmlformats.org/drawingml/2006/main">
            <a:off x="13106400" y="9858375"/>
            <a:ext cx="4572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구조 후보 / 미선정 / 미측정</a:t>
            </a:r>
          </a:p>
        </p:txBody>
      </p:sp>
      <p:sp>
        <p:nvSpPr>
          <p:cNvPr id="16" name="dp42-background / n16">
            <a:extLst xmlns:a="http://schemas.openxmlformats.org/drawingml/2006/main">
              <a:ext uri="{FF2B5EF4-FFF2-40B4-BE49-F238E27FC236}">
                <a16:creationId xmlns:a16="http://schemas.microsoft.com/office/drawing/2014/main" id="{30A71158-1C2D-4705-BC23-888B65BB9A15}"/>
              </a:ext>
            </a:extLst>
          </p:cNvPr>
          <p:cNvSpPr>
            <a:spLocks xmlns:a="http://schemas.openxmlformats.org/drawingml/2006/main" noGrp="1"/>
          </p:cNvSpPr>
          <p:nvPr/>
        </p:nvSpPr>
        <p:spPr>
          <a:xfrm xmlns:a="http://schemas.openxmlformats.org/drawingml/2006/main">
            <a:off x="609600" y="2619375"/>
            <a:ext cx="10572750" cy="2600325"/>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7" name="dp42-background / n17">
            <a:extLst xmlns:a="http://schemas.openxmlformats.org/drawingml/2006/main">
              <a:ext uri="{FF2B5EF4-FFF2-40B4-BE49-F238E27FC236}">
                <a16:creationId xmlns:a16="http://schemas.microsoft.com/office/drawing/2014/main" id="{2AEF9A88-F794-4480-A9E4-447851379231}"/>
              </a:ext>
            </a:extLst>
          </p:cNvPr>
          <p:cNvSpPr>
            <a:spLocks xmlns:a="http://schemas.openxmlformats.org/drawingml/2006/main" noGrp="1"/>
          </p:cNvSpPr>
          <p:nvPr/>
        </p:nvSpPr>
        <p:spPr>
          <a:xfrm xmlns:a="http://schemas.openxmlformats.org/drawingml/2006/main">
            <a:off x="609600" y="2619375"/>
            <a:ext cx="10572750" cy="381000"/>
          </a:xfrm>
          <a:prstGeom xmlns:a="http://schemas.openxmlformats.org/drawingml/2006/main" prst="rect">
            <a:avLst/>
          </a:prstGeom>
          <a:solidFill xmlns:a="http://schemas.openxmlformats.org/drawingml/2006/main">
            <a:srgbClr val="EAF0F8"/>
          </a:solidFill>
          <a:ln xmlns:a="http://schemas.openxmlformats.org/drawingml/2006/main" w="0">
            <a:noFill/>
            <a:prstDash val="solid"/>
          </a:ln>
        </p:spPr>
      </p:sp>
      <p:sp>
        <p:nvSpPr>
          <p:cNvPr id="18" name="dp42-background / n18 / text 1">
            <a:extLst xmlns:a="http://schemas.openxmlformats.org/drawingml/2006/main">
              <a:ext uri="{FF2B5EF4-FFF2-40B4-BE49-F238E27FC236}">
                <a16:creationId xmlns:a16="http://schemas.microsoft.com/office/drawing/2014/main" id="{2A934D80-A741-4F4E-AFCE-956A495E8D19}"/>
              </a:ext>
            </a:extLst>
          </p:cNvPr>
          <p:cNvSpPr>
            <a:spLocks xmlns:a="http://schemas.openxmlformats.org/drawingml/2006/main" noGrp="1"/>
          </p:cNvSpPr>
          <p:nvPr/>
        </p:nvSpPr>
        <p:spPr>
          <a:xfrm xmlns:a="http://schemas.openxmlformats.org/drawingml/2006/main">
            <a:off x="800100" y="2695575"/>
            <a:ext cx="7239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Conversation / 입력과 Response 기록</a:t>
            </a:r>
          </a:p>
        </p:txBody>
      </p:sp>
      <p:sp>
        <p:nvSpPr>
          <p:cNvPr id="19" name="dp42-background / n19 / text 1">
            <a:extLst xmlns:a="http://schemas.openxmlformats.org/drawingml/2006/main">
              <a:ext uri="{FF2B5EF4-FFF2-40B4-BE49-F238E27FC236}">
                <a16:creationId xmlns:a16="http://schemas.microsoft.com/office/drawing/2014/main" id="{5CC73746-4CB4-4968-93CE-201FF3E1C12F}"/>
              </a:ext>
            </a:extLst>
          </p:cNvPr>
          <p:cNvSpPr>
            <a:spLocks xmlns:a="http://schemas.openxmlformats.org/drawingml/2006/main" noGrp="1"/>
          </p:cNvSpPr>
          <p:nvPr/>
        </p:nvSpPr>
        <p:spPr>
          <a:xfrm xmlns:a="http://schemas.openxmlformats.org/drawingml/2006/main">
            <a:off x="8229600" y="2743200"/>
            <a:ext cx="27622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User Turn / 한 번의 발화</a:t>
            </a:r>
          </a:p>
        </p:txBody>
      </p:sp>
      <p:sp>
        <p:nvSpPr>
          <p:cNvPr id="20" name="dp42-background / n20 / text 1">
            <a:extLst xmlns:a="http://schemas.openxmlformats.org/drawingml/2006/main">
              <a:ext uri="{FF2B5EF4-FFF2-40B4-BE49-F238E27FC236}">
                <a16:creationId xmlns:a16="http://schemas.microsoft.com/office/drawing/2014/main" id="{4799FE39-0AF3-46E5-9DB4-FF2667664460}"/>
              </a:ext>
            </a:extLst>
          </p:cNvPr>
          <p:cNvSpPr>
            <a:spLocks xmlns:a="http://schemas.openxmlformats.org/drawingml/2006/main" noGrp="1"/>
          </p:cNvSpPr>
          <p:nvPr/>
        </p:nvSpPr>
        <p:spPr>
          <a:xfrm xmlns:a="http://schemas.openxmlformats.org/drawingml/2006/main">
            <a:off x="762000" y="3105150"/>
            <a:ext cx="295275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5F6B77"/>
                </a:solidFill>
                <a:latin typeface="Apple SD Gothic Neo"/>
                <a:ea typeface="Apple SD Gothic Neo"/>
                <a:cs typeface="Apple SD Gothic Neo"/>
              </a:defRPr>
            </a:pPr>
            <a:r>
              <a:rPr sz="1650" b="1">
                <a:solidFill>
                  <a:srgbClr val="5F6B77"/>
                </a:solidFill>
                <a:latin typeface="Apple SD Gothic Neo"/>
                <a:ea typeface="Apple SD Gothic Neo"/>
                <a:cs typeface="Apple SD Gothic Neo"/>
              </a:rPr>
              <a:t>처음 발화</a:t>
            </a:r>
          </a:p>
        </p:txBody>
      </p:sp>
      <p:sp>
        <p:nvSpPr>
          <p:cNvPr id="21" name="dp42-background / n21 / text 1">
            <a:extLst xmlns:a="http://schemas.openxmlformats.org/drawingml/2006/main">
              <a:ext uri="{FF2B5EF4-FFF2-40B4-BE49-F238E27FC236}">
                <a16:creationId xmlns:a16="http://schemas.microsoft.com/office/drawing/2014/main" id="{4C349ABC-C36B-4018-AD5F-896FEFAA8C64}"/>
              </a:ext>
            </a:extLst>
          </p:cNvPr>
          <p:cNvSpPr>
            <a:spLocks xmlns:a="http://schemas.openxmlformats.org/drawingml/2006/main" noGrp="1"/>
          </p:cNvSpPr>
          <p:nvPr/>
        </p:nvSpPr>
        <p:spPr>
          <a:xfrm xmlns:a="http://schemas.openxmlformats.org/drawingml/2006/main">
            <a:off x="762000" y="3457575"/>
            <a:ext cx="29527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“이번 달 매출보고서</a:t>
            </a:r>
          </a:p>
        </p:txBody>
      </p:sp>
      <p:sp>
        <p:nvSpPr>
          <p:cNvPr id="22" name="dp42-background / n21 / text 2">
            <a:extLst xmlns:a="http://schemas.openxmlformats.org/drawingml/2006/main">
              <a:ext uri="{FF2B5EF4-FFF2-40B4-BE49-F238E27FC236}">
                <a16:creationId xmlns:a16="http://schemas.microsoft.com/office/drawing/2014/main" id="{8CF165D1-C355-4140-A993-2B28321DE293}"/>
              </a:ext>
            </a:extLst>
          </p:cNvPr>
          <p:cNvSpPr>
            <a:spLocks xmlns:a="http://schemas.openxmlformats.org/drawingml/2006/main" noGrp="1"/>
          </p:cNvSpPr>
          <p:nvPr/>
        </p:nvSpPr>
        <p:spPr>
          <a:xfrm xmlns:a="http://schemas.openxmlformats.org/drawingml/2006/main">
            <a:off x="762000" y="3724275"/>
            <a:ext cx="29527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만들어주고, 내일 회의 안내</a:t>
            </a:r>
          </a:p>
        </p:txBody>
      </p:sp>
      <p:sp>
        <p:nvSpPr>
          <p:cNvPr id="23" name="dp42-background / n21 / text 3">
            <a:extLst xmlns:a="http://schemas.openxmlformats.org/drawingml/2006/main">
              <a:ext uri="{FF2B5EF4-FFF2-40B4-BE49-F238E27FC236}">
                <a16:creationId xmlns:a16="http://schemas.microsoft.com/office/drawing/2014/main" id="{6078DFE6-53F3-452A-80A4-41A78AB534A5}"/>
              </a:ext>
            </a:extLst>
          </p:cNvPr>
          <p:cNvSpPr>
            <a:spLocks xmlns:a="http://schemas.openxmlformats.org/drawingml/2006/main" noGrp="1"/>
          </p:cNvSpPr>
          <p:nvPr/>
        </p:nvSpPr>
        <p:spPr>
          <a:xfrm xmlns:a="http://schemas.openxmlformats.org/drawingml/2006/main">
            <a:off x="762000" y="3990975"/>
            <a:ext cx="29527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메일 초안도 만들어줘.”</a:t>
            </a:r>
          </a:p>
        </p:txBody>
      </p:sp>
      <p:sp>
        <p:nvSpPr>
          <p:cNvPr id="24" name="dp42-background / n22 / text 1">
            <a:extLst xmlns:a="http://schemas.openxmlformats.org/drawingml/2006/main">
              <a:ext uri="{FF2B5EF4-FFF2-40B4-BE49-F238E27FC236}">
                <a16:creationId xmlns:a16="http://schemas.microsoft.com/office/drawing/2014/main" id="{8437ED31-B105-4536-A5AE-C1F2519E1DBC}"/>
              </a:ext>
            </a:extLst>
          </p:cNvPr>
          <p:cNvSpPr>
            <a:spLocks xmlns:a="http://schemas.openxmlformats.org/drawingml/2006/main" noGrp="1"/>
          </p:cNvSpPr>
          <p:nvPr/>
        </p:nvSpPr>
        <p:spPr>
          <a:xfrm xmlns:a="http://schemas.openxmlformats.org/drawingml/2006/main">
            <a:off x="762000" y="4295775"/>
            <a:ext cx="2952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Request 2개</a:t>
            </a:r>
          </a:p>
        </p:txBody>
      </p:sp>
      <p:sp>
        <p:nvSpPr>
          <p:cNvPr id="25" name="dp42-background / n23 / text 1">
            <a:extLst xmlns:a="http://schemas.openxmlformats.org/drawingml/2006/main">
              <a:ext uri="{FF2B5EF4-FFF2-40B4-BE49-F238E27FC236}">
                <a16:creationId xmlns:a16="http://schemas.microsoft.com/office/drawing/2014/main" id="{568C11B5-5EED-45A8-9F9F-2D6435602D72}"/>
              </a:ext>
            </a:extLst>
          </p:cNvPr>
          <p:cNvSpPr>
            <a:spLocks xmlns:a="http://schemas.openxmlformats.org/drawingml/2006/main" noGrp="1"/>
          </p:cNvSpPr>
          <p:nvPr/>
        </p:nvSpPr>
        <p:spPr>
          <a:xfrm xmlns:a="http://schemas.openxmlformats.org/drawingml/2006/main">
            <a:off x="4419600" y="3105150"/>
            <a:ext cx="295275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5F6B77"/>
                </a:solidFill>
                <a:latin typeface="Apple SD Gothic Neo"/>
                <a:ea typeface="Apple SD Gothic Neo"/>
                <a:cs typeface="Apple SD Gothic Neo"/>
              </a:defRPr>
            </a:pPr>
            <a:r>
              <a:rPr sz="1650" b="1">
                <a:solidFill>
                  <a:srgbClr val="5F6B77"/>
                </a:solidFill>
                <a:latin typeface="Apple SD Gothic Neo"/>
                <a:ea typeface="Apple SD Gothic Neo"/>
                <a:cs typeface="Apple SD Gothic Neo"/>
              </a:rPr>
              <a:t>잠시 뒤 / 진행 확인</a:t>
            </a:r>
          </a:p>
        </p:txBody>
      </p:sp>
      <p:sp>
        <p:nvSpPr>
          <p:cNvPr id="26" name="dp42-background / n24 / text 1">
            <a:extLst xmlns:a="http://schemas.openxmlformats.org/drawingml/2006/main">
              <a:ext uri="{FF2B5EF4-FFF2-40B4-BE49-F238E27FC236}">
                <a16:creationId xmlns:a16="http://schemas.microsoft.com/office/drawing/2014/main" id="{9880D9D5-AFC5-4480-B263-2FF32C286E27}"/>
              </a:ext>
            </a:extLst>
          </p:cNvPr>
          <p:cNvSpPr>
            <a:spLocks xmlns:a="http://schemas.openxmlformats.org/drawingml/2006/main" noGrp="1"/>
          </p:cNvSpPr>
          <p:nvPr/>
        </p:nvSpPr>
        <p:spPr>
          <a:xfrm xmlns:a="http://schemas.openxmlformats.org/drawingml/2006/main">
            <a:off x="4419600" y="3457575"/>
            <a:ext cx="29527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“보고서는 어디까지</a:t>
            </a:r>
          </a:p>
        </p:txBody>
      </p:sp>
      <p:sp>
        <p:nvSpPr>
          <p:cNvPr id="27" name="dp42-background / n24 / text 2">
            <a:extLst xmlns:a="http://schemas.openxmlformats.org/drawingml/2006/main">
              <a:ext uri="{FF2B5EF4-FFF2-40B4-BE49-F238E27FC236}">
                <a16:creationId xmlns:a16="http://schemas.microsoft.com/office/drawing/2014/main" id="{674F0E78-B568-4B12-8618-7363D799580D}"/>
              </a:ext>
            </a:extLst>
          </p:cNvPr>
          <p:cNvSpPr>
            <a:spLocks xmlns:a="http://schemas.openxmlformats.org/drawingml/2006/main" noGrp="1"/>
          </p:cNvSpPr>
          <p:nvPr/>
        </p:nvSpPr>
        <p:spPr>
          <a:xfrm xmlns:a="http://schemas.openxmlformats.org/drawingml/2006/main">
            <a:off x="4419600" y="3724275"/>
            <a:ext cx="29527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됐어?”</a:t>
            </a:r>
          </a:p>
        </p:txBody>
      </p:sp>
      <p:sp>
        <p:nvSpPr>
          <p:cNvPr id="28" name="dp42-background / n25 / text 1">
            <a:extLst xmlns:a="http://schemas.openxmlformats.org/drawingml/2006/main">
              <a:ext uri="{FF2B5EF4-FFF2-40B4-BE49-F238E27FC236}">
                <a16:creationId xmlns:a16="http://schemas.microsoft.com/office/drawing/2014/main" id="{871D8480-8CCE-4083-8937-E9F22E1DE910}"/>
              </a:ext>
            </a:extLst>
          </p:cNvPr>
          <p:cNvSpPr>
            <a:spLocks xmlns:a="http://schemas.openxmlformats.org/drawingml/2006/main" noGrp="1"/>
          </p:cNvSpPr>
          <p:nvPr/>
        </p:nvSpPr>
        <p:spPr>
          <a:xfrm xmlns:a="http://schemas.openxmlformats.org/drawingml/2006/main">
            <a:off x="4419600" y="4295775"/>
            <a:ext cx="2952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Request 1개</a:t>
            </a:r>
          </a:p>
        </p:txBody>
      </p:sp>
      <p:sp>
        <p:nvSpPr>
          <p:cNvPr id="29" name="dp42-background / n26 / text 1">
            <a:extLst xmlns:a="http://schemas.openxmlformats.org/drawingml/2006/main">
              <a:ext uri="{FF2B5EF4-FFF2-40B4-BE49-F238E27FC236}">
                <a16:creationId xmlns:a16="http://schemas.microsoft.com/office/drawing/2014/main" id="{3E2000F7-8465-4E6F-8BB7-C1E1EB09E89A}"/>
              </a:ext>
            </a:extLst>
          </p:cNvPr>
          <p:cNvSpPr>
            <a:spLocks xmlns:a="http://schemas.openxmlformats.org/drawingml/2006/main" noGrp="1"/>
          </p:cNvSpPr>
          <p:nvPr/>
        </p:nvSpPr>
        <p:spPr>
          <a:xfrm xmlns:a="http://schemas.openxmlformats.org/drawingml/2006/main">
            <a:off x="8077200" y="3105150"/>
            <a:ext cx="295275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5F6B77"/>
                </a:solidFill>
                <a:latin typeface="Apple SD Gothic Neo"/>
                <a:ea typeface="Apple SD Gothic Neo"/>
                <a:cs typeface="Apple SD Gothic Neo"/>
              </a:defRPr>
            </a:pPr>
            <a:r>
              <a:rPr sz="1650" b="1">
                <a:solidFill>
                  <a:srgbClr val="5F6B77"/>
                </a:solidFill>
                <a:latin typeface="Apple SD Gothic Neo"/>
                <a:ea typeface="Apple SD Gothic Neo"/>
                <a:cs typeface="Apple SD Gothic Neo"/>
              </a:rPr>
              <a:t>보고서 완료 후 / 수정</a:t>
            </a:r>
          </a:p>
        </p:txBody>
      </p:sp>
      <p:sp>
        <p:nvSpPr>
          <p:cNvPr id="30" name="dp42-background / n27 / text 1">
            <a:extLst xmlns:a="http://schemas.openxmlformats.org/drawingml/2006/main">
              <a:ext uri="{FF2B5EF4-FFF2-40B4-BE49-F238E27FC236}">
                <a16:creationId xmlns:a16="http://schemas.microsoft.com/office/drawing/2014/main" id="{CEA0BF29-3C22-49B2-9B8F-1C6786D41515}"/>
              </a:ext>
            </a:extLst>
          </p:cNvPr>
          <p:cNvSpPr>
            <a:spLocks xmlns:a="http://schemas.openxmlformats.org/drawingml/2006/main" noGrp="1"/>
          </p:cNvSpPr>
          <p:nvPr/>
        </p:nvSpPr>
        <p:spPr>
          <a:xfrm xmlns:a="http://schemas.openxmlformats.org/drawingml/2006/main">
            <a:off x="8077200" y="3457575"/>
            <a:ext cx="29527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“결론 부분만 짧게</a:t>
            </a:r>
          </a:p>
        </p:txBody>
      </p:sp>
      <p:sp>
        <p:nvSpPr>
          <p:cNvPr id="31" name="dp42-background / n27 / text 2">
            <a:extLst xmlns:a="http://schemas.openxmlformats.org/drawingml/2006/main">
              <a:ext uri="{FF2B5EF4-FFF2-40B4-BE49-F238E27FC236}">
                <a16:creationId xmlns:a16="http://schemas.microsoft.com/office/drawing/2014/main" id="{A847A320-F7A0-4750-8719-EA01D2AEFA5A}"/>
              </a:ext>
            </a:extLst>
          </p:cNvPr>
          <p:cNvSpPr>
            <a:spLocks xmlns:a="http://schemas.openxmlformats.org/drawingml/2006/main" noGrp="1"/>
          </p:cNvSpPr>
          <p:nvPr/>
        </p:nvSpPr>
        <p:spPr>
          <a:xfrm xmlns:a="http://schemas.openxmlformats.org/drawingml/2006/main">
            <a:off x="8077200" y="3724275"/>
            <a:ext cx="29527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바꿔줘.”</a:t>
            </a:r>
          </a:p>
        </p:txBody>
      </p:sp>
      <p:sp>
        <p:nvSpPr>
          <p:cNvPr id="32" name="dp42-background / n28 / text 1">
            <a:extLst xmlns:a="http://schemas.openxmlformats.org/drawingml/2006/main">
              <a:ext uri="{FF2B5EF4-FFF2-40B4-BE49-F238E27FC236}">
                <a16:creationId xmlns:a16="http://schemas.microsoft.com/office/drawing/2014/main" id="{2E6B8F5F-3ED1-4B79-98BC-B64BC58DE3F7}"/>
              </a:ext>
            </a:extLst>
          </p:cNvPr>
          <p:cNvSpPr>
            <a:spLocks xmlns:a="http://schemas.openxmlformats.org/drawingml/2006/main" noGrp="1"/>
          </p:cNvSpPr>
          <p:nvPr/>
        </p:nvSpPr>
        <p:spPr>
          <a:xfrm xmlns:a="http://schemas.openxmlformats.org/drawingml/2006/main">
            <a:off x="8077200" y="4295775"/>
            <a:ext cx="2952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Request 1개</a:t>
            </a:r>
          </a:p>
        </p:txBody>
      </p:sp>
      <p:sp>
        <p:nvSpPr>
          <p:cNvPr id="33" name="dp42-background / n29 / path">
            <a:extLst xmlns:a="http://schemas.openxmlformats.org/drawingml/2006/main">
              <a:ext uri="{FF2B5EF4-FFF2-40B4-BE49-F238E27FC236}">
                <a16:creationId xmlns:a16="http://schemas.microsoft.com/office/drawing/2014/main" id="{20C0BE5F-0E5F-421A-9D7D-90BC2A0E33F8}"/>
              </a:ext>
            </a:extLst>
          </p:cNvPr>
          <p:cNvSpPr>
            <a:spLocks xmlns:a="http://schemas.openxmlformats.org/drawingml/2006/main" noGrp="1"/>
          </p:cNvSpPr>
          <p:nvPr/>
        </p:nvSpPr>
        <p:spPr>
          <a:xfrm xmlns:a="http://schemas.openxmlformats.org/drawingml/2006/main">
            <a:off x="3914775" y="3209925"/>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19050">
            <a:solidFill>
              <a:srgbClr val="5F6B77"/>
            </a:solidFill>
            <a:prstDash val="solid"/>
          </a:ln>
        </p:spPr>
      </p:sp>
      <p:sp>
        <p:nvSpPr>
          <p:cNvPr id="34" name="dp42-background / n29 / arrow">
            <a:extLst xmlns:a="http://schemas.openxmlformats.org/drawingml/2006/main">
              <a:ext uri="{FF2B5EF4-FFF2-40B4-BE49-F238E27FC236}">
                <a16:creationId xmlns:a16="http://schemas.microsoft.com/office/drawing/2014/main" id="{181AF9C2-ED78-4370-88A1-EBDDC4E4451A}"/>
              </a:ext>
            </a:extLst>
          </p:cNvPr>
          <p:cNvSpPr>
            <a:spLocks xmlns:a="http://schemas.openxmlformats.org/drawingml/2006/main" noGrp="1"/>
          </p:cNvSpPr>
          <p:nvPr/>
        </p:nvSpPr>
        <p:spPr>
          <a:xfrm xmlns:a="http://schemas.openxmlformats.org/drawingml/2006/main">
            <a:off x="4069080" y="3148965"/>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5F6B77"/>
            </a:solidFill>
            <a:prstDash val="solid"/>
          </a:ln>
        </p:spPr>
      </p:sp>
      <p:sp>
        <p:nvSpPr>
          <p:cNvPr id="35" name="dp42-background / n30 / path">
            <a:extLst xmlns:a="http://schemas.openxmlformats.org/drawingml/2006/main">
              <a:ext uri="{FF2B5EF4-FFF2-40B4-BE49-F238E27FC236}">
                <a16:creationId xmlns:a16="http://schemas.microsoft.com/office/drawing/2014/main" id="{97B6F0C5-C150-4AF1-8320-E27690824456}"/>
              </a:ext>
            </a:extLst>
          </p:cNvPr>
          <p:cNvSpPr>
            <a:spLocks xmlns:a="http://schemas.openxmlformats.org/drawingml/2006/main" noGrp="1"/>
          </p:cNvSpPr>
          <p:nvPr/>
        </p:nvSpPr>
        <p:spPr>
          <a:xfrm xmlns:a="http://schemas.openxmlformats.org/drawingml/2006/main">
            <a:off x="7572375" y="3209925"/>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19050">
            <a:solidFill>
              <a:srgbClr val="5F6B77"/>
            </a:solidFill>
            <a:prstDash val="solid"/>
          </a:ln>
        </p:spPr>
      </p:sp>
      <p:sp>
        <p:nvSpPr>
          <p:cNvPr id="36" name="dp42-background / n30 / arrow">
            <a:extLst xmlns:a="http://schemas.openxmlformats.org/drawingml/2006/main">
              <a:ext uri="{FF2B5EF4-FFF2-40B4-BE49-F238E27FC236}">
                <a16:creationId xmlns:a16="http://schemas.microsoft.com/office/drawing/2014/main" id="{69490B90-DBC0-40DE-B355-3AE04308B3C7}"/>
              </a:ext>
            </a:extLst>
          </p:cNvPr>
          <p:cNvSpPr>
            <a:spLocks xmlns:a="http://schemas.openxmlformats.org/drawingml/2006/main" noGrp="1"/>
          </p:cNvSpPr>
          <p:nvPr/>
        </p:nvSpPr>
        <p:spPr>
          <a:xfrm xmlns:a="http://schemas.openxmlformats.org/drawingml/2006/main">
            <a:off x="7726680" y="3148965"/>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5F6B77"/>
            </a:solidFill>
            <a:prstDash val="solid"/>
          </a:ln>
        </p:spPr>
      </p:sp>
      <p:sp>
        <p:nvSpPr>
          <p:cNvPr id="37" name="dp42-background / n31">
            <a:extLst xmlns:a="http://schemas.openxmlformats.org/drawingml/2006/main">
              <a:ext uri="{FF2B5EF4-FFF2-40B4-BE49-F238E27FC236}">
                <a16:creationId xmlns:a16="http://schemas.microsoft.com/office/drawing/2014/main" id="{AB587BA8-EF86-4EDF-BAD2-509E7804DCCD}"/>
              </a:ext>
            </a:extLst>
          </p:cNvPr>
          <p:cNvSpPr>
            <a:spLocks xmlns:a="http://schemas.openxmlformats.org/drawingml/2006/main" noGrp="1"/>
          </p:cNvSpPr>
          <p:nvPr/>
        </p:nvSpPr>
        <p:spPr>
          <a:xfrm xmlns:a="http://schemas.openxmlformats.org/drawingml/2006/main">
            <a:off x="762000" y="4543425"/>
            <a:ext cx="1428750" cy="304800"/>
          </a:xfrm>
          <a:prstGeom xmlns:a="http://schemas.openxmlformats.org/drawingml/2006/main" prst="rect">
            <a:avLst/>
          </a:prstGeom>
          <a:solidFill xmlns:a="http://schemas.openxmlformats.org/drawingml/2006/main">
            <a:srgbClr val="EFF2F5"/>
          </a:solidFill>
          <a:ln xmlns:a="http://schemas.openxmlformats.org/drawingml/2006/main" w="0">
            <a:noFill/>
            <a:prstDash val="solid"/>
          </a:ln>
        </p:spPr>
      </p:sp>
      <p:sp>
        <p:nvSpPr>
          <p:cNvPr id="38" name="dp42-background / n32 / text 1">
            <a:extLst xmlns:a="http://schemas.openxmlformats.org/drawingml/2006/main">
              <a:ext uri="{FF2B5EF4-FFF2-40B4-BE49-F238E27FC236}">
                <a16:creationId xmlns:a16="http://schemas.microsoft.com/office/drawing/2014/main" id="{40B9E857-E53C-4A67-B111-C69C7DF12BE9}"/>
              </a:ext>
            </a:extLst>
          </p:cNvPr>
          <p:cNvSpPr>
            <a:spLocks xmlns:a="http://schemas.openxmlformats.org/drawingml/2006/main" noGrp="1"/>
          </p:cNvSpPr>
          <p:nvPr/>
        </p:nvSpPr>
        <p:spPr>
          <a:xfrm xmlns:a="http://schemas.openxmlformats.org/drawingml/2006/main">
            <a:off x="857250" y="4600575"/>
            <a:ext cx="12382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보고서 작성</a:t>
            </a:r>
          </a:p>
        </p:txBody>
      </p:sp>
      <p:sp>
        <p:nvSpPr>
          <p:cNvPr id="39" name="dp42-background / n33">
            <a:extLst xmlns:a="http://schemas.openxmlformats.org/drawingml/2006/main">
              <a:ext uri="{FF2B5EF4-FFF2-40B4-BE49-F238E27FC236}">
                <a16:creationId xmlns:a16="http://schemas.microsoft.com/office/drawing/2014/main" id="{1E58AA82-EE6B-4F85-BFEF-2A09F0F1FE4B}"/>
              </a:ext>
            </a:extLst>
          </p:cNvPr>
          <p:cNvSpPr>
            <a:spLocks xmlns:a="http://schemas.openxmlformats.org/drawingml/2006/main" noGrp="1"/>
          </p:cNvSpPr>
          <p:nvPr/>
        </p:nvSpPr>
        <p:spPr>
          <a:xfrm xmlns:a="http://schemas.openxmlformats.org/drawingml/2006/main">
            <a:off x="2305050" y="4543425"/>
            <a:ext cx="1409700" cy="304800"/>
          </a:xfrm>
          <a:prstGeom xmlns:a="http://schemas.openxmlformats.org/drawingml/2006/main" prst="rect">
            <a:avLst/>
          </a:prstGeom>
          <a:solidFill xmlns:a="http://schemas.openxmlformats.org/drawingml/2006/main">
            <a:srgbClr val="EFF2F5"/>
          </a:solidFill>
          <a:ln xmlns:a="http://schemas.openxmlformats.org/drawingml/2006/main" w="0">
            <a:noFill/>
            <a:prstDash val="solid"/>
          </a:ln>
        </p:spPr>
      </p:sp>
      <p:sp>
        <p:nvSpPr>
          <p:cNvPr id="40" name="dp42-background / n34 / text 1">
            <a:extLst xmlns:a="http://schemas.openxmlformats.org/drawingml/2006/main">
              <a:ext uri="{FF2B5EF4-FFF2-40B4-BE49-F238E27FC236}">
                <a16:creationId xmlns:a16="http://schemas.microsoft.com/office/drawing/2014/main" id="{F1EE8AF2-53AA-4B2C-9119-DB7DAA4F55F8}"/>
              </a:ext>
            </a:extLst>
          </p:cNvPr>
          <p:cNvSpPr>
            <a:spLocks xmlns:a="http://schemas.openxmlformats.org/drawingml/2006/main" noGrp="1"/>
          </p:cNvSpPr>
          <p:nvPr/>
        </p:nvSpPr>
        <p:spPr>
          <a:xfrm xmlns:a="http://schemas.openxmlformats.org/drawingml/2006/main">
            <a:off x="2400300" y="4600575"/>
            <a:ext cx="12192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메일 초안</a:t>
            </a:r>
          </a:p>
        </p:txBody>
      </p:sp>
      <p:sp>
        <p:nvSpPr>
          <p:cNvPr id="41" name="dp42-background / n35">
            <a:extLst xmlns:a="http://schemas.openxmlformats.org/drawingml/2006/main">
              <a:ext uri="{FF2B5EF4-FFF2-40B4-BE49-F238E27FC236}">
                <a16:creationId xmlns:a16="http://schemas.microsoft.com/office/drawing/2014/main" id="{7767FE0D-5411-4BCE-9351-59DBE5D4FB6B}"/>
              </a:ext>
            </a:extLst>
          </p:cNvPr>
          <p:cNvSpPr>
            <a:spLocks xmlns:a="http://schemas.openxmlformats.org/drawingml/2006/main" noGrp="1"/>
          </p:cNvSpPr>
          <p:nvPr/>
        </p:nvSpPr>
        <p:spPr>
          <a:xfrm xmlns:a="http://schemas.openxmlformats.org/drawingml/2006/main">
            <a:off x="4419600" y="4543425"/>
            <a:ext cx="2952750" cy="304800"/>
          </a:xfrm>
          <a:prstGeom xmlns:a="http://schemas.openxmlformats.org/drawingml/2006/main" prst="rect">
            <a:avLst/>
          </a:prstGeom>
          <a:solidFill xmlns:a="http://schemas.openxmlformats.org/drawingml/2006/main">
            <a:srgbClr val="EFF2F5"/>
          </a:solidFill>
          <a:ln xmlns:a="http://schemas.openxmlformats.org/drawingml/2006/main" w="0">
            <a:noFill/>
            <a:prstDash val="solid"/>
          </a:ln>
        </p:spPr>
      </p:sp>
      <p:sp>
        <p:nvSpPr>
          <p:cNvPr id="42" name="dp42-background / n36 / text 1">
            <a:extLst xmlns:a="http://schemas.openxmlformats.org/drawingml/2006/main">
              <a:ext uri="{FF2B5EF4-FFF2-40B4-BE49-F238E27FC236}">
                <a16:creationId xmlns:a16="http://schemas.microsoft.com/office/drawing/2014/main" id="{9CC32D2C-103F-4CD7-A136-F7AD999E5100}"/>
              </a:ext>
            </a:extLst>
          </p:cNvPr>
          <p:cNvSpPr>
            <a:spLocks xmlns:a="http://schemas.openxmlformats.org/drawingml/2006/main" noGrp="1"/>
          </p:cNvSpPr>
          <p:nvPr/>
        </p:nvSpPr>
        <p:spPr>
          <a:xfrm xmlns:a="http://schemas.openxmlformats.org/drawingml/2006/main">
            <a:off x="4514850" y="4600575"/>
            <a:ext cx="27622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보고서 진행 확인</a:t>
            </a:r>
          </a:p>
        </p:txBody>
      </p:sp>
      <p:sp>
        <p:nvSpPr>
          <p:cNvPr id="43" name="dp42-background / n37">
            <a:extLst xmlns:a="http://schemas.openxmlformats.org/drawingml/2006/main">
              <a:ext uri="{FF2B5EF4-FFF2-40B4-BE49-F238E27FC236}">
                <a16:creationId xmlns:a16="http://schemas.microsoft.com/office/drawing/2014/main" id="{C0A2E956-A96F-4302-9238-41652A7A3215}"/>
              </a:ext>
            </a:extLst>
          </p:cNvPr>
          <p:cNvSpPr>
            <a:spLocks xmlns:a="http://schemas.openxmlformats.org/drawingml/2006/main" noGrp="1"/>
          </p:cNvSpPr>
          <p:nvPr/>
        </p:nvSpPr>
        <p:spPr>
          <a:xfrm xmlns:a="http://schemas.openxmlformats.org/drawingml/2006/main">
            <a:off x="8077200" y="4543425"/>
            <a:ext cx="2952750" cy="304800"/>
          </a:xfrm>
          <a:prstGeom xmlns:a="http://schemas.openxmlformats.org/drawingml/2006/main" prst="rect">
            <a:avLst/>
          </a:prstGeom>
          <a:solidFill xmlns:a="http://schemas.openxmlformats.org/drawingml/2006/main">
            <a:srgbClr val="EFF2F5"/>
          </a:solidFill>
          <a:ln xmlns:a="http://schemas.openxmlformats.org/drawingml/2006/main" w="0">
            <a:noFill/>
            <a:prstDash val="solid"/>
          </a:ln>
        </p:spPr>
      </p:sp>
      <p:sp>
        <p:nvSpPr>
          <p:cNvPr id="44" name="dp42-background / n38 / text 1">
            <a:extLst xmlns:a="http://schemas.openxmlformats.org/drawingml/2006/main">
              <a:ext uri="{FF2B5EF4-FFF2-40B4-BE49-F238E27FC236}">
                <a16:creationId xmlns:a16="http://schemas.microsoft.com/office/drawing/2014/main" id="{F3C7ECFE-212E-4D58-8210-9A92E8DB4797}"/>
              </a:ext>
            </a:extLst>
          </p:cNvPr>
          <p:cNvSpPr>
            <a:spLocks xmlns:a="http://schemas.openxmlformats.org/drawingml/2006/main" noGrp="1"/>
          </p:cNvSpPr>
          <p:nvPr/>
        </p:nvSpPr>
        <p:spPr>
          <a:xfrm xmlns:a="http://schemas.openxmlformats.org/drawingml/2006/main">
            <a:off x="8172450" y="4600575"/>
            <a:ext cx="27622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보고서 결론 수정</a:t>
            </a:r>
          </a:p>
        </p:txBody>
      </p:sp>
      <p:sp>
        <p:nvSpPr>
          <p:cNvPr id="45" name="dp42-background / n39 / text 1">
            <a:extLst xmlns:a="http://schemas.openxmlformats.org/drawingml/2006/main">
              <a:ext uri="{FF2B5EF4-FFF2-40B4-BE49-F238E27FC236}">
                <a16:creationId xmlns:a16="http://schemas.microsoft.com/office/drawing/2014/main" id="{98A71701-8CFA-4E6C-9DCC-C8E79E177786}"/>
              </a:ext>
            </a:extLst>
          </p:cNvPr>
          <p:cNvSpPr>
            <a:spLocks xmlns:a="http://schemas.openxmlformats.org/drawingml/2006/main" noGrp="1"/>
          </p:cNvSpPr>
          <p:nvPr/>
        </p:nvSpPr>
        <p:spPr>
          <a:xfrm xmlns:a="http://schemas.openxmlformats.org/drawingml/2006/main">
            <a:off x="762000" y="4867275"/>
            <a:ext cx="2952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Downstream Agent 접수 확인 후</a:t>
            </a:r>
          </a:p>
        </p:txBody>
      </p:sp>
      <p:sp>
        <p:nvSpPr>
          <p:cNvPr id="46" name="dp42-background / n39 / text 2">
            <a:extLst xmlns:a="http://schemas.openxmlformats.org/drawingml/2006/main">
              <a:ext uri="{FF2B5EF4-FFF2-40B4-BE49-F238E27FC236}">
                <a16:creationId xmlns:a16="http://schemas.microsoft.com/office/drawing/2014/main" id="{F6D0AF56-6B05-415B-8813-7AB4BEA94B44}"/>
              </a:ext>
            </a:extLst>
          </p:cNvPr>
          <p:cNvSpPr>
            <a:spLocks xmlns:a="http://schemas.openxmlformats.org/drawingml/2006/main" noGrp="1"/>
          </p:cNvSpPr>
          <p:nvPr/>
        </p:nvSpPr>
        <p:spPr>
          <a:xfrm xmlns:a="http://schemas.openxmlformats.org/drawingml/2006/main">
            <a:off x="762000" y="5076825"/>
            <a:ext cx="2952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Request 처리 완료</a:t>
            </a:r>
          </a:p>
        </p:txBody>
      </p:sp>
      <p:sp>
        <p:nvSpPr>
          <p:cNvPr id="47" name="dp42-background / n40 / text 1">
            <a:extLst xmlns:a="http://schemas.openxmlformats.org/drawingml/2006/main">
              <a:ext uri="{FF2B5EF4-FFF2-40B4-BE49-F238E27FC236}">
                <a16:creationId xmlns:a16="http://schemas.microsoft.com/office/drawing/2014/main" id="{6A35F45B-E039-4BC3-9CCC-9B86EED7D281}"/>
              </a:ext>
            </a:extLst>
          </p:cNvPr>
          <p:cNvSpPr>
            <a:spLocks xmlns:a="http://schemas.openxmlformats.org/drawingml/2006/main" noGrp="1"/>
          </p:cNvSpPr>
          <p:nvPr/>
        </p:nvSpPr>
        <p:spPr>
          <a:xfrm xmlns:a="http://schemas.openxmlformats.org/drawingml/2006/main">
            <a:off x="4419600" y="4867275"/>
            <a:ext cx="2952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상태 답변 후</a:t>
            </a:r>
          </a:p>
        </p:txBody>
      </p:sp>
      <p:sp>
        <p:nvSpPr>
          <p:cNvPr id="48" name="dp42-background / n40 / text 2">
            <a:extLst xmlns:a="http://schemas.openxmlformats.org/drawingml/2006/main">
              <a:ext uri="{FF2B5EF4-FFF2-40B4-BE49-F238E27FC236}">
                <a16:creationId xmlns:a16="http://schemas.microsoft.com/office/drawing/2014/main" id="{6D81E66E-B02F-4AAB-9B60-4A8F91AF897C}"/>
              </a:ext>
            </a:extLst>
          </p:cNvPr>
          <p:cNvSpPr>
            <a:spLocks xmlns:a="http://schemas.openxmlformats.org/drawingml/2006/main" noGrp="1"/>
          </p:cNvSpPr>
          <p:nvPr/>
        </p:nvSpPr>
        <p:spPr>
          <a:xfrm xmlns:a="http://schemas.openxmlformats.org/drawingml/2006/main">
            <a:off x="4419600" y="5076825"/>
            <a:ext cx="2952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Request 처리 완료</a:t>
            </a:r>
          </a:p>
        </p:txBody>
      </p:sp>
      <p:sp>
        <p:nvSpPr>
          <p:cNvPr id="49" name="dp42-background / n41 / text 1">
            <a:extLst xmlns:a="http://schemas.openxmlformats.org/drawingml/2006/main">
              <a:ext uri="{FF2B5EF4-FFF2-40B4-BE49-F238E27FC236}">
                <a16:creationId xmlns:a16="http://schemas.microsoft.com/office/drawing/2014/main" id="{1DB17B71-2A48-45F1-937B-5A0C31B5FA52}"/>
              </a:ext>
            </a:extLst>
          </p:cNvPr>
          <p:cNvSpPr>
            <a:spLocks xmlns:a="http://schemas.openxmlformats.org/drawingml/2006/main" noGrp="1"/>
          </p:cNvSpPr>
          <p:nvPr/>
        </p:nvSpPr>
        <p:spPr>
          <a:xfrm xmlns:a="http://schemas.openxmlformats.org/drawingml/2006/main">
            <a:off x="8077200" y="4867275"/>
            <a:ext cx="2952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Downstream Agent 수정 접수 후</a:t>
            </a:r>
          </a:p>
        </p:txBody>
      </p:sp>
      <p:sp>
        <p:nvSpPr>
          <p:cNvPr id="50" name="dp42-background / n41 / text 2">
            <a:extLst xmlns:a="http://schemas.openxmlformats.org/drawingml/2006/main">
              <a:ext uri="{FF2B5EF4-FFF2-40B4-BE49-F238E27FC236}">
                <a16:creationId xmlns:a16="http://schemas.microsoft.com/office/drawing/2014/main" id="{FA0B2BB4-3EF5-4DB5-9382-0A159C90634F}"/>
              </a:ext>
            </a:extLst>
          </p:cNvPr>
          <p:cNvSpPr>
            <a:spLocks xmlns:a="http://schemas.openxmlformats.org/drawingml/2006/main" noGrp="1"/>
          </p:cNvSpPr>
          <p:nvPr/>
        </p:nvSpPr>
        <p:spPr>
          <a:xfrm xmlns:a="http://schemas.openxmlformats.org/drawingml/2006/main">
            <a:off x="8077200" y="5076825"/>
            <a:ext cx="2952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Request 처리 완료</a:t>
            </a:r>
          </a:p>
        </p:txBody>
      </p:sp>
      <p:sp>
        <p:nvSpPr>
          <p:cNvPr id="51" name="dp42-background / n42">
            <a:extLst xmlns:a="http://schemas.openxmlformats.org/drawingml/2006/main">
              <a:ext uri="{FF2B5EF4-FFF2-40B4-BE49-F238E27FC236}">
                <a16:creationId xmlns:a16="http://schemas.microsoft.com/office/drawing/2014/main" id="{887AE0AF-B44A-476D-BCD2-F7762B96AE0A}"/>
              </a:ext>
            </a:extLst>
          </p:cNvPr>
          <p:cNvSpPr>
            <a:spLocks xmlns:a="http://schemas.openxmlformats.org/drawingml/2006/main" noGrp="1"/>
          </p:cNvSpPr>
          <p:nvPr/>
        </p:nvSpPr>
        <p:spPr>
          <a:xfrm xmlns:a="http://schemas.openxmlformats.org/drawingml/2006/main">
            <a:off x="609600" y="5476875"/>
            <a:ext cx="10572750" cy="1400175"/>
          </a:xfrm>
          <a:prstGeom xmlns:a="http://schemas.openxmlformats.org/drawingml/2006/main" prst="rect">
            <a:avLst/>
          </a:prstGeom>
          <a:solidFill xmlns:a="http://schemas.openxmlformats.org/drawingml/2006/main">
            <a:srgbClr val="F0F8F7"/>
          </a:solidFill>
          <a:ln xmlns:a="http://schemas.openxmlformats.org/drawingml/2006/main" w="16193">
            <a:solidFill>
              <a:srgbClr val="087E8B"/>
            </a:solidFill>
            <a:prstDash val="solid"/>
          </a:ln>
        </p:spPr>
      </p:sp>
      <p:sp>
        <p:nvSpPr>
          <p:cNvPr id="52" name="dp42-background / n43">
            <a:extLst xmlns:a="http://schemas.openxmlformats.org/drawingml/2006/main">
              <a:ext uri="{FF2B5EF4-FFF2-40B4-BE49-F238E27FC236}">
                <a16:creationId xmlns:a16="http://schemas.microsoft.com/office/drawing/2014/main" id="{087222B3-F97E-4672-9056-AC3FB7B90966}"/>
              </a:ext>
            </a:extLst>
          </p:cNvPr>
          <p:cNvSpPr>
            <a:spLocks xmlns:a="http://schemas.openxmlformats.org/drawingml/2006/main" noGrp="1"/>
          </p:cNvSpPr>
          <p:nvPr/>
        </p:nvSpPr>
        <p:spPr>
          <a:xfrm xmlns:a="http://schemas.openxmlformats.org/drawingml/2006/main">
            <a:off x="4267200" y="5895975"/>
            <a:ext cx="3257550" cy="904875"/>
          </a:xfrm>
          <a:prstGeom xmlns:a="http://schemas.openxmlformats.org/drawingml/2006/main" prst="rect">
            <a:avLst/>
          </a:prstGeom>
          <a:solidFill xmlns:a="http://schemas.openxmlformats.org/drawingml/2006/main">
            <a:srgbClr val="DCEFEA"/>
          </a:solidFill>
          <a:ln xmlns:a="http://schemas.openxmlformats.org/drawingml/2006/main" w="0">
            <a:noFill/>
            <a:prstDash val="solid"/>
          </a:ln>
        </p:spPr>
      </p:sp>
      <p:sp>
        <p:nvSpPr>
          <p:cNvPr id="53" name="dp42-background / n44 / text 1">
            <a:extLst xmlns:a="http://schemas.openxmlformats.org/drawingml/2006/main">
              <a:ext uri="{FF2B5EF4-FFF2-40B4-BE49-F238E27FC236}">
                <a16:creationId xmlns:a16="http://schemas.microsoft.com/office/drawing/2014/main" id="{9916D488-2DBC-43C1-B590-5843CF2BAAF5}"/>
              </a:ext>
            </a:extLst>
          </p:cNvPr>
          <p:cNvSpPr>
            <a:spLocks xmlns:a="http://schemas.openxmlformats.org/drawingml/2006/main" noGrp="1"/>
          </p:cNvSpPr>
          <p:nvPr/>
        </p:nvSpPr>
        <p:spPr>
          <a:xfrm xmlns:a="http://schemas.openxmlformats.org/drawingml/2006/main">
            <a:off x="800100" y="5553075"/>
            <a:ext cx="39052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087E8B"/>
                </a:solidFill>
                <a:latin typeface="Apple SD Gothic Neo"/>
                <a:ea typeface="Apple SD Gothic Neo"/>
                <a:cs typeface="Apple SD Gothic Neo"/>
              </a:defRPr>
            </a:pPr>
            <a:r>
              <a:rPr sz="1950" b="1">
                <a:solidFill>
                  <a:srgbClr val="087E8B"/>
                </a:solidFill>
                <a:latin typeface="Apple SD Gothic Neo"/>
                <a:ea typeface="Apple SD Gothic Neo"/>
                <a:cs typeface="Apple SD Gothic Neo"/>
              </a:rPr>
              <a:t>보고서 Task</a:t>
            </a:r>
          </a:p>
        </p:txBody>
      </p:sp>
      <p:sp>
        <p:nvSpPr>
          <p:cNvPr id="54" name="dp42-background / n45 / text 1">
            <a:extLst xmlns:a="http://schemas.openxmlformats.org/drawingml/2006/main">
              <a:ext uri="{FF2B5EF4-FFF2-40B4-BE49-F238E27FC236}">
                <a16:creationId xmlns:a16="http://schemas.microsoft.com/office/drawing/2014/main" id="{8FA1E635-6ADF-4A0A-9A10-AFDDE04E1A2A}"/>
              </a:ext>
            </a:extLst>
          </p:cNvPr>
          <p:cNvSpPr>
            <a:spLocks xmlns:a="http://schemas.openxmlformats.org/drawingml/2006/main" noGrp="1"/>
          </p:cNvSpPr>
          <p:nvPr/>
        </p:nvSpPr>
        <p:spPr>
          <a:xfrm xmlns:a="http://schemas.openxmlformats.org/drawingml/2006/main">
            <a:off x="5086350" y="5600700"/>
            <a:ext cx="5905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Task / 목표, 상태와 결과의 추적</a:t>
            </a:r>
          </a:p>
        </p:txBody>
      </p:sp>
      <p:sp>
        <p:nvSpPr>
          <p:cNvPr id="55" name="dp42-background / n46 / text 1">
            <a:extLst xmlns:a="http://schemas.openxmlformats.org/drawingml/2006/main">
              <a:ext uri="{FF2B5EF4-FFF2-40B4-BE49-F238E27FC236}">
                <a16:creationId xmlns:a16="http://schemas.microsoft.com/office/drawing/2014/main" id="{17AD0AD4-AFA7-4124-B129-04D3FD3E7515}"/>
              </a:ext>
            </a:extLst>
          </p:cNvPr>
          <p:cNvSpPr>
            <a:spLocks xmlns:a="http://schemas.openxmlformats.org/drawingml/2006/main" noGrp="1"/>
          </p:cNvSpPr>
          <p:nvPr/>
        </p:nvSpPr>
        <p:spPr>
          <a:xfrm xmlns:a="http://schemas.openxmlformats.org/drawingml/2006/main">
            <a:off x="762000" y="5972175"/>
            <a:ext cx="29527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Task 생성 후 Delegation</a:t>
            </a:r>
          </a:p>
        </p:txBody>
      </p:sp>
      <p:sp>
        <p:nvSpPr>
          <p:cNvPr id="56" name="dp42-background / n47 / text 1">
            <a:extLst xmlns:a="http://schemas.openxmlformats.org/drawingml/2006/main">
              <a:ext uri="{FF2B5EF4-FFF2-40B4-BE49-F238E27FC236}">
                <a16:creationId xmlns:a16="http://schemas.microsoft.com/office/drawing/2014/main" id="{9AAA33CC-B80F-42B9-A2A8-B7664E00E51D}"/>
              </a:ext>
            </a:extLst>
          </p:cNvPr>
          <p:cNvSpPr>
            <a:spLocks xmlns:a="http://schemas.openxmlformats.org/drawingml/2006/main" noGrp="1"/>
          </p:cNvSpPr>
          <p:nvPr/>
        </p:nvSpPr>
        <p:spPr>
          <a:xfrm xmlns:a="http://schemas.openxmlformats.org/drawingml/2006/main">
            <a:off x="762000" y="6324600"/>
            <a:ext cx="2952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Agent Execution 1</a:t>
            </a:r>
          </a:p>
        </p:txBody>
      </p:sp>
      <p:sp>
        <p:nvSpPr>
          <p:cNvPr id="57" name="dp42-background / n48 / text 1">
            <a:extLst xmlns:a="http://schemas.openxmlformats.org/drawingml/2006/main">
              <a:ext uri="{FF2B5EF4-FFF2-40B4-BE49-F238E27FC236}">
                <a16:creationId xmlns:a16="http://schemas.microsoft.com/office/drawing/2014/main" id="{7A743D89-A722-484C-9743-3E33928F4D81}"/>
              </a:ext>
            </a:extLst>
          </p:cNvPr>
          <p:cNvSpPr>
            <a:spLocks xmlns:a="http://schemas.openxmlformats.org/drawingml/2006/main" noGrp="1"/>
          </p:cNvSpPr>
          <p:nvPr/>
        </p:nvSpPr>
        <p:spPr>
          <a:xfrm xmlns:a="http://schemas.openxmlformats.org/drawingml/2006/main">
            <a:off x="762000" y="6648450"/>
            <a:ext cx="295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보고서 작성 시작</a:t>
            </a:r>
          </a:p>
        </p:txBody>
      </p:sp>
      <p:sp>
        <p:nvSpPr>
          <p:cNvPr id="58" name="dp42-background / n49 / text 1">
            <a:extLst xmlns:a="http://schemas.openxmlformats.org/drawingml/2006/main">
              <a:ext uri="{FF2B5EF4-FFF2-40B4-BE49-F238E27FC236}">
                <a16:creationId xmlns:a16="http://schemas.microsoft.com/office/drawing/2014/main" id="{56D4DF9F-2160-42A7-B370-E3C21FF7D35B}"/>
              </a:ext>
            </a:extLst>
          </p:cNvPr>
          <p:cNvSpPr>
            <a:spLocks xmlns:a="http://schemas.openxmlformats.org/drawingml/2006/main" noGrp="1"/>
          </p:cNvSpPr>
          <p:nvPr/>
        </p:nvSpPr>
        <p:spPr>
          <a:xfrm xmlns:a="http://schemas.openxmlformats.org/drawingml/2006/main">
            <a:off x="4419600" y="6038850"/>
            <a:ext cx="2952750" cy="4005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087E8B"/>
                </a:solidFill>
                <a:latin typeface="Apple SD Gothic Neo"/>
                <a:ea typeface="Apple SD Gothic Neo"/>
                <a:cs typeface="Apple SD Gothic Neo"/>
              </a:defRPr>
            </a:pPr>
            <a:r>
              <a:rPr sz="2175" b="1">
                <a:solidFill>
                  <a:srgbClr val="087E8B"/>
                </a:solidFill>
                <a:latin typeface="Apple SD Gothic Neo"/>
                <a:ea typeface="Apple SD Gothic Neo"/>
                <a:cs typeface="Apple SD Gothic Neo"/>
              </a:rPr>
              <a:t>Task와 실행 계속</a:t>
            </a:r>
          </a:p>
        </p:txBody>
      </p:sp>
      <p:sp>
        <p:nvSpPr>
          <p:cNvPr id="59" name="dp42-background / n50 / text 1">
            <a:extLst xmlns:a="http://schemas.openxmlformats.org/drawingml/2006/main">
              <a:ext uri="{FF2B5EF4-FFF2-40B4-BE49-F238E27FC236}">
                <a16:creationId xmlns:a16="http://schemas.microsoft.com/office/drawing/2014/main" id="{BE2A8A65-12EF-41E9-B5C3-052623C0D82F}"/>
              </a:ext>
            </a:extLst>
          </p:cNvPr>
          <p:cNvSpPr>
            <a:spLocks xmlns:a="http://schemas.openxmlformats.org/drawingml/2006/main" noGrp="1"/>
          </p:cNvSpPr>
          <p:nvPr/>
        </p:nvSpPr>
        <p:spPr>
          <a:xfrm xmlns:a="http://schemas.openxmlformats.org/drawingml/2006/main">
            <a:off x="4419600" y="6486525"/>
            <a:ext cx="295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상태 조회 / 새 실행 없음</a:t>
            </a:r>
          </a:p>
        </p:txBody>
      </p:sp>
      <p:sp>
        <p:nvSpPr>
          <p:cNvPr id="60" name="dp42-background / n51 / text 1">
            <a:extLst xmlns:a="http://schemas.openxmlformats.org/drawingml/2006/main">
              <a:ext uri="{FF2B5EF4-FFF2-40B4-BE49-F238E27FC236}">
                <a16:creationId xmlns:a16="http://schemas.microsoft.com/office/drawing/2014/main" id="{4A3DA27D-C308-4882-B51B-D40DB0B352F2}"/>
              </a:ext>
            </a:extLst>
          </p:cNvPr>
          <p:cNvSpPr>
            <a:spLocks xmlns:a="http://schemas.openxmlformats.org/drawingml/2006/main" noGrp="1"/>
          </p:cNvSpPr>
          <p:nvPr/>
        </p:nvSpPr>
        <p:spPr>
          <a:xfrm xmlns:a="http://schemas.openxmlformats.org/drawingml/2006/main">
            <a:off x="8077200" y="5972175"/>
            <a:ext cx="29527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작성 종료 후 수정 Delegation</a:t>
            </a:r>
          </a:p>
        </p:txBody>
      </p:sp>
      <p:sp>
        <p:nvSpPr>
          <p:cNvPr id="61" name="dp42-background / n52 / text 1">
            <a:extLst xmlns:a="http://schemas.openxmlformats.org/drawingml/2006/main">
              <a:ext uri="{FF2B5EF4-FFF2-40B4-BE49-F238E27FC236}">
                <a16:creationId xmlns:a16="http://schemas.microsoft.com/office/drawing/2014/main" id="{52C337E4-A612-42A9-B676-38BC4DD541F0}"/>
              </a:ext>
            </a:extLst>
          </p:cNvPr>
          <p:cNvSpPr>
            <a:spLocks xmlns:a="http://schemas.openxmlformats.org/drawingml/2006/main" noGrp="1"/>
          </p:cNvSpPr>
          <p:nvPr/>
        </p:nvSpPr>
        <p:spPr>
          <a:xfrm xmlns:a="http://schemas.openxmlformats.org/drawingml/2006/main">
            <a:off x="8077200" y="6324600"/>
            <a:ext cx="295275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87E8B"/>
                </a:solidFill>
                <a:latin typeface="Apple SD Gothic Neo"/>
                <a:ea typeface="Apple SD Gothic Neo"/>
                <a:cs typeface="Apple SD Gothic Neo"/>
              </a:defRPr>
            </a:pPr>
            <a:r>
              <a:rPr sz="1650" b="1">
                <a:solidFill>
                  <a:srgbClr val="087E8B"/>
                </a:solidFill>
                <a:latin typeface="Apple SD Gothic Neo"/>
                <a:ea typeface="Apple SD Gothic Neo"/>
                <a:cs typeface="Apple SD Gothic Neo"/>
              </a:rPr>
              <a:t>Agent Execution 2 시작</a:t>
            </a:r>
          </a:p>
        </p:txBody>
      </p:sp>
      <p:sp>
        <p:nvSpPr>
          <p:cNvPr id="62" name="dp42-background / n53 / text 1">
            <a:extLst xmlns:a="http://schemas.openxmlformats.org/drawingml/2006/main">
              <a:ext uri="{FF2B5EF4-FFF2-40B4-BE49-F238E27FC236}">
                <a16:creationId xmlns:a16="http://schemas.microsoft.com/office/drawing/2014/main" id="{E24F328D-7746-4F07-8CB1-39D88F41D420}"/>
              </a:ext>
            </a:extLst>
          </p:cNvPr>
          <p:cNvSpPr>
            <a:spLocks xmlns:a="http://schemas.openxmlformats.org/drawingml/2006/main" noGrp="1"/>
          </p:cNvSpPr>
          <p:nvPr/>
        </p:nvSpPr>
        <p:spPr>
          <a:xfrm xmlns:a="http://schemas.openxmlformats.org/drawingml/2006/main">
            <a:off x="8077200" y="6648450"/>
            <a:ext cx="295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같은 Task의 결론 수정</a:t>
            </a:r>
          </a:p>
        </p:txBody>
      </p:sp>
      <p:sp>
        <p:nvSpPr>
          <p:cNvPr id="63" name="dp42-background / n54">
            <a:extLst xmlns:a="http://schemas.openxmlformats.org/drawingml/2006/main">
              <a:ext uri="{FF2B5EF4-FFF2-40B4-BE49-F238E27FC236}">
                <a16:creationId xmlns:a16="http://schemas.microsoft.com/office/drawing/2014/main" id="{AC669810-3D6F-4D7C-AB0B-DEF2765113F6}"/>
              </a:ext>
            </a:extLst>
          </p:cNvPr>
          <p:cNvSpPr>
            <a:spLocks xmlns:a="http://schemas.openxmlformats.org/drawingml/2006/main" noGrp="1"/>
          </p:cNvSpPr>
          <p:nvPr/>
        </p:nvSpPr>
        <p:spPr>
          <a:xfrm xmlns:a="http://schemas.openxmlformats.org/drawingml/2006/main">
            <a:off x="609600" y="7105650"/>
            <a:ext cx="10572750" cy="1085850"/>
          </a:xfrm>
          <a:prstGeom xmlns:a="http://schemas.openxmlformats.org/drawingml/2006/main" prst="rect">
            <a:avLst/>
          </a:prstGeom>
          <a:solidFill xmlns:a="http://schemas.openxmlformats.org/drawingml/2006/main">
            <a:srgbClr val="F5F6F8"/>
          </a:solidFill>
          <a:ln xmlns:a="http://schemas.openxmlformats.org/drawingml/2006/main" w="16193">
            <a:solidFill>
              <a:srgbClr val="CDD6DE"/>
            </a:solidFill>
            <a:prstDash val="solid"/>
          </a:ln>
        </p:spPr>
      </p:sp>
      <p:sp>
        <p:nvSpPr>
          <p:cNvPr id="64" name="dp42-background / n55 / text 1">
            <a:extLst xmlns:a="http://schemas.openxmlformats.org/drawingml/2006/main">
              <a:ext uri="{FF2B5EF4-FFF2-40B4-BE49-F238E27FC236}">
                <a16:creationId xmlns:a16="http://schemas.microsoft.com/office/drawing/2014/main" id="{64E8A9A5-1867-460A-B938-8D053FF48267}"/>
              </a:ext>
            </a:extLst>
          </p:cNvPr>
          <p:cNvSpPr>
            <a:spLocks xmlns:a="http://schemas.openxmlformats.org/drawingml/2006/main" noGrp="1"/>
          </p:cNvSpPr>
          <p:nvPr/>
        </p:nvSpPr>
        <p:spPr>
          <a:xfrm xmlns:a="http://schemas.openxmlformats.org/drawingml/2006/main">
            <a:off x="800100" y="7181850"/>
            <a:ext cx="101727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5F6B77"/>
                </a:solidFill>
                <a:latin typeface="Apple SD Gothic Neo"/>
                <a:ea typeface="Apple SD Gothic Neo"/>
                <a:cs typeface="Apple SD Gothic Neo"/>
              </a:defRPr>
            </a:pPr>
            <a:r>
              <a:rPr sz="1725" b="1">
                <a:solidFill>
                  <a:srgbClr val="5F6B77"/>
                </a:solidFill>
                <a:latin typeface="Apple SD Gothic Neo"/>
                <a:ea typeface="Apple SD Gothic Neo"/>
                <a:cs typeface="Apple SD Gothic Neo"/>
              </a:rPr>
              <a:t>메일 초안 Task</a:t>
            </a:r>
          </a:p>
        </p:txBody>
      </p:sp>
      <p:sp>
        <p:nvSpPr>
          <p:cNvPr id="65" name="dp42-background / n56 / text 1">
            <a:extLst xmlns:a="http://schemas.openxmlformats.org/drawingml/2006/main">
              <a:ext uri="{FF2B5EF4-FFF2-40B4-BE49-F238E27FC236}">
                <a16:creationId xmlns:a16="http://schemas.microsoft.com/office/drawing/2014/main" id="{28121DF6-DA54-4909-8837-84DB4D0EC70D}"/>
              </a:ext>
            </a:extLst>
          </p:cNvPr>
          <p:cNvSpPr>
            <a:spLocks xmlns:a="http://schemas.openxmlformats.org/drawingml/2006/main" noGrp="1"/>
          </p:cNvSpPr>
          <p:nvPr/>
        </p:nvSpPr>
        <p:spPr>
          <a:xfrm xmlns:a="http://schemas.openxmlformats.org/drawingml/2006/main">
            <a:off x="762000" y="7581900"/>
            <a:ext cx="29527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Delegation / 초안 작성 시작</a:t>
            </a:r>
          </a:p>
        </p:txBody>
      </p:sp>
      <p:sp>
        <p:nvSpPr>
          <p:cNvPr id="66" name="dp42-background / n57 / text 1">
            <a:extLst xmlns:a="http://schemas.openxmlformats.org/drawingml/2006/main">
              <a:ext uri="{FF2B5EF4-FFF2-40B4-BE49-F238E27FC236}">
                <a16:creationId xmlns:a16="http://schemas.microsoft.com/office/drawing/2014/main" id="{FADA99B6-15A2-402D-B611-05B722101602}"/>
              </a:ext>
            </a:extLst>
          </p:cNvPr>
          <p:cNvSpPr>
            <a:spLocks xmlns:a="http://schemas.openxmlformats.org/drawingml/2006/main" noGrp="1"/>
          </p:cNvSpPr>
          <p:nvPr/>
        </p:nvSpPr>
        <p:spPr>
          <a:xfrm xmlns:a="http://schemas.openxmlformats.org/drawingml/2006/main">
            <a:off x="762000" y="7896225"/>
            <a:ext cx="2952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Agent Execution</a:t>
            </a:r>
          </a:p>
        </p:txBody>
      </p:sp>
      <p:sp>
        <p:nvSpPr>
          <p:cNvPr id="67" name="dp42-background / n58 / text 1">
            <a:extLst xmlns:a="http://schemas.openxmlformats.org/drawingml/2006/main">
              <a:ext uri="{FF2B5EF4-FFF2-40B4-BE49-F238E27FC236}">
                <a16:creationId xmlns:a16="http://schemas.microsoft.com/office/drawing/2014/main" id="{854F4E72-ADD7-40C8-8601-66CE5EBA6B06}"/>
              </a:ext>
            </a:extLst>
          </p:cNvPr>
          <p:cNvSpPr>
            <a:spLocks xmlns:a="http://schemas.openxmlformats.org/drawingml/2006/main" noGrp="1"/>
          </p:cNvSpPr>
          <p:nvPr/>
        </p:nvSpPr>
        <p:spPr>
          <a:xfrm xmlns:a="http://schemas.openxmlformats.org/drawingml/2006/main">
            <a:off x="4419600" y="7696200"/>
            <a:ext cx="2952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초안 완료 / 결과 보관</a:t>
            </a:r>
          </a:p>
        </p:txBody>
      </p:sp>
      <p:sp>
        <p:nvSpPr>
          <p:cNvPr id="68" name="dp42-background / n59 / text 1">
            <a:extLst xmlns:a="http://schemas.openxmlformats.org/drawingml/2006/main">
              <a:ext uri="{FF2B5EF4-FFF2-40B4-BE49-F238E27FC236}">
                <a16:creationId xmlns:a16="http://schemas.microsoft.com/office/drawing/2014/main" id="{F5DEEBC6-D9B4-4C1C-8FDD-1AF30FD532C0}"/>
              </a:ext>
            </a:extLst>
          </p:cNvPr>
          <p:cNvSpPr>
            <a:spLocks xmlns:a="http://schemas.openxmlformats.org/drawingml/2006/main" noGrp="1"/>
          </p:cNvSpPr>
          <p:nvPr/>
        </p:nvSpPr>
        <p:spPr>
          <a:xfrm xmlns:a="http://schemas.openxmlformats.org/drawingml/2006/main">
            <a:off x="8077200" y="7696200"/>
            <a:ext cx="2952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완료 상태와 결과 유지</a:t>
            </a:r>
          </a:p>
        </p:txBody>
      </p:sp>
      <p:sp>
        <p:nvSpPr>
          <p:cNvPr id="69" name="dp42-background / n60 / path">
            <a:extLst xmlns:a="http://schemas.openxmlformats.org/drawingml/2006/main">
              <a:ext uri="{FF2B5EF4-FFF2-40B4-BE49-F238E27FC236}">
                <a16:creationId xmlns:a16="http://schemas.microsoft.com/office/drawing/2014/main" id="{2CF42601-2E01-4177-9CF7-0297158E7E0D}"/>
              </a:ext>
            </a:extLst>
          </p:cNvPr>
          <p:cNvSpPr>
            <a:spLocks xmlns:a="http://schemas.openxmlformats.org/drawingml/2006/main" noGrp="1"/>
          </p:cNvSpPr>
          <p:nvPr/>
        </p:nvSpPr>
        <p:spPr>
          <a:xfrm xmlns:a="http://schemas.openxmlformats.org/drawingml/2006/main">
            <a:off x="4057650" y="3076575"/>
            <a:ext cx="953" cy="2057400"/>
          </a:xfrm>
          <a:custGeom xmlns:a="http://schemas.openxmlformats.org/drawingml/2006/main">
            <a:pathLst>
              <a:path w="953" h="2057400">
                <a:moveTo>
                  <a:pt x="0" y="0"/>
                </a:moveTo>
                <a:lnTo>
                  <a:pt x="0" y="2057400"/>
                </a:lnTo>
              </a:path>
            </a:pathLst>
          </a:custGeom>
          <a:noFill xmlns:a="http://schemas.openxmlformats.org/drawingml/2006/main"/>
          <a:ln xmlns:a="http://schemas.openxmlformats.org/drawingml/2006/main" w="9525">
            <a:solidFill>
              <a:srgbClr val="CDD6DE"/>
            </a:solidFill>
            <a:prstDash val="dash"/>
          </a:ln>
        </p:spPr>
      </p:sp>
      <p:sp>
        <p:nvSpPr>
          <p:cNvPr id="70" name="dp42-background / n61 / path">
            <a:extLst xmlns:a="http://schemas.openxmlformats.org/drawingml/2006/main">
              <a:ext uri="{FF2B5EF4-FFF2-40B4-BE49-F238E27FC236}">
                <a16:creationId xmlns:a16="http://schemas.microsoft.com/office/drawing/2014/main" id="{111BC81B-FA5E-4739-BB7C-536EFEA7C3A9}"/>
              </a:ext>
            </a:extLst>
          </p:cNvPr>
          <p:cNvSpPr>
            <a:spLocks xmlns:a="http://schemas.openxmlformats.org/drawingml/2006/main" noGrp="1"/>
          </p:cNvSpPr>
          <p:nvPr/>
        </p:nvSpPr>
        <p:spPr>
          <a:xfrm xmlns:a="http://schemas.openxmlformats.org/drawingml/2006/main">
            <a:off x="4057650" y="5934075"/>
            <a:ext cx="953" cy="847725"/>
          </a:xfrm>
          <a:custGeom xmlns:a="http://schemas.openxmlformats.org/drawingml/2006/main">
            <a:pathLst>
              <a:path w="953" h="847725">
                <a:moveTo>
                  <a:pt x="0" y="0"/>
                </a:moveTo>
                <a:lnTo>
                  <a:pt x="0" y="847725"/>
                </a:lnTo>
              </a:path>
            </a:pathLst>
          </a:custGeom>
          <a:noFill xmlns:a="http://schemas.openxmlformats.org/drawingml/2006/main"/>
          <a:ln xmlns:a="http://schemas.openxmlformats.org/drawingml/2006/main" w="9525">
            <a:solidFill>
              <a:srgbClr val="CDD6DE"/>
            </a:solidFill>
            <a:prstDash val="dash"/>
          </a:ln>
        </p:spPr>
      </p:sp>
      <p:sp>
        <p:nvSpPr>
          <p:cNvPr id="71" name="dp42-background / n62 / path">
            <a:extLst xmlns:a="http://schemas.openxmlformats.org/drawingml/2006/main">
              <a:ext uri="{FF2B5EF4-FFF2-40B4-BE49-F238E27FC236}">
                <a16:creationId xmlns:a16="http://schemas.microsoft.com/office/drawing/2014/main" id="{C3960FB0-5A99-4743-BEA0-8C6175138085}"/>
              </a:ext>
            </a:extLst>
          </p:cNvPr>
          <p:cNvSpPr>
            <a:spLocks xmlns:a="http://schemas.openxmlformats.org/drawingml/2006/main" noGrp="1"/>
          </p:cNvSpPr>
          <p:nvPr/>
        </p:nvSpPr>
        <p:spPr>
          <a:xfrm xmlns:a="http://schemas.openxmlformats.org/drawingml/2006/main">
            <a:off x="4057650" y="7524750"/>
            <a:ext cx="953" cy="571500"/>
          </a:xfrm>
          <a:custGeom xmlns:a="http://schemas.openxmlformats.org/drawingml/2006/main">
            <a:pathLst>
              <a:path w="953" h="571500">
                <a:moveTo>
                  <a:pt x="0" y="0"/>
                </a:moveTo>
                <a:lnTo>
                  <a:pt x="0" y="571500"/>
                </a:lnTo>
              </a:path>
            </a:pathLst>
          </a:custGeom>
          <a:noFill xmlns:a="http://schemas.openxmlformats.org/drawingml/2006/main"/>
          <a:ln xmlns:a="http://schemas.openxmlformats.org/drawingml/2006/main" w="9525">
            <a:solidFill>
              <a:srgbClr val="CDD6DE"/>
            </a:solidFill>
            <a:prstDash val="dash"/>
          </a:ln>
        </p:spPr>
      </p:sp>
      <p:sp>
        <p:nvSpPr>
          <p:cNvPr id="72" name="dp42-background / n63 / path">
            <a:extLst xmlns:a="http://schemas.openxmlformats.org/drawingml/2006/main">
              <a:ext uri="{FF2B5EF4-FFF2-40B4-BE49-F238E27FC236}">
                <a16:creationId xmlns:a16="http://schemas.microsoft.com/office/drawing/2014/main" id="{A4BECC60-7202-490A-B1AE-E86C9D8E840D}"/>
              </a:ext>
            </a:extLst>
          </p:cNvPr>
          <p:cNvSpPr>
            <a:spLocks xmlns:a="http://schemas.openxmlformats.org/drawingml/2006/main" noGrp="1"/>
          </p:cNvSpPr>
          <p:nvPr/>
        </p:nvSpPr>
        <p:spPr>
          <a:xfrm xmlns:a="http://schemas.openxmlformats.org/drawingml/2006/main">
            <a:off x="7715250" y="3076575"/>
            <a:ext cx="953" cy="2057400"/>
          </a:xfrm>
          <a:custGeom xmlns:a="http://schemas.openxmlformats.org/drawingml/2006/main">
            <a:pathLst>
              <a:path w="953" h="2057400">
                <a:moveTo>
                  <a:pt x="0" y="0"/>
                </a:moveTo>
                <a:lnTo>
                  <a:pt x="0" y="2057400"/>
                </a:lnTo>
              </a:path>
            </a:pathLst>
          </a:custGeom>
          <a:noFill xmlns:a="http://schemas.openxmlformats.org/drawingml/2006/main"/>
          <a:ln xmlns:a="http://schemas.openxmlformats.org/drawingml/2006/main" w="9525">
            <a:solidFill>
              <a:srgbClr val="CDD6DE"/>
            </a:solidFill>
            <a:prstDash val="dash"/>
          </a:ln>
        </p:spPr>
      </p:sp>
      <p:sp>
        <p:nvSpPr>
          <p:cNvPr id="73" name="dp42-background / n64 / path">
            <a:extLst xmlns:a="http://schemas.openxmlformats.org/drawingml/2006/main">
              <a:ext uri="{FF2B5EF4-FFF2-40B4-BE49-F238E27FC236}">
                <a16:creationId xmlns:a16="http://schemas.microsoft.com/office/drawing/2014/main" id="{886F2E36-EC93-46EB-BE63-F5DDF1D65A2A}"/>
              </a:ext>
            </a:extLst>
          </p:cNvPr>
          <p:cNvSpPr>
            <a:spLocks xmlns:a="http://schemas.openxmlformats.org/drawingml/2006/main" noGrp="1"/>
          </p:cNvSpPr>
          <p:nvPr/>
        </p:nvSpPr>
        <p:spPr>
          <a:xfrm xmlns:a="http://schemas.openxmlformats.org/drawingml/2006/main">
            <a:off x="7715250" y="5934075"/>
            <a:ext cx="953" cy="847725"/>
          </a:xfrm>
          <a:custGeom xmlns:a="http://schemas.openxmlformats.org/drawingml/2006/main">
            <a:pathLst>
              <a:path w="953" h="847725">
                <a:moveTo>
                  <a:pt x="0" y="0"/>
                </a:moveTo>
                <a:lnTo>
                  <a:pt x="0" y="847725"/>
                </a:lnTo>
              </a:path>
            </a:pathLst>
          </a:custGeom>
          <a:noFill xmlns:a="http://schemas.openxmlformats.org/drawingml/2006/main"/>
          <a:ln xmlns:a="http://schemas.openxmlformats.org/drawingml/2006/main" w="9525">
            <a:solidFill>
              <a:srgbClr val="CDD6DE"/>
            </a:solidFill>
            <a:prstDash val="dash"/>
          </a:ln>
        </p:spPr>
      </p:sp>
      <p:sp>
        <p:nvSpPr>
          <p:cNvPr id="74" name="dp42-background / n65 / path">
            <a:extLst xmlns:a="http://schemas.openxmlformats.org/drawingml/2006/main">
              <a:ext uri="{FF2B5EF4-FFF2-40B4-BE49-F238E27FC236}">
                <a16:creationId xmlns:a16="http://schemas.microsoft.com/office/drawing/2014/main" id="{C213097E-8C62-46B4-984B-C8240AF5CD4B}"/>
              </a:ext>
            </a:extLst>
          </p:cNvPr>
          <p:cNvSpPr>
            <a:spLocks xmlns:a="http://schemas.openxmlformats.org/drawingml/2006/main" noGrp="1"/>
          </p:cNvSpPr>
          <p:nvPr/>
        </p:nvSpPr>
        <p:spPr>
          <a:xfrm xmlns:a="http://schemas.openxmlformats.org/drawingml/2006/main">
            <a:off x="7715250" y="7524750"/>
            <a:ext cx="953" cy="571500"/>
          </a:xfrm>
          <a:custGeom xmlns:a="http://schemas.openxmlformats.org/drawingml/2006/main">
            <a:pathLst>
              <a:path w="953" h="571500">
                <a:moveTo>
                  <a:pt x="0" y="0"/>
                </a:moveTo>
                <a:lnTo>
                  <a:pt x="0" y="571500"/>
                </a:lnTo>
              </a:path>
            </a:pathLst>
          </a:custGeom>
          <a:noFill xmlns:a="http://schemas.openxmlformats.org/drawingml/2006/main"/>
          <a:ln xmlns:a="http://schemas.openxmlformats.org/drawingml/2006/main" w="9525">
            <a:solidFill>
              <a:srgbClr val="CDD6DE"/>
            </a:solidFill>
            <a:prstDash val="dash"/>
          </a:ln>
        </p:spPr>
      </p:sp>
      <p:sp>
        <p:nvSpPr>
          <p:cNvPr id="75" name="dp42-background / n66 / text 1">
            <a:extLst xmlns:a="http://schemas.openxmlformats.org/drawingml/2006/main">
              <a:ext uri="{FF2B5EF4-FFF2-40B4-BE49-F238E27FC236}">
                <a16:creationId xmlns:a16="http://schemas.microsoft.com/office/drawing/2014/main" id="{F2A84DF7-5316-4239-9A5B-E3671DAF2F0F}"/>
              </a:ext>
            </a:extLst>
          </p:cNvPr>
          <p:cNvSpPr>
            <a:spLocks xmlns:a="http://schemas.openxmlformats.org/drawingml/2006/main" noGrp="1"/>
          </p:cNvSpPr>
          <p:nvPr/>
        </p:nvSpPr>
        <p:spPr>
          <a:xfrm xmlns:a="http://schemas.openxmlformats.org/drawingml/2006/main">
            <a:off x="12001500" y="3381375"/>
            <a:ext cx="56769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서로 다른 완료 시점</a:t>
            </a:r>
          </a:p>
        </p:txBody>
      </p:sp>
      <p:sp>
        <p:nvSpPr>
          <p:cNvPr id="76" name="dp42-background / n67 / text 1">
            <a:extLst xmlns:a="http://schemas.openxmlformats.org/drawingml/2006/main">
              <a:ext uri="{FF2B5EF4-FFF2-40B4-BE49-F238E27FC236}">
                <a16:creationId xmlns:a16="http://schemas.microsoft.com/office/drawing/2014/main" id="{5D1F5E0C-EA00-4B61-844B-4D9BB6D68400}"/>
              </a:ext>
            </a:extLst>
          </p:cNvPr>
          <p:cNvSpPr>
            <a:spLocks xmlns:a="http://schemas.openxmlformats.org/drawingml/2006/main" noGrp="1"/>
          </p:cNvSpPr>
          <p:nvPr/>
        </p:nvSpPr>
        <p:spPr>
          <a:xfrm xmlns:a="http://schemas.openxmlformats.org/drawingml/2006/main">
            <a:off x="12001500" y="3781425"/>
            <a:ext cx="56769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외부 접수와 답변 완료, Task 목표 완료의 구분</a:t>
            </a:r>
          </a:p>
        </p:txBody>
      </p:sp>
      <p:sp>
        <p:nvSpPr>
          <p:cNvPr id="77" name="dp42-background / n68 / text 1">
            <a:extLst xmlns:a="http://schemas.openxmlformats.org/drawingml/2006/main">
              <a:ext uri="{FF2B5EF4-FFF2-40B4-BE49-F238E27FC236}">
                <a16:creationId xmlns:a16="http://schemas.microsoft.com/office/drawing/2014/main" id="{6437F658-0ADE-486F-B35D-5C8CEE5FF39B}"/>
              </a:ext>
            </a:extLst>
          </p:cNvPr>
          <p:cNvSpPr>
            <a:spLocks xmlns:a="http://schemas.openxmlformats.org/drawingml/2006/main" noGrp="1"/>
          </p:cNvSpPr>
          <p:nvPr/>
        </p:nvSpPr>
        <p:spPr>
          <a:xfrm xmlns:a="http://schemas.openxmlformats.org/drawingml/2006/main">
            <a:off x="12001500" y="4905375"/>
            <a:ext cx="56769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후속 Request와 실행 연결</a:t>
            </a:r>
          </a:p>
        </p:txBody>
      </p:sp>
      <p:sp>
        <p:nvSpPr>
          <p:cNvPr id="78" name="dp42-background / n69 / text 1">
            <a:extLst xmlns:a="http://schemas.openxmlformats.org/drawingml/2006/main">
              <a:ext uri="{FF2B5EF4-FFF2-40B4-BE49-F238E27FC236}">
                <a16:creationId xmlns:a16="http://schemas.microsoft.com/office/drawing/2014/main" id="{9ADDFA20-A5A1-4D65-B2C3-0953BB3B40A0}"/>
              </a:ext>
            </a:extLst>
          </p:cNvPr>
          <p:cNvSpPr>
            <a:spLocks xmlns:a="http://schemas.openxmlformats.org/drawingml/2006/main" noGrp="1"/>
          </p:cNvSpPr>
          <p:nvPr/>
        </p:nvSpPr>
        <p:spPr>
          <a:xfrm xmlns:a="http://schemas.openxmlformats.org/drawingml/2006/main">
            <a:off x="12001500" y="5305425"/>
            <a:ext cx="56769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같은 Task의 상태 조회와 새 수정 실행 연결</a:t>
            </a:r>
          </a:p>
        </p:txBody>
      </p:sp>
      <p:sp>
        <p:nvSpPr>
          <p:cNvPr id="79" name="dp42-background / n70 / text 1">
            <a:extLst xmlns:a="http://schemas.openxmlformats.org/drawingml/2006/main">
              <a:ext uri="{FF2B5EF4-FFF2-40B4-BE49-F238E27FC236}">
                <a16:creationId xmlns:a16="http://schemas.microsoft.com/office/drawing/2014/main" id="{92F0F2AA-6D6E-412E-972F-49C467BC49B6}"/>
              </a:ext>
            </a:extLst>
          </p:cNvPr>
          <p:cNvSpPr>
            <a:spLocks xmlns:a="http://schemas.openxmlformats.org/drawingml/2006/main" noGrp="1"/>
          </p:cNvSpPr>
          <p:nvPr/>
        </p:nvSpPr>
        <p:spPr>
          <a:xfrm xmlns:a="http://schemas.openxmlformats.org/drawingml/2006/main">
            <a:off x="12001500" y="6429375"/>
            <a:ext cx="56769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관리 책임과 복구 범위</a:t>
            </a:r>
          </a:p>
        </p:txBody>
      </p:sp>
      <p:sp>
        <p:nvSpPr>
          <p:cNvPr id="80" name="dp42-background / n71 / text 1">
            <a:extLst xmlns:a="http://schemas.openxmlformats.org/drawingml/2006/main">
              <a:ext uri="{FF2B5EF4-FFF2-40B4-BE49-F238E27FC236}">
                <a16:creationId xmlns:a16="http://schemas.microsoft.com/office/drawing/2014/main" id="{14E69E27-5FAB-4362-A4F7-2D63CE70D27D}"/>
              </a:ext>
            </a:extLst>
          </p:cNvPr>
          <p:cNvSpPr>
            <a:spLocks xmlns:a="http://schemas.openxmlformats.org/drawingml/2006/main" noGrp="1"/>
          </p:cNvSpPr>
          <p:nvPr/>
        </p:nvSpPr>
        <p:spPr>
          <a:xfrm xmlns:a="http://schemas.openxmlformats.org/drawingml/2006/main">
            <a:off x="12001500" y="6829425"/>
            <a:ext cx="56769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기록과 상태의 관리 경계 및 중단 후 복구</a:t>
            </a:r>
          </a:p>
        </p:txBody>
      </p:sp>
    </p:spTree>
    <p:extLst>
      <p:ext uri="{BB962C8B-B14F-4D97-AF65-F5344CB8AC3E}">
        <p14:creationId xmlns:p14="http://schemas.microsoft.com/office/powerpoint/2010/main" val="13939416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1" name="dp42-comparison / n1">
            <a:extLst xmlns:a="http://schemas.openxmlformats.org/drawingml/2006/main">
              <a:ext uri="{FF2B5EF4-FFF2-40B4-BE49-F238E27FC236}">
                <a16:creationId xmlns:a16="http://schemas.microsoft.com/office/drawing/2014/main" id="{933E6F82-6488-4BC5-97DB-758C17A9F90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2-comparison / n2 / text 1">
            <a:extLst xmlns:a="http://schemas.openxmlformats.org/drawingml/2006/main">
              <a:ext uri="{FF2B5EF4-FFF2-40B4-BE49-F238E27FC236}">
                <a16:creationId xmlns:a16="http://schemas.microsoft.com/office/drawing/2014/main" id="{55787CFD-FF04-4B82-BE8B-FC431172F712}"/>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2-comparison / n3 / text 1">
            <a:extLst xmlns:a="http://schemas.openxmlformats.org/drawingml/2006/main">
              <a:ext uri="{FF2B5EF4-FFF2-40B4-BE49-F238E27FC236}">
                <a16:creationId xmlns:a16="http://schemas.microsoft.com/office/drawing/2014/main" id="{0EFF95AD-D5AB-4B75-925B-344E0DB6F088}"/>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2-comparison / n4 / text 1">
            <a:extLst xmlns:a="http://schemas.openxmlformats.org/drawingml/2006/main">
              <a:ext uri="{FF2B5EF4-FFF2-40B4-BE49-F238E27FC236}">
                <a16:creationId xmlns:a16="http://schemas.microsoft.com/office/drawing/2014/main" id="{A6F32328-023E-4CAF-8A00-F5CF614B4568}"/>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04-42. 대화와 업무 상태의 소유 및 확정</a:t>
            </a:r>
          </a:p>
        </p:txBody>
      </p:sp>
      <p:sp>
        <p:nvSpPr>
          <p:cNvPr id="5" name="dp42-comparison / n5 / path">
            <a:extLst xmlns:a="http://schemas.openxmlformats.org/drawingml/2006/main">
              <a:ext uri="{FF2B5EF4-FFF2-40B4-BE49-F238E27FC236}">
                <a16:creationId xmlns:a16="http://schemas.microsoft.com/office/drawing/2014/main" id="{A0B1B8F9-708D-4A96-B43E-AD0498F873B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2-comparison / n6 / text 1">
            <a:extLst xmlns:a="http://schemas.openxmlformats.org/drawingml/2006/main">
              <a:ext uri="{FF2B5EF4-FFF2-40B4-BE49-F238E27FC236}">
                <a16:creationId xmlns:a16="http://schemas.microsoft.com/office/drawing/2014/main" id="{DD77F26B-3E4A-4612-898D-7F536ECB92AB}"/>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보고서 기간 질문을 실제 제시 → “응, 상반기로 해줘” → 내부 접수 / 외부 전달 확인</a:t>
            </a:r>
          </a:p>
        </p:txBody>
      </p:sp>
      <p:sp>
        <p:nvSpPr>
          <p:cNvPr id="7" name="dp42-comparison / n7 / text 1">
            <a:extLst xmlns:a="http://schemas.openxmlformats.org/drawingml/2006/main">
              <a:ext uri="{FF2B5EF4-FFF2-40B4-BE49-F238E27FC236}">
                <a16:creationId xmlns:a16="http://schemas.microsoft.com/office/drawing/2014/main" id="{D14682CB-20F2-43E4-BD06-FFF3F63A1A3B}"/>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별도 Conversation / Request / Task / Execution 수명 / 로컬 VAD와 지속 입력 / 클라우드 모델 / 같은 의미 판단</a:t>
            </a:r>
          </a:p>
        </p:txBody>
      </p:sp>
      <p:sp>
        <p:nvSpPr>
          <p:cNvPr id="8" name="dp42-comparison / n8">
            <a:extLst xmlns:a="http://schemas.openxmlformats.org/drawingml/2006/main">
              <a:ext uri="{FF2B5EF4-FFF2-40B4-BE49-F238E27FC236}">
                <a16:creationId xmlns:a16="http://schemas.microsoft.com/office/drawing/2014/main" id="{663CA5D3-FA7C-4547-A483-1D8AF9917FA5}"/>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2-comparison / n9 / text 1">
            <a:extLst xmlns:a="http://schemas.openxmlformats.org/drawingml/2006/main">
              <a:ext uri="{FF2B5EF4-FFF2-40B4-BE49-F238E27FC236}">
                <a16:creationId xmlns:a16="http://schemas.microsoft.com/office/drawing/2014/main" id="{E942A8BF-8C79-4EA8-B222-448229CB6E61}"/>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모듈형 통합 Core / 공동 확정</a:t>
            </a:r>
          </a:p>
        </p:txBody>
      </p:sp>
      <p:sp>
        <p:nvSpPr>
          <p:cNvPr id="10" name="dp42-comparison / n10 / text 1">
            <a:extLst xmlns:a="http://schemas.openxmlformats.org/drawingml/2006/main">
              <a:ext uri="{FF2B5EF4-FFF2-40B4-BE49-F238E27FC236}">
                <a16:creationId xmlns:a16="http://schemas.microsoft.com/office/drawing/2014/main" id="{243CEB43-59A4-41AC-A189-7E4C7788C163}"/>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 / 업무 서비스 / 별도 접수</a:t>
            </a:r>
          </a:p>
        </p:txBody>
      </p:sp>
      <p:sp>
        <p:nvSpPr>
          <p:cNvPr id="11" name="dp42-comparison / n11 / path">
            <a:extLst xmlns:a="http://schemas.openxmlformats.org/drawingml/2006/main">
              <a:ext uri="{FF2B5EF4-FFF2-40B4-BE49-F238E27FC236}">
                <a16:creationId xmlns:a16="http://schemas.microsoft.com/office/drawing/2014/main" id="{832DC740-54D8-4769-93D0-6615F4E5790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2-comparison / n12 / path">
            <a:extLst xmlns:a="http://schemas.openxmlformats.org/drawingml/2006/main">
              <a:ext uri="{FF2B5EF4-FFF2-40B4-BE49-F238E27FC236}">
                <a16:creationId xmlns:a16="http://schemas.microsoft.com/office/drawing/2014/main" id="{7908DE0C-EDD6-4EBD-9706-7696FC661C66}"/>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2-comparison / n13 / text 1">
            <a:extLst xmlns:a="http://schemas.openxmlformats.org/drawingml/2006/main">
              <a:ext uri="{FF2B5EF4-FFF2-40B4-BE49-F238E27FC236}">
                <a16:creationId xmlns:a16="http://schemas.microsoft.com/office/drawing/2014/main" id="{8EDF65E5-D475-421B-8DBA-3996A2D2B397}"/>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의미 제안은 Request Interpreter, 채택은 Request Controller / 실제 전달 원장은 Response Manager / 모델 / 외부 통신은 transaction 밖</a:t>
            </a:r>
          </a:p>
        </p:txBody>
      </p:sp>
      <p:sp>
        <p:nvSpPr>
          <p:cNvPr id="14" name="dp42-comparison / n14 / text 1">
            <a:extLst xmlns:a="http://schemas.openxmlformats.org/drawingml/2006/main">
              <a:ext uri="{FF2B5EF4-FFF2-40B4-BE49-F238E27FC236}">
                <a16:creationId xmlns:a16="http://schemas.microsoft.com/office/drawing/2014/main" id="{EFE177B6-0242-4640-A940-3CD31512674B}"/>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B: hold 요청 시각과 업무 gate 적용 ACK 시각은 다름 / ACK 전 DISPATCHING은 UNKNOWN / 외부 확인으로 처리</a:t>
            </a:r>
          </a:p>
        </p:txBody>
      </p:sp>
      <p:sp>
        <p:nvSpPr>
          <p:cNvPr id="15" name="dp42-comparison / n15 / path">
            <a:extLst xmlns:a="http://schemas.openxmlformats.org/drawingml/2006/main">
              <a:ext uri="{FF2B5EF4-FFF2-40B4-BE49-F238E27FC236}">
                <a16:creationId xmlns:a16="http://schemas.microsoft.com/office/drawing/2014/main" id="{954774F0-FE43-4137-889A-245F5A61B396}"/>
              </a:ext>
            </a:extLst>
          </p:cNvPr>
          <p:cNvSpPr>
            <a:spLocks xmlns:a="http://schemas.openxmlformats.org/drawingml/2006/main" noGrp="1"/>
          </p:cNvSpPr>
          <p:nvPr/>
        </p:nvSpPr>
        <p:spPr>
          <a:xfrm xmlns:a="http://schemas.openxmlformats.org/drawingml/2006/main">
            <a:off x="381000" y="8334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6" name="dp42-comparison / n16 / text 1">
            <a:extLst xmlns:a="http://schemas.openxmlformats.org/drawingml/2006/main">
              <a:ext uri="{FF2B5EF4-FFF2-40B4-BE49-F238E27FC236}">
                <a16:creationId xmlns:a16="http://schemas.microsoft.com/office/drawing/2014/main" id="{F624999E-E64D-4C61-849E-63A7799F45CE}"/>
              </a:ext>
            </a:extLst>
          </p:cNvPr>
          <p:cNvSpPr>
            <a:spLocks xmlns:a="http://schemas.openxmlformats.org/drawingml/2006/main" noGrp="1"/>
          </p:cNvSpPr>
          <p:nvPr/>
        </p:nvSpPr>
        <p:spPr>
          <a:xfrm xmlns:a="http://schemas.openxmlformats.org/drawingml/2006/main">
            <a:off x="400050" y="841057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정확성 / 모델 비용</a:t>
            </a:r>
          </a:p>
        </p:txBody>
      </p:sp>
      <p:sp>
        <p:nvSpPr>
          <p:cNvPr id="17" name="dp42-comparison / n17 / text 1">
            <a:extLst xmlns:a="http://schemas.openxmlformats.org/drawingml/2006/main">
              <a:ext uri="{FF2B5EF4-FFF2-40B4-BE49-F238E27FC236}">
                <a16:creationId xmlns:a16="http://schemas.microsoft.com/office/drawing/2014/main" id="{65A23150-1DA0-428E-A8FB-71621243CDE4}"/>
              </a:ext>
            </a:extLst>
          </p:cNvPr>
          <p:cNvSpPr>
            <a:spLocks xmlns:a="http://schemas.openxmlformats.org/drawingml/2006/main" noGrp="1"/>
          </p:cNvSpPr>
          <p:nvPr/>
        </p:nvSpPr>
        <p:spPr>
          <a:xfrm xmlns:a="http://schemas.openxmlformats.org/drawingml/2006/main">
            <a:off x="2857500" y="841057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같은 의미 판단 / 공동 확정은 의미 정답 보증 아님</a:t>
            </a:r>
          </a:p>
        </p:txBody>
      </p:sp>
      <p:sp>
        <p:nvSpPr>
          <p:cNvPr id="18" name="dp42-comparison / n18 / text 1">
            <a:extLst xmlns:a="http://schemas.openxmlformats.org/drawingml/2006/main">
              <a:ext uri="{FF2B5EF4-FFF2-40B4-BE49-F238E27FC236}">
                <a16:creationId xmlns:a16="http://schemas.microsoft.com/office/drawing/2014/main" id="{3EB8DA66-10EC-4911-8E2E-E87B48A45819}"/>
              </a:ext>
            </a:extLst>
          </p:cNvPr>
          <p:cNvSpPr>
            <a:spLocks xmlns:a="http://schemas.openxmlformats.org/drawingml/2006/main" noGrp="1"/>
          </p:cNvSpPr>
          <p:nvPr/>
        </p:nvSpPr>
        <p:spPr>
          <a:xfrm xmlns:a="http://schemas.openxmlformats.org/drawingml/2006/main">
            <a:off x="10001250" y="841057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같은 판단 / 코드 인계 자체는 추가 모델 호출 아님</a:t>
            </a:r>
          </a:p>
        </p:txBody>
      </p:sp>
      <p:sp>
        <p:nvSpPr>
          <p:cNvPr id="19" name="dp42-comparison / n19 / path">
            <a:extLst xmlns:a="http://schemas.openxmlformats.org/drawingml/2006/main">
              <a:ext uri="{FF2B5EF4-FFF2-40B4-BE49-F238E27FC236}">
                <a16:creationId xmlns:a16="http://schemas.microsoft.com/office/drawing/2014/main" id="{45663259-4742-45DC-BF5E-D2B2DA852E10}"/>
              </a:ext>
            </a:extLst>
          </p:cNvPr>
          <p:cNvSpPr>
            <a:spLocks xmlns:a="http://schemas.openxmlformats.org/drawingml/2006/main" noGrp="1"/>
          </p:cNvSpPr>
          <p:nvPr/>
        </p:nvSpPr>
        <p:spPr>
          <a:xfrm xmlns:a="http://schemas.openxmlformats.org/drawingml/2006/main">
            <a:off x="381000" y="8658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0" name="dp42-comparison / n20 / text 1">
            <a:extLst xmlns:a="http://schemas.openxmlformats.org/drawingml/2006/main">
              <a:ext uri="{FF2B5EF4-FFF2-40B4-BE49-F238E27FC236}">
                <a16:creationId xmlns:a16="http://schemas.microsoft.com/office/drawing/2014/main" id="{1A9DD268-8AD0-4335-B87A-D0B567C5FC15}"/>
              </a:ext>
            </a:extLst>
          </p:cNvPr>
          <p:cNvSpPr>
            <a:spLocks xmlns:a="http://schemas.openxmlformats.org/drawingml/2006/main" noGrp="1"/>
          </p:cNvSpPr>
          <p:nvPr/>
        </p:nvSpPr>
        <p:spPr>
          <a:xfrm xmlns:a="http://schemas.openxmlformats.org/drawingml/2006/main">
            <a:off x="400050" y="873442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응답성</a:t>
            </a:r>
          </a:p>
        </p:txBody>
      </p:sp>
      <p:sp>
        <p:nvSpPr>
          <p:cNvPr id="21" name="dp42-comparison / n21 / text 1">
            <a:extLst xmlns:a="http://schemas.openxmlformats.org/drawingml/2006/main">
              <a:ext uri="{FF2B5EF4-FFF2-40B4-BE49-F238E27FC236}">
                <a16:creationId xmlns:a16="http://schemas.microsoft.com/office/drawing/2014/main" id="{D8308CCF-867E-4960-AB70-ECC1B37EFA8B}"/>
              </a:ext>
            </a:extLst>
          </p:cNvPr>
          <p:cNvSpPr>
            <a:spLocks xmlns:a="http://schemas.openxmlformats.org/drawingml/2006/main" noGrp="1"/>
          </p:cNvSpPr>
          <p:nvPr/>
        </p:nvSpPr>
        <p:spPr>
          <a:xfrm xmlns:a="http://schemas.openxmlformats.org/drawingml/2006/main">
            <a:off x="2857500" y="873442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관련 변경 한 번 확정 / 같은 Core 실행 / 복원 경계</a:t>
            </a:r>
          </a:p>
        </p:txBody>
      </p:sp>
      <p:sp>
        <p:nvSpPr>
          <p:cNvPr id="22" name="dp42-comparison / n22 / text 1">
            <a:extLst xmlns:a="http://schemas.openxmlformats.org/drawingml/2006/main">
              <a:ext uri="{FF2B5EF4-FFF2-40B4-BE49-F238E27FC236}">
                <a16:creationId xmlns:a16="http://schemas.microsoft.com/office/drawing/2014/main" id="{9A56FFC1-ACB5-41CB-93F3-F6A73405FB82}"/>
              </a:ext>
            </a:extLst>
          </p:cNvPr>
          <p:cNvSpPr>
            <a:spLocks xmlns:a="http://schemas.openxmlformats.org/drawingml/2006/main" noGrp="1"/>
          </p:cNvSpPr>
          <p:nvPr/>
        </p:nvSpPr>
        <p:spPr>
          <a:xfrm xmlns:a="http://schemas.openxmlformats.org/drawingml/2006/main">
            <a:off x="10001250" y="873442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명령 / 접수 / 대화 반영 왕복과 재확인 비용</a:t>
            </a:r>
          </a:p>
        </p:txBody>
      </p:sp>
      <p:sp>
        <p:nvSpPr>
          <p:cNvPr id="23" name="dp42-comparison / n23 / path">
            <a:extLst xmlns:a="http://schemas.openxmlformats.org/drawingml/2006/main">
              <a:ext uri="{FF2B5EF4-FFF2-40B4-BE49-F238E27FC236}">
                <a16:creationId xmlns:a16="http://schemas.microsoft.com/office/drawing/2014/main" id="{CEF8BA24-39F4-49EA-AB6F-E3999C167231}"/>
              </a:ext>
            </a:extLst>
          </p:cNvPr>
          <p:cNvSpPr>
            <a:spLocks xmlns:a="http://schemas.openxmlformats.org/drawingml/2006/main" noGrp="1"/>
          </p:cNvSpPr>
          <p:nvPr/>
        </p:nvSpPr>
        <p:spPr>
          <a:xfrm xmlns:a="http://schemas.openxmlformats.org/drawingml/2006/main">
            <a:off x="381000" y="89820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4" name="dp42-comparison / n24 / text 1">
            <a:extLst xmlns:a="http://schemas.openxmlformats.org/drawingml/2006/main">
              <a:ext uri="{FF2B5EF4-FFF2-40B4-BE49-F238E27FC236}">
                <a16:creationId xmlns:a16="http://schemas.microsoft.com/office/drawing/2014/main" id="{C7A74A40-93E7-4B5E-9FA6-8F6F05E9C3DC}"/>
              </a:ext>
            </a:extLst>
          </p:cNvPr>
          <p:cNvSpPr>
            <a:spLocks xmlns:a="http://schemas.openxmlformats.org/drawingml/2006/main" noGrp="1"/>
          </p:cNvSpPr>
          <p:nvPr/>
        </p:nvSpPr>
        <p:spPr>
          <a:xfrm xmlns:a="http://schemas.openxmlformats.org/drawingml/2006/main">
            <a:off x="400050" y="905827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변경 / 수명</a:t>
            </a:r>
          </a:p>
        </p:txBody>
      </p:sp>
      <p:sp>
        <p:nvSpPr>
          <p:cNvPr id="25" name="dp42-comparison / n25 / text 1">
            <a:extLst xmlns:a="http://schemas.openxmlformats.org/drawingml/2006/main">
              <a:ext uri="{FF2B5EF4-FFF2-40B4-BE49-F238E27FC236}">
                <a16:creationId xmlns:a16="http://schemas.microsoft.com/office/drawing/2014/main" id="{427A15FC-5AE9-43AE-8AB0-C925398B4389}"/>
              </a:ext>
            </a:extLst>
          </p:cNvPr>
          <p:cNvSpPr>
            <a:spLocks xmlns:a="http://schemas.openxmlformats.org/drawingml/2006/main" noGrp="1"/>
          </p:cNvSpPr>
          <p:nvPr/>
        </p:nvSpPr>
        <p:spPr>
          <a:xfrm xmlns:a="http://schemas.openxmlformats.org/drawingml/2006/main">
            <a:off x="2857500" y="905827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모듈형 변경 가능 / 공통 확정 계약 변경 영향</a:t>
            </a:r>
          </a:p>
        </p:txBody>
      </p:sp>
      <p:sp>
        <p:nvSpPr>
          <p:cNvPr id="26" name="dp42-comparison / n26 / text 1">
            <a:extLst xmlns:a="http://schemas.openxmlformats.org/drawingml/2006/main">
              <a:ext uri="{FF2B5EF4-FFF2-40B4-BE49-F238E27FC236}">
                <a16:creationId xmlns:a16="http://schemas.microsoft.com/office/drawing/2014/main" id="{2353A062-9136-43C4-910F-FB2C247DFF12}"/>
              </a:ext>
            </a:extLst>
          </p:cNvPr>
          <p:cNvSpPr>
            <a:spLocks xmlns:a="http://schemas.openxmlformats.org/drawingml/2006/main" noGrp="1"/>
          </p:cNvSpPr>
          <p:nvPr/>
        </p:nvSpPr>
        <p:spPr>
          <a:xfrm xmlns:a="http://schemas.openxmlformats.org/drawingml/2006/main">
            <a:off x="10001250" y="905827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업무 저장 / 실행 수명 독립 / 서비스 계약 변경 비용</a:t>
            </a:r>
          </a:p>
        </p:txBody>
      </p:sp>
      <p:sp>
        <p:nvSpPr>
          <p:cNvPr id="27" name="dp42-comparison / n27 / path">
            <a:extLst xmlns:a="http://schemas.openxmlformats.org/drawingml/2006/main">
              <a:ext uri="{FF2B5EF4-FFF2-40B4-BE49-F238E27FC236}">
                <a16:creationId xmlns:a16="http://schemas.microsoft.com/office/drawing/2014/main" id="{035839F8-93E1-4744-AE3C-7D1DB4E46DC5}"/>
              </a:ext>
            </a:extLst>
          </p:cNvPr>
          <p:cNvSpPr>
            <a:spLocks xmlns:a="http://schemas.openxmlformats.org/drawingml/2006/main" noGrp="1"/>
          </p:cNvSpPr>
          <p:nvPr/>
        </p:nvSpPr>
        <p:spPr>
          <a:xfrm xmlns:a="http://schemas.openxmlformats.org/drawingml/2006/main">
            <a:off x="381000" y="9305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8" name="dp42-comparison / n28 / text 1">
            <a:extLst xmlns:a="http://schemas.openxmlformats.org/drawingml/2006/main">
              <a:ext uri="{FF2B5EF4-FFF2-40B4-BE49-F238E27FC236}">
                <a16:creationId xmlns:a16="http://schemas.microsoft.com/office/drawing/2014/main" id="{9A9907F8-A644-4A8E-AFF7-1064BA70104C}"/>
              </a:ext>
            </a:extLst>
          </p:cNvPr>
          <p:cNvSpPr>
            <a:spLocks xmlns:a="http://schemas.openxmlformats.org/drawingml/2006/main" noGrp="1"/>
          </p:cNvSpPr>
          <p:nvPr/>
        </p:nvSpPr>
        <p:spPr>
          <a:xfrm xmlns:a="http://schemas.openxmlformats.org/drawingml/2006/main">
            <a:off x="400050" y="938212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메모리 / 복원</a:t>
            </a:r>
          </a:p>
        </p:txBody>
      </p:sp>
      <p:sp>
        <p:nvSpPr>
          <p:cNvPr id="29" name="dp42-comparison / n29 / text 1">
            <a:extLst xmlns:a="http://schemas.openxmlformats.org/drawingml/2006/main">
              <a:ext uri="{FF2B5EF4-FFF2-40B4-BE49-F238E27FC236}">
                <a16:creationId xmlns:a16="http://schemas.microsoft.com/office/drawing/2014/main" id="{541AF514-01CB-41CD-AA67-8056FB93F7AF}"/>
              </a:ext>
            </a:extLst>
          </p:cNvPr>
          <p:cNvSpPr>
            <a:spLocks xmlns:a="http://schemas.openxmlformats.org/drawingml/2006/main" noGrp="1"/>
          </p:cNvSpPr>
          <p:nvPr/>
        </p:nvSpPr>
        <p:spPr>
          <a:xfrm xmlns:a="http://schemas.openxmlformats.org/drawingml/2006/main">
            <a:off x="2857500" y="938212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같은 process / 저장 scope / 실패 뒤 관련 owner 복원</a:t>
            </a:r>
          </a:p>
        </p:txBody>
      </p:sp>
      <p:sp>
        <p:nvSpPr>
          <p:cNvPr id="30" name="dp42-comparison / n30 / text 1">
            <a:extLst xmlns:a="http://schemas.openxmlformats.org/drawingml/2006/main">
              <a:ext uri="{FF2B5EF4-FFF2-40B4-BE49-F238E27FC236}">
                <a16:creationId xmlns:a16="http://schemas.microsoft.com/office/drawing/2014/main" id="{3DBB9B4D-04DF-4606-834A-9835D82A41EB}"/>
              </a:ext>
            </a:extLst>
          </p:cNvPr>
          <p:cNvSpPr>
            <a:spLocks xmlns:a="http://schemas.openxmlformats.org/drawingml/2006/main" noGrp="1"/>
          </p:cNvSpPr>
          <p:nvPr/>
        </p:nvSpPr>
        <p:spPr>
          <a:xfrm xmlns:a="http://schemas.openxmlformats.org/drawingml/2006/main">
            <a:off x="10001250" y="938212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별도 heap / queue / pending / 대화 없이 업무 사실 추적</a:t>
            </a:r>
          </a:p>
        </p:txBody>
      </p:sp>
      <p:sp>
        <p:nvSpPr>
          <p:cNvPr id="31" name="dp42-comparison / n31 / text 1">
            <a:extLst xmlns:a="http://schemas.openxmlformats.org/drawingml/2006/main">
              <a:ext uri="{FF2B5EF4-FFF2-40B4-BE49-F238E27FC236}">
                <a16:creationId xmlns:a16="http://schemas.microsoft.com/office/drawing/2014/main" id="{E5E888D2-F5A0-4F68-9F67-8DA056DEF64B}"/>
              </a:ext>
            </a:extLst>
          </p:cNvPr>
          <p:cNvSpPr>
            <a:spLocks xmlns:a="http://schemas.openxmlformats.org/drawingml/2006/main" noGrp="1"/>
          </p:cNvSpPr>
          <p:nvPr/>
        </p:nvSpPr>
        <p:spPr>
          <a:xfrm xmlns:a="http://schemas.openxmlformats.org/drawingml/2006/main">
            <a:off x="381000" y="982980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미선정 / 미측정. B의 별도 수명 이익은 조건부다. 일반 adapter 변경이나 정상 사용에서 자동 우위는 없다.</a:t>
            </a:r>
          </a:p>
        </p:txBody>
      </p:sp>
      <p:sp>
        <p:nvSpPr>
          <p:cNvPr id="32" name="dp42-comparison / n32 / text 1">
            <a:extLst xmlns:a="http://schemas.openxmlformats.org/drawingml/2006/main">
              <a:ext uri="{FF2B5EF4-FFF2-40B4-BE49-F238E27FC236}">
                <a16:creationId xmlns:a16="http://schemas.microsoft.com/office/drawing/2014/main" id="{2D98AE10-551A-4E42-9000-126126B8C4DE}"/>
              </a:ext>
            </a:extLst>
          </p:cNvPr>
          <p:cNvSpPr>
            <a:spLocks xmlns:a="http://schemas.openxmlformats.org/drawingml/2006/main" noGrp="1"/>
          </p:cNvSpPr>
          <p:nvPr/>
        </p:nvSpPr>
        <p:spPr>
          <a:xfrm xmlns:a="http://schemas.openxmlformats.org/drawingml/2006/main">
            <a:off x="381000" y="10096500"/>
            <a:ext cx="17526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상태 의미의 owner는 양안 동일 / B도 서비스 내부 transaction 사용 / 서비스 분리만으로 의미 정확성 / 비용 개선을 주장하지 않음</a:t>
            </a:r>
          </a:p>
        </p:txBody>
      </p:sp>
      <p:sp>
        <p:nvSpPr>
          <p:cNvPr id="33" name="dp42-comparison / legend42_0">
            <a:extLst xmlns:a="http://schemas.openxmlformats.org/drawingml/2006/main">
              <a:ext uri="{FF2B5EF4-FFF2-40B4-BE49-F238E27FC236}">
                <a16:creationId xmlns:a16="http://schemas.microsoft.com/office/drawing/2014/main" id="{4995E01F-7B93-47C9-AF07-4D786EF00853}"/>
              </a:ext>
            </a:extLst>
          </p:cNvPr>
          <p:cNvSpPr>
            <a:spLocks xmlns:a="http://schemas.openxmlformats.org/drawingml/2006/main" noGrp="1"/>
          </p:cNvSpPr>
          <p:nvPr/>
        </p:nvSpPr>
        <p:spPr>
          <a:xfrm xmlns:a="http://schemas.openxmlformats.org/drawingml/2006/main">
            <a:off x="447675" y="3257550"/>
            <a:ext cx="819150" cy="42576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4" name="dp42-comparison / legend42_1 / text 1">
            <a:extLst xmlns:a="http://schemas.openxmlformats.org/drawingml/2006/main">
              <a:ext uri="{FF2B5EF4-FFF2-40B4-BE49-F238E27FC236}">
                <a16:creationId xmlns:a16="http://schemas.microsoft.com/office/drawing/2014/main" id="{A627A811-CEAA-48A6-B876-9072CC4A7A9E}"/>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35" name="dp42-comparison / legend42_2">
            <a:extLst xmlns:a="http://schemas.openxmlformats.org/drawingml/2006/main">
              <a:ext uri="{FF2B5EF4-FFF2-40B4-BE49-F238E27FC236}">
                <a16:creationId xmlns:a16="http://schemas.microsoft.com/office/drawing/2014/main" id="{CE5FC61B-2EC6-4DF5-928A-42A4386725E5}"/>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6" name="dp42-comparison / legend42_3 / text 1">
            <a:extLst xmlns:a="http://schemas.openxmlformats.org/drawingml/2006/main">
              <a:ext uri="{FF2B5EF4-FFF2-40B4-BE49-F238E27FC236}">
                <a16:creationId xmlns:a16="http://schemas.microsoft.com/office/drawing/2014/main" id="{B5B5B915-54B9-48FE-94A2-CF18B7D8A1F4}"/>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37" name="dp42-comparison / legend42_4 / text 1">
            <a:extLst xmlns:a="http://schemas.openxmlformats.org/drawingml/2006/main">
              <a:ext uri="{FF2B5EF4-FFF2-40B4-BE49-F238E27FC236}">
                <a16:creationId xmlns:a16="http://schemas.microsoft.com/office/drawing/2014/main" id="{95CCB0CC-3E1D-46B7-BA97-BE474CC1EA7A}"/>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8" name="dp42-comparison / legend42_5">
            <a:extLst xmlns:a="http://schemas.openxmlformats.org/drawingml/2006/main">
              <a:ext uri="{FF2B5EF4-FFF2-40B4-BE49-F238E27FC236}">
                <a16:creationId xmlns:a16="http://schemas.microsoft.com/office/drawing/2014/main" id="{5BC91DAB-E953-4F8C-A762-2D58E16DFC9B}"/>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39" name="dp42-comparison / legend42_6 / text 1">
            <a:extLst xmlns:a="http://schemas.openxmlformats.org/drawingml/2006/main">
              <a:ext uri="{FF2B5EF4-FFF2-40B4-BE49-F238E27FC236}">
                <a16:creationId xmlns:a16="http://schemas.microsoft.com/office/drawing/2014/main" id="{391FE9D9-A272-4086-BE4A-656D013FBDD0}"/>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0" name="dp42-comparison / legend42_7 / text 1">
            <a:extLst xmlns:a="http://schemas.openxmlformats.org/drawingml/2006/main">
              <a:ext uri="{FF2B5EF4-FFF2-40B4-BE49-F238E27FC236}">
                <a16:creationId xmlns:a16="http://schemas.microsoft.com/office/drawing/2014/main" id="{38331CCF-42E0-4DC5-ADC7-5574DC523CD9}"/>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1" name="dp42-comparison / legend42_8">
            <a:extLst xmlns:a="http://schemas.openxmlformats.org/drawingml/2006/main">
              <a:ext uri="{FF2B5EF4-FFF2-40B4-BE49-F238E27FC236}">
                <a16:creationId xmlns:a16="http://schemas.microsoft.com/office/drawing/2014/main" id="{42E9EC53-EAC3-48F2-ACF3-8AA5882FD804}"/>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2" name="dp42-comparison / legend42_8 / fold">
            <a:extLst xmlns:a="http://schemas.openxmlformats.org/drawingml/2006/main">
              <a:ext uri="{FF2B5EF4-FFF2-40B4-BE49-F238E27FC236}">
                <a16:creationId xmlns:a16="http://schemas.microsoft.com/office/drawing/2014/main" id="{72C6617D-44BE-4131-8FBD-AA788B3EEB9F}"/>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3" name="dp42-comparison / legend42_9 / text 1">
            <a:extLst xmlns:a="http://schemas.openxmlformats.org/drawingml/2006/main">
              <a:ext uri="{FF2B5EF4-FFF2-40B4-BE49-F238E27FC236}">
                <a16:creationId xmlns:a16="http://schemas.microsoft.com/office/drawing/2014/main" id="{A427CC10-7CA8-426B-BC4B-EDFEDABCF94C}"/>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4" name="dp42-comparison / legend42_10 / text 1">
            <a:extLst xmlns:a="http://schemas.openxmlformats.org/drawingml/2006/main">
              <a:ext uri="{FF2B5EF4-FFF2-40B4-BE49-F238E27FC236}">
                <a16:creationId xmlns:a16="http://schemas.microsoft.com/office/drawing/2014/main" id="{41ED93BE-C823-4C9D-9AD6-E291674F9219}"/>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5" name="dp42-comparison / legend42_11">
            <a:extLst xmlns:a="http://schemas.openxmlformats.org/drawingml/2006/main">
              <a:ext uri="{FF2B5EF4-FFF2-40B4-BE49-F238E27FC236}">
                <a16:creationId xmlns:a16="http://schemas.microsoft.com/office/drawing/2014/main" id="{905FDA80-F02D-4413-A797-AA23A79146C3}"/>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46" name="dp42-comparison / legend42_12 / text 1">
            <a:extLst xmlns:a="http://schemas.openxmlformats.org/drawingml/2006/main">
              <a:ext uri="{FF2B5EF4-FFF2-40B4-BE49-F238E27FC236}">
                <a16:creationId xmlns:a16="http://schemas.microsoft.com/office/drawing/2014/main" id="{A438A549-135D-4FAB-81F9-64C5BE4A8964}"/>
              </a:ext>
            </a:extLst>
          </p:cNvPr>
          <p:cNvSpPr>
            <a:spLocks xmlns:a="http://schemas.openxmlformats.org/drawingml/2006/main" noGrp="1"/>
          </p:cNvSpPr>
          <p:nvPr/>
        </p:nvSpPr>
        <p:spPr>
          <a:xfrm xmlns:a="http://schemas.openxmlformats.org/drawingml/2006/main">
            <a:off x="590550" y="543877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State</a:t>
            </a:r>
          </a:p>
        </p:txBody>
      </p:sp>
      <p:sp>
        <p:nvSpPr>
          <p:cNvPr id="47" name="dp42-comparison / legend42_13 / text 1">
            <a:extLst xmlns:a="http://schemas.openxmlformats.org/drawingml/2006/main">
              <a:ext uri="{FF2B5EF4-FFF2-40B4-BE49-F238E27FC236}">
                <a16:creationId xmlns:a16="http://schemas.microsoft.com/office/drawing/2014/main" id="{AB109776-89E2-40ED-B855-63694C6FAF44}"/>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owner 상태</a:t>
            </a:r>
          </a:p>
        </p:txBody>
      </p:sp>
      <p:sp>
        <p:nvSpPr>
          <p:cNvPr id="48" name="dp42-comparison / legend42_14">
            <a:extLst xmlns:a="http://schemas.openxmlformats.org/drawingml/2006/main">
              <a:ext uri="{FF2B5EF4-FFF2-40B4-BE49-F238E27FC236}">
                <a16:creationId xmlns:a16="http://schemas.microsoft.com/office/drawing/2014/main" id="{AFDF9AA8-D60C-4170-9B9E-EB309B1EE73A}"/>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49" name="dp42-comparison / legend42_15 / text 1">
            <a:extLst xmlns:a="http://schemas.openxmlformats.org/drawingml/2006/main">
              <a:ext uri="{FF2B5EF4-FFF2-40B4-BE49-F238E27FC236}">
                <a16:creationId xmlns:a16="http://schemas.microsoft.com/office/drawing/2014/main" id="{41037480-6F20-4654-9CDD-7902B1032751}"/>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0" name="dp42-comparison / legend42_16 / text 1">
            <a:extLst xmlns:a="http://schemas.openxmlformats.org/drawingml/2006/main">
              <a:ext uri="{FF2B5EF4-FFF2-40B4-BE49-F238E27FC236}">
                <a16:creationId xmlns:a16="http://schemas.microsoft.com/office/drawing/2014/main" id="{3B9AD374-842A-4C7E-AD54-A46050DBD61B}"/>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1" name="dp42-comparison / legend42_17 / path">
            <a:extLst xmlns:a="http://schemas.openxmlformats.org/drawingml/2006/main">
              <a:ext uri="{FF2B5EF4-FFF2-40B4-BE49-F238E27FC236}">
                <a16:creationId xmlns:a16="http://schemas.microsoft.com/office/drawing/2014/main" id="{49ECE626-2B22-49E5-B4B3-4705D5928B79}"/>
              </a:ext>
            </a:extLst>
          </p:cNvPr>
          <p:cNvSpPr>
            <a:spLocks xmlns:a="http://schemas.openxmlformats.org/drawingml/2006/main" noGrp="1"/>
          </p:cNvSpPr>
          <p:nvPr/>
        </p:nvSpPr>
        <p:spPr>
          <a:xfrm xmlns:a="http://schemas.openxmlformats.org/drawingml/2006/main">
            <a:off x="514350" y="641985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2" name="dp42-comparison / legend42_17 / arrow">
            <a:extLst xmlns:a="http://schemas.openxmlformats.org/drawingml/2006/main">
              <a:ext uri="{FF2B5EF4-FFF2-40B4-BE49-F238E27FC236}">
                <a16:creationId xmlns:a16="http://schemas.microsoft.com/office/drawing/2014/main" id="{BBCEACCB-0292-4EB0-B7FF-9DC8FDC1F255}"/>
              </a:ext>
            </a:extLst>
          </p:cNvPr>
          <p:cNvSpPr>
            <a:spLocks xmlns:a="http://schemas.openxmlformats.org/drawingml/2006/main" noGrp="1"/>
          </p:cNvSpPr>
          <p:nvPr/>
        </p:nvSpPr>
        <p:spPr>
          <a:xfrm xmlns:a="http://schemas.openxmlformats.org/drawingml/2006/main">
            <a:off x="837819" y="63863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3" name="dp42-comparison / legend42_18 / text 1">
            <a:extLst xmlns:a="http://schemas.openxmlformats.org/drawingml/2006/main">
              <a:ext uri="{FF2B5EF4-FFF2-40B4-BE49-F238E27FC236}">
                <a16:creationId xmlns:a16="http://schemas.microsoft.com/office/drawing/2014/main" id="{F9CC914E-F237-4160-BB30-251C174CCBF0}"/>
              </a:ext>
            </a:extLst>
          </p:cNvPr>
          <p:cNvSpPr>
            <a:spLocks xmlns:a="http://schemas.openxmlformats.org/drawingml/2006/main" noGrp="1"/>
          </p:cNvSpPr>
          <p:nvPr/>
        </p:nvSpPr>
        <p:spPr>
          <a:xfrm xmlns:a="http://schemas.openxmlformats.org/drawingml/2006/main">
            <a:off x="962025" y="635317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4" name="dp42-comparison / legend42_19 / path">
            <a:extLst xmlns:a="http://schemas.openxmlformats.org/drawingml/2006/main">
              <a:ext uri="{FF2B5EF4-FFF2-40B4-BE49-F238E27FC236}">
                <a16:creationId xmlns:a16="http://schemas.microsoft.com/office/drawing/2014/main" id="{DEEE7A2A-E0BE-4BA3-A97C-DC746D0F7B24}"/>
              </a:ext>
            </a:extLst>
          </p:cNvPr>
          <p:cNvSpPr>
            <a:spLocks xmlns:a="http://schemas.openxmlformats.org/drawingml/2006/main" noGrp="1"/>
          </p:cNvSpPr>
          <p:nvPr/>
        </p:nvSpPr>
        <p:spPr>
          <a:xfrm xmlns:a="http://schemas.openxmlformats.org/drawingml/2006/main">
            <a:off x="514350" y="661987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5" name="dp42-comparison / legend42_19 / arrow">
            <a:extLst xmlns:a="http://schemas.openxmlformats.org/drawingml/2006/main">
              <a:ext uri="{FF2B5EF4-FFF2-40B4-BE49-F238E27FC236}">
                <a16:creationId xmlns:a16="http://schemas.microsoft.com/office/drawing/2014/main" id="{00243A87-210A-4892-9D66-9D5D1F93F0A2}"/>
              </a:ext>
            </a:extLst>
          </p:cNvPr>
          <p:cNvSpPr>
            <a:spLocks xmlns:a="http://schemas.openxmlformats.org/drawingml/2006/main" noGrp="1"/>
          </p:cNvSpPr>
          <p:nvPr/>
        </p:nvSpPr>
        <p:spPr>
          <a:xfrm xmlns:a="http://schemas.openxmlformats.org/drawingml/2006/main">
            <a:off x="837819" y="65863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6" name="dp42-comparison / legend42_20 / text 1">
            <a:extLst xmlns:a="http://schemas.openxmlformats.org/drawingml/2006/main">
              <a:ext uri="{FF2B5EF4-FFF2-40B4-BE49-F238E27FC236}">
                <a16:creationId xmlns:a16="http://schemas.microsoft.com/office/drawing/2014/main" id="{911A6D6B-A9C9-4EDF-AE6C-F2494FB4CE10}"/>
              </a:ext>
            </a:extLst>
          </p:cNvPr>
          <p:cNvSpPr>
            <a:spLocks xmlns:a="http://schemas.openxmlformats.org/drawingml/2006/main" noGrp="1"/>
          </p:cNvSpPr>
          <p:nvPr/>
        </p:nvSpPr>
        <p:spPr>
          <a:xfrm xmlns:a="http://schemas.openxmlformats.org/drawingml/2006/main">
            <a:off x="962025" y="655320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57" name="dp42-comparison / legend42_21">
            <a:extLst xmlns:a="http://schemas.openxmlformats.org/drawingml/2006/main">
              <a:ext uri="{FF2B5EF4-FFF2-40B4-BE49-F238E27FC236}">
                <a16:creationId xmlns:a16="http://schemas.microsoft.com/office/drawing/2014/main" id="{FE6D66BE-4E52-4921-942F-2502606286E4}"/>
              </a:ext>
            </a:extLst>
          </p:cNvPr>
          <p:cNvSpPr>
            <a:spLocks xmlns:a="http://schemas.openxmlformats.org/drawingml/2006/main" noGrp="1"/>
          </p:cNvSpPr>
          <p:nvPr/>
        </p:nvSpPr>
        <p:spPr>
          <a:xfrm xmlns:a="http://schemas.openxmlformats.org/drawingml/2006/main">
            <a:off x="514350" y="6924675"/>
            <a:ext cx="276225" cy="1714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solid"/>
          </a:ln>
        </p:spPr>
      </p:sp>
      <p:sp>
        <p:nvSpPr>
          <p:cNvPr id="58" name="dp42-comparison / legend42_22 / text 1">
            <a:extLst xmlns:a="http://schemas.openxmlformats.org/drawingml/2006/main">
              <a:ext uri="{FF2B5EF4-FFF2-40B4-BE49-F238E27FC236}">
                <a16:creationId xmlns:a16="http://schemas.microsoft.com/office/drawing/2014/main" id="{31301915-D705-4A0A-B14C-2A3C0C721604}"/>
              </a:ext>
            </a:extLst>
          </p:cNvPr>
          <p:cNvSpPr>
            <a:spLocks xmlns:a="http://schemas.openxmlformats.org/drawingml/2006/main" noGrp="1"/>
          </p:cNvSpPr>
          <p:nvPr/>
        </p:nvSpPr>
        <p:spPr>
          <a:xfrm xmlns:a="http://schemas.openxmlformats.org/drawingml/2006/main">
            <a:off x="533400" y="6943725"/>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A</a:t>
            </a:r>
          </a:p>
        </p:txBody>
      </p:sp>
      <p:sp>
        <p:nvSpPr>
          <p:cNvPr id="59" name="dp42-comparison / legend42_23">
            <a:extLst xmlns:a="http://schemas.openxmlformats.org/drawingml/2006/main">
              <a:ext uri="{FF2B5EF4-FFF2-40B4-BE49-F238E27FC236}">
                <a16:creationId xmlns:a16="http://schemas.microsoft.com/office/drawing/2014/main" id="{D829C488-BAF3-4A75-9833-00CD844D2431}"/>
              </a:ext>
            </a:extLst>
          </p:cNvPr>
          <p:cNvSpPr>
            <a:spLocks xmlns:a="http://schemas.openxmlformats.org/drawingml/2006/main" noGrp="1"/>
          </p:cNvSpPr>
          <p:nvPr/>
        </p:nvSpPr>
        <p:spPr>
          <a:xfrm xmlns:a="http://schemas.openxmlformats.org/drawingml/2006/main">
            <a:off x="885825" y="6924675"/>
            <a:ext cx="276225" cy="1714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60" name="dp42-comparison / legend42_24 / text 1">
            <a:extLst xmlns:a="http://schemas.openxmlformats.org/drawingml/2006/main">
              <a:ext uri="{FF2B5EF4-FFF2-40B4-BE49-F238E27FC236}">
                <a16:creationId xmlns:a16="http://schemas.microsoft.com/office/drawing/2014/main" id="{E0C4B677-F95D-4F34-B906-67BA63308DF4}"/>
              </a:ext>
            </a:extLst>
          </p:cNvPr>
          <p:cNvSpPr>
            <a:spLocks xmlns:a="http://schemas.openxmlformats.org/drawingml/2006/main" noGrp="1"/>
          </p:cNvSpPr>
          <p:nvPr/>
        </p:nvSpPr>
        <p:spPr>
          <a:xfrm xmlns:a="http://schemas.openxmlformats.org/drawingml/2006/main">
            <a:off x="904875" y="6943725"/>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B</a:t>
            </a:r>
          </a:p>
        </p:txBody>
      </p:sp>
      <p:sp>
        <p:nvSpPr>
          <p:cNvPr id="61" name="dp42-comparison / legend42_25 / text 1">
            <a:extLst xmlns:a="http://schemas.openxmlformats.org/drawingml/2006/main">
              <a:ext uri="{FF2B5EF4-FFF2-40B4-BE49-F238E27FC236}">
                <a16:creationId xmlns:a16="http://schemas.microsoft.com/office/drawing/2014/main" id="{E51EF663-72DA-4860-BDDC-984454A6449F}"/>
              </a:ext>
            </a:extLst>
          </p:cNvPr>
          <p:cNvSpPr>
            <a:spLocks xmlns:a="http://schemas.openxmlformats.org/drawingml/2006/main" noGrp="1"/>
          </p:cNvSpPr>
          <p:nvPr/>
        </p:nvSpPr>
        <p:spPr>
          <a:xfrm xmlns:a="http://schemas.openxmlformats.org/drawingml/2006/main">
            <a:off x="514350" y="71532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실행 / 저장</a:t>
            </a:r>
          </a:p>
        </p:txBody>
      </p:sp>
      <p:sp>
        <p:nvSpPr>
          <p:cNvPr id="62" name="dp42-comparison / legend42_25 / text 2">
            <a:extLst xmlns:a="http://schemas.openxmlformats.org/drawingml/2006/main">
              <a:ext uri="{FF2B5EF4-FFF2-40B4-BE49-F238E27FC236}">
                <a16:creationId xmlns:a16="http://schemas.microsoft.com/office/drawing/2014/main" id="{7D9B2226-2E72-423E-89EC-121D45CF27F7}"/>
              </a:ext>
            </a:extLst>
          </p:cNvPr>
          <p:cNvSpPr>
            <a:spLocks xmlns:a="http://schemas.openxmlformats.org/drawingml/2006/main" noGrp="1"/>
          </p:cNvSpPr>
          <p:nvPr/>
        </p:nvSpPr>
        <p:spPr>
          <a:xfrm xmlns:a="http://schemas.openxmlformats.org/drawingml/2006/main">
            <a:off x="514350" y="72675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확정 경계</a:t>
            </a:r>
          </a:p>
        </p:txBody>
      </p:sp>
      <p:sp>
        <p:nvSpPr>
          <p:cNvPr id="63" name="dp42-comparison / n59">
            <a:extLst xmlns:a="http://schemas.openxmlformats.org/drawingml/2006/main">
              <a:ext uri="{FF2B5EF4-FFF2-40B4-BE49-F238E27FC236}">
                <a16:creationId xmlns:a16="http://schemas.microsoft.com/office/drawing/2014/main" id="{CEB89C6C-A4F1-4058-B419-ED2FEA8BE7CE}"/>
              </a:ext>
            </a:extLst>
          </p:cNvPr>
          <p:cNvSpPr>
            <a:spLocks xmlns:a="http://schemas.openxmlformats.org/drawingml/2006/main" noGrp="1"/>
          </p:cNvSpPr>
          <p:nvPr/>
        </p:nvSpPr>
        <p:spPr>
          <a:xfrm xmlns:a="http://schemas.openxmlformats.org/drawingml/2006/main">
            <a:off x="166687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4" name="dp42-comparison / n60 / text 1">
            <a:extLst xmlns:a="http://schemas.openxmlformats.org/drawingml/2006/main">
              <a:ext uri="{FF2B5EF4-FFF2-40B4-BE49-F238E27FC236}">
                <a16:creationId xmlns:a16="http://schemas.microsoft.com/office/drawing/2014/main" id="{77E04348-1C73-4205-A813-94420C8518DF}"/>
              </a:ext>
            </a:extLst>
          </p:cNvPr>
          <p:cNvSpPr>
            <a:spLocks xmlns:a="http://schemas.openxmlformats.org/drawingml/2006/main" noGrp="1"/>
          </p:cNvSpPr>
          <p:nvPr/>
        </p:nvSpPr>
        <p:spPr>
          <a:xfrm xmlns:a="http://schemas.openxmlformats.org/drawingml/2006/main">
            <a:off x="175260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65" name="dp42-comparison / n63 / path">
            <a:extLst xmlns:a="http://schemas.openxmlformats.org/drawingml/2006/main">
              <a:ext uri="{FF2B5EF4-FFF2-40B4-BE49-F238E27FC236}">
                <a16:creationId xmlns:a16="http://schemas.microsoft.com/office/drawing/2014/main" id="{DC3DB15E-B701-454D-8AEC-6703D05CB3EE}"/>
              </a:ext>
            </a:extLst>
          </p:cNvPr>
          <p:cNvSpPr>
            <a:spLocks xmlns:a="http://schemas.openxmlformats.org/drawingml/2006/main" noGrp="1"/>
          </p:cNvSpPr>
          <p:nvPr/>
        </p:nvSpPr>
        <p:spPr>
          <a:xfrm xmlns:a="http://schemas.openxmlformats.org/drawingml/2006/main">
            <a:off x="423862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66" name="dp42-comparison / n63 / arrow">
            <a:extLst xmlns:a="http://schemas.openxmlformats.org/drawingml/2006/main">
              <a:ext uri="{FF2B5EF4-FFF2-40B4-BE49-F238E27FC236}">
                <a16:creationId xmlns:a16="http://schemas.microsoft.com/office/drawing/2014/main" id="{FA93F7FE-F0B1-43E5-B5DF-1BDDE3E8F352}"/>
              </a:ext>
            </a:extLst>
          </p:cNvPr>
          <p:cNvSpPr>
            <a:spLocks xmlns:a="http://schemas.openxmlformats.org/drawingml/2006/main" noGrp="1"/>
          </p:cNvSpPr>
          <p:nvPr/>
        </p:nvSpPr>
        <p:spPr>
          <a:xfrm xmlns:a="http://schemas.openxmlformats.org/drawingml/2006/main">
            <a:off x="450494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2-comparison / n68 / path">
            <a:extLst xmlns:a="http://schemas.openxmlformats.org/drawingml/2006/main">
              <a:ext uri="{FF2B5EF4-FFF2-40B4-BE49-F238E27FC236}">
                <a16:creationId xmlns:a16="http://schemas.microsoft.com/office/drawing/2014/main" id="{DF8212D7-82BE-4CB4-B95D-C62BA53D67F1}"/>
              </a:ext>
            </a:extLst>
          </p:cNvPr>
          <p:cNvSpPr>
            <a:spLocks xmlns:a="http://schemas.openxmlformats.org/drawingml/2006/main" noGrp="1"/>
          </p:cNvSpPr>
          <p:nvPr/>
        </p:nvSpPr>
        <p:spPr>
          <a:xfrm xmlns:a="http://schemas.openxmlformats.org/drawingml/2006/main">
            <a:off x="3105150" y="31623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68" name="dp42-comparison / n73 / path">
            <a:extLst xmlns:a="http://schemas.openxmlformats.org/drawingml/2006/main">
              <a:ext uri="{FF2B5EF4-FFF2-40B4-BE49-F238E27FC236}">
                <a16:creationId xmlns:a16="http://schemas.microsoft.com/office/drawing/2014/main" id="{EBC339F8-4981-4E46-BAC6-24679CB62EEF}"/>
              </a:ext>
            </a:extLst>
          </p:cNvPr>
          <p:cNvSpPr>
            <a:spLocks xmlns:a="http://schemas.openxmlformats.org/drawingml/2006/main" noGrp="1"/>
          </p:cNvSpPr>
          <p:nvPr/>
        </p:nvSpPr>
        <p:spPr>
          <a:xfrm xmlns:a="http://schemas.openxmlformats.org/drawingml/2006/main">
            <a:off x="3105150" y="3343275"/>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69" name="dp42-comparison / n78 / path">
            <a:extLst xmlns:a="http://schemas.openxmlformats.org/drawingml/2006/main">
              <a:ext uri="{FF2B5EF4-FFF2-40B4-BE49-F238E27FC236}">
                <a16:creationId xmlns:a16="http://schemas.microsoft.com/office/drawing/2014/main" id="{D5CAD98D-1F54-4DA4-BD02-74D76DEF4A58}"/>
              </a:ext>
            </a:extLst>
          </p:cNvPr>
          <p:cNvSpPr>
            <a:spLocks xmlns:a="http://schemas.openxmlformats.org/drawingml/2006/main" noGrp="1"/>
          </p:cNvSpPr>
          <p:nvPr/>
        </p:nvSpPr>
        <p:spPr>
          <a:xfrm xmlns:a="http://schemas.openxmlformats.org/drawingml/2006/main">
            <a:off x="3105150" y="35242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70" name="dp42-comparison / n81">
            <a:extLst xmlns:a="http://schemas.openxmlformats.org/drawingml/2006/main">
              <a:ext uri="{FF2B5EF4-FFF2-40B4-BE49-F238E27FC236}">
                <a16:creationId xmlns:a16="http://schemas.microsoft.com/office/drawing/2014/main" id="{36D0F790-52EA-4E23-8D76-5A5B1B5C9B2D}"/>
              </a:ext>
            </a:extLst>
          </p:cNvPr>
          <p:cNvSpPr>
            <a:spLocks xmlns:a="http://schemas.openxmlformats.org/drawingml/2006/main" noGrp="1"/>
          </p:cNvSpPr>
          <p:nvPr/>
        </p:nvSpPr>
        <p:spPr>
          <a:xfrm xmlns:a="http://schemas.openxmlformats.org/drawingml/2006/main">
            <a:off x="1571625" y="3638550"/>
            <a:ext cx="771525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solid"/>
          </a:ln>
        </p:spPr>
      </p:sp>
      <p:sp>
        <p:nvSpPr>
          <p:cNvPr id="71" name="dp42-comparison / n82 / text 1">
            <a:extLst xmlns:a="http://schemas.openxmlformats.org/drawingml/2006/main">
              <a:ext uri="{FF2B5EF4-FFF2-40B4-BE49-F238E27FC236}">
                <a16:creationId xmlns:a16="http://schemas.microsoft.com/office/drawing/2014/main" id="{449DFC06-599D-41E6-B658-C08559E980D5}"/>
              </a:ext>
            </a:extLst>
          </p:cNvPr>
          <p:cNvSpPr>
            <a:spLocks xmlns:a="http://schemas.openxmlformats.org/drawingml/2006/main" noGrp="1"/>
          </p:cNvSpPr>
          <p:nvPr/>
        </p:nvSpPr>
        <p:spPr>
          <a:xfrm xmlns:a="http://schemas.openxmlformats.org/drawingml/2006/main">
            <a:off x="1695450" y="37338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VIA Core</a:t>
            </a:r>
          </a:p>
        </p:txBody>
      </p:sp>
      <p:sp>
        <p:nvSpPr>
          <p:cNvPr id="72" name="dp42-comparison / n85">
            <a:extLst xmlns:a="http://schemas.openxmlformats.org/drawingml/2006/main">
              <a:ext uri="{FF2B5EF4-FFF2-40B4-BE49-F238E27FC236}">
                <a16:creationId xmlns:a16="http://schemas.microsoft.com/office/drawing/2014/main" id="{4A5200C8-350C-44B9-BE46-54321B0E4136}"/>
              </a:ext>
            </a:extLst>
          </p:cNvPr>
          <p:cNvSpPr>
            <a:spLocks xmlns:a="http://schemas.openxmlformats.org/drawingml/2006/main" noGrp="1"/>
          </p:cNvSpPr>
          <p:nvPr/>
        </p:nvSpPr>
        <p:spPr>
          <a:xfrm xmlns:a="http://schemas.openxmlformats.org/drawingml/2006/main">
            <a:off x="171450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3" name="dp42-comparison / n86 / text 1">
            <a:extLst xmlns:a="http://schemas.openxmlformats.org/drawingml/2006/main">
              <a:ext uri="{FF2B5EF4-FFF2-40B4-BE49-F238E27FC236}">
                <a16:creationId xmlns:a16="http://schemas.microsoft.com/office/drawing/2014/main" id="{935CB4F4-7903-49EC-AC92-DA10DBAD8C27}"/>
              </a:ext>
            </a:extLst>
          </p:cNvPr>
          <p:cNvSpPr>
            <a:spLocks xmlns:a="http://schemas.openxmlformats.org/drawingml/2006/main" noGrp="1"/>
          </p:cNvSpPr>
          <p:nvPr/>
        </p:nvSpPr>
        <p:spPr>
          <a:xfrm xmlns:a="http://schemas.openxmlformats.org/drawingml/2006/main">
            <a:off x="183832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74" name="dp42-comparison / n87">
            <a:extLst xmlns:a="http://schemas.openxmlformats.org/drawingml/2006/main">
              <a:ext uri="{FF2B5EF4-FFF2-40B4-BE49-F238E27FC236}">
                <a16:creationId xmlns:a16="http://schemas.microsoft.com/office/drawing/2014/main" id="{F1EDEC02-D01C-4C6A-83FA-E48C60286CA7}"/>
              </a:ext>
            </a:extLst>
          </p:cNvPr>
          <p:cNvSpPr>
            <a:spLocks xmlns:a="http://schemas.openxmlformats.org/drawingml/2006/main" noGrp="1"/>
          </p:cNvSpPr>
          <p:nvPr/>
        </p:nvSpPr>
        <p:spPr>
          <a:xfrm xmlns:a="http://schemas.openxmlformats.org/drawingml/2006/main">
            <a:off x="180975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75" name="dp42-comparison / n88 / text 1">
            <a:extLst xmlns:a="http://schemas.openxmlformats.org/drawingml/2006/main">
              <a:ext uri="{FF2B5EF4-FFF2-40B4-BE49-F238E27FC236}">
                <a16:creationId xmlns:a16="http://schemas.microsoft.com/office/drawing/2014/main" id="{4CB8746A-29B1-4387-9B85-A4948A1ED1E8}"/>
              </a:ext>
            </a:extLst>
          </p:cNvPr>
          <p:cNvSpPr>
            <a:spLocks xmlns:a="http://schemas.openxmlformats.org/drawingml/2006/main" noGrp="1"/>
          </p:cNvSpPr>
          <p:nvPr/>
        </p:nvSpPr>
        <p:spPr>
          <a:xfrm xmlns:a="http://schemas.openxmlformats.org/drawingml/2006/main">
            <a:off x="189547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76" name="dp42-comparison / n89">
            <a:extLst xmlns:a="http://schemas.openxmlformats.org/drawingml/2006/main">
              <a:ext uri="{FF2B5EF4-FFF2-40B4-BE49-F238E27FC236}">
                <a16:creationId xmlns:a16="http://schemas.microsoft.com/office/drawing/2014/main" id="{5B37A614-3A0B-4852-8F7C-C825929696C9}"/>
              </a:ext>
            </a:extLst>
          </p:cNvPr>
          <p:cNvSpPr>
            <a:spLocks xmlns:a="http://schemas.openxmlformats.org/drawingml/2006/main" noGrp="1"/>
          </p:cNvSpPr>
          <p:nvPr/>
        </p:nvSpPr>
        <p:spPr>
          <a:xfrm xmlns:a="http://schemas.openxmlformats.org/drawingml/2006/main">
            <a:off x="595312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7" name="dp42-comparison / n90 / text 1">
            <a:extLst xmlns:a="http://schemas.openxmlformats.org/drawingml/2006/main">
              <a:ext uri="{FF2B5EF4-FFF2-40B4-BE49-F238E27FC236}">
                <a16:creationId xmlns:a16="http://schemas.microsoft.com/office/drawing/2014/main" id="{AA99E024-B560-4C39-8866-CC333B7F0079}"/>
              </a:ext>
            </a:extLst>
          </p:cNvPr>
          <p:cNvSpPr>
            <a:spLocks xmlns:a="http://schemas.openxmlformats.org/drawingml/2006/main" noGrp="1"/>
          </p:cNvSpPr>
          <p:nvPr/>
        </p:nvSpPr>
        <p:spPr>
          <a:xfrm xmlns:a="http://schemas.openxmlformats.org/drawingml/2006/main">
            <a:off x="607695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78" name="dp42-comparison / n91">
            <a:extLst xmlns:a="http://schemas.openxmlformats.org/drawingml/2006/main">
              <a:ext uri="{FF2B5EF4-FFF2-40B4-BE49-F238E27FC236}">
                <a16:creationId xmlns:a16="http://schemas.microsoft.com/office/drawing/2014/main" id="{2BC0E6E2-5EBD-4638-882C-363D2F806004}"/>
              </a:ext>
            </a:extLst>
          </p:cNvPr>
          <p:cNvSpPr>
            <a:spLocks xmlns:a="http://schemas.openxmlformats.org/drawingml/2006/main" noGrp="1"/>
          </p:cNvSpPr>
          <p:nvPr/>
        </p:nvSpPr>
        <p:spPr>
          <a:xfrm xmlns:a="http://schemas.openxmlformats.org/drawingml/2006/main">
            <a:off x="6096000" y="4400550"/>
            <a:ext cx="2905125"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000000"/>
            </a:solidFill>
            <a:prstDash val="solid"/>
          </a:ln>
        </p:spPr>
      </p:sp>
      <p:sp>
        <p:nvSpPr>
          <p:cNvPr id="79" name="dp42-comparison / n92 / text 1">
            <a:extLst xmlns:a="http://schemas.openxmlformats.org/drawingml/2006/main">
              <a:ext uri="{FF2B5EF4-FFF2-40B4-BE49-F238E27FC236}">
                <a16:creationId xmlns:a16="http://schemas.microsoft.com/office/drawing/2014/main" id="{3EFC75D6-EE72-4AB9-9954-CA5C0B430519}"/>
              </a:ext>
            </a:extLst>
          </p:cNvPr>
          <p:cNvSpPr>
            <a:spLocks xmlns:a="http://schemas.openxmlformats.org/drawingml/2006/main" noGrp="1"/>
          </p:cNvSpPr>
          <p:nvPr/>
        </p:nvSpPr>
        <p:spPr>
          <a:xfrm xmlns:a="http://schemas.openxmlformats.org/drawingml/2006/main">
            <a:off x="618172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80" name="dp42-comparison / n93">
            <a:extLst xmlns:a="http://schemas.openxmlformats.org/drawingml/2006/main">
              <a:ext uri="{FF2B5EF4-FFF2-40B4-BE49-F238E27FC236}">
                <a16:creationId xmlns:a16="http://schemas.microsoft.com/office/drawing/2014/main" id="{98A25DF3-EDAB-4B34-8D2E-3D2497D708A7}"/>
              </a:ext>
            </a:extLst>
          </p:cNvPr>
          <p:cNvSpPr>
            <a:spLocks xmlns:a="http://schemas.openxmlformats.org/drawingml/2006/main" noGrp="1"/>
          </p:cNvSpPr>
          <p:nvPr/>
        </p:nvSpPr>
        <p:spPr>
          <a:xfrm xmlns:a="http://schemas.openxmlformats.org/drawingml/2006/main">
            <a:off x="604837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1" name="dp42-comparison / n94 / text 1">
            <a:extLst xmlns:a="http://schemas.openxmlformats.org/drawingml/2006/main">
              <a:ext uri="{FF2B5EF4-FFF2-40B4-BE49-F238E27FC236}">
                <a16:creationId xmlns:a16="http://schemas.microsoft.com/office/drawing/2014/main" id="{759BCF3F-E85D-4AAF-8DF6-35BE723BC47C}"/>
              </a:ext>
            </a:extLst>
          </p:cNvPr>
          <p:cNvSpPr>
            <a:spLocks xmlns:a="http://schemas.openxmlformats.org/drawingml/2006/main" noGrp="1"/>
          </p:cNvSpPr>
          <p:nvPr/>
        </p:nvSpPr>
        <p:spPr>
          <a:xfrm xmlns:a="http://schemas.openxmlformats.org/drawingml/2006/main">
            <a:off x="613410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82" name="dp42-comparison / n95">
            <a:extLst xmlns:a="http://schemas.openxmlformats.org/drawingml/2006/main">
              <a:ext uri="{FF2B5EF4-FFF2-40B4-BE49-F238E27FC236}">
                <a16:creationId xmlns:a16="http://schemas.microsoft.com/office/drawing/2014/main" id="{AF743EBD-4A08-413A-B0B4-DEE42CCEC21C}"/>
              </a:ext>
            </a:extLst>
          </p:cNvPr>
          <p:cNvSpPr>
            <a:spLocks xmlns:a="http://schemas.openxmlformats.org/drawingml/2006/main" noGrp="1"/>
          </p:cNvSpPr>
          <p:nvPr/>
        </p:nvSpPr>
        <p:spPr>
          <a:xfrm xmlns:a="http://schemas.openxmlformats.org/drawingml/2006/main">
            <a:off x="171450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3" name="dp42-comparison / n96 / text 1">
            <a:extLst xmlns:a="http://schemas.openxmlformats.org/drawingml/2006/main">
              <a:ext uri="{FF2B5EF4-FFF2-40B4-BE49-F238E27FC236}">
                <a16:creationId xmlns:a16="http://schemas.microsoft.com/office/drawing/2014/main" id="{69D741FC-14AD-4B94-AAD4-6002BABA4064}"/>
              </a:ext>
            </a:extLst>
          </p:cNvPr>
          <p:cNvSpPr>
            <a:spLocks xmlns:a="http://schemas.openxmlformats.org/drawingml/2006/main" noGrp="1"/>
          </p:cNvSpPr>
          <p:nvPr/>
        </p:nvSpPr>
        <p:spPr>
          <a:xfrm xmlns:a="http://schemas.openxmlformats.org/drawingml/2006/main">
            <a:off x="183832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84" name="dp42-comparison / n97">
            <a:extLst xmlns:a="http://schemas.openxmlformats.org/drawingml/2006/main">
              <a:ext uri="{FF2B5EF4-FFF2-40B4-BE49-F238E27FC236}">
                <a16:creationId xmlns:a16="http://schemas.microsoft.com/office/drawing/2014/main" id="{4E34CB77-77C7-45E8-A2AE-E36B17321EFD}"/>
              </a:ext>
            </a:extLst>
          </p:cNvPr>
          <p:cNvSpPr>
            <a:spLocks xmlns:a="http://schemas.openxmlformats.org/drawingml/2006/main" noGrp="1"/>
          </p:cNvSpPr>
          <p:nvPr/>
        </p:nvSpPr>
        <p:spPr>
          <a:xfrm xmlns:a="http://schemas.openxmlformats.org/drawingml/2006/main">
            <a:off x="180975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5" name="dp42-comparison / n98 / text 1">
            <a:extLst xmlns:a="http://schemas.openxmlformats.org/drawingml/2006/main">
              <a:ext uri="{FF2B5EF4-FFF2-40B4-BE49-F238E27FC236}">
                <a16:creationId xmlns:a16="http://schemas.microsoft.com/office/drawing/2014/main" id="{B147C355-159D-4892-AD6D-C728FC603290}"/>
              </a:ext>
            </a:extLst>
          </p:cNvPr>
          <p:cNvSpPr>
            <a:spLocks xmlns:a="http://schemas.openxmlformats.org/drawingml/2006/main" noGrp="1"/>
          </p:cNvSpPr>
          <p:nvPr/>
        </p:nvSpPr>
        <p:spPr>
          <a:xfrm xmlns:a="http://schemas.openxmlformats.org/drawingml/2006/main">
            <a:off x="189547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86" name="dp42-comparison / n99">
            <a:extLst xmlns:a="http://schemas.openxmlformats.org/drawingml/2006/main">
              <a:ext uri="{FF2B5EF4-FFF2-40B4-BE49-F238E27FC236}">
                <a16:creationId xmlns:a16="http://schemas.microsoft.com/office/drawing/2014/main" id="{05BC0C77-4037-4DF9-9B42-82139FA7792E}"/>
              </a:ext>
            </a:extLst>
          </p:cNvPr>
          <p:cNvSpPr>
            <a:spLocks xmlns:a="http://schemas.openxmlformats.org/drawingml/2006/main" noGrp="1"/>
          </p:cNvSpPr>
          <p:nvPr/>
        </p:nvSpPr>
        <p:spPr>
          <a:xfrm xmlns:a="http://schemas.openxmlformats.org/drawingml/2006/main">
            <a:off x="595312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7" name="dp42-comparison / n100 / text 1">
            <a:extLst xmlns:a="http://schemas.openxmlformats.org/drawingml/2006/main">
              <a:ext uri="{FF2B5EF4-FFF2-40B4-BE49-F238E27FC236}">
                <a16:creationId xmlns:a16="http://schemas.microsoft.com/office/drawing/2014/main" id="{2226AEF0-87C4-442C-852E-14EC77FD1E63}"/>
              </a:ext>
            </a:extLst>
          </p:cNvPr>
          <p:cNvSpPr>
            <a:spLocks xmlns:a="http://schemas.openxmlformats.org/drawingml/2006/main" noGrp="1"/>
          </p:cNvSpPr>
          <p:nvPr/>
        </p:nvSpPr>
        <p:spPr>
          <a:xfrm xmlns:a="http://schemas.openxmlformats.org/drawingml/2006/main">
            <a:off x="603885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88" name="dp42-comparison / n103 / path">
            <a:extLst xmlns:a="http://schemas.openxmlformats.org/drawingml/2006/main">
              <a:ext uri="{FF2B5EF4-FFF2-40B4-BE49-F238E27FC236}">
                <a16:creationId xmlns:a16="http://schemas.microsoft.com/office/drawing/2014/main" id="{866AF730-0F18-4663-BC9C-0ED36C433B40}"/>
              </a:ext>
            </a:extLst>
          </p:cNvPr>
          <p:cNvSpPr>
            <a:spLocks xmlns:a="http://schemas.openxmlformats.org/drawingml/2006/main" noGrp="1"/>
          </p:cNvSpPr>
          <p:nvPr/>
        </p:nvSpPr>
        <p:spPr>
          <a:xfrm xmlns:a="http://schemas.openxmlformats.org/drawingml/2006/main">
            <a:off x="157162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89" name="dp42-comparison / n103 / arrow">
            <a:extLst xmlns:a="http://schemas.openxmlformats.org/drawingml/2006/main">
              <a:ext uri="{FF2B5EF4-FFF2-40B4-BE49-F238E27FC236}">
                <a16:creationId xmlns:a16="http://schemas.microsoft.com/office/drawing/2014/main" id="{8A42E449-8CB9-4CFA-9CCC-10FAF93C7D89}"/>
              </a:ext>
            </a:extLst>
          </p:cNvPr>
          <p:cNvSpPr>
            <a:spLocks xmlns:a="http://schemas.openxmlformats.org/drawingml/2006/main" noGrp="1"/>
          </p:cNvSpPr>
          <p:nvPr/>
        </p:nvSpPr>
        <p:spPr>
          <a:xfrm xmlns:a="http://schemas.openxmlformats.org/drawingml/2006/main">
            <a:off x="164744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90" name="dp42-comparison / n104">
            <a:extLst xmlns:a="http://schemas.openxmlformats.org/drawingml/2006/main">
              <a:ext uri="{FF2B5EF4-FFF2-40B4-BE49-F238E27FC236}">
                <a16:creationId xmlns:a16="http://schemas.microsoft.com/office/drawing/2014/main" id="{F42D4983-42DD-4FAB-87AD-4EFCB39FBB25}"/>
              </a:ext>
            </a:extLst>
          </p:cNvPr>
          <p:cNvSpPr>
            <a:spLocks xmlns:a="http://schemas.openxmlformats.org/drawingml/2006/main" noGrp="1"/>
          </p:cNvSpPr>
          <p:nvPr/>
        </p:nvSpPr>
        <p:spPr>
          <a:xfrm xmlns:a="http://schemas.openxmlformats.org/drawingml/2006/main">
            <a:off x="5000625" y="5629275"/>
            <a:ext cx="4048125" cy="352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1" name="dp42-comparison / n105 / text 1">
            <a:extLst xmlns:a="http://schemas.openxmlformats.org/drawingml/2006/main">
              <a:ext uri="{FF2B5EF4-FFF2-40B4-BE49-F238E27FC236}">
                <a16:creationId xmlns:a16="http://schemas.microsoft.com/office/drawing/2014/main" id="{093E0AAC-C5DF-486E-8AA6-B647AC80BC31}"/>
              </a:ext>
            </a:extLst>
          </p:cNvPr>
          <p:cNvSpPr>
            <a:spLocks xmlns:a="http://schemas.openxmlformats.org/drawingml/2006/main" noGrp="1"/>
          </p:cNvSpPr>
          <p:nvPr/>
        </p:nvSpPr>
        <p:spPr>
          <a:xfrm xmlns:a="http://schemas.openxmlformats.org/drawingml/2006/main">
            <a:off x="5124450" y="5724525"/>
            <a:ext cx="38004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State Store</a:t>
            </a:r>
          </a:p>
        </p:txBody>
      </p:sp>
      <p:sp>
        <p:nvSpPr>
          <p:cNvPr id="92" name="dp42-comparison / n106">
            <a:extLst xmlns:a="http://schemas.openxmlformats.org/drawingml/2006/main">
              <a:ext uri="{FF2B5EF4-FFF2-40B4-BE49-F238E27FC236}">
                <a16:creationId xmlns:a16="http://schemas.microsoft.com/office/drawing/2014/main" id="{5C71EFD3-BE2C-4351-A6A5-20B39561C675}"/>
              </a:ext>
            </a:extLst>
          </p:cNvPr>
          <p:cNvSpPr>
            <a:spLocks xmlns:a="http://schemas.openxmlformats.org/drawingml/2006/main" noGrp="1"/>
          </p:cNvSpPr>
          <p:nvPr/>
        </p:nvSpPr>
        <p:spPr>
          <a:xfrm xmlns:a="http://schemas.openxmlformats.org/drawingml/2006/main">
            <a:off x="7096125" y="5676900"/>
            <a:ext cx="1809750" cy="238125"/>
          </a:xfrm>
          <a:prstGeom xmlns:a="http://schemas.openxmlformats.org/drawingml/2006/main" prst="roundRect">
            <a:avLst>
              <a:gd name="adj" fmla="val 32000"/>
            </a:avLst>
          </a:prstGeom>
          <a:solidFill xmlns:a="http://schemas.openxmlformats.org/drawingml/2006/main">
            <a:srgbClr val="FFF0DD"/>
          </a:solidFill>
          <a:ln xmlns:a="http://schemas.openxmlformats.org/drawingml/2006/main" w="17145">
            <a:solidFill>
              <a:srgbClr val="B8753F"/>
            </a:solidFill>
            <a:prstDash val="solid"/>
          </a:ln>
        </p:spPr>
      </p:sp>
      <p:sp>
        <p:nvSpPr>
          <p:cNvPr id="93" name="dp42-comparison / n107 / text 1">
            <a:extLst xmlns:a="http://schemas.openxmlformats.org/drawingml/2006/main">
              <a:ext uri="{FF2B5EF4-FFF2-40B4-BE49-F238E27FC236}">
                <a16:creationId xmlns:a16="http://schemas.microsoft.com/office/drawing/2014/main" id="{F5320ECA-16BB-48C3-9616-17267D4DC770}"/>
              </a:ext>
            </a:extLst>
          </p:cNvPr>
          <p:cNvSpPr>
            <a:spLocks xmlns:a="http://schemas.openxmlformats.org/drawingml/2006/main" noGrp="1"/>
          </p:cNvSpPr>
          <p:nvPr/>
        </p:nvSpPr>
        <p:spPr>
          <a:xfrm xmlns:a="http://schemas.openxmlformats.org/drawingml/2006/main">
            <a:off x="7181850" y="5709285"/>
            <a:ext cx="16383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트랜잭션 관리자</a:t>
            </a:r>
          </a:p>
        </p:txBody>
      </p:sp>
      <p:sp>
        <p:nvSpPr>
          <p:cNvPr id="94" name="dp42-comparison / n108 / path">
            <a:extLst xmlns:a="http://schemas.openxmlformats.org/drawingml/2006/main">
              <a:ext uri="{FF2B5EF4-FFF2-40B4-BE49-F238E27FC236}">
                <a16:creationId xmlns:a16="http://schemas.microsoft.com/office/drawing/2014/main" id="{9A645FB9-F059-4049-A180-DE7E266DB6FB}"/>
              </a:ext>
            </a:extLst>
          </p:cNvPr>
          <p:cNvSpPr>
            <a:spLocks xmlns:a="http://schemas.openxmlformats.org/drawingml/2006/main" noGrp="1"/>
          </p:cNvSpPr>
          <p:nvPr/>
        </p:nvSpPr>
        <p:spPr>
          <a:xfrm xmlns:a="http://schemas.openxmlformats.org/drawingml/2006/main">
            <a:off x="4667250" y="4371975"/>
            <a:ext cx="2952750" cy="1304925"/>
          </a:xfrm>
          <a:custGeom xmlns:a="http://schemas.openxmlformats.org/drawingml/2006/main">
            <a:pathLst>
              <a:path w="2952750" h="1304925">
                <a:moveTo>
                  <a:pt x="0" y="0"/>
                </a:moveTo>
                <a:lnTo>
                  <a:pt x="190500" y="0"/>
                </a:lnTo>
                <a:lnTo>
                  <a:pt x="190500" y="1219200"/>
                </a:lnTo>
                <a:lnTo>
                  <a:pt x="2952750" y="1219200"/>
                </a:lnTo>
                <a:lnTo>
                  <a:pt x="2952750" y="1304925"/>
                </a:lnTo>
              </a:path>
            </a:pathLst>
          </a:custGeom>
          <a:noFill xmlns:a="http://schemas.openxmlformats.org/drawingml/2006/main"/>
          <a:ln xmlns:a="http://schemas.openxmlformats.org/drawingml/2006/main" w="10478">
            <a:solidFill>
              <a:srgbClr val="000000"/>
            </a:solidFill>
            <a:prstDash val="solid"/>
          </a:ln>
        </p:spPr>
      </p:sp>
      <p:sp>
        <p:nvSpPr>
          <p:cNvPr id="95" name="dp42-comparison / n108 / arrow">
            <a:extLst xmlns:a="http://schemas.openxmlformats.org/drawingml/2006/main">
              <a:ext uri="{FF2B5EF4-FFF2-40B4-BE49-F238E27FC236}">
                <a16:creationId xmlns:a16="http://schemas.microsoft.com/office/drawing/2014/main" id="{9C4917A7-D1B0-4AB0-953E-50BA725C74C8}"/>
              </a:ext>
            </a:extLst>
          </p:cNvPr>
          <p:cNvSpPr>
            <a:spLocks xmlns:a="http://schemas.openxmlformats.org/drawingml/2006/main" noGrp="1"/>
          </p:cNvSpPr>
          <p:nvPr/>
        </p:nvSpPr>
        <p:spPr>
          <a:xfrm xmlns:a="http://schemas.openxmlformats.org/drawingml/2006/main">
            <a:off x="7586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6" name="dp42-comparison / n109 / path">
            <a:extLst xmlns:a="http://schemas.openxmlformats.org/drawingml/2006/main">
              <a:ext uri="{FF2B5EF4-FFF2-40B4-BE49-F238E27FC236}">
                <a16:creationId xmlns:a16="http://schemas.microsoft.com/office/drawing/2014/main" id="{4BBB349D-106C-43B5-91E9-74691CB5A86E}"/>
              </a:ext>
            </a:extLst>
          </p:cNvPr>
          <p:cNvSpPr>
            <a:spLocks xmlns:a="http://schemas.openxmlformats.org/drawingml/2006/main" noGrp="1"/>
          </p:cNvSpPr>
          <p:nvPr/>
        </p:nvSpPr>
        <p:spPr>
          <a:xfrm xmlns:a="http://schemas.openxmlformats.org/drawingml/2006/main">
            <a:off x="5848350" y="4371975"/>
            <a:ext cx="2152650" cy="1304925"/>
          </a:xfrm>
          <a:custGeom xmlns:a="http://schemas.openxmlformats.org/drawingml/2006/main">
            <a:pathLst>
              <a:path w="2152650" h="1304925">
                <a:moveTo>
                  <a:pt x="104775" y="0"/>
                </a:moveTo>
                <a:lnTo>
                  <a:pt x="0" y="0"/>
                </a:lnTo>
                <a:lnTo>
                  <a:pt x="0" y="1190625"/>
                </a:lnTo>
                <a:lnTo>
                  <a:pt x="2152650" y="1190625"/>
                </a:lnTo>
                <a:lnTo>
                  <a:pt x="2152650" y="1304925"/>
                </a:lnTo>
              </a:path>
            </a:pathLst>
          </a:custGeom>
          <a:noFill xmlns:a="http://schemas.openxmlformats.org/drawingml/2006/main"/>
          <a:ln xmlns:a="http://schemas.openxmlformats.org/drawingml/2006/main" w="10478">
            <a:solidFill>
              <a:srgbClr val="000000"/>
            </a:solidFill>
            <a:prstDash val="solid"/>
          </a:ln>
        </p:spPr>
      </p:sp>
      <p:sp>
        <p:nvSpPr>
          <p:cNvPr id="97" name="dp42-comparison / n109 / arrow">
            <a:extLst xmlns:a="http://schemas.openxmlformats.org/drawingml/2006/main">
              <a:ext uri="{FF2B5EF4-FFF2-40B4-BE49-F238E27FC236}">
                <a16:creationId xmlns:a16="http://schemas.microsoft.com/office/drawing/2014/main" id="{CB832F72-0610-4F51-A6B0-3E2F58DBB6D0}"/>
              </a:ext>
            </a:extLst>
          </p:cNvPr>
          <p:cNvSpPr>
            <a:spLocks xmlns:a="http://schemas.openxmlformats.org/drawingml/2006/main" noGrp="1"/>
          </p:cNvSpPr>
          <p:nvPr/>
        </p:nvSpPr>
        <p:spPr>
          <a:xfrm xmlns:a="http://schemas.openxmlformats.org/drawingml/2006/main">
            <a:off x="7967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8" name="dp42-comparison / n110 / path">
            <a:extLst xmlns:a="http://schemas.openxmlformats.org/drawingml/2006/main">
              <a:ext uri="{FF2B5EF4-FFF2-40B4-BE49-F238E27FC236}">
                <a16:creationId xmlns:a16="http://schemas.microsoft.com/office/drawing/2014/main" id="{5432E56D-3DD1-444A-ABBA-9DD228FB1ECB}"/>
              </a:ext>
            </a:extLst>
          </p:cNvPr>
          <p:cNvSpPr>
            <a:spLocks xmlns:a="http://schemas.openxmlformats.org/drawingml/2006/main" noGrp="1"/>
          </p:cNvSpPr>
          <p:nvPr/>
        </p:nvSpPr>
        <p:spPr>
          <a:xfrm xmlns:a="http://schemas.openxmlformats.org/drawingml/2006/main">
            <a:off x="4667250" y="4314825"/>
            <a:ext cx="2428875" cy="1704975"/>
          </a:xfrm>
          <a:custGeom xmlns:a="http://schemas.openxmlformats.org/drawingml/2006/main">
            <a:pathLst>
              <a:path w="2428875" h="1704975">
                <a:moveTo>
                  <a:pt x="2428875" y="1481138"/>
                </a:moveTo>
                <a:lnTo>
                  <a:pt x="2343150" y="1481138"/>
                </a:lnTo>
                <a:lnTo>
                  <a:pt x="2343150" y="1704975"/>
                </a:lnTo>
                <a:lnTo>
                  <a:pt x="228600" y="1704975"/>
                </a:lnTo>
                <a:lnTo>
                  <a:pt x="228600" y="0"/>
                </a:lnTo>
                <a:lnTo>
                  <a:pt x="0" y="0"/>
                </a:lnTo>
              </a:path>
            </a:pathLst>
          </a:custGeom>
          <a:noFill xmlns:a="http://schemas.openxmlformats.org/drawingml/2006/main"/>
          <a:ln xmlns:a="http://schemas.openxmlformats.org/drawingml/2006/main" w="10478">
            <a:solidFill>
              <a:srgbClr val="000000"/>
            </a:solidFill>
            <a:prstDash val="dash"/>
          </a:ln>
        </p:spPr>
      </p:sp>
      <p:sp>
        <p:nvSpPr>
          <p:cNvPr id="99" name="dp42-comparison / n110 / arrow">
            <a:extLst xmlns:a="http://schemas.openxmlformats.org/drawingml/2006/main">
              <a:ext uri="{FF2B5EF4-FFF2-40B4-BE49-F238E27FC236}">
                <a16:creationId xmlns:a16="http://schemas.microsoft.com/office/drawing/2014/main" id="{CFABB8B0-30BE-49CF-B8BD-9E9739519A96}"/>
              </a:ext>
            </a:extLst>
          </p:cNvPr>
          <p:cNvSpPr>
            <a:spLocks xmlns:a="http://schemas.openxmlformats.org/drawingml/2006/main" noGrp="1"/>
          </p:cNvSpPr>
          <p:nvPr/>
        </p:nvSpPr>
        <p:spPr>
          <a:xfrm xmlns:a="http://schemas.openxmlformats.org/drawingml/2006/main">
            <a:off x="466725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0" name="dp42-comparison / n111 / path">
            <a:extLst xmlns:a="http://schemas.openxmlformats.org/drawingml/2006/main">
              <a:ext uri="{FF2B5EF4-FFF2-40B4-BE49-F238E27FC236}">
                <a16:creationId xmlns:a16="http://schemas.microsoft.com/office/drawing/2014/main" id="{B1CC48CC-C3D8-4388-A497-E888C19470E3}"/>
              </a:ext>
            </a:extLst>
          </p:cNvPr>
          <p:cNvSpPr>
            <a:spLocks xmlns:a="http://schemas.openxmlformats.org/drawingml/2006/main" noGrp="1"/>
          </p:cNvSpPr>
          <p:nvPr/>
        </p:nvSpPr>
        <p:spPr>
          <a:xfrm xmlns:a="http://schemas.openxmlformats.org/drawingml/2006/main">
            <a:off x="8905875" y="4314825"/>
            <a:ext cx="295275" cy="1481138"/>
          </a:xfrm>
          <a:custGeom xmlns:a="http://schemas.openxmlformats.org/drawingml/2006/main">
            <a:pathLst>
              <a:path w="295275" h="1481138">
                <a:moveTo>
                  <a:pt x="0" y="1481138"/>
                </a:moveTo>
                <a:lnTo>
                  <a:pt x="295275" y="1481138"/>
                </a:lnTo>
                <a:lnTo>
                  <a:pt x="295275" y="0"/>
                </a:lnTo>
                <a:lnTo>
                  <a:pt x="238125" y="0"/>
                </a:lnTo>
              </a:path>
            </a:pathLst>
          </a:custGeom>
          <a:noFill xmlns:a="http://schemas.openxmlformats.org/drawingml/2006/main"/>
          <a:ln xmlns:a="http://schemas.openxmlformats.org/drawingml/2006/main" w="10478">
            <a:solidFill>
              <a:srgbClr val="000000"/>
            </a:solidFill>
            <a:prstDash val="dash"/>
          </a:ln>
        </p:spPr>
      </p:sp>
      <p:sp>
        <p:nvSpPr>
          <p:cNvPr id="101" name="dp42-comparison / n111 / arrow">
            <a:extLst xmlns:a="http://schemas.openxmlformats.org/drawingml/2006/main">
              <a:ext uri="{FF2B5EF4-FFF2-40B4-BE49-F238E27FC236}">
                <a16:creationId xmlns:a16="http://schemas.microsoft.com/office/drawing/2014/main" id="{4538E888-0D4C-4FE8-87AE-D3E111EBBF71}"/>
              </a:ext>
            </a:extLst>
          </p:cNvPr>
          <p:cNvSpPr>
            <a:spLocks xmlns:a="http://schemas.openxmlformats.org/drawingml/2006/main" noGrp="1"/>
          </p:cNvSpPr>
          <p:nvPr/>
        </p:nvSpPr>
        <p:spPr>
          <a:xfrm xmlns:a="http://schemas.openxmlformats.org/drawingml/2006/main">
            <a:off x="914400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2" name="dp42-comparison / n116 / path">
            <a:extLst xmlns:a="http://schemas.openxmlformats.org/drawingml/2006/main">
              <a:ext uri="{FF2B5EF4-FFF2-40B4-BE49-F238E27FC236}">
                <a16:creationId xmlns:a16="http://schemas.microsoft.com/office/drawing/2014/main" id="{CB470AAA-E254-4EB2-926F-D0A4688DBAC5}"/>
              </a:ext>
            </a:extLst>
          </p:cNvPr>
          <p:cNvSpPr>
            <a:spLocks xmlns:a="http://schemas.openxmlformats.org/drawingml/2006/main" noGrp="1"/>
          </p:cNvSpPr>
          <p:nvPr/>
        </p:nvSpPr>
        <p:spPr>
          <a:xfrm xmlns:a="http://schemas.openxmlformats.org/drawingml/2006/main">
            <a:off x="754856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103" name="dp42-comparison / n116 / arrow">
            <a:extLst xmlns:a="http://schemas.openxmlformats.org/drawingml/2006/main">
              <a:ext uri="{FF2B5EF4-FFF2-40B4-BE49-F238E27FC236}">
                <a16:creationId xmlns:a16="http://schemas.microsoft.com/office/drawing/2014/main" id="{D4676F8F-EBAC-4180-8690-B5CDB5AE6CA3}"/>
              </a:ext>
            </a:extLst>
          </p:cNvPr>
          <p:cNvSpPr>
            <a:spLocks xmlns:a="http://schemas.openxmlformats.org/drawingml/2006/main" noGrp="1"/>
          </p:cNvSpPr>
          <p:nvPr/>
        </p:nvSpPr>
        <p:spPr>
          <a:xfrm xmlns:a="http://schemas.openxmlformats.org/drawingml/2006/main">
            <a:off x="751503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4" name="dp42-comparison / n119 / path">
            <a:extLst xmlns:a="http://schemas.openxmlformats.org/drawingml/2006/main">
              <a:ext uri="{FF2B5EF4-FFF2-40B4-BE49-F238E27FC236}">
                <a16:creationId xmlns:a16="http://schemas.microsoft.com/office/drawing/2014/main" id="{55F7CCA4-953D-4B8B-891F-EB08265DEC9F}"/>
              </a:ext>
            </a:extLst>
          </p:cNvPr>
          <p:cNvSpPr>
            <a:spLocks xmlns:a="http://schemas.openxmlformats.org/drawingml/2006/main" noGrp="1"/>
          </p:cNvSpPr>
          <p:nvPr/>
        </p:nvSpPr>
        <p:spPr>
          <a:xfrm xmlns:a="http://schemas.openxmlformats.org/drawingml/2006/main">
            <a:off x="1571625" y="70389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05" name="dp42-comparison / n61">
            <a:extLst xmlns:a="http://schemas.openxmlformats.org/drawingml/2006/main">
              <a:ext uri="{FF2B5EF4-FFF2-40B4-BE49-F238E27FC236}">
                <a16:creationId xmlns:a16="http://schemas.microsoft.com/office/drawing/2014/main" id="{79BC2050-D285-45BB-A459-7AE849900469}"/>
              </a:ext>
            </a:extLst>
          </p:cNvPr>
          <p:cNvSpPr>
            <a:spLocks xmlns:a="http://schemas.openxmlformats.org/drawingml/2006/main" noGrp="1"/>
          </p:cNvSpPr>
          <p:nvPr/>
        </p:nvSpPr>
        <p:spPr>
          <a:xfrm xmlns:a="http://schemas.openxmlformats.org/drawingml/2006/main">
            <a:off x="457200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06" name="dp42-comparison / n61 / fold">
            <a:extLst xmlns:a="http://schemas.openxmlformats.org/drawingml/2006/main">
              <a:ext uri="{FF2B5EF4-FFF2-40B4-BE49-F238E27FC236}">
                <a16:creationId xmlns:a16="http://schemas.microsoft.com/office/drawing/2014/main" id="{9BE73427-35FA-412D-846E-6A2446FC71E0}"/>
              </a:ext>
            </a:extLst>
          </p:cNvPr>
          <p:cNvSpPr>
            <a:spLocks xmlns:a="http://schemas.openxmlformats.org/drawingml/2006/main" noGrp="1"/>
          </p:cNvSpPr>
          <p:nvPr/>
        </p:nvSpPr>
        <p:spPr>
          <a:xfrm xmlns:a="http://schemas.openxmlformats.org/drawingml/2006/main">
            <a:off x="906780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07" name="dp42-comparison / n62 / text 1">
            <a:extLst xmlns:a="http://schemas.openxmlformats.org/drawingml/2006/main">
              <a:ext uri="{FF2B5EF4-FFF2-40B4-BE49-F238E27FC236}">
                <a16:creationId xmlns:a16="http://schemas.microsoft.com/office/drawing/2014/main" id="{A243F2CD-9B26-40B7-BEA4-FDD60DA6E6C0}"/>
              </a:ext>
            </a:extLst>
          </p:cNvPr>
          <p:cNvSpPr>
            <a:spLocks xmlns:a="http://schemas.openxmlformats.org/drawingml/2006/main" noGrp="1"/>
          </p:cNvSpPr>
          <p:nvPr/>
        </p:nvSpPr>
        <p:spPr>
          <a:xfrm xmlns:a="http://schemas.openxmlformats.org/drawingml/2006/main">
            <a:off x="466725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108" name="dp42-comparison / n64">
            <a:extLst xmlns:a="http://schemas.openxmlformats.org/drawingml/2006/main">
              <a:ext uri="{FF2B5EF4-FFF2-40B4-BE49-F238E27FC236}">
                <a16:creationId xmlns:a16="http://schemas.microsoft.com/office/drawing/2014/main" id="{92A56185-7F2C-4D43-8587-0811B6171076}"/>
              </a:ext>
            </a:extLst>
          </p:cNvPr>
          <p:cNvSpPr>
            <a:spLocks xmlns:a="http://schemas.openxmlformats.org/drawingml/2006/main" noGrp="1"/>
          </p:cNvSpPr>
          <p:nvPr/>
        </p:nvSpPr>
        <p:spPr>
          <a:xfrm xmlns:a="http://schemas.openxmlformats.org/drawingml/2006/main">
            <a:off x="1647825" y="2781300"/>
            <a:ext cx="466344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9" name="dp42-comparison / n65 / text 1">
            <a:extLst xmlns:a="http://schemas.openxmlformats.org/drawingml/2006/main">
              <a:ext uri="{FF2B5EF4-FFF2-40B4-BE49-F238E27FC236}">
                <a16:creationId xmlns:a16="http://schemas.microsoft.com/office/drawing/2014/main" id="{E5B41E91-F372-4A21-A8B3-D792CC1C5183}"/>
              </a:ext>
            </a:extLst>
          </p:cNvPr>
          <p:cNvSpPr>
            <a:spLocks xmlns:a="http://schemas.openxmlformats.org/drawingml/2006/main" noGrp="1"/>
          </p:cNvSpPr>
          <p:nvPr/>
        </p:nvSpPr>
        <p:spPr>
          <a:xfrm xmlns:a="http://schemas.openxmlformats.org/drawingml/2006/main">
            <a:off x="1666875" y="27908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공통 장면: 보고서 기간 질문 Question1을 Publication1로 실제 제시</a:t>
            </a:r>
          </a:p>
        </p:txBody>
      </p:sp>
      <p:sp>
        <p:nvSpPr>
          <p:cNvPr id="110" name="dp42-comparison / n66">
            <a:extLst xmlns:a="http://schemas.openxmlformats.org/drawingml/2006/main">
              <a:ext uri="{FF2B5EF4-FFF2-40B4-BE49-F238E27FC236}">
                <a16:creationId xmlns:a16="http://schemas.microsoft.com/office/drawing/2014/main" id="{3035E490-5F9A-4B9A-895D-C21D42608B7B}"/>
              </a:ext>
            </a:extLst>
          </p:cNvPr>
          <p:cNvSpPr>
            <a:spLocks xmlns:a="http://schemas.openxmlformats.org/drawingml/2006/main" noGrp="1"/>
          </p:cNvSpPr>
          <p:nvPr/>
        </p:nvSpPr>
        <p:spPr>
          <a:xfrm xmlns:a="http://schemas.openxmlformats.org/drawingml/2006/main">
            <a:off x="1647825" y="3019425"/>
            <a:ext cx="100984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1" name="dp42-comparison / n67 / text 1">
            <a:extLst xmlns:a="http://schemas.openxmlformats.org/drawingml/2006/main">
              <a:ext uri="{FF2B5EF4-FFF2-40B4-BE49-F238E27FC236}">
                <a16:creationId xmlns:a16="http://schemas.microsoft.com/office/drawing/2014/main" id="{001F2EB7-C424-4361-A109-532C1D8CFE01}"/>
              </a:ext>
            </a:extLst>
          </p:cNvPr>
          <p:cNvSpPr>
            <a:spLocks xmlns:a="http://schemas.openxmlformats.org/drawingml/2006/main" noGrp="1"/>
          </p:cNvSpPr>
          <p:nvPr/>
        </p:nvSpPr>
        <p:spPr>
          <a:xfrm xmlns:a="http://schemas.openxmlformats.org/drawingml/2006/main">
            <a:off x="1666875" y="3028950"/>
            <a:ext cx="1381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Conversation1</a:t>
            </a:r>
          </a:p>
        </p:txBody>
      </p:sp>
      <p:sp>
        <p:nvSpPr>
          <p:cNvPr id="112" name="dp42-comparison / n69">
            <a:extLst xmlns:a="http://schemas.openxmlformats.org/drawingml/2006/main">
              <a:ext uri="{FF2B5EF4-FFF2-40B4-BE49-F238E27FC236}">
                <a16:creationId xmlns:a16="http://schemas.microsoft.com/office/drawing/2014/main" id="{71E226F7-8D80-41FC-B165-2C1CA9E4AD4D}"/>
              </a:ext>
            </a:extLst>
          </p:cNvPr>
          <p:cNvSpPr>
            <a:spLocks xmlns:a="http://schemas.openxmlformats.org/drawingml/2006/main" noGrp="1"/>
          </p:cNvSpPr>
          <p:nvPr/>
        </p:nvSpPr>
        <p:spPr>
          <a:xfrm xmlns:a="http://schemas.openxmlformats.org/drawingml/2006/main">
            <a:off x="3171825" y="3009900"/>
            <a:ext cx="89458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3" name="dp42-comparison / n70 / text 1">
            <a:extLst xmlns:a="http://schemas.openxmlformats.org/drawingml/2006/main">
              <a:ext uri="{FF2B5EF4-FFF2-40B4-BE49-F238E27FC236}">
                <a16:creationId xmlns:a16="http://schemas.microsoft.com/office/drawing/2014/main" id="{0D0AE59A-0549-4A00-988A-EA18388A5421}"/>
              </a:ext>
            </a:extLst>
          </p:cNvPr>
          <p:cNvSpPr>
            <a:spLocks xmlns:a="http://schemas.openxmlformats.org/drawingml/2006/main" noGrp="1"/>
          </p:cNvSpPr>
          <p:nvPr/>
        </p:nvSpPr>
        <p:spPr>
          <a:xfrm xmlns:a="http://schemas.openxmlformats.org/drawingml/2006/main">
            <a:off x="3190875" y="3019425"/>
            <a:ext cx="5953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대화 연결 유지</a:t>
            </a:r>
          </a:p>
        </p:txBody>
      </p:sp>
      <p:sp>
        <p:nvSpPr>
          <p:cNvPr id="114" name="dp42-comparison / n71">
            <a:extLst xmlns:a="http://schemas.openxmlformats.org/drawingml/2006/main">
              <a:ext uri="{FF2B5EF4-FFF2-40B4-BE49-F238E27FC236}">
                <a16:creationId xmlns:a16="http://schemas.microsoft.com/office/drawing/2014/main" id="{85DAED90-0226-4C41-8A86-4A8C7CA0774E}"/>
              </a:ext>
            </a:extLst>
          </p:cNvPr>
          <p:cNvSpPr>
            <a:spLocks xmlns:a="http://schemas.openxmlformats.org/drawingml/2006/main" noGrp="1"/>
          </p:cNvSpPr>
          <p:nvPr/>
        </p:nvSpPr>
        <p:spPr>
          <a:xfrm xmlns:a="http://schemas.openxmlformats.org/drawingml/2006/main">
            <a:off x="1647825" y="3200400"/>
            <a:ext cx="650748"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5" name="dp42-comparison / n72 / text 1">
            <a:extLst xmlns:a="http://schemas.openxmlformats.org/drawingml/2006/main">
              <a:ext uri="{FF2B5EF4-FFF2-40B4-BE49-F238E27FC236}">
                <a16:creationId xmlns:a16="http://schemas.microsoft.com/office/drawing/2014/main" id="{1E2A86E9-5250-45CE-AD29-61458DBE24C1}"/>
              </a:ext>
            </a:extLst>
          </p:cNvPr>
          <p:cNvSpPr>
            <a:spLocks xmlns:a="http://schemas.openxmlformats.org/drawingml/2006/main" noGrp="1"/>
          </p:cNvSpPr>
          <p:nvPr/>
        </p:nvSpPr>
        <p:spPr>
          <a:xfrm xmlns:a="http://schemas.openxmlformats.org/drawingml/2006/main">
            <a:off x="1666875" y="3209925"/>
            <a:ext cx="1381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Request1</a:t>
            </a:r>
          </a:p>
        </p:txBody>
      </p:sp>
      <p:sp>
        <p:nvSpPr>
          <p:cNvPr id="116" name="dp42-comparison / n74">
            <a:extLst xmlns:a="http://schemas.openxmlformats.org/drawingml/2006/main">
              <a:ext uri="{FF2B5EF4-FFF2-40B4-BE49-F238E27FC236}">
                <a16:creationId xmlns:a16="http://schemas.microsoft.com/office/drawing/2014/main" id="{05B6C1AD-DD27-42B8-9760-89351062BA31}"/>
              </a:ext>
            </a:extLst>
          </p:cNvPr>
          <p:cNvSpPr>
            <a:spLocks xmlns:a="http://schemas.openxmlformats.org/drawingml/2006/main" noGrp="1"/>
          </p:cNvSpPr>
          <p:nvPr/>
        </p:nvSpPr>
        <p:spPr>
          <a:xfrm xmlns:a="http://schemas.openxmlformats.org/drawingml/2006/main">
            <a:off x="3171825" y="3190875"/>
            <a:ext cx="235762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7" name="dp42-comparison / n75 / text 1">
            <a:extLst xmlns:a="http://schemas.openxmlformats.org/drawingml/2006/main">
              <a:ext uri="{FF2B5EF4-FFF2-40B4-BE49-F238E27FC236}">
                <a16:creationId xmlns:a16="http://schemas.microsoft.com/office/drawing/2014/main" id="{92F675F5-8820-4E49-A32F-A8E92D4BF0C7}"/>
              </a:ext>
            </a:extLst>
          </p:cNvPr>
          <p:cNvSpPr>
            <a:spLocks xmlns:a="http://schemas.openxmlformats.org/drawingml/2006/main" noGrp="1"/>
          </p:cNvSpPr>
          <p:nvPr/>
        </p:nvSpPr>
        <p:spPr>
          <a:xfrm xmlns:a="http://schemas.openxmlformats.org/drawingml/2006/main">
            <a:off x="3190875" y="3200400"/>
            <a:ext cx="5953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Agent 답변 접수 확인 뒤 요청 처리 종료</a:t>
            </a:r>
          </a:p>
        </p:txBody>
      </p:sp>
      <p:sp>
        <p:nvSpPr>
          <p:cNvPr id="118" name="dp42-comparison / n76">
            <a:extLst xmlns:a="http://schemas.openxmlformats.org/drawingml/2006/main">
              <a:ext uri="{FF2B5EF4-FFF2-40B4-BE49-F238E27FC236}">
                <a16:creationId xmlns:a16="http://schemas.microsoft.com/office/drawing/2014/main" id="{9A9781E8-0013-4F5F-925A-446D2F5944CE}"/>
              </a:ext>
            </a:extLst>
          </p:cNvPr>
          <p:cNvSpPr>
            <a:spLocks xmlns:a="http://schemas.openxmlformats.org/drawingml/2006/main" noGrp="1"/>
          </p:cNvSpPr>
          <p:nvPr/>
        </p:nvSpPr>
        <p:spPr>
          <a:xfrm xmlns:a="http://schemas.openxmlformats.org/drawingml/2006/main">
            <a:off x="1647825" y="3381375"/>
            <a:ext cx="435292"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9" name="dp42-comparison / n77 / text 1">
            <a:extLst xmlns:a="http://schemas.openxmlformats.org/drawingml/2006/main">
              <a:ext uri="{FF2B5EF4-FFF2-40B4-BE49-F238E27FC236}">
                <a16:creationId xmlns:a16="http://schemas.microsoft.com/office/drawing/2014/main" id="{B61D9C29-9A3F-4235-8C5A-316B5427F11A}"/>
              </a:ext>
            </a:extLst>
          </p:cNvPr>
          <p:cNvSpPr>
            <a:spLocks xmlns:a="http://schemas.openxmlformats.org/drawingml/2006/main" noGrp="1"/>
          </p:cNvSpPr>
          <p:nvPr/>
        </p:nvSpPr>
        <p:spPr>
          <a:xfrm xmlns:a="http://schemas.openxmlformats.org/drawingml/2006/main">
            <a:off x="1666875" y="3390900"/>
            <a:ext cx="1381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Task1</a:t>
            </a:r>
          </a:p>
        </p:txBody>
      </p:sp>
      <p:sp>
        <p:nvSpPr>
          <p:cNvPr id="120" name="dp42-comparison / n79">
            <a:extLst xmlns:a="http://schemas.openxmlformats.org/drawingml/2006/main">
              <a:ext uri="{FF2B5EF4-FFF2-40B4-BE49-F238E27FC236}">
                <a16:creationId xmlns:a16="http://schemas.microsoft.com/office/drawing/2014/main" id="{427104E2-0526-45D9-9392-1BAC0FA3E4E2}"/>
              </a:ext>
            </a:extLst>
          </p:cNvPr>
          <p:cNvSpPr>
            <a:spLocks xmlns:a="http://schemas.openxmlformats.org/drawingml/2006/main" noGrp="1"/>
          </p:cNvSpPr>
          <p:nvPr/>
        </p:nvSpPr>
        <p:spPr>
          <a:xfrm xmlns:a="http://schemas.openxmlformats.org/drawingml/2006/main">
            <a:off x="3171825" y="3371850"/>
            <a:ext cx="18455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1" name="dp42-comparison / n80 / text 1">
            <a:extLst xmlns:a="http://schemas.openxmlformats.org/drawingml/2006/main">
              <a:ext uri="{FF2B5EF4-FFF2-40B4-BE49-F238E27FC236}">
                <a16:creationId xmlns:a16="http://schemas.microsoft.com/office/drawing/2014/main" id="{C2A24B2C-B5EC-418E-9CA9-DDD7828D5000}"/>
              </a:ext>
            </a:extLst>
          </p:cNvPr>
          <p:cNvSpPr>
            <a:spLocks xmlns:a="http://schemas.openxmlformats.org/drawingml/2006/main" noGrp="1"/>
          </p:cNvSpPr>
          <p:nvPr/>
        </p:nvSpPr>
        <p:spPr>
          <a:xfrm xmlns:a="http://schemas.openxmlformats.org/drawingml/2006/main">
            <a:off x="3190875" y="3381375"/>
            <a:ext cx="5953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보고서 업무 / 외부 실행은 계속</a:t>
            </a:r>
          </a:p>
        </p:txBody>
      </p:sp>
      <p:sp>
        <p:nvSpPr>
          <p:cNvPr id="122" name="dp42-comparison / n83">
            <a:extLst xmlns:a="http://schemas.openxmlformats.org/drawingml/2006/main">
              <a:ext uri="{FF2B5EF4-FFF2-40B4-BE49-F238E27FC236}">
                <a16:creationId xmlns:a16="http://schemas.microsoft.com/office/drawing/2014/main" id="{4CDE5D75-46A5-4915-8B31-4CE371A0F495}"/>
              </a:ext>
            </a:extLst>
          </p:cNvPr>
          <p:cNvSpPr>
            <a:spLocks xmlns:a="http://schemas.openxmlformats.org/drawingml/2006/main" noGrp="1"/>
          </p:cNvSpPr>
          <p:nvPr/>
        </p:nvSpPr>
        <p:spPr>
          <a:xfrm xmlns:a="http://schemas.openxmlformats.org/drawingml/2006/main">
            <a:off x="5029200" y="3733800"/>
            <a:ext cx="2393823"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3" name="dp42-comparison / n84 / text 1">
            <a:extLst xmlns:a="http://schemas.openxmlformats.org/drawingml/2006/main">
              <a:ext uri="{FF2B5EF4-FFF2-40B4-BE49-F238E27FC236}">
                <a16:creationId xmlns:a16="http://schemas.microsoft.com/office/drawing/2014/main" id="{94B5439A-45C1-404C-A895-F0DAD0E55EDC}"/>
              </a:ext>
            </a:extLst>
          </p:cNvPr>
          <p:cNvSpPr>
            <a:spLocks xmlns:a="http://schemas.openxmlformats.org/drawingml/2006/main" noGrp="1"/>
          </p:cNvSpPr>
          <p:nvPr/>
        </p:nvSpPr>
        <p:spPr>
          <a:xfrm xmlns:a="http://schemas.openxmlformats.org/drawingml/2006/main">
            <a:off x="5048250" y="3743325"/>
            <a:ext cx="40195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모듈형 Core / 관련 변경 공동 확정</a:t>
            </a:r>
          </a:p>
        </p:txBody>
      </p:sp>
      <p:sp>
        <p:nvSpPr>
          <p:cNvPr id="124" name="dp42-comparison / n101">
            <a:extLst xmlns:a="http://schemas.openxmlformats.org/drawingml/2006/main">
              <a:ext uri="{FF2B5EF4-FFF2-40B4-BE49-F238E27FC236}">
                <a16:creationId xmlns:a16="http://schemas.microsoft.com/office/drawing/2014/main" id="{610FE17B-C010-47CA-89E4-B1428D23FBF7}"/>
              </a:ext>
            </a:extLst>
          </p:cNvPr>
          <p:cNvSpPr>
            <a:spLocks xmlns:a="http://schemas.openxmlformats.org/drawingml/2006/main" noGrp="1"/>
          </p:cNvSpPr>
          <p:nvPr/>
        </p:nvSpPr>
        <p:spPr>
          <a:xfrm xmlns:a="http://schemas.openxmlformats.org/drawingml/2006/main">
            <a:off x="608647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5" name="dp42-comparison / n102 / text 1">
            <a:extLst xmlns:a="http://schemas.openxmlformats.org/drawingml/2006/main">
              <a:ext uri="{FF2B5EF4-FFF2-40B4-BE49-F238E27FC236}">
                <a16:creationId xmlns:a16="http://schemas.microsoft.com/office/drawing/2014/main" id="{7B37B2C8-75A1-43E8-B3C3-3DA0FFB8D1F4}"/>
              </a:ext>
            </a:extLst>
          </p:cNvPr>
          <p:cNvSpPr>
            <a:spLocks xmlns:a="http://schemas.openxmlformats.org/drawingml/2006/main" noGrp="1"/>
          </p:cNvSpPr>
          <p:nvPr/>
        </p:nvSpPr>
        <p:spPr>
          <a:xfrm xmlns:a="http://schemas.openxmlformats.org/drawingml/2006/main">
            <a:off x="610552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126" name="dp42-comparison / n112">
            <a:extLst xmlns:a="http://schemas.openxmlformats.org/drawingml/2006/main">
              <a:ext uri="{FF2B5EF4-FFF2-40B4-BE49-F238E27FC236}">
                <a16:creationId xmlns:a16="http://schemas.microsoft.com/office/drawing/2014/main" id="{CDE72D52-113F-4788-B1D8-06A94ABBC177}"/>
              </a:ext>
            </a:extLst>
          </p:cNvPr>
          <p:cNvSpPr>
            <a:spLocks xmlns:a="http://schemas.openxmlformats.org/drawingml/2006/main" noGrp="1"/>
          </p:cNvSpPr>
          <p:nvPr/>
        </p:nvSpPr>
        <p:spPr>
          <a:xfrm xmlns:a="http://schemas.openxmlformats.org/drawingml/2006/main">
            <a:off x="4838700" y="4381500"/>
            <a:ext cx="6076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7" name="dp42-comparison / n113 / text 1">
            <a:extLst xmlns:a="http://schemas.openxmlformats.org/drawingml/2006/main">
              <a:ext uri="{FF2B5EF4-FFF2-40B4-BE49-F238E27FC236}">
                <a16:creationId xmlns:a16="http://schemas.microsoft.com/office/drawing/2014/main" id="{4B16FD1B-4645-4FB7-AF3E-2BF379804211}"/>
              </a:ext>
            </a:extLst>
          </p:cNvPr>
          <p:cNvSpPr>
            <a:spLocks xmlns:a="http://schemas.openxmlformats.org/drawingml/2006/main" noGrp="1"/>
          </p:cNvSpPr>
          <p:nvPr/>
        </p:nvSpPr>
        <p:spPr>
          <a:xfrm xmlns:a="http://schemas.openxmlformats.org/drawingml/2006/main">
            <a:off x="4857750" y="43910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검증한 변경</a:t>
            </a:r>
          </a:p>
        </p:txBody>
      </p:sp>
      <p:sp>
        <p:nvSpPr>
          <p:cNvPr id="128" name="dp42-comparison / n114">
            <a:extLst xmlns:a="http://schemas.openxmlformats.org/drawingml/2006/main">
              <a:ext uri="{FF2B5EF4-FFF2-40B4-BE49-F238E27FC236}">
                <a16:creationId xmlns:a16="http://schemas.microsoft.com/office/drawing/2014/main" id="{D6178B88-FE65-4E14-87F4-DC35D89EE38B}"/>
              </a:ext>
            </a:extLst>
          </p:cNvPr>
          <p:cNvSpPr>
            <a:spLocks xmlns:a="http://schemas.openxmlformats.org/drawingml/2006/main" noGrp="1"/>
          </p:cNvSpPr>
          <p:nvPr/>
        </p:nvSpPr>
        <p:spPr>
          <a:xfrm xmlns:a="http://schemas.openxmlformats.org/drawingml/2006/main">
            <a:off x="4838700" y="4610100"/>
            <a:ext cx="65341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9" name="dp42-comparison / n115 / text 1">
            <a:extLst xmlns:a="http://schemas.openxmlformats.org/drawingml/2006/main">
              <a:ext uri="{FF2B5EF4-FFF2-40B4-BE49-F238E27FC236}">
                <a16:creationId xmlns:a16="http://schemas.microsoft.com/office/drawing/2014/main" id="{B9B7FFCB-C3AB-41DD-B57D-C822AFF6AA2B}"/>
              </a:ext>
            </a:extLst>
          </p:cNvPr>
          <p:cNvSpPr>
            <a:spLocks xmlns:a="http://schemas.openxmlformats.org/drawingml/2006/main" noGrp="1"/>
          </p:cNvSpPr>
          <p:nvPr/>
        </p:nvSpPr>
        <p:spPr>
          <a:xfrm xmlns:a="http://schemas.openxmlformats.org/drawingml/2006/main">
            <a:off x="4857750" y="46196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같은 commit</a:t>
            </a:r>
          </a:p>
        </p:txBody>
      </p:sp>
      <p:sp>
        <p:nvSpPr>
          <p:cNvPr id="130" name="dp42-comparison / n117">
            <a:extLst xmlns:a="http://schemas.openxmlformats.org/drawingml/2006/main">
              <a:ext uri="{FF2B5EF4-FFF2-40B4-BE49-F238E27FC236}">
                <a16:creationId xmlns:a16="http://schemas.microsoft.com/office/drawing/2014/main" id="{9AC868E7-C5F5-45D8-9E17-C45B35D61365}"/>
              </a:ext>
            </a:extLst>
          </p:cNvPr>
          <p:cNvSpPr>
            <a:spLocks xmlns:a="http://schemas.openxmlformats.org/drawingml/2006/main" noGrp="1"/>
          </p:cNvSpPr>
          <p:nvPr/>
        </p:nvSpPr>
        <p:spPr>
          <a:xfrm xmlns:a="http://schemas.openxmlformats.org/drawingml/2006/main">
            <a:off x="1666875" y="6191250"/>
            <a:ext cx="7524750" cy="762000"/>
          </a:xfrm>
          <a:custGeom xmlns:a="http://schemas.openxmlformats.org/drawingml/2006/main">
            <a:pathLst>
              <a:path w="7524750" h="762000">
                <a:moveTo>
                  <a:pt x="0" y="0"/>
                </a:moveTo>
                <a:lnTo>
                  <a:pt x="7353300" y="0"/>
                </a:lnTo>
                <a:lnTo>
                  <a:pt x="7524750" y="171450"/>
                </a:lnTo>
                <a:lnTo>
                  <a:pt x="7524750" y="762000"/>
                </a:lnTo>
                <a:lnTo>
                  <a:pt x="0" y="7620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1" name="dp42-comparison / n117 / fold">
            <a:extLst xmlns:a="http://schemas.openxmlformats.org/drawingml/2006/main">
              <a:ext uri="{FF2B5EF4-FFF2-40B4-BE49-F238E27FC236}">
                <a16:creationId xmlns:a16="http://schemas.microsoft.com/office/drawing/2014/main" id="{F1B40778-2989-43AD-A3A5-F6C6DB225EF4}"/>
              </a:ext>
            </a:extLst>
          </p:cNvPr>
          <p:cNvSpPr>
            <a:spLocks xmlns:a="http://schemas.openxmlformats.org/drawingml/2006/main" noGrp="1"/>
          </p:cNvSpPr>
          <p:nvPr/>
        </p:nvSpPr>
        <p:spPr>
          <a:xfrm xmlns:a="http://schemas.openxmlformats.org/drawingml/2006/main">
            <a:off x="9020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2" name="dp42-comparison / n118 / text 1">
            <a:extLst xmlns:a="http://schemas.openxmlformats.org/drawingml/2006/main">
              <a:ext uri="{FF2B5EF4-FFF2-40B4-BE49-F238E27FC236}">
                <a16:creationId xmlns:a16="http://schemas.microsoft.com/office/drawing/2014/main" id="{F2998E0D-13C1-4385-94AB-2FF6E3208EF9}"/>
              </a:ext>
            </a:extLst>
          </p:cNvPr>
          <p:cNvSpPr>
            <a:spLocks xmlns:a="http://schemas.openxmlformats.org/drawingml/2006/main" noGrp="1"/>
          </p:cNvSpPr>
          <p:nvPr/>
        </p:nvSpPr>
        <p:spPr>
          <a:xfrm xmlns:a="http://schemas.openxmlformats.org/drawingml/2006/main">
            <a:off x="1762125" y="6248400"/>
            <a:ext cx="725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집합: Request1→Question1→Task1 답변 연결 + 질문 변경 + Command1 준비</a:t>
            </a:r>
          </a:p>
        </p:txBody>
      </p:sp>
      <p:sp>
        <p:nvSpPr>
          <p:cNvPr id="133" name="dp42-comparison / n118 / text 2">
            <a:extLst xmlns:a="http://schemas.openxmlformats.org/drawingml/2006/main">
              <a:ext uri="{FF2B5EF4-FFF2-40B4-BE49-F238E27FC236}">
                <a16:creationId xmlns:a16="http://schemas.microsoft.com/office/drawing/2014/main" id="{BFA44E97-A070-4BC6-9859-FFD227877857}"/>
              </a:ext>
            </a:extLst>
          </p:cNvPr>
          <p:cNvSpPr>
            <a:spLocks xmlns:a="http://schemas.openxmlformats.org/drawingml/2006/main" noGrp="1"/>
          </p:cNvSpPr>
          <p:nvPr/>
        </p:nvSpPr>
        <p:spPr>
          <a:xfrm xmlns:a="http://schemas.openxmlformats.org/drawingml/2006/main">
            <a:off x="1762125" y="6385560"/>
            <a:ext cx="725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Question1: OPEN → ANSWERED / Command1: PENDING</a:t>
            </a:r>
          </a:p>
        </p:txBody>
      </p:sp>
      <p:sp>
        <p:nvSpPr>
          <p:cNvPr id="134" name="dp42-comparison / n118 / text 3">
            <a:extLst xmlns:a="http://schemas.openxmlformats.org/drawingml/2006/main">
              <a:ext uri="{FF2B5EF4-FFF2-40B4-BE49-F238E27FC236}">
                <a16:creationId xmlns:a16="http://schemas.microsoft.com/office/drawing/2014/main" id="{E0242EE3-B3AF-450A-A7C0-AD956467E21C}"/>
              </a:ext>
            </a:extLst>
          </p:cNvPr>
          <p:cNvSpPr>
            <a:spLocks xmlns:a="http://schemas.openxmlformats.org/drawingml/2006/main" noGrp="1"/>
          </p:cNvSpPr>
          <p:nvPr/>
        </p:nvSpPr>
        <p:spPr>
          <a:xfrm xmlns:a="http://schemas.openxmlformats.org/drawingml/2006/main">
            <a:off x="1762125" y="6522720"/>
            <a:ext cx="725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commit 성공: 관련 변경 모두 반영 / 충돌 / 실패: 모두 미반영</a:t>
            </a:r>
          </a:p>
        </p:txBody>
      </p:sp>
      <p:sp>
        <p:nvSpPr>
          <p:cNvPr id="135" name="dp42-comparison / n118 / text 4">
            <a:extLst xmlns:a="http://schemas.openxmlformats.org/drawingml/2006/main">
              <a:ext uri="{FF2B5EF4-FFF2-40B4-BE49-F238E27FC236}">
                <a16:creationId xmlns:a16="http://schemas.microsoft.com/office/drawing/2014/main" id="{CD9BC566-78B2-4A9F-AC9F-48111B08A781}"/>
              </a:ext>
            </a:extLst>
          </p:cNvPr>
          <p:cNvSpPr>
            <a:spLocks xmlns:a="http://schemas.openxmlformats.org/drawingml/2006/main" noGrp="1"/>
          </p:cNvSpPr>
          <p:nvPr/>
        </p:nvSpPr>
        <p:spPr>
          <a:xfrm xmlns:a="http://schemas.openxmlformats.org/drawingml/2006/main">
            <a:off x="1762125" y="6659880"/>
            <a:ext cx="725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그 뒤 Agent 전송 / 외부 접수 확인 / 실제 응답 전달은 별도 사건</a:t>
            </a:r>
          </a:p>
        </p:txBody>
      </p:sp>
      <p:sp>
        <p:nvSpPr>
          <p:cNvPr id="136" name="dp42-comparison / n120">
            <a:extLst xmlns:a="http://schemas.openxmlformats.org/drawingml/2006/main">
              <a:ext uri="{FF2B5EF4-FFF2-40B4-BE49-F238E27FC236}">
                <a16:creationId xmlns:a16="http://schemas.microsoft.com/office/drawing/2014/main" id="{74F6E133-FA54-4B7F-8A4A-A42235890B8D}"/>
              </a:ext>
            </a:extLst>
          </p:cNvPr>
          <p:cNvSpPr>
            <a:spLocks xmlns:a="http://schemas.openxmlformats.org/drawingml/2006/main" noGrp="1"/>
          </p:cNvSpPr>
          <p:nvPr/>
        </p:nvSpPr>
        <p:spPr>
          <a:xfrm xmlns:a="http://schemas.openxmlformats.org/drawingml/2006/main">
            <a:off x="1647825" y="7086600"/>
            <a:ext cx="409308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7" name="dp42-comparison / n121 / text 1">
            <a:extLst xmlns:a="http://schemas.openxmlformats.org/drawingml/2006/main">
              <a:ext uri="{FF2B5EF4-FFF2-40B4-BE49-F238E27FC236}">
                <a16:creationId xmlns:a16="http://schemas.microsoft.com/office/drawing/2014/main" id="{71AE54C9-0AB1-41EA-813E-2640B6C91F17}"/>
              </a:ext>
            </a:extLst>
          </p:cNvPr>
          <p:cNvSpPr>
            <a:spLocks xmlns:a="http://schemas.openxmlformats.org/drawingml/2006/main" noGrp="1"/>
          </p:cNvSpPr>
          <p:nvPr/>
        </p:nvSpPr>
        <p:spPr>
          <a:xfrm xmlns:a="http://schemas.openxmlformats.org/drawingml/2006/main">
            <a:off x="1666875" y="70961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보조 제어: hold와 전송 CAS의 선후를 같은 로컬 확정 순서로 판정</a:t>
            </a:r>
          </a:p>
        </p:txBody>
      </p:sp>
      <p:sp>
        <p:nvSpPr>
          <p:cNvPr id="138" name="dp42-comparison / n122">
            <a:extLst xmlns:a="http://schemas.openxmlformats.org/drawingml/2006/main">
              <a:ext uri="{FF2B5EF4-FFF2-40B4-BE49-F238E27FC236}">
                <a16:creationId xmlns:a16="http://schemas.microsoft.com/office/drawing/2014/main" id="{873B28E1-4C6F-4140-84BB-5D9A49F97D5D}"/>
              </a:ext>
            </a:extLst>
          </p:cNvPr>
          <p:cNvSpPr>
            <a:spLocks xmlns:a="http://schemas.openxmlformats.org/drawingml/2006/main" noGrp="1"/>
          </p:cNvSpPr>
          <p:nvPr/>
        </p:nvSpPr>
        <p:spPr>
          <a:xfrm xmlns:a="http://schemas.openxmlformats.org/drawingml/2006/main">
            <a:off x="1647825" y="7305675"/>
            <a:ext cx="490423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9" name="dp42-comparison / n123 / text 1">
            <a:extLst xmlns:a="http://schemas.openxmlformats.org/drawingml/2006/main">
              <a:ext uri="{FF2B5EF4-FFF2-40B4-BE49-F238E27FC236}">
                <a16:creationId xmlns:a16="http://schemas.microsoft.com/office/drawing/2014/main" id="{78B6F216-AD41-432C-9251-BD7406A354CC}"/>
              </a:ext>
            </a:extLst>
          </p:cNvPr>
          <p:cNvSpPr>
            <a:spLocks xmlns:a="http://schemas.openxmlformats.org/drawingml/2006/main" noGrp="1"/>
          </p:cNvSpPr>
          <p:nvPr/>
        </p:nvSpPr>
        <p:spPr>
          <a:xfrm xmlns:a="http://schemas.openxmlformats.org/drawingml/2006/main">
            <a:off x="1666875" y="731520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DISPATCHING 뒤 정정: 실제 외부 상태 조회 / 제어 / 발화 시작만으로 취소 완료 아님</a:t>
            </a:r>
          </a:p>
        </p:txBody>
      </p:sp>
      <p:sp>
        <p:nvSpPr>
          <p:cNvPr id="140" name="dp42-comparison / n124">
            <a:extLst xmlns:a="http://schemas.openxmlformats.org/drawingml/2006/main">
              <a:ext uri="{FF2B5EF4-FFF2-40B4-BE49-F238E27FC236}">
                <a16:creationId xmlns:a16="http://schemas.microsoft.com/office/drawing/2014/main" id="{9CB5168A-AAC6-436F-B817-74DCD34E2804}"/>
              </a:ext>
            </a:extLst>
          </p:cNvPr>
          <p:cNvSpPr>
            <a:spLocks xmlns:a="http://schemas.openxmlformats.org/drawingml/2006/main" noGrp="1"/>
          </p:cNvSpPr>
          <p:nvPr/>
        </p:nvSpPr>
        <p:spPr>
          <a:xfrm xmlns:a="http://schemas.openxmlformats.org/drawingml/2006/main">
            <a:off x="995362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41" name="dp42-comparison / n125 / text 1">
            <a:extLst xmlns:a="http://schemas.openxmlformats.org/drawingml/2006/main">
              <a:ext uri="{FF2B5EF4-FFF2-40B4-BE49-F238E27FC236}">
                <a16:creationId xmlns:a16="http://schemas.microsoft.com/office/drawing/2014/main" id="{0BCFC13D-C197-485C-8920-91E1CA4893F7}"/>
              </a:ext>
            </a:extLst>
          </p:cNvPr>
          <p:cNvSpPr>
            <a:spLocks xmlns:a="http://schemas.openxmlformats.org/drawingml/2006/main" noGrp="1"/>
          </p:cNvSpPr>
          <p:nvPr/>
        </p:nvSpPr>
        <p:spPr>
          <a:xfrm xmlns:a="http://schemas.openxmlformats.org/drawingml/2006/main">
            <a:off x="1003935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42" name="dp42-comparison / n128 / path">
            <a:extLst xmlns:a="http://schemas.openxmlformats.org/drawingml/2006/main">
              <a:ext uri="{FF2B5EF4-FFF2-40B4-BE49-F238E27FC236}">
                <a16:creationId xmlns:a16="http://schemas.microsoft.com/office/drawing/2014/main" id="{254B52A5-C574-4BE8-BA66-D16ACD41A0B5}"/>
              </a:ext>
            </a:extLst>
          </p:cNvPr>
          <p:cNvSpPr>
            <a:spLocks xmlns:a="http://schemas.openxmlformats.org/drawingml/2006/main" noGrp="1"/>
          </p:cNvSpPr>
          <p:nvPr/>
        </p:nvSpPr>
        <p:spPr>
          <a:xfrm xmlns:a="http://schemas.openxmlformats.org/drawingml/2006/main">
            <a:off x="1252537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43" name="dp42-comparison / n128 / arrow">
            <a:extLst xmlns:a="http://schemas.openxmlformats.org/drawingml/2006/main">
              <a:ext uri="{FF2B5EF4-FFF2-40B4-BE49-F238E27FC236}">
                <a16:creationId xmlns:a16="http://schemas.microsoft.com/office/drawing/2014/main" id="{A48B9735-EFE3-4258-8556-65C6A0210820}"/>
              </a:ext>
            </a:extLst>
          </p:cNvPr>
          <p:cNvSpPr>
            <a:spLocks xmlns:a="http://schemas.openxmlformats.org/drawingml/2006/main" noGrp="1"/>
          </p:cNvSpPr>
          <p:nvPr/>
        </p:nvSpPr>
        <p:spPr>
          <a:xfrm xmlns:a="http://schemas.openxmlformats.org/drawingml/2006/main">
            <a:off x="1279169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44" name="dp42-comparison / n133 / path">
            <a:extLst xmlns:a="http://schemas.openxmlformats.org/drawingml/2006/main">
              <a:ext uri="{FF2B5EF4-FFF2-40B4-BE49-F238E27FC236}">
                <a16:creationId xmlns:a16="http://schemas.microsoft.com/office/drawing/2014/main" id="{C42C4157-E0AD-4E74-B925-E31C6E516397}"/>
              </a:ext>
            </a:extLst>
          </p:cNvPr>
          <p:cNvSpPr>
            <a:spLocks xmlns:a="http://schemas.openxmlformats.org/drawingml/2006/main" noGrp="1"/>
          </p:cNvSpPr>
          <p:nvPr/>
        </p:nvSpPr>
        <p:spPr>
          <a:xfrm xmlns:a="http://schemas.openxmlformats.org/drawingml/2006/main">
            <a:off x="11391900" y="31623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45" name="dp42-comparison / n138 / path">
            <a:extLst xmlns:a="http://schemas.openxmlformats.org/drawingml/2006/main">
              <a:ext uri="{FF2B5EF4-FFF2-40B4-BE49-F238E27FC236}">
                <a16:creationId xmlns:a16="http://schemas.microsoft.com/office/drawing/2014/main" id="{FBC1EB76-F94F-4F44-B091-88E16B37A616}"/>
              </a:ext>
            </a:extLst>
          </p:cNvPr>
          <p:cNvSpPr>
            <a:spLocks xmlns:a="http://schemas.openxmlformats.org/drawingml/2006/main" noGrp="1"/>
          </p:cNvSpPr>
          <p:nvPr/>
        </p:nvSpPr>
        <p:spPr>
          <a:xfrm xmlns:a="http://schemas.openxmlformats.org/drawingml/2006/main">
            <a:off x="11391900" y="3343275"/>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146" name="dp42-comparison / n143 / path">
            <a:extLst xmlns:a="http://schemas.openxmlformats.org/drawingml/2006/main">
              <a:ext uri="{FF2B5EF4-FFF2-40B4-BE49-F238E27FC236}">
                <a16:creationId xmlns:a16="http://schemas.microsoft.com/office/drawing/2014/main" id="{A702664D-23E6-4B77-8F2C-7778E43AAD5A}"/>
              </a:ext>
            </a:extLst>
          </p:cNvPr>
          <p:cNvSpPr>
            <a:spLocks xmlns:a="http://schemas.openxmlformats.org/drawingml/2006/main" noGrp="1"/>
          </p:cNvSpPr>
          <p:nvPr/>
        </p:nvSpPr>
        <p:spPr>
          <a:xfrm xmlns:a="http://schemas.openxmlformats.org/drawingml/2006/main">
            <a:off x="11391900" y="35242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47" name="dp42-comparison / n146">
            <a:extLst xmlns:a="http://schemas.openxmlformats.org/drawingml/2006/main">
              <a:ext uri="{FF2B5EF4-FFF2-40B4-BE49-F238E27FC236}">
                <a16:creationId xmlns:a16="http://schemas.microsoft.com/office/drawing/2014/main" id="{7B94C290-EA61-4777-AD1A-C2D2B02A5DEF}"/>
              </a:ext>
            </a:extLst>
          </p:cNvPr>
          <p:cNvSpPr>
            <a:spLocks xmlns:a="http://schemas.openxmlformats.org/drawingml/2006/main" noGrp="1"/>
          </p:cNvSpPr>
          <p:nvPr/>
        </p:nvSpPr>
        <p:spPr>
          <a:xfrm xmlns:a="http://schemas.openxmlformats.org/drawingml/2006/main">
            <a:off x="9858375" y="3638550"/>
            <a:ext cx="323850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48" name="dp42-comparison / n147 / text 1">
            <a:extLst xmlns:a="http://schemas.openxmlformats.org/drawingml/2006/main">
              <a:ext uri="{FF2B5EF4-FFF2-40B4-BE49-F238E27FC236}">
                <a16:creationId xmlns:a16="http://schemas.microsoft.com/office/drawing/2014/main" id="{E58C40DD-CD21-4A04-8A06-99E1AC4CCF8B}"/>
              </a:ext>
            </a:extLst>
          </p:cNvPr>
          <p:cNvSpPr>
            <a:spLocks xmlns:a="http://schemas.openxmlformats.org/drawingml/2006/main" noGrp="1"/>
          </p:cNvSpPr>
          <p:nvPr/>
        </p:nvSpPr>
        <p:spPr>
          <a:xfrm xmlns:a="http://schemas.openxmlformats.org/drawingml/2006/main">
            <a:off x="9982200" y="3733800"/>
            <a:ext cx="2990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대화 서비스</a:t>
            </a:r>
          </a:p>
        </p:txBody>
      </p:sp>
      <p:sp>
        <p:nvSpPr>
          <p:cNvPr id="149" name="dp42-comparison / n148">
            <a:extLst xmlns:a="http://schemas.openxmlformats.org/drawingml/2006/main">
              <a:ext uri="{FF2B5EF4-FFF2-40B4-BE49-F238E27FC236}">
                <a16:creationId xmlns:a16="http://schemas.microsoft.com/office/drawing/2014/main" id="{A7982159-368C-4CA3-9DB4-303B747F999D}"/>
              </a:ext>
            </a:extLst>
          </p:cNvPr>
          <p:cNvSpPr>
            <a:spLocks xmlns:a="http://schemas.openxmlformats.org/drawingml/2006/main" noGrp="1"/>
          </p:cNvSpPr>
          <p:nvPr/>
        </p:nvSpPr>
        <p:spPr>
          <a:xfrm xmlns:a="http://schemas.openxmlformats.org/drawingml/2006/main">
            <a:off x="14097000" y="3638550"/>
            <a:ext cx="3476625"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50" name="dp42-comparison / n149 / text 1">
            <a:extLst xmlns:a="http://schemas.openxmlformats.org/drawingml/2006/main">
              <a:ext uri="{FF2B5EF4-FFF2-40B4-BE49-F238E27FC236}">
                <a16:creationId xmlns:a16="http://schemas.microsoft.com/office/drawing/2014/main" id="{FA05BB48-7372-4A47-A8B0-4243D63D778D}"/>
              </a:ext>
            </a:extLst>
          </p:cNvPr>
          <p:cNvSpPr>
            <a:spLocks xmlns:a="http://schemas.openxmlformats.org/drawingml/2006/main" noGrp="1"/>
          </p:cNvSpPr>
          <p:nvPr/>
        </p:nvSpPr>
        <p:spPr>
          <a:xfrm xmlns:a="http://schemas.openxmlformats.org/drawingml/2006/main">
            <a:off x="14220825" y="3733800"/>
            <a:ext cx="3228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업무 서비스</a:t>
            </a:r>
          </a:p>
        </p:txBody>
      </p:sp>
      <p:sp>
        <p:nvSpPr>
          <p:cNvPr id="151" name="dp42-comparison / n150">
            <a:extLst xmlns:a="http://schemas.openxmlformats.org/drawingml/2006/main">
              <a:ext uri="{FF2B5EF4-FFF2-40B4-BE49-F238E27FC236}">
                <a16:creationId xmlns:a16="http://schemas.microsoft.com/office/drawing/2014/main" id="{C53CADF6-CAEF-4F15-8C04-BF6B43B8EF0A}"/>
              </a:ext>
            </a:extLst>
          </p:cNvPr>
          <p:cNvSpPr>
            <a:spLocks xmlns:a="http://schemas.openxmlformats.org/drawingml/2006/main" noGrp="1"/>
          </p:cNvSpPr>
          <p:nvPr/>
        </p:nvSpPr>
        <p:spPr>
          <a:xfrm xmlns:a="http://schemas.openxmlformats.org/drawingml/2006/main">
            <a:off x="1000125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52" name="dp42-comparison / n151 / text 1">
            <a:extLst xmlns:a="http://schemas.openxmlformats.org/drawingml/2006/main">
              <a:ext uri="{FF2B5EF4-FFF2-40B4-BE49-F238E27FC236}">
                <a16:creationId xmlns:a16="http://schemas.microsoft.com/office/drawing/2014/main" id="{CDF7B581-B519-4C4D-8826-81A93BD1505C}"/>
              </a:ext>
            </a:extLst>
          </p:cNvPr>
          <p:cNvSpPr>
            <a:spLocks xmlns:a="http://schemas.openxmlformats.org/drawingml/2006/main" noGrp="1"/>
          </p:cNvSpPr>
          <p:nvPr/>
        </p:nvSpPr>
        <p:spPr>
          <a:xfrm xmlns:a="http://schemas.openxmlformats.org/drawingml/2006/main">
            <a:off x="1012507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53" name="dp42-comparison / n152">
            <a:extLst xmlns:a="http://schemas.openxmlformats.org/drawingml/2006/main">
              <a:ext uri="{FF2B5EF4-FFF2-40B4-BE49-F238E27FC236}">
                <a16:creationId xmlns:a16="http://schemas.microsoft.com/office/drawing/2014/main" id="{E865A1B5-6D59-4FA8-8A59-DF2F9ABD93F3}"/>
              </a:ext>
            </a:extLst>
          </p:cNvPr>
          <p:cNvSpPr>
            <a:spLocks xmlns:a="http://schemas.openxmlformats.org/drawingml/2006/main" noGrp="1"/>
          </p:cNvSpPr>
          <p:nvPr/>
        </p:nvSpPr>
        <p:spPr>
          <a:xfrm xmlns:a="http://schemas.openxmlformats.org/drawingml/2006/main">
            <a:off x="1009650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54" name="dp42-comparison / n153 / text 1">
            <a:extLst xmlns:a="http://schemas.openxmlformats.org/drawingml/2006/main">
              <a:ext uri="{FF2B5EF4-FFF2-40B4-BE49-F238E27FC236}">
                <a16:creationId xmlns:a16="http://schemas.microsoft.com/office/drawing/2014/main" id="{1242C17E-2027-48D3-8DE6-9C028541E44A}"/>
              </a:ext>
            </a:extLst>
          </p:cNvPr>
          <p:cNvSpPr>
            <a:spLocks xmlns:a="http://schemas.openxmlformats.org/drawingml/2006/main" noGrp="1"/>
          </p:cNvSpPr>
          <p:nvPr/>
        </p:nvSpPr>
        <p:spPr>
          <a:xfrm xmlns:a="http://schemas.openxmlformats.org/drawingml/2006/main">
            <a:off x="1018222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155" name="dp42-comparison / n154">
            <a:extLst xmlns:a="http://schemas.openxmlformats.org/drawingml/2006/main">
              <a:ext uri="{FF2B5EF4-FFF2-40B4-BE49-F238E27FC236}">
                <a16:creationId xmlns:a16="http://schemas.microsoft.com/office/drawing/2014/main" id="{1BBE84B6-2D59-4B4C-8AF7-44BC095E007E}"/>
              </a:ext>
            </a:extLst>
          </p:cNvPr>
          <p:cNvSpPr>
            <a:spLocks xmlns:a="http://schemas.openxmlformats.org/drawingml/2006/main" noGrp="1"/>
          </p:cNvSpPr>
          <p:nvPr/>
        </p:nvSpPr>
        <p:spPr>
          <a:xfrm xmlns:a="http://schemas.openxmlformats.org/drawingml/2006/main">
            <a:off x="1423987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56" name="dp42-comparison / n155 / text 1">
            <a:extLst xmlns:a="http://schemas.openxmlformats.org/drawingml/2006/main">
              <a:ext uri="{FF2B5EF4-FFF2-40B4-BE49-F238E27FC236}">
                <a16:creationId xmlns:a16="http://schemas.microsoft.com/office/drawing/2014/main" id="{4AA5C11A-962C-4AA2-85F9-101B2F3F2BC3}"/>
              </a:ext>
            </a:extLst>
          </p:cNvPr>
          <p:cNvSpPr>
            <a:spLocks xmlns:a="http://schemas.openxmlformats.org/drawingml/2006/main" noGrp="1"/>
          </p:cNvSpPr>
          <p:nvPr/>
        </p:nvSpPr>
        <p:spPr>
          <a:xfrm xmlns:a="http://schemas.openxmlformats.org/drawingml/2006/main">
            <a:off x="1436370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157" name="dp42-comparison / n156">
            <a:extLst xmlns:a="http://schemas.openxmlformats.org/drawingml/2006/main">
              <a:ext uri="{FF2B5EF4-FFF2-40B4-BE49-F238E27FC236}">
                <a16:creationId xmlns:a16="http://schemas.microsoft.com/office/drawing/2014/main" id="{E7B944B3-FDAD-41DF-9BE7-DCC661FE38F2}"/>
              </a:ext>
            </a:extLst>
          </p:cNvPr>
          <p:cNvSpPr>
            <a:spLocks xmlns:a="http://schemas.openxmlformats.org/drawingml/2006/main" noGrp="1"/>
          </p:cNvSpPr>
          <p:nvPr/>
        </p:nvSpPr>
        <p:spPr>
          <a:xfrm xmlns:a="http://schemas.openxmlformats.org/drawingml/2006/main">
            <a:off x="14382750" y="4400550"/>
            <a:ext cx="2905125" cy="209550"/>
          </a:xfrm>
          <a:prstGeom xmlns:a="http://schemas.openxmlformats.org/drawingml/2006/main" prst="roundRect">
            <a:avLst>
              <a:gd name="adj" fmla="val 36364"/>
            </a:avLst>
          </a:prstGeom>
          <a:solidFill xmlns:a="http://schemas.openxmlformats.org/drawingml/2006/main">
            <a:srgbClr val="FFF0DD"/>
          </a:solidFill>
          <a:ln xmlns:a="http://schemas.openxmlformats.org/drawingml/2006/main" w="17145">
            <a:solidFill>
              <a:srgbClr val="B8753F"/>
            </a:solidFill>
            <a:prstDash val="solid"/>
          </a:ln>
        </p:spPr>
      </p:sp>
      <p:sp>
        <p:nvSpPr>
          <p:cNvPr id="158" name="dp42-comparison / n157 / text 1">
            <a:extLst xmlns:a="http://schemas.openxmlformats.org/drawingml/2006/main">
              <a:ext uri="{FF2B5EF4-FFF2-40B4-BE49-F238E27FC236}">
                <a16:creationId xmlns:a16="http://schemas.microsoft.com/office/drawing/2014/main" id="{5533CB95-A5F0-46A4-B4F9-96C41540FE89}"/>
              </a:ext>
            </a:extLst>
          </p:cNvPr>
          <p:cNvSpPr>
            <a:spLocks xmlns:a="http://schemas.openxmlformats.org/drawingml/2006/main" noGrp="1"/>
          </p:cNvSpPr>
          <p:nvPr/>
        </p:nvSpPr>
        <p:spPr>
          <a:xfrm xmlns:a="http://schemas.openxmlformats.org/drawingml/2006/main">
            <a:off x="1446847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159" name="dp42-comparison / n158">
            <a:extLst xmlns:a="http://schemas.openxmlformats.org/drawingml/2006/main">
              <a:ext uri="{FF2B5EF4-FFF2-40B4-BE49-F238E27FC236}">
                <a16:creationId xmlns:a16="http://schemas.microsoft.com/office/drawing/2014/main" id="{7EBA4712-879D-4B6D-BAA5-FBE85E2CAE65}"/>
              </a:ext>
            </a:extLst>
          </p:cNvPr>
          <p:cNvSpPr>
            <a:spLocks xmlns:a="http://schemas.openxmlformats.org/drawingml/2006/main" noGrp="1"/>
          </p:cNvSpPr>
          <p:nvPr/>
        </p:nvSpPr>
        <p:spPr>
          <a:xfrm xmlns:a="http://schemas.openxmlformats.org/drawingml/2006/main">
            <a:off x="1433512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60" name="dp42-comparison / n159 / text 1">
            <a:extLst xmlns:a="http://schemas.openxmlformats.org/drawingml/2006/main">
              <a:ext uri="{FF2B5EF4-FFF2-40B4-BE49-F238E27FC236}">
                <a16:creationId xmlns:a16="http://schemas.microsoft.com/office/drawing/2014/main" id="{AF7C8C54-7B95-40CB-9A51-797BF97F3254}"/>
              </a:ext>
            </a:extLst>
          </p:cNvPr>
          <p:cNvSpPr>
            <a:spLocks xmlns:a="http://schemas.openxmlformats.org/drawingml/2006/main" noGrp="1"/>
          </p:cNvSpPr>
          <p:nvPr/>
        </p:nvSpPr>
        <p:spPr>
          <a:xfrm xmlns:a="http://schemas.openxmlformats.org/drawingml/2006/main">
            <a:off x="1442085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161" name="dp42-comparison / n160">
            <a:extLst xmlns:a="http://schemas.openxmlformats.org/drawingml/2006/main">
              <a:ext uri="{FF2B5EF4-FFF2-40B4-BE49-F238E27FC236}">
                <a16:creationId xmlns:a16="http://schemas.microsoft.com/office/drawing/2014/main" id="{E969CE6F-D09B-4950-B0DC-399B48019C8D}"/>
              </a:ext>
            </a:extLst>
          </p:cNvPr>
          <p:cNvSpPr>
            <a:spLocks xmlns:a="http://schemas.openxmlformats.org/drawingml/2006/main" noGrp="1"/>
          </p:cNvSpPr>
          <p:nvPr/>
        </p:nvSpPr>
        <p:spPr>
          <a:xfrm xmlns:a="http://schemas.openxmlformats.org/drawingml/2006/main">
            <a:off x="1000125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2" name="dp42-comparison / n161 / text 1">
            <a:extLst xmlns:a="http://schemas.openxmlformats.org/drawingml/2006/main">
              <a:ext uri="{FF2B5EF4-FFF2-40B4-BE49-F238E27FC236}">
                <a16:creationId xmlns:a16="http://schemas.microsoft.com/office/drawing/2014/main" id="{281F6177-2DFC-4A8A-882A-20B797DD36CF}"/>
              </a:ext>
            </a:extLst>
          </p:cNvPr>
          <p:cNvSpPr>
            <a:spLocks xmlns:a="http://schemas.openxmlformats.org/drawingml/2006/main" noGrp="1"/>
          </p:cNvSpPr>
          <p:nvPr/>
        </p:nvSpPr>
        <p:spPr>
          <a:xfrm xmlns:a="http://schemas.openxmlformats.org/drawingml/2006/main">
            <a:off x="1012507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63" name="dp42-comparison / n162">
            <a:extLst xmlns:a="http://schemas.openxmlformats.org/drawingml/2006/main">
              <a:ext uri="{FF2B5EF4-FFF2-40B4-BE49-F238E27FC236}">
                <a16:creationId xmlns:a16="http://schemas.microsoft.com/office/drawing/2014/main" id="{523D1AC7-1E2B-4627-9310-BD813266429F}"/>
              </a:ext>
            </a:extLst>
          </p:cNvPr>
          <p:cNvSpPr>
            <a:spLocks xmlns:a="http://schemas.openxmlformats.org/drawingml/2006/main" noGrp="1"/>
          </p:cNvSpPr>
          <p:nvPr/>
        </p:nvSpPr>
        <p:spPr>
          <a:xfrm xmlns:a="http://schemas.openxmlformats.org/drawingml/2006/main">
            <a:off x="1009650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64" name="dp42-comparison / n163 / text 1">
            <a:extLst xmlns:a="http://schemas.openxmlformats.org/drawingml/2006/main">
              <a:ext uri="{FF2B5EF4-FFF2-40B4-BE49-F238E27FC236}">
                <a16:creationId xmlns:a16="http://schemas.microsoft.com/office/drawing/2014/main" id="{2421573A-EAF2-453A-B5CF-64888CDFDD43}"/>
              </a:ext>
            </a:extLst>
          </p:cNvPr>
          <p:cNvSpPr>
            <a:spLocks xmlns:a="http://schemas.openxmlformats.org/drawingml/2006/main" noGrp="1"/>
          </p:cNvSpPr>
          <p:nvPr/>
        </p:nvSpPr>
        <p:spPr>
          <a:xfrm xmlns:a="http://schemas.openxmlformats.org/drawingml/2006/main">
            <a:off x="1018222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165" name="dp42-comparison / n164">
            <a:extLst xmlns:a="http://schemas.openxmlformats.org/drawingml/2006/main">
              <a:ext uri="{FF2B5EF4-FFF2-40B4-BE49-F238E27FC236}">
                <a16:creationId xmlns:a16="http://schemas.microsoft.com/office/drawing/2014/main" id="{746526B5-AD51-4AD9-9D44-75335E9049E0}"/>
              </a:ext>
            </a:extLst>
          </p:cNvPr>
          <p:cNvSpPr>
            <a:spLocks xmlns:a="http://schemas.openxmlformats.org/drawingml/2006/main" noGrp="1"/>
          </p:cNvSpPr>
          <p:nvPr/>
        </p:nvSpPr>
        <p:spPr>
          <a:xfrm xmlns:a="http://schemas.openxmlformats.org/drawingml/2006/main">
            <a:off x="1423987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6" name="dp42-comparison / n165 / text 1">
            <a:extLst xmlns:a="http://schemas.openxmlformats.org/drawingml/2006/main">
              <a:ext uri="{FF2B5EF4-FFF2-40B4-BE49-F238E27FC236}">
                <a16:creationId xmlns:a16="http://schemas.microsoft.com/office/drawing/2014/main" id="{75A3FC32-7B9A-4A3B-AA8D-17D85D84BC8C}"/>
              </a:ext>
            </a:extLst>
          </p:cNvPr>
          <p:cNvSpPr>
            <a:spLocks xmlns:a="http://schemas.openxmlformats.org/drawingml/2006/main" noGrp="1"/>
          </p:cNvSpPr>
          <p:nvPr/>
        </p:nvSpPr>
        <p:spPr>
          <a:xfrm xmlns:a="http://schemas.openxmlformats.org/drawingml/2006/main">
            <a:off x="1432560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167" name="dp42-comparison / n168 / path">
            <a:extLst xmlns:a="http://schemas.openxmlformats.org/drawingml/2006/main">
              <a:ext uri="{FF2B5EF4-FFF2-40B4-BE49-F238E27FC236}">
                <a16:creationId xmlns:a16="http://schemas.microsoft.com/office/drawing/2014/main" id="{4D630027-EC8F-4942-8729-F41C7DF03AD1}"/>
              </a:ext>
            </a:extLst>
          </p:cNvPr>
          <p:cNvSpPr>
            <a:spLocks xmlns:a="http://schemas.openxmlformats.org/drawingml/2006/main" noGrp="1"/>
          </p:cNvSpPr>
          <p:nvPr/>
        </p:nvSpPr>
        <p:spPr>
          <a:xfrm xmlns:a="http://schemas.openxmlformats.org/drawingml/2006/main">
            <a:off x="985837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168" name="dp42-comparison / n168 / arrow">
            <a:extLst xmlns:a="http://schemas.openxmlformats.org/drawingml/2006/main">
              <a:ext uri="{FF2B5EF4-FFF2-40B4-BE49-F238E27FC236}">
                <a16:creationId xmlns:a16="http://schemas.microsoft.com/office/drawing/2014/main" id="{508EB089-1AB6-49EF-800E-A188A9F5A58C}"/>
              </a:ext>
            </a:extLst>
          </p:cNvPr>
          <p:cNvSpPr>
            <a:spLocks xmlns:a="http://schemas.openxmlformats.org/drawingml/2006/main" noGrp="1"/>
          </p:cNvSpPr>
          <p:nvPr/>
        </p:nvSpPr>
        <p:spPr>
          <a:xfrm xmlns:a="http://schemas.openxmlformats.org/drawingml/2006/main">
            <a:off x="993419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69" name="dp42-comparison / n169">
            <a:extLst xmlns:a="http://schemas.openxmlformats.org/drawingml/2006/main">
              <a:ext uri="{FF2B5EF4-FFF2-40B4-BE49-F238E27FC236}">
                <a16:creationId xmlns:a16="http://schemas.microsoft.com/office/drawing/2014/main" id="{5BAA06D9-0995-4FA9-B246-217B6E909F6C}"/>
              </a:ext>
            </a:extLst>
          </p:cNvPr>
          <p:cNvSpPr>
            <a:spLocks xmlns:a="http://schemas.openxmlformats.org/drawingml/2006/main" noGrp="1"/>
          </p:cNvSpPr>
          <p:nvPr/>
        </p:nvSpPr>
        <p:spPr>
          <a:xfrm xmlns:a="http://schemas.openxmlformats.org/drawingml/2006/main">
            <a:off x="10001250" y="5667375"/>
            <a:ext cx="29527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0" name="dp42-comparison / n170 / text 1">
            <a:extLst xmlns:a="http://schemas.openxmlformats.org/drawingml/2006/main">
              <a:ext uri="{FF2B5EF4-FFF2-40B4-BE49-F238E27FC236}">
                <a16:creationId xmlns:a16="http://schemas.microsoft.com/office/drawing/2014/main" id="{8427B702-FEA9-4552-B4E9-181D57877B7C}"/>
              </a:ext>
            </a:extLst>
          </p:cNvPr>
          <p:cNvSpPr>
            <a:spLocks xmlns:a="http://schemas.openxmlformats.org/drawingml/2006/main" noGrp="1"/>
          </p:cNvSpPr>
          <p:nvPr/>
        </p:nvSpPr>
        <p:spPr>
          <a:xfrm xmlns:a="http://schemas.openxmlformats.org/drawingml/2006/main">
            <a:off x="10086975" y="5703570"/>
            <a:ext cx="2781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171" name="dp42-comparison / n171">
            <a:extLst xmlns:a="http://schemas.openxmlformats.org/drawingml/2006/main">
              <a:ext uri="{FF2B5EF4-FFF2-40B4-BE49-F238E27FC236}">
                <a16:creationId xmlns:a16="http://schemas.microsoft.com/office/drawing/2014/main" id="{C26E0051-7167-47B0-B473-0540169C757B}"/>
              </a:ext>
            </a:extLst>
          </p:cNvPr>
          <p:cNvSpPr>
            <a:spLocks xmlns:a="http://schemas.openxmlformats.org/drawingml/2006/main" noGrp="1"/>
          </p:cNvSpPr>
          <p:nvPr/>
        </p:nvSpPr>
        <p:spPr>
          <a:xfrm xmlns:a="http://schemas.openxmlformats.org/drawingml/2006/main">
            <a:off x="14239875" y="5667375"/>
            <a:ext cx="31908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2" name="dp42-comparison / n172 / text 1">
            <a:extLst xmlns:a="http://schemas.openxmlformats.org/drawingml/2006/main">
              <a:ext uri="{FF2B5EF4-FFF2-40B4-BE49-F238E27FC236}">
                <a16:creationId xmlns:a16="http://schemas.microsoft.com/office/drawing/2014/main" id="{084E5D87-36DC-4D8E-8E33-35CB142A45E2}"/>
              </a:ext>
            </a:extLst>
          </p:cNvPr>
          <p:cNvSpPr>
            <a:spLocks xmlns:a="http://schemas.openxmlformats.org/drawingml/2006/main" noGrp="1"/>
          </p:cNvSpPr>
          <p:nvPr/>
        </p:nvSpPr>
        <p:spPr>
          <a:xfrm xmlns:a="http://schemas.openxmlformats.org/drawingml/2006/main">
            <a:off x="14325600" y="5703570"/>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173" name="dp42-comparison / n173 / path">
            <a:extLst xmlns:a="http://schemas.openxmlformats.org/drawingml/2006/main">
              <a:ext uri="{FF2B5EF4-FFF2-40B4-BE49-F238E27FC236}">
                <a16:creationId xmlns:a16="http://schemas.microsoft.com/office/drawing/2014/main" id="{513743AC-3A84-4B2B-8142-FE43421A24F0}"/>
              </a:ext>
            </a:extLst>
          </p:cNvPr>
          <p:cNvSpPr>
            <a:spLocks xmlns:a="http://schemas.openxmlformats.org/drawingml/2006/main" noGrp="1"/>
          </p:cNvSpPr>
          <p:nvPr/>
        </p:nvSpPr>
        <p:spPr>
          <a:xfrm xmlns:a="http://schemas.openxmlformats.org/drawingml/2006/main">
            <a:off x="12954000" y="42005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000000"/>
            </a:solidFill>
            <a:prstDash val="solid"/>
          </a:ln>
        </p:spPr>
      </p:sp>
      <p:sp>
        <p:nvSpPr>
          <p:cNvPr id="174" name="dp42-comparison / n173 / arrow">
            <a:extLst xmlns:a="http://schemas.openxmlformats.org/drawingml/2006/main">
              <a:ext uri="{FF2B5EF4-FFF2-40B4-BE49-F238E27FC236}">
                <a16:creationId xmlns:a16="http://schemas.microsoft.com/office/drawing/2014/main" id="{EDBB877D-0535-42F5-BF28-C6CD62EB70A5}"/>
              </a:ext>
            </a:extLst>
          </p:cNvPr>
          <p:cNvSpPr>
            <a:spLocks xmlns:a="http://schemas.openxmlformats.org/drawingml/2006/main" noGrp="1"/>
          </p:cNvSpPr>
          <p:nvPr/>
        </p:nvSpPr>
        <p:spPr>
          <a:xfrm xmlns:a="http://schemas.openxmlformats.org/drawingml/2006/main">
            <a:off x="14172819"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75" name="dp42-comparison / n176 / path">
            <a:extLst xmlns:a="http://schemas.openxmlformats.org/drawingml/2006/main">
              <a:ext uri="{FF2B5EF4-FFF2-40B4-BE49-F238E27FC236}">
                <a16:creationId xmlns:a16="http://schemas.microsoft.com/office/drawing/2014/main" id="{B63CDF1D-3C0D-4738-9A95-1BC82410DDA8}"/>
              </a:ext>
            </a:extLst>
          </p:cNvPr>
          <p:cNvSpPr>
            <a:spLocks xmlns:a="http://schemas.openxmlformats.org/drawingml/2006/main" noGrp="1"/>
          </p:cNvSpPr>
          <p:nvPr/>
        </p:nvSpPr>
        <p:spPr>
          <a:xfrm xmlns:a="http://schemas.openxmlformats.org/drawingml/2006/main">
            <a:off x="12954000" y="4371975"/>
            <a:ext cx="1285875" cy="571500"/>
          </a:xfrm>
          <a:custGeom xmlns:a="http://schemas.openxmlformats.org/drawingml/2006/main">
            <a:pathLst>
              <a:path w="1285875" h="571500">
                <a:moveTo>
                  <a:pt x="1285875" y="0"/>
                </a:moveTo>
                <a:lnTo>
                  <a:pt x="1181100" y="0"/>
                </a:lnTo>
                <a:lnTo>
                  <a:pt x="1181100" y="571500"/>
                </a:lnTo>
                <a:lnTo>
                  <a:pt x="123825" y="571500"/>
                </a:lnTo>
                <a:lnTo>
                  <a:pt x="123825" y="0"/>
                </a:lnTo>
                <a:lnTo>
                  <a:pt x="0" y="0"/>
                </a:lnTo>
              </a:path>
            </a:pathLst>
          </a:custGeom>
          <a:noFill xmlns:a="http://schemas.openxmlformats.org/drawingml/2006/main"/>
          <a:ln xmlns:a="http://schemas.openxmlformats.org/drawingml/2006/main" w="10478">
            <a:solidFill>
              <a:srgbClr val="000000"/>
            </a:solidFill>
            <a:prstDash val="dash"/>
          </a:ln>
        </p:spPr>
      </p:sp>
      <p:sp>
        <p:nvSpPr>
          <p:cNvPr id="176" name="dp42-comparison / n176 / arrow">
            <a:extLst xmlns:a="http://schemas.openxmlformats.org/drawingml/2006/main">
              <a:ext uri="{FF2B5EF4-FFF2-40B4-BE49-F238E27FC236}">
                <a16:creationId xmlns:a16="http://schemas.microsoft.com/office/drawing/2014/main" id="{7987DC7A-7F41-4313-8C93-D0FFFC118FBE}"/>
              </a:ext>
            </a:extLst>
          </p:cNvPr>
          <p:cNvSpPr>
            <a:spLocks xmlns:a="http://schemas.openxmlformats.org/drawingml/2006/main" noGrp="1"/>
          </p:cNvSpPr>
          <p:nvPr/>
        </p:nvSpPr>
        <p:spPr>
          <a:xfrm xmlns:a="http://schemas.openxmlformats.org/drawingml/2006/main">
            <a:off x="12954000" y="43384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77" name="dp42-comparison / n179 / path">
            <a:extLst xmlns:a="http://schemas.openxmlformats.org/drawingml/2006/main">
              <a:ext uri="{FF2B5EF4-FFF2-40B4-BE49-F238E27FC236}">
                <a16:creationId xmlns:a16="http://schemas.microsoft.com/office/drawing/2014/main" id="{01DD9F61-1FDC-4F2F-AA09-1BB403EFB5FC}"/>
              </a:ext>
            </a:extLst>
          </p:cNvPr>
          <p:cNvSpPr>
            <a:spLocks xmlns:a="http://schemas.openxmlformats.org/drawingml/2006/main" noGrp="1"/>
          </p:cNvSpPr>
          <p:nvPr/>
        </p:nvSpPr>
        <p:spPr>
          <a:xfrm xmlns:a="http://schemas.openxmlformats.org/drawingml/2006/main">
            <a:off x="11477625" y="4295775"/>
            <a:ext cx="1552575" cy="1371600"/>
          </a:xfrm>
          <a:custGeom xmlns:a="http://schemas.openxmlformats.org/drawingml/2006/main">
            <a:pathLst>
              <a:path w="1552575" h="1371600">
                <a:moveTo>
                  <a:pt x="1476375" y="0"/>
                </a:moveTo>
                <a:lnTo>
                  <a:pt x="1552575" y="0"/>
                </a:lnTo>
                <a:lnTo>
                  <a:pt x="1552575"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178" name="dp42-comparison / n179 / arrow">
            <a:extLst xmlns:a="http://schemas.openxmlformats.org/drawingml/2006/main">
              <a:ext uri="{FF2B5EF4-FFF2-40B4-BE49-F238E27FC236}">
                <a16:creationId xmlns:a16="http://schemas.microsoft.com/office/drawing/2014/main" id="{E4F86D8C-E988-4D89-AD40-7669E4731953}"/>
              </a:ext>
            </a:extLst>
          </p:cNvPr>
          <p:cNvSpPr>
            <a:spLocks xmlns:a="http://schemas.openxmlformats.org/drawingml/2006/main" noGrp="1"/>
          </p:cNvSpPr>
          <p:nvPr/>
        </p:nvSpPr>
        <p:spPr>
          <a:xfrm xmlns:a="http://schemas.openxmlformats.org/drawingml/2006/main">
            <a:off x="11444097"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79" name="dp42-comparison / n180 / path">
            <a:extLst xmlns:a="http://schemas.openxmlformats.org/drawingml/2006/main">
              <a:ext uri="{FF2B5EF4-FFF2-40B4-BE49-F238E27FC236}">
                <a16:creationId xmlns:a16="http://schemas.microsoft.com/office/drawing/2014/main" id="{F2E2AE36-B0B0-443B-8ABE-D9DEC3ADF419}"/>
              </a:ext>
            </a:extLst>
          </p:cNvPr>
          <p:cNvSpPr>
            <a:spLocks xmlns:a="http://schemas.openxmlformats.org/drawingml/2006/main" noGrp="1"/>
          </p:cNvSpPr>
          <p:nvPr/>
        </p:nvSpPr>
        <p:spPr>
          <a:xfrm xmlns:a="http://schemas.openxmlformats.org/drawingml/2006/main">
            <a:off x="15835313" y="4295775"/>
            <a:ext cx="1652588" cy="1371600"/>
          </a:xfrm>
          <a:custGeom xmlns:a="http://schemas.openxmlformats.org/drawingml/2006/main">
            <a:pathLst>
              <a:path w="1652588" h="1371600">
                <a:moveTo>
                  <a:pt x="1595438" y="0"/>
                </a:moveTo>
                <a:lnTo>
                  <a:pt x="1652588" y="0"/>
                </a:lnTo>
                <a:lnTo>
                  <a:pt x="1652588"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180" name="dp42-comparison / n180 / arrow">
            <a:extLst xmlns:a="http://schemas.openxmlformats.org/drawingml/2006/main">
              <a:ext uri="{FF2B5EF4-FFF2-40B4-BE49-F238E27FC236}">
                <a16:creationId xmlns:a16="http://schemas.microsoft.com/office/drawing/2014/main" id="{EA88A462-A86C-41A5-B0D5-F4FC4FEEC951}"/>
              </a:ext>
            </a:extLst>
          </p:cNvPr>
          <p:cNvSpPr>
            <a:spLocks xmlns:a="http://schemas.openxmlformats.org/drawingml/2006/main" noGrp="1"/>
          </p:cNvSpPr>
          <p:nvPr/>
        </p:nvSpPr>
        <p:spPr>
          <a:xfrm xmlns:a="http://schemas.openxmlformats.org/drawingml/2006/main">
            <a:off x="15801785"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1" name="dp42-comparison / n185 / path">
            <a:extLst xmlns:a="http://schemas.openxmlformats.org/drawingml/2006/main">
              <a:ext uri="{FF2B5EF4-FFF2-40B4-BE49-F238E27FC236}">
                <a16:creationId xmlns:a16="http://schemas.microsoft.com/office/drawing/2014/main" id="{041D4389-088C-43C2-927C-71FB855F77B6}"/>
              </a:ext>
            </a:extLst>
          </p:cNvPr>
          <p:cNvSpPr>
            <a:spLocks xmlns:a="http://schemas.openxmlformats.org/drawingml/2006/main" noGrp="1"/>
          </p:cNvSpPr>
          <p:nvPr/>
        </p:nvSpPr>
        <p:spPr>
          <a:xfrm xmlns:a="http://schemas.openxmlformats.org/drawingml/2006/main">
            <a:off x="1583531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182" name="dp42-comparison / n185 / arrow">
            <a:extLst xmlns:a="http://schemas.openxmlformats.org/drawingml/2006/main">
              <a:ext uri="{FF2B5EF4-FFF2-40B4-BE49-F238E27FC236}">
                <a16:creationId xmlns:a16="http://schemas.microsoft.com/office/drawing/2014/main" id="{EE346F5E-0E7D-4078-94E7-55005EC68FC0}"/>
              </a:ext>
            </a:extLst>
          </p:cNvPr>
          <p:cNvSpPr>
            <a:spLocks xmlns:a="http://schemas.openxmlformats.org/drawingml/2006/main" noGrp="1"/>
          </p:cNvSpPr>
          <p:nvPr/>
        </p:nvSpPr>
        <p:spPr>
          <a:xfrm xmlns:a="http://schemas.openxmlformats.org/drawingml/2006/main">
            <a:off x="1580178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3" name="dp42-comparison / n188 / path">
            <a:extLst xmlns:a="http://schemas.openxmlformats.org/drawingml/2006/main">
              <a:ext uri="{FF2B5EF4-FFF2-40B4-BE49-F238E27FC236}">
                <a16:creationId xmlns:a16="http://schemas.microsoft.com/office/drawing/2014/main" id="{C621A177-42AD-4EC0-A5B5-4C1124937A0B}"/>
              </a:ext>
            </a:extLst>
          </p:cNvPr>
          <p:cNvSpPr>
            <a:spLocks xmlns:a="http://schemas.openxmlformats.org/drawingml/2006/main" noGrp="1"/>
          </p:cNvSpPr>
          <p:nvPr/>
        </p:nvSpPr>
        <p:spPr>
          <a:xfrm xmlns:a="http://schemas.openxmlformats.org/drawingml/2006/main">
            <a:off x="9858375" y="70389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84" name="dp42-comparison / n126">
            <a:extLst xmlns:a="http://schemas.openxmlformats.org/drawingml/2006/main">
              <a:ext uri="{FF2B5EF4-FFF2-40B4-BE49-F238E27FC236}">
                <a16:creationId xmlns:a16="http://schemas.microsoft.com/office/drawing/2014/main" id="{9914E61D-07EE-47C3-9BE8-0DFF19282F3C}"/>
              </a:ext>
            </a:extLst>
          </p:cNvPr>
          <p:cNvSpPr>
            <a:spLocks xmlns:a="http://schemas.openxmlformats.org/drawingml/2006/main" noGrp="1"/>
          </p:cNvSpPr>
          <p:nvPr/>
        </p:nvSpPr>
        <p:spPr>
          <a:xfrm xmlns:a="http://schemas.openxmlformats.org/drawingml/2006/main">
            <a:off x="1285875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85" name="dp42-comparison / n126 / fold">
            <a:extLst xmlns:a="http://schemas.openxmlformats.org/drawingml/2006/main">
              <a:ext uri="{FF2B5EF4-FFF2-40B4-BE49-F238E27FC236}">
                <a16:creationId xmlns:a16="http://schemas.microsoft.com/office/drawing/2014/main" id="{27F5BD99-5374-4AFE-BA32-436C9658A67E}"/>
              </a:ext>
            </a:extLst>
          </p:cNvPr>
          <p:cNvSpPr>
            <a:spLocks xmlns:a="http://schemas.openxmlformats.org/drawingml/2006/main" noGrp="1"/>
          </p:cNvSpPr>
          <p:nvPr/>
        </p:nvSpPr>
        <p:spPr>
          <a:xfrm xmlns:a="http://schemas.openxmlformats.org/drawingml/2006/main">
            <a:off x="1735455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86" name="dp42-comparison / n127 / text 1">
            <a:extLst xmlns:a="http://schemas.openxmlformats.org/drawingml/2006/main">
              <a:ext uri="{FF2B5EF4-FFF2-40B4-BE49-F238E27FC236}">
                <a16:creationId xmlns:a16="http://schemas.microsoft.com/office/drawing/2014/main" id="{338FE3B3-AD4F-40E2-AC96-B49C142F62D0}"/>
              </a:ext>
            </a:extLst>
          </p:cNvPr>
          <p:cNvSpPr>
            <a:spLocks xmlns:a="http://schemas.openxmlformats.org/drawingml/2006/main" noGrp="1"/>
          </p:cNvSpPr>
          <p:nvPr/>
        </p:nvSpPr>
        <p:spPr>
          <a:xfrm xmlns:a="http://schemas.openxmlformats.org/drawingml/2006/main">
            <a:off x="1295400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187" name="dp42-comparison / n129">
            <a:extLst xmlns:a="http://schemas.openxmlformats.org/drawingml/2006/main">
              <a:ext uri="{FF2B5EF4-FFF2-40B4-BE49-F238E27FC236}">
                <a16:creationId xmlns:a16="http://schemas.microsoft.com/office/drawing/2014/main" id="{8B8449BF-D0A1-447D-8BA9-F57E61BDB5E2}"/>
              </a:ext>
            </a:extLst>
          </p:cNvPr>
          <p:cNvSpPr>
            <a:spLocks xmlns:a="http://schemas.openxmlformats.org/drawingml/2006/main" noGrp="1"/>
          </p:cNvSpPr>
          <p:nvPr/>
        </p:nvSpPr>
        <p:spPr>
          <a:xfrm xmlns:a="http://schemas.openxmlformats.org/drawingml/2006/main">
            <a:off x="9934575" y="2781300"/>
            <a:ext cx="466344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8" name="dp42-comparison / n130 / text 1">
            <a:extLst xmlns:a="http://schemas.openxmlformats.org/drawingml/2006/main">
              <a:ext uri="{FF2B5EF4-FFF2-40B4-BE49-F238E27FC236}">
                <a16:creationId xmlns:a16="http://schemas.microsoft.com/office/drawing/2014/main" id="{E004AB60-C1F0-46AE-9135-EFEE94AE274A}"/>
              </a:ext>
            </a:extLst>
          </p:cNvPr>
          <p:cNvSpPr>
            <a:spLocks xmlns:a="http://schemas.openxmlformats.org/drawingml/2006/main" noGrp="1"/>
          </p:cNvSpPr>
          <p:nvPr/>
        </p:nvSpPr>
        <p:spPr>
          <a:xfrm xmlns:a="http://schemas.openxmlformats.org/drawingml/2006/main">
            <a:off x="9953625" y="27908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공통 장면: 보고서 기간 질문 Question1을 Publication1로 실제 제시</a:t>
            </a:r>
          </a:p>
        </p:txBody>
      </p:sp>
      <p:sp>
        <p:nvSpPr>
          <p:cNvPr id="189" name="dp42-comparison / n131">
            <a:extLst xmlns:a="http://schemas.openxmlformats.org/drawingml/2006/main">
              <a:ext uri="{FF2B5EF4-FFF2-40B4-BE49-F238E27FC236}">
                <a16:creationId xmlns:a16="http://schemas.microsoft.com/office/drawing/2014/main" id="{0420A474-8790-4DFD-BFE4-52F7DE417608}"/>
              </a:ext>
            </a:extLst>
          </p:cNvPr>
          <p:cNvSpPr>
            <a:spLocks xmlns:a="http://schemas.openxmlformats.org/drawingml/2006/main" noGrp="1"/>
          </p:cNvSpPr>
          <p:nvPr/>
        </p:nvSpPr>
        <p:spPr>
          <a:xfrm xmlns:a="http://schemas.openxmlformats.org/drawingml/2006/main">
            <a:off x="9934575" y="3019425"/>
            <a:ext cx="100984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0" name="dp42-comparison / n132 / text 1">
            <a:extLst xmlns:a="http://schemas.openxmlformats.org/drawingml/2006/main">
              <a:ext uri="{FF2B5EF4-FFF2-40B4-BE49-F238E27FC236}">
                <a16:creationId xmlns:a16="http://schemas.microsoft.com/office/drawing/2014/main" id="{AC1960F6-1A22-4120-9BB2-E8467C6B4FBE}"/>
              </a:ext>
            </a:extLst>
          </p:cNvPr>
          <p:cNvSpPr>
            <a:spLocks xmlns:a="http://schemas.openxmlformats.org/drawingml/2006/main" noGrp="1"/>
          </p:cNvSpPr>
          <p:nvPr/>
        </p:nvSpPr>
        <p:spPr>
          <a:xfrm xmlns:a="http://schemas.openxmlformats.org/drawingml/2006/main">
            <a:off x="9953625" y="3028950"/>
            <a:ext cx="1381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Conversation1</a:t>
            </a:r>
          </a:p>
        </p:txBody>
      </p:sp>
      <p:sp>
        <p:nvSpPr>
          <p:cNvPr id="191" name="dp42-comparison / n134">
            <a:extLst xmlns:a="http://schemas.openxmlformats.org/drawingml/2006/main">
              <a:ext uri="{FF2B5EF4-FFF2-40B4-BE49-F238E27FC236}">
                <a16:creationId xmlns:a16="http://schemas.microsoft.com/office/drawing/2014/main" id="{7C882302-22A2-47E0-AAC8-E031193E1138}"/>
              </a:ext>
            </a:extLst>
          </p:cNvPr>
          <p:cNvSpPr>
            <a:spLocks xmlns:a="http://schemas.openxmlformats.org/drawingml/2006/main" noGrp="1"/>
          </p:cNvSpPr>
          <p:nvPr/>
        </p:nvSpPr>
        <p:spPr>
          <a:xfrm xmlns:a="http://schemas.openxmlformats.org/drawingml/2006/main">
            <a:off x="11458575" y="3009900"/>
            <a:ext cx="89458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2" name="dp42-comparison / n135 / text 1">
            <a:extLst xmlns:a="http://schemas.openxmlformats.org/drawingml/2006/main">
              <a:ext uri="{FF2B5EF4-FFF2-40B4-BE49-F238E27FC236}">
                <a16:creationId xmlns:a16="http://schemas.microsoft.com/office/drawing/2014/main" id="{D6A19D61-131E-4A96-8984-B53B9747FD0B}"/>
              </a:ext>
            </a:extLst>
          </p:cNvPr>
          <p:cNvSpPr>
            <a:spLocks xmlns:a="http://schemas.openxmlformats.org/drawingml/2006/main" noGrp="1"/>
          </p:cNvSpPr>
          <p:nvPr/>
        </p:nvSpPr>
        <p:spPr>
          <a:xfrm xmlns:a="http://schemas.openxmlformats.org/drawingml/2006/main">
            <a:off x="11477625" y="3019425"/>
            <a:ext cx="5953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대화 연결 유지</a:t>
            </a:r>
          </a:p>
        </p:txBody>
      </p:sp>
      <p:sp>
        <p:nvSpPr>
          <p:cNvPr id="193" name="dp42-comparison / n136">
            <a:extLst xmlns:a="http://schemas.openxmlformats.org/drawingml/2006/main">
              <a:ext uri="{FF2B5EF4-FFF2-40B4-BE49-F238E27FC236}">
                <a16:creationId xmlns:a16="http://schemas.microsoft.com/office/drawing/2014/main" id="{59AA822F-8199-403F-92D7-FBE908882D60}"/>
              </a:ext>
            </a:extLst>
          </p:cNvPr>
          <p:cNvSpPr>
            <a:spLocks xmlns:a="http://schemas.openxmlformats.org/drawingml/2006/main" noGrp="1"/>
          </p:cNvSpPr>
          <p:nvPr/>
        </p:nvSpPr>
        <p:spPr>
          <a:xfrm xmlns:a="http://schemas.openxmlformats.org/drawingml/2006/main">
            <a:off x="9934575" y="3200400"/>
            <a:ext cx="650748"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4" name="dp42-comparison / n137 / text 1">
            <a:extLst xmlns:a="http://schemas.openxmlformats.org/drawingml/2006/main">
              <a:ext uri="{FF2B5EF4-FFF2-40B4-BE49-F238E27FC236}">
                <a16:creationId xmlns:a16="http://schemas.microsoft.com/office/drawing/2014/main" id="{C713CA42-DDDF-441E-B7A0-C95A06CFCFA9}"/>
              </a:ext>
            </a:extLst>
          </p:cNvPr>
          <p:cNvSpPr>
            <a:spLocks xmlns:a="http://schemas.openxmlformats.org/drawingml/2006/main" noGrp="1"/>
          </p:cNvSpPr>
          <p:nvPr/>
        </p:nvSpPr>
        <p:spPr>
          <a:xfrm xmlns:a="http://schemas.openxmlformats.org/drawingml/2006/main">
            <a:off x="9953625" y="3209925"/>
            <a:ext cx="1381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Request1</a:t>
            </a:r>
          </a:p>
        </p:txBody>
      </p:sp>
      <p:sp>
        <p:nvSpPr>
          <p:cNvPr id="195" name="dp42-comparison / n139">
            <a:extLst xmlns:a="http://schemas.openxmlformats.org/drawingml/2006/main">
              <a:ext uri="{FF2B5EF4-FFF2-40B4-BE49-F238E27FC236}">
                <a16:creationId xmlns:a16="http://schemas.microsoft.com/office/drawing/2014/main" id="{2A5EB41F-9CC0-4D78-8D47-02E48D712A65}"/>
              </a:ext>
            </a:extLst>
          </p:cNvPr>
          <p:cNvSpPr>
            <a:spLocks xmlns:a="http://schemas.openxmlformats.org/drawingml/2006/main" noGrp="1"/>
          </p:cNvSpPr>
          <p:nvPr/>
        </p:nvSpPr>
        <p:spPr>
          <a:xfrm xmlns:a="http://schemas.openxmlformats.org/drawingml/2006/main">
            <a:off x="11458575" y="3190875"/>
            <a:ext cx="235762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6" name="dp42-comparison / n140 / text 1">
            <a:extLst xmlns:a="http://schemas.openxmlformats.org/drawingml/2006/main">
              <a:ext uri="{FF2B5EF4-FFF2-40B4-BE49-F238E27FC236}">
                <a16:creationId xmlns:a16="http://schemas.microsoft.com/office/drawing/2014/main" id="{C607C5CB-F3A1-4866-B46B-3D734F40C351}"/>
              </a:ext>
            </a:extLst>
          </p:cNvPr>
          <p:cNvSpPr>
            <a:spLocks xmlns:a="http://schemas.openxmlformats.org/drawingml/2006/main" noGrp="1"/>
          </p:cNvSpPr>
          <p:nvPr/>
        </p:nvSpPr>
        <p:spPr>
          <a:xfrm xmlns:a="http://schemas.openxmlformats.org/drawingml/2006/main">
            <a:off x="11477625" y="3200400"/>
            <a:ext cx="5953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Agent 답변 접수 확인 뒤 요청 처리 종료</a:t>
            </a:r>
          </a:p>
        </p:txBody>
      </p:sp>
      <p:sp>
        <p:nvSpPr>
          <p:cNvPr id="197" name="dp42-comparison / n141">
            <a:extLst xmlns:a="http://schemas.openxmlformats.org/drawingml/2006/main">
              <a:ext uri="{FF2B5EF4-FFF2-40B4-BE49-F238E27FC236}">
                <a16:creationId xmlns:a16="http://schemas.microsoft.com/office/drawing/2014/main" id="{C654925E-610D-4B0C-9A8C-CC9BD24A819C}"/>
              </a:ext>
            </a:extLst>
          </p:cNvPr>
          <p:cNvSpPr>
            <a:spLocks xmlns:a="http://schemas.openxmlformats.org/drawingml/2006/main" noGrp="1"/>
          </p:cNvSpPr>
          <p:nvPr/>
        </p:nvSpPr>
        <p:spPr>
          <a:xfrm xmlns:a="http://schemas.openxmlformats.org/drawingml/2006/main">
            <a:off x="9934575" y="3381375"/>
            <a:ext cx="435292"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8" name="dp42-comparison / n142 / text 1">
            <a:extLst xmlns:a="http://schemas.openxmlformats.org/drawingml/2006/main">
              <a:ext uri="{FF2B5EF4-FFF2-40B4-BE49-F238E27FC236}">
                <a16:creationId xmlns:a16="http://schemas.microsoft.com/office/drawing/2014/main" id="{940E9BEF-525F-4168-94EC-AC7CE003D785}"/>
              </a:ext>
            </a:extLst>
          </p:cNvPr>
          <p:cNvSpPr>
            <a:spLocks xmlns:a="http://schemas.openxmlformats.org/drawingml/2006/main" noGrp="1"/>
          </p:cNvSpPr>
          <p:nvPr/>
        </p:nvSpPr>
        <p:spPr>
          <a:xfrm xmlns:a="http://schemas.openxmlformats.org/drawingml/2006/main">
            <a:off x="9953625" y="3390900"/>
            <a:ext cx="1381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Task1</a:t>
            </a:r>
          </a:p>
        </p:txBody>
      </p:sp>
      <p:sp>
        <p:nvSpPr>
          <p:cNvPr id="199" name="dp42-comparison / n144">
            <a:extLst xmlns:a="http://schemas.openxmlformats.org/drawingml/2006/main">
              <a:ext uri="{FF2B5EF4-FFF2-40B4-BE49-F238E27FC236}">
                <a16:creationId xmlns:a16="http://schemas.microsoft.com/office/drawing/2014/main" id="{A6078FFE-74C7-42C4-8887-28E6984ADF03}"/>
              </a:ext>
            </a:extLst>
          </p:cNvPr>
          <p:cNvSpPr>
            <a:spLocks xmlns:a="http://schemas.openxmlformats.org/drawingml/2006/main" noGrp="1"/>
          </p:cNvSpPr>
          <p:nvPr/>
        </p:nvSpPr>
        <p:spPr>
          <a:xfrm xmlns:a="http://schemas.openxmlformats.org/drawingml/2006/main">
            <a:off x="11458575" y="3371850"/>
            <a:ext cx="18455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0" name="dp42-comparison / n145 / text 1">
            <a:extLst xmlns:a="http://schemas.openxmlformats.org/drawingml/2006/main">
              <a:ext uri="{FF2B5EF4-FFF2-40B4-BE49-F238E27FC236}">
                <a16:creationId xmlns:a16="http://schemas.microsoft.com/office/drawing/2014/main" id="{EAF4E125-01A9-4F44-964F-3B71AEDD89E1}"/>
              </a:ext>
            </a:extLst>
          </p:cNvPr>
          <p:cNvSpPr>
            <a:spLocks xmlns:a="http://schemas.openxmlformats.org/drawingml/2006/main" noGrp="1"/>
          </p:cNvSpPr>
          <p:nvPr/>
        </p:nvSpPr>
        <p:spPr>
          <a:xfrm xmlns:a="http://schemas.openxmlformats.org/drawingml/2006/main">
            <a:off x="11477625" y="3381375"/>
            <a:ext cx="5953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보고서 업무 / 외부 실행은 계속</a:t>
            </a:r>
          </a:p>
        </p:txBody>
      </p:sp>
      <p:sp>
        <p:nvSpPr>
          <p:cNvPr id="201" name="dp42-comparison / n166">
            <a:extLst xmlns:a="http://schemas.openxmlformats.org/drawingml/2006/main">
              <a:ext uri="{FF2B5EF4-FFF2-40B4-BE49-F238E27FC236}">
                <a16:creationId xmlns:a16="http://schemas.microsoft.com/office/drawing/2014/main" id="{5F9784E1-7C5A-4E20-B086-6CB5764D3109}"/>
              </a:ext>
            </a:extLst>
          </p:cNvPr>
          <p:cNvSpPr>
            <a:spLocks xmlns:a="http://schemas.openxmlformats.org/drawingml/2006/main" noGrp="1"/>
          </p:cNvSpPr>
          <p:nvPr/>
        </p:nvSpPr>
        <p:spPr>
          <a:xfrm xmlns:a="http://schemas.openxmlformats.org/drawingml/2006/main">
            <a:off x="1437322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2" name="dp42-comparison / n167 / text 1">
            <a:extLst xmlns:a="http://schemas.openxmlformats.org/drawingml/2006/main">
              <a:ext uri="{FF2B5EF4-FFF2-40B4-BE49-F238E27FC236}">
                <a16:creationId xmlns:a16="http://schemas.microsoft.com/office/drawing/2014/main" id="{FF1C765D-1E95-4FFB-BB72-B4BBE2876F13}"/>
              </a:ext>
            </a:extLst>
          </p:cNvPr>
          <p:cNvSpPr>
            <a:spLocks xmlns:a="http://schemas.openxmlformats.org/drawingml/2006/main" noGrp="1"/>
          </p:cNvSpPr>
          <p:nvPr/>
        </p:nvSpPr>
        <p:spPr>
          <a:xfrm xmlns:a="http://schemas.openxmlformats.org/drawingml/2006/main">
            <a:off x="1439227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203" name="dp42-comparison / n174">
            <a:extLst xmlns:a="http://schemas.openxmlformats.org/drawingml/2006/main">
              <a:ext uri="{FF2B5EF4-FFF2-40B4-BE49-F238E27FC236}">
                <a16:creationId xmlns:a16="http://schemas.microsoft.com/office/drawing/2014/main" id="{4A27C7B4-EFC7-4E32-A8DA-FE6FC9840BFD}"/>
              </a:ext>
            </a:extLst>
          </p:cNvPr>
          <p:cNvSpPr>
            <a:spLocks xmlns:a="http://schemas.openxmlformats.org/drawingml/2006/main" noGrp="1"/>
          </p:cNvSpPr>
          <p:nvPr/>
        </p:nvSpPr>
        <p:spPr>
          <a:xfrm xmlns:a="http://schemas.openxmlformats.org/drawingml/2006/main">
            <a:off x="13106400" y="4000500"/>
            <a:ext cx="62865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 name="dp42-comparison / n175 / text 1">
            <a:extLst xmlns:a="http://schemas.openxmlformats.org/drawingml/2006/main">
              <a:ext uri="{FF2B5EF4-FFF2-40B4-BE49-F238E27FC236}">
                <a16:creationId xmlns:a16="http://schemas.microsoft.com/office/drawing/2014/main" id="{14891315-46C1-43F1-A0A9-71F4DE2016F8}"/>
              </a:ext>
            </a:extLst>
          </p:cNvPr>
          <p:cNvSpPr>
            <a:spLocks xmlns:a="http://schemas.openxmlformats.org/drawingml/2006/main" noGrp="1"/>
          </p:cNvSpPr>
          <p:nvPr/>
        </p:nvSpPr>
        <p:spPr>
          <a:xfrm xmlns:a="http://schemas.openxmlformats.org/drawingml/2006/main">
            <a:off x="13125450" y="4010025"/>
            <a:ext cx="1047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Command1 →</a:t>
            </a:r>
          </a:p>
        </p:txBody>
      </p:sp>
      <p:sp>
        <p:nvSpPr>
          <p:cNvPr id="205" name="dp42-comparison / n177">
            <a:extLst xmlns:a="http://schemas.openxmlformats.org/drawingml/2006/main">
              <a:ext uri="{FF2B5EF4-FFF2-40B4-BE49-F238E27FC236}">
                <a16:creationId xmlns:a16="http://schemas.microsoft.com/office/drawing/2014/main" id="{DB988419-CAB7-4B41-B39D-062E79D7B919}"/>
              </a:ext>
            </a:extLst>
          </p:cNvPr>
          <p:cNvSpPr>
            <a:spLocks xmlns:a="http://schemas.openxmlformats.org/drawingml/2006/main" noGrp="1"/>
          </p:cNvSpPr>
          <p:nvPr/>
        </p:nvSpPr>
        <p:spPr>
          <a:xfrm xmlns:a="http://schemas.openxmlformats.org/drawingml/2006/main">
            <a:off x="13115925" y="4581525"/>
            <a:ext cx="62293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6" name="dp42-comparison / n178 / text 1">
            <a:extLst xmlns:a="http://schemas.openxmlformats.org/drawingml/2006/main">
              <a:ext uri="{FF2B5EF4-FFF2-40B4-BE49-F238E27FC236}">
                <a16:creationId xmlns:a16="http://schemas.microsoft.com/office/drawing/2014/main" id="{667E22D2-E3E5-4482-BAFC-EADA99318ADA}"/>
              </a:ext>
            </a:extLst>
          </p:cNvPr>
          <p:cNvSpPr>
            <a:spLocks xmlns:a="http://schemas.openxmlformats.org/drawingml/2006/main" noGrp="1"/>
          </p:cNvSpPr>
          <p:nvPr/>
        </p:nvSpPr>
        <p:spPr>
          <a:xfrm xmlns:a="http://schemas.openxmlformats.org/drawingml/2006/main">
            <a:off x="13134975" y="4591050"/>
            <a:ext cx="9715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접수 결과</a:t>
            </a:r>
          </a:p>
        </p:txBody>
      </p:sp>
      <p:sp>
        <p:nvSpPr>
          <p:cNvPr id="207" name="dp42-comparison / n181">
            <a:extLst xmlns:a="http://schemas.openxmlformats.org/drawingml/2006/main">
              <a:ext uri="{FF2B5EF4-FFF2-40B4-BE49-F238E27FC236}">
                <a16:creationId xmlns:a16="http://schemas.microsoft.com/office/drawing/2014/main" id="{B7BEBE03-39C0-4613-BFC5-3EFDC3F89B09}"/>
              </a:ext>
            </a:extLst>
          </p:cNvPr>
          <p:cNvSpPr>
            <a:spLocks xmlns:a="http://schemas.openxmlformats.org/drawingml/2006/main" noGrp="1"/>
          </p:cNvSpPr>
          <p:nvPr/>
        </p:nvSpPr>
        <p:spPr>
          <a:xfrm xmlns:a="http://schemas.openxmlformats.org/drawingml/2006/main">
            <a:off x="10039350" y="596265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8" name="dp42-comparison / n182 / text 1">
            <a:extLst xmlns:a="http://schemas.openxmlformats.org/drawingml/2006/main">
              <a:ext uri="{FF2B5EF4-FFF2-40B4-BE49-F238E27FC236}">
                <a16:creationId xmlns:a16="http://schemas.microsoft.com/office/drawing/2014/main" id="{9BD40248-A8B0-4C87-968E-B2D74F7C3FFA}"/>
              </a:ext>
            </a:extLst>
          </p:cNvPr>
          <p:cNvSpPr>
            <a:spLocks xmlns:a="http://schemas.openxmlformats.org/drawingml/2006/main" noGrp="1"/>
          </p:cNvSpPr>
          <p:nvPr/>
        </p:nvSpPr>
        <p:spPr>
          <a:xfrm xmlns:a="http://schemas.openxmlformats.org/drawingml/2006/main">
            <a:off x="10058400" y="5972175"/>
            <a:ext cx="28479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대화 원본 / 독립 local transaction</a:t>
            </a:r>
          </a:p>
        </p:txBody>
      </p:sp>
      <p:sp>
        <p:nvSpPr>
          <p:cNvPr id="209" name="dp42-comparison / n183">
            <a:extLst xmlns:a="http://schemas.openxmlformats.org/drawingml/2006/main">
              <a:ext uri="{FF2B5EF4-FFF2-40B4-BE49-F238E27FC236}">
                <a16:creationId xmlns:a16="http://schemas.microsoft.com/office/drawing/2014/main" id="{98FA785F-DB82-49D6-8180-A0079D6611C7}"/>
              </a:ext>
            </a:extLst>
          </p:cNvPr>
          <p:cNvSpPr>
            <a:spLocks xmlns:a="http://schemas.openxmlformats.org/drawingml/2006/main" noGrp="1"/>
          </p:cNvSpPr>
          <p:nvPr/>
        </p:nvSpPr>
        <p:spPr>
          <a:xfrm xmlns:a="http://schemas.openxmlformats.org/drawingml/2006/main">
            <a:off x="14277975" y="596265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0" name="dp42-comparison / n184 / text 1">
            <a:extLst xmlns:a="http://schemas.openxmlformats.org/drawingml/2006/main">
              <a:ext uri="{FF2B5EF4-FFF2-40B4-BE49-F238E27FC236}">
                <a16:creationId xmlns:a16="http://schemas.microsoft.com/office/drawing/2014/main" id="{EDB6803E-B3DE-4122-890A-17AC595FD556}"/>
              </a:ext>
            </a:extLst>
          </p:cNvPr>
          <p:cNvSpPr>
            <a:spLocks xmlns:a="http://schemas.openxmlformats.org/drawingml/2006/main" noGrp="1"/>
          </p:cNvSpPr>
          <p:nvPr/>
        </p:nvSpPr>
        <p:spPr>
          <a:xfrm xmlns:a="http://schemas.openxmlformats.org/drawingml/2006/main">
            <a:off x="14297025" y="5972175"/>
            <a:ext cx="31146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업무 원본 / 독립 local transaction</a:t>
            </a:r>
          </a:p>
        </p:txBody>
      </p:sp>
      <p:sp>
        <p:nvSpPr>
          <p:cNvPr id="211" name="dp42-comparison / n186">
            <a:extLst xmlns:a="http://schemas.openxmlformats.org/drawingml/2006/main">
              <a:ext uri="{FF2B5EF4-FFF2-40B4-BE49-F238E27FC236}">
                <a16:creationId xmlns:a16="http://schemas.microsoft.com/office/drawing/2014/main" id="{68385C53-F475-414D-AF32-DD697EE8511D}"/>
              </a:ext>
            </a:extLst>
          </p:cNvPr>
          <p:cNvSpPr>
            <a:spLocks xmlns:a="http://schemas.openxmlformats.org/drawingml/2006/main" noGrp="1"/>
          </p:cNvSpPr>
          <p:nvPr/>
        </p:nvSpPr>
        <p:spPr>
          <a:xfrm xmlns:a="http://schemas.openxmlformats.org/drawingml/2006/main">
            <a:off x="9953625" y="6191250"/>
            <a:ext cx="7524750" cy="762000"/>
          </a:xfrm>
          <a:custGeom xmlns:a="http://schemas.openxmlformats.org/drawingml/2006/main">
            <a:pathLst>
              <a:path w="7524750" h="762000">
                <a:moveTo>
                  <a:pt x="0" y="0"/>
                </a:moveTo>
                <a:lnTo>
                  <a:pt x="7353300" y="0"/>
                </a:lnTo>
                <a:lnTo>
                  <a:pt x="7524750" y="171450"/>
                </a:lnTo>
                <a:lnTo>
                  <a:pt x="7524750" y="762000"/>
                </a:lnTo>
                <a:lnTo>
                  <a:pt x="0" y="7620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12" name="dp42-comparison / n186 / fold">
            <a:extLst xmlns:a="http://schemas.openxmlformats.org/drawingml/2006/main">
              <a:ext uri="{FF2B5EF4-FFF2-40B4-BE49-F238E27FC236}">
                <a16:creationId xmlns:a16="http://schemas.microsoft.com/office/drawing/2014/main" id="{662ABCC8-156F-497D-96F0-0A0E49603EE6}"/>
              </a:ext>
            </a:extLst>
          </p:cNvPr>
          <p:cNvSpPr>
            <a:spLocks xmlns:a="http://schemas.openxmlformats.org/drawingml/2006/main" noGrp="1"/>
          </p:cNvSpPr>
          <p:nvPr/>
        </p:nvSpPr>
        <p:spPr>
          <a:xfrm xmlns:a="http://schemas.openxmlformats.org/drawingml/2006/main">
            <a:off x="17306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13" name="dp42-comparison / n187 / text 1">
            <a:extLst xmlns:a="http://schemas.openxmlformats.org/drawingml/2006/main">
              <a:ext uri="{FF2B5EF4-FFF2-40B4-BE49-F238E27FC236}">
                <a16:creationId xmlns:a16="http://schemas.microsoft.com/office/drawing/2014/main" id="{3B3DA856-879C-4819-8D77-B14E8874328A}"/>
              </a:ext>
            </a:extLst>
          </p:cNvPr>
          <p:cNvSpPr>
            <a:spLocks xmlns:a="http://schemas.openxmlformats.org/drawingml/2006/main" noGrp="1"/>
          </p:cNvSpPr>
          <p:nvPr/>
        </p:nvSpPr>
        <p:spPr>
          <a:xfrm xmlns:a="http://schemas.openxmlformats.org/drawingml/2006/main">
            <a:off x="10048875" y="6248400"/>
            <a:ext cx="725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대화 tx: Request1→Question1→Task1 / 접수 대기 / Command1 의도 저장</a:t>
            </a:r>
          </a:p>
        </p:txBody>
      </p:sp>
      <p:sp>
        <p:nvSpPr>
          <p:cNvPr id="214" name="dp42-comparison / n187 / text 2">
            <a:extLst xmlns:a="http://schemas.openxmlformats.org/drawingml/2006/main">
              <a:ext uri="{FF2B5EF4-FFF2-40B4-BE49-F238E27FC236}">
                <a16:creationId xmlns:a16="http://schemas.microsoft.com/office/drawing/2014/main" id="{CDFE9B28-29D9-4D99-B162-AE99E828C466}"/>
              </a:ext>
            </a:extLst>
          </p:cNvPr>
          <p:cNvSpPr>
            <a:spLocks xmlns:a="http://schemas.openxmlformats.org/drawingml/2006/main" noGrp="1"/>
          </p:cNvSpPr>
          <p:nvPr/>
        </p:nvSpPr>
        <p:spPr>
          <a:xfrm xmlns:a="http://schemas.openxmlformats.org/drawingml/2006/main">
            <a:off x="10048875" y="6385560"/>
            <a:ext cx="725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업무 tx: Question1=ANSWERED / Command1=PENDING / 접수 결과 저장</a:t>
            </a:r>
          </a:p>
        </p:txBody>
      </p:sp>
      <p:sp>
        <p:nvSpPr>
          <p:cNvPr id="215" name="dp42-comparison / n187 / text 3">
            <a:extLst xmlns:a="http://schemas.openxmlformats.org/drawingml/2006/main">
              <a:ext uri="{FF2B5EF4-FFF2-40B4-BE49-F238E27FC236}">
                <a16:creationId xmlns:a16="http://schemas.microsoft.com/office/drawing/2014/main" id="{4AEC34DC-CEAE-474F-A84D-B21BC8C6882F}"/>
              </a:ext>
            </a:extLst>
          </p:cNvPr>
          <p:cNvSpPr>
            <a:spLocks xmlns:a="http://schemas.openxmlformats.org/drawingml/2006/main" noGrp="1"/>
          </p:cNvSpPr>
          <p:nvPr/>
        </p:nvSpPr>
        <p:spPr>
          <a:xfrm xmlns:a="http://schemas.openxmlformats.org/drawingml/2006/main">
            <a:off x="10048875" y="6522720"/>
            <a:ext cx="725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AcceptanceReceipt{command_id:Command1, acceptance_status:ACCEPTED} → 대화 반영</a:t>
            </a:r>
          </a:p>
        </p:txBody>
      </p:sp>
      <p:sp>
        <p:nvSpPr>
          <p:cNvPr id="216" name="dp42-comparison / n187 / text 4">
            <a:extLst xmlns:a="http://schemas.openxmlformats.org/drawingml/2006/main">
              <a:ext uri="{FF2B5EF4-FFF2-40B4-BE49-F238E27FC236}">
                <a16:creationId xmlns:a16="http://schemas.microsoft.com/office/drawing/2014/main" id="{A2FC5AFD-24D3-4F2D-8076-14739D05C600}"/>
              </a:ext>
            </a:extLst>
          </p:cNvPr>
          <p:cNvSpPr>
            <a:spLocks xmlns:a="http://schemas.openxmlformats.org/drawingml/2006/main" noGrp="1"/>
          </p:cNvSpPr>
          <p:nvPr/>
        </p:nvSpPr>
        <p:spPr>
          <a:xfrm xmlns:a="http://schemas.openxmlformats.org/drawingml/2006/main">
            <a:off x="10048875" y="6659880"/>
            <a:ext cx="725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ACCEPTED는 VIA 내부 접수 / 외부 Agent 접수 / 실제 전달은 별도 확인</a:t>
            </a:r>
          </a:p>
        </p:txBody>
      </p:sp>
      <p:sp>
        <p:nvSpPr>
          <p:cNvPr id="217" name="dp42-comparison / n189">
            <a:extLst xmlns:a="http://schemas.openxmlformats.org/drawingml/2006/main">
              <a:ext uri="{FF2B5EF4-FFF2-40B4-BE49-F238E27FC236}">
                <a16:creationId xmlns:a16="http://schemas.microsoft.com/office/drawing/2014/main" id="{4E0144EB-26E8-4B50-81BC-E9FFB5DE0673}"/>
              </a:ext>
            </a:extLst>
          </p:cNvPr>
          <p:cNvSpPr>
            <a:spLocks xmlns:a="http://schemas.openxmlformats.org/drawingml/2006/main" noGrp="1"/>
          </p:cNvSpPr>
          <p:nvPr/>
        </p:nvSpPr>
        <p:spPr>
          <a:xfrm xmlns:a="http://schemas.openxmlformats.org/drawingml/2006/main">
            <a:off x="9934575" y="7086600"/>
            <a:ext cx="480631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8" name="dp42-comparison / n190 / text 1">
            <a:extLst xmlns:a="http://schemas.openxmlformats.org/drawingml/2006/main">
              <a:ext uri="{FF2B5EF4-FFF2-40B4-BE49-F238E27FC236}">
                <a16:creationId xmlns:a16="http://schemas.microsoft.com/office/drawing/2014/main" id="{050B00E6-8368-4EAE-95CC-405447CB9ED7}"/>
              </a:ext>
            </a:extLst>
          </p:cNvPr>
          <p:cNvSpPr>
            <a:spLocks xmlns:a="http://schemas.openxmlformats.org/drawingml/2006/main" noGrp="1"/>
          </p:cNvSpPr>
          <p:nvPr/>
        </p:nvSpPr>
        <p:spPr>
          <a:xfrm xmlns:a="http://schemas.openxmlformats.org/drawingml/2006/main">
            <a:off x="9953625" y="70961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보조 제어: hold 요청 → 업무 gate 적용 ACK → 현재 의미로 reconciliation</a:t>
            </a:r>
          </a:p>
        </p:txBody>
      </p:sp>
      <p:sp>
        <p:nvSpPr>
          <p:cNvPr id="219" name="dp42-comparison / n191">
            <a:extLst xmlns:a="http://schemas.openxmlformats.org/drawingml/2006/main">
              <a:ext uri="{FF2B5EF4-FFF2-40B4-BE49-F238E27FC236}">
                <a16:creationId xmlns:a16="http://schemas.microsoft.com/office/drawing/2014/main" id="{6ACD6114-E069-4782-9795-965D2F5967F6}"/>
              </a:ext>
            </a:extLst>
          </p:cNvPr>
          <p:cNvSpPr>
            <a:spLocks xmlns:a="http://schemas.openxmlformats.org/drawingml/2006/main" noGrp="1"/>
          </p:cNvSpPr>
          <p:nvPr/>
        </p:nvSpPr>
        <p:spPr>
          <a:xfrm xmlns:a="http://schemas.openxmlformats.org/drawingml/2006/main">
            <a:off x="9934575" y="7305675"/>
            <a:ext cx="490423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0" name="dp42-comparison / n192 / text 1">
            <a:extLst xmlns:a="http://schemas.openxmlformats.org/drawingml/2006/main">
              <a:ext uri="{FF2B5EF4-FFF2-40B4-BE49-F238E27FC236}">
                <a16:creationId xmlns:a16="http://schemas.microsoft.com/office/drawing/2014/main" id="{E421602F-54A4-495C-BB25-42AA8AC73E36}"/>
              </a:ext>
            </a:extLst>
          </p:cNvPr>
          <p:cNvSpPr>
            <a:spLocks xmlns:a="http://schemas.openxmlformats.org/drawingml/2006/main" noGrp="1"/>
          </p:cNvSpPr>
          <p:nvPr/>
        </p:nvSpPr>
        <p:spPr>
          <a:xfrm xmlns:a="http://schemas.openxmlformats.org/drawingml/2006/main">
            <a:off x="9953625" y="731520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DISPATCHING 뒤 정정: 실제 외부 상태 조회 / 제어 / 발화 시작만으로 취소 완료 아님</a:t>
            </a:r>
          </a:p>
        </p:txBody>
      </p:sp>
    </p:spTree>
    <p:extLst>
      <p:ext uri="{BB962C8B-B14F-4D97-AF65-F5344CB8AC3E}">
        <p14:creationId xmlns:p14="http://schemas.microsoft.com/office/powerpoint/2010/main" val="610741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dp43-background / n1">
            <a:extLst xmlns:a="http://schemas.openxmlformats.org/drawingml/2006/main">
              <a:ext uri="{FF2B5EF4-FFF2-40B4-BE49-F238E27FC236}">
                <a16:creationId xmlns:a16="http://schemas.microsoft.com/office/drawing/2014/main" id="{51732F8F-9DE4-4E3E-85B0-E9E954A7C79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3-background / n2 / text 1">
            <a:extLst xmlns:a="http://schemas.openxmlformats.org/drawingml/2006/main">
              <a:ext uri="{FF2B5EF4-FFF2-40B4-BE49-F238E27FC236}">
                <a16:creationId xmlns:a16="http://schemas.microsoft.com/office/drawing/2014/main" id="{43B7752C-BA32-40A0-8038-25CC91A8C2B3}"/>
              </a:ext>
            </a:extLst>
          </p:cNvPr>
          <p:cNvSpPr>
            <a:spLocks xmlns:a="http://schemas.openxmlformats.org/drawingml/2006/main" noGrp="1"/>
          </p:cNvSpPr>
          <p:nvPr/>
        </p:nvSpPr>
        <p:spPr>
          <a:xfrm xmlns:a="http://schemas.openxmlformats.org/drawingml/2006/main">
            <a:off x="609600" y="238125"/>
            <a:ext cx="11906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087E8B"/>
                </a:solidFill>
                <a:latin typeface="Apple SD Gothic Neo"/>
                <a:ea typeface="Apple SD Gothic Neo"/>
                <a:cs typeface="Apple SD Gothic Neo"/>
              </a:defRPr>
            </a:pPr>
            <a:r>
              <a:rPr sz="1500" b="1">
                <a:solidFill>
                  <a:srgbClr val="087E8B"/>
                </a:solidFill>
                <a:latin typeface="Apple SD Gothic Neo"/>
                <a:ea typeface="Apple SD Gothic Neo"/>
                <a:cs typeface="Apple SD Gothic Neo"/>
              </a:rPr>
              <a:t>VIA SOFTWARE ARCHITECTURE / DP 배경</a:t>
            </a:r>
          </a:p>
        </p:txBody>
      </p:sp>
      <p:sp>
        <p:nvSpPr>
          <p:cNvPr id="3" name="dp43-background / n3 / text 1">
            <a:extLst xmlns:a="http://schemas.openxmlformats.org/drawingml/2006/main">
              <a:ext uri="{FF2B5EF4-FFF2-40B4-BE49-F238E27FC236}">
                <a16:creationId xmlns:a16="http://schemas.microsoft.com/office/drawing/2014/main" id="{52E6EB53-4ACA-4C0C-AB8D-6366B80C9DD2}"/>
              </a:ext>
            </a:extLst>
          </p:cNvPr>
          <p:cNvSpPr>
            <a:spLocks xmlns:a="http://schemas.openxmlformats.org/drawingml/2006/main" noGrp="1"/>
          </p:cNvSpPr>
          <p:nvPr/>
        </p:nvSpPr>
        <p:spPr>
          <a:xfrm xmlns:a="http://schemas.openxmlformats.org/drawingml/2006/main">
            <a:off x="15011400" y="238125"/>
            <a:ext cx="2667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04-43</a:t>
            </a:r>
          </a:p>
        </p:txBody>
      </p:sp>
      <p:sp>
        <p:nvSpPr>
          <p:cNvPr id="4" name="dp43-background / n4 / text 1">
            <a:extLst xmlns:a="http://schemas.openxmlformats.org/drawingml/2006/main">
              <a:ext uri="{FF2B5EF4-FFF2-40B4-BE49-F238E27FC236}">
                <a16:creationId xmlns:a16="http://schemas.microsoft.com/office/drawing/2014/main" id="{59C55532-D64C-4183-8C0D-3ACC06F8247F}"/>
              </a:ext>
            </a:extLst>
          </p:cNvPr>
          <p:cNvSpPr>
            <a:spLocks xmlns:a="http://schemas.openxmlformats.org/drawingml/2006/main" noGrp="1"/>
          </p:cNvSpPr>
          <p:nvPr/>
        </p:nvSpPr>
        <p:spPr>
          <a:xfrm xmlns:a="http://schemas.openxmlformats.org/drawingml/2006/main">
            <a:off x="609600" y="619125"/>
            <a:ext cx="1695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000" b="1">
                <a:solidFill>
                  <a:srgbClr val="18232E"/>
                </a:solidFill>
                <a:latin typeface="Apple SD Gothic Neo"/>
                <a:ea typeface="Apple SD Gothic Neo"/>
                <a:cs typeface="Apple SD Gothic Neo"/>
              </a:defRPr>
            </a:pPr>
            <a:r>
              <a:rPr sz="3000" b="1">
                <a:solidFill>
                  <a:srgbClr val="18232E"/>
                </a:solidFill>
                <a:latin typeface="Apple SD Gothic Neo"/>
                <a:ea typeface="Apple SD Gothic Neo"/>
                <a:cs typeface="Apple SD Gothic Neo"/>
              </a:rPr>
              <a:t>04-43. 기능 정확성을 위한 VIA Request 의미 판단 설계</a:t>
            </a:r>
          </a:p>
        </p:txBody>
      </p:sp>
      <p:sp>
        <p:nvSpPr>
          <p:cNvPr id="5" name="dp43-background / n5 / path">
            <a:extLst xmlns:a="http://schemas.openxmlformats.org/drawingml/2006/main">
              <a:ext uri="{FF2B5EF4-FFF2-40B4-BE49-F238E27FC236}">
                <a16:creationId xmlns:a16="http://schemas.microsoft.com/office/drawing/2014/main" id="{55E14FC1-6ABE-40E4-A16F-624BDD95296A}"/>
              </a:ext>
            </a:extLst>
          </p:cNvPr>
          <p:cNvSpPr>
            <a:spLocks xmlns:a="http://schemas.openxmlformats.org/drawingml/2006/main" noGrp="1"/>
          </p:cNvSpPr>
          <p:nvPr/>
        </p:nvSpPr>
        <p:spPr>
          <a:xfrm xmlns:a="http://schemas.openxmlformats.org/drawingml/2006/main">
            <a:off x="609600" y="1209675"/>
            <a:ext cx="17068800" cy="953"/>
          </a:xfrm>
          <a:custGeom xmlns:a="http://schemas.openxmlformats.org/drawingml/2006/main">
            <a:pathLst>
              <a:path w="17068800" h="953">
                <a:moveTo>
                  <a:pt x="0" y="0"/>
                </a:moveTo>
                <a:lnTo>
                  <a:pt x="17068800" y="0"/>
                </a:lnTo>
              </a:path>
            </a:pathLst>
          </a:custGeom>
          <a:noFill xmlns:a="http://schemas.openxmlformats.org/drawingml/2006/main"/>
          <a:ln xmlns:a="http://schemas.openxmlformats.org/drawingml/2006/main" w="19050">
            <a:solidFill>
              <a:srgbClr val="CDD6DE"/>
            </a:solidFill>
            <a:prstDash val="solid"/>
          </a:ln>
        </p:spPr>
      </p:sp>
      <p:sp>
        <p:nvSpPr>
          <p:cNvPr id="6" name="dp43-background / n6">
            <a:extLst xmlns:a="http://schemas.openxmlformats.org/drawingml/2006/main">
              <a:ext uri="{FF2B5EF4-FFF2-40B4-BE49-F238E27FC236}">
                <a16:creationId xmlns:a16="http://schemas.microsoft.com/office/drawing/2014/main" id="{1416CE0B-5ED0-43D0-9899-AAAFF8E2746D}"/>
              </a:ext>
            </a:extLst>
          </p:cNvPr>
          <p:cNvSpPr>
            <a:spLocks xmlns:a="http://schemas.openxmlformats.org/drawingml/2006/main" noGrp="1"/>
          </p:cNvSpPr>
          <p:nvPr/>
        </p:nvSpPr>
        <p:spPr>
          <a:xfrm xmlns:a="http://schemas.openxmlformats.org/drawingml/2006/main">
            <a:off x="609600" y="1438275"/>
            <a:ext cx="17068800" cy="609600"/>
          </a:xfrm>
          <a:prstGeom xmlns:a="http://schemas.openxmlformats.org/drawingml/2006/main" prst="rect">
            <a:avLst/>
          </a:prstGeom>
          <a:solidFill xmlns:a="http://schemas.openxmlformats.org/drawingml/2006/main">
            <a:srgbClr val="FFF4A8"/>
          </a:solidFill>
          <a:ln xmlns:a="http://schemas.openxmlformats.org/drawingml/2006/main" w="0">
            <a:noFill/>
            <a:prstDash val="solid"/>
          </a:ln>
        </p:spPr>
      </p:sp>
      <p:sp>
        <p:nvSpPr>
          <p:cNvPr id="7" name="dp43-background / n7 / text 1">
            <a:extLst xmlns:a="http://schemas.openxmlformats.org/drawingml/2006/main">
              <a:ext uri="{FF2B5EF4-FFF2-40B4-BE49-F238E27FC236}">
                <a16:creationId xmlns:a16="http://schemas.microsoft.com/office/drawing/2014/main" id="{8288F0E6-DD71-4F01-B4C0-A178EF421CBA}"/>
              </a:ext>
            </a:extLst>
          </p:cNvPr>
          <p:cNvSpPr>
            <a:spLocks xmlns:a="http://schemas.openxmlformats.org/drawingml/2006/main" noGrp="1"/>
          </p:cNvSpPr>
          <p:nvPr/>
        </p:nvSpPr>
        <p:spPr>
          <a:xfrm xmlns:a="http://schemas.openxmlformats.org/drawingml/2006/main">
            <a:off x="781050" y="1571625"/>
            <a:ext cx="16725900" cy="49720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18232E"/>
                </a:solidFill>
                <a:latin typeface="Apple SD Gothic Neo"/>
                <a:ea typeface="Apple SD Gothic Neo"/>
                <a:cs typeface="Apple SD Gothic Neo"/>
              </a:defRPr>
            </a:pPr>
            <a:r>
              <a:rPr sz="2700" b="1">
                <a:solidFill>
                  <a:srgbClr val="18232E"/>
                </a:solidFill>
                <a:latin typeface="Apple SD Gothic Neo"/>
                <a:ea typeface="Apple SD Gothic Neo"/>
                <a:cs typeface="Apple SD Gothic Neo"/>
              </a:rPr>
              <a:t>메일 정정에 따른 관련 참조 오류와 기존 조건 누락 위험</a:t>
            </a:r>
          </a:p>
        </p:txBody>
      </p:sp>
      <p:sp>
        <p:nvSpPr>
          <p:cNvPr id="8" name="dp43-background / n8 / path">
            <a:extLst xmlns:a="http://schemas.openxmlformats.org/drawingml/2006/main">
              <a:ext uri="{FF2B5EF4-FFF2-40B4-BE49-F238E27FC236}">
                <a16:creationId xmlns:a16="http://schemas.microsoft.com/office/drawing/2014/main" id="{FD4BF337-781E-4C48-8226-7DF2D28B44F3}"/>
              </a:ext>
            </a:extLst>
          </p:cNvPr>
          <p:cNvSpPr>
            <a:spLocks xmlns:a="http://schemas.openxmlformats.org/drawingml/2006/main" noGrp="1"/>
          </p:cNvSpPr>
          <p:nvPr/>
        </p:nvSpPr>
        <p:spPr>
          <a:xfrm xmlns:a="http://schemas.openxmlformats.org/drawingml/2006/main">
            <a:off x="11553825" y="2686050"/>
            <a:ext cx="953" cy="5495925"/>
          </a:xfrm>
          <a:custGeom xmlns:a="http://schemas.openxmlformats.org/drawingml/2006/main">
            <a:pathLst>
              <a:path w="953" h="5495925">
                <a:moveTo>
                  <a:pt x="0" y="0"/>
                </a:moveTo>
                <a:lnTo>
                  <a:pt x="0" y="5495925"/>
                </a:lnTo>
              </a:path>
            </a:pathLst>
          </a:custGeom>
          <a:noFill xmlns:a="http://schemas.openxmlformats.org/drawingml/2006/main"/>
          <a:ln xmlns:a="http://schemas.openxmlformats.org/drawingml/2006/main" w="19050">
            <a:solidFill>
              <a:srgbClr val="CDD6DE"/>
            </a:solidFill>
            <a:prstDash val="solid"/>
          </a:ln>
        </p:spPr>
      </p:sp>
      <p:sp>
        <p:nvSpPr>
          <p:cNvPr id="9" name="dp43-background / n9 / text 1">
            <a:extLst xmlns:a="http://schemas.openxmlformats.org/drawingml/2006/main">
              <a:ext uri="{FF2B5EF4-FFF2-40B4-BE49-F238E27FC236}">
                <a16:creationId xmlns:a16="http://schemas.microsoft.com/office/drawing/2014/main" id="{E76C0721-7B8B-4A3B-A00D-6AB2BF12F7AC}"/>
              </a:ext>
            </a:extLst>
          </p:cNvPr>
          <p:cNvSpPr>
            <a:spLocks xmlns:a="http://schemas.openxmlformats.org/drawingml/2006/main" noGrp="1"/>
          </p:cNvSpPr>
          <p:nvPr/>
        </p:nvSpPr>
        <p:spPr>
          <a:xfrm xmlns:a="http://schemas.openxmlformats.org/drawingml/2006/main">
            <a:off x="12001500" y="2695575"/>
            <a:ext cx="567690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5F6B77"/>
                </a:solidFill>
                <a:latin typeface="Apple SD Gothic Neo"/>
                <a:ea typeface="Apple SD Gothic Neo"/>
                <a:cs typeface="Apple SD Gothic Neo"/>
              </a:defRPr>
            </a:pPr>
            <a:r>
              <a:rPr sz="1950" b="1">
                <a:solidFill>
                  <a:srgbClr val="5F6B77"/>
                </a:solidFill>
                <a:latin typeface="Apple SD Gothic Neo"/>
                <a:ea typeface="Apple SD Gothic Neo"/>
                <a:cs typeface="Apple SD Gothic Neo"/>
              </a:rPr>
              <a:t>설계 고려 사항</a:t>
            </a:r>
          </a:p>
        </p:txBody>
      </p:sp>
      <p:sp>
        <p:nvSpPr>
          <p:cNvPr id="10" name="dp43-background / n10 / path">
            <a:extLst xmlns:a="http://schemas.openxmlformats.org/drawingml/2006/main">
              <a:ext uri="{FF2B5EF4-FFF2-40B4-BE49-F238E27FC236}">
                <a16:creationId xmlns:a16="http://schemas.microsoft.com/office/drawing/2014/main" id="{648A9FB7-D942-4664-A5EB-89886A4BCC6D}"/>
              </a:ext>
            </a:extLst>
          </p:cNvPr>
          <p:cNvSpPr>
            <a:spLocks xmlns:a="http://schemas.openxmlformats.org/drawingml/2006/main" noGrp="1"/>
          </p:cNvSpPr>
          <p:nvPr/>
        </p:nvSpPr>
        <p:spPr>
          <a:xfrm xmlns:a="http://schemas.openxmlformats.org/drawingml/2006/main">
            <a:off x="609600" y="8458200"/>
            <a:ext cx="17068800" cy="953"/>
          </a:xfrm>
          <a:custGeom xmlns:a="http://schemas.openxmlformats.org/drawingml/2006/main">
            <a:pathLst>
              <a:path w="17068800" h="953">
                <a:moveTo>
                  <a:pt x="0" y="0"/>
                </a:moveTo>
                <a:lnTo>
                  <a:pt x="17068800" y="0"/>
                </a:lnTo>
              </a:path>
            </a:pathLst>
          </a:custGeom>
          <a:noFill xmlns:a="http://schemas.openxmlformats.org/drawingml/2006/main"/>
          <a:ln xmlns:a="http://schemas.openxmlformats.org/drawingml/2006/main" w="19050">
            <a:solidFill>
              <a:srgbClr val="CDD6DE"/>
            </a:solidFill>
            <a:prstDash val="solid"/>
          </a:ln>
        </p:spPr>
      </p:sp>
      <p:sp>
        <p:nvSpPr>
          <p:cNvPr id="11" name="dp43-background / n11 / text 1">
            <a:extLst xmlns:a="http://schemas.openxmlformats.org/drawingml/2006/main">
              <a:ext uri="{FF2B5EF4-FFF2-40B4-BE49-F238E27FC236}">
                <a16:creationId xmlns:a16="http://schemas.microsoft.com/office/drawing/2014/main" id="{C51688B1-4822-4F79-8BE3-AE247AEFC09E}"/>
              </a:ext>
            </a:extLst>
          </p:cNvPr>
          <p:cNvSpPr>
            <a:spLocks xmlns:a="http://schemas.openxmlformats.org/drawingml/2006/main" noGrp="1"/>
          </p:cNvSpPr>
          <p:nvPr/>
        </p:nvSpPr>
        <p:spPr>
          <a:xfrm xmlns:a="http://schemas.openxmlformats.org/drawingml/2006/main">
            <a:off x="609600" y="8810625"/>
            <a:ext cx="1571625"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B63732"/>
                </a:solidFill>
                <a:latin typeface="Apple SD Gothic Neo"/>
                <a:ea typeface="Apple SD Gothic Neo"/>
                <a:cs typeface="Apple SD Gothic Neo"/>
              </a:defRPr>
            </a:pPr>
            <a:r>
              <a:rPr sz="1950" b="1">
                <a:solidFill>
                  <a:srgbClr val="B63732"/>
                </a:solidFill>
                <a:latin typeface="Apple SD Gothic Neo"/>
                <a:ea typeface="Apple SD Gothic Neo"/>
                <a:cs typeface="Apple SD Gothic Neo"/>
              </a:rPr>
              <a:t>설계 과제</a:t>
            </a:r>
          </a:p>
        </p:txBody>
      </p:sp>
      <p:sp>
        <p:nvSpPr>
          <p:cNvPr id="12" name="dp43-background / n12 / text 1">
            <a:extLst xmlns:a="http://schemas.openxmlformats.org/drawingml/2006/main">
              <a:ext uri="{FF2B5EF4-FFF2-40B4-BE49-F238E27FC236}">
                <a16:creationId xmlns:a16="http://schemas.microsoft.com/office/drawing/2014/main" id="{73625086-68E7-46B9-8940-D613A41F6DFD}"/>
              </a:ext>
            </a:extLst>
          </p:cNvPr>
          <p:cNvSpPr>
            <a:spLocks xmlns:a="http://schemas.openxmlformats.org/drawingml/2006/main" noGrp="1"/>
          </p:cNvSpPr>
          <p:nvPr/>
        </p:nvSpPr>
        <p:spPr>
          <a:xfrm xmlns:a="http://schemas.openxmlformats.org/drawingml/2006/main">
            <a:off x="2286000" y="8763000"/>
            <a:ext cx="15392400" cy="4281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8232E"/>
                </a:solidFill>
                <a:latin typeface="Apple SD Gothic Neo"/>
                <a:ea typeface="Apple SD Gothic Neo"/>
                <a:cs typeface="Apple SD Gothic Neo"/>
              </a:defRPr>
            </a:pPr>
            <a:r>
              <a:rPr sz="2325" b="1">
                <a:solidFill>
                  <a:srgbClr val="18232E"/>
                </a:solidFill>
                <a:latin typeface="Apple SD Gothic Neo"/>
                <a:ea typeface="Apple SD Gothic Neo"/>
                <a:cs typeface="Apple SD Gothic Neo"/>
              </a:rPr>
              <a:t>연관된 의미 판단의 생산 책임과 조정 방식 설계</a:t>
            </a:r>
          </a:p>
        </p:txBody>
      </p:sp>
      <p:sp>
        <p:nvSpPr>
          <p:cNvPr id="13" name="dp43-background / n13 / text 1">
            <a:extLst xmlns:a="http://schemas.openxmlformats.org/drawingml/2006/main">
              <a:ext uri="{FF2B5EF4-FFF2-40B4-BE49-F238E27FC236}">
                <a16:creationId xmlns:a16="http://schemas.microsoft.com/office/drawing/2014/main" id="{FF501319-EB63-4E6C-A727-EF5CE9C32F0D}"/>
              </a:ext>
            </a:extLst>
          </p:cNvPr>
          <p:cNvSpPr>
            <a:spLocks xmlns:a="http://schemas.openxmlformats.org/drawingml/2006/main" noGrp="1"/>
          </p:cNvSpPr>
          <p:nvPr/>
        </p:nvSpPr>
        <p:spPr>
          <a:xfrm xmlns:a="http://schemas.openxmlformats.org/drawingml/2006/main">
            <a:off x="609600" y="9858375"/>
            <a:ext cx="12001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품질 관점: 기능 정확성 / 기능 지원 범위 / 변경 용이성</a:t>
            </a:r>
          </a:p>
        </p:txBody>
      </p:sp>
      <p:sp>
        <p:nvSpPr>
          <p:cNvPr id="14" name="dp43-background / n14 / text 1">
            <a:extLst xmlns:a="http://schemas.openxmlformats.org/drawingml/2006/main">
              <a:ext uri="{FF2B5EF4-FFF2-40B4-BE49-F238E27FC236}">
                <a16:creationId xmlns:a16="http://schemas.microsoft.com/office/drawing/2014/main" id="{B8A63EAB-2992-4E71-AC49-505F5C69E9F3}"/>
              </a:ext>
            </a:extLst>
          </p:cNvPr>
          <p:cNvSpPr>
            <a:spLocks xmlns:a="http://schemas.openxmlformats.org/drawingml/2006/main" noGrp="1"/>
          </p:cNvSpPr>
          <p:nvPr/>
        </p:nvSpPr>
        <p:spPr>
          <a:xfrm xmlns:a="http://schemas.openxmlformats.org/drawingml/2006/main">
            <a:off x="13106400" y="9858375"/>
            <a:ext cx="4572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구조 후보 / 미선정 / 미측정</a:t>
            </a:r>
          </a:p>
        </p:txBody>
      </p:sp>
      <p:sp>
        <p:nvSpPr>
          <p:cNvPr id="15" name="dp43-background / n15">
            <a:extLst xmlns:a="http://schemas.openxmlformats.org/drawingml/2006/main">
              <a:ext uri="{FF2B5EF4-FFF2-40B4-BE49-F238E27FC236}">
                <a16:creationId xmlns:a16="http://schemas.microsoft.com/office/drawing/2014/main" id="{ACC1A435-EC33-4E1F-8858-1EE461347A6E}"/>
              </a:ext>
            </a:extLst>
          </p:cNvPr>
          <p:cNvSpPr>
            <a:spLocks xmlns:a="http://schemas.openxmlformats.org/drawingml/2006/main" noGrp="1"/>
          </p:cNvSpPr>
          <p:nvPr/>
        </p:nvSpPr>
        <p:spPr>
          <a:xfrm xmlns:a="http://schemas.openxmlformats.org/drawingml/2006/main">
            <a:off x="609600" y="2619375"/>
            <a:ext cx="5143500" cy="1400175"/>
          </a:xfrm>
          <a:prstGeom xmlns:a="http://schemas.openxmlformats.org/drawingml/2006/main" prst="rect">
            <a:avLst/>
          </a:prstGeom>
          <a:solidFill xmlns:a="http://schemas.openxmlformats.org/drawingml/2006/main">
            <a:srgbClr val="EFF3F8"/>
          </a:solidFill>
          <a:ln xmlns:a="http://schemas.openxmlformats.org/drawingml/2006/main" w="0">
            <a:noFill/>
            <a:prstDash val="solid"/>
          </a:ln>
        </p:spPr>
      </p:sp>
      <p:sp>
        <p:nvSpPr>
          <p:cNvPr id="16" name="dp43-background / n16">
            <a:extLst xmlns:a="http://schemas.openxmlformats.org/drawingml/2006/main">
              <a:ext uri="{FF2B5EF4-FFF2-40B4-BE49-F238E27FC236}">
                <a16:creationId xmlns:a16="http://schemas.microsoft.com/office/drawing/2014/main" id="{1773C2CA-6593-48FB-BD9C-B5BB437BF9CF}"/>
              </a:ext>
            </a:extLst>
          </p:cNvPr>
          <p:cNvSpPr>
            <a:spLocks xmlns:a="http://schemas.openxmlformats.org/drawingml/2006/main" noGrp="1"/>
          </p:cNvSpPr>
          <p:nvPr/>
        </p:nvSpPr>
        <p:spPr>
          <a:xfrm xmlns:a="http://schemas.openxmlformats.org/drawingml/2006/main">
            <a:off x="6210300" y="2619375"/>
            <a:ext cx="4972050" cy="1400175"/>
          </a:xfrm>
          <a:prstGeom xmlns:a="http://schemas.openxmlformats.org/drawingml/2006/main" prst="rect">
            <a:avLst/>
          </a:prstGeom>
          <a:solidFill xmlns:a="http://schemas.openxmlformats.org/drawingml/2006/main">
            <a:srgbClr val="FFF0EC"/>
          </a:solidFill>
          <a:ln xmlns:a="http://schemas.openxmlformats.org/drawingml/2006/main" w="0">
            <a:noFill/>
            <a:prstDash val="solid"/>
          </a:ln>
        </p:spPr>
      </p:sp>
      <p:sp>
        <p:nvSpPr>
          <p:cNvPr id="17" name="dp43-background / n17 / text 1">
            <a:extLst xmlns:a="http://schemas.openxmlformats.org/drawingml/2006/main">
              <a:ext uri="{FF2B5EF4-FFF2-40B4-BE49-F238E27FC236}">
                <a16:creationId xmlns:a16="http://schemas.microsoft.com/office/drawing/2014/main" id="{6D760CF0-AB9E-4E2D-89F0-AEEE2D900685}"/>
              </a:ext>
            </a:extLst>
          </p:cNvPr>
          <p:cNvSpPr>
            <a:spLocks xmlns:a="http://schemas.openxmlformats.org/drawingml/2006/main" noGrp="1"/>
          </p:cNvSpPr>
          <p:nvPr/>
        </p:nvSpPr>
        <p:spPr>
          <a:xfrm xmlns:a="http://schemas.openxmlformats.org/drawingml/2006/main">
            <a:off x="800100" y="2733675"/>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진행 중인 두 Task의 조건 지정</a:t>
            </a:r>
          </a:p>
        </p:txBody>
      </p:sp>
      <p:sp>
        <p:nvSpPr>
          <p:cNvPr id="18" name="dp43-background / n18 / text 1">
            <a:extLst xmlns:a="http://schemas.openxmlformats.org/drawingml/2006/main">
              <a:ext uri="{FF2B5EF4-FFF2-40B4-BE49-F238E27FC236}">
                <a16:creationId xmlns:a16="http://schemas.microsoft.com/office/drawing/2014/main" id="{81C7B011-1166-428A-A00F-17570DD08C65}"/>
              </a:ext>
            </a:extLst>
          </p:cNvPr>
          <p:cNvSpPr>
            <a:spLocks xmlns:a="http://schemas.openxmlformats.org/drawingml/2006/main" noGrp="1"/>
          </p:cNvSpPr>
          <p:nvPr/>
        </p:nvSpPr>
        <p:spPr>
          <a:xfrm xmlns:a="http://schemas.openxmlformats.org/drawingml/2006/main">
            <a:off x="800100" y="3086100"/>
            <a:ext cx="476250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232E"/>
                </a:solidFill>
                <a:latin typeface="Apple SD Gothic Neo"/>
                <a:ea typeface="Apple SD Gothic Neo"/>
                <a:cs typeface="Apple SD Gothic Neo"/>
              </a:defRPr>
            </a:pPr>
            <a:r>
              <a:rPr sz="2025" b="1">
                <a:solidFill>
                  <a:srgbClr val="18232E"/>
                </a:solidFill>
                <a:latin typeface="Apple SD Gothic Neo"/>
                <a:ea typeface="Apple SD Gothic Neo"/>
                <a:cs typeface="Apple SD Gothic Neo"/>
              </a:rPr>
              <a:t>“보고서는 PDF로, 메일에는</a:t>
            </a:r>
          </a:p>
        </p:txBody>
      </p:sp>
      <p:sp>
        <p:nvSpPr>
          <p:cNvPr id="19" name="dp43-background / n18 / text 2">
            <a:extLst xmlns:a="http://schemas.openxmlformats.org/drawingml/2006/main">
              <a:ext uri="{FF2B5EF4-FFF2-40B4-BE49-F238E27FC236}">
                <a16:creationId xmlns:a16="http://schemas.microsoft.com/office/drawing/2014/main" id="{53A370C0-992C-4DFD-ABC5-D780565AC2A0}"/>
              </a:ext>
            </a:extLst>
          </p:cNvPr>
          <p:cNvSpPr>
            <a:spLocks xmlns:a="http://schemas.openxmlformats.org/drawingml/2006/main" noGrp="1"/>
          </p:cNvSpPr>
          <p:nvPr/>
        </p:nvSpPr>
        <p:spPr>
          <a:xfrm xmlns:a="http://schemas.openxmlformats.org/drawingml/2006/main">
            <a:off x="800100" y="3390900"/>
            <a:ext cx="476250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232E"/>
                </a:solidFill>
                <a:latin typeface="Apple SD Gothic Neo"/>
                <a:ea typeface="Apple SD Gothic Neo"/>
                <a:cs typeface="Apple SD Gothic Neo"/>
              </a:defRPr>
            </a:pPr>
            <a:r>
              <a:rPr sz="2025" b="1">
                <a:solidFill>
                  <a:srgbClr val="18232E"/>
                </a:solidFill>
                <a:latin typeface="Apple SD Gothic Neo"/>
                <a:ea typeface="Apple SD Gothic Neo"/>
                <a:cs typeface="Apple SD Gothic Neo"/>
              </a:rPr>
              <a:t>그 보고서의 결론을 넣어줘.”</a:t>
            </a:r>
          </a:p>
        </p:txBody>
      </p:sp>
      <p:sp>
        <p:nvSpPr>
          <p:cNvPr id="20" name="dp43-background / n19 / text 1">
            <a:extLst xmlns:a="http://schemas.openxmlformats.org/drawingml/2006/main">
              <a:ext uri="{FF2B5EF4-FFF2-40B4-BE49-F238E27FC236}">
                <a16:creationId xmlns:a16="http://schemas.microsoft.com/office/drawing/2014/main" id="{C683A2C6-C095-438D-8211-B54DBC6FF246}"/>
              </a:ext>
            </a:extLst>
          </p:cNvPr>
          <p:cNvSpPr>
            <a:spLocks xmlns:a="http://schemas.openxmlformats.org/drawingml/2006/main" noGrp="1"/>
          </p:cNvSpPr>
          <p:nvPr/>
        </p:nvSpPr>
        <p:spPr>
          <a:xfrm xmlns:a="http://schemas.openxmlformats.org/drawingml/2006/main">
            <a:off x="800100" y="3724275"/>
            <a:ext cx="476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Request / PDF 조건과 메일 내용</a:t>
            </a:r>
          </a:p>
        </p:txBody>
      </p:sp>
      <p:sp>
        <p:nvSpPr>
          <p:cNvPr id="21" name="dp43-background / n20 / text 1">
            <a:extLst xmlns:a="http://schemas.openxmlformats.org/drawingml/2006/main">
              <a:ext uri="{FF2B5EF4-FFF2-40B4-BE49-F238E27FC236}">
                <a16:creationId xmlns:a16="http://schemas.microsoft.com/office/drawing/2014/main" id="{3F3FA63A-B132-4AAA-8E02-8E04D3081BA4}"/>
              </a:ext>
            </a:extLst>
          </p:cNvPr>
          <p:cNvSpPr>
            <a:spLocks xmlns:a="http://schemas.openxmlformats.org/drawingml/2006/main" noGrp="1"/>
          </p:cNvSpPr>
          <p:nvPr/>
        </p:nvSpPr>
        <p:spPr>
          <a:xfrm xmlns:a="http://schemas.openxmlformats.org/drawingml/2006/main">
            <a:off x="6400800" y="2733675"/>
            <a:ext cx="4591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B63732"/>
                </a:solidFill>
                <a:latin typeface="Apple SD Gothic Neo"/>
                <a:ea typeface="Apple SD Gothic Neo"/>
                <a:cs typeface="Apple SD Gothic Neo"/>
              </a:defRPr>
            </a:pPr>
            <a:r>
              <a:rPr sz="1500" b="0">
                <a:solidFill>
                  <a:srgbClr val="B63732"/>
                </a:solidFill>
                <a:latin typeface="Apple SD Gothic Neo"/>
                <a:ea typeface="Apple SD Gothic Neo"/>
                <a:cs typeface="Apple SD Gothic Neo"/>
              </a:rPr>
              <a:t>잠시 뒤 / 메일 내용 정정</a:t>
            </a:r>
          </a:p>
        </p:txBody>
      </p:sp>
      <p:sp>
        <p:nvSpPr>
          <p:cNvPr id="22" name="dp43-background / n21 / text 1">
            <a:extLst xmlns:a="http://schemas.openxmlformats.org/drawingml/2006/main">
              <a:ext uri="{FF2B5EF4-FFF2-40B4-BE49-F238E27FC236}">
                <a16:creationId xmlns:a16="http://schemas.microsoft.com/office/drawing/2014/main" id="{B5DA42F3-CE0C-43C2-9B81-BE5841922DBD}"/>
              </a:ext>
            </a:extLst>
          </p:cNvPr>
          <p:cNvSpPr>
            <a:spLocks xmlns:a="http://schemas.openxmlformats.org/drawingml/2006/main" noGrp="1"/>
          </p:cNvSpPr>
          <p:nvPr/>
        </p:nvSpPr>
        <p:spPr>
          <a:xfrm xmlns:a="http://schemas.openxmlformats.org/drawingml/2006/main">
            <a:off x="6400800" y="3086100"/>
            <a:ext cx="459105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232E"/>
                </a:solidFill>
                <a:latin typeface="Apple SD Gothic Neo"/>
                <a:ea typeface="Apple SD Gothic Neo"/>
                <a:cs typeface="Apple SD Gothic Neo"/>
              </a:defRPr>
            </a:pPr>
            <a:r>
              <a:rPr sz="2025" b="1">
                <a:solidFill>
                  <a:srgbClr val="18232E"/>
                </a:solidFill>
                <a:latin typeface="Apple SD Gothic Neo"/>
                <a:ea typeface="Apple SD Gothic Neo"/>
                <a:cs typeface="Apple SD Gothic Neo"/>
              </a:rPr>
              <a:t>“메일에는 결론 대신</a:t>
            </a:r>
          </a:p>
        </p:txBody>
      </p:sp>
      <p:sp>
        <p:nvSpPr>
          <p:cNvPr id="23" name="dp43-background / n21 / text 2">
            <a:extLst xmlns:a="http://schemas.openxmlformats.org/drawingml/2006/main">
              <a:ext uri="{FF2B5EF4-FFF2-40B4-BE49-F238E27FC236}">
                <a16:creationId xmlns:a16="http://schemas.microsoft.com/office/drawing/2014/main" id="{C338F965-EDB7-483C-BD68-06118B92BDAA}"/>
              </a:ext>
            </a:extLst>
          </p:cNvPr>
          <p:cNvSpPr>
            <a:spLocks xmlns:a="http://schemas.openxmlformats.org/drawingml/2006/main" noGrp="1"/>
          </p:cNvSpPr>
          <p:nvPr/>
        </p:nvSpPr>
        <p:spPr>
          <a:xfrm xmlns:a="http://schemas.openxmlformats.org/drawingml/2006/main">
            <a:off x="6400800" y="3390900"/>
            <a:ext cx="459105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232E"/>
                </a:solidFill>
                <a:latin typeface="Apple SD Gothic Neo"/>
                <a:ea typeface="Apple SD Gothic Neo"/>
                <a:cs typeface="Apple SD Gothic Neo"/>
              </a:defRPr>
            </a:pPr>
            <a:r>
              <a:rPr sz="2025" b="1">
                <a:solidFill>
                  <a:srgbClr val="18232E"/>
                </a:solidFill>
                <a:latin typeface="Apple SD Gothic Neo"/>
                <a:ea typeface="Apple SD Gothic Neo"/>
                <a:cs typeface="Apple SD Gothic Neo"/>
              </a:rPr>
              <a:t>표만 넣어줘.”</a:t>
            </a:r>
          </a:p>
        </p:txBody>
      </p:sp>
      <p:sp>
        <p:nvSpPr>
          <p:cNvPr id="24" name="dp43-background / n22 / text 1">
            <a:extLst xmlns:a="http://schemas.openxmlformats.org/drawingml/2006/main">
              <a:ext uri="{FF2B5EF4-FFF2-40B4-BE49-F238E27FC236}">
                <a16:creationId xmlns:a16="http://schemas.microsoft.com/office/drawing/2014/main" id="{014C26B2-F6FB-4278-9678-D2ABE052248C}"/>
              </a:ext>
            </a:extLst>
          </p:cNvPr>
          <p:cNvSpPr>
            <a:spLocks xmlns:a="http://schemas.openxmlformats.org/drawingml/2006/main" noGrp="1"/>
          </p:cNvSpPr>
          <p:nvPr/>
        </p:nvSpPr>
        <p:spPr>
          <a:xfrm xmlns:a="http://schemas.openxmlformats.org/drawingml/2006/main">
            <a:off x="6400800" y="3724275"/>
            <a:ext cx="45910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Request / 메일 내용 교체</a:t>
            </a:r>
          </a:p>
        </p:txBody>
      </p:sp>
      <p:sp>
        <p:nvSpPr>
          <p:cNvPr id="25" name="dp43-background / n23 / path">
            <a:extLst xmlns:a="http://schemas.openxmlformats.org/drawingml/2006/main">
              <a:ext uri="{FF2B5EF4-FFF2-40B4-BE49-F238E27FC236}">
                <a16:creationId xmlns:a16="http://schemas.microsoft.com/office/drawing/2014/main" id="{289221A3-61D4-4AB9-9605-0912746B1B50}"/>
              </a:ext>
            </a:extLst>
          </p:cNvPr>
          <p:cNvSpPr>
            <a:spLocks xmlns:a="http://schemas.openxmlformats.org/drawingml/2006/main" noGrp="1"/>
          </p:cNvSpPr>
          <p:nvPr/>
        </p:nvSpPr>
        <p:spPr>
          <a:xfrm xmlns:a="http://schemas.openxmlformats.org/drawingml/2006/main">
            <a:off x="5867400" y="3295650"/>
            <a:ext cx="228600" cy="953"/>
          </a:xfrm>
          <a:custGeom xmlns:a="http://schemas.openxmlformats.org/drawingml/2006/main">
            <a:pathLst>
              <a:path w="228600" h="953">
                <a:moveTo>
                  <a:pt x="0" y="0"/>
                </a:moveTo>
                <a:lnTo>
                  <a:pt x="228600" y="0"/>
                </a:lnTo>
              </a:path>
            </a:pathLst>
          </a:custGeom>
          <a:noFill xmlns:a="http://schemas.openxmlformats.org/drawingml/2006/main"/>
          <a:ln xmlns:a="http://schemas.openxmlformats.org/drawingml/2006/main" w="19050">
            <a:solidFill>
              <a:srgbClr val="5F6B77"/>
            </a:solidFill>
            <a:prstDash val="solid"/>
          </a:ln>
        </p:spPr>
      </p:sp>
      <p:sp>
        <p:nvSpPr>
          <p:cNvPr id="26" name="dp43-background / n23 / arrow">
            <a:extLst xmlns:a="http://schemas.openxmlformats.org/drawingml/2006/main">
              <a:ext uri="{FF2B5EF4-FFF2-40B4-BE49-F238E27FC236}">
                <a16:creationId xmlns:a16="http://schemas.microsoft.com/office/drawing/2014/main" id="{539B802B-D53E-4EA2-8AA2-7D73DB8E7884}"/>
              </a:ext>
            </a:extLst>
          </p:cNvPr>
          <p:cNvSpPr>
            <a:spLocks xmlns:a="http://schemas.openxmlformats.org/drawingml/2006/main" noGrp="1"/>
          </p:cNvSpPr>
          <p:nvPr/>
        </p:nvSpPr>
        <p:spPr>
          <a:xfrm xmlns:a="http://schemas.openxmlformats.org/drawingml/2006/main">
            <a:off x="5974080" y="323469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5F6B77"/>
            </a:solidFill>
            <a:prstDash val="solid"/>
          </a:ln>
        </p:spPr>
      </p:sp>
      <p:sp>
        <p:nvSpPr>
          <p:cNvPr id="27" name="dp43-background / n24">
            <a:extLst xmlns:a="http://schemas.openxmlformats.org/drawingml/2006/main">
              <a:ext uri="{FF2B5EF4-FFF2-40B4-BE49-F238E27FC236}">
                <a16:creationId xmlns:a16="http://schemas.microsoft.com/office/drawing/2014/main" id="{FFB6FA70-F806-488A-98C9-1E2C3638DA4C}"/>
              </a:ext>
            </a:extLst>
          </p:cNvPr>
          <p:cNvSpPr>
            <a:spLocks xmlns:a="http://schemas.openxmlformats.org/drawingml/2006/main" noGrp="1"/>
          </p:cNvSpPr>
          <p:nvPr/>
        </p:nvSpPr>
        <p:spPr>
          <a:xfrm xmlns:a="http://schemas.openxmlformats.org/drawingml/2006/main">
            <a:off x="609600" y="4533900"/>
            <a:ext cx="2857500" cy="1943100"/>
          </a:xfrm>
          <a:custGeom xmlns:a="http://schemas.openxmlformats.org/drawingml/2006/main">
            <a:pathLst>
              <a:path w="2857500" h="1943100">
                <a:moveTo>
                  <a:pt x="0" y="0"/>
                </a:moveTo>
                <a:lnTo>
                  <a:pt x="2686050" y="0"/>
                </a:lnTo>
                <a:lnTo>
                  <a:pt x="2857500" y="171450"/>
                </a:lnTo>
                <a:lnTo>
                  <a:pt x="2857500" y="1943100"/>
                </a:lnTo>
                <a:lnTo>
                  <a:pt x="0" y="1943100"/>
                </a:lnTo>
                <a:close/>
              </a:path>
            </a:pathLst>
          </a:custGeom>
          <a:solidFill xmlns:a="http://schemas.openxmlformats.org/drawingml/2006/main">
            <a:srgbClr val="F3F7F7"/>
          </a:solidFill>
          <a:ln xmlns:a="http://schemas.openxmlformats.org/drawingml/2006/main" w="16193">
            <a:solidFill>
              <a:srgbClr val="CDD6DE"/>
            </a:solidFill>
            <a:prstDash val="solid"/>
          </a:ln>
        </p:spPr>
      </p:sp>
      <p:sp>
        <p:nvSpPr>
          <p:cNvPr id="28" name="dp43-background / n24 / fold">
            <a:extLst xmlns:a="http://schemas.openxmlformats.org/drawingml/2006/main">
              <a:ext uri="{FF2B5EF4-FFF2-40B4-BE49-F238E27FC236}">
                <a16:creationId xmlns:a16="http://schemas.microsoft.com/office/drawing/2014/main" id="{CB957DAD-9E8F-4592-99A4-EEC1805314EA}"/>
              </a:ext>
            </a:extLst>
          </p:cNvPr>
          <p:cNvSpPr>
            <a:spLocks xmlns:a="http://schemas.openxmlformats.org/drawingml/2006/main" noGrp="1"/>
          </p:cNvSpPr>
          <p:nvPr/>
        </p:nvSpPr>
        <p:spPr>
          <a:xfrm xmlns:a="http://schemas.openxmlformats.org/drawingml/2006/main">
            <a:off x="3295650" y="45339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16193">
            <a:solidFill>
              <a:srgbClr val="CDD6DE"/>
            </a:solidFill>
            <a:prstDash val="solid"/>
          </a:ln>
        </p:spPr>
      </p:sp>
      <p:sp>
        <p:nvSpPr>
          <p:cNvPr id="29" name="dp43-background / n25 / text 1">
            <a:extLst xmlns:a="http://schemas.openxmlformats.org/drawingml/2006/main">
              <a:ext uri="{FF2B5EF4-FFF2-40B4-BE49-F238E27FC236}">
                <a16:creationId xmlns:a16="http://schemas.microsoft.com/office/drawing/2014/main" id="{932638EA-2722-47B5-B7B5-CAA65A4A72DF}"/>
              </a:ext>
            </a:extLst>
          </p:cNvPr>
          <p:cNvSpPr>
            <a:spLocks xmlns:a="http://schemas.openxmlformats.org/drawingml/2006/main" noGrp="1"/>
          </p:cNvSpPr>
          <p:nvPr/>
        </p:nvSpPr>
        <p:spPr>
          <a:xfrm xmlns:a="http://schemas.openxmlformats.org/drawingml/2006/main">
            <a:off x="762000" y="4657725"/>
            <a:ext cx="247650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보고서 Task</a:t>
            </a:r>
          </a:p>
        </p:txBody>
      </p:sp>
      <p:sp>
        <p:nvSpPr>
          <p:cNvPr id="30" name="dp43-background / n26 / text 1">
            <a:extLst xmlns:a="http://schemas.openxmlformats.org/drawingml/2006/main">
              <a:ext uri="{FF2B5EF4-FFF2-40B4-BE49-F238E27FC236}">
                <a16:creationId xmlns:a16="http://schemas.microsoft.com/office/drawing/2014/main" id="{5327D118-9809-4A63-9A09-698F6D086F49}"/>
              </a:ext>
            </a:extLst>
          </p:cNvPr>
          <p:cNvSpPr>
            <a:spLocks xmlns:a="http://schemas.openxmlformats.org/drawingml/2006/main" noGrp="1"/>
          </p:cNvSpPr>
          <p:nvPr/>
        </p:nvSpPr>
        <p:spPr>
          <a:xfrm xmlns:a="http://schemas.openxmlformats.org/drawingml/2006/main">
            <a:off x="800100" y="5114925"/>
            <a:ext cx="2476500" cy="4005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087E8B"/>
                </a:solidFill>
                <a:latin typeface="Apple SD Gothic Neo"/>
                <a:ea typeface="Apple SD Gothic Neo"/>
                <a:cs typeface="Apple SD Gothic Neo"/>
              </a:defRPr>
            </a:pPr>
            <a:r>
              <a:rPr sz="2175" b="1">
                <a:solidFill>
                  <a:srgbClr val="087E8B"/>
                </a:solidFill>
                <a:latin typeface="Apple SD Gothic Neo"/>
                <a:ea typeface="Apple SD Gothic Neo"/>
                <a:cs typeface="Apple SD Gothic Neo"/>
              </a:rPr>
              <a:t>PDF 조건 유지</a:t>
            </a:r>
          </a:p>
        </p:txBody>
      </p:sp>
      <p:sp>
        <p:nvSpPr>
          <p:cNvPr id="31" name="dp43-background / n27 / text 1">
            <a:extLst xmlns:a="http://schemas.openxmlformats.org/drawingml/2006/main">
              <a:ext uri="{FF2B5EF4-FFF2-40B4-BE49-F238E27FC236}">
                <a16:creationId xmlns:a16="http://schemas.microsoft.com/office/drawing/2014/main" id="{B4EAED37-18E2-47F7-8A11-42BAD024C9A1}"/>
              </a:ext>
            </a:extLst>
          </p:cNvPr>
          <p:cNvSpPr>
            <a:spLocks xmlns:a="http://schemas.openxmlformats.org/drawingml/2006/main" noGrp="1"/>
          </p:cNvSpPr>
          <p:nvPr/>
        </p:nvSpPr>
        <p:spPr>
          <a:xfrm xmlns:a="http://schemas.openxmlformats.org/drawingml/2006/main">
            <a:off x="800100" y="5753100"/>
            <a:ext cx="24765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결과 / 결론과 표</a:t>
            </a:r>
          </a:p>
        </p:txBody>
      </p:sp>
      <p:sp>
        <p:nvSpPr>
          <p:cNvPr id="32" name="dp43-background / n28">
            <a:extLst xmlns:a="http://schemas.openxmlformats.org/drawingml/2006/main">
              <a:ext uri="{FF2B5EF4-FFF2-40B4-BE49-F238E27FC236}">
                <a16:creationId xmlns:a16="http://schemas.microsoft.com/office/drawing/2014/main" id="{D3F59ECD-E251-4934-BFA3-764A10B74C56}"/>
              </a:ext>
            </a:extLst>
          </p:cNvPr>
          <p:cNvSpPr>
            <a:spLocks xmlns:a="http://schemas.openxmlformats.org/drawingml/2006/main" noGrp="1"/>
          </p:cNvSpPr>
          <p:nvPr/>
        </p:nvSpPr>
        <p:spPr>
          <a:xfrm xmlns:a="http://schemas.openxmlformats.org/drawingml/2006/main">
            <a:off x="7162800" y="4533900"/>
            <a:ext cx="4019550" cy="1943100"/>
          </a:xfrm>
          <a:custGeom xmlns:a="http://schemas.openxmlformats.org/drawingml/2006/main">
            <a:pathLst>
              <a:path w="4019550" h="1943100">
                <a:moveTo>
                  <a:pt x="0" y="0"/>
                </a:moveTo>
                <a:lnTo>
                  <a:pt x="3848100" y="0"/>
                </a:lnTo>
                <a:lnTo>
                  <a:pt x="4019550" y="171450"/>
                </a:lnTo>
                <a:lnTo>
                  <a:pt x="4019550" y="1943100"/>
                </a:lnTo>
                <a:lnTo>
                  <a:pt x="0" y="1943100"/>
                </a:lnTo>
                <a:close/>
              </a:path>
            </a:pathLst>
          </a:custGeom>
          <a:solidFill xmlns:a="http://schemas.openxmlformats.org/drawingml/2006/main">
            <a:srgbClr val="F3F6FA"/>
          </a:solidFill>
          <a:ln xmlns:a="http://schemas.openxmlformats.org/drawingml/2006/main" w="16193">
            <a:solidFill>
              <a:srgbClr val="CDD6DE"/>
            </a:solidFill>
            <a:prstDash val="solid"/>
          </a:ln>
        </p:spPr>
      </p:sp>
      <p:sp>
        <p:nvSpPr>
          <p:cNvPr id="33" name="dp43-background / n28 / fold">
            <a:extLst xmlns:a="http://schemas.openxmlformats.org/drawingml/2006/main">
              <a:ext uri="{FF2B5EF4-FFF2-40B4-BE49-F238E27FC236}">
                <a16:creationId xmlns:a16="http://schemas.microsoft.com/office/drawing/2014/main" id="{1D625921-1A78-49A2-BAAC-317F21216D9E}"/>
              </a:ext>
            </a:extLst>
          </p:cNvPr>
          <p:cNvSpPr>
            <a:spLocks xmlns:a="http://schemas.openxmlformats.org/drawingml/2006/main" noGrp="1"/>
          </p:cNvSpPr>
          <p:nvPr/>
        </p:nvSpPr>
        <p:spPr>
          <a:xfrm xmlns:a="http://schemas.openxmlformats.org/drawingml/2006/main">
            <a:off x="11010900" y="45339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16193">
            <a:solidFill>
              <a:srgbClr val="CDD6DE"/>
            </a:solidFill>
            <a:prstDash val="solid"/>
          </a:ln>
        </p:spPr>
      </p:sp>
      <p:sp>
        <p:nvSpPr>
          <p:cNvPr id="34" name="dp43-background / n29 / text 1">
            <a:extLst xmlns:a="http://schemas.openxmlformats.org/drawingml/2006/main">
              <a:ext uri="{FF2B5EF4-FFF2-40B4-BE49-F238E27FC236}">
                <a16:creationId xmlns:a16="http://schemas.microsoft.com/office/drawing/2014/main" id="{54115012-186D-425B-A2DD-E1CE6EF3840E}"/>
              </a:ext>
            </a:extLst>
          </p:cNvPr>
          <p:cNvSpPr>
            <a:spLocks xmlns:a="http://schemas.openxmlformats.org/drawingml/2006/main" noGrp="1"/>
          </p:cNvSpPr>
          <p:nvPr/>
        </p:nvSpPr>
        <p:spPr>
          <a:xfrm xmlns:a="http://schemas.openxmlformats.org/drawingml/2006/main">
            <a:off x="7315200" y="4657725"/>
            <a:ext cx="36385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메일 초안 Task</a:t>
            </a:r>
          </a:p>
        </p:txBody>
      </p:sp>
      <p:sp>
        <p:nvSpPr>
          <p:cNvPr id="35" name="dp43-background / n30 / text 1">
            <a:extLst xmlns:a="http://schemas.openxmlformats.org/drawingml/2006/main">
              <a:ext uri="{FF2B5EF4-FFF2-40B4-BE49-F238E27FC236}">
                <a16:creationId xmlns:a16="http://schemas.microsoft.com/office/drawing/2014/main" id="{524ECCFD-09D6-4FBE-9D42-55F68647921D}"/>
              </a:ext>
            </a:extLst>
          </p:cNvPr>
          <p:cNvSpPr>
            <a:spLocks xmlns:a="http://schemas.openxmlformats.org/drawingml/2006/main" noGrp="1"/>
          </p:cNvSpPr>
          <p:nvPr/>
        </p:nvSpPr>
        <p:spPr>
          <a:xfrm xmlns:a="http://schemas.openxmlformats.org/drawingml/2006/main">
            <a:off x="7353300" y="5114925"/>
            <a:ext cx="36385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기존 / 보고서 결론</a:t>
            </a:r>
          </a:p>
        </p:txBody>
      </p:sp>
      <p:sp>
        <p:nvSpPr>
          <p:cNvPr id="36" name="dp43-background / n31 / path">
            <a:extLst xmlns:a="http://schemas.openxmlformats.org/drawingml/2006/main">
              <a:ext uri="{FF2B5EF4-FFF2-40B4-BE49-F238E27FC236}">
                <a16:creationId xmlns:a16="http://schemas.microsoft.com/office/drawing/2014/main" id="{67969977-D7C2-424C-AB73-B0C7475296EC}"/>
              </a:ext>
            </a:extLst>
          </p:cNvPr>
          <p:cNvSpPr>
            <a:spLocks xmlns:a="http://schemas.openxmlformats.org/drawingml/2006/main" noGrp="1"/>
          </p:cNvSpPr>
          <p:nvPr/>
        </p:nvSpPr>
        <p:spPr>
          <a:xfrm xmlns:a="http://schemas.openxmlformats.org/drawingml/2006/main">
            <a:off x="8124825" y="5267325"/>
            <a:ext cx="1666875" cy="953"/>
          </a:xfrm>
          <a:custGeom xmlns:a="http://schemas.openxmlformats.org/drawingml/2006/main">
            <a:pathLst>
              <a:path w="1666875" h="953">
                <a:moveTo>
                  <a:pt x="0" y="0"/>
                </a:moveTo>
                <a:lnTo>
                  <a:pt x="1666875" y="0"/>
                </a:lnTo>
              </a:path>
            </a:pathLst>
          </a:custGeom>
          <a:noFill xmlns:a="http://schemas.openxmlformats.org/drawingml/2006/main"/>
          <a:ln xmlns:a="http://schemas.openxmlformats.org/drawingml/2006/main" w="19050">
            <a:solidFill>
              <a:srgbClr val="B63732"/>
            </a:solidFill>
            <a:prstDash val="solid"/>
          </a:ln>
        </p:spPr>
      </p:sp>
      <p:sp>
        <p:nvSpPr>
          <p:cNvPr id="37" name="dp43-background / n32 / text 1">
            <a:extLst xmlns:a="http://schemas.openxmlformats.org/drawingml/2006/main">
              <a:ext uri="{FF2B5EF4-FFF2-40B4-BE49-F238E27FC236}">
                <a16:creationId xmlns:a16="http://schemas.microsoft.com/office/drawing/2014/main" id="{16731498-9CE8-4E6A-8ED3-4B949137F83A}"/>
              </a:ext>
            </a:extLst>
          </p:cNvPr>
          <p:cNvSpPr>
            <a:spLocks xmlns:a="http://schemas.openxmlformats.org/drawingml/2006/main" noGrp="1"/>
          </p:cNvSpPr>
          <p:nvPr/>
        </p:nvSpPr>
        <p:spPr>
          <a:xfrm xmlns:a="http://schemas.openxmlformats.org/drawingml/2006/main">
            <a:off x="7353300" y="5762625"/>
            <a:ext cx="36385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087E8B"/>
                </a:solidFill>
                <a:latin typeface="Apple SD Gothic Neo"/>
                <a:ea typeface="Apple SD Gothic Neo"/>
                <a:cs typeface="Apple SD Gothic Neo"/>
              </a:defRPr>
            </a:pPr>
            <a:r>
              <a:rPr sz="2100" b="1">
                <a:solidFill>
                  <a:srgbClr val="087E8B"/>
                </a:solidFill>
                <a:latin typeface="Apple SD Gothic Neo"/>
                <a:ea typeface="Apple SD Gothic Neo"/>
                <a:cs typeface="Apple SD Gothic Neo"/>
              </a:rPr>
              <a:t>같은 보고서의 표만 사용</a:t>
            </a:r>
          </a:p>
        </p:txBody>
      </p:sp>
      <p:sp>
        <p:nvSpPr>
          <p:cNvPr id="38" name="dp43-background / n33 / path">
            <a:extLst xmlns:a="http://schemas.openxmlformats.org/drawingml/2006/main">
              <a:ext uri="{FF2B5EF4-FFF2-40B4-BE49-F238E27FC236}">
                <a16:creationId xmlns:a16="http://schemas.microsoft.com/office/drawing/2014/main" id="{49614C8F-3B3F-43E0-8F23-4B7F419837DC}"/>
              </a:ext>
            </a:extLst>
          </p:cNvPr>
          <p:cNvSpPr>
            <a:spLocks xmlns:a="http://schemas.openxmlformats.org/drawingml/2006/main" noGrp="1"/>
          </p:cNvSpPr>
          <p:nvPr/>
        </p:nvSpPr>
        <p:spPr>
          <a:xfrm xmlns:a="http://schemas.openxmlformats.org/drawingml/2006/main">
            <a:off x="3619500" y="5505450"/>
            <a:ext cx="3333750" cy="953"/>
          </a:xfrm>
          <a:custGeom xmlns:a="http://schemas.openxmlformats.org/drawingml/2006/main">
            <a:pathLst>
              <a:path w="3333750" h="953">
                <a:moveTo>
                  <a:pt x="0" y="0"/>
                </a:moveTo>
                <a:lnTo>
                  <a:pt x="3333750" y="0"/>
                </a:lnTo>
              </a:path>
            </a:pathLst>
          </a:custGeom>
          <a:noFill xmlns:a="http://schemas.openxmlformats.org/drawingml/2006/main"/>
          <a:ln xmlns:a="http://schemas.openxmlformats.org/drawingml/2006/main" w="28575">
            <a:solidFill>
              <a:srgbClr val="087E8B"/>
            </a:solidFill>
            <a:prstDash val="solid"/>
          </a:ln>
        </p:spPr>
      </p:sp>
      <p:sp>
        <p:nvSpPr>
          <p:cNvPr id="39" name="dp43-background / n33 / arrow">
            <a:extLst xmlns:a="http://schemas.openxmlformats.org/drawingml/2006/main">
              <a:ext uri="{FF2B5EF4-FFF2-40B4-BE49-F238E27FC236}">
                <a16:creationId xmlns:a16="http://schemas.microsoft.com/office/drawing/2014/main" id="{F7C8D706-7038-464B-9232-6E422F84C054}"/>
              </a:ext>
            </a:extLst>
          </p:cNvPr>
          <p:cNvSpPr>
            <a:spLocks xmlns:a="http://schemas.openxmlformats.org/drawingml/2006/main" noGrp="1"/>
          </p:cNvSpPr>
          <p:nvPr/>
        </p:nvSpPr>
        <p:spPr>
          <a:xfrm xmlns:a="http://schemas.openxmlformats.org/drawingml/2006/main">
            <a:off x="6770370" y="5414010"/>
            <a:ext cx="182880" cy="182880"/>
          </a:xfrm>
          <a:custGeom xmlns:a="http://schemas.openxmlformats.org/drawingml/2006/main">
            <a:pathLst>
              <a:path w="182880" h="182880">
                <a:moveTo>
                  <a:pt x="0" y="182880"/>
                </a:moveTo>
                <a:lnTo>
                  <a:pt x="182880" y="91440"/>
                </a:lnTo>
                <a:lnTo>
                  <a:pt x="0" y="0"/>
                </a:lnTo>
              </a:path>
            </a:pathLst>
          </a:custGeom>
          <a:noFill xmlns:a="http://schemas.openxmlformats.org/drawingml/2006/main"/>
          <a:ln xmlns:a="http://schemas.openxmlformats.org/drawingml/2006/main" w="36576">
            <a:solidFill>
              <a:srgbClr val="087E8B"/>
            </a:solidFill>
            <a:prstDash val="solid"/>
          </a:ln>
        </p:spPr>
      </p:sp>
      <p:sp>
        <p:nvSpPr>
          <p:cNvPr id="40" name="dp43-background / n34 / text 1">
            <a:extLst xmlns:a="http://schemas.openxmlformats.org/drawingml/2006/main">
              <a:ext uri="{FF2B5EF4-FFF2-40B4-BE49-F238E27FC236}">
                <a16:creationId xmlns:a16="http://schemas.microsoft.com/office/drawing/2014/main" id="{16074B11-AD86-4E4E-913D-96CF42FA0AB6}"/>
              </a:ext>
            </a:extLst>
          </p:cNvPr>
          <p:cNvSpPr>
            <a:spLocks xmlns:a="http://schemas.openxmlformats.org/drawingml/2006/main" noGrp="1"/>
          </p:cNvSpPr>
          <p:nvPr/>
        </p:nvSpPr>
        <p:spPr>
          <a:xfrm xmlns:a="http://schemas.openxmlformats.org/drawingml/2006/main">
            <a:off x="3800475" y="4714875"/>
            <a:ext cx="30670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B63732"/>
                </a:solidFill>
                <a:latin typeface="Apple SD Gothic Neo"/>
                <a:ea typeface="Apple SD Gothic Neo"/>
                <a:cs typeface="Apple SD Gothic Neo"/>
              </a:defRPr>
            </a:pPr>
            <a:r>
              <a:rPr sz="1800" b="1">
                <a:solidFill>
                  <a:srgbClr val="B63732"/>
                </a:solidFill>
                <a:latin typeface="Apple SD Gothic Neo"/>
                <a:ea typeface="Apple SD Gothic Neo"/>
                <a:cs typeface="Apple SD Gothic Neo"/>
              </a:rPr>
              <a:t>메일의 보고서 참조 변경</a:t>
            </a:r>
          </a:p>
        </p:txBody>
      </p:sp>
      <p:sp>
        <p:nvSpPr>
          <p:cNvPr id="41" name="dp43-background / n35 / text 1">
            <a:extLst xmlns:a="http://schemas.openxmlformats.org/drawingml/2006/main">
              <a:ext uri="{FF2B5EF4-FFF2-40B4-BE49-F238E27FC236}">
                <a16:creationId xmlns:a16="http://schemas.microsoft.com/office/drawing/2014/main" id="{13DB03C1-1EEB-42BE-AF15-CAB9D6C066DA}"/>
              </a:ext>
            </a:extLst>
          </p:cNvPr>
          <p:cNvSpPr>
            <a:spLocks xmlns:a="http://schemas.openxmlformats.org/drawingml/2006/main" noGrp="1"/>
          </p:cNvSpPr>
          <p:nvPr/>
        </p:nvSpPr>
        <p:spPr>
          <a:xfrm xmlns:a="http://schemas.openxmlformats.org/drawingml/2006/main">
            <a:off x="3800475" y="5962650"/>
            <a:ext cx="30670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보고서 결과 준비 후 사용</a:t>
            </a:r>
          </a:p>
        </p:txBody>
      </p:sp>
      <p:sp>
        <p:nvSpPr>
          <p:cNvPr id="42" name="dp43-background / n36 / text 1">
            <a:extLst xmlns:a="http://schemas.openxmlformats.org/drawingml/2006/main">
              <a:ext uri="{FF2B5EF4-FFF2-40B4-BE49-F238E27FC236}">
                <a16:creationId xmlns:a16="http://schemas.microsoft.com/office/drawing/2014/main" id="{11C34C11-98B0-4F8E-BCFB-CDBE5EFC115E}"/>
              </a:ext>
            </a:extLst>
          </p:cNvPr>
          <p:cNvSpPr>
            <a:spLocks xmlns:a="http://schemas.openxmlformats.org/drawingml/2006/main" noGrp="1"/>
          </p:cNvSpPr>
          <p:nvPr/>
        </p:nvSpPr>
        <p:spPr>
          <a:xfrm xmlns:a="http://schemas.openxmlformats.org/drawingml/2006/main">
            <a:off x="609600" y="6858000"/>
            <a:ext cx="10572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정정 시 함께 맞춰야 할 판단</a:t>
            </a:r>
          </a:p>
        </p:txBody>
      </p:sp>
      <p:sp>
        <p:nvSpPr>
          <p:cNvPr id="43" name="dp43-background / n37 / text 1">
            <a:extLst xmlns:a="http://schemas.openxmlformats.org/drawingml/2006/main">
              <a:ext uri="{FF2B5EF4-FFF2-40B4-BE49-F238E27FC236}">
                <a16:creationId xmlns:a16="http://schemas.microsoft.com/office/drawing/2014/main" id="{723C7412-9D92-45CD-9839-0CF685AEF7EC}"/>
              </a:ext>
            </a:extLst>
          </p:cNvPr>
          <p:cNvSpPr>
            <a:spLocks xmlns:a="http://schemas.openxmlformats.org/drawingml/2006/main" noGrp="1"/>
          </p:cNvSpPr>
          <p:nvPr/>
        </p:nvSpPr>
        <p:spPr>
          <a:xfrm xmlns:a="http://schemas.openxmlformats.org/drawingml/2006/main">
            <a:off x="762000" y="7267575"/>
            <a:ext cx="29527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Referent</a:t>
            </a:r>
          </a:p>
        </p:txBody>
      </p:sp>
      <p:sp>
        <p:nvSpPr>
          <p:cNvPr id="44" name="dp43-background / n38 / text 1">
            <a:extLst xmlns:a="http://schemas.openxmlformats.org/drawingml/2006/main">
              <a:ext uri="{FF2B5EF4-FFF2-40B4-BE49-F238E27FC236}">
                <a16:creationId xmlns:a16="http://schemas.microsoft.com/office/drawing/2014/main" id="{4E3F62EB-6C51-4CFC-8281-748ACB3D28DD}"/>
              </a:ext>
            </a:extLst>
          </p:cNvPr>
          <p:cNvSpPr>
            <a:spLocks xmlns:a="http://schemas.openxmlformats.org/drawingml/2006/main" noGrp="1"/>
          </p:cNvSpPr>
          <p:nvPr/>
        </p:nvSpPr>
        <p:spPr>
          <a:xfrm xmlns:a="http://schemas.openxmlformats.org/drawingml/2006/main">
            <a:off x="762000" y="7658100"/>
            <a:ext cx="29527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같은 보고서의 표</a:t>
            </a:r>
          </a:p>
        </p:txBody>
      </p:sp>
      <p:sp>
        <p:nvSpPr>
          <p:cNvPr id="45" name="dp43-background / n39 / text 1">
            <a:extLst xmlns:a="http://schemas.openxmlformats.org/drawingml/2006/main">
              <a:ext uri="{FF2B5EF4-FFF2-40B4-BE49-F238E27FC236}">
                <a16:creationId xmlns:a16="http://schemas.microsoft.com/office/drawing/2014/main" id="{3F445319-03DD-4638-A65A-D9A6D9DA1EB1}"/>
              </a:ext>
            </a:extLst>
          </p:cNvPr>
          <p:cNvSpPr>
            <a:spLocks xmlns:a="http://schemas.openxmlformats.org/drawingml/2006/main" noGrp="1"/>
          </p:cNvSpPr>
          <p:nvPr/>
        </p:nvSpPr>
        <p:spPr>
          <a:xfrm xmlns:a="http://schemas.openxmlformats.org/drawingml/2006/main">
            <a:off x="4419600" y="7267575"/>
            <a:ext cx="29527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Task Association</a:t>
            </a:r>
          </a:p>
        </p:txBody>
      </p:sp>
      <p:sp>
        <p:nvSpPr>
          <p:cNvPr id="46" name="dp43-background / n40 / text 1">
            <a:extLst xmlns:a="http://schemas.openxmlformats.org/drawingml/2006/main">
              <a:ext uri="{FF2B5EF4-FFF2-40B4-BE49-F238E27FC236}">
                <a16:creationId xmlns:a16="http://schemas.microsoft.com/office/drawing/2014/main" id="{E292942B-9150-49BD-AE66-C73845266A32}"/>
              </a:ext>
            </a:extLst>
          </p:cNvPr>
          <p:cNvSpPr>
            <a:spLocks xmlns:a="http://schemas.openxmlformats.org/drawingml/2006/main" noGrp="1"/>
          </p:cNvSpPr>
          <p:nvPr/>
        </p:nvSpPr>
        <p:spPr>
          <a:xfrm xmlns:a="http://schemas.openxmlformats.org/drawingml/2006/main">
            <a:off x="4419600" y="7658100"/>
            <a:ext cx="29527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메일 초안 Task</a:t>
            </a:r>
          </a:p>
        </p:txBody>
      </p:sp>
      <p:sp>
        <p:nvSpPr>
          <p:cNvPr id="47" name="dp43-background / n41 / text 1">
            <a:extLst xmlns:a="http://schemas.openxmlformats.org/drawingml/2006/main">
              <a:ext uri="{FF2B5EF4-FFF2-40B4-BE49-F238E27FC236}">
                <a16:creationId xmlns:a16="http://schemas.microsoft.com/office/drawing/2014/main" id="{8E951E91-4B68-4570-B0D2-8DC2A4CE1F90}"/>
              </a:ext>
            </a:extLst>
          </p:cNvPr>
          <p:cNvSpPr>
            <a:spLocks xmlns:a="http://schemas.openxmlformats.org/drawingml/2006/main" noGrp="1"/>
          </p:cNvSpPr>
          <p:nvPr/>
        </p:nvSpPr>
        <p:spPr>
          <a:xfrm xmlns:a="http://schemas.openxmlformats.org/drawingml/2006/main">
            <a:off x="8077200" y="7267575"/>
            <a:ext cx="29527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정정 범위</a:t>
            </a:r>
          </a:p>
        </p:txBody>
      </p:sp>
      <p:sp>
        <p:nvSpPr>
          <p:cNvPr id="48" name="dp43-background / n42 / text 1">
            <a:extLst xmlns:a="http://schemas.openxmlformats.org/drawingml/2006/main">
              <a:ext uri="{FF2B5EF4-FFF2-40B4-BE49-F238E27FC236}">
                <a16:creationId xmlns:a16="http://schemas.microsoft.com/office/drawing/2014/main" id="{74CEB6B7-FA85-4E97-AD67-EE59E3666B02}"/>
              </a:ext>
            </a:extLst>
          </p:cNvPr>
          <p:cNvSpPr>
            <a:spLocks xmlns:a="http://schemas.openxmlformats.org/drawingml/2006/main" noGrp="1"/>
          </p:cNvSpPr>
          <p:nvPr/>
        </p:nvSpPr>
        <p:spPr>
          <a:xfrm xmlns:a="http://schemas.openxmlformats.org/drawingml/2006/main">
            <a:off x="8077200" y="7658100"/>
            <a:ext cx="29527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메일 내용만 교체</a:t>
            </a:r>
          </a:p>
        </p:txBody>
      </p:sp>
      <p:sp>
        <p:nvSpPr>
          <p:cNvPr id="49" name="dp43-background / n43 / path">
            <a:extLst xmlns:a="http://schemas.openxmlformats.org/drawingml/2006/main">
              <a:ext uri="{FF2B5EF4-FFF2-40B4-BE49-F238E27FC236}">
                <a16:creationId xmlns:a16="http://schemas.microsoft.com/office/drawing/2014/main" id="{3D2DC769-2EDA-4633-92E5-D3B5BA66C816}"/>
              </a:ext>
            </a:extLst>
          </p:cNvPr>
          <p:cNvSpPr>
            <a:spLocks xmlns:a="http://schemas.openxmlformats.org/drawingml/2006/main" noGrp="1"/>
          </p:cNvSpPr>
          <p:nvPr/>
        </p:nvSpPr>
        <p:spPr>
          <a:xfrm xmlns:a="http://schemas.openxmlformats.org/drawingml/2006/main">
            <a:off x="3714750" y="7800975"/>
            <a:ext cx="419100" cy="953"/>
          </a:xfrm>
          <a:custGeom xmlns:a="http://schemas.openxmlformats.org/drawingml/2006/main">
            <a:pathLst>
              <a:path w="419100" h="953">
                <a:moveTo>
                  <a:pt x="0" y="0"/>
                </a:moveTo>
                <a:lnTo>
                  <a:pt x="419100" y="0"/>
                </a:lnTo>
              </a:path>
            </a:pathLst>
          </a:custGeom>
          <a:noFill xmlns:a="http://schemas.openxmlformats.org/drawingml/2006/main"/>
          <a:ln xmlns:a="http://schemas.openxmlformats.org/drawingml/2006/main" w="19050">
            <a:solidFill>
              <a:srgbClr val="CDD6DE"/>
            </a:solidFill>
            <a:prstDash val="solid"/>
          </a:ln>
        </p:spPr>
      </p:sp>
      <p:sp>
        <p:nvSpPr>
          <p:cNvPr id="50" name="dp43-background / n44 / path">
            <a:extLst xmlns:a="http://schemas.openxmlformats.org/drawingml/2006/main">
              <a:ext uri="{FF2B5EF4-FFF2-40B4-BE49-F238E27FC236}">
                <a16:creationId xmlns:a16="http://schemas.microsoft.com/office/drawing/2014/main" id="{7A23F118-AF3F-42D2-BEB6-3F87C984C422}"/>
              </a:ext>
            </a:extLst>
          </p:cNvPr>
          <p:cNvSpPr>
            <a:spLocks xmlns:a="http://schemas.openxmlformats.org/drawingml/2006/main" noGrp="1"/>
          </p:cNvSpPr>
          <p:nvPr/>
        </p:nvSpPr>
        <p:spPr>
          <a:xfrm xmlns:a="http://schemas.openxmlformats.org/drawingml/2006/main">
            <a:off x="7353300" y="7800975"/>
            <a:ext cx="438150" cy="953"/>
          </a:xfrm>
          <a:custGeom xmlns:a="http://schemas.openxmlformats.org/drawingml/2006/main">
            <a:pathLst>
              <a:path w="438150" h="953">
                <a:moveTo>
                  <a:pt x="0" y="0"/>
                </a:moveTo>
                <a:lnTo>
                  <a:pt x="438150" y="0"/>
                </a:lnTo>
              </a:path>
            </a:pathLst>
          </a:custGeom>
          <a:noFill xmlns:a="http://schemas.openxmlformats.org/drawingml/2006/main"/>
          <a:ln xmlns:a="http://schemas.openxmlformats.org/drawingml/2006/main" w="19050">
            <a:solidFill>
              <a:srgbClr val="CDD6DE"/>
            </a:solidFill>
            <a:prstDash val="solid"/>
          </a:ln>
        </p:spPr>
      </p:sp>
      <p:sp>
        <p:nvSpPr>
          <p:cNvPr id="51" name="dp43-background / n45 / text 1">
            <a:extLst xmlns:a="http://schemas.openxmlformats.org/drawingml/2006/main">
              <a:ext uri="{FF2B5EF4-FFF2-40B4-BE49-F238E27FC236}">
                <a16:creationId xmlns:a16="http://schemas.microsoft.com/office/drawing/2014/main" id="{837753B5-08B2-4E26-9229-BA35E30C36C2}"/>
              </a:ext>
            </a:extLst>
          </p:cNvPr>
          <p:cNvSpPr>
            <a:spLocks xmlns:a="http://schemas.openxmlformats.org/drawingml/2006/main" noGrp="1"/>
          </p:cNvSpPr>
          <p:nvPr/>
        </p:nvSpPr>
        <p:spPr>
          <a:xfrm xmlns:a="http://schemas.openxmlformats.org/drawingml/2006/main">
            <a:off x="12001500" y="3381375"/>
            <a:ext cx="56769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의도와 처리 방향</a:t>
            </a:r>
          </a:p>
        </p:txBody>
      </p:sp>
      <p:sp>
        <p:nvSpPr>
          <p:cNvPr id="52" name="dp43-background / n46 / text 1">
            <a:extLst xmlns:a="http://schemas.openxmlformats.org/drawingml/2006/main">
              <a:ext uri="{FF2B5EF4-FFF2-40B4-BE49-F238E27FC236}">
                <a16:creationId xmlns:a16="http://schemas.microsoft.com/office/drawing/2014/main" id="{ED5AF4B3-29B0-4CB5-9498-7B78530848E7}"/>
              </a:ext>
            </a:extLst>
          </p:cNvPr>
          <p:cNvSpPr>
            <a:spLocks xmlns:a="http://schemas.openxmlformats.org/drawingml/2006/main" noGrp="1"/>
          </p:cNvSpPr>
          <p:nvPr/>
        </p:nvSpPr>
        <p:spPr>
          <a:xfrm xmlns:a="http://schemas.openxmlformats.org/drawingml/2006/main">
            <a:off x="12001500" y="3781425"/>
            <a:ext cx="56769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요청 목표와 Delegation 및 자료 대기의 판단</a:t>
            </a:r>
          </a:p>
        </p:txBody>
      </p:sp>
      <p:sp>
        <p:nvSpPr>
          <p:cNvPr id="53" name="dp43-background / n47 / text 1">
            <a:extLst xmlns:a="http://schemas.openxmlformats.org/drawingml/2006/main">
              <a:ext uri="{FF2B5EF4-FFF2-40B4-BE49-F238E27FC236}">
                <a16:creationId xmlns:a16="http://schemas.microsoft.com/office/drawing/2014/main" id="{E9BB46D0-8869-4CA5-8D50-DCB833CD42A9}"/>
              </a:ext>
            </a:extLst>
          </p:cNvPr>
          <p:cNvSpPr>
            <a:spLocks xmlns:a="http://schemas.openxmlformats.org/drawingml/2006/main" noGrp="1"/>
          </p:cNvSpPr>
          <p:nvPr/>
        </p:nvSpPr>
        <p:spPr>
          <a:xfrm xmlns:a="http://schemas.openxmlformats.org/drawingml/2006/main">
            <a:off x="12001500" y="4905375"/>
            <a:ext cx="56769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Referent와 Task Association</a:t>
            </a:r>
          </a:p>
        </p:txBody>
      </p:sp>
      <p:sp>
        <p:nvSpPr>
          <p:cNvPr id="54" name="dp43-background / n48 / text 1">
            <a:extLst xmlns:a="http://schemas.openxmlformats.org/drawingml/2006/main">
              <a:ext uri="{FF2B5EF4-FFF2-40B4-BE49-F238E27FC236}">
                <a16:creationId xmlns:a16="http://schemas.microsoft.com/office/drawing/2014/main" id="{53AECD46-1C02-46BC-8821-DB796A558F65}"/>
              </a:ext>
            </a:extLst>
          </p:cNvPr>
          <p:cNvSpPr>
            <a:spLocks xmlns:a="http://schemas.openxmlformats.org/drawingml/2006/main" noGrp="1"/>
          </p:cNvSpPr>
          <p:nvPr/>
        </p:nvSpPr>
        <p:spPr>
          <a:xfrm xmlns:a="http://schemas.openxmlformats.org/drawingml/2006/main">
            <a:off x="12001500" y="5305425"/>
            <a:ext cx="56769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자료와 관련 Task 및 결과 사용 관계의 일치</a:t>
            </a:r>
          </a:p>
        </p:txBody>
      </p:sp>
      <p:sp>
        <p:nvSpPr>
          <p:cNvPr id="55" name="dp43-background / n49 / text 1">
            <a:extLst xmlns:a="http://schemas.openxmlformats.org/drawingml/2006/main">
              <a:ext uri="{FF2B5EF4-FFF2-40B4-BE49-F238E27FC236}">
                <a16:creationId xmlns:a16="http://schemas.microsoft.com/office/drawing/2014/main" id="{EA9B4516-4CA8-458F-BE0C-F55A6DDCD071}"/>
              </a:ext>
            </a:extLst>
          </p:cNvPr>
          <p:cNvSpPr>
            <a:spLocks xmlns:a="http://schemas.openxmlformats.org/drawingml/2006/main" noGrp="1"/>
          </p:cNvSpPr>
          <p:nvPr/>
        </p:nvSpPr>
        <p:spPr>
          <a:xfrm xmlns:a="http://schemas.openxmlformats.org/drawingml/2006/main">
            <a:off x="12001500" y="6429375"/>
            <a:ext cx="56769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정정 범위와 기존 조건</a:t>
            </a:r>
          </a:p>
        </p:txBody>
      </p:sp>
      <p:sp>
        <p:nvSpPr>
          <p:cNvPr id="56" name="dp43-background / n50 / text 1">
            <a:extLst xmlns:a="http://schemas.openxmlformats.org/drawingml/2006/main">
              <a:ext uri="{FF2B5EF4-FFF2-40B4-BE49-F238E27FC236}">
                <a16:creationId xmlns:a16="http://schemas.microsoft.com/office/drawing/2014/main" id="{3262DD9C-3443-4040-9B93-F7FBA5CF4A2A}"/>
              </a:ext>
            </a:extLst>
          </p:cNvPr>
          <p:cNvSpPr>
            <a:spLocks xmlns:a="http://schemas.openxmlformats.org/drawingml/2006/main" noGrp="1"/>
          </p:cNvSpPr>
          <p:nvPr/>
        </p:nvSpPr>
        <p:spPr>
          <a:xfrm xmlns:a="http://schemas.openxmlformats.org/drawingml/2006/main">
            <a:off x="12001500" y="6829425"/>
            <a:ext cx="56769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메일 내용만 교체하고 PDF 조건 유지</a:t>
            </a:r>
          </a:p>
        </p:txBody>
      </p:sp>
    </p:spTree>
    <p:extLst>
      <p:ext uri="{BB962C8B-B14F-4D97-AF65-F5344CB8AC3E}">
        <p14:creationId xmlns:p14="http://schemas.microsoft.com/office/powerpoint/2010/main" val="5885508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7" name="dp43-comparison / n1">
            <a:extLst xmlns:a="http://schemas.openxmlformats.org/drawingml/2006/main">
              <a:ext uri="{FF2B5EF4-FFF2-40B4-BE49-F238E27FC236}">
                <a16:creationId xmlns:a16="http://schemas.microsoft.com/office/drawing/2014/main" id="{539C452D-04D3-44D7-A9E4-1FC19FA7033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3-comparison / n2 / text 1">
            <a:extLst xmlns:a="http://schemas.openxmlformats.org/drawingml/2006/main">
              <a:ext uri="{FF2B5EF4-FFF2-40B4-BE49-F238E27FC236}">
                <a16:creationId xmlns:a16="http://schemas.microsoft.com/office/drawing/2014/main" id="{1AF511D2-734C-4FF3-95FF-37DE60BCDE82}"/>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3-comparison / n3 / text 1">
            <a:extLst xmlns:a="http://schemas.openxmlformats.org/drawingml/2006/main">
              <a:ext uri="{FF2B5EF4-FFF2-40B4-BE49-F238E27FC236}">
                <a16:creationId xmlns:a16="http://schemas.microsoft.com/office/drawing/2014/main" id="{18041859-E2D9-438C-95BF-A4AE043DFBD5}"/>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3-comparison / n4 / text 1">
            <a:extLst xmlns:a="http://schemas.openxmlformats.org/drawingml/2006/main">
              <a:ext uri="{FF2B5EF4-FFF2-40B4-BE49-F238E27FC236}">
                <a16:creationId xmlns:a16="http://schemas.microsoft.com/office/drawing/2014/main" id="{8541CF34-7C33-45EA-BE8B-E2C8E3E82B48}"/>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04-43. 기능 정확성을 위한 VIA Request 의미 판단 설계</a:t>
            </a:r>
          </a:p>
        </p:txBody>
      </p:sp>
      <p:sp>
        <p:nvSpPr>
          <p:cNvPr id="5" name="dp43-comparison / n5 / path">
            <a:extLst xmlns:a="http://schemas.openxmlformats.org/drawingml/2006/main">
              <a:ext uri="{FF2B5EF4-FFF2-40B4-BE49-F238E27FC236}">
                <a16:creationId xmlns:a16="http://schemas.microsoft.com/office/drawing/2014/main" id="{BA783C28-D448-44F6-9777-7D4817CA8251}"/>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3-comparison / n6 / text 1">
            <a:extLst xmlns:a="http://schemas.openxmlformats.org/drawingml/2006/main">
              <a:ext uri="{FF2B5EF4-FFF2-40B4-BE49-F238E27FC236}">
                <a16:creationId xmlns:a16="http://schemas.microsoft.com/office/drawing/2014/main" id="{EAB8D128-1AA1-470E-B640-7B6EBB1C71F8}"/>
              </a:ext>
            </a:extLst>
          </p:cNvPr>
          <p:cNvSpPr>
            <a:spLocks xmlns:a="http://schemas.openxmlformats.org/drawingml/2006/main" noGrp="1"/>
          </p:cNvSpPr>
          <p:nvPr/>
        </p:nvSpPr>
        <p:spPr>
          <a:xfrm xmlns:a="http://schemas.openxmlformats.org/drawingml/2006/main">
            <a:off x="381000" y="1352550"/>
            <a:ext cx="145732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“보고서는 PDF로, 메일에는 결론을 넣어줘.” → “메일에는 결론 대신 표만 넣어줘.”</a:t>
            </a:r>
          </a:p>
        </p:txBody>
      </p:sp>
      <p:sp>
        <p:nvSpPr>
          <p:cNvPr id="7" name="dp43-comparison / n7 / text 1">
            <a:extLst xmlns:a="http://schemas.openxmlformats.org/drawingml/2006/main">
              <a:ext uri="{FF2B5EF4-FFF2-40B4-BE49-F238E27FC236}">
                <a16:creationId xmlns:a16="http://schemas.microsoft.com/office/drawing/2014/main" id="{B3E36739-3DB8-4FD8-936F-5CA3990A02DA}"/>
              </a:ext>
            </a:extLst>
          </p:cNvPr>
          <p:cNvSpPr>
            <a:spLocks xmlns:a="http://schemas.openxmlformats.org/drawingml/2006/main" noGrp="1"/>
          </p:cNvSpPr>
          <p:nvPr/>
        </p:nvSpPr>
        <p:spPr>
          <a:xfrm xmlns:a="http://schemas.openxmlformats.org/drawingml/2006/main">
            <a:off x="15144750" y="1381125"/>
            <a:ext cx="2762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1">
                <a:solidFill>
                  <a:srgbClr val="B63732"/>
                </a:solidFill>
                <a:latin typeface="Apple SD Gothic Neo"/>
                <a:ea typeface="Apple SD Gothic Neo"/>
                <a:cs typeface="Apple SD Gothic Neo"/>
              </a:defRPr>
            </a:pPr>
            <a:r>
              <a:rPr sz="1425" b="1">
                <a:solidFill>
                  <a:srgbClr val="B63732"/>
                </a:solidFill>
                <a:latin typeface="Apple SD Gothic Neo"/>
                <a:ea typeface="Apple SD Gothic Neo"/>
                <a:cs typeface="Apple SD Gothic Neo"/>
              </a:rPr>
              <a:t>수치와 점수 / 예상 예시</a:t>
            </a:r>
          </a:p>
        </p:txBody>
      </p:sp>
      <p:sp>
        <p:nvSpPr>
          <p:cNvPr id="8" name="dp43-comparison / n8">
            <a:extLst xmlns:a="http://schemas.openxmlformats.org/drawingml/2006/main">
              <a:ext uri="{FF2B5EF4-FFF2-40B4-BE49-F238E27FC236}">
                <a16:creationId xmlns:a16="http://schemas.microsoft.com/office/drawing/2014/main" id="{D98578CF-C4D0-4F38-8A31-6CEC4136E306}"/>
              </a:ext>
            </a:extLst>
          </p:cNvPr>
          <p:cNvSpPr>
            <a:spLocks xmlns:a="http://schemas.openxmlformats.org/drawingml/2006/main" noGrp="1"/>
          </p:cNvSpPr>
          <p:nvPr/>
        </p:nvSpPr>
        <p:spPr>
          <a:xfrm xmlns:a="http://schemas.openxmlformats.org/drawingml/2006/main">
            <a:off x="381000" y="1790700"/>
            <a:ext cx="17526000" cy="523875"/>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3-comparison / n9 / text 1">
            <a:extLst xmlns:a="http://schemas.openxmlformats.org/drawingml/2006/main">
              <a:ext uri="{FF2B5EF4-FFF2-40B4-BE49-F238E27FC236}">
                <a16:creationId xmlns:a16="http://schemas.microsoft.com/office/drawing/2014/main" id="{9E6C049F-3B59-4A83-BD17-797CA59E91A2}"/>
              </a:ext>
            </a:extLst>
          </p:cNvPr>
          <p:cNvSpPr>
            <a:spLocks xmlns:a="http://schemas.openxmlformats.org/drawingml/2006/main" noGrp="1"/>
          </p:cNvSpPr>
          <p:nvPr/>
        </p:nvSpPr>
        <p:spPr>
          <a:xfrm xmlns:a="http://schemas.openxmlformats.org/drawingml/2006/main">
            <a:off x="390525" y="1952625"/>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설계안</a:t>
            </a:r>
          </a:p>
        </p:txBody>
      </p:sp>
      <p:sp>
        <p:nvSpPr>
          <p:cNvPr id="10" name="dp43-comparison / n10">
            <a:extLst xmlns:a="http://schemas.openxmlformats.org/drawingml/2006/main">
              <a:ext uri="{FF2B5EF4-FFF2-40B4-BE49-F238E27FC236}">
                <a16:creationId xmlns:a16="http://schemas.microsoft.com/office/drawing/2014/main" id="{1B074960-1C0C-434F-A19F-1C392B9C833D}"/>
              </a:ext>
            </a:extLst>
          </p:cNvPr>
          <p:cNvSpPr>
            <a:spLocks xmlns:a="http://schemas.openxmlformats.org/drawingml/2006/main" noGrp="1"/>
          </p:cNvSpPr>
          <p:nvPr/>
        </p:nvSpPr>
        <p:spPr>
          <a:xfrm xmlns:a="http://schemas.openxmlformats.org/drawingml/2006/main">
            <a:off x="381000" y="2314575"/>
            <a:ext cx="17526000" cy="52578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1" name="dp43-comparison / n11 / text 1">
            <a:extLst xmlns:a="http://schemas.openxmlformats.org/drawingml/2006/main">
              <a:ext uri="{FF2B5EF4-FFF2-40B4-BE49-F238E27FC236}">
                <a16:creationId xmlns:a16="http://schemas.microsoft.com/office/drawing/2014/main" id="{6AA04085-07F1-445B-B048-8D577D6A4E91}"/>
              </a:ext>
            </a:extLst>
          </p:cNvPr>
          <p:cNvSpPr>
            <a:spLocks xmlns:a="http://schemas.openxmlformats.org/drawingml/2006/main" noGrp="1"/>
          </p:cNvSpPr>
          <p:nvPr/>
        </p:nvSpPr>
        <p:spPr>
          <a:xfrm xmlns:a="http://schemas.openxmlformats.org/drawingml/2006/main">
            <a:off x="390525" y="24765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구조</a:t>
            </a:r>
          </a:p>
        </p:txBody>
      </p:sp>
      <p:sp>
        <p:nvSpPr>
          <p:cNvPr id="12" name="dp43-comparison / n12">
            <a:extLst xmlns:a="http://schemas.openxmlformats.org/drawingml/2006/main">
              <a:ext uri="{FF2B5EF4-FFF2-40B4-BE49-F238E27FC236}">
                <a16:creationId xmlns:a16="http://schemas.microsoft.com/office/drawing/2014/main" id="{24E71620-0EC8-415A-BD46-16A76DE26563}"/>
              </a:ext>
            </a:extLst>
          </p:cNvPr>
          <p:cNvSpPr>
            <a:spLocks xmlns:a="http://schemas.openxmlformats.org/drawingml/2006/main" noGrp="1"/>
          </p:cNvSpPr>
          <p:nvPr/>
        </p:nvSpPr>
        <p:spPr>
          <a:xfrm xmlns:a="http://schemas.openxmlformats.org/drawingml/2006/main">
            <a:off x="381000" y="7572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3" name="dp43-comparison / n13 / text 1">
            <a:extLst xmlns:a="http://schemas.openxmlformats.org/drawingml/2006/main">
              <a:ext uri="{FF2B5EF4-FFF2-40B4-BE49-F238E27FC236}">
                <a16:creationId xmlns:a16="http://schemas.microsoft.com/office/drawing/2014/main" id="{2A39EEC0-B53B-4097-8AD9-CF701A715FEA}"/>
              </a:ext>
            </a:extLst>
          </p:cNvPr>
          <p:cNvSpPr>
            <a:spLocks xmlns:a="http://schemas.openxmlformats.org/drawingml/2006/main" noGrp="1"/>
          </p:cNvSpPr>
          <p:nvPr/>
        </p:nvSpPr>
        <p:spPr>
          <a:xfrm xmlns:a="http://schemas.openxmlformats.org/drawingml/2006/main">
            <a:off x="390525" y="7734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장점</a:t>
            </a:r>
          </a:p>
        </p:txBody>
      </p:sp>
      <p:sp>
        <p:nvSpPr>
          <p:cNvPr id="14" name="dp43-comparison / n14">
            <a:extLst xmlns:a="http://schemas.openxmlformats.org/drawingml/2006/main">
              <a:ext uri="{FF2B5EF4-FFF2-40B4-BE49-F238E27FC236}">
                <a16:creationId xmlns:a16="http://schemas.microsoft.com/office/drawing/2014/main" id="{3B8BFC31-C9FE-4DDB-A521-367A69E94600}"/>
              </a:ext>
            </a:extLst>
          </p:cNvPr>
          <p:cNvSpPr>
            <a:spLocks xmlns:a="http://schemas.openxmlformats.org/drawingml/2006/main" noGrp="1"/>
          </p:cNvSpPr>
          <p:nvPr/>
        </p:nvSpPr>
        <p:spPr>
          <a:xfrm xmlns:a="http://schemas.openxmlformats.org/drawingml/2006/main">
            <a:off x="381000" y="8334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5" name="dp43-comparison / n15 / text 1">
            <a:extLst xmlns:a="http://schemas.openxmlformats.org/drawingml/2006/main">
              <a:ext uri="{FF2B5EF4-FFF2-40B4-BE49-F238E27FC236}">
                <a16:creationId xmlns:a16="http://schemas.microsoft.com/office/drawing/2014/main" id="{CE16D8CD-E39A-4A9C-8269-1D62F9AF6668}"/>
              </a:ext>
            </a:extLst>
          </p:cNvPr>
          <p:cNvSpPr>
            <a:spLocks xmlns:a="http://schemas.openxmlformats.org/drawingml/2006/main" noGrp="1"/>
          </p:cNvSpPr>
          <p:nvPr/>
        </p:nvSpPr>
        <p:spPr>
          <a:xfrm xmlns:a="http://schemas.openxmlformats.org/drawingml/2006/main">
            <a:off x="390525" y="8496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단점</a:t>
            </a:r>
          </a:p>
        </p:txBody>
      </p:sp>
      <p:sp>
        <p:nvSpPr>
          <p:cNvPr id="16" name="dp43-comparison / n16">
            <a:extLst xmlns:a="http://schemas.openxmlformats.org/drawingml/2006/main">
              <a:ext uri="{FF2B5EF4-FFF2-40B4-BE49-F238E27FC236}">
                <a16:creationId xmlns:a16="http://schemas.microsoft.com/office/drawing/2014/main" id="{0A555600-8B57-45E0-9216-06A5B5E8F4E2}"/>
              </a:ext>
            </a:extLst>
          </p:cNvPr>
          <p:cNvSpPr>
            <a:spLocks xmlns:a="http://schemas.openxmlformats.org/drawingml/2006/main" noGrp="1"/>
          </p:cNvSpPr>
          <p:nvPr/>
        </p:nvSpPr>
        <p:spPr>
          <a:xfrm xmlns:a="http://schemas.openxmlformats.org/drawingml/2006/main">
            <a:off x="381000" y="9096375"/>
            <a:ext cx="17526000" cy="904875"/>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7" name="dp43-comparison / n17 / text 1">
            <a:extLst xmlns:a="http://schemas.openxmlformats.org/drawingml/2006/main">
              <a:ext uri="{FF2B5EF4-FFF2-40B4-BE49-F238E27FC236}">
                <a16:creationId xmlns:a16="http://schemas.microsoft.com/office/drawing/2014/main" id="{437A61E9-F475-42E4-9BAC-787AA36DE84D}"/>
              </a:ext>
            </a:extLst>
          </p:cNvPr>
          <p:cNvSpPr>
            <a:spLocks xmlns:a="http://schemas.openxmlformats.org/drawingml/2006/main" noGrp="1"/>
          </p:cNvSpPr>
          <p:nvPr/>
        </p:nvSpPr>
        <p:spPr>
          <a:xfrm xmlns:a="http://schemas.openxmlformats.org/drawingml/2006/main">
            <a:off x="390525" y="9258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QA</a:t>
            </a:r>
          </a:p>
        </p:txBody>
      </p:sp>
      <p:sp>
        <p:nvSpPr>
          <p:cNvPr id="18" name="dp43-comparison / n17 / text 2">
            <a:extLst xmlns:a="http://schemas.openxmlformats.org/drawingml/2006/main">
              <a:ext uri="{FF2B5EF4-FFF2-40B4-BE49-F238E27FC236}">
                <a16:creationId xmlns:a16="http://schemas.microsoft.com/office/drawing/2014/main" id="{3569D43A-9857-4AA2-96B6-8AB0F7A607F4}"/>
              </a:ext>
            </a:extLst>
          </p:cNvPr>
          <p:cNvSpPr>
            <a:spLocks xmlns:a="http://schemas.openxmlformats.org/drawingml/2006/main" noGrp="1"/>
          </p:cNvSpPr>
          <p:nvPr/>
        </p:nvSpPr>
        <p:spPr>
          <a:xfrm xmlns:a="http://schemas.openxmlformats.org/drawingml/2006/main">
            <a:off x="390525" y="950595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Trade-off</a:t>
            </a:r>
          </a:p>
        </p:txBody>
      </p:sp>
      <p:sp>
        <p:nvSpPr>
          <p:cNvPr id="19" name="dp43-comparison / n18 / path">
            <a:extLst xmlns:a="http://schemas.openxmlformats.org/drawingml/2006/main">
              <a:ext uri="{FF2B5EF4-FFF2-40B4-BE49-F238E27FC236}">
                <a16:creationId xmlns:a16="http://schemas.microsoft.com/office/drawing/2014/main" id="{618D0942-1015-4946-98FF-E1C6B1686C2A}"/>
              </a:ext>
            </a:extLst>
          </p:cNvPr>
          <p:cNvSpPr>
            <a:spLocks xmlns:a="http://schemas.openxmlformats.org/drawingml/2006/main" noGrp="1"/>
          </p:cNvSpPr>
          <p:nvPr/>
        </p:nvSpPr>
        <p:spPr>
          <a:xfrm xmlns:a="http://schemas.openxmlformats.org/drawingml/2006/main">
            <a:off x="133350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0" name="dp43-comparison / n19 / path">
            <a:extLst xmlns:a="http://schemas.openxmlformats.org/drawingml/2006/main">
              <a:ext uri="{FF2B5EF4-FFF2-40B4-BE49-F238E27FC236}">
                <a16:creationId xmlns:a16="http://schemas.microsoft.com/office/drawing/2014/main" id="{0DE7B190-2392-49C7-9027-4C2E0FDB1C8C}"/>
              </a:ext>
            </a:extLst>
          </p:cNvPr>
          <p:cNvSpPr>
            <a:spLocks xmlns:a="http://schemas.openxmlformats.org/drawingml/2006/main" noGrp="1"/>
          </p:cNvSpPr>
          <p:nvPr/>
        </p:nvSpPr>
        <p:spPr>
          <a:xfrm xmlns:a="http://schemas.openxmlformats.org/drawingml/2006/main">
            <a:off x="962025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1" name="dp43-comparison / n20 / text 1">
            <a:extLst xmlns:a="http://schemas.openxmlformats.org/drawingml/2006/main">
              <a:ext uri="{FF2B5EF4-FFF2-40B4-BE49-F238E27FC236}">
                <a16:creationId xmlns:a16="http://schemas.microsoft.com/office/drawing/2014/main" id="{72E10A3A-800A-4114-B406-24C3533A1DB3}"/>
              </a:ext>
            </a:extLst>
          </p:cNvPr>
          <p:cNvSpPr>
            <a:spLocks xmlns:a="http://schemas.openxmlformats.org/drawingml/2006/main" noGrp="1"/>
          </p:cNvSpPr>
          <p:nvPr/>
        </p:nvSpPr>
        <p:spPr>
          <a:xfrm xmlns:a="http://schemas.openxmlformats.org/drawingml/2006/main">
            <a:off x="148590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A 통합 의미 생산</a:t>
            </a:r>
          </a:p>
        </p:txBody>
      </p:sp>
      <p:sp>
        <p:nvSpPr>
          <p:cNvPr id="22" name="dp43-comparison / n21 / text 1">
            <a:extLst xmlns:a="http://schemas.openxmlformats.org/drawingml/2006/main">
              <a:ext uri="{FF2B5EF4-FFF2-40B4-BE49-F238E27FC236}">
                <a16:creationId xmlns:a16="http://schemas.microsoft.com/office/drawing/2014/main" id="{3C7CB60D-8659-4930-B4E4-91B4257AEF2C}"/>
              </a:ext>
            </a:extLst>
          </p:cNvPr>
          <p:cNvSpPr>
            <a:spLocks xmlns:a="http://schemas.openxmlformats.org/drawingml/2006/main" noGrp="1"/>
          </p:cNvSpPr>
          <p:nvPr/>
        </p:nvSpPr>
        <p:spPr>
          <a:xfrm xmlns:a="http://schemas.openxmlformats.org/drawingml/2006/main">
            <a:off x="150495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관련 의미의 공동 판단으로 정확 처리율 94% (기능 정확성 ↑)</a:t>
            </a:r>
          </a:p>
        </p:txBody>
      </p:sp>
      <p:sp>
        <p:nvSpPr>
          <p:cNvPr id="23" name="dp43-comparison / n22 / text 1">
            <a:extLst xmlns:a="http://schemas.openxmlformats.org/drawingml/2006/main">
              <a:ext uri="{FF2B5EF4-FFF2-40B4-BE49-F238E27FC236}">
                <a16:creationId xmlns:a16="http://schemas.microsoft.com/office/drawing/2014/main" id="{C4924AE7-F39F-485F-AF73-4CCC0208EDE5}"/>
              </a:ext>
            </a:extLst>
          </p:cNvPr>
          <p:cNvSpPr>
            <a:spLocks xmlns:a="http://schemas.openxmlformats.org/drawingml/2006/main" noGrp="1"/>
          </p:cNvSpPr>
          <p:nvPr/>
        </p:nvSpPr>
        <p:spPr>
          <a:xfrm xmlns:a="http://schemas.openxmlformats.org/drawingml/2006/main">
            <a:off x="1504950" y="7972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부분 제안 간 교환 축소로 평균 VIA 처리시간 5.5 s (요청 완료 신속성 ↑)</a:t>
            </a:r>
          </a:p>
        </p:txBody>
      </p:sp>
      <p:sp>
        <p:nvSpPr>
          <p:cNvPr id="24" name="dp43-comparison / n23 / text 1">
            <a:extLst xmlns:a="http://schemas.openxmlformats.org/drawingml/2006/main">
              <a:ext uri="{FF2B5EF4-FFF2-40B4-BE49-F238E27FC236}">
                <a16:creationId xmlns:a16="http://schemas.microsoft.com/office/drawing/2014/main" id="{8C87F833-8327-4A09-9B32-04CB385E68A7}"/>
              </a:ext>
            </a:extLst>
          </p:cNvPr>
          <p:cNvSpPr>
            <a:spLocks xmlns:a="http://schemas.openxmlformats.org/drawingml/2006/main" noGrp="1"/>
          </p:cNvSpPr>
          <p:nvPr/>
        </p:nvSpPr>
        <p:spPr>
          <a:xfrm xmlns:a="http://schemas.openxmlformats.org/drawingml/2006/main">
            <a:off x="150495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통합 의미 생산 계약의 변경 전파, 평균 4.0개 (변경 용이성 ↓)</a:t>
            </a:r>
          </a:p>
        </p:txBody>
      </p:sp>
      <p:sp>
        <p:nvSpPr>
          <p:cNvPr id="25" name="dp43-comparison / n24 / text 1">
            <a:extLst xmlns:a="http://schemas.openxmlformats.org/drawingml/2006/main">
              <a:ext uri="{FF2B5EF4-FFF2-40B4-BE49-F238E27FC236}">
                <a16:creationId xmlns:a16="http://schemas.microsoft.com/office/drawing/2014/main" id="{ABCCB5C1-C3C3-4EF5-971A-FE21EEF7AE14}"/>
              </a:ext>
            </a:extLst>
          </p:cNvPr>
          <p:cNvSpPr>
            <a:spLocks xmlns:a="http://schemas.openxmlformats.org/drawingml/2006/main" noGrp="1"/>
          </p:cNvSpPr>
          <p:nvPr/>
        </p:nvSpPr>
        <p:spPr>
          <a:xfrm xmlns:a="http://schemas.openxmlformats.org/drawingml/2006/main">
            <a:off x="150495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V-01 기능 정확성</a:t>
            </a:r>
          </a:p>
        </p:txBody>
      </p:sp>
      <p:sp>
        <p:nvSpPr>
          <p:cNvPr id="26" name="dp43-comparison / n25 / text 1">
            <a:extLst xmlns:a="http://schemas.openxmlformats.org/drawingml/2006/main">
              <a:ext uri="{FF2B5EF4-FFF2-40B4-BE49-F238E27FC236}">
                <a16:creationId xmlns:a16="http://schemas.microsoft.com/office/drawing/2014/main" id="{4482D985-A034-41E9-AAC0-C94F236F5BEF}"/>
              </a:ext>
            </a:extLst>
          </p:cNvPr>
          <p:cNvSpPr>
            <a:spLocks xmlns:a="http://schemas.openxmlformats.org/drawingml/2006/main" noGrp="1"/>
          </p:cNvSpPr>
          <p:nvPr/>
        </p:nvSpPr>
        <p:spPr>
          <a:xfrm xmlns:a="http://schemas.openxmlformats.org/drawingml/2006/main">
            <a:off x="490537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27" name="dp43-comparison / n26 / text 1">
            <a:extLst xmlns:a="http://schemas.openxmlformats.org/drawingml/2006/main">
              <a:ext uri="{FF2B5EF4-FFF2-40B4-BE49-F238E27FC236}">
                <a16:creationId xmlns:a16="http://schemas.microsoft.com/office/drawing/2014/main" id="{4B0D876F-6220-43B9-9B1B-70758487E0F9}"/>
              </a:ext>
            </a:extLst>
          </p:cNvPr>
          <p:cNvSpPr>
            <a:spLocks xmlns:a="http://schemas.openxmlformats.org/drawingml/2006/main" noGrp="1"/>
          </p:cNvSpPr>
          <p:nvPr/>
        </p:nvSpPr>
        <p:spPr>
          <a:xfrm xmlns:a="http://schemas.openxmlformats.org/drawingml/2006/main">
            <a:off x="612457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94%</a:t>
            </a:r>
          </a:p>
        </p:txBody>
      </p:sp>
      <p:sp>
        <p:nvSpPr>
          <p:cNvPr id="28" name="dp43-comparison / n27 / text 1">
            <a:extLst xmlns:a="http://schemas.openxmlformats.org/drawingml/2006/main">
              <a:ext uri="{FF2B5EF4-FFF2-40B4-BE49-F238E27FC236}">
                <a16:creationId xmlns:a16="http://schemas.microsoft.com/office/drawing/2014/main" id="{F627ACF7-FCB7-45F0-BB7F-F1923D5C40CF}"/>
              </a:ext>
            </a:extLst>
          </p:cNvPr>
          <p:cNvSpPr>
            <a:spLocks xmlns:a="http://schemas.openxmlformats.org/drawingml/2006/main" noGrp="1"/>
          </p:cNvSpPr>
          <p:nvPr/>
        </p:nvSpPr>
        <p:spPr>
          <a:xfrm xmlns:a="http://schemas.openxmlformats.org/drawingml/2006/main">
            <a:off x="754380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정확 처리율 ↑</a:t>
            </a:r>
          </a:p>
        </p:txBody>
      </p:sp>
      <p:sp>
        <p:nvSpPr>
          <p:cNvPr id="29" name="dp43-comparison / n28 / text 1">
            <a:extLst xmlns:a="http://schemas.openxmlformats.org/drawingml/2006/main">
              <a:ext uri="{FF2B5EF4-FFF2-40B4-BE49-F238E27FC236}">
                <a16:creationId xmlns:a16="http://schemas.microsoft.com/office/drawing/2014/main" id="{3E7ABA87-B396-4182-930A-9EC07AD15345}"/>
              </a:ext>
            </a:extLst>
          </p:cNvPr>
          <p:cNvSpPr>
            <a:spLocks xmlns:a="http://schemas.openxmlformats.org/drawingml/2006/main" noGrp="1"/>
          </p:cNvSpPr>
          <p:nvPr/>
        </p:nvSpPr>
        <p:spPr>
          <a:xfrm xmlns:a="http://schemas.openxmlformats.org/drawingml/2006/main">
            <a:off x="150495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30" name="dp43-comparison / n29 / text 1">
            <a:extLst xmlns:a="http://schemas.openxmlformats.org/drawingml/2006/main">
              <a:ext uri="{FF2B5EF4-FFF2-40B4-BE49-F238E27FC236}">
                <a16:creationId xmlns:a16="http://schemas.microsoft.com/office/drawing/2014/main" id="{8DBE83C3-68E7-456B-B58F-AFF33E2C7257}"/>
              </a:ext>
            </a:extLst>
          </p:cNvPr>
          <p:cNvSpPr>
            <a:spLocks xmlns:a="http://schemas.openxmlformats.org/drawingml/2006/main" noGrp="1"/>
          </p:cNvSpPr>
          <p:nvPr/>
        </p:nvSpPr>
        <p:spPr>
          <a:xfrm xmlns:a="http://schemas.openxmlformats.org/drawingml/2006/main">
            <a:off x="490537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1" name="dp43-comparison / n30 / text 1">
            <a:extLst xmlns:a="http://schemas.openxmlformats.org/drawingml/2006/main">
              <a:ext uri="{FF2B5EF4-FFF2-40B4-BE49-F238E27FC236}">
                <a16:creationId xmlns:a16="http://schemas.microsoft.com/office/drawing/2014/main" id="{D90E4027-DBC7-4E92-9B48-FFA1E7D292EE}"/>
              </a:ext>
            </a:extLst>
          </p:cNvPr>
          <p:cNvSpPr>
            <a:spLocks xmlns:a="http://schemas.openxmlformats.org/drawingml/2006/main" noGrp="1"/>
          </p:cNvSpPr>
          <p:nvPr/>
        </p:nvSpPr>
        <p:spPr>
          <a:xfrm xmlns:a="http://schemas.openxmlformats.org/drawingml/2006/main">
            <a:off x="612457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5.5 s</a:t>
            </a:r>
          </a:p>
        </p:txBody>
      </p:sp>
      <p:sp>
        <p:nvSpPr>
          <p:cNvPr id="32" name="dp43-comparison / n31 / text 1">
            <a:extLst xmlns:a="http://schemas.openxmlformats.org/drawingml/2006/main">
              <a:ext uri="{FF2B5EF4-FFF2-40B4-BE49-F238E27FC236}">
                <a16:creationId xmlns:a16="http://schemas.microsoft.com/office/drawing/2014/main" id="{73B4F518-4BD4-48BC-89AB-F429F9E68D53}"/>
              </a:ext>
            </a:extLst>
          </p:cNvPr>
          <p:cNvSpPr>
            <a:spLocks xmlns:a="http://schemas.openxmlformats.org/drawingml/2006/main" noGrp="1"/>
          </p:cNvSpPr>
          <p:nvPr/>
        </p:nvSpPr>
        <p:spPr>
          <a:xfrm xmlns:a="http://schemas.openxmlformats.org/drawingml/2006/main">
            <a:off x="754380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33" name="dp43-comparison / n32 / text 1">
            <a:extLst xmlns:a="http://schemas.openxmlformats.org/drawingml/2006/main">
              <a:ext uri="{FF2B5EF4-FFF2-40B4-BE49-F238E27FC236}">
                <a16:creationId xmlns:a16="http://schemas.microsoft.com/office/drawing/2014/main" id="{F335998E-1FFA-4BBE-9763-C0B307D57408}"/>
              </a:ext>
            </a:extLst>
          </p:cNvPr>
          <p:cNvSpPr>
            <a:spLocks xmlns:a="http://schemas.openxmlformats.org/drawingml/2006/main" noGrp="1"/>
          </p:cNvSpPr>
          <p:nvPr/>
        </p:nvSpPr>
        <p:spPr>
          <a:xfrm xmlns:a="http://schemas.openxmlformats.org/drawingml/2006/main">
            <a:off x="150495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34" name="dp43-comparison / n33 / text 1">
            <a:extLst xmlns:a="http://schemas.openxmlformats.org/drawingml/2006/main">
              <a:ext uri="{FF2B5EF4-FFF2-40B4-BE49-F238E27FC236}">
                <a16:creationId xmlns:a16="http://schemas.microsoft.com/office/drawing/2014/main" id="{5643F7D8-9B5B-4D45-8E65-0CAE1A8C4B14}"/>
              </a:ext>
            </a:extLst>
          </p:cNvPr>
          <p:cNvSpPr>
            <a:spLocks xmlns:a="http://schemas.openxmlformats.org/drawingml/2006/main" noGrp="1"/>
          </p:cNvSpPr>
          <p:nvPr/>
        </p:nvSpPr>
        <p:spPr>
          <a:xfrm xmlns:a="http://schemas.openxmlformats.org/drawingml/2006/main">
            <a:off x="490537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5" name="dp43-comparison / n34 / text 1">
            <a:extLst xmlns:a="http://schemas.openxmlformats.org/drawingml/2006/main">
              <a:ext uri="{FF2B5EF4-FFF2-40B4-BE49-F238E27FC236}">
                <a16:creationId xmlns:a16="http://schemas.microsoft.com/office/drawing/2014/main" id="{4BE5EBE4-E3A5-47AE-A573-89096B8F996C}"/>
              </a:ext>
            </a:extLst>
          </p:cNvPr>
          <p:cNvSpPr>
            <a:spLocks xmlns:a="http://schemas.openxmlformats.org/drawingml/2006/main" noGrp="1"/>
          </p:cNvSpPr>
          <p:nvPr/>
        </p:nvSpPr>
        <p:spPr>
          <a:xfrm xmlns:a="http://schemas.openxmlformats.org/drawingml/2006/main">
            <a:off x="612457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4.0개</a:t>
            </a:r>
          </a:p>
        </p:txBody>
      </p:sp>
      <p:sp>
        <p:nvSpPr>
          <p:cNvPr id="36" name="dp43-comparison / n35 / text 1">
            <a:extLst xmlns:a="http://schemas.openxmlformats.org/drawingml/2006/main">
              <a:ext uri="{FF2B5EF4-FFF2-40B4-BE49-F238E27FC236}">
                <a16:creationId xmlns:a16="http://schemas.microsoft.com/office/drawing/2014/main" id="{4CC890DA-792F-40FC-A40C-5F0FC4C5BC60}"/>
              </a:ext>
            </a:extLst>
          </p:cNvPr>
          <p:cNvSpPr>
            <a:spLocks xmlns:a="http://schemas.openxmlformats.org/drawingml/2006/main" noGrp="1"/>
          </p:cNvSpPr>
          <p:nvPr/>
        </p:nvSpPr>
        <p:spPr>
          <a:xfrm xmlns:a="http://schemas.openxmlformats.org/drawingml/2006/main">
            <a:off x="754380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37" name="dp43-comparison / n36 / text 1">
            <a:extLst xmlns:a="http://schemas.openxmlformats.org/drawingml/2006/main">
              <a:ext uri="{FF2B5EF4-FFF2-40B4-BE49-F238E27FC236}">
                <a16:creationId xmlns:a16="http://schemas.microsoft.com/office/drawing/2014/main" id="{F626A3EC-17AB-430F-A688-A0152E4A4C3A}"/>
              </a:ext>
            </a:extLst>
          </p:cNvPr>
          <p:cNvSpPr>
            <a:spLocks xmlns:a="http://schemas.openxmlformats.org/drawingml/2006/main" noGrp="1"/>
          </p:cNvSpPr>
          <p:nvPr/>
        </p:nvSpPr>
        <p:spPr>
          <a:xfrm xmlns:a="http://schemas.openxmlformats.org/drawingml/2006/main">
            <a:off x="977265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C 기능별 의미 생산과 코드 조정</a:t>
            </a:r>
          </a:p>
        </p:txBody>
      </p:sp>
      <p:sp>
        <p:nvSpPr>
          <p:cNvPr id="38" name="dp43-comparison / n37 / text 1">
            <a:extLst xmlns:a="http://schemas.openxmlformats.org/drawingml/2006/main">
              <a:ext uri="{FF2B5EF4-FFF2-40B4-BE49-F238E27FC236}">
                <a16:creationId xmlns:a16="http://schemas.microsoft.com/office/drawing/2014/main" id="{BEAE2B34-1652-49A6-9AC1-01E2C7125B79}"/>
              </a:ext>
            </a:extLst>
          </p:cNvPr>
          <p:cNvSpPr>
            <a:spLocks xmlns:a="http://schemas.openxmlformats.org/drawingml/2006/main" noGrp="1"/>
          </p:cNvSpPr>
          <p:nvPr/>
        </p:nvSpPr>
        <p:spPr>
          <a:xfrm xmlns:a="http://schemas.openxmlformats.org/drawingml/2006/main">
            <a:off x="979170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특정 기능의 생산 책임 분리로 변경 평균 2.0개 (변경 용이성 ↑)</a:t>
            </a:r>
          </a:p>
        </p:txBody>
      </p:sp>
      <p:sp>
        <p:nvSpPr>
          <p:cNvPr id="39" name="dp43-comparison / n38 / text 1">
            <a:extLst xmlns:a="http://schemas.openxmlformats.org/drawingml/2006/main">
              <a:ext uri="{FF2B5EF4-FFF2-40B4-BE49-F238E27FC236}">
                <a16:creationId xmlns:a16="http://schemas.microsoft.com/office/drawing/2014/main" id="{43E9D56D-11AB-4D63-9BDB-85159A2E394C}"/>
              </a:ext>
            </a:extLst>
          </p:cNvPr>
          <p:cNvSpPr>
            <a:spLocks xmlns:a="http://schemas.openxmlformats.org/drawingml/2006/main" noGrp="1"/>
          </p:cNvSpPr>
          <p:nvPr/>
        </p:nvSpPr>
        <p:spPr>
          <a:xfrm xmlns:a="http://schemas.openxmlformats.org/drawingml/2006/main">
            <a:off x="979170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부분 의미 불일치와 오류 전파로 정확 처리율 91% (기능 정확성 ↓)</a:t>
            </a:r>
          </a:p>
        </p:txBody>
      </p:sp>
      <p:sp>
        <p:nvSpPr>
          <p:cNvPr id="40" name="dp43-comparison / n39 / text 1">
            <a:extLst xmlns:a="http://schemas.openxmlformats.org/drawingml/2006/main">
              <a:ext uri="{FF2B5EF4-FFF2-40B4-BE49-F238E27FC236}">
                <a16:creationId xmlns:a16="http://schemas.microsoft.com/office/drawing/2014/main" id="{8FA81610-BF6D-40E3-9333-D39D1E88BB51}"/>
              </a:ext>
            </a:extLst>
          </p:cNvPr>
          <p:cNvSpPr>
            <a:spLocks xmlns:a="http://schemas.openxmlformats.org/drawingml/2006/main" noGrp="1"/>
          </p:cNvSpPr>
          <p:nvPr/>
        </p:nvSpPr>
        <p:spPr>
          <a:xfrm xmlns:a="http://schemas.openxmlformats.org/drawingml/2006/main">
            <a:off x="9791700" y="8734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제안 교환과 재판단으로 평균 VIA 처리시간 7.2 s (요청 완료 신속성 ↓)</a:t>
            </a:r>
          </a:p>
        </p:txBody>
      </p:sp>
      <p:sp>
        <p:nvSpPr>
          <p:cNvPr id="41" name="dp43-comparison / n40 / text 1">
            <a:extLst xmlns:a="http://schemas.openxmlformats.org/drawingml/2006/main">
              <a:ext uri="{FF2B5EF4-FFF2-40B4-BE49-F238E27FC236}">
                <a16:creationId xmlns:a16="http://schemas.microsoft.com/office/drawing/2014/main" id="{5D291DC6-94F8-4DE6-BD3E-90302E836848}"/>
              </a:ext>
            </a:extLst>
          </p:cNvPr>
          <p:cNvSpPr>
            <a:spLocks xmlns:a="http://schemas.openxmlformats.org/drawingml/2006/main" noGrp="1"/>
          </p:cNvSpPr>
          <p:nvPr/>
        </p:nvSpPr>
        <p:spPr>
          <a:xfrm xmlns:a="http://schemas.openxmlformats.org/drawingml/2006/main">
            <a:off x="979170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V-01 기능 정확성</a:t>
            </a:r>
          </a:p>
        </p:txBody>
      </p:sp>
      <p:sp>
        <p:nvSpPr>
          <p:cNvPr id="42" name="dp43-comparison / n41 / text 1">
            <a:extLst xmlns:a="http://schemas.openxmlformats.org/drawingml/2006/main">
              <a:ext uri="{FF2B5EF4-FFF2-40B4-BE49-F238E27FC236}">
                <a16:creationId xmlns:a16="http://schemas.microsoft.com/office/drawing/2014/main" id="{1DF387DD-4DF1-42DD-B5CA-AC5F27AF3714}"/>
              </a:ext>
            </a:extLst>
          </p:cNvPr>
          <p:cNvSpPr>
            <a:spLocks xmlns:a="http://schemas.openxmlformats.org/drawingml/2006/main" noGrp="1"/>
          </p:cNvSpPr>
          <p:nvPr/>
        </p:nvSpPr>
        <p:spPr>
          <a:xfrm xmlns:a="http://schemas.openxmlformats.org/drawingml/2006/main">
            <a:off x="1319212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3" name="dp43-comparison / n42 / text 1">
            <a:extLst xmlns:a="http://schemas.openxmlformats.org/drawingml/2006/main">
              <a:ext uri="{FF2B5EF4-FFF2-40B4-BE49-F238E27FC236}">
                <a16:creationId xmlns:a16="http://schemas.microsoft.com/office/drawing/2014/main" id="{A966638B-4EA2-40DB-9B19-27B995B9D069}"/>
              </a:ext>
            </a:extLst>
          </p:cNvPr>
          <p:cNvSpPr>
            <a:spLocks xmlns:a="http://schemas.openxmlformats.org/drawingml/2006/main" noGrp="1"/>
          </p:cNvSpPr>
          <p:nvPr/>
        </p:nvSpPr>
        <p:spPr>
          <a:xfrm xmlns:a="http://schemas.openxmlformats.org/drawingml/2006/main">
            <a:off x="1441132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91%</a:t>
            </a:r>
          </a:p>
        </p:txBody>
      </p:sp>
      <p:sp>
        <p:nvSpPr>
          <p:cNvPr id="44" name="dp43-comparison / n43 / text 1">
            <a:extLst xmlns:a="http://schemas.openxmlformats.org/drawingml/2006/main">
              <a:ext uri="{FF2B5EF4-FFF2-40B4-BE49-F238E27FC236}">
                <a16:creationId xmlns:a16="http://schemas.microsoft.com/office/drawing/2014/main" id="{9FFE1D00-2F6A-4FE8-A2BB-0E2FCC6E365D}"/>
              </a:ext>
            </a:extLst>
          </p:cNvPr>
          <p:cNvSpPr>
            <a:spLocks xmlns:a="http://schemas.openxmlformats.org/drawingml/2006/main" noGrp="1"/>
          </p:cNvSpPr>
          <p:nvPr/>
        </p:nvSpPr>
        <p:spPr>
          <a:xfrm xmlns:a="http://schemas.openxmlformats.org/drawingml/2006/main">
            <a:off x="1583055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정확 처리율 ↑</a:t>
            </a:r>
          </a:p>
        </p:txBody>
      </p:sp>
      <p:sp>
        <p:nvSpPr>
          <p:cNvPr id="45" name="dp43-comparison / n44 / text 1">
            <a:extLst xmlns:a="http://schemas.openxmlformats.org/drawingml/2006/main">
              <a:ext uri="{FF2B5EF4-FFF2-40B4-BE49-F238E27FC236}">
                <a16:creationId xmlns:a16="http://schemas.microsoft.com/office/drawing/2014/main" id="{5E1959AE-BE3A-4BBA-81F4-BD55185B71F9}"/>
              </a:ext>
            </a:extLst>
          </p:cNvPr>
          <p:cNvSpPr>
            <a:spLocks xmlns:a="http://schemas.openxmlformats.org/drawingml/2006/main" noGrp="1"/>
          </p:cNvSpPr>
          <p:nvPr/>
        </p:nvSpPr>
        <p:spPr>
          <a:xfrm xmlns:a="http://schemas.openxmlformats.org/drawingml/2006/main">
            <a:off x="979170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46" name="dp43-comparison / n45 / text 1">
            <a:extLst xmlns:a="http://schemas.openxmlformats.org/drawingml/2006/main">
              <a:ext uri="{FF2B5EF4-FFF2-40B4-BE49-F238E27FC236}">
                <a16:creationId xmlns:a16="http://schemas.microsoft.com/office/drawing/2014/main" id="{BFFB8B84-F29A-434C-BB33-6C5BA65DDF61}"/>
              </a:ext>
            </a:extLst>
          </p:cNvPr>
          <p:cNvSpPr>
            <a:spLocks xmlns:a="http://schemas.openxmlformats.org/drawingml/2006/main" noGrp="1"/>
          </p:cNvSpPr>
          <p:nvPr/>
        </p:nvSpPr>
        <p:spPr>
          <a:xfrm xmlns:a="http://schemas.openxmlformats.org/drawingml/2006/main">
            <a:off x="1319212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7" name="dp43-comparison / n46 / text 1">
            <a:extLst xmlns:a="http://schemas.openxmlformats.org/drawingml/2006/main">
              <a:ext uri="{FF2B5EF4-FFF2-40B4-BE49-F238E27FC236}">
                <a16:creationId xmlns:a16="http://schemas.microsoft.com/office/drawing/2014/main" id="{FC2AA897-7E0F-4F9B-8A15-950A9A2D3603}"/>
              </a:ext>
            </a:extLst>
          </p:cNvPr>
          <p:cNvSpPr>
            <a:spLocks xmlns:a="http://schemas.openxmlformats.org/drawingml/2006/main" noGrp="1"/>
          </p:cNvSpPr>
          <p:nvPr/>
        </p:nvSpPr>
        <p:spPr>
          <a:xfrm xmlns:a="http://schemas.openxmlformats.org/drawingml/2006/main">
            <a:off x="1441132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7.2 s</a:t>
            </a:r>
          </a:p>
        </p:txBody>
      </p:sp>
      <p:sp>
        <p:nvSpPr>
          <p:cNvPr id="48" name="dp43-comparison / n47 / text 1">
            <a:extLst xmlns:a="http://schemas.openxmlformats.org/drawingml/2006/main">
              <a:ext uri="{FF2B5EF4-FFF2-40B4-BE49-F238E27FC236}">
                <a16:creationId xmlns:a16="http://schemas.microsoft.com/office/drawing/2014/main" id="{2128D152-A142-439B-9A07-721C1CB55829}"/>
              </a:ext>
            </a:extLst>
          </p:cNvPr>
          <p:cNvSpPr>
            <a:spLocks xmlns:a="http://schemas.openxmlformats.org/drawingml/2006/main" noGrp="1"/>
          </p:cNvSpPr>
          <p:nvPr/>
        </p:nvSpPr>
        <p:spPr>
          <a:xfrm xmlns:a="http://schemas.openxmlformats.org/drawingml/2006/main">
            <a:off x="1583055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49" name="dp43-comparison / n48 / text 1">
            <a:extLst xmlns:a="http://schemas.openxmlformats.org/drawingml/2006/main">
              <a:ext uri="{FF2B5EF4-FFF2-40B4-BE49-F238E27FC236}">
                <a16:creationId xmlns:a16="http://schemas.microsoft.com/office/drawing/2014/main" id="{465C21C3-3CC0-48B0-981A-02EE588441FF}"/>
              </a:ext>
            </a:extLst>
          </p:cNvPr>
          <p:cNvSpPr>
            <a:spLocks xmlns:a="http://schemas.openxmlformats.org/drawingml/2006/main" noGrp="1"/>
          </p:cNvSpPr>
          <p:nvPr/>
        </p:nvSpPr>
        <p:spPr>
          <a:xfrm xmlns:a="http://schemas.openxmlformats.org/drawingml/2006/main">
            <a:off x="979170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50" name="dp43-comparison / n49 / text 1">
            <a:extLst xmlns:a="http://schemas.openxmlformats.org/drawingml/2006/main">
              <a:ext uri="{FF2B5EF4-FFF2-40B4-BE49-F238E27FC236}">
                <a16:creationId xmlns:a16="http://schemas.microsoft.com/office/drawing/2014/main" id="{AC73B9C0-1C29-4138-AC5F-3F05941BF0BC}"/>
              </a:ext>
            </a:extLst>
          </p:cNvPr>
          <p:cNvSpPr>
            <a:spLocks xmlns:a="http://schemas.openxmlformats.org/drawingml/2006/main" noGrp="1"/>
          </p:cNvSpPr>
          <p:nvPr/>
        </p:nvSpPr>
        <p:spPr>
          <a:xfrm xmlns:a="http://schemas.openxmlformats.org/drawingml/2006/main">
            <a:off x="1319212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51" name="dp43-comparison / n50 / text 1">
            <a:extLst xmlns:a="http://schemas.openxmlformats.org/drawingml/2006/main">
              <a:ext uri="{FF2B5EF4-FFF2-40B4-BE49-F238E27FC236}">
                <a16:creationId xmlns:a16="http://schemas.microsoft.com/office/drawing/2014/main" id="{55AD4F62-19E0-4047-A358-AD578781746A}"/>
              </a:ext>
            </a:extLst>
          </p:cNvPr>
          <p:cNvSpPr>
            <a:spLocks xmlns:a="http://schemas.openxmlformats.org/drawingml/2006/main" noGrp="1"/>
          </p:cNvSpPr>
          <p:nvPr/>
        </p:nvSpPr>
        <p:spPr>
          <a:xfrm xmlns:a="http://schemas.openxmlformats.org/drawingml/2006/main">
            <a:off x="1441132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2.0개</a:t>
            </a:r>
          </a:p>
        </p:txBody>
      </p:sp>
      <p:sp>
        <p:nvSpPr>
          <p:cNvPr id="52" name="dp43-comparison / n51 / text 1">
            <a:extLst xmlns:a="http://schemas.openxmlformats.org/drawingml/2006/main">
              <a:ext uri="{FF2B5EF4-FFF2-40B4-BE49-F238E27FC236}">
                <a16:creationId xmlns:a16="http://schemas.microsoft.com/office/drawing/2014/main" id="{DAD9C242-C87A-4DE6-8EDC-956B40C2EDE8}"/>
              </a:ext>
            </a:extLst>
          </p:cNvPr>
          <p:cNvSpPr>
            <a:spLocks xmlns:a="http://schemas.openxmlformats.org/drawingml/2006/main" noGrp="1"/>
          </p:cNvSpPr>
          <p:nvPr/>
        </p:nvSpPr>
        <p:spPr>
          <a:xfrm xmlns:a="http://schemas.openxmlformats.org/drawingml/2006/main">
            <a:off x="1583055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53" name="dp43-comparison / n52 / text 1">
            <a:extLst xmlns:a="http://schemas.openxmlformats.org/drawingml/2006/main">
              <a:ext uri="{FF2B5EF4-FFF2-40B4-BE49-F238E27FC236}">
                <a16:creationId xmlns:a16="http://schemas.microsoft.com/office/drawing/2014/main" id="{C1E1B04D-5EAF-455C-B326-D9F4D76AF1FA}"/>
              </a:ext>
            </a:extLst>
          </p:cNvPr>
          <p:cNvSpPr>
            <a:spLocks xmlns:a="http://schemas.openxmlformats.org/drawingml/2006/main" noGrp="1"/>
          </p:cNvSpPr>
          <p:nvPr/>
        </p:nvSpPr>
        <p:spPr>
          <a:xfrm xmlns:a="http://schemas.openxmlformats.org/drawingml/2006/main">
            <a:off x="381000" y="10067925"/>
            <a:ext cx="1447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비교 예시 조건: 교차 의미 정정 / 특정 지칭 기능의 독립 변경 / 동일한 공유 Omni</a:t>
            </a:r>
          </a:p>
        </p:txBody>
      </p:sp>
      <p:sp>
        <p:nvSpPr>
          <p:cNvPr id="54" name="dp43-comparison / n53 / text 1">
            <a:extLst xmlns:a="http://schemas.openxmlformats.org/drawingml/2006/main">
              <a:ext uri="{FF2B5EF4-FFF2-40B4-BE49-F238E27FC236}">
                <a16:creationId xmlns:a16="http://schemas.microsoft.com/office/drawing/2014/main" id="{94FFAE1F-5A13-43C6-8D8C-9ABF78E16D93}"/>
              </a:ext>
            </a:extLst>
          </p:cNvPr>
          <p:cNvSpPr>
            <a:spLocks xmlns:a="http://schemas.openxmlformats.org/drawingml/2006/main" noGrp="1"/>
          </p:cNvSpPr>
          <p:nvPr/>
        </p:nvSpPr>
        <p:spPr>
          <a:xfrm xmlns:a="http://schemas.openxmlformats.org/drawingml/2006/main">
            <a:off x="14906625" y="10067925"/>
            <a:ext cx="3000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 많을수록 우수 / 미측정</a:t>
            </a:r>
          </a:p>
        </p:txBody>
      </p:sp>
      <p:sp>
        <p:nvSpPr>
          <p:cNvPr id="55" name="dp43-comparison / n54">
            <a:extLst xmlns:a="http://schemas.openxmlformats.org/drawingml/2006/main">
              <a:ext uri="{FF2B5EF4-FFF2-40B4-BE49-F238E27FC236}">
                <a16:creationId xmlns:a16="http://schemas.microsoft.com/office/drawing/2014/main" id="{5688087B-97B8-425C-BBC8-035FC392044A}"/>
              </a:ext>
            </a:extLst>
          </p:cNvPr>
          <p:cNvSpPr>
            <a:spLocks xmlns:a="http://schemas.openxmlformats.org/drawingml/2006/main" noGrp="1"/>
          </p:cNvSpPr>
          <p:nvPr/>
        </p:nvSpPr>
        <p:spPr>
          <a:xfrm xmlns:a="http://schemas.openxmlformats.org/drawingml/2006/main">
            <a:off x="1571625" y="2676525"/>
            <a:ext cx="2333625"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56" name="dp43-comparison / n55 / text 1">
            <a:extLst xmlns:a="http://schemas.openxmlformats.org/drawingml/2006/main">
              <a:ext uri="{FF2B5EF4-FFF2-40B4-BE49-F238E27FC236}">
                <a16:creationId xmlns:a16="http://schemas.microsoft.com/office/drawing/2014/main" id="{51F407B3-4F26-4C1A-A329-7AA2EC07B9C0}"/>
              </a:ext>
            </a:extLst>
          </p:cNvPr>
          <p:cNvSpPr>
            <a:spLocks xmlns:a="http://schemas.openxmlformats.org/drawingml/2006/main" noGrp="1"/>
          </p:cNvSpPr>
          <p:nvPr/>
        </p:nvSpPr>
        <p:spPr>
          <a:xfrm xmlns:a="http://schemas.openxmlformats.org/drawingml/2006/main">
            <a:off x="1657350" y="274605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Interaction Manager</a:t>
            </a:r>
          </a:p>
        </p:txBody>
      </p:sp>
      <p:sp>
        <p:nvSpPr>
          <p:cNvPr id="57" name="dp43-comparison / n56">
            <a:extLst xmlns:a="http://schemas.openxmlformats.org/drawingml/2006/main">
              <a:ext uri="{FF2B5EF4-FFF2-40B4-BE49-F238E27FC236}">
                <a16:creationId xmlns:a16="http://schemas.microsoft.com/office/drawing/2014/main" id="{32549CE1-57EC-4256-91D1-985861AE7570}"/>
              </a:ext>
            </a:extLst>
          </p:cNvPr>
          <p:cNvSpPr>
            <a:spLocks xmlns:a="http://schemas.openxmlformats.org/drawingml/2006/main" noGrp="1"/>
          </p:cNvSpPr>
          <p:nvPr/>
        </p:nvSpPr>
        <p:spPr>
          <a:xfrm xmlns:a="http://schemas.openxmlformats.org/drawingml/2006/main">
            <a:off x="4543425" y="2676525"/>
            <a:ext cx="21907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58" name="dp43-comparison / n57 / text 1">
            <a:extLst xmlns:a="http://schemas.openxmlformats.org/drawingml/2006/main">
              <a:ext uri="{FF2B5EF4-FFF2-40B4-BE49-F238E27FC236}">
                <a16:creationId xmlns:a16="http://schemas.microsoft.com/office/drawing/2014/main" id="{42F4BFFF-47AD-4BB3-A53F-4534E0B310A6}"/>
              </a:ext>
            </a:extLst>
          </p:cNvPr>
          <p:cNvSpPr>
            <a:spLocks xmlns:a="http://schemas.openxmlformats.org/drawingml/2006/main" noGrp="1"/>
          </p:cNvSpPr>
          <p:nvPr/>
        </p:nvSpPr>
        <p:spPr>
          <a:xfrm xmlns:a="http://schemas.openxmlformats.org/drawingml/2006/main">
            <a:off x="4629150" y="2746058"/>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59" name="dp43-comparison / n58">
            <a:extLst xmlns:a="http://schemas.openxmlformats.org/drawingml/2006/main">
              <a:ext uri="{FF2B5EF4-FFF2-40B4-BE49-F238E27FC236}">
                <a16:creationId xmlns:a16="http://schemas.microsoft.com/office/drawing/2014/main" id="{F143FCE3-B8B2-438A-809C-0725171DDEED}"/>
              </a:ext>
            </a:extLst>
          </p:cNvPr>
          <p:cNvSpPr>
            <a:spLocks xmlns:a="http://schemas.openxmlformats.org/drawingml/2006/main" noGrp="1"/>
          </p:cNvSpPr>
          <p:nvPr/>
        </p:nvSpPr>
        <p:spPr>
          <a:xfrm xmlns:a="http://schemas.openxmlformats.org/drawingml/2006/main">
            <a:off x="7419975" y="2676525"/>
            <a:ext cx="19621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60" name="dp43-comparison / n59 / text 1">
            <a:extLst xmlns:a="http://schemas.openxmlformats.org/drawingml/2006/main">
              <a:ext uri="{FF2B5EF4-FFF2-40B4-BE49-F238E27FC236}">
                <a16:creationId xmlns:a16="http://schemas.microsoft.com/office/drawing/2014/main" id="{967CA26D-16EA-4499-88D5-556AD057BEB1}"/>
              </a:ext>
            </a:extLst>
          </p:cNvPr>
          <p:cNvSpPr>
            <a:spLocks xmlns:a="http://schemas.openxmlformats.org/drawingml/2006/main" noGrp="1"/>
          </p:cNvSpPr>
          <p:nvPr/>
        </p:nvSpPr>
        <p:spPr>
          <a:xfrm xmlns:a="http://schemas.openxmlformats.org/drawingml/2006/main">
            <a:off x="7505700" y="2746058"/>
            <a:ext cx="17907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Model Access</a:t>
            </a:r>
          </a:p>
        </p:txBody>
      </p:sp>
      <p:sp>
        <p:nvSpPr>
          <p:cNvPr id="61" name="dp43-comparison / n64 / path">
            <a:extLst xmlns:a="http://schemas.openxmlformats.org/drawingml/2006/main">
              <a:ext uri="{FF2B5EF4-FFF2-40B4-BE49-F238E27FC236}">
                <a16:creationId xmlns:a16="http://schemas.microsoft.com/office/drawing/2014/main" id="{84C52DA1-2B62-44D7-9A6F-8999A06F84B5}"/>
              </a:ext>
            </a:extLst>
          </p:cNvPr>
          <p:cNvSpPr>
            <a:spLocks xmlns:a="http://schemas.openxmlformats.org/drawingml/2006/main" noGrp="1"/>
          </p:cNvSpPr>
          <p:nvPr/>
        </p:nvSpPr>
        <p:spPr>
          <a:xfrm xmlns:a="http://schemas.openxmlformats.org/drawingml/2006/main">
            <a:off x="3905250" y="2857500"/>
            <a:ext cx="638175" cy="953"/>
          </a:xfrm>
          <a:custGeom xmlns:a="http://schemas.openxmlformats.org/drawingml/2006/main">
            <a:pathLst>
              <a:path w="638175" h="953">
                <a:moveTo>
                  <a:pt x="0" y="0"/>
                </a:moveTo>
                <a:lnTo>
                  <a:pt x="638175" y="0"/>
                </a:lnTo>
              </a:path>
            </a:pathLst>
          </a:custGeom>
          <a:noFill xmlns:a="http://schemas.openxmlformats.org/drawingml/2006/main"/>
          <a:ln xmlns:a="http://schemas.openxmlformats.org/drawingml/2006/main" w="19050">
            <a:solidFill>
              <a:srgbClr val="2858A5"/>
            </a:solidFill>
            <a:prstDash val="solid"/>
          </a:ln>
        </p:spPr>
      </p:sp>
      <p:sp>
        <p:nvSpPr>
          <p:cNvPr id="62" name="dp43-comparison / n64 / arrow">
            <a:extLst xmlns:a="http://schemas.openxmlformats.org/drawingml/2006/main">
              <a:ext uri="{FF2B5EF4-FFF2-40B4-BE49-F238E27FC236}">
                <a16:creationId xmlns:a16="http://schemas.microsoft.com/office/drawing/2014/main" id="{1F7FBB5F-9348-49E4-AE38-3FDDD87F5321}"/>
              </a:ext>
            </a:extLst>
          </p:cNvPr>
          <p:cNvSpPr>
            <a:spLocks xmlns:a="http://schemas.openxmlformats.org/drawingml/2006/main" noGrp="1"/>
          </p:cNvSpPr>
          <p:nvPr/>
        </p:nvSpPr>
        <p:spPr>
          <a:xfrm xmlns:a="http://schemas.openxmlformats.org/drawingml/2006/main">
            <a:off x="4421505" y="279654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63" name="dp43-comparison / n69">
            <a:extLst xmlns:a="http://schemas.openxmlformats.org/drawingml/2006/main">
              <a:ext uri="{FF2B5EF4-FFF2-40B4-BE49-F238E27FC236}">
                <a16:creationId xmlns:a16="http://schemas.microsoft.com/office/drawing/2014/main" id="{7B58EFA8-DAD1-49FF-ACDE-37CCB183ECBC}"/>
              </a:ext>
            </a:extLst>
          </p:cNvPr>
          <p:cNvSpPr>
            <a:spLocks xmlns:a="http://schemas.openxmlformats.org/drawingml/2006/main" noGrp="1"/>
          </p:cNvSpPr>
          <p:nvPr/>
        </p:nvSpPr>
        <p:spPr>
          <a:xfrm xmlns:a="http://schemas.openxmlformats.org/drawingml/2006/main">
            <a:off x="1562100" y="3409950"/>
            <a:ext cx="7820025" cy="2533650"/>
          </a:xfrm>
          <a:prstGeom xmlns:a="http://schemas.openxmlformats.org/drawingml/2006/main" prst="rect">
            <a:avLst/>
          </a:prstGeom>
          <a:solidFill xmlns:a="http://schemas.openxmlformats.org/drawingml/2006/main">
            <a:srgbClr val="FAFBFC"/>
          </a:solidFill>
          <a:ln xmlns:a="http://schemas.openxmlformats.org/drawingml/2006/main" w="16193">
            <a:solidFill>
              <a:srgbClr val="2858A5"/>
            </a:solidFill>
            <a:prstDash val="solid"/>
          </a:ln>
        </p:spPr>
      </p:sp>
      <p:sp>
        <p:nvSpPr>
          <p:cNvPr id="64" name="dp43-comparison / n70 / text 1">
            <a:extLst xmlns:a="http://schemas.openxmlformats.org/drawingml/2006/main">
              <a:ext uri="{FF2B5EF4-FFF2-40B4-BE49-F238E27FC236}">
                <a16:creationId xmlns:a16="http://schemas.microsoft.com/office/drawing/2014/main" id="{A588F682-0AB5-42AF-9020-8EA359062700}"/>
              </a:ext>
            </a:extLst>
          </p:cNvPr>
          <p:cNvSpPr>
            <a:spLocks xmlns:a="http://schemas.openxmlformats.org/drawingml/2006/main" noGrp="1"/>
          </p:cNvSpPr>
          <p:nvPr/>
        </p:nvSpPr>
        <p:spPr>
          <a:xfrm xmlns:a="http://schemas.openxmlformats.org/drawingml/2006/main">
            <a:off x="1685925" y="3505200"/>
            <a:ext cx="75723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2858A5"/>
                </a:solidFill>
                <a:latin typeface="Apple SD Gothic Neo"/>
                <a:ea typeface="Apple SD Gothic Neo"/>
                <a:cs typeface="Apple SD Gothic Neo"/>
              </a:defRPr>
            </a:pPr>
            <a:r>
              <a:rPr sz="1575" b="1">
                <a:solidFill>
                  <a:srgbClr val="2858A5"/>
                </a:solidFill>
                <a:latin typeface="Apple SD Gothic Neo"/>
                <a:ea typeface="Apple SD Gothic Neo"/>
                <a:cs typeface="Apple SD Gothic Neo"/>
              </a:rPr>
              <a:t>Request Interpreter</a:t>
            </a:r>
          </a:p>
        </p:txBody>
      </p:sp>
      <p:sp>
        <p:nvSpPr>
          <p:cNvPr id="65" name="dp43-comparison / n71">
            <a:extLst xmlns:a="http://schemas.openxmlformats.org/drawingml/2006/main">
              <a:ext uri="{FF2B5EF4-FFF2-40B4-BE49-F238E27FC236}">
                <a16:creationId xmlns:a16="http://schemas.microsoft.com/office/drawing/2014/main" id="{DC9F725E-6BA5-463B-AB3F-36A9138B17CB}"/>
              </a:ext>
            </a:extLst>
          </p:cNvPr>
          <p:cNvSpPr>
            <a:spLocks xmlns:a="http://schemas.openxmlformats.org/drawingml/2006/main" noGrp="1"/>
          </p:cNvSpPr>
          <p:nvPr/>
        </p:nvSpPr>
        <p:spPr>
          <a:xfrm xmlns:a="http://schemas.openxmlformats.org/drawingml/2006/main">
            <a:off x="2819400" y="3914775"/>
            <a:ext cx="5276850" cy="457200"/>
          </a:xfrm>
          <a:prstGeom xmlns:a="http://schemas.openxmlformats.org/drawingml/2006/main" prst="rect">
            <a:avLst/>
          </a:prstGeom>
          <a:solidFill xmlns:a="http://schemas.openxmlformats.org/drawingml/2006/main">
            <a:srgbClr val="FFFFFF"/>
          </a:solidFill>
          <a:ln xmlns:a="http://schemas.openxmlformats.org/drawingml/2006/main" w="16193">
            <a:solidFill>
              <a:srgbClr val="2858A5"/>
            </a:solidFill>
            <a:prstDash val="solid"/>
          </a:ln>
        </p:spPr>
      </p:sp>
      <p:sp>
        <p:nvSpPr>
          <p:cNvPr id="66" name="dp43-comparison / n72 / text 1">
            <a:extLst xmlns:a="http://schemas.openxmlformats.org/drawingml/2006/main">
              <a:ext uri="{FF2B5EF4-FFF2-40B4-BE49-F238E27FC236}">
                <a16:creationId xmlns:a16="http://schemas.microsoft.com/office/drawing/2014/main" id="{0DAF9F56-0CC6-4F49-B7BD-7EDBF53C99AF}"/>
              </a:ext>
            </a:extLst>
          </p:cNvPr>
          <p:cNvSpPr>
            <a:spLocks xmlns:a="http://schemas.openxmlformats.org/drawingml/2006/main" noGrp="1"/>
          </p:cNvSpPr>
          <p:nvPr/>
        </p:nvSpPr>
        <p:spPr>
          <a:xfrm xmlns:a="http://schemas.openxmlformats.org/drawingml/2006/main">
            <a:off x="2905125" y="4013359"/>
            <a:ext cx="51054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2858A5"/>
                </a:solidFill>
                <a:latin typeface="Apple SD Gothic Neo"/>
                <a:ea typeface="Apple SD Gothic Neo"/>
                <a:cs typeface="Apple SD Gothic Neo"/>
              </a:defRPr>
            </a:pPr>
            <a:r>
              <a:rPr sz="1575" b="1">
                <a:solidFill>
                  <a:srgbClr val="2858A5"/>
                </a:solidFill>
                <a:latin typeface="Apple SD Gothic Neo"/>
                <a:ea typeface="Apple SD Gothic Neo"/>
                <a:cs typeface="Apple SD Gothic Neo"/>
              </a:rPr>
              <a:t>Integrated Semantic Interpreter</a:t>
            </a:r>
          </a:p>
        </p:txBody>
      </p:sp>
      <p:sp>
        <p:nvSpPr>
          <p:cNvPr id="67" name="dp43-comparison / n73">
            <a:extLst xmlns:a="http://schemas.openxmlformats.org/drawingml/2006/main">
              <a:ext uri="{FF2B5EF4-FFF2-40B4-BE49-F238E27FC236}">
                <a16:creationId xmlns:a16="http://schemas.microsoft.com/office/drawing/2014/main" id="{B94D9ECF-FA1E-4C33-9F52-A09FA6243068}"/>
              </a:ext>
            </a:extLst>
          </p:cNvPr>
          <p:cNvSpPr>
            <a:spLocks xmlns:a="http://schemas.openxmlformats.org/drawingml/2006/main" noGrp="1"/>
          </p:cNvSpPr>
          <p:nvPr/>
        </p:nvSpPr>
        <p:spPr>
          <a:xfrm xmlns:a="http://schemas.openxmlformats.org/drawingml/2006/main">
            <a:off x="3886200" y="5095875"/>
            <a:ext cx="3124200" cy="50482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68" name="dp43-comparison / n74 / text 1">
            <a:extLst xmlns:a="http://schemas.openxmlformats.org/drawingml/2006/main">
              <a:ext uri="{FF2B5EF4-FFF2-40B4-BE49-F238E27FC236}">
                <a16:creationId xmlns:a16="http://schemas.microsoft.com/office/drawing/2014/main" id="{7C181668-739E-4EED-A68D-9B9A12C6541A}"/>
              </a:ext>
            </a:extLst>
          </p:cNvPr>
          <p:cNvSpPr>
            <a:spLocks xmlns:a="http://schemas.openxmlformats.org/drawingml/2006/main" noGrp="1"/>
          </p:cNvSpPr>
          <p:nvPr/>
        </p:nvSpPr>
        <p:spPr>
          <a:xfrm xmlns:a="http://schemas.openxmlformats.org/drawingml/2006/main">
            <a:off x="3971925" y="5257800"/>
            <a:ext cx="2952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Interpretation Attempt State</a:t>
            </a:r>
          </a:p>
        </p:txBody>
      </p:sp>
      <p:sp>
        <p:nvSpPr>
          <p:cNvPr id="69" name="dp43-comparison / n75 / path">
            <a:extLst xmlns:a="http://schemas.openxmlformats.org/drawingml/2006/main">
              <a:ext uri="{FF2B5EF4-FFF2-40B4-BE49-F238E27FC236}">
                <a16:creationId xmlns:a16="http://schemas.microsoft.com/office/drawing/2014/main" id="{5EF9B40D-C619-4D7B-A3FB-B630B4431367}"/>
              </a:ext>
            </a:extLst>
          </p:cNvPr>
          <p:cNvSpPr>
            <a:spLocks xmlns:a="http://schemas.openxmlformats.org/drawingml/2006/main" noGrp="1"/>
          </p:cNvSpPr>
          <p:nvPr/>
        </p:nvSpPr>
        <p:spPr>
          <a:xfrm xmlns:a="http://schemas.openxmlformats.org/drawingml/2006/main">
            <a:off x="5457825" y="3038475"/>
            <a:ext cx="1133475" cy="876300"/>
          </a:xfrm>
          <a:custGeom xmlns:a="http://schemas.openxmlformats.org/drawingml/2006/main">
            <a:pathLst>
              <a:path w="1133475" h="876300">
                <a:moveTo>
                  <a:pt x="1133475" y="0"/>
                </a:moveTo>
                <a:lnTo>
                  <a:pt x="1133475" y="266700"/>
                </a:lnTo>
                <a:lnTo>
                  <a:pt x="0" y="266700"/>
                </a:lnTo>
                <a:lnTo>
                  <a:pt x="0" y="876300"/>
                </a:lnTo>
              </a:path>
            </a:pathLst>
          </a:custGeom>
          <a:noFill xmlns:a="http://schemas.openxmlformats.org/drawingml/2006/main"/>
          <a:ln xmlns:a="http://schemas.openxmlformats.org/drawingml/2006/main" w="19050">
            <a:solidFill>
              <a:srgbClr val="2858A5"/>
            </a:solidFill>
            <a:prstDash val="solid"/>
          </a:ln>
        </p:spPr>
      </p:sp>
      <p:sp>
        <p:nvSpPr>
          <p:cNvPr id="70" name="dp43-comparison / n75 / arrow">
            <a:extLst xmlns:a="http://schemas.openxmlformats.org/drawingml/2006/main">
              <a:ext uri="{FF2B5EF4-FFF2-40B4-BE49-F238E27FC236}">
                <a16:creationId xmlns:a16="http://schemas.microsoft.com/office/drawing/2014/main" id="{0D7203BD-175F-4499-A897-2E925EF3D532}"/>
              </a:ext>
            </a:extLst>
          </p:cNvPr>
          <p:cNvSpPr>
            <a:spLocks xmlns:a="http://schemas.openxmlformats.org/drawingml/2006/main" noGrp="1"/>
          </p:cNvSpPr>
          <p:nvPr/>
        </p:nvSpPr>
        <p:spPr>
          <a:xfrm xmlns:a="http://schemas.openxmlformats.org/drawingml/2006/main">
            <a:off x="5396865" y="379285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2858A5"/>
            </a:solidFill>
            <a:prstDash val="solid"/>
          </a:ln>
        </p:spPr>
      </p:sp>
      <p:sp>
        <p:nvSpPr>
          <p:cNvPr id="71" name="dp43-comparison / n80 / path">
            <a:extLst xmlns:a="http://schemas.openxmlformats.org/drawingml/2006/main">
              <a:ext uri="{FF2B5EF4-FFF2-40B4-BE49-F238E27FC236}">
                <a16:creationId xmlns:a16="http://schemas.microsoft.com/office/drawing/2014/main" id="{C1A749B3-C100-472B-AB08-51B841D0C420}"/>
              </a:ext>
            </a:extLst>
          </p:cNvPr>
          <p:cNvSpPr>
            <a:spLocks xmlns:a="http://schemas.openxmlformats.org/drawingml/2006/main" noGrp="1"/>
          </p:cNvSpPr>
          <p:nvPr/>
        </p:nvSpPr>
        <p:spPr>
          <a:xfrm xmlns:a="http://schemas.openxmlformats.org/drawingml/2006/main">
            <a:off x="5448300" y="4371975"/>
            <a:ext cx="9525" cy="723900"/>
          </a:xfrm>
          <a:custGeom xmlns:a="http://schemas.openxmlformats.org/drawingml/2006/main">
            <a:pathLst>
              <a:path w="9525" h="723900">
                <a:moveTo>
                  <a:pt x="9525" y="0"/>
                </a:moveTo>
                <a:lnTo>
                  <a:pt x="0" y="723900"/>
                </a:lnTo>
              </a:path>
            </a:pathLst>
          </a:custGeom>
          <a:noFill xmlns:a="http://schemas.openxmlformats.org/drawingml/2006/main"/>
          <a:ln xmlns:a="http://schemas.openxmlformats.org/drawingml/2006/main" w="19050">
            <a:solidFill>
              <a:srgbClr val="2858A5"/>
            </a:solidFill>
            <a:prstDash val="solid"/>
          </a:ln>
        </p:spPr>
      </p:sp>
      <p:sp>
        <p:nvSpPr>
          <p:cNvPr id="72" name="dp43-comparison / n80 / arrow">
            <a:extLst xmlns:a="http://schemas.openxmlformats.org/drawingml/2006/main">
              <a:ext uri="{FF2B5EF4-FFF2-40B4-BE49-F238E27FC236}">
                <a16:creationId xmlns:a16="http://schemas.microsoft.com/office/drawing/2014/main" id="{622F17F0-C5E2-474C-9B47-85DB6BE151F1}"/>
              </a:ext>
            </a:extLst>
          </p:cNvPr>
          <p:cNvSpPr>
            <a:spLocks xmlns:a="http://schemas.openxmlformats.org/drawingml/2006/main" noGrp="1"/>
          </p:cNvSpPr>
          <p:nvPr/>
        </p:nvSpPr>
        <p:spPr>
          <a:xfrm xmlns:a="http://schemas.openxmlformats.org/drawingml/2006/main">
            <a:off x="5388949" y="4973164"/>
            <a:ext cx="121909" cy="122711"/>
          </a:xfrm>
          <a:custGeom xmlns:a="http://schemas.openxmlformats.org/drawingml/2006/main">
            <a:pathLst>
              <a:path w="121909" h="122711">
                <a:moveTo>
                  <a:pt x="0" y="0"/>
                </a:moveTo>
                <a:lnTo>
                  <a:pt x="59351" y="122711"/>
                </a:lnTo>
                <a:lnTo>
                  <a:pt x="121909" y="1604"/>
                </a:lnTo>
              </a:path>
            </a:pathLst>
          </a:custGeom>
          <a:noFill xmlns:a="http://schemas.openxmlformats.org/drawingml/2006/main"/>
          <a:ln xmlns:a="http://schemas.openxmlformats.org/drawingml/2006/main" w="24384">
            <a:solidFill>
              <a:srgbClr val="2858A5"/>
            </a:solidFill>
            <a:prstDash val="solid"/>
          </a:ln>
        </p:spPr>
      </p:sp>
      <p:sp>
        <p:nvSpPr>
          <p:cNvPr id="73" name="dp43-comparison / n81 / path">
            <a:extLst xmlns:a="http://schemas.openxmlformats.org/drawingml/2006/main">
              <a:ext uri="{FF2B5EF4-FFF2-40B4-BE49-F238E27FC236}">
                <a16:creationId xmlns:a16="http://schemas.microsoft.com/office/drawing/2014/main" id="{BF64A209-217F-4631-8613-FBB4F4B3419E}"/>
              </a:ext>
            </a:extLst>
          </p:cNvPr>
          <p:cNvSpPr>
            <a:spLocks xmlns:a="http://schemas.openxmlformats.org/drawingml/2006/main" noGrp="1"/>
          </p:cNvSpPr>
          <p:nvPr/>
        </p:nvSpPr>
        <p:spPr>
          <a:xfrm xmlns:a="http://schemas.openxmlformats.org/drawingml/2006/main">
            <a:off x="2619375" y="4143375"/>
            <a:ext cx="1266825" cy="1209675"/>
          </a:xfrm>
          <a:custGeom xmlns:a="http://schemas.openxmlformats.org/drawingml/2006/main">
            <a:pathLst>
              <a:path w="1266825" h="1209675">
                <a:moveTo>
                  <a:pt x="1266825" y="1204913"/>
                </a:moveTo>
                <a:lnTo>
                  <a:pt x="0" y="1209675"/>
                </a:lnTo>
                <a:lnTo>
                  <a:pt x="0" y="0"/>
                </a:lnTo>
                <a:lnTo>
                  <a:pt x="200025" y="0"/>
                </a:lnTo>
              </a:path>
            </a:pathLst>
          </a:custGeom>
          <a:noFill xmlns:a="http://schemas.openxmlformats.org/drawingml/2006/main"/>
          <a:ln xmlns:a="http://schemas.openxmlformats.org/drawingml/2006/main" w="19050">
            <a:solidFill>
              <a:srgbClr val="2858A5"/>
            </a:solidFill>
            <a:prstDash val="dash"/>
          </a:ln>
        </p:spPr>
      </p:sp>
      <p:sp>
        <p:nvSpPr>
          <p:cNvPr id="74" name="dp43-comparison / n81 / arrow">
            <a:extLst xmlns:a="http://schemas.openxmlformats.org/drawingml/2006/main">
              <a:ext uri="{FF2B5EF4-FFF2-40B4-BE49-F238E27FC236}">
                <a16:creationId xmlns:a16="http://schemas.microsoft.com/office/drawing/2014/main" id="{6DD28D1D-0224-4411-946F-5F1B647B8345}"/>
              </a:ext>
            </a:extLst>
          </p:cNvPr>
          <p:cNvSpPr>
            <a:spLocks xmlns:a="http://schemas.openxmlformats.org/drawingml/2006/main" noGrp="1"/>
          </p:cNvSpPr>
          <p:nvPr/>
        </p:nvSpPr>
        <p:spPr>
          <a:xfrm xmlns:a="http://schemas.openxmlformats.org/drawingml/2006/main">
            <a:off x="2697480" y="4082415"/>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75" name="dp43-comparison / n84 / path">
            <a:extLst xmlns:a="http://schemas.openxmlformats.org/drawingml/2006/main">
              <a:ext uri="{FF2B5EF4-FFF2-40B4-BE49-F238E27FC236}">
                <a16:creationId xmlns:a16="http://schemas.microsoft.com/office/drawing/2014/main" id="{747D1825-368E-4818-8C8C-48C9C702CD05}"/>
              </a:ext>
            </a:extLst>
          </p:cNvPr>
          <p:cNvSpPr>
            <a:spLocks xmlns:a="http://schemas.openxmlformats.org/drawingml/2006/main" noGrp="1"/>
          </p:cNvSpPr>
          <p:nvPr/>
        </p:nvSpPr>
        <p:spPr>
          <a:xfrm xmlns:a="http://schemas.openxmlformats.org/drawingml/2006/main">
            <a:off x="8096250" y="3038475"/>
            <a:ext cx="1114425" cy="1104900"/>
          </a:xfrm>
          <a:custGeom xmlns:a="http://schemas.openxmlformats.org/drawingml/2006/main">
            <a:pathLst>
              <a:path w="1114425" h="1104900">
                <a:moveTo>
                  <a:pt x="0" y="1104900"/>
                </a:moveTo>
                <a:lnTo>
                  <a:pt x="1114425" y="1104900"/>
                </a:lnTo>
                <a:lnTo>
                  <a:pt x="1114425" y="266700"/>
                </a:lnTo>
                <a:lnTo>
                  <a:pt x="304800" y="266700"/>
                </a:lnTo>
                <a:lnTo>
                  <a:pt x="304800" y="0"/>
                </a:lnTo>
              </a:path>
            </a:pathLst>
          </a:custGeom>
          <a:noFill xmlns:a="http://schemas.openxmlformats.org/drawingml/2006/main"/>
          <a:ln xmlns:a="http://schemas.openxmlformats.org/drawingml/2006/main" w="19050">
            <a:solidFill>
              <a:srgbClr val="5F6B77"/>
            </a:solidFill>
            <a:prstDash val="dash"/>
          </a:ln>
        </p:spPr>
      </p:sp>
      <p:sp>
        <p:nvSpPr>
          <p:cNvPr id="76" name="dp43-comparison / n84 / arrow">
            <a:extLst xmlns:a="http://schemas.openxmlformats.org/drawingml/2006/main">
              <a:ext uri="{FF2B5EF4-FFF2-40B4-BE49-F238E27FC236}">
                <a16:creationId xmlns:a16="http://schemas.microsoft.com/office/drawing/2014/main" id="{906F6B28-ED4D-4879-84B7-BA72B6F78C38}"/>
              </a:ext>
            </a:extLst>
          </p:cNvPr>
          <p:cNvSpPr>
            <a:spLocks xmlns:a="http://schemas.openxmlformats.org/drawingml/2006/main" noGrp="1"/>
          </p:cNvSpPr>
          <p:nvPr/>
        </p:nvSpPr>
        <p:spPr>
          <a:xfrm xmlns:a="http://schemas.openxmlformats.org/drawingml/2006/main">
            <a:off x="8340090" y="3038475"/>
            <a:ext cx="121920" cy="121920"/>
          </a:xfrm>
          <a:custGeom xmlns:a="http://schemas.openxmlformats.org/drawingml/2006/main">
            <a:pathLst>
              <a:path w="121920" h="121920">
                <a:moveTo>
                  <a:pt x="121920" y="121920"/>
                </a:moveTo>
                <a:lnTo>
                  <a:pt x="60960" y="0"/>
                </a:lnTo>
                <a:lnTo>
                  <a:pt x="0" y="121920"/>
                </a:lnTo>
              </a:path>
            </a:pathLst>
          </a:custGeom>
          <a:noFill xmlns:a="http://schemas.openxmlformats.org/drawingml/2006/main"/>
          <a:ln xmlns:a="http://schemas.openxmlformats.org/drawingml/2006/main" w="24384">
            <a:solidFill>
              <a:srgbClr val="5F6B77"/>
            </a:solidFill>
            <a:prstDash val="solid"/>
          </a:ln>
        </p:spPr>
      </p:sp>
      <p:sp>
        <p:nvSpPr>
          <p:cNvPr id="77" name="dp43-comparison / n87">
            <a:extLst xmlns:a="http://schemas.openxmlformats.org/drawingml/2006/main">
              <a:ext uri="{FF2B5EF4-FFF2-40B4-BE49-F238E27FC236}">
                <a16:creationId xmlns:a16="http://schemas.microsoft.com/office/drawing/2014/main" id="{BA295497-A19C-4E37-A676-E8CD44D3D222}"/>
              </a:ext>
            </a:extLst>
          </p:cNvPr>
          <p:cNvSpPr>
            <a:spLocks xmlns:a="http://schemas.openxmlformats.org/drawingml/2006/main" noGrp="1"/>
          </p:cNvSpPr>
          <p:nvPr/>
        </p:nvSpPr>
        <p:spPr>
          <a:xfrm xmlns:a="http://schemas.openxmlformats.org/drawingml/2006/main">
            <a:off x="1619250" y="6524625"/>
            <a:ext cx="238125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78" name="dp43-comparison / n88 / text 1">
            <a:extLst xmlns:a="http://schemas.openxmlformats.org/drawingml/2006/main">
              <a:ext uri="{FF2B5EF4-FFF2-40B4-BE49-F238E27FC236}">
                <a16:creationId xmlns:a16="http://schemas.microsoft.com/office/drawing/2014/main" id="{0361C634-3C2A-40F9-8E68-8288E6D277DB}"/>
              </a:ext>
            </a:extLst>
          </p:cNvPr>
          <p:cNvSpPr>
            <a:spLocks xmlns:a="http://schemas.openxmlformats.org/drawingml/2006/main" noGrp="1"/>
          </p:cNvSpPr>
          <p:nvPr/>
        </p:nvSpPr>
        <p:spPr>
          <a:xfrm xmlns:a="http://schemas.openxmlformats.org/drawingml/2006/main">
            <a:off x="1704975" y="659892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79" name="dp43-comparison / n89">
            <a:extLst xmlns:a="http://schemas.openxmlformats.org/drawingml/2006/main">
              <a:ext uri="{FF2B5EF4-FFF2-40B4-BE49-F238E27FC236}">
                <a16:creationId xmlns:a16="http://schemas.microsoft.com/office/drawing/2014/main" id="{BA7E949E-1BF8-4CC5-BD4C-A4DE5BD2BEA0}"/>
              </a:ext>
            </a:extLst>
          </p:cNvPr>
          <p:cNvSpPr>
            <a:spLocks xmlns:a="http://schemas.openxmlformats.org/drawingml/2006/main" noGrp="1"/>
          </p:cNvSpPr>
          <p:nvPr/>
        </p:nvSpPr>
        <p:spPr>
          <a:xfrm xmlns:a="http://schemas.openxmlformats.org/drawingml/2006/main">
            <a:off x="4619625" y="6505575"/>
            <a:ext cx="219075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80" name="dp43-comparison / n90 / text 1">
            <a:extLst xmlns:a="http://schemas.openxmlformats.org/drawingml/2006/main">
              <a:ext uri="{FF2B5EF4-FFF2-40B4-BE49-F238E27FC236}">
                <a16:creationId xmlns:a16="http://schemas.microsoft.com/office/drawing/2014/main" id="{FC66E178-C469-438D-8AFC-2F26EDE2029B}"/>
              </a:ext>
            </a:extLst>
          </p:cNvPr>
          <p:cNvSpPr>
            <a:spLocks xmlns:a="http://schemas.openxmlformats.org/drawingml/2006/main" noGrp="1"/>
          </p:cNvSpPr>
          <p:nvPr/>
        </p:nvSpPr>
        <p:spPr>
          <a:xfrm xmlns:a="http://schemas.openxmlformats.org/drawingml/2006/main">
            <a:off x="4705350" y="6667500"/>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State Store</a:t>
            </a:r>
          </a:p>
        </p:txBody>
      </p:sp>
      <p:sp>
        <p:nvSpPr>
          <p:cNvPr id="81" name="dp43-comparison / n91">
            <a:extLst xmlns:a="http://schemas.openxmlformats.org/drawingml/2006/main">
              <a:ext uri="{FF2B5EF4-FFF2-40B4-BE49-F238E27FC236}">
                <a16:creationId xmlns:a16="http://schemas.microsoft.com/office/drawing/2014/main" id="{53E8D436-1DEB-4C7D-B575-45CD0FBE5EAE}"/>
              </a:ext>
            </a:extLst>
          </p:cNvPr>
          <p:cNvSpPr>
            <a:spLocks xmlns:a="http://schemas.openxmlformats.org/drawingml/2006/main" noGrp="1"/>
          </p:cNvSpPr>
          <p:nvPr/>
        </p:nvSpPr>
        <p:spPr>
          <a:xfrm xmlns:a="http://schemas.openxmlformats.org/drawingml/2006/main">
            <a:off x="7381875" y="6524625"/>
            <a:ext cx="19812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82" name="dp43-comparison / n92 / text 1">
            <a:extLst xmlns:a="http://schemas.openxmlformats.org/drawingml/2006/main">
              <a:ext uri="{FF2B5EF4-FFF2-40B4-BE49-F238E27FC236}">
                <a16:creationId xmlns:a16="http://schemas.microsoft.com/office/drawing/2014/main" id="{6D28A8D6-69D8-4C55-8018-BD3E67EFBACE}"/>
              </a:ext>
            </a:extLst>
          </p:cNvPr>
          <p:cNvSpPr>
            <a:spLocks xmlns:a="http://schemas.openxmlformats.org/drawingml/2006/main" noGrp="1"/>
          </p:cNvSpPr>
          <p:nvPr/>
        </p:nvSpPr>
        <p:spPr>
          <a:xfrm xmlns:a="http://schemas.openxmlformats.org/drawingml/2006/main">
            <a:off x="7467600" y="6598920"/>
            <a:ext cx="1809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Policy Manager</a:t>
            </a:r>
          </a:p>
        </p:txBody>
      </p:sp>
      <p:sp>
        <p:nvSpPr>
          <p:cNvPr id="83" name="dp43-comparison / n93 / path">
            <a:extLst xmlns:a="http://schemas.openxmlformats.org/drawingml/2006/main">
              <a:ext uri="{FF2B5EF4-FFF2-40B4-BE49-F238E27FC236}">
                <a16:creationId xmlns:a16="http://schemas.microsoft.com/office/drawing/2014/main" id="{AA713E6C-1E8E-419E-9F0A-305448B0965E}"/>
              </a:ext>
            </a:extLst>
          </p:cNvPr>
          <p:cNvSpPr>
            <a:spLocks xmlns:a="http://schemas.openxmlformats.org/drawingml/2006/main" noGrp="1"/>
          </p:cNvSpPr>
          <p:nvPr/>
        </p:nvSpPr>
        <p:spPr>
          <a:xfrm xmlns:a="http://schemas.openxmlformats.org/drawingml/2006/main">
            <a:off x="2809875" y="5600700"/>
            <a:ext cx="2638425" cy="923925"/>
          </a:xfrm>
          <a:custGeom xmlns:a="http://schemas.openxmlformats.org/drawingml/2006/main">
            <a:pathLst>
              <a:path w="2638425" h="923925">
                <a:moveTo>
                  <a:pt x="2638425" y="0"/>
                </a:moveTo>
                <a:lnTo>
                  <a:pt x="2638425" y="857250"/>
                </a:lnTo>
                <a:lnTo>
                  <a:pt x="0" y="857250"/>
                </a:lnTo>
                <a:lnTo>
                  <a:pt x="0" y="923925"/>
                </a:lnTo>
              </a:path>
            </a:pathLst>
          </a:custGeom>
          <a:noFill xmlns:a="http://schemas.openxmlformats.org/drawingml/2006/main"/>
          <a:ln xmlns:a="http://schemas.openxmlformats.org/drawingml/2006/main" w="19050">
            <a:solidFill>
              <a:srgbClr val="2858A5"/>
            </a:solidFill>
            <a:prstDash val="solid"/>
          </a:ln>
        </p:spPr>
      </p:sp>
      <p:sp>
        <p:nvSpPr>
          <p:cNvPr id="84" name="dp43-comparison / n93 / arrow">
            <a:extLst xmlns:a="http://schemas.openxmlformats.org/drawingml/2006/main">
              <a:ext uri="{FF2B5EF4-FFF2-40B4-BE49-F238E27FC236}">
                <a16:creationId xmlns:a16="http://schemas.microsoft.com/office/drawing/2014/main" id="{0E2123E8-2C07-4E22-9815-8E01340FCC8A}"/>
              </a:ext>
            </a:extLst>
          </p:cNvPr>
          <p:cNvSpPr>
            <a:spLocks xmlns:a="http://schemas.openxmlformats.org/drawingml/2006/main" noGrp="1"/>
          </p:cNvSpPr>
          <p:nvPr/>
        </p:nvSpPr>
        <p:spPr>
          <a:xfrm xmlns:a="http://schemas.openxmlformats.org/drawingml/2006/main">
            <a:off x="2748915" y="640270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2858A5"/>
            </a:solidFill>
            <a:prstDash val="solid"/>
          </a:ln>
        </p:spPr>
      </p:sp>
      <p:sp>
        <p:nvSpPr>
          <p:cNvPr id="85" name="dp43-comparison / n94 / path">
            <a:extLst xmlns:a="http://schemas.openxmlformats.org/drawingml/2006/main">
              <a:ext uri="{FF2B5EF4-FFF2-40B4-BE49-F238E27FC236}">
                <a16:creationId xmlns:a16="http://schemas.microsoft.com/office/drawing/2014/main" id="{16D009AB-D524-4CF9-AE23-C2F9F44FF0AF}"/>
              </a:ext>
            </a:extLst>
          </p:cNvPr>
          <p:cNvSpPr>
            <a:spLocks xmlns:a="http://schemas.openxmlformats.org/drawingml/2006/main" noGrp="1"/>
          </p:cNvSpPr>
          <p:nvPr/>
        </p:nvSpPr>
        <p:spPr>
          <a:xfrm xmlns:a="http://schemas.openxmlformats.org/drawingml/2006/main">
            <a:off x="4000500" y="6448425"/>
            <a:ext cx="3381375" cy="261938"/>
          </a:xfrm>
          <a:custGeom xmlns:a="http://schemas.openxmlformats.org/drawingml/2006/main">
            <a:pathLst>
              <a:path w="3381375" h="261938">
                <a:moveTo>
                  <a:pt x="3381375" y="261938"/>
                </a:moveTo>
                <a:lnTo>
                  <a:pt x="3181350" y="257175"/>
                </a:lnTo>
                <a:lnTo>
                  <a:pt x="3181350" y="0"/>
                </a:lnTo>
                <a:lnTo>
                  <a:pt x="180975" y="0"/>
                </a:lnTo>
                <a:lnTo>
                  <a:pt x="180975" y="257175"/>
                </a:lnTo>
                <a:lnTo>
                  <a:pt x="0" y="261938"/>
                </a:lnTo>
              </a:path>
            </a:pathLst>
          </a:custGeom>
          <a:noFill xmlns:a="http://schemas.openxmlformats.org/drawingml/2006/main"/>
          <a:ln xmlns:a="http://schemas.openxmlformats.org/drawingml/2006/main" w="19050">
            <a:solidFill>
              <a:srgbClr val="5F6B77"/>
            </a:solidFill>
            <a:prstDash val="dash"/>
          </a:ln>
        </p:spPr>
      </p:sp>
      <p:sp>
        <p:nvSpPr>
          <p:cNvPr id="86" name="dp43-comparison / n94 / arrow">
            <a:extLst xmlns:a="http://schemas.openxmlformats.org/drawingml/2006/main">
              <a:ext uri="{FF2B5EF4-FFF2-40B4-BE49-F238E27FC236}">
                <a16:creationId xmlns:a16="http://schemas.microsoft.com/office/drawing/2014/main" id="{F56BA3FA-863D-4E4F-8EA9-4712405A85B6}"/>
              </a:ext>
            </a:extLst>
          </p:cNvPr>
          <p:cNvSpPr>
            <a:spLocks xmlns:a="http://schemas.openxmlformats.org/drawingml/2006/main" noGrp="1"/>
          </p:cNvSpPr>
          <p:nvPr/>
        </p:nvSpPr>
        <p:spPr>
          <a:xfrm xmlns:a="http://schemas.openxmlformats.org/drawingml/2006/main">
            <a:off x="4000500" y="6646216"/>
            <a:ext cx="123481" cy="121878"/>
          </a:xfrm>
          <a:custGeom xmlns:a="http://schemas.openxmlformats.org/drawingml/2006/main">
            <a:pathLst>
              <a:path w="123481" h="121878">
                <a:moveTo>
                  <a:pt x="120274" y="0"/>
                </a:moveTo>
                <a:lnTo>
                  <a:pt x="0" y="64146"/>
                </a:lnTo>
                <a:lnTo>
                  <a:pt x="123481" y="121878"/>
                </a:lnTo>
              </a:path>
            </a:pathLst>
          </a:custGeom>
          <a:noFill xmlns:a="http://schemas.openxmlformats.org/drawingml/2006/main"/>
          <a:ln xmlns:a="http://schemas.openxmlformats.org/drawingml/2006/main" w="24384">
            <a:solidFill>
              <a:srgbClr val="5F6B77"/>
            </a:solidFill>
            <a:prstDash val="solid"/>
          </a:ln>
        </p:spPr>
      </p:sp>
      <p:sp>
        <p:nvSpPr>
          <p:cNvPr id="87" name="dp43-comparison / n95 / path">
            <a:extLst xmlns:a="http://schemas.openxmlformats.org/drawingml/2006/main">
              <a:ext uri="{FF2B5EF4-FFF2-40B4-BE49-F238E27FC236}">
                <a16:creationId xmlns:a16="http://schemas.microsoft.com/office/drawing/2014/main" id="{6D4D73E9-3EE2-4C5F-9E27-4B0D41F2BFC1}"/>
              </a:ext>
            </a:extLst>
          </p:cNvPr>
          <p:cNvSpPr>
            <a:spLocks xmlns:a="http://schemas.openxmlformats.org/drawingml/2006/main" noGrp="1"/>
          </p:cNvSpPr>
          <p:nvPr/>
        </p:nvSpPr>
        <p:spPr>
          <a:xfrm xmlns:a="http://schemas.openxmlformats.org/drawingml/2006/main">
            <a:off x="4000500" y="6710363"/>
            <a:ext cx="619125" cy="953"/>
          </a:xfrm>
          <a:custGeom xmlns:a="http://schemas.openxmlformats.org/drawingml/2006/main">
            <a:pathLst>
              <a:path w="619125" h="953">
                <a:moveTo>
                  <a:pt x="0" y="0"/>
                </a:moveTo>
                <a:lnTo>
                  <a:pt x="619125" y="0"/>
                </a:lnTo>
              </a:path>
            </a:pathLst>
          </a:custGeom>
          <a:noFill xmlns:a="http://schemas.openxmlformats.org/drawingml/2006/main"/>
          <a:ln xmlns:a="http://schemas.openxmlformats.org/drawingml/2006/main" w="19050">
            <a:solidFill>
              <a:srgbClr val="2858A5"/>
            </a:solidFill>
            <a:prstDash val="solid"/>
          </a:ln>
        </p:spPr>
      </p:sp>
      <p:sp>
        <p:nvSpPr>
          <p:cNvPr id="88" name="dp43-comparison / n95 / arrow">
            <a:extLst xmlns:a="http://schemas.openxmlformats.org/drawingml/2006/main">
              <a:ext uri="{FF2B5EF4-FFF2-40B4-BE49-F238E27FC236}">
                <a16:creationId xmlns:a16="http://schemas.microsoft.com/office/drawing/2014/main" id="{5B032A44-F1E2-4ECF-89A1-913D99241F6E}"/>
              </a:ext>
            </a:extLst>
          </p:cNvPr>
          <p:cNvSpPr>
            <a:spLocks xmlns:a="http://schemas.openxmlformats.org/drawingml/2006/main" noGrp="1"/>
          </p:cNvSpPr>
          <p:nvPr/>
        </p:nvSpPr>
        <p:spPr>
          <a:xfrm xmlns:a="http://schemas.openxmlformats.org/drawingml/2006/main">
            <a:off x="4497705" y="6649403"/>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89" name="dp43-comparison / n60">
            <a:extLst xmlns:a="http://schemas.openxmlformats.org/drawingml/2006/main">
              <a:ext uri="{FF2B5EF4-FFF2-40B4-BE49-F238E27FC236}">
                <a16:creationId xmlns:a16="http://schemas.microsoft.com/office/drawing/2014/main" id="{6E10ED2B-713C-4A1B-8440-D07F7C6FE6D0}"/>
              </a:ext>
            </a:extLst>
          </p:cNvPr>
          <p:cNvSpPr>
            <a:spLocks xmlns:a="http://schemas.openxmlformats.org/drawingml/2006/main" noGrp="1"/>
          </p:cNvSpPr>
          <p:nvPr/>
        </p:nvSpPr>
        <p:spPr>
          <a:xfrm xmlns:a="http://schemas.openxmlformats.org/drawingml/2006/main">
            <a:off x="1581150" y="2400300"/>
            <a:ext cx="2534222"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0" name="dp43-comparison / n61 / text 1">
            <a:extLst xmlns:a="http://schemas.openxmlformats.org/drawingml/2006/main">
              <a:ext uri="{FF2B5EF4-FFF2-40B4-BE49-F238E27FC236}">
                <a16:creationId xmlns:a16="http://schemas.microsoft.com/office/drawing/2014/main" id="{E59AB8CF-6311-4FC5-BE18-DD7292EB427D}"/>
              </a:ext>
            </a:extLst>
          </p:cNvPr>
          <p:cNvSpPr>
            <a:spLocks xmlns:a="http://schemas.openxmlformats.org/drawingml/2006/main" noGrp="1"/>
          </p:cNvSpPr>
          <p:nvPr/>
        </p:nvSpPr>
        <p:spPr>
          <a:xfrm xmlns:a="http://schemas.openxmlformats.org/drawingml/2006/main">
            <a:off x="1600200" y="2409825"/>
            <a:ext cx="2667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확정 User Turn / 새 Request</a:t>
            </a:r>
          </a:p>
        </p:txBody>
      </p:sp>
      <p:sp>
        <p:nvSpPr>
          <p:cNvPr id="91" name="dp43-comparison / n62">
            <a:extLst xmlns:a="http://schemas.openxmlformats.org/drawingml/2006/main">
              <a:ext uri="{FF2B5EF4-FFF2-40B4-BE49-F238E27FC236}">
                <a16:creationId xmlns:a16="http://schemas.microsoft.com/office/drawing/2014/main" id="{12747DD7-69C9-4DD6-8A6A-7B01A1ABDB52}"/>
              </a:ext>
            </a:extLst>
          </p:cNvPr>
          <p:cNvSpPr>
            <a:spLocks xmlns:a="http://schemas.openxmlformats.org/drawingml/2006/main" noGrp="1"/>
          </p:cNvSpPr>
          <p:nvPr/>
        </p:nvSpPr>
        <p:spPr>
          <a:xfrm xmlns:a="http://schemas.openxmlformats.org/drawingml/2006/main">
            <a:off x="7391400" y="3076575"/>
            <a:ext cx="203835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2" name="dp43-comparison / n63 / text 1">
            <a:extLst xmlns:a="http://schemas.openxmlformats.org/drawingml/2006/main">
              <a:ext uri="{FF2B5EF4-FFF2-40B4-BE49-F238E27FC236}">
                <a16:creationId xmlns:a16="http://schemas.microsoft.com/office/drawing/2014/main" id="{E66E1991-1B9B-402E-9DE6-053C5BEE412C}"/>
              </a:ext>
            </a:extLst>
          </p:cNvPr>
          <p:cNvSpPr>
            <a:spLocks xmlns:a="http://schemas.openxmlformats.org/drawingml/2006/main" noGrp="1"/>
          </p:cNvSpPr>
          <p:nvPr/>
        </p:nvSpPr>
        <p:spPr>
          <a:xfrm xmlns:a="http://schemas.openxmlformats.org/drawingml/2006/main">
            <a:off x="7410450" y="3086100"/>
            <a:ext cx="2000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공유 Omni 1벌 / 역할별 KV</a:t>
            </a:r>
          </a:p>
        </p:txBody>
      </p:sp>
      <p:sp>
        <p:nvSpPr>
          <p:cNvPr id="93" name="dp43-comparison / n65">
            <a:extLst xmlns:a="http://schemas.openxmlformats.org/drawingml/2006/main">
              <a:ext uri="{FF2B5EF4-FFF2-40B4-BE49-F238E27FC236}">
                <a16:creationId xmlns:a16="http://schemas.microsoft.com/office/drawing/2014/main" id="{375A72A0-F4B7-4A8A-AA8E-5D82EE5362BF}"/>
              </a:ext>
            </a:extLst>
          </p:cNvPr>
          <p:cNvSpPr>
            <a:spLocks xmlns:a="http://schemas.openxmlformats.org/drawingml/2006/main" noGrp="1"/>
          </p:cNvSpPr>
          <p:nvPr/>
        </p:nvSpPr>
        <p:spPr>
          <a:xfrm xmlns:a="http://schemas.openxmlformats.org/drawingml/2006/main">
            <a:off x="3952875" y="2438400"/>
            <a:ext cx="38100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4" name="dp43-comparison / n66 / text 1">
            <a:extLst xmlns:a="http://schemas.openxmlformats.org/drawingml/2006/main">
              <a:ext uri="{FF2B5EF4-FFF2-40B4-BE49-F238E27FC236}">
                <a16:creationId xmlns:a16="http://schemas.microsoft.com/office/drawing/2014/main" id="{62C492AD-90E4-4630-87BF-D131E0C7DF0B}"/>
              </a:ext>
            </a:extLst>
          </p:cNvPr>
          <p:cNvSpPr>
            <a:spLocks xmlns:a="http://schemas.openxmlformats.org/drawingml/2006/main" noGrp="1"/>
          </p:cNvSpPr>
          <p:nvPr/>
        </p:nvSpPr>
        <p:spPr>
          <a:xfrm xmlns:a="http://schemas.openxmlformats.org/drawingml/2006/main">
            <a:off x="3971925" y="2447925"/>
            <a:ext cx="1238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원문</a:t>
            </a:r>
          </a:p>
        </p:txBody>
      </p:sp>
      <p:sp>
        <p:nvSpPr>
          <p:cNvPr id="95" name="dp43-comparison / n67">
            <a:extLst xmlns:a="http://schemas.openxmlformats.org/drawingml/2006/main">
              <a:ext uri="{FF2B5EF4-FFF2-40B4-BE49-F238E27FC236}">
                <a16:creationId xmlns:a16="http://schemas.microsoft.com/office/drawing/2014/main" id="{7CCB18E2-C0B2-44E2-900D-28C46D9D1F85}"/>
              </a:ext>
            </a:extLst>
          </p:cNvPr>
          <p:cNvSpPr>
            <a:spLocks xmlns:a="http://schemas.openxmlformats.org/drawingml/2006/main" noGrp="1"/>
          </p:cNvSpPr>
          <p:nvPr/>
        </p:nvSpPr>
        <p:spPr>
          <a:xfrm xmlns:a="http://schemas.openxmlformats.org/drawingml/2006/main">
            <a:off x="1552575" y="3095625"/>
            <a:ext cx="498348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6" name="dp43-comparison / n68 / text 1">
            <a:extLst xmlns:a="http://schemas.openxmlformats.org/drawingml/2006/main">
              <a:ext uri="{FF2B5EF4-FFF2-40B4-BE49-F238E27FC236}">
                <a16:creationId xmlns:a16="http://schemas.microsoft.com/office/drawing/2014/main" id="{D4347CD6-A305-4752-A65F-3137AE4FBF29}"/>
              </a:ext>
            </a:extLst>
          </p:cNvPr>
          <p:cNvSpPr>
            <a:spLocks xmlns:a="http://schemas.openxmlformats.org/drawingml/2006/main" noGrp="1"/>
          </p:cNvSpPr>
          <p:nvPr/>
        </p:nvSpPr>
        <p:spPr>
          <a:xfrm xmlns:a="http://schemas.openxmlformats.org/drawingml/2006/main">
            <a:off x="1571625" y="3105150"/>
            <a:ext cx="5334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공통 읽기: Context Manager 정보 / Task Manager의 Task 후보</a:t>
            </a:r>
          </a:p>
        </p:txBody>
      </p:sp>
      <p:sp>
        <p:nvSpPr>
          <p:cNvPr id="97" name="dp43-comparison / n76">
            <a:extLst xmlns:a="http://schemas.openxmlformats.org/drawingml/2006/main">
              <a:ext uri="{FF2B5EF4-FFF2-40B4-BE49-F238E27FC236}">
                <a16:creationId xmlns:a16="http://schemas.microsoft.com/office/drawing/2014/main" id="{C53D9399-6E45-4A38-B9FC-7675B1E75509}"/>
              </a:ext>
            </a:extLst>
          </p:cNvPr>
          <p:cNvSpPr>
            <a:spLocks xmlns:a="http://schemas.openxmlformats.org/drawingml/2006/main" noGrp="1"/>
          </p:cNvSpPr>
          <p:nvPr/>
        </p:nvSpPr>
        <p:spPr>
          <a:xfrm xmlns:a="http://schemas.openxmlformats.org/drawingml/2006/main">
            <a:off x="1781175" y="4467225"/>
            <a:ext cx="4531805"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8" name="dp43-comparison / n77 / text 1">
            <a:extLst xmlns:a="http://schemas.openxmlformats.org/drawingml/2006/main">
              <a:ext uri="{FF2B5EF4-FFF2-40B4-BE49-F238E27FC236}">
                <a16:creationId xmlns:a16="http://schemas.microsoft.com/office/drawing/2014/main" id="{51448E2F-5DA0-43DA-8997-34973CB9CC75}"/>
              </a:ext>
            </a:extLst>
          </p:cNvPr>
          <p:cNvSpPr>
            <a:spLocks xmlns:a="http://schemas.openxmlformats.org/drawingml/2006/main" noGrp="1"/>
          </p:cNvSpPr>
          <p:nvPr/>
        </p:nvSpPr>
        <p:spPr>
          <a:xfrm xmlns:a="http://schemas.openxmlformats.org/drawingml/2006/main">
            <a:off x="1800225" y="4476750"/>
            <a:ext cx="71532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858A5"/>
                </a:solidFill>
                <a:latin typeface="Apple SD Gothic Neo"/>
                <a:ea typeface="Apple SD Gothic Neo"/>
                <a:cs typeface="Apple SD Gothic Neo"/>
              </a:defRPr>
            </a:pPr>
            <a:r>
              <a:rPr sz="1425" b="0">
                <a:solidFill>
                  <a:srgbClr val="2858A5"/>
                </a:solidFill>
                <a:latin typeface="Apple SD Gothic Neo"/>
                <a:ea typeface="Apple SD Gothic Neo"/>
                <a:cs typeface="Apple SD Gothic Neo"/>
              </a:rPr>
              <a:t>F1 의도 / F2 Referent / F3 Task Association</a:t>
            </a:r>
          </a:p>
        </p:txBody>
      </p:sp>
      <p:sp>
        <p:nvSpPr>
          <p:cNvPr id="99" name="dp43-comparison / n78">
            <a:extLst xmlns:a="http://schemas.openxmlformats.org/drawingml/2006/main">
              <a:ext uri="{FF2B5EF4-FFF2-40B4-BE49-F238E27FC236}">
                <a16:creationId xmlns:a16="http://schemas.microsoft.com/office/drawing/2014/main" id="{ADCA5E2E-C132-47C4-AC96-3251D61785D1}"/>
              </a:ext>
            </a:extLst>
          </p:cNvPr>
          <p:cNvSpPr>
            <a:spLocks xmlns:a="http://schemas.openxmlformats.org/drawingml/2006/main" noGrp="1"/>
          </p:cNvSpPr>
          <p:nvPr/>
        </p:nvSpPr>
        <p:spPr>
          <a:xfrm xmlns:a="http://schemas.openxmlformats.org/drawingml/2006/main">
            <a:off x="1781175" y="4724400"/>
            <a:ext cx="4510088"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0" name="dp43-comparison / n79 / text 1">
            <a:extLst xmlns:a="http://schemas.openxmlformats.org/drawingml/2006/main">
              <a:ext uri="{FF2B5EF4-FFF2-40B4-BE49-F238E27FC236}">
                <a16:creationId xmlns:a16="http://schemas.microsoft.com/office/drawing/2014/main" id="{F96F4D17-E887-4B41-B7CF-4CC586CCF3EF}"/>
              </a:ext>
            </a:extLst>
          </p:cNvPr>
          <p:cNvSpPr>
            <a:spLocks xmlns:a="http://schemas.openxmlformats.org/drawingml/2006/main" noGrp="1"/>
          </p:cNvSpPr>
          <p:nvPr/>
        </p:nvSpPr>
        <p:spPr>
          <a:xfrm xmlns:a="http://schemas.openxmlformats.org/drawingml/2006/main">
            <a:off x="1800225" y="4733925"/>
            <a:ext cx="71532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858A5"/>
                </a:solidFill>
                <a:latin typeface="Apple SD Gothic Neo"/>
                <a:ea typeface="Apple SD Gothic Neo"/>
                <a:cs typeface="Apple SD Gothic Neo"/>
              </a:defRPr>
            </a:pPr>
            <a:r>
              <a:rPr sz="1425" b="0">
                <a:solidFill>
                  <a:srgbClr val="2858A5"/>
                </a:solidFill>
                <a:latin typeface="Apple SD Gothic Neo"/>
                <a:ea typeface="Apple SD Gothic Neo"/>
                <a:cs typeface="Apple SD Gothic Neo"/>
              </a:rPr>
              <a:t>F4 Request 관계 / F5 정정 범위 / F6 처리 방향</a:t>
            </a:r>
          </a:p>
        </p:txBody>
      </p:sp>
      <p:sp>
        <p:nvSpPr>
          <p:cNvPr id="101" name="dp43-comparison / n82">
            <a:extLst xmlns:a="http://schemas.openxmlformats.org/drawingml/2006/main">
              <a:ext uri="{FF2B5EF4-FFF2-40B4-BE49-F238E27FC236}">
                <a16:creationId xmlns:a16="http://schemas.microsoft.com/office/drawing/2014/main" id="{3C2CC1F4-7988-4CB1-B057-ABCF8D24E9EE}"/>
              </a:ext>
            </a:extLst>
          </p:cNvPr>
          <p:cNvSpPr>
            <a:spLocks xmlns:a="http://schemas.openxmlformats.org/drawingml/2006/main" noGrp="1"/>
          </p:cNvSpPr>
          <p:nvPr/>
        </p:nvSpPr>
        <p:spPr>
          <a:xfrm xmlns:a="http://schemas.openxmlformats.org/drawingml/2006/main">
            <a:off x="1743075" y="5676900"/>
            <a:ext cx="4253865"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2" name="dp43-comparison / n83 / text 1">
            <a:extLst xmlns:a="http://schemas.openxmlformats.org/drawingml/2006/main">
              <a:ext uri="{FF2B5EF4-FFF2-40B4-BE49-F238E27FC236}">
                <a16:creationId xmlns:a16="http://schemas.microsoft.com/office/drawing/2014/main" id="{F5D64343-752D-4F70-AD5B-76CEAE79DC70}"/>
              </a:ext>
            </a:extLst>
          </p:cNvPr>
          <p:cNvSpPr>
            <a:spLocks xmlns:a="http://schemas.openxmlformats.org/drawingml/2006/main" noGrp="1"/>
          </p:cNvSpPr>
          <p:nvPr/>
        </p:nvSpPr>
        <p:spPr>
          <a:xfrm xmlns:a="http://schemas.openxmlformats.org/drawingml/2006/main">
            <a:off x="1762125" y="5686425"/>
            <a:ext cx="7410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이전 조건 유지와 부분 갱신 / 검색과 전문 보조 허용</a:t>
            </a:r>
          </a:p>
        </p:txBody>
      </p:sp>
      <p:sp>
        <p:nvSpPr>
          <p:cNvPr id="103" name="dp43-comparison / n85">
            <a:extLst xmlns:a="http://schemas.openxmlformats.org/drawingml/2006/main">
              <a:ext uri="{FF2B5EF4-FFF2-40B4-BE49-F238E27FC236}">
                <a16:creationId xmlns:a16="http://schemas.microsoft.com/office/drawing/2014/main" id="{77C8035F-808F-476A-86D8-AA6EFF3D1246}"/>
              </a:ext>
            </a:extLst>
          </p:cNvPr>
          <p:cNvSpPr>
            <a:spLocks xmlns:a="http://schemas.openxmlformats.org/drawingml/2006/main" noGrp="1"/>
          </p:cNvSpPr>
          <p:nvPr/>
        </p:nvSpPr>
        <p:spPr>
          <a:xfrm xmlns:a="http://schemas.openxmlformats.org/drawingml/2006/main">
            <a:off x="1609725" y="6000750"/>
            <a:ext cx="6465760"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4" name="dp43-comparison / n86 / text 1">
            <a:extLst xmlns:a="http://schemas.openxmlformats.org/drawingml/2006/main">
              <a:ext uri="{FF2B5EF4-FFF2-40B4-BE49-F238E27FC236}">
                <a16:creationId xmlns:a16="http://schemas.microsoft.com/office/drawing/2014/main" id="{7A73ACAA-A1A8-4795-9560-866D2F84A4D6}"/>
              </a:ext>
            </a:extLst>
          </p:cNvPr>
          <p:cNvSpPr>
            <a:spLocks xmlns:a="http://schemas.openxmlformats.org/drawingml/2006/main" noGrp="1"/>
          </p:cNvSpPr>
          <p:nvPr/>
        </p:nvSpPr>
        <p:spPr>
          <a:xfrm xmlns:a="http://schemas.openxmlformats.org/drawingml/2006/main">
            <a:off x="1628775" y="6010275"/>
            <a:ext cx="77152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2858A5"/>
                </a:solidFill>
                <a:latin typeface="Apple SD Gothic Neo"/>
                <a:ea typeface="Apple SD Gothic Neo"/>
                <a:cs typeface="Apple SD Gothic Neo"/>
              </a:defRPr>
            </a:pPr>
            <a:r>
              <a:rPr sz="1275" b="0">
                <a:solidFill>
                  <a:srgbClr val="2858A5"/>
                </a:solidFill>
                <a:latin typeface="Apple SD Gothic Neo"/>
                <a:ea typeface="Apple SD Gothic Neo"/>
                <a:cs typeface="Apple SD Gothic Neo"/>
              </a:rPr>
              <a:t>정정: F2와 F5 재판단 → F4 갱신 / Task Association은 입력 전제가 아닌 결과</a:t>
            </a:r>
          </a:p>
        </p:txBody>
      </p:sp>
      <p:sp>
        <p:nvSpPr>
          <p:cNvPr id="105" name="dp43-comparison / n96">
            <a:extLst xmlns:a="http://schemas.openxmlformats.org/drawingml/2006/main">
              <a:ext uri="{FF2B5EF4-FFF2-40B4-BE49-F238E27FC236}">
                <a16:creationId xmlns:a16="http://schemas.microsoft.com/office/drawing/2014/main" id="{47716AE6-3CB2-448D-B99E-226B9C1D1E3B}"/>
              </a:ext>
            </a:extLst>
          </p:cNvPr>
          <p:cNvSpPr>
            <a:spLocks xmlns:a="http://schemas.openxmlformats.org/drawingml/2006/main" noGrp="1"/>
          </p:cNvSpPr>
          <p:nvPr/>
        </p:nvSpPr>
        <p:spPr>
          <a:xfrm xmlns:a="http://schemas.openxmlformats.org/drawingml/2006/main">
            <a:off x="4219575" y="6200775"/>
            <a:ext cx="35844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6" name="dp43-comparison / n97 / text 1">
            <a:extLst xmlns:a="http://schemas.openxmlformats.org/drawingml/2006/main">
              <a:ext uri="{FF2B5EF4-FFF2-40B4-BE49-F238E27FC236}">
                <a16:creationId xmlns:a16="http://schemas.microsoft.com/office/drawing/2014/main" id="{2F291518-7AA9-42AA-A1BE-F9CDAD46FB0F}"/>
              </a:ext>
            </a:extLst>
          </p:cNvPr>
          <p:cNvSpPr>
            <a:spLocks xmlns:a="http://schemas.openxmlformats.org/drawingml/2006/main" noGrp="1"/>
          </p:cNvSpPr>
          <p:nvPr/>
        </p:nvSpPr>
        <p:spPr>
          <a:xfrm xmlns:a="http://schemas.openxmlformats.org/drawingml/2006/main">
            <a:off x="4238625" y="6210300"/>
            <a:ext cx="5029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현재 검사: 입력 / 정보 / Task / 질문 / 권한</a:t>
            </a:r>
          </a:p>
        </p:txBody>
      </p:sp>
      <p:sp>
        <p:nvSpPr>
          <p:cNvPr id="107" name="dp43-comparison / n98">
            <a:extLst xmlns:a="http://schemas.openxmlformats.org/drawingml/2006/main">
              <a:ext uri="{FF2B5EF4-FFF2-40B4-BE49-F238E27FC236}">
                <a16:creationId xmlns:a16="http://schemas.microsoft.com/office/drawing/2014/main" id="{21B23380-A54F-412C-938C-2093BD70ECE5}"/>
              </a:ext>
            </a:extLst>
          </p:cNvPr>
          <p:cNvSpPr>
            <a:spLocks xmlns:a="http://schemas.openxmlformats.org/drawingml/2006/main" noGrp="1"/>
          </p:cNvSpPr>
          <p:nvPr/>
        </p:nvSpPr>
        <p:spPr>
          <a:xfrm xmlns:a="http://schemas.openxmlformats.org/drawingml/2006/main">
            <a:off x="4695825" y="6981825"/>
            <a:ext cx="322173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8" name="dp43-comparison / n99 / text 1">
            <a:extLst xmlns:a="http://schemas.openxmlformats.org/drawingml/2006/main">
              <a:ext uri="{FF2B5EF4-FFF2-40B4-BE49-F238E27FC236}">
                <a16:creationId xmlns:a16="http://schemas.microsoft.com/office/drawing/2014/main" id="{F7667E42-2585-40B7-8079-0238E50014F0}"/>
              </a:ext>
            </a:extLst>
          </p:cNvPr>
          <p:cNvSpPr>
            <a:spLocks xmlns:a="http://schemas.openxmlformats.org/drawingml/2006/main" noGrp="1"/>
          </p:cNvSpPr>
          <p:nvPr/>
        </p:nvSpPr>
        <p:spPr>
          <a:xfrm xmlns:a="http://schemas.openxmlformats.org/drawingml/2006/main">
            <a:off x="4714875" y="6991350"/>
            <a:ext cx="4400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채택 의미와 질문 / 임시 해석 상태와 별도</a:t>
            </a:r>
          </a:p>
        </p:txBody>
      </p:sp>
      <p:sp>
        <p:nvSpPr>
          <p:cNvPr id="109" name="dp43-comparison / n100">
            <a:extLst xmlns:a="http://schemas.openxmlformats.org/drawingml/2006/main">
              <a:ext uri="{FF2B5EF4-FFF2-40B4-BE49-F238E27FC236}">
                <a16:creationId xmlns:a16="http://schemas.microsoft.com/office/drawing/2014/main" id="{A70D7046-3003-4914-9839-FC32016F5771}"/>
              </a:ext>
            </a:extLst>
          </p:cNvPr>
          <p:cNvSpPr>
            <a:spLocks xmlns:a="http://schemas.openxmlformats.org/drawingml/2006/main" noGrp="1"/>
          </p:cNvSpPr>
          <p:nvPr/>
        </p:nvSpPr>
        <p:spPr>
          <a:xfrm xmlns:a="http://schemas.openxmlformats.org/drawingml/2006/main">
            <a:off x="1600200" y="7200900"/>
            <a:ext cx="7323963"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0" name="dp43-comparison / n101 / text 1">
            <a:extLst xmlns:a="http://schemas.openxmlformats.org/drawingml/2006/main">
              <a:ext uri="{FF2B5EF4-FFF2-40B4-BE49-F238E27FC236}">
                <a16:creationId xmlns:a16="http://schemas.microsoft.com/office/drawing/2014/main" id="{CC998A12-D534-4DAD-A7B7-EDA8DFDFC7CE}"/>
              </a:ext>
            </a:extLst>
          </p:cNvPr>
          <p:cNvSpPr>
            <a:spLocks xmlns:a="http://schemas.openxmlformats.org/drawingml/2006/main" noGrp="1"/>
          </p:cNvSpPr>
          <p:nvPr/>
        </p:nvSpPr>
        <p:spPr>
          <a:xfrm xmlns:a="http://schemas.openxmlformats.org/drawingml/2006/main">
            <a:off x="1619250" y="7210425"/>
            <a:ext cx="76962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채택 후: Response Manager → Interaction Manager / Task Manager → Agent Gateway</a:t>
            </a:r>
          </a:p>
        </p:txBody>
      </p:sp>
      <p:sp>
        <p:nvSpPr>
          <p:cNvPr id="111" name="dp43-comparison / n102">
            <a:extLst xmlns:a="http://schemas.openxmlformats.org/drawingml/2006/main">
              <a:ext uri="{FF2B5EF4-FFF2-40B4-BE49-F238E27FC236}">
                <a16:creationId xmlns:a16="http://schemas.microsoft.com/office/drawing/2014/main" id="{769CE3B4-EAEE-4B86-84B6-E71314A8E4D6}"/>
              </a:ext>
            </a:extLst>
          </p:cNvPr>
          <p:cNvSpPr>
            <a:spLocks xmlns:a="http://schemas.openxmlformats.org/drawingml/2006/main" noGrp="1"/>
          </p:cNvSpPr>
          <p:nvPr/>
        </p:nvSpPr>
        <p:spPr>
          <a:xfrm xmlns:a="http://schemas.openxmlformats.org/drawingml/2006/main">
            <a:off x="1600200" y="7391400"/>
            <a:ext cx="6056376" cy="171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2" name="dp43-comparison / n103 / text 1">
            <a:extLst xmlns:a="http://schemas.openxmlformats.org/drawingml/2006/main">
              <a:ext uri="{FF2B5EF4-FFF2-40B4-BE49-F238E27FC236}">
                <a16:creationId xmlns:a16="http://schemas.microsoft.com/office/drawing/2014/main" id="{BFA1D431-3BD1-4762-BBC1-68EAFE98335E}"/>
              </a:ext>
            </a:extLst>
          </p:cNvPr>
          <p:cNvSpPr>
            <a:spLocks xmlns:a="http://schemas.openxmlformats.org/drawingml/2006/main" noGrp="1"/>
          </p:cNvSpPr>
          <p:nvPr/>
        </p:nvSpPr>
        <p:spPr>
          <a:xfrm xmlns:a="http://schemas.openxmlformats.org/drawingml/2006/main">
            <a:off x="1619250" y="7400925"/>
            <a:ext cx="7696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확인 질문의 실제 전달과 새 답변 / Downstream Agent 접수와 결과의 별도 확인</a:t>
            </a:r>
          </a:p>
        </p:txBody>
      </p:sp>
      <p:sp>
        <p:nvSpPr>
          <p:cNvPr id="113" name="dp43-comparison / n104">
            <a:extLst xmlns:a="http://schemas.openxmlformats.org/drawingml/2006/main">
              <a:ext uri="{FF2B5EF4-FFF2-40B4-BE49-F238E27FC236}">
                <a16:creationId xmlns:a16="http://schemas.microsoft.com/office/drawing/2014/main" id="{9C9D2335-9DCF-46C6-80EA-23B2405BFAD8}"/>
              </a:ext>
            </a:extLst>
          </p:cNvPr>
          <p:cNvSpPr>
            <a:spLocks xmlns:a="http://schemas.openxmlformats.org/drawingml/2006/main" noGrp="1"/>
          </p:cNvSpPr>
          <p:nvPr/>
        </p:nvSpPr>
        <p:spPr>
          <a:xfrm xmlns:a="http://schemas.openxmlformats.org/drawingml/2006/main">
            <a:off x="9858375" y="2676525"/>
            <a:ext cx="2333625"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4" name="dp43-comparison / n105 / text 1">
            <a:extLst xmlns:a="http://schemas.openxmlformats.org/drawingml/2006/main">
              <a:ext uri="{FF2B5EF4-FFF2-40B4-BE49-F238E27FC236}">
                <a16:creationId xmlns:a16="http://schemas.microsoft.com/office/drawing/2014/main" id="{0A1D2E1E-35F0-4A9F-A413-A2EBB893B7DB}"/>
              </a:ext>
            </a:extLst>
          </p:cNvPr>
          <p:cNvSpPr>
            <a:spLocks xmlns:a="http://schemas.openxmlformats.org/drawingml/2006/main" noGrp="1"/>
          </p:cNvSpPr>
          <p:nvPr/>
        </p:nvSpPr>
        <p:spPr>
          <a:xfrm xmlns:a="http://schemas.openxmlformats.org/drawingml/2006/main">
            <a:off x="9944100" y="274605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Interaction Manager</a:t>
            </a:r>
          </a:p>
        </p:txBody>
      </p:sp>
      <p:sp>
        <p:nvSpPr>
          <p:cNvPr id="115" name="dp43-comparison / n106">
            <a:extLst xmlns:a="http://schemas.openxmlformats.org/drawingml/2006/main">
              <a:ext uri="{FF2B5EF4-FFF2-40B4-BE49-F238E27FC236}">
                <a16:creationId xmlns:a16="http://schemas.microsoft.com/office/drawing/2014/main" id="{600F5067-FD89-498D-825B-31FBA86064AB}"/>
              </a:ext>
            </a:extLst>
          </p:cNvPr>
          <p:cNvSpPr>
            <a:spLocks xmlns:a="http://schemas.openxmlformats.org/drawingml/2006/main" noGrp="1"/>
          </p:cNvSpPr>
          <p:nvPr/>
        </p:nvSpPr>
        <p:spPr>
          <a:xfrm xmlns:a="http://schemas.openxmlformats.org/drawingml/2006/main">
            <a:off x="12830175" y="2676525"/>
            <a:ext cx="21907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6" name="dp43-comparison / n107 / text 1">
            <a:extLst xmlns:a="http://schemas.openxmlformats.org/drawingml/2006/main">
              <a:ext uri="{FF2B5EF4-FFF2-40B4-BE49-F238E27FC236}">
                <a16:creationId xmlns:a16="http://schemas.microsoft.com/office/drawing/2014/main" id="{7DFDAC06-D9CC-4613-8037-C969721ADECE}"/>
              </a:ext>
            </a:extLst>
          </p:cNvPr>
          <p:cNvSpPr>
            <a:spLocks xmlns:a="http://schemas.openxmlformats.org/drawingml/2006/main" noGrp="1"/>
          </p:cNvSpPr>
          <p:nvPr/>
        </p:nvSpPr>
        <p:spPr>
          <a:xfrm xmlns:a="http://schemas.openxmlformats.org/drawingml/2006/main">
            <a:off x="12915900" y="2746058"/>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117" name="dp43-comparison / n108">
            <a:extLst xmlns:a="http://schemas.openxmlformats.org/drawingml/2006/main">
              <a:ext uri="{FF2B5EF4-FFF2-40B4-BE49-F238E27FC236}">
                <a16:creationId xmlns:a16="http://schemas.microsoft.com/office/drawing/2014/main" id="{1FF22B66-F179-4C13-8360-81ED116E5D8D}"/>
              </a:ext>
            </a:extLst>
          </p:cNvPr>
          <p:cNvSpPr>
            <a:spLocks xmlns:a="http://schemas.openxmlformats.org/drawingml/2006/main" noGrp="1"/>
          </p:cNvSpPr>
          <p:nvPr/>
        </p:nvSpPr>
        <p:spPr>
          <a:xfrm xmlns:a="http://schemas.openxmlformats.org/drawingml/2006/main">
            <a:off x="15706725" y="2676525"/>
            <a:ext cx="19621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8" name="dp43-comparison / n109 / text 1">
            <a:extLst xmlns:a="http://schemas.openxmlformats.org/drawingml/2006/main">
              <a:ext uri="{FF2B5EF4-FFF2-40B4-BE49-F238E27FC236}">
                <a16:creationId xmlns:a16="http://schemas.microsoft.com/office/drawing/2014/main" id="{94613178-2B12-48D1-AA92-A6E9C6577503}"/>
              </a:ext>
            </a:extLst>
          </p:cNvPr>
          <p:cNvSpPr>
            <a:spLocks xmlns:a="http://schemas.openxmlformats.org/drawingml/2006/main" noGrp="1"/>
          </p:cNvSpPr>
          <p:nvPr/>
        </p:nvSpPr>
        <p:spPr>
          <a:xfrm xmlns:a="http://schemas.openxmlformats.org/drawingml/2006/main">
            <a:off x="15792450" y="2746058"/>
            <a:ext cx="17907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Model Access</a:t>
            </a:r>
          </a:p>
        </p:txBody>
      </p:sp>
      <p:sp>
        <p:nvSpPr>
          <p:cNvPr id="119" name="dp43-comparison / n114 / path">
            <a:extLst xmlns:a="http://schemas.openxmlformats.org/drawingml/2006/main">
              <a:ext uri="{FF2B5EF4-FFF2-40B4-BE49-F238E27FC236}">
                <a16:creationId xmlns:a16="http://schemas.microsoft.com/office/drawing/2014/main" id="{83934ECB-7D77-440A-848C-40F6A66EC161}"/>
              </a:ext>
            </a:extLst>
          </p:cNvPr>
          <p:cNvSpPr>
            <a:spLocks xmlns:a="http://schemas.openxmlformats.org/drawingml/2006/main" noGrp="1"/>
          </p:cNvSpPr>
          <p:nvPr/>
        </p:nvSpPr>
        <p:spPr>
          <a:xfrm xmlns:a="http://schemas.openxmlformats.org/drawingml/2006/main">
            <a:off x="12192000" y="2857500"/>
            <a:ext cx="638175" cy="953"/>
          </a:xfrm>
          <a:custGeom xmlns:a="http://schemas.openxmlformats.org/drawingml/2006/main">
            <a:pathLst>
              <a:path w="638175" h="953">
                <a:moveTo>
                  <a:pt x="0" y="0"/>
                </a:moveTo>
                <a:lnTo>
                  <a:pt x="638175" y="0"/>
                </a:lnTo>
              </a:path>
            </a:pathLst>
          </a:custGeom>
          <a:noFill xmlns:a="http://schemas.openxmlformats.org/drawingml/2006/main"/>
          <a:ln xmlns:a="http://schemas.openxmlformats.org/drawingml/2006/main" w="19050">
            <a:solidFill>
              <a:srgbClr val="7155A4"/>
            </a:solidFill>
            <a:prstDash val="solid"/>
          </a:ln>
        </p:spPr>
      </p:sp>
      <p:sp>
        <p:nvSpPr>
          <p:cNvPr id="120" name="dp43-comparison / n114 / arrow">
            <a:extLst xmlns:a="http://schemas.openxmlformats.org/drawingml/2006/main">
              <a:ext uri="{FF2B5EF4-FFF2-40B4-BE49-F238E27FC236}">
                <a16:creationId xmlns:a16="http://schemas.microsoft.com/office/drawing/2014/main" id="{60B8A4A2-6091-4EEE-A1E3-DD5ABACB9172}"/>
              </a:ext>
            </a:extLst>
          </p:cNvPr>
          <p:cNvSpPr>
            <a:spLocks xmlns:a="http://schemas.openxmlformats.org/drawingml/2006/main" noGrp="1"/>
          </p:cNvSpPr>
          <p:nvPr/>
        </p:nvSpPr>
        <p:spPr>
          <a:xfrm xmlns:a="http://schemas.openxmlformats.org/drawingml/2006/main">
            <a:off x="12708255" y="279654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7155A4"/>
            </a:solidFill>
            <a:prstDash val="solid"/>
          </a:ln>
        </p:spPr>
      </p:sp>
      <p:sp>
        <p:nvSpPr>
          <p:cNvPr id="121" name="dp43-comparison / n119">
            <a:extLst xmlns:a="http://schemas.openxmlformats.org/drawingml/2006/main">
              <a:ext uri="{FF2B5EF4-FFF2-40B4-BE49-F238E27FC236}">
                <a16:creationId xmlns:a16="http://schemas.microsoft.com/office/drawing/2014/main" id="{B0E8E0EE-5A4F-4FDF-BA14-8D124AEC6361}"/>
              </a:ext>
            </a:extLst>
          </p:cNvPr>
          <p:cNvSpPr>
            <a:spLocks xmlns:a="http://schemas.openxmlformats.org/drawingml/2006/main" noGrp="1"/>
          </p:cNvSpPr>
          <p:nvPr/>
        </p:nvSpPr>
        <p:spPr>
          <a:xfrm xmlns:a="http://schemas.openxmlformats.org/drawingml/2006/main">
            <a:off x="9848850" y="3409950"/>
            <a:ext cx="7820025" cy="2533650"/>
          </a:xfrm>
          <a:prstGeom xmlns:a="http://schemas.openxmlformats.org/drawingml/2006/main" prst="rect">
            <a:avLst/>
          </a:prstGeom>
          <a:solidFill xmlns:a="http://schemas.openxmlformats.org/drawingml/2006/main">
            <a:srgbClr val="FAFBFC"/>
          </a:solidFill>
          <a:ln xmlns:a="http://schemas.openxmlformats.org/drawingml/2006/main" w="16193">
            <a:solidFill>
              <a:srgbClr val="7155A4"/>
            </a:solidFill>
            <a:prstDash val="solid"/>
          </a:ln>
        </p:spPr>
      </p:sp>
      <p:sp>
        <p:nvSpPr>
          <p:cNvPr id="122" name="dp43-comparison / n120 / text 1">
            <a:extLst xmlns:a="http://schemas.openxmlformats.org/drawingml/2006/main">
              <a:ext uri="{FF2B5EF4-FFF2-40B4-BE49-F238E27FC236}">
                <a16:creationId xmlns:a16="http://schemas.microsoft.com/office/drawing/2014/main" id="{B138BBE4-B747-44E3-AD19-79265BAB13FD}"/>
              </a:ext>
            </a:extLst>
          </p:cNvPr>
          <p:cNvSpPr>
            <a:spLocks xmlns:a="http://schemas.openxmlformats.org/drawingml/2006/main" noGrp="1"/>
          </p:cNvSpPr>
          <p:nvPr/>
        </p:nvSpPr>
        <p:spPr>
          <a:xfrm xmlns:a="http://schemas.openxmlformats.org/drawingml/2006/main">
            <a:off x="9972675" y="3505200"/>
            <a:ext cx="75723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7155A4"/>
                </a:solidFill>
                <a:latin typeface="Apple SD Gothic Neo"/>
                <a:ea typeface="Apple SD Gothic Neo"/>
                <a:cs typeface="Apple SD Gothic Neo"/>
              </a:defRPr>
            </a:pPr>
            <a:r>
              <a:rPr sz="1575" b="1">
                <a:solidFill>
                  <a:srgbClr val="7155A4"/>
                </a:solidFill>
                <a:latin typeface="Apple SD Gothic Neo"/>
                <a:ea typeface="Apple SD Gothic Neo"/>
                <a:cs typeface="Apple SD Gothic Neo"/>
              </a:rPr>
              <a:t>Request Interpreter</a:t>
            </a:r>
          </a:p>
        </p:txBody>
      </p:sp>
      <p:sp>
        <p:nvSpPr>
          <p:cNvPr id="123" name="dp43-comparison / n121">
            <a:extLst xmlns:a="http://schemas.openxmlformats.org/drawingml/2006/main">
              <a:ext uri="{FF2B5EF4-FFF2-40B4-BE49-F238E27FC236}">
                <a16:creationId xmlns:a16="http://schemas.microsoft.com/office/drawing/2014/main" id="{FF075346-A894-4BC3-833B-8FC70A1975A4}"/>
              </a:ext>
            </a:extLst>
          </p:cNvPr>
          <p:cNvSpPr>
            <a:spLocks xmlns:a="http://schemas.openxmlformats.org/drawingml/2006/main" noGrp="1"/>
          </p:cNvSpPr>
          <p:nvPr/>
        </p:nvSpPr>
        <p:spPr>
          <a:xfrm xmlns:a="http://schemas.openxmlformats.org/drawingml/2006/main">
            <a:off x="12630150" y="3867150"/>
            <a:ext cx="2286000" cy="141922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24" name="dp43-comparison / n122 / text 1">
            <a:extLst xmlns:a="http://schemas.openxmlformats.org/drawingml/2006/main">
              <a:ext uri="{FF2B5EF4-FFF2-40B4-BE49-F238E27FC236}">
                <a16:creationId xmlns:a16="http://schemas.microsoft.com/office/drawing/2014/main" id="{11C730C5-3EFB-4B89-9933-1D023335E44B}"/>
              </a:ext>
            </a:extLst>
          </p:cNvPr>
          <p:cNvSpPr>
            <a:spLocks xmlns:a="http://schemas.openxmlformats.org/drawingml/2006/main" noGrp="1"/>
          </p:cNvSpPr>
          <p:nvPr/>
        </p:nvSpPr>
        <p:spPr>
          <a:xfrm xmlns:a="http://schemas.openxmlformats.org/drawingml/2006/main">
            <a:off x="12715875" y="4329113"/>
            <a:ext cx="2114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Interpretation</a:t>
            </a:r>
          </a:p>
        </p:txBody>
      </p:sp>
      <p:sp>
        <p:nvSpPr>
          <p:cNvPr id="125" name="dp43-comparison / n122 / text 2">
            <a:extLst xmlns:a="http://schemas.openxmlformats.org/drawingml/2006/main">
              <a:ext uri="{FF2B5EF4-FFF2-40B4-BE49-F238E27FC236}">
                <a16:creationId xmlns:a16="http://schemas.microsoft.com/office/drawing/2014/main" id="{CA0A428B-4326-4E98-A6A5-394561EECA21}"/>
              </a:ext>
            </a:extLst>
          </p:cNvPr>
          <p:cNvSpPr>
            <a:spLocks xmlns:a="http://schemas.openxmlformats.org/drawingml/2006/main" noGrp="1"/>
          </p:cNvSpPr>
          <p:nvPr/>
        </p:nvSpPr>
        <p:spPr>
          <a:xfrm xmlns:a="http://schemas.openxmlformats.org/drawingml/2006/main">
            <a:off x="12715875" y="4576763"/>
            <a:ext cx="2114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Coordinator</a:t>
            </a:r>
          </a:p>
        </p:txBody>
      </p:sp>
      <p:sp>
        <p:nvSpPr>
          <p:cNvPr id="126" name="dp43-comparison / n123">
            <a:extLst xmlns:a="http://schemas.openxmlformats.org/drawingml/2006/main">
              <a:ext uri="{FF2B5EF4-FFF2-40B4-BE49-F238E27FC236}">
                <a16:creationId xmlns:a16="http://schemas.microsoft.com/office/drawing/2014/main" id="{B96EE867-99B9-4DF0-AA7E-8E58AEAC787B}"/>
              </a:ext>
            </a:extLst>
          </p:cNvPr>
          <p:cNvSpPr>
            <a:spLocks xmlns:a="http://schemas.openxmlformats.org/drawingml/2006/main" noGrp="1"/>
          </p:cNvSpPr>
          <p:nvPr/>
        </p:nvSpPr>
        <p:spPr>
          <a:xfrm xmlns:a="http://schemas.openxmlformats.org/drawingml/2006/main">
            <a:off x="12630150" y="5400675"/>
            <a:ext cx="228600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127" name="dp43-comparison / n124 / text 1">
            <a:extLst xmlns:a="http://schemas.openxmlformats.org/drawingml/2006/main">
              <a:ext uri="{FF2B5EF4-FFF2-40B4-BE49-F238E27FC236}">
                <a16:creationId xmlns:a16="http://schemas.microsoft.com/office/drawing/2014/main" id="{136E5748-A19A-4A40-BF51-7D8832CE3F0B}"/>
              </a:ext>
            </a:extLst>
          </p:cNvPr>
          <p:cNvSpPr>
            <a:spLocks xmlns:a="http://schemas.openxmlformats.org/drawingml/2006/main" noGrp="1"/>
          </p:cNvSpPr>
          <p:nvPr/>
        </p:nvSpPr>
        <p:spPr>
          <a:xfrm xmlns:a="http://schemas.openxmlformats.org/drawingml/2006/main">
            <a:off x="12715875" y="5562600"/>
            <a:ext cx="2114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Partial Interpretation Ledger</a:t>
            </a:r>
          </a:p>
        </p:txBody>
      </p:sp>
      <p:sp>
        <p:nvSpPr>
          <p:cNvPr id="128" name="dp43-comparison / n125">
            <a:extLst xmlns:a="http://schemas.openxmlformats.org/drawingml/2006/main">
              <a:ext uri="{FF2B5EF4-FFF2-40B4-BE49-F238E27FC236}">
                <a16:creationId xmlns:a16="http://schemas.microsoft.com/office/drawing/2014/main" id="{1883D8C2-9A30-41A1-B391-69A3E7C5D68C}"/>
              </a:ext>
            </a:extLst>
          </p:cNvPr>
          <p:cNvSpPr>
            <a:spLocks xmlns:a="http://schemas.openxmlformats.org/drawingml/2006/main" noGrp="1"/>
          </p:cNvSpPr>
          <p:nvPr/>
        </p:nvSpPr>
        <p:spPr>
          <a:xfrm xmlns:a="http://schemas.openxmlformats.org/drawingml/2006/main">
            <a:off x="10039350" y="386715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29" name="dp43-comparison / n126 / text 1">
            <a:extLst xmlns:a="http://schemas.openxmlformats.org/drawingml/2006/main">
              <a:ext uri="{FF2B5EF4-FFF2-40B4-BE49-F238E27FC236}">
                <a16:creationId xmlns:a16="http://schemas.microsoft.com/office/drawing/2014/main" id="{627AE03D-261B-45D3-813E-D5F2DBBFBA73}"/>
              </a:ext>
            </a:extLst>
          </p:cNvPr>
          <p:cNvSpPr>
            <a:spLocks xmlns:a="http://schemas.openxmlformats.org/drawingml/2006/main" noGrp="1"/>
          </p:cNvSpPr>
          <p:nvPr/>
        </p:nvSpPr>
        <p:spPr>
          <a:xfrm xmlns:a="http://schemas.openxmlformats.org/drawingml/2006/main">
            <a:off x="10125075" y="386143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Intent</a:t>
            </a:r>
          </a:p>
        </p:txBody>
      </p:sp>
      <p:sp>
        <p:nvSpPr>
          <p:cNvPr id="130" name="dp43-comparison / n126 / text 2">
            <a:extLst xmlns:a="http://schemas.openxmlformats.org/drawingml/2006/main">
              <a:ext uri="{FF2B5EF4-FFF2-40B4-BE49-F238E27FC236}">
                <a16:creationId xmlns:a16="http://schemas.microsoft.com/office/drawing/2014/main" id="{EABE7F2A-D08D-4BF0-AF77-B7ABB498A377}"/>
              </a:ext>
            </a:extLst>
          </p:cNvPr>
          <p:cNvSpPr>
            <a:spLocks xmlns:a="http://schemas.openxmlformats.org/drawingml/2006/main" noGrp="1"/>
          </p:cNvSpPr>
          <p:nvPr/>
        </p:nvSpPr>
        <p:spPr>
          <a:xfrm xmlns:a="http://schemas.openxmlformats.org/drawingml/2006/main">
            <a:off x="10125075" y="407193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31" name="dp43-comparison / n129 / path">
            <a:extLst xmlns:a="http://schemas.openxmlformats.org/drawingml/2006/main">
              <a:ext uri="{FF2B5EF4-FFF2-40B4-BE49-F238E27FC236}">
                <a16:creationId xmlns:a16="http://schemas.microsoft.com/office/drawing/2014/main" id="{B34A68BD-B2EE-4ECC-9D3F-C06BFCBD3FFA}"/>
              </a:ext>
            </a:extLst>
          </p:cNvPr>
          <p:cNvSpPr>
            <a:spLocks xmlns:a="http://schemas.openxmlformats.org/drawingml/2006/main" noGrp="1"/>
          </p:cNvSpPr>
          <p:nvPr/>
        </p:nvSpPr>
        <p:spPr>
          <a:xfrm xmlns:a="http://schemas.openxmlformats.org/drawingml/2006/main">
            <a:off x="12287250" y="3986213"/>
            <a:ext cx="342900" cy="19050"/>
          </a:xfrm>
          <a:custGeom xmlns:a="http://schemas.openxmlformats.org/drawingml/2006/main">
            <a:pathLst>
              <a:path w="342900" h="19050">
                <a:moveTo>
                  <a:pt x="0" y="0"/>
                </a:moveTo>
                <a:lnTo>
                  <a:pt x="342900" y="19050"/>
                </a:lnTo>
              </a:path>
            </a:pathLst>
          </a:custGeom>
          <a:noFill xmlns:a="http://schemas.openxmlformats.org/drawingml/2006/main"/>
          <a:ln xmlns:a="http://schemas.openxmlformats.org/drawingml/2006/main" w="19050">
            <a:solidFill>
              <a:srgbClr val="7155A4"/>
            </a:solidFill>
            <a:prstDash val="solid"/>
          </a:ln>
        </p:spPr>
      </p:sp>
      <p:sp>
        <p:nvSpPr>
          <p:cNvPr id="132" name="dp43-comparison / n129 / arrow">
            <a:extLst xmlns:a="http://schemas.openxmlformats.org/drawingml/2006/main">
              <a:ext uri="{FF2B5EF4-FFF2-40B4-BE49-F238E27FC236}">
                <a16:creationId xmlns:a16="http://schemas.microsoft.com/office/drawing/2014/main" id="{69884A12-213A-4011-8689-8D4C48BEB049}"/>
              </a:ext>
            </a:extLst>
          </p:cNvPr>
          <p:cNvSpPr>
            <a:spLocks xmlns:a="http://schemas.openxmlformats.org/drawingml/2006/main" noGrp="1"/>
          </p:cNvSpPr>
          <p:nvPr/>
        </p:nvSpPr>
        <p:spPr>
          <a:xfrm xmlns:a="http://schemas.openxmlformats.org/drawingml/2006/main">
            <a:off x="12505036" y="3937633"/>
            <a:ext cx="125114" cy="121732"/>
          </a:xfrm>
          <a:custGeom xmlns:a="http://schemas.openxmlformats.org/drawingml/2006/main">
            <a:pathLst>
              <a:path w="125114" h="121732">
                <a:moveTo>
                  <a:pt x="0" y="121732"/>
                </a:moveTo>
                <a:lnTo>
                  <a:pt x="125114" y="67629"/>
                </a:lnTo>
                <a:lnTo>
                  <a:pt x="6763" y="0"/>
                </a:lnTo>
              </a:path>
            </a:pathLst>
          </a:custGeom>
          <a:noFill xmlns:a="http://schemas.openxmlformats.org/drawingml/2006/main"/>
          <a:ln xmlns:a="http://schemas.openxmlformats.org/drawingml/2006/main" w="24384">
            <a:solidFill>
              <a:srgbClr val="7155A4"/>
            </a:solidFill>
            <a:prstDash val="solid"/>
          </a:ln>
        </p:spPr>
      </p:sp>
      <p:sp>
        <p:nvSpPr>
          <p:cNvPr id="133" name="dp43-comparison / n130 / path">
            <a:extLst xmlns:a="http://schemas.openxmlformats.org/drawingml/2006/main">
              <a:ext uri="{FF2B5EF4-FFF2-40B4-BE49-F238E27FC236}">
                <a16:creationId xmlns:a16="http://schemas.microsoft.com/office/drawing/2014/main" id="{813D8099-8D57-4E54-B523-0A8277075F62}"/>
              </a:ext>
            </a:extLst>
          </p:cNvPr>
          <p:cNvSpPr>
            <a:spLocks xmlns:a="http://schemas.openxmlformats.org/drawingml/2006/main" noGrp="1"/>
          </p:cNvSpPr>
          <p:nvPr/>
        </p:nvSpPr>
        <p:spPr>
          <a:xfrm xmlns:a="http://schemas.openxmlformats.org/drawingml/2006/main">
            <a:off x="12287250" y="4157663"/>
            <a:ext cx="342900" cy="19050"/>
          </a:xfrm>
          <a:custGeom xmlns:a="http://schemas.openxmlformats.org/drawingml/2006/main">
            <a:pathLst>
              <a:path w="342900" h="19050">
                <a:moveTo>
                  <a:pt x="342900" y="19050"/>
                </a:moveTo>
                <a:lnTo>
                  <a:pt x="0" y="0"/>
                </a:lnTo>
              </a:path>
            </a:pathLst>
          </a:custGeom>
          <a:noFill xmlns:a="http://schemas.openxmlformats.org/drawingml/2006/main"/>
          <a:ln xmlns:a="http://schemas.openxmlformats.org/drawingml/2006/main" w="19050">
            <a:solidFill>
              <a:srgbClr val="7155A4"/>
            </a:solidFill>
            <a:prstDash val="dash"/>
          </a:ln>
        </p:spPr>
      </p:sp>
      <p:sp>
        <p:nvSpPr>
          <p:cNvPr id="134" name="dp43-comparison / n130 / arrow">
            <a:extLst xmlns:a="http://schemas.openxmlformats.org/drawingml/2006/main">
              <a:ext uri="{FF2B5EF4-FFF2-40B4-BE49-F238E27FC236}">
                <a16:creationId xmlns:a16="http://schemas.microsoft.com/office/drawing/2014/main" id="{0E41E04C-D987-4A7C-A09C-9156A76A26D1}"/>
              </a:ext>
            </a:extLst>
          </p:cNvPr>
          <p:cNvSpPr>
            <a:spLocks xmlns:a="http://schemas.openxmlformats.org/drawingml/2006/main" noGrp="1"/>
          </p:cNvSpPr>
          <p:nvPr/>
        </p:nvSpPr>
        <p:spPr>
          <a:xfrm xmlns:a="http://schemas.openxmlformats.org/drawingml/2006/main">
            <a:off x="12287250" y="4103559"/>
            <a:ext cx="125114" cy="121732"/>
          </a:xfrm>
          <a:custGeom xmlns:a="http://schemas.openxmlformats.org/drawingml/2006/main">
            <a:pathLst>
              <a:path w="125114" h="121732">
                <a:moveTo>
                  <a:pt x="125114" y="0"/>
                </a:moveTo>
                <a:lnTo>
                  <a:pt x="0" y="54103"/>
                </a:lnTo>
                <a:lnTo>
                  <a:pt x="118351" y="121732"/>
                </a:lnTo>
              </a:path>
            </a:pathLst>
          </a:custGeom>
          <a:noFill xmlns:a="http://schemas.openxmlformats.org/drawingml/2006/main"/>
          <a:ln xmlns:a="http://schemas.openxmlformats.org/drawingml/2006/main" w="24384">
            <a:solidFill>
              <a:srgbClr val="7155A4"/>
            </a:solidFill>
            <a:prstDash val="solid"/>
          </a:ln>
        </p:spPr>
      </p:sp>
      <p:sp>
        <p:nvSpPr>
          <p:cNvPr id="135" name="dp43-comparison / n131">
            <a:extLst xmlns:a="http://schemas.openxmlformats.org/drawingml/2006/main">
              <a:ext uri="{FF2B5EF4-FFF2-40B4-BE49-F238E27FC236}">
                <a16:creationId xmlns:a16="http://schemas.microsoft.com/office/drawing/2014/main" id="{3CF00CB7-ED8E-4FC5-955C-CDA134B60312}"/>
              </a:ext>
            </a:extLst>
          </p:cNvPr>
          <p:cNvSpPr>
            <a:spLocks xmlns:a="http://schemas.openxmlformats.org/drawingml/2006/main" noGrp="1"/>
          </p:cNvSpPr>
          <p:nvPr/>
        </p:nvSpPr>
        <p:spPr>
          <a:xfrm xmlns:a="http://schemas.openxmlformats.org/drawingml/2006/main">
            <a:off x="10039350" y="4524375"/>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36" name="dp43-comparison / n132 / text 1">
            <a:extLst xmlns:a="http://schemas.openxmlformats.org/drawingml/2006/main">
              <a:ext uri="{FF2B5EF4-FFF2-40B4-BE49-F238E27FC236}">
                <a16:creationId xmlns:a16="http://schemas.microsoft.com/office/drawing/2014/main" id="{1AA6F1D5-4611-403E-8B47-BF4255577E97}"/>
              </a:ext>
            </a:extLst>
          </p:cNvPr>
          <p:cNvSpPr>
            <a:spLocks xmlns:a="http://schemas.openxmlformats.org/drawingml/2006/main" noGrp="1"/>
          </p:cNvSpPr>
          <p:nvPr/>
        </p:nvSpPr>
        <p:spPr>
          <a:xfrm xmlns:a="http://schemas.openxmlformats.org/drawingml/2006/main">
            <a:off x="10125075" y="4623911"/>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Referent Resolver</a:t>
            </a:r>
          </a:p>
        </p:txBody>
      </p:sp>
      <p:sp>
        <p:nvSpPr>
          <p:cNvPr id="137" name="dp43-comparison / n135 / path">
            <a:extLst xmlns:a="http://schemas.openxmlformats.org/drawingml/2006/main">
              <a:ext uri="{FF2B5EF4-FFF2-40B4-BE49-F238E27FC236}">
                <a16:creationId xmlns:a16="http://schemas.microsoft.com/office/drawing/2014/main" id="{7727D3AE-16FA-4889-A1CA-31772CECEB13}"/>
              </a:ext>
            </a:extLst>
          </p:cNvPr>
          <p:cNvSpPr>
            <a:spLocks xmlns:a="http://schemas.openxmlformats.org/drawingml/2006/main" noGrp="1"/>
          </p:cNvSpPr>
          <p:nvPr/>
        </p:nvSpPr>
        <p:spPr>
          <a:xfrm xmlns:a="http://schemas.openxmlformats.org/drawingml/2006/main">
            <a:off x="12287250" y="4491038"/>
            <a:ext cx="342900" cy="152400"/>
          </a:xfrm>
          <a:custGeom xmlns:a="http://schemas.openxmlformats.org/drawingml/2006/main">
            <a:pathLst>
              <a:path w="342900" h="152400">
                <a:moveTo>
                  <a:pt x="0" y="152400"/>
                </a:moveTo>
                <a:lnTo>
                  <a:pt x="342900" y="0"/>
                </a:lnTo>
              </a:path>
            </a:pathLst>
          </a:custGeom>
          <a:noFill xmlns:a="http://schemas.openxmlformats.org/drawingml/2006/main"/>
          <a:ln xmlns:a="http://schemas.openxmlformats.org/drawingml/2006/main" w="19050">
            <a:solidFill>
              <a:srgbClr val="7155A4"/>
            </a:solidFill>
            <a:prstDash val="solid"/>
          </a:ln>
        </p:spPr>
      </p:sp>
      <p:sp>
        <p:nvSpPr>
          <p:cNvPr id="138" name="dp43-comparison / n135 / arrow">
            <a:extLst xmlns:a="http://schemas.openxmlformats.org/drawingml/2006/main">
              <a:ext uri="{FF2B5EF4-FFF2-40B4-BE49-F238E27FC236}">
                <a16:creationId xmlns:a16="http://schemas.microsoft.com/office/drawing/2014/main" id="{66BAFDDA-806C-4E51-BFF5-C77660FF528C}"/>
              </a:ext>
            </a:extLst>
          </p:cNvPr>
          <p:cNvSpPr>
            <a:spLocks xmlns:a="http://schemas.openxmlformats.org/drawingml/2006/main" noGrp="1"/>
          </p:cNvSpPr>
          <p:nvPr/>
        </p:nvSpPr>
        <p:spPr>
          <a:xfrm xmlns:a="http://schemas.openxmlformats.org/drawingml/2006/main">
            <a:off x="12493980" y="4484848"/>
            <a:ext cx="136170" cy="111412"/>
          </a:xfrm>
          <a:custGeom xmlns:a="http://schemas.openxmlformats.org/drawingml/2006/main">
            <a:pathLst>
              <a:path w="136170" h="111412">
                <a:moveTo>
                  <a:pt x="49516" y="111412"/>
                </a:moveTo>
                <a:lnTo>
                  <a:pt x="136170" y="6190"/>
                </a:lnTo>
                <a:lnTo>
                  <a:pt x="0" y="0"/>
                </a:lnTo>
              </a:path>
            </a:pathLst>
          </a:custGeom>
          <a:noFill xmlns:a="http://schemas.openxmlformats.org/drawingml/2006/main"/>
          <a:ln xmlns:a="http://schemas.openxmlformats.org/drawingml/2006/main" w="24384">
            <a:solidFill>
              <a:srgbClr val="7155A4"/>
            </a:solidFill>
            <a:prstDash val="solid"/>
          </a:ln>
        </p:spPr>
      </p:sp>
      <p:sp>
        <p:nvSpPr>
          <p:cNvPr id="139" name="dp43-comparison / n136 / path">
            <a:extLst xmlns:a="http://schemas.openxmlformats.org/drawingml/2006/main">
              <a:ext uri="{FF2B5EF4-FFF2-40B4-BE49-F238E27FC236}">
                <a16:creationId xmlns:a16="http://schemas.microsoft.com/office/drawing/2014/main" id="{91F7C9B4-3385-4209-AC72-90CE83E64B53}"/>
              </a:ext>
            </a:extLst>
          </p:cNvPr>
          <p:cNvSpPr>
            <a:spLocks xmlns:a="http://schemas.openxmlformats.org/drawingml/2006/main" noGrp="1"/>
          </p:cNvSpPr>
          <p:nvPr/>
        </p:nvSpPr>
        <p:spPr>
          <a:xfrm xmlns:a="http://schemas.openxmlformats.org/drawingml/2006/main">
            <a:off x="12287250" y="4662488"/>
            <a:ext cx="342900" cy="152400"/>
          </a:xfrm>
          <a:custGeom xmlns:a="http://schemas.openxmlformats.org/drawingml/2006/main">
            <a:pathLst>
              <a:path w="342900" h="152400">
                <a:moveTo>
                  <a:pt x="342900" y="0"/>
                </a:moveTo>
                <a:lnTo>
                  <a:pt x="0" y="152400"/>
                </a:lnTo>
              </a:path>
            </a:pathLst>
          </a:custGeom>
          <a:noFill xmlns:a="http://schemas.openxmlformats.org/drawingml/2006/main"/>
          <a:ln xmlns:a="http://schemas.openxmlformats.org/drawingml/2006/main" w="19050">
            <a:solidFill>
              <a:srgbClr val="7155A4"/>
            </a:solidFill>
            <a:prstDash val="dash"/>
          </a:ln>
        </p:spPr>
      </p:sp>
      <p:sp>
        <p:nvSpPr>
          <p:cNvPr id="140" name="dp43-comparison / n136 / arrow">
            <a:extLst xmlns:a="http://schemas.openxmlformats.org/drawingml/2006/main">
              <a:ext uri="{FF2B5EF4-FFF2-40B4-BE49-F238E27FC236}">
                <a16:creationId xmlns:a16="http://schemas.microsoft.com/office/drawing/2014/main" id="{88B7E6C5-93FC-450C-8CAD-7371EFD5BC3D}"/>
              </a:ext>
            </a:extLst>
          </p:cNvPr>
          <p:cNvSpPr>
            <a:spLocks xmlns:a="http://schemas.openxmlformats.org/drawingml/2006/main" noGrp="1"/>
          </p:cNvSpPr>
          <p:nvPr/>
        </p:nvSpPr>
        <p:spPr>
          <a:xfrm xmlns:a="http://schemas.openxmlformats.org/drawingml/2006/main">
            <a:off x="12287250" y="4709665"/>
            <a:ext cx="136170" cy="111412"/>
          </a:xfrm>
          <a:custGeom xmlns:a="http://schemas.openxmlformats.org/drawingml/2006/main">
            <a:pathLst>
              <a:path w="136170" h="111412">
                <a:moveTo>
                  <a:pt x="86654" y="0"/>
                </a:moveTo>
                <a:lnTo>
                  <a:pt x="0" y="105222"/>
                </a:lnTo>
                <a:lnTo>
                  <a:pt x="136170" y="111412"/>
                </a:lnTo>
              </a:path>
            </a:pathLst>
          </a:custGeom>
          <a:noFill xmlns:a="http://schemas.openxmlformats.org/drawingml/2006/main"/>
          <a:ln xmlns:a="http://schemas.openxmlformats.org/drawingml/2006/main" w="24384">
            <a:solidFill>
              <a:srgbClr val="7155A4"/>
            </a:solidFill>
            <a:prstDash val="solid"/>
          </a:ln>
        </p:spPr>
      </p:sp>
      <p:sp>
        <p:nvSpPr>
          <p:cNvPr id="141" name="dp43-comparison / n137">
            <a:extLst xmlns:a="http://schemas.openxmlformats.org/drawingml/2006/main">
              <a:ext uri="{FF2B5EF4-FFF2-40B4-BE49-F238E27FC236}">
                <a16:creationId xmlns:a16="http://schemas.microsoft.com/office/drawing/2014/main" id="{952EDE3E-0FF6-421F-ABE2-CE22C6DD5F5E}"/>
              </a:ext>
            </a:extLst>
          </p:cNvPr>
          <p:cNvSpPr>
            <a:spLocks xmlns:a="http://schemas.openxmlformats.org/drawingml/2006/main" noGrp="1"/>
          </p:cNvSpPr>
          <p:nvPr/>
        </p:nvSpPr>
        <p:spPr>
          <a:xfrm xmlns:a="http://schemas.openxmlformats.org/drawingml/2006/main">
            <a:off x="10039350" y="518160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42" name="dp43-comparison / n138 / text 1">
            <a:extLst xmlns:a="http://schemas.openxmlformats.org/drawingml/2006/main">
              <a:ext uri="{FF2B5EF4-FFF2-40B4-BE49-F238E27FC236}">
                <a16:creationId xmlns:a16="http://schemas.microsoft.com/office/drawing/2014/main" id="{B268FB6C-3FCB-45CF-AC8D-94A94A0EA6FE}"/>
              </a:ext>
            </a:extLst>
          </p:cNvPr>
          <p:cNvSpPr>
            <a:spLocks xmlns:a="http://schemas.openxmlformats.org/drawingml/2006/main" noGrp="1"/>
          </p:cNvSpPr>
          <p:nvPr/>
        </p:nvSpPr>
        <p:spPr>
          <a:xfrm xmlns:a="http://schemas.openxmlformats.org/drawingml/2006/main">
            <a:off x="10125075" y="517588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Association</a:t>
            </a:r>
          </a:p>
        </p:txBody>
      </p:sp>
      <p:sp>
        <p:nvSpPr>
          <p:cNvPr id="143" name="dp43-comparison / n138 / text 2">
            <a:extLst xmlns:a="http://schemas.openxmlformats.org/drawingml/2006/main">
              <a:ext uri="{FF2B5EF4-FFF2-40B4-BE49-F238E27FC236}">
                <a16:creationId xmlns:a16="http://schemas.microsoft.com/office/drawing/2014/main" id="{3C68582E-705B-4D62-A049-F263AAAE82F2}"/>
              </a:ext>
            </a:extLst>
          </p:cNvPr>
          <p:cNvSpPr>
            <a:spLocks xmlns:a="http://schemas.openxmlformats.org/drawingml/2006/main" noGrp="1"/>
          </p:cNvSpPr>
          <p:nvPr/>
        </p:nvSpPr>
        <p:spPr>
          <a:xfrm xmlns:a="http://schemas.openxmlformats.org/drawingml/2006/main">
            <a:off x="10125075" y="538638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Resolver</a:t>
            </a:r>
          </a:p>
        </p:txBody>
      </p:sp>
      <p:sp>
        <p:nvSpPr>
          <p:cNvPr id="144" name="dp43-comparison / n141 / path">
            <a:extLst xmlns:a="http://schemas.openxmlformats.org/drawingml/2006/main">
              <a:ext uri="{FF2B5EF4-FFF2-40B4-BE49-F238E27FC236}">
                <a16:creationId xmlns:a16="http://schemas.microsoft.com/office/drawing/2014/main" id="{9AC98265-F968-4D04-BDEE-8818809E577A}"/>
              </a:ext>
            </a:extLst>
          </p:cNvPr>
          <p:cNvSpPr>
            <a:spLocks xmlns:a="http://schemas.openxmlformats.org/drawingml/2006/main" noGrp="1"/>
          </p:cNvSpPr>
          <p:nvPr/>
        </p:nvSpPr>
        <p:spPr>
          <a:xfrm xmlns:a="http://schemas.openxmlformats.org/drawingml/2006/main">
            <a:off x="12287250" y="4976813"/>
            <a:ext cx="342900" cy="323850"/>
          </a:xfrm>
          <a:custGeom xmlns:a="http://schemas.openxmlformats.org/drawingml/2006/main">
            <a:pathLst>
              <a:path w="342900" h="323850">
                <a:moveTo>
                  <a:pt x="0" y="323850"/>
                </a:moveTo>
                <a:lnTo>
                  <a:pt x="342900" y="0"/>
                </a:lnTo>
              </a:path>
            </a:pathLst>
          </a:custGeom>
          <a:noFill xmlns:a="http://schemas.openxmlformats.org/drawingml/2006/main"/>
          <a:ln xmlns:a="http://schemas.openxmlformats.org/drawingml/2006/main" w="19050">
            <a:solidFill>
              <a:srgbClr val="7155A4"/>
            </a:solidFill>
            <a:prstDash val="solid"/>
          </a:ln>
        </p:spPr>
      </p:sp>
      <p:sp>
        <p:nvSpPr>
          <p:cNvPr id="145" name="dp43-comparison / n141 / arrow">
            <a:extLst xmlns:a="http://schemas.openxmlformats.org/drawingml/2006/main">
              <a:ext uri="{FF2B5EF4-FFF2-40B4-BE49-F238E27FC236}">
                <a16:creationId xmlns:a16="http://schemas.microsoft.com/office/drawing/2014/main" id="{D7BB7FB8-473D-45D7-9413-23057173EB0A}"/>
              </a:ext>
            </a:extLst>
          </p:cNvPr>
          <p:cNvSpPr>
            <a:spLocks xmlns:a="http://schemas.openxmlformats.org/drawingml/2006/main" noGrp="1"/>
          </p:cNvSpPr>
          <p:nvPr/>
        </p:nvSpPr>
        <p:spPr>
          <a:xfrm xmlns:a="http://schemas.openxmlformats.org/drawingml/2006/main">
            <a:off x="12499656" y="4976813"/>
            <a:ext cx="130494" cy="128032"/>
          </a:xfrm>
          <a:custGeom xmlns:a="http://schemas.openxmlformats.org/drawingml/2006/main">
            <a:pathLst>
              <a:path w="130494" h="128032">
                <a:moveTo>
                  <a:pt x="83713" y="128032"/>
                </a:moveTo>
                <a:lnTo>
                  <a:pt x="130494" y="0"/>
                </a:lnTo>
                <a:lnTo>
                  <a:pt x="0" y="39394"/>
                </a:lnTo>
              </a:path>
            </a:pathLst>
          </a:custGeom>
          <a:noFill xmlns:a="http://schemas.openxmlformats.org/drawingml/2006/main"/>
          <a:ln xmlns:a="http://schemas.openxmlformats.org/drawingml/2006/main" w="24384">
            <a:solidFill>
              <a:srgbClr val="7155A4"/>
            </a:solidFill>
            <a:prstDash val="solid"/>
          </a:ln>
        </p:spPr>
      </p:sp>
      <p:sp>
        <p:nvSpPr>
          <p:cNvPr id="146" name="dp43-comparison / n142 / path">
            <a:extLst xmlns:a="http://schemas.openxmlformats.org/drawingml/2006/main">
              <a:ext uri="{FF2B5EF4-FFF2-40B4-BE49-F238E27FC236}">
                <a16:creationId xmlns:a16="http://schemas.microsoft.com/office/drawing/2014/main" id="{9C9283B9-6190-4971-8D67-F73364B4139C}"/>
              </a:ext>
            </a:extLst>
          </p:cNvPr>
          <p:cNvSpPr>
            <a:spLocks xmlns:a="http://schemas.openxmlformats.org/drawingml/2006/main" noGrp="1"/>
          </p:cNvSpPr>
          <p:nvPr/>
        </p:nvSpPr>
        <p:spPr>
          <a:xfrm xmlns:a="http://schemas.openxmlformats.org/drawingml/2006/main">
            <a:off x="12287250" y="5148263"/>
            <a:ext cx="342900" cy="323850"/>
          </a:xfrm>
          <a:custGeom xmlns:a="http://schemas.openxmlformats.org/drawingml/2006/main">
            <a:pathLst>
              <a:path w="342900" h="323850">
                <a:moveTo>
                  <a:pt x="342900" y="0"/>
                </a:moveTo>
                <a:lnTo>
                  <a:pt x="0" y="323850"/>
                </a:lnTo>
              </a:path>
            </a:pathLst>
          </a:custGeom>
          <a:noFill xmlns:a="http://schemas.openxmlformats.org/drawingml/2006/main"/>
          <a:ln xmlns:a="http://schemas.openxmlformats.org/drawingml/2006/main" w="19050">
            <a:solidFill>
              <a:srgbClr val="7155A4"/>
            </a:solidFill>
            <a:prstDash val="dash"/>
          </a:ln>
        </p:spPr>
      </p:sp>
      <p:sp>
        <p:nvSpPr>
          <p:cNvPr id="147" name="dp43-comparison / n142 / arrow">
            <a:extLst xmlns:a="http://schemas.openxmlformats.org/drawingml/2006/main">
              <a:ext uri="{FF2B5EF4-FFF2-40B4-BE49-F238E27FC236}">
                <a16:creationId xmlns:a16="http://schemas.microsoft.com/office/drawing/2014/main" id="{3C254935-1660-40EA-870F-7E4ACFEC3F23}"/>
              </a:ext>
            </a:extLst>
          </p:cNvPr>
          <p:cNvSpPr>
            <a:spLocks xmlns:a="http://schemas.openxmlformats.org/drawingml/2006/main" noGrp="1"/>
          </p:cNvSpPr>
          <p:nvPr/>
        </p:nvSpPr>
        <p:spPr>
          <a:xfrm xmlns:a="http://schemas.openxmlformats.org/drawingml/2006/main">
            <a:off x="12287250" y="5344081"/>
            <a:ext cx="130494" cy="128032"/>
          </a:xfrm>
          <a:custGeom xmlns:a="http://schemas.openxmlformats.org/drawingml/2006/main">
            <a:pathLst>
              <a:path w="130494" h="128032">
                <a:moveTo>
                  <a:pt x="46781" y="0"/>
                </a:moveTo>
                <a:lnTo>
                  <a:pt x="0" y="128032"/>
                </a:lnTo>
                <a:lnTo>
                  <a:pt x="130494" y="88637"/>
                </a:lnTo>
              </a:path>
            </a:pathLst>
          </a:custGeom>
          <a:noFill xmlns:a="http://schemas.openxmlformats.org/drawingml/2006/main"/>
          <a:ln xmlns:a="http://schemas.openxmlformats.org/drawingml/2006/main" w="24384">
            <a:solidFill>
              <a:srgbClr val="7155A4"/>
            </a:solidFill>
            <a:prstDash val="solid"/>
          </a:ln>
        </p:spPr>
      </p:sp>
      <p:sp>
        <p:nvSpPr>
          <p:cNvPr id="148" name="dp43-comparison / n143">
            <a:extLst xmlns:a="http://schemas.openxmlformats.org/drawingml/2006/main">
              <a:ext uri="{FF2B5EF4-FFF2-40B4-BE49-F238E27FC236}">
                <a16:creationId xmlns:a16="http://schemas.microsoft.com/office/drawing/2014/main" id="{33CEF426-A550-490A-B49A-C16717A9F273}"/>
              </a:ext>
            </a:extLst>
          </p:cNvPr>
          <p:cNvSpPr>
            <a:spLocks xmlns:a="http://schemas.openxmlformats.org/drawingml/2006/main" noGrp="1"/>
          </p:cNvSpPr>
          <p:nvPr/>
        </p:nvSpPr>
        <p:spPr>
          <a:xfrm xmlns:a="http://schemas.openxmlformats.org/drawingml/2006/main">
            <a:off x="15240000" y="386715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49" name="dp43-comparison / n144 / text 1">
            <a:extLst xmlns:a="http://schemas.openxmlformats.org/drawingml/2006/main">
              <a:ext uri="{FF2B5EF4-FFF2-40B4-BE49-F238E27FC236}">
                <a16:creationId xmlns:a16="http://schemas.microsoft.com/office/drawing/2014/main" id="{AE05C7F9-AC66-46B0-A683-0EFE56A39F8B}"/>
              </a:ext>
            </a:extLst>
          </p:cNvPr>
          <p:cNvSpPr>
            <a:spLocks xmlns:a="http://schemas.openxmlformats.org/drawingml/2006/main" noGrp="1"/>
          </p:cNvSpPr>
          <p:nvPr/>
        </p:nvSpPr>
        <p:spPr>
          <a:xfrm xmlns:a="http://schemas.openxmlformats.org/drawingml/2006/main">
            <a:off x="15325725" y="386143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Relation</a:t>
            </a:r>
          </a:p>
        </p:txBody>
      </p:sp>
      <p:sp>
        <p:nvSpPr>
          <p:cNvPr id="150" name="dp43-comparison / n144 / text 2">
            <a:extLst xmlns:a="http://schemas.openxmlformats.org/drawingml/2006/main">
              <a:ext uri="{FF2B5EF4-FFF2-40B4-BE49-F238E27FC236}">
                <a16:creationId xmlns:a16="http://schemas.microsoft.com/office/drawing/2014/main" id="{BD515B41-83E1-4733-BFB7-B165C55FCF19}"/>
              </a:ext>
            </a:extLst>
          </p:cNvPr>
          <p:cNvSpPr>
            <a:spLocks xmlns:a="http://schemas.openxmlformats.org/drawingml/2006/main" noGrp="1"/>
          </p:cNvSpPr>
          <p:nvPr/>
        </p:nvSpPr>
        <p:spPr>
          <a:xfrm xmlns:a="http://schemas.openxmlformats.org/drawingml/2006/main">
            <a:off x="15325725" y="407193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51" name="dp43-comparison / n147 / path">
            <a:extLst xmlns:a="http://schemas.openxmlformats.org/drawingml/2006/main">
              <a:ext uri="{FF2B5EF4-FFF2-40B4-BE49-F238E27FC236}">
                <a16:creationId xmlns:a16="http://schemas.microsoft.com/office/drawing/2014/main" id="{E77887D6-A8B5-4BA0-BDE0-4CC2A5B99A13}"/>
              </a:ext>
            </a:extLst>
          </p:cNvPr>
          <p:cNvSpPr>
            <a:spLocks xmlns:a="http://schemas.openxmlformats.org/drawingml/2006/main" noGrp="1"/>
          </p:cNvSpPr>
          <p:nvPr/>
        </p:nvSpPr>
        <p:spPr>
          <a:xfrm xmlns:a="http://schemas.openxmlformats.org/drawingml/2006/main">
            <a:off x="14916150" y="3986213"/>
            <a:ext cx="323850" cy="19050"/>
          </a:xfrm>
          <a:custGeom xmlns:a="http://schemas.openxmlformats.org/drawingml/2006/main">
            <a:pathLst>
              <a:path w="323850" h="19050">
                <a:moveTo>
                  <a:pt x="323850" y="0"/>
                </a:moveTo>
                <a:lnTo>
                  <a:pt x="0" y="19050"/>
                </a:lnTo>
              </a:path>
            </a:pathLst>
          </a:custGeom>
          <a:noFill xmlns:a="http://schemas.openxmlformats.org/drawingml/2006/main"/>
          <a:ln xmlns:a="http://schemas.openxmlformats.org/drawingml/2006/main" w="19050">
            <a:solidFill>
              <a:srgbClr val="7155A4"/>
            </a:solidFill>
            <a:prstDash val="solid"/>
          </a:ln>
        </p:spPr>
      </p:sp>
      <p:sp>
        <p:nvSpPr>
          <p:cNvPr id="152" name="dp43-comparison / n147 / arrow">
            <a:extLst xmlns:a="http://schemas.openxmlformats.org/drawingml/2006/main">
              <a:ext uri="{FF2B5EF4-FFF2-40B4-BE49-F238E27FC236}">
                <a16:creationId xmlns:a16="http://schemas.microsoft.com/office/drawing/2014/main" id="{796EF363-7A86-4A61-852B-48FECB621376}"/>
              </a:ext>
            </a:extLst>
          </p:cNvPr>
          <p:cNvSpPr>
            <a:spLocks xmlns:a="http://schemas.openxmlformats.org/drawingml/2006/main" noGrp="1"/>
          </p:cNvSpPr>
          <p:nvPr/>
        </p:nvSpPr>
        <p:spPr>
          <a:xfrm xmlns:a="http://schemas.openxmlformats.org/drawingml/2006/main">
            <a:off x="14916150" y="3937248"/>
            <a:ext cx="125289" cy="121710"/>
          </a:xfrm>
          <a:custGeom xmlns:a="http://schemas.openxmlformats.org/drawingml/2006/main">
            <a:pathLst>
              <a:path w="125289" h="121710">
                <a:moveTo>
                  <a:pt x="118130" y="0"/>
                </a:moveTo>
                <a:lnTo>
                  <a:pt x="0" y="68014"/>
                </a:lnTo>
                <a:lnTo>
                  <a:pt x="125289" y="121710"/>
                </a:lnTo>
              </a:path>
            </a:pathLst>
          </a:custGeom>
          <a:noFill xmlns:a="http://schemas.openxmlformats.org/drawingml/2006/main"/>
          <a:ln xmlns:a="http://schemas.openxmlformats.org/drawingml/2006/main" w="24384">
            <a:solidFill>
              <a:srgbClr val="7155A4"/>
            </a:solidFill>
            <a:prstDash val="solid"/>
          </a:ln>
        </p:spPr>
      </p:sp>
      <p:sp>
        <p:nvSpPr>
          <p:cNvPr id="153" name="dp43-comparison / n148 / path">
            <a:extLst xmlns:a="http://schemas.openxmlformats.org/drawingml/2006/main">
              <a:ext uri="{FF2B5EF4-FFF2-40B4-BE49-F238E27FC236}">
                <a16:creationId xmlns:a16="http://schemas.microsoft.com/office/drawing/2014/main" id="{C2A54A6A-9D42-4FAE-9F10-D67FB8EE691B}"/>
              </a:ext>
            </a:extLst>
          </p:cNvPr>
          <p:cNvSpPr>
            <a:spLocks xmlns:a="http://schemas.openxmlformats.org/drawingml/2006/main" noGrp="1"/>
          </p:cNvSpPr>
          <p:nvPr/>
        </p:nvSpPr>
        <p:spPr>
          <a:xfrm xmlns:a="http://schemas.openxmlformats.org/drawingml/2006/main">
            <a:off x="14916150" y="4157663"/>
            <a:ext cx="323850" cy="19050"/>
          </a:xfrm>
          <a:custGeom xmlns:a="http://schemas.openxmlformats.org/drawingml/2006/main">
            <a:pathLst>
              <a:path w="323850" h="19050">
                <a:moveTo>
                  <a:pt x="0" y="19050"/>
                </a:moveTo>
                <a:lnTo>
                  <a:pt x="323850" y="0"/>
                </a:lnTo>
              </a:path>
            </a:pathLst>
          </a:custGeom>
          <a:noFill xmlns:a="http://schemas.openxmlformats.org/drawingml/2006/main"/>
          <a:ln xmlns:a="http://schemas.openxmlformats.org/drawingml/2006/main" w="19050">
            <a:solidFill>
              <a:srgbClr val="7155A4"/>
            </a:solidFill>
            <a:prstDash val="dash"/>
          </a:ln>
        </p:spPr>
      </p:sp>
      <p:sp>
        <p:nvSpPr>
          <p:cNvPr id="154" name="dp43-comparison / n148 / arrow">
            <a:extLst xmlns:a="http://schemas.openxmlformats.org/drawingml/2006/main">
              <a:ext uri="{FF2B5EF4-FFF2-40B4-BE49-F238E27FC236}">
                <a16:creationId xmlns:a16="http://schemas.microsoft.com/office/drawing/2014/main" id="{0247FA53-886B-49BE-B3CB-3DE2D1411E2C}"/>
              </a:ext>
            </a:extLst>
          </p:cNvPr>
          <p:cNvSpPr>
            <a:spLocks xmlns:a="http://schemas.openxmlformats.org/drawingml/2006/main" noGrp="1"/>
          </p:cNvSpPr>
          <p:nvPr/>
        </p:nvSpPr>
        <p:spPr>
          <a:xfrm xmlns:a="http://schemas.openxmlformats.org/drawingml/2006/main">
            <a:off x="15114711" y="4103967"/>
            <a:ext cx="125289" cy="121710"/>
          </a:xfrm>
          <a:custGeom xmlns:a="http://schemas.openxmlformats.org/drawingml/2006/main">
            <a:pathLst>
              <a:path w="125289" h="121710">
                <a:moveTo>
                  <a:pt x="7159" y="121710"/>
                </a:moveTo>
                <a:lnTo>
                  <a:pt x="125289" y="53695"/>
                </a:lnTo>
                <a:lnTo>
                  <a:pt x="0" y="0"/>
                </a:lnTo>
              </a:path>
            </a:pathLst>
          </a:custGeom>
          <a:noFill xmlns:a="http://schemas.openxmlformats.org/drawingml/2006/main"/>
          <a:ln xmlns:a="http://schemas.openxmlformats.org/drawingml/2006/main" w="24384">
            <a:solidFill>
              <a:srgbClr val="7155A4"/>
            </a:solidFill>
            <a:prstDash val="solid"/>
          </a:ln>
        </p:spPr>
      </p:sp>
      <p:sp>
        <p:nvSpPr>
          <p:cNvPr id="155" name="dp43-comparison / n149">
            <a:extLst xmlns:a="http://schemas.openxmlformats.org/drawingml/2006/main">
              <a:ext uri="{FF2B5EF4-FFF2-40B4-BE49-F238E27FC236}">
                <a16:creationId xmlns:a16="http://schemas.microsoft.com/office/drawing/2014/main" id="{15BB7B21-2A08-4542-AB5D-51654CA3407D}"/>
              </a:ext>
            </a:extLst>
          </p:cNvPr>
          <p:cNvSpPr>
            <a:spLocks xmlns:a="http://schemas.openxmlformats.org/drawingml/2006/main" noGrp="1"/>
          </p:cNvSpPr>
          <p:nvPr/>
        </p:nvSpPr>
        <p:spPr>
          <a:xfrm xmlns:a="http://schemas.openxmlformats.org/drawingml/2006/main">
            <a:off x="15240000" y="4524375"/>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56" name="dp43-comparison / n150 / text 1">
            <a:extLst xmlns:a="http://schemas.openxmlformats.org/drawingml/2006/main">
              <a:ext uri="{FF2B5EF4-FFF2-40B4-BE49-F238E27FC236}">
                <a16:creationId xmlns:a16="http://schemas.microsoft.com/office/drawing/2014/main" id="{4F88F384-C49A-4627-AFB5-029CBA50BE58}"/>
              </a:ext>
            </a:extLst>
          </p:cNvPr>
          <p:cNvSpPr>
            <a:spLocks xmlns:a="http://schemas.openxmlformats.org/drawingml/2006/main" noGrp="1"/>
          </p:cNvSpPr>
          <p:nvPr/>
        </p:nvSpPr>
        <p:spPr>
          <a:xfrm xmlns:a="http://schemas.openxmlformats.org/drawingml/2006/main">
            <a:off x="15325725" y="4518660"/>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Revision</a:t>
            </a:r>
          </a:p>
        </p:txBody>
      </p:sp>
      <p:sp>
        <p:nvSpPr>
          <p:cNvPr id="157" name="dp43-comparison / n150 / text 2">
            <a:extLst xmlns:a="http://schemas.openxmlformats.org/drawingml/2006/main">
              <a:ext uri="{FF2B5EF4-FFF2-40B4-BE49-F238E27FC236}">
                <a16:creationId xmlns:a16="http://schemas.microsoft.com/office/drawing/2014/main" id="{2196D395-C71B-424F-A3B6-B71FB9E99F45}"/>
              </a:ext>
            </a:extLst>
          </p:cNvPr>
          <p:cNvSpPr>
            <a:spLocks xmlns:a="http://schemas.openxmlformats.org/drawingml/2006/main" noGrp="1"/>
          </p:cNvSpPr>
          <p:nvPr/>
        </p:nvSpPr>
        <p:spPr>
          <a:xfrm xmlns:a="http://schemas.openxmlformats.org/drawingml/2006/main">
            <a:off x="15325725" y="4729163"/>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58" name="dp43-comparison / n153 / path">
            <a:extLst xmlns:a="http://schemas.openxmlformats.org/drawingml/2006/main">
              <a:ext uri="{FF2B5EF4-FFF2-40B4-BE49-F238E27FC236}">
                <a16:creationId xmlns:a16="http://schemas.microsoft.com/office/drawing/2014/main" id="{93BF6DA8-E630-4501-A901-BCDC73A8A860}"/>
              </a:ext>
            </a:extLst>
          </p:cNvPr>
          <p:cNvSpPr>
            <a:spLocks xmlns:a="http://schemas.openxmlformats.org/drawingml/2006/main" noGrp="1"/>
          </p:cNvSpPr>
          <p:nvPr/>
        </p:nvSpPr>
        <p:spPr>
          <a:xfrm xmlns:a="http://schemas.openxmlformats.org/drawingml/2006/main">
            <a:off x="14916150" y="4491038"/>
            <a:ext cx="323850" cy="152400"/>
          </a:xfrm>
          <a:custGeom xmlns:a="http://schemas.openxmlformats.org/drawingml/2006/main">
            <a:pathLst>
              <a:path w="323850" h="152400">
                <a:moveTo>
                  <a:pt x="323850" y="152400"/>
                </a:moveTo>
                <a:lnTo>
                  <a:pt x="0" y="0"/>
                </a:lnTo>
              </a:path>
            </a:pathLst>
          </a:custGeom>
          <a:noFill xmlns:a="http://schemas.openxmlformats.org/drawingml/2006/main"/>
          <a:ln xmlns:a="http://schemas.openxmlformats.org/drawingml/2006/main" w="19050">
            <a:solidFill>
              <a:srgbClr val="7155A4"/>
            </a:solidFill>
            <a:prstDash val="solid"/>
          </a:ln>
        </p:spPr>
      </p:sp>
      <p:sp>
        <p:nvSpPr>
          <p:cNvPr id="159" name="dp43-comparison / n153 / arrow">
            <a:extLst xmlns:a="http://schemas.openxmlformats.org/drawingml/2006/main">
              <a:ext uri="{FF2B5EF4-FFF2-40B4-BE49-F238E27FC236}">
                <a16:creationId xmlns:a16="http://schemas.microsoft.com/office/drawing/2014/main" id="{2A4771B0-B29F-4AEF-9BD3-34FE1F94F9A5}"/>
              </a:ext>
            </a:extLst>
          </p:cNvPr>
          <p:cNvSpPr>
            <a:spLocks xmlns:a="http://schemas.openxmlformats.org/drawingml/2006/main" noGrp="1"/>
          </p:cNvSpPr>
          <p:nvPr/>
        </p:nvSpPr>
        <p:spPr>
          <a:xfrm xmlns:a="http://schemas.openxmlformats.org/drawingml/2006/main">
            <a:off x="14916150" y="4487793"/>
            <a:ext cx="136272" cy="110315"/>
          </a:xfrm>
          <a:custGeom xmlns:a="http://schemas.openxmlformats.org/drawingml/2006/main">
            <a:pathLst>
              <a:path w="136272" h="110315">
                <a:moveTo>
                  <a:pt x="136272" y="0"/>
                </a:moveTo>
                <a:lnTo>
                  <a:pt x="0" y="3245"/>
                </a:lnTo>
                <a:lnTo>
                  <a:pt x="84359" y="110315"/>
                </a:lnTo>
              </a:path>
            </a:pathLst>
          </a:custGeom>
          <a:noFill xmlns:a="http://schemas.openxmlformats.org/drawingml/2006/main"/>
          <a:ln xmlns:a="http://schemas.openxmlformats.org/drawingml/2006/main" w="24384">
            <a:solidFill>
              <a:srgbClr val="7155A4"/>
            </a:solidFill>
            <a:prstDash val="solid"/>
          </a:ln>
        </p:spPr>
      </p:sp>
      <p:sp>
        <p:nvSpPr>
          <p:cNvPr id="160" name="dp43-comparison / n154 / path">
            <a:extLst xmlns:a="http://schemas.openxmlformats.org/drawingml/2006/main">
              <a:ext uri="{FF2B5EF4-FFF2-40B4-BE49-F238E27FC236}">
                <a16:creationId xmlns:a16="http://schemas.microsoft.com/office/drawing/2014/main" id="{41BAF96C-986B-4816-87B5-50F74B94F1C6}"/>
              </a:ext>
            </a:extLst>
          </p:cNvPr>
          <p:cNvSpPr>
            <a:spLocks xmlns:a="http://schemas.openxmlformats.org/drawingml/2006/main" noGrp="1"/>
          </p:cNvSpPr>
          <p:nvPr/>
        </p:nvSpPr>
        <p:spPr>
          <a:xfrm xmlns:a="http://schemas.openxmlformats.org/drawingml/2006/main">
            <a:off x="14916150" y="4662488"/>
            <a:ext cx="323850" cy="152400"/>
          </a:xfrm>
          <a:custGeom xmlns:a="http://schemas.openxmlformats.org/drawingml/2006/main">
            <a:pathLst>
              <a:path w="323850" h="152400">
                <a:moveTo>
                  <a:pt x="0" y="0"/>
                </a:moveTo>
                <a:lnTo>
                  <a:pt x="323850" y="152400"/>
                </a:lnTo>
              </a:path>
            </a:pathLst>
          </a:custGeom>
          <a:noFill xmlns:a="http://schemas.openxmlformats.org/drawingml/2006/main"/>
          <a:ln xmlns:a="http://schemas.openxmlformats.org/drawingml/2006/main" w="19050">
            <a:solidFill>
              <a:srgbClr val="7155A4"/>
            </a:solidFill>
            <a:prstDash val="dash"/>
          </a:ln>
        </p:spPr>
      </p:sp>
      <p:sp>
        <p:nvSpPr>
          <p:cNvPr id="161" name="dp43-comparison / n154 / arrow">
            <a:extLst xmlns:a="http://schemas.openxmlformats.org/drawingml/2006/main">
              <a:ext uri="{FF2B5EF4-FFF2-40B4-BE49-F238E27FC236}">
                <a16:creationId xmlns:a16="http://schemas.microsoft.com/office/drawing/2014/main" id="{C95F8F80-CD0A-40F8-AAE9-BA340B24443B}"/>
              </a:ext>
            </a:extLst>
          </p:cNvPr>
          <p:cNvSpPr>
            <a:spLocks xmlns:a="http://schemas.openxmlformats.org/drawingml/2006/main" noGrp="1"/>
          </p:cNvSpPr>
          <p:nvPr/>
        </p:nvSpPr>
        <p:spPr>
          <a:xfrm xmlns:a="http://schemas.openxmlformats.org/drawingml/2006/main">
            <a:off x="15103728" y="4707817"/>
            <a:ext cx="136272" cy="110315"/>
          </a:xfrm>
          <a:custGeom xmlns:a="http://schemas.openxmlformats.org/drawingml/2006/main">
            <a:pathLst>
              <a:path w="136272" h="110315">
                <a:moveTo>
                  <a:pt x="0" y="110315"/>
                </a:moveTo>
                <a:lnTo>
                  <a:pt x="136272" y="107071"/>
                </a:lnTo>
                <a:lnTo>
                  <a:pt x="51913" y="0"/>
                </a:lnTo>
              </a:path>
            </a:pathLst>
          </a:custGeom>
          <a:noFill xmlns:a="http://schemas.openxmlformats.org/drawingml/2006/main"/>
          <a:ln xmlns:a="http://schemas.openxmlformats.org/drawingml/2006/main" w="24384">
            <a:solidFill>
              <a:srgbClr val="7155A4"/>
            </a:solidFill>
            <a:prstDash val="solid"/>
          </a:ln>
        </p:spPr>
      </p:sp>
      <p:sp>
        <p:nvSpPr>
          <p:cNvPr id="162" name="dp43-comparison / n155">
            <a:extLst xmlns:a="http://schemas.openxmlformats.org/drawingml/2006/main">
              <a:ext uri="{FF2B5EF4-FFF2-40B4-BE49-F238E27FC236}">
                <a16:creationId xmlns:a16="http://schemas.microsoft.com/office/drawing/2014/main" id="{0EC0449E-68D9-40A6-ACF9-8E9BCB19CCF6}"/>
              </a:ext>
            </a:extLst>
          </p:cNvPr>
          <p:cNvSpPr>
            <a:spLocks xmlns:a="http://schemas.openxmlformats.org/drawingml/2006/main" noGrp="1"/>
          </p:cNvSpPr>
          <p:nvPr/>
        </p:nvSpPr>
        <p:spPr>
          <a:xfrm xmlns:a="http://schemas.openxmlformats.org/drawingml/2006/main">
            <a:off x="15240000" y="518160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63" name="dp43-comparison / n156 / text 1">
            <a:extLst xmlns:a="http://schemas.openxmlformats.org/drawingml/2006/main">
              <a:ext uri="{FF2B5EF4-FFF2-40B4-BE49-F238E27FC236}">
                <a16:creationId xmlns:a16="http://schemas.microsoft.com/office/drawing/2014/main" id="{6502A7E6-8A8A-4ACF-A7C5-0D28433397E9}"/>
              </a:ext>
            </a:extLst>
          </p:cNvPr>
          <p:cNvSpPr>
            <a:spLocks xmlns:a="http://schemas.openxmlformats.org/drawingml/2006/main" noGrp="1"/>
          </p:cNvSpPr>
          <p:nvPr/>
        </p:nvSpPr>
        <p:spPr>
          <a:xfrm xmlns:a="http://schemas.openxmlformats.org/drawingml/2006/main">
            <a:off x="15325725" y="517588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Handling</a:t>
            </a:r>
          </a:p>
        </p:txBody>
      </p:sp>
      <p:sp>
        <p:nvSpPr>
          <p:cNvPr id="164" name="dp43-comparison / n156 / text 2">
            <a:extLst xmlns:a="http://schemas.openxmlformats.org/drawingml/2006/main">
              <a:ext uri="{FF2B5EF4-FFF2-40B4-BE49-F238E27FC236}">
                <a16:creationId xmlns:a16="http://schemas.microsoft.com/office/drawing/2014/main" id="{B2843BEA-5D02-4E3C-9889-AADE9B46B1DE}"/>
              </a:ext>
            </a:extLst>
          </p:cNvPr>
          <p:cNvSpPr>
            <a:spLocks xmlns:a="http://schemas.openxmlformats.org/drawingml/2006/main" noGrp="1"/>
          </p:cNvSpPr>
          <p:nvPr/>
        </p:nvSpPr>
        <p:spPr>
          <a:xfrm xmlns:a="http://schemas.openxmlformats.org/drawingml/2006/main">
            <a:off x="15325725" y="538638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65" name="dp43-comparison / n159 / path">
            <a:extLst xmlns:a="http://schemas.openxmlformats.org/drawingml/2006/main">
              <a:ext uri="{FF2B5EF4-FFF2-40B4-BE49-F238E27FC236}">
                <a16:creationId xmlns:a16="http://schemas.microsoft.com/office/drawing/2014/main" id="{6C5DB757-6F10-41FD-B270-99BED1CA1A37}"/>
              </a:ext>
            </a:extLst>
          </p:cNvPr>
          <p:cNvSpPr>
            <a:spLocks xmlns:a="http://schemas.openxmlformats.org/drawingml/2006/main" noGrp="1"/>
          </p:cNvSpPr>
          <p:nvPr/>
        </p:nvSpPr>
        <p:spPr>
          <a:xfrm xmlns:a="http://schemas.openxmlformats.org/drawingml/2006/main">
            <a:off x="14916150" y="4976813"/>
            <a:ext cx="323850" cy="323850"/>
          </a:xfrm>
          <a:custGeom xmlns:a="http://schemas.openxmlformats.org/drawingml/2006/main">
            <a:pathLst>
              <a:path w="323850" h="323850">
                <a:moveTo>
                  <a:pt x="323850" y="323850"/>
                </a:moveTo>
                <a:lnTo>
                  <a:pt x="0" y="0"/>
                </a:lnTo>
              </a:path>
            </a:pathLst>
          </a:custGeom>
          <a:noFill xmlns:a="http://schemas.openxmlformats.org/drawingml/2006/main"/>
          <a:ln xmlns:a="http://schemas.openxmlformats.org/drawingml/2006/main" w="19050">
            <a:solidFill>
              <a:srgbClr val="7155A4"/>
            </a:solidFill>
            <a:prstDash val="solid"/>
          </a:ln>
        </p:spPr>
      </p:sp>
      <p:sp>
        <p:nvSpPr>
          <p:cNvPr id="166" name="dp43-comparison / n159 / arrow">
            <a:extLst xmlns:a="http://schemas.openxmlformats.org/drawingml/2006/main">
              <a:ext uri="{FF2B5EF4-FFF2-40B4-BE49-F238E27FC236}">
                <a16:creationId xmlns:a16="http://schemas.microsoft.com/office/drawing/2014/main" id="{952540C5-25DB-43C8-B72C-0A10036F4F80}"/>
              </a:ext>
            </a:extLst>
          </p:cNvPr>
          <p:cNvSpPr>
            <a:spLocks xmlns:a="http://schemas.openxmlformats.org/drawingml/2006/main" noGrp="1"/>
          </p:cNvSpPr>
          <p:nvPr/>
        </p:nvSpPr>
        <p:spPr>
          <a:xfrm xmlns:a="http://schemas.openxmlformats.org/drawingml/2006/main">
            <a:off x="14916150" y="4976813"/>
            <a:ext cx="129316" cy="129316"/>
          </a:xfrm>
          <a:custGeom xmlns:a="http://schemas.openxmlformats.org/drawingml/2006/main">
            <a:pathLst>
              <a:path w="129316" h="129316">
                <a:moveTo>
                  <a:pt x="129316" y="43105"/>
                </a:moveTo>
                <a:lnTo>
                  <a:pt x="0" y="0"/>
                </a:lnTo>
                <a:lnTo>
                  <a:pt x="43105" y="129316"/>
                </a:lnTo>
              </a:path>
            </a:pathLst>
          </a:custGeom>
          <a:noFill xmlns:a="http://schemas.openxmlformats.org/drawingml/2006/main"/>
          <a:ln xmlns:a="http://schemas.openxmlformats.org/drawingml/2006/main" w="24384">
            <a:solidFill>
              <a:srgbClr val="7155A4"/>
            </a:solidFill>
            <a:prstDash val="solid"/>
          </a:ln>
        </p:spPr>
      </p:sp>
      <p:sp>
        <p:nvSpPr>
          <p:cNvPr id="167" name="dp43-comparison / n160 / path">
            <a:extLst xmlns:a="http://schemas.openxmlformats.org/drawingml/2006/main">
              <a:ext uri="{FF2B5EF4-FFF2-40B4-BE49-F238E27FC236}">
                <a16:creationId xmlns:a16="http://schemas.microsoft.com/office/drawing/2014/main" id="{4BD65947-07E5-4750-A07D-3DE421A9EEC6}"/>
              </a:ext>
            </a:extLst>
          </p:cNvPr>
          <p:cNvSpPr>
            <a:spLocks xmlns:a="http://schemas.openxmlformats.org/drawingml/2006/main" noGrp="1"/>
          </p:cNvSpPr>
          <p:nvPr/>
        </p:nvSpPr>
        <p:spPr>
          <a:xfrm xmlns:a="http://schemas.openxmlformats.org/drawingml/2006/main">
            <a:off x="14916150" y="5148263"/>
            <a:ext cx="323850" cy="323850"/>
          </a:xfrm>
          <a:custGeom xmlns:a="http://schemas.openxmlformats.org/drawingml/2006/main">
            <a:pathLst>
              <a:path w="323850" h="323850">
                <a:moveTo>
                  <a:pt x="0" y="0"/>
                </a:moveTo>
                <a:lnTo>
                  <a:pt x="323850" y="323850"/>
                </a:lnTo>
              </a:path>
            </a:pathLst>
          </a:custGeom>
          <a:noFill xmlns:a="http://schemas.openxmlformats.org/drawingml/2006/main"/>
          <a:ln xmlns:a="http://schemas.openxmlformats.org/drawingml/2006/main" w="19050">
            <a:solidFill>
              <a:srgbClr val="7155A4"/>
            </a:solidFill>
            <a:prstDash val="dash"/>
          </a:ln>
        </p:spPr>
      </p:sp>
      <p:sp>
        <p:nvSpPr>
          <p:cNvPr id="168" name="dp43-comparison / n160 / arrow">
            <a:extLst xmlns:a="http://schemas.openxmlformats.org/drawingml/2006/main">
              <a:ext uri="{FF2B5EF4-FFF2-40B4-BE49-F238E27FC236}">
                <a16:creationId xmlns:a16="http://schemas.microsoft.com/office/drawing/2014/main" id="{FFD289AF-5B8B-4E69-A974-0B89C6F3654E}"/>
              </a:ext>
            </a:extLst>
          </p:cNvPr>
          <p:cNvSpPr>
            <a:spLocks xmlns:a="http://schemas.openxmlformats.org/drawingml/2006/main" noGrp="1"/>
          </p:cNvSpPr>
          <p:nvPr/>
        </p:nvSpPr>
        <p:spPr>
          <a:xfrm xmlns:a="http://schemas.openxmlformats.org/drawingml/2006/main">
            <a:off x="15110684" y="5342797"/>
            <a:ext cx="129316" cy="129316"/>
          </a:xfrm>
          <a:custGeom xmlns:a="http://schemas.openxmlformats.org/drawingml/2006/main">
            <a:pathLst>
              <a:path w="129316" h="129316">
                <a:moveTo>
                  <a:pt x="0" y="86210"/>
                </a:moveTo>
                <a:lnTo>
                  <a:pt x="129316" y="129316"/>
                </a:lnTo>
                <a:lnTo>
                  <a:pt x="86210" y="0"/>
                </a:lnTo>
              </a:path>
            </a:pathLst>
          </a:custGeom>
          <a:noFill xmlns:a="http://schemas.openxmlformats.org/drawingml/2006/main"/>
          <a:ln xmlns:a="http://schemas.openxmlformats.org/drawingml/2006/main" w="24384">
            <a:solidFill>
              <a:srgbClr val="7155A4"/>
            </a:solidFill>
            <a:prstDash val="solid"/>
          </a:ln>
        </p:spPr>
      </p:sp>
      <p:sp>
        <p:nvSpPr>
          <p:cNvPr id="169" name="dp43-comparison / n161 / path">
            <a:extLst xmlns:a="http://schemas.openxmlformats.org/drawingml/2006/main">
              <a:ext uri="{FF2B5EF4-FFF2-40B4-BE49-F238E27FC236}">
                <a16:creationId xmlns:a16="http://schemas.microsoft.com/office/drawing/2014/main" id="{A8047B0C-0235-48D0-BDC9-442F689E574A}"/>
              </a:ext>
            </a:extLst>
          </p:cNvPr>
          <p:cNvSpPr>
            <a:spLocks xmlns:a="http://schemas.openxmlformats.org/drawingml/2006/main" noGrp="1"/>
          </p:cNvSpPr>
          <p:nvPr/>
        </p:nvSpPr>
        <p:spPr>
          <a:xfrm xmlns:a="http://schemas.openxmlformats.org/drawingml/2006/main">
            <a:off x="13773150" y="3038475"/>
            <a:ext cx="1247775" cy="828675"/>
          </a:xfrm>
          <a:custGeom xmlns:a="http://schemas.openxmlformats.org/drawingml/2006/main">
            <a:pathLst>
              <a:path w="1247775" h="828675">
                <a:moveTo>
                  <a:pt x="1104900" y="0"/>
                </a:moveTo>
                <a:lnTo>
                  <a:pt x="1104900" y="266700"/>
                </a:lnTo>
                <a:lnTo>
                  <a:pt x="1247775" y="266700"/>
                </a:lnTo>
                <a:lnTo>
                  <a:pt x="1247775" y="781050"/>
                </a:lnTo>
                <a:lnTo>
                  <a:pt x="0" y="781050"/>
                </a:lnTo>
                <a:lnTo>
                  <a:pt x="0" y="828675"/>
                </a:lnTo>
              </a:path>
            </a:pathLst>
          </a:custGeom>
          <a:noFill xmlns:a="http://schemas.openxmlformats.org/drawingml/2006/main"/>
          <a:ln xmlns:a="http://schemas.openxmlformats.org/drawingml/2006/main" w="19050">
            <a:solidFill>
              <a:srgbClr val="7155A4"/>
            </a:solidFill>
            <a:prstDash val="solid"/>
          </a:ln>
        </p:spPr>
      </p:sp>
      <p:sp>
        <p:nvSpPr>
          <p:cNvPr id="170" name="dp43-comparison / n161 / arrow">
            <a:extLst xmlns:a="http://schemas.openxmlformats.org/drawingml/2006/main">
              <a:ext uri="{FF2B5EF4-FFF2-40B4-BE49-F238E27FC236}">
                <a16:creationId xmlns:a16="http://schemas.microsoft.com/office/drawing/2014/main" id="{8E3B377A-F05C-4E50-AD2A-B7634AA1E36D}"/>
              </a:ext>
            </a:extLst>
          </p:cNvPr>
          <p:cNvSpPr>
            <a:spLocks xmlns:a="http://schemas.openxmlformats.org/drawingml/2006/main" noGrp="1"/>
          </p:cNvSpPr>
          <p:nvPr/>
        </p:nvSpPr>
        <p:spPr>
          <a:xfrm xmlns:a="http://schemas.openxmlformats.org/drawingml/2006/main">
            <a:off x="13712190" y="3745230"/>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71" name="dp43-comparison / n162 / path">
            <a:extLst xmlns:a="http://schemas.openxmlformats.org/drawingml/2006/main">
              <a:ext uri="{FF2B5EF4-FFF2-40B4-BE49-F238E27FC236}">
                <a16:creationId xmlns:a16="http://schemas.microsoft.com/office/drawing/2014/main" id="{CB60EB7E-84FA-4AB8-A3F0-B11BB9C72456}"/>
              </a:ext>
            </a:extLst>
          </p:cNvPr>
          <p:cNvSpPr>
            <a:spLocks xmlns:a="http://schemas.openxmlformats.org/drawingml/2006/main" noGrp="1"/>
          </p:cNvSpPr>
          <p:nvPr/>
        </p:nvSpPr>
        <p:spPr>
          <a:xfrm xmlns:a="http://schemas.openxmlformats.org/drawingml/2006/main">
            <a:off x="13773150" y="5286375"/>
            <a:ext cx="953" cy="114300"/>
          </a:xfrm>
          <a:custGeom xmlns:a="http://schemas.openxmlformats.org/drawingml/2006/main">
            <a:pathLst>
              <a:path w="953" h="114300">
                <a:moveTo>
                  <a:pt x="0" y="0"/>
                </a:moveTo>
                <a:lnTo>
                  <a:pt x="0" y="114300"/>
                </a:lnTo>
              </a:path>
            </a:pathLst>
          </a:custGeom>
          <a:noFill xmlns:a="http://schemas.openxmlformats.org/drawingml/2006/main"/>
          <a:ln xmlns:a="http://schemas.openxmlformats.org/drawingml/2006/main" w="19050">
            <a:solidFill>
              <a:srgbClr val="7155A4"/>
            </a:solidFill>
            <a:prstDash val="solid"/>
          </a:ln>
        </p:spPr>
      </p:sp>
      <p:sp>
        <p:nvSpPr>
          <p:cNvPr id="172" name="dp43-comparison / n162 / arrow">
            <a:extLst xmlns:a="http://schemas.openxmlformats.org/drawingml/2006/main">
              <a:ext uri="{FF2B5EF4-FFF2-40B4-BE49-F238E27FC236}">
                <a16:creationId xmlns:a16="http://schemas.microsoft.com/office/drawing/2014/main" id="{30AFB217-110A-443A-8ADB-281319B87699}"/>
              </a:ext>
            </a:extLst>
          </p:cNvPr>
          <p:cNvSpPr>
            <a:spLocks xmlns:a="http://schemas.openxmlformats.org/drawingml/2006/main" noGrp="1"/>
          </p:cNvSpPr>
          <p:nvPr/>
        </p:nvSpPr>
        <p:spPr>
          <a:xfrm xmlns:a="http://schemas.openxmlformats.org/drawingml/2006/main">
            <a:off x="13712190" y="527875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73" name="dp43-comparison / n163 / path">
            <a:extLst xmlns:a="http://schemas.openxmlformats.org/drawingml/2006/main">
              <a:ext uri="{FF2B5EF4-FFF2-40B4-BE49-F238E27FC236}">
                <a16:creationId xmlns:a16="http://schemas.microsoft.com/office/drawing/2014/main" id="{4B709071-6841-47FA-93E5-0DB7DA4755D1}"/>
              </a:ext>
            </a:extLst>
          </p:cNvPr>
          <p:cNvSpPr>
            <a:spLocks xmlns:a="http://schemas.openxmlformats.org/drawingml/2006/main" noGrp="1"/>
          </p:cNvSpPr>
          <p:nvPr/>
        </p:nvSpPr>
        <p:spPr>
          <a:xfrm xmlns:a="http://schemas.openxmlformats.org/drawingml/2006/main">
            <a:off x="9944100" y="3038475"/>
            <a:ext cx="7791450" cy="742950"/>
          </a:xfrm>
          <a:custGeom xmlns:a="http://schemas.openxmlformats.org/drawingml/2006/main">
            <a:pathLst>
              <a:path w="7791450" h="742950">
                <a:moveTo>
                  <a:pt x="0" y="742950"/>
                </a:moveTo>
                <a:lnTo>
                  <a:pt x="7791450" y="742950"/>
                </a:lnTo>
                <a:lnTo>
                  <a:pt x="7791450" y="266700"/>
                </a:lnTo>
                <a:lnTo>
                  <a:pt x="6743700" y="266700"/>
                </a:lnTo>
                <a:lnTo>
                  <a:pt x="6743700" y="0"/>
                </a:lnTo>
              </a:path>
            </a:pathLst>
          </a:custGeom>
          <a:noFill xmlns:a="http://schemas.openxmlformats.org/drawingml/2006/main"/>
          <a:ln xmlns:a="http://schemas.openxmlformats.org/drawingml/2006/main" w="19050">
            <a:solidFill>
              <a:srgbClr val="5F6B77"/>
            </a:solidFill>
            <a:prstDash val="dash"/>
          </a:ln>
        </p:spPr>
      </p:sp>
      <p:sp>
        <p:nvSpPr>
          <p:cNvPr id="174" name="dp43-comparison / n163 / arrow">
            <a:extLst xmlns:a="http://schemas.openxmlformats.org/drawingml/2006/main">
              <a:ext uri="{FF2B5EF4-FFF2-40B4-BE49-F238E27FC236}">
                <a16:creationId xmlns:a16="http://schemas.microsoft.com/office/drawing/2014/main" id="{9885B000-F079-461F-8828-357AB5561067}"/>
              </a:ext>
            </a:extLst>
          </p:cNvPr>
          <p:cNvSpPr>
            <a:spLocks xmlns:a="http://schemas.openxmlformats.org/drawingml/2006/main" noGrp="1"/>
          </p:cNvSpPr>
          <p:nvPr/>
        </p:nvSpPr>
        <p:spPr>
          <a:xfrm xmlns:a="http://schemas.openxmlformats.org/drawingml/2006/main">
            <a:off x="16626840" y="3038475"/>
            <a:ext cx="121920" cy="121920"/>
          </a:xfrm>
          <a:custGeom xmlns:a="http://schemas.openxmlformats.org/drawingml/2006/main">
            <a:pathLst>
              <a:path w="121920" h="121920">
                <a:moveTo>
                  <a:pt x="121920" y="121920"/>
                </a:moveTo>
                <a:lnTo>
                  <a:pt x="60960" y="0"/>
                </a:lnTo>
                <a:lnTo>
                  <a:pt x="0" y="121920"/>
                </a:lnTo>
              </a:path>
            </a:pathLst>
          </a:custGeom>
          <a:noFill xmlns:a="http://schemas.openxmlformats.org/drawingml/2006/main"/>
          <a:ln xmlns:a="http://schemas.openxmlformats.org/drawingml/2006/main" w="24384">
            <a:solidFill>
              <a:srgbClr val="5F6B77"/>
            </a:solidFill>
            <a:prstDash val="solid"/>
          </a:ln>
        </p:spPr>
      </p:sp>
      <p:sp>
        <p:nvSpPr>
          <p:cNvPr id="175" name="dp43-comparison / n164 / path">
            <a:extLst xmlns:a="http://schemas.openxmlformats.org/drawingml/2006/main">
              <a:ext uri="{FF2B5EF4-FFF2-40B4-BE49-F238E27FC236}">
                <a16:creationId xmlns:a16="http://schemas.microsoft.com/office/drawing/2014/main" id="{99BED5CE-B02E-4D61-841D-3FCA1C3F0D69}"/>
              </a:ext>
            </a:extLst>
          </p:cNvPr>
          <p:cNvSpPr>
            <a:spLocks xmlns:a="http://schemas.openxmlformats.org/drawingml/2006/main" noGrp="1"/>
          </p:cNvSpPr>
          <p:nvPr/>
        </p:nvSpPr>
        <p:spPr>
          <a:xfrm xmlns:a="http://schemas.openxmlformats.org/drawingml/2006/main">
            <a:off x="9944100" y="3781425"/>
            <a:ext cx="95250" cy="290513"/>
          </a:xfrm>
          <a:custGeom xmlns:a="http://schemas.openxmlformats.org/drawingml/2006/main">
            <a:pathLst>
              <a:path w="95250" h="290513">
                <a:moveTo>
                  <a:pt x="95250" y="290513"/>
                </a:moveTo>
                <a:lnTo>
                  <a:pt x="0" y="290513"/>
                </a:lnTo>
                <a:lnTo>
                  <a:pt x="0" y="0"/>
                </a:lnTo>
              </a:path>
            </a:pathLst>
          </a:custGeom>
          <a:noFill xmlns:a="http://schemas.openxmlformats.org/drawingml/2006/main"/>
          <a:ln xmlns:a="http://schemas.openxmlformats.org/drawingml/2006/main" w="19050">
            <a:solidFill>
              <a:srgbClr val="5F6B77"/>
            </a:solidFill>
            <a:prstDash val="dash"/>
          </a:ln>
        </p:spPr>
      </p:sp>
      <p:sp>
        <p:nvSpPr>
          <p:cNvPr id="176" name="dp43-comparison / n165 / path">
            <a:extLst xmlns:a="http://schemas.openxmlformats.org/drawingml/2006/main">
              <a:ext uri="{FF2B5EF4-FFF2-40B4-BE49-F238E27FC236}">
                <a16:creationId xmlns:a16="http://schemas.microsoft.com/office/drawing/2014/main" id="{A46318C1-90A6-4DDB-A07C-2995691A665B}"/>
              </a:ext>
            </a:extLst>
          </p:cNvPr>
          <p:cNvSpPr>
            <a:spLocks xmlns:a="http://schemas.openxmlformats.org/drawingml/2006/main" noGrp="1"/>
          </p:cNvSpPr>
          <p:nvPr/>
        </p:nvSpPr>
        <p:spPr>
          <a:xfrm xmlns:a="http://schemas.openxmlformats.org/drawingml/2006/main">
            <a:off x="9944100" y="3781425"/>
            <a:ext cx="95250" cy="947738"/>
          </a:xfrm>
          <a:custGeom xmlns:a="http://schemas.openxmlformats.org/drawingml/2006/main">
            <a:pathLst>
              <a:path w="95250" h="947738">
                <a:moveTo>
                  <a:pt x="95250" y="947738"/>
                </a:moveTo>
                <a:lnTo>
                  <a:pt x="0" y="947738"/>
                </a:lnTo>
                <a:lnTo>
                  <a:pt x="0" y="0"/>
                </a:lnTo>
              </a:path>
            </a:pathLst>
          </a:custGeom>
          <a:noFill xmlns:a="http://schemas.openxmlformats.org/drawingml/2006/main"/>
          <a:ln xmlns:a="http://schemas.openxmlformats.org/drawingml/2006/main" w="19050">
            <a:solidFill>
              <a:srgbClr val="5F6B77"/>
            </a:solidFill>
            <a:prstDash val="dash"/>
          </a:ln>
        </p:spPr>
      </p:sp>
      <p:sp>
        <p:nvSpPr>
          <p:cNvPr id="177" name="dp43-comparison / n166 / path">
            <a:extLst xmlns:a="http://schemas.openxmlformats.org/drawingml/2006/main">
              <a:ext uri="{FF2B5EF4-FFF2-40B4-BE49-F238E27FC236}">
                <a16:creationId xmlns:a16="http://schemas.microsoft.com/office/drawing/2014/main" id="{B25EFED7-BC5C-4496-8AFC-474203337656}"/>
              </a:ext>
            </a:extLst>
          </p:cNvPr>
          <p:cNvSpPr>
            <a:spLocks xmlns:a="http://schemas.openxmlformats.org/drawingml/2006/main" noGrp="1"/>
          </p:cNvSpPr>
          <p:nvPr/>
        </p:nvSpPr>
        <p:spPr>
          <a:xfrm xmlns:a="http://schemas.openxmlformats.org/drawingml/2006/main">
            <a:off x="9944100" y="3781425"/>
            <a:ext cx="95250" cy="1604963"/>
          </a:xfrm>
          <a:custGeom xmlns:a="http://schemas.openxmlformats.org/drawingml/2006/main">
            <a:pathLst>
              <a:path w="95250" h="1604963">
                <a:moveTo>
                  <a:pt x="95250" y="1604963"/>
                </a:moveTo>
                <a:lnTo>
                  <a:pt x="0" y="1604963"/>
                </a:lnTo>
                <a:lnTo>
                  <a:pt x="0" y="0"/>
                </a:lnTo>
              </a:path>
            </a:pathLst>
          </a:custGeom>
          <a:noFill xmlns:a="http://schemas.openxmlformats.org/drawingml/2006/main"/>
          <a:ln xmlns:a="http://schemas.openxmlformats.org/drawingml/2006/main" w="19050">
            <a:solidFill>
              <a:srgbClr val="5F6B77"/>
            </a:solidFill>
            <a:prstDash val="dash"/>
          </a:ln>
        </p:spPr>
      </p:sp>
      <p:sp>
        <p:nvSpPr>
          <p:cNvPr id="178" name="dp43-comparison / n167 / path">
            <a:extLst xmlns:a="http://schemas.openxmlformats.org/drawingml/2006/main">
              <a:ext uri="{FF2B5EF4-FFF2-40B4-BE49-F238E27FC236}">
                <a16:creationId xmlns:a16="http://schemas.microsoft.com/office/drawing/2014/main" id="{F4A0C98D-DE60-4B4C-8304-8335C74FBFA1}"/>
              </a:ext>
            </a:extLst>
          </p:cNvPr>
          <p:cNvSpPr>
            <a:spLocks xmlns:a="http://schemas.openxmlformats.org/drawingml/2006/main" noGrp="1"/>
          </p:cNvSpPr>
          <p:nvPr/>
        </p:nvSpPr>
        <p:spPr>
          <a:xfrm xmlns:a="http://schemas.openxmlformats.org/drawingml/2006/main">
            <a:off x="17487900" y="3781425"/>
            <a:ext cx="247650" cy="290513"/>
          </a:xfrm>
          <a:custGeom xmlns:a="http://schemas.openxmlformats.org/drawingml/2006/main">
            <a:pathLst>
              <a:path w="247650" h="290513">
                <a:moveTo>
                  <a:pt x="0" y="290513"/>
                </a:moveTo>
                <a:lnTo>
                  <a:pt x="247650" y="290513"/>
                </a:lnTo>
                <a:lnTo>
                  <a:pt x="247650" y="0"/>
                </a:lnTo>
              </a:path>
            </a:pathLst>
          </a:custGeom>
          <a:noFill xmlns:a="http://schemas.openxmlformats.org/drawingml/2006/main"/>
          <a:ln xmlns:a="http://schemas.openxmlformats.org/drawingml/2006/main" w="19050">
            <a:solidFill>
              <a:srgbClr val="5F6B77"/>
            </a:solidFill>
            <a:prstDash val="dash"/>
          </a:ln>
        </p:spPr>
      </p:sp>
      <p:sp>
        <p:nvSpPr>
          <p:cNvPr id="179" name="dp43-comparison / n168 / path">
            <a:extLst xmlns:a="http://schemas.openxmlformats.org/drawingml/2006/main">
              <a:ext uri="{FF2B5EF4-FFF2-40B4-BE49-F238E27FC236}">
                <a16:creationId xmlns:a16="http://schemas.microsoft.com/office/drawing/2014/main" id="{F6939EA8-03A9-4FD2-8674-4E559F5C9B71}"/>
              </a:ext>
            </a:extLst>
          </p:cNvPr>
          <p:cNvSpPr>
            <a:spLocks xmlns:a="http://schemas.openxmlformats.org/drawingml/2006/main" noGrp="1"/>
          </p:cNvSpPr>
          <p:nvPr/>
        </p:nvSpPr>
        <p:spPr>
          <a:xfrm xmlns:a="http://schemas.openxmlformats.org/drawingml/2006/main">
            <a:off x="17487900" y="3781425"/>
            <a:ext cx="247650" cy="947738"/>
          </a:xfrm>
          <a:custGeom xmlns:a="http://schemas.openxmlformats.org/drawingml/2006/main">
            <a:pathLst>
              <a:path w="247650" h="947738">
                <a:moveTo>
                  <a:pt x="0" y="947738"/>
                </a:moveTo>
                <a:lnTo>
                  <a:pt x="247650" y="947738"/>
                </a:lnTo>
                <a:lnTo>
                  <a:pt x="247650" y="0"/>
                </a:lnTo>
              </a:path>
            </a:pathLst>
          </a:custGeom>
          <a:noFill xmlns:a="http://schemas.openxmlformats.org/drawingml/2006/main"/>
          <a:ln xmlns:a="http://schemas.openxmlformats.org/drawingml/2006/main" w="19050">
            <a:solidFill>
              <a:srgbClr val="5F6B77"/>
            </a:solidFill>
            <a:prstDash val="dash"/>
          </a:ln>
        </p:spPr>
      </p:sp>
      <p:sp>
        <p:nvSpPr>
          <p:cNvPr id="180" name="dp43-comparison / n169 / path">
            <a:extLst xmlns:a="http://schemas.openxmlformats.org/drawingml/2006/main">
              <a:ext uri="{FF2B5EF4-FFF2-40B4-BE49-F238E27FC236}">
                <a16:creationId xmlns:a16="http://schemas.microsoft.com/office/drawing/2014/main" id="{D440C08F-1EF6-4876-A0C3-F376502A2DF9}"/>
              </a:ext>
            </a:extLst>
          </p:cNvPr>
          <p:cNvSpPr>
            <a:spLocks xmlns:a="http://schemas.openxmlformats.org/drawingml/2006/main" noGrp="1"/>
          </p:cNvSpPr>
          <p:nvPr/>
        </p:nvSpPr>
        <p:spPr>
          <a:xfrm xmlns:a="http://schemas.openxmlformats.org/drawingml/2006/main">
            <a:off x="17487900" y="3781425"/>
            <a:ext cx="247650" cy="1604963"/>
          </a:xfrm>
          <a:custGeom xmlns:a="http://schemas.openxmlformats.org/drawingml/2006/main">
            <a:pathLst>
              <a:path w="247650" h="1604963">
                <a:moveTo>
                  <a:pt x="0" y="1604963"/>
                </a:moveTo>
                <a:lnTo>
                  <a:pt x="247650" y="1604963"/>
                </a:lnTo>
                <a:lnTo>
                  <a:pt x="247650" y="0"/>
                </a:lnTo>
              </a:path>
            </a:pathLst>
          </a:custGeom>
          <a:noFill xmlns:a="http://schemas.openxmlformats.org/drawingml/2006/main"/>
          <a:ln xmlns:a="http://schemas.openxmlformats.org/drawingml/2006/main" w="19050">
            <a:solidFill>
              <a:srgbClr val="5F6B77"/>
            </a:solidFill>
            <a:prstDash val="dash"/>
          </a:ln>
        </p:spPr>
      </p:sp>
      <p:sp>
        <p:nvSpPr>
          <p:cNvPr id="181" name="dp43-comparison / n176">
            <a:extLst xmlns:a="http://schemas.openxmlformats.org/drawingml/2006/main">
              <a:ext uri="{FF2B5EF4-FFF2-40B4-BE49-F238E27FC236}">
                <a16:creationId xmlns:a16="http://schemas.microsoft.com/office/drawing/2014/main" id="{013D0395-B7E9-4DE0-AAF5-2164A2E01BA8}"/>
              </a:ext>
            </a:extLst>
          </p:cNvPr>
          <p:cNvSpPr>
            <a:spLocks xmlns:a="http://schemas.openxmlformats.org/drawingml/2006/main" noGrp="1"/>
          </p:cNvSpPr>
          <p:nvPr/>
        </p:nvSpPr>
        <p:spPr>
          <a:xfrm xmlns:a="http://schemas.openxmlformats.org/drawingml/2006/main">
            <a:off x="9906000" y="6524625"/>
            <a:ext cx="238125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82" name="dp43-comparison / n177 / text 1">
            <a:extLst xmlns:a="http://schemas.openxmlformats.org/drawingml/2006/main">
              <a:ext uri="{FF2B5EF4-FFF2-40B4-BE49-F238E27FC236}">
                <a16:creationId xmlns:a16="http://schemas.microsoft.com/office/drawing/2014/main" id="{4F785923-9EBB-45C7-B8F2-52A169FB6FC6}"/>
              </a:ext>
            </a:extLst>
          </p:cNvPr>
          <p:cNvSpPr>
            <a:spLocks xmlns:a="http://schemas.openxmlformats.org/drawingml/2006/main" noGrp="1"/>
          </p:cNvSpPr>
          <p:nvPr/>
        </p:nvSpPr>
        <p:spPr>
          <a:xfrm xmlns:a="http://schemas.openxmlformats.org/drawingml/2006/main">
            <a:off x="9991725" y="659892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183" name="dp43-comparison / n178">
            <a:extLst xmlns:a="http://schemas.openxmlformats.org/drawingml/2006/main">
              <a:ext uri="{FF2B5EF4-FFF2-40B4-BE49-F238E27FC236}">
                <a16:creationId xmlns:a16="http://schemas.microsoft.com/office/drawing/2014/main" id="{1CC840AA-2A96-4D66-BA01-F6D415F39883}"/>
              </a:ext>
            </a:extLst>
          </p:cNvPr>
          <p:cNvSpPr>
            <a:spLocks xmlns:a="http://schemas.openxmlformats.org/drawingml/2006/main" noGrp="1"/>
          </p:cNvSpPr>
          <p:nvPr/>
        </p:nvSpPr>
        <p:spPr>
          <a:xfrm xmlns:a="http://schemas.openxmlformats.org/drawingml/2006/main">
            <a:off x="12906375" y="6505575"/>
            <a:ext cx="219075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184" name="dp43-comparison / n179 / text 1">
            <a:extLst xmlns:a="http://schemas.openxmlformats.org/drawingml/2006/main">
              <a:ext uri="{FF2B5EF4-FFF2-40B4-BE49-F238E27FC236}">
                <a16:creationId xmlns:a16="http://schemas.microsoft.com/office/drawing/2014/main" id="{13961A4A-6B08-4DFD-A287-2BCF45CB80E1}"/>
              </a:ext>
            </a:extLst>
          </p:cNvPr>
          <p:cNvSpPr>
            <a:spLocks xmlns:a="http://schemas.openxmlformats.org/drawingml/2006/main" noGrp="1"/>
          </p:cNvSpPr>
          <p:nvPr/>
        </p:nvSpPr>
        <p:spPr>
          <a:xfrm xmlns:a="http://schemas.openxmlformats.org/drawingml/2006/main">
            <a:off x="12992100" y="6667500"/>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State Store</a:t>
            </a:r>
          </a:p>
        </p:txBody>
      </p:sp>
      <p:sp>
        <p:nvSpPr>
          <p:cNvPr id="185" name="dp43-comparison / n180">
            <a:extLst xmlns:a="http://schemas.openxmlformats.org/drawingml/2006/main">
              <a:ext uri="{FF2B5EF4-FFF2-40B4-BE49-F238E27FC236}">
                <a16:creationId xmlns:a16="http://schemas.microsoft.com/office/drawing/2014/main" id="{71E490D8-CA97-4441-AB05-E533D51FF450}"/>
              </a:ext>
            </a:extLst>
          </p:cNvPr>
          <p:cNvSpPr>
            <a:spLocks xmlns:a="http://schemas.openxmlformats.org/drawingml/2006/main" noGrp="1"/>
          </p:cNvSpPr>
          <p:nvPr/>
        </p:nvSpPr>
        <p:spPr>
          <a:xfrm xmlns:a="http://schemas.openxmlformats.org/drawingml/2006/main">
            <a:off x="15668625" y="6524625"/>
            <a:ext cx="19812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86" name="dp43-comparison / n181 / text 1">
            <a:extLst xmlns:a="http://schemas.openxmlformats.org/drawingml/2006/main">
              <a:ext uri="{FF2B5EF4-FFF2-40B4-BE49-F238E27FC236}">
                <a16:creationId xmlns:a16="http://schemas.microsoft.com/office/drawing/2014/main" id="{299151BA-F830-459E-A67B-AAAD86F7E326}"/>
              </a:ext>
            </a:extLst>
          </p:cNvPr>
          <p:cNvSpPr>
            <a:spLocks xmlns:a="http://schemas.openxmlformats.org/drawingml/2006/main" noGrp="1"/>
          </p:cNvSpPr>
          <p:nvPr/>
        </p:nvSpPr>
        <p:spPr>
          <a:xfrm xmlns:a="http://schemas.openxmlformats.org/drawingml/2006/main">
            <a:off x="15754350" y="6598920"/>
            <a:ext cx="1809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Policy Manager</a:t>
            </a:r>
          </a:p>
        </p:txBody>
      </p:sp>
      <p:sp>
        <p:nvSpPr>
          <p:cNvPr id="187" name="dp43-comparison / n182 / path">
            <a:extLst xmlns:a="http://schemas.openxmlformats.org/drawingml/2006/main">
              <a:ext uri="{FF2B5EF4-FFF2-40B4-BE49-F238E27FC236}">
                <a16:creationId xmlns:a16="http://schemas.microsoft.com/office/drawing/2014/main" id="{256A4B1C-CCDE-4036-B764-506A789A4BC4}"/>
              </a:ext>
            </a:extLst>
          </p:cNvPr>
          <p:cNvSpPr>
            <a:spLocks xmlns:a="http://schemas.openxmlformats.org/drawingml/2006/main" noGrp="1"/>
          </p:cNvSpPr>
          <p:nvPr/>
        </p:nvSpPr>
        <p:spPr>
          <a:xfrm xmlns:a="http://schemas.openxmlformats.org/drawingml/2006/main">
            <a:off x="11096625" y="5810250"/>
            <a:ext cx="2676525" cy="714375"/>
          </a:xfrm>
          <a:custGeom xmlns:a="http://schemas.openxmlformats.org/drawingml/2006/main">
            <a:pathLst>
              <a:path w="2676525" h="714375">
                <a:moveTo>
                  <a:pt x="2676525" y="0"/>
                </a:moveTo>
                <a:lnTo>
                  <a:pt x="2676525" y="647700"/>
                </a:lnTo>
                <a:lnTo>
                  <a:pt x="0" y="647700"/>
                </a:lnTo>
                <a:lnTo>
                  <a:pt x="0" y="714375"/>
                </a:lnTo>
              </a:path>
            </a:pathLst>
          </a:custGeom>
          <a:noFill xmlns:a="http://schemas.openxmlformats.org/drawingml/2006/main"/>
          <a:ln xmlns:a="http://schemas.openxmlformats.org/drawingml/2006/main" w="19050">
            <a:solidFill>
              <a:srgbClr val="7155A4"/>
            </a:solidFill>
            <a:prstDash val="solid"/>
          </a:ln>
        </p:spPr>
      </p:sp>
      <p:sp>
        <p:nvSpPr>
          <p:cNvPr id="188" name="dp43-comparison / n182 / arrow">
            <a:extLst xmlns:a="http://schemas.openxmlformats.org/drawingml/2006/main">
              <a:ext uri="{FF2B5EF4-FFF2-40B4-BE49-F238E27FC236}">
                <a16:creationId xmlns:a16="http://schemas.microsoft.com/office/drawing/2014/main" id="{8DB97C90-0CF1-404C-96D5-E2F82C6A3DBF}"/>
              </a:ext>
            </a:extLst>
          </p:cNvPr>
          <p:cNvSpPr>
            <a:spLocks xmlns:a="http://schemas.openxmlformats.org/drawingml/2006/main" noGrp="1"/>
          </p:cNvSpPr>
          <p:nvPr/>
        </p:nvSpPr>
        <p:spPr>
          <a:xfrm xmlns:a="http://schemas.openxmlformats.org/drawingml/2006/main">
            <a:off x="11035665" y="640270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89" name="dp43-comparison / n183 / path">
            <a:extLst xmlns:a="http://schemas.openxmlformats.org/drawingml/2006/main">
              <a:ext uri="{FF2B5EF4-FFF2-40B4-BE49-F238E27FC236}">
                <a16:creationId xmlns:a16="http://schemas.microsoft.com/office/drawing/2014/main" id="{82F1A60D-58BD-481D-B897-392466047E32}"/>
              </a:ext>
            </a:extLst>
          </p:cNvPr>
          <p:cNvSpPr>
            <a:spLocks xmlns:a="http://schemas.openxmlformats.org/drawingml/2006/main" noGrp="1"/>
          </p:cNvSpPr>
          <p:nvPr/>
        </p:nvSpPr>
        <p:spPr>
          <a:xfrm xmlns:a="http://schemas.openxmlformats.org/drawingml/2006/main">
            <a:off x="12287250" y="6448425"/>
            <a:ext cx="3381375" cy="261938"/>
          </a:xfrm>
          <a:custGeom xmlns:a="http://schemas.openxmlformats.org/drawingml/2006/main">
            <a:pathLst>
              <a:path w="3381375" h="261938">
                <a:moveTo>
                  <a:pt x="3381375" y="261938"/>
                </a:moveTo>
                <a:lnTo>
                  <a:pt x="3181350" y="257175"/>
                </a:lnTo>
                <a:lnTo>
                  <a:pt x="3181350" y="0"/>
                </a:lnTo>
                <a:lnTo>
                  <a:pt x="180975" y="0"/>
                </a:lnTo>
                <a:lnTo>
                  <a:pt x="180975" y="257175"/>
                </a:lnTo>
                <a:lnTo>
                  <a:pt x="0" y="261938"/>
                </a:lnTo>
              </a:path>
            </a:pathLst>
          </a:custGeom>
          <a:noFill xmlns:a="http://schemas.openxmlformats.org/drawingml/2006/main"/>
          <a:ln xmlns:a="http://schemas.openxmlformats.org/drawingml/2006/main" w="19050">
            <a:solidFill>
              <a:srgbClr val="5F6B77"/>
            </a:solidFill>
            <a:prstDash val="dash"/>
          </a:ln>
        </p:spPr>
      </p:sp>
      <p:sp>
        <p:nvSpPr>
          <p:cNvPr id="190" name="dp43-comparison / n183 / arrow">
            <a:extLst xmlns:a="http://schemas.openxmlformats.org/drawingml/2006/main">
              <a:ext uri="{FF2B5EF4-FFF2-40B4-BE49-F238E27FC236}">
                <a16:creationId xmlns:a16="http://schemas.microsoft.com/office/drawing/2014/main" id="{9124D4B8-8B55-4EC9-B40D-9C513AB3B907}"/>
              </a:ext>
            </a:extLst>
          </p:cNvPr>
          <p:cNvSpPr>
            <a:spLocks xmlns:a="http://schemas.openxmlformats.org/drawingml/2006/main" noGrp="1"/>
          </p:cNvSpPr>
          <p:nvPr/>
        </p:nvSpPr>
        <p:spPr>
          <a:xfrm xmlns:a="http://schemas.openxmlformats.org/drawingml/2006/main">
            <a:off x="12287250" y="6646216"/>
            <a:ext cx="123481" cy="121878"/>
          </a:xfrm>
          <a:custGeom xmlns:a="http://schemas.openxmlformats.org/drawingml/2006/main">
            <a:pathLst>
              <a:path w="123481" h="121878">
                <a:moveTo>
                  <a:pt x="120274" y="0"/>
                </a:moveTo>
                <a:lnTo>
                  <a:pt x="0" y="64146"/>
                </a:lnTo>
                <a:lnTo>
                  <a:pt x="123481" y="121878"/>
                </a:lnTo>
              </a:path>
            </a:pathLst>
          </a:custGeom>
          <a:noFill xmlns:a="http://schemas.openxmlformats.org/drawingml/2006/main"/>
          <a:ln xmlns:a="http://schemas.openxmlformats.org/drawingml/2006/main" w="24384">
            <a:solidFill>
              <a:srgbClr val="5F6B77"/>
            </a:solidFill>
            <a:prstDash val="solid"/>
          </a:ln>
        </p:spPr>
      </p:sp>
      <p:sp>
        <p:nvSpPr>
          <p:cNvPr id="191" name="dp43-comparison / n184 / path">
            <a:extLst xmlns:a="http://schemas.openxmlformats.org/drawingml/2006/main">
              <a:ext uri="{FF2B5EF4-FFF2-40B4-BE49-F238E27FC236}">
                <a16:creationId xmlns:a16="http://schemas.microsoft.com/office/drawing/2014/main" id="{4688ADCC-F336-47D9-B8C2-6DBB58574CC1}"/>
              </a:ext>
            </a:extLst>
          </p:cNvPr>
          <p:cNvSpPr>
            <a:spLocks xmlns:a="http://schemas.openxmlformats.org/drawingml/2006/main" noGrp="1"/>
          </p:cNvSpPr>
          <p:nvPr/>
        </p:nvSpPr>
        <p:spPr>
          <a:xfrm xmlns:a="http://schemas.openxmlformats.org/drawingml/2006/main">
            <a:off x="12287250" y="6710363"/>
            <a:ext cx="619125" cy="953"/>
          </a:xfrm>
          <a:custGeom xmlns:a="http://schemas.openxmlformats.org/drawingml/2006/main">
            <a:pathLst>
              <a:path w="619125" h="953">
                <a:moveTo>
                  <a:pt x="0" y="0"/>
                </a:moveTo>
                <a:lnTo>
                  <a:pt x="619125" y="0"/>
                </a:lnTo>
              </a:path>
            </a:pathLst>
          </a:custGeom>
          <a:noFill xmlns:a="http://schemas.openxmlformats.org/drawingml/2006/main"/>
          <a:ln xmlns:a="http://schemas.openxmlformats.org/drawingml/2006/main" w="19050">
            <a:solidFill>
              <a:srgbClr val="7155A4"/>
            </a:solidFill>
            <a:prstDash val="solid"/>
          </a:ln>
        </p:spPr>
      </p:sp>
      <p:sp>
        <p:nvSpPr>
          <p:cNvPr id="192" name="dp43-comparison / n184 / arrow">
            <a:extLst xmlns:a="http://schemas.openxmlformats.org/drawingml/2006/main">
              <a:ext uri="{FF2B5EF4-FFF2-40B4-BE49-F238E27FC236}">
                <a16:creationId xmlns:a16="http://schemas.microsoft.com/office/drawing/2014/main" id="{BCA6E32B-847A-4892-900C-F50CC57FF7E8}"/>
              </a:ext>
            </a:extLst>
          </p:cNvPr>
          <p:cNvSpPr>
            <a:spLocks xmlns:a="http://schemas.openxmlformats.org/drawingml/2006/main" noGrp="1"/>
          </p:cNvSpPr>
          <p:nvPr/>
        </p:nvSpPr>
        <p:spPr>
          <a:xfrm xmlns:a="http://schemas.openxmlformats.org/drawingml/2006/main">
            <a:off x="12784455" y="6649403"/>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7155A4"/>
            </a:solidFill>
            <a:prstDash val="solid"/>
          </a:ln>
        </p:spPr>
      </p:sp>
      <p:sp>
        <p:nvSpPr>
          <p:cNvPr id="193" name="dp43-comparison / n110">
            <a:extLst xmlns:a="http://schemas.openxmlformats.org/drawingml/2006/main">
              <a:ext uri="{FF2B5EF4-FFF2-40B4-BE49-F238E27FC236}">
                <a16:creationId xmlns:a16="http://schemas.microsoft.com/office/drawing/2014/main" id="{4181A5C3-3EBC-4B5E-9BCF-BC4E6E53AEEA}"/>
              </a:ext>
            </a:extLst>
          </p:cNvPr>
          <p:cNvSpPr>
            <a:spLocks xmlns:a="http://schemas.openxmlformats.org/drawingml/2006/main" noGrp="1"/>
          </p:cNvSpPr>
          <p:nvPr/>
        </p:nvSpPr>
        <p:spPr>
          <a:xfrm xmlns:a="http://schemas.openxmlformats.org/drawingml/2006/main">
            <a:off x="9867900" y="2400300"/>
            <a:ext cx="2534222"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4" name="dp43-comparison / n111 / text 1">
            <a:extLst xmlns:a="http://schemas.openxmlformats.org/drawingml/2006/main">
              <a:ext uri="{FF2B5EF4-FFF2-40B4-BE49-F238E27FC236}">
                <a16:creationId xmlns:a16="http://schemas.microsoft.com/office/drawing/2014/main" id="{7E9C46C3-F06D-4B92-A607-4174A42F62C4}"/>
              </a:ext>
            </a:extLst>
          </p:cNvPr>
          <p:cNvSpPr>
            <a:spLocks xmlns:a="http://schemas.openxmlformats.org/drawingml/2006/main" noGrp="1"/>
          </p:cNvSpPr>
          <p:nvPr/>
        </p:nvSpPr>
        <p:spPr>
          <a:xfrm xmlns:a="http://schemas.openxmlformats.org/drawingml/2006/main">
            <a:off x="9886950" y="2409825"/>
            <a:ext cx="2667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확정 User Turn / 새 Request</a:t>
            </a:r>
          </a:p>
        </p:txBody>
      </p:sp>
      <p:sp>
        <p:nvSpPr>
          <p:cNvPr id="195" name="dp43-comparison / n112">
            <a:extLst xmlns:a="http://schemas.openxmlformats.org/drawingml/2006/main">
              <a:ext uri="{FF2B5EF4-FFF2-40B4-BE49-F238E27FC236}">
                <a16:creationId xmlns:a16="http://schemas.microsoft.com/office/drawing/2014/main" id="{97765100-4BE0-47F2-9AA7-637FE83F5C7B}"/>
              </a:ext>
            </a:extLst>
          </p:cNvPr>
          <p:cNvSpPr>
            <a:spLocks xmlns:a="http://schemas.openxmlformats.org/drawingml/2006/main" noGrp="1"/>
          </p:cNvSpPr>
          <p:nvPr/>
        </p:nvSpPr>
        <p:spPr>
          <a:xfrm xmlns:a="http://schemas.openxmlformats.org/drawingml/2006/main">
            <a:off x="15678150" y="3076575"/>
            <a:ext cx="203835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6" name="dp43-comparison / n113 / text 1">
            <a:extLst xmlns:a="http://schemas.openxmlformats.org/drawingml/2006/main">
              <a:ext uri="{FF2B5EF4-FFF2-40B4-BE49-F238E27FC236}">
                <a16:creationId xmlns:a16="http://schemas.microsoft.com/office/drawing/2014/main" id="{C5F44CEB-3C5B-4BB6-B05D-EABEAAA29675}"/>
              </a:ext>
            </a:extLst>
          </p:cNvPr>
          <p:cNvSpPr>
            <a:spLocks xmlns:a="http://schemas.openxmlformats.org/drawingml/2006/main" noGrp="1"/>
          </p:cNvSpPr>
          <p:nvPr/>
        </p:nvSpPr>
        <p:spPr>
          <a:xfrm xmlns:a="http://schemas.openxmlformats.org/drawingml/2006/main">
            <a:off x="15697200" y="3086100"/>
            <a:ext cx="2000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공유 Omni 1벌 / 역할별 KV</a:t>
            </a:r>
          </a:p>
        </p:txBody>
      </p:sp>
      <p:sp>
        <p:nvSpPr>
          <p:cNvPr id="197" name="dp43-comparison / n115">
            <a:extLst xmlns:a="http://schemas.openxmlformats.org/drawingml/2006/main">
              <a:ext uri="{FF2B5EF4-FFF2-40B4-BE49-F238E27FC236}">
                <a16:creationId xmlns:a16="http://schemas.microsoft.com/office/drawing/2014/main" id="{3FC340C3-1DE3-4396-8E59-428EEB5D1CFF}"/>
              </a:ext>
            </a:extLst>
          </p:cNvPr>
          <p:cNvSpPr>
            <a:spLocks xmlns:a="http://schemas.openxmlformats.org/drawingml/2006/main" noGrp="1"/>
          </p:cNvSpPr>
          <p:nvPr/>
        </p:nvSpPr>
        <p:spPr>
          <a:xfrm xmlns:a="http://schemas.openxmlformats.org/drawingml/2006/main">
            <a:off x="12239625" y="2438400"/>
            <a:ext cx="38100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8" name="dp43-comparison / n116 / text 1">
            <a:extLst xmlns:a="http://schemas.openxmlformats.org/drawingml/2006/main">
              <a:ext uri="{FF2B5EF4-FFF2-40B4-BE49-F238E27FC236}">
                <a16:creationId xmlns:a16="http://schemas.microsoft.com/office/drawing/2014/main" id="{55CFA5DA-01BD-461F-9BB2-29240A1F5ED3}"/>
              </a:ext>
            </a:extLst>
          </p:cNvPr>
          <p:cNvSpPr>
            <a:spLocks xmlns:a="http://schemas.openxmlformats.org/drawingml/2006/main" noGrp="1"/>
          </p:cNvSpPr>
          <p:nvPr/>
        </p:nvSpPr>
        <p:spPr>
          <a:xfrm xmlns:a="http://schemas.openxmlformats.org/drawingml/2006/main">
            <a:off x="12258675" y="2447925"/>
            <a:ext cx="1238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원문</a:t>
            </a:r>
          </a:p>
        </p:txBody>
      </p:sp>
      <p:sp>
        <p:nvSpPr>
          <p:cNvPr id="199" name="dp43-comparison / n117">
            <a:extLst xmlns:a="http://schemas.openxmlformats.org/drawingml/2006/main">
              <a:ext uri="{FF2B5EF4-FFF2-40B4-BE49-F238E27FC236}">
                <a16:creationId xmlns:a16="http://schemas.microsoft.com/office/drawing/2014/main" id="{EA8F9E46-FC83-49A6-9F27-083C27AD481E}"/>
              </a:ext>
            </a:extLst>
          </p:cNvPr>
          <p:cNvSpPr>
            <a:spLocks xmlns:a="http://schemas.openxmlformats.org/drawingml/2006/main" noGrp="1"/>
          </p:cNvSpPr>
          <p:nvPr/>
        </p:nvSpPr>
        <p:spPr>
          <a:xfrm xmlns:a="http://schemas.openxmlformats.org/drawingml/2006/main">
            <a:off x="9839325" y="3095625"/>
            <a:ext cx="498348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0" name="dp43-comparison / n118 / text 1">
            <a:extLst xmlns:a="http://schemas.openxmlformats.org/drawingml/2006/main">
              <a:ext uri="{FF2B5EF4-FFF2-40B4-BE49-F238E27FC236}">
                <a16:creationId xmlns:a16="http://schemas.microsoft.com/office/drawing/2014/main" id="{3C99236A-F6B4-4984-BB7C-264C0F7F0538}"/>
              </a:ext>
            </a:extLst>
          </p:cNvPr>
          <p:cNvSpPr>
            <a:spLocks xmlns:a="http://schemas.openxmlformats.org/drawingml/2006/main" noGrp="1"/>
          </p:cNvSpPr>
          <p:nvPr/>
        </p:nvSpPr>
        <p:spPr>
          <a:xfrm xmlns:a="http://schemas.openxmlformats.org/drawingml/2006/main">
            <a:off x="9858375" y="3105150"/>
            <a:ext cx="5334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공통 읽기: Context Manager 정보 / Task Manager의 Task 후보</a:t>
            </a:r>
          </a:p>
        </p:txBody>
      </p:sp>
      <p:sp>
        <p:nvSpPr>
          <p:cNvPr id="201" name="dp43-comparison / n127">
            <a:extLst xmlns:a="http://schemas.openxmlformats.org/drawingml/2006/main">
              <a:ext uri="{FF2B5EF4-FFF2-40B4-BE49-F238E27FC236}">
                <a16:creationId xmlns:a16="http://schemas.microsoft.com/office/drawing/2014/main" id="{5D9BA927-C8E7-4A78-AEEB-A89AD6B384B9}"/>
              </a:ext>
            </a:extLst>
          </p:cNvPr>
          <p:cNvSpPr>
            <a:spLocks xmlns:a="http://schemas.openxmlformats.org/drawingml/2006/main" noGrp="1"/>
          </p:cNvSpPr>
          <p:nvPr/>
        </p:nvSpPr>
        <p:spPr>
          <a:xfrm xmlns:a="http://schemas.openxmlformats.org/drawingml/2006/main">
            <a:off x="10020300" y="4286250"/>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2" name="dp43-comparison / n128 / text 1">
            <a:extLst xmlns:a="http://schemas.openxmlformats.org/drawingml/2006/main">
              <a:ext uri="{FF2B5EF4-FFF2-40B4-BE49-F238E27FC236}">
                <a16:creationId xmlns:a16="http://schemas.microsoft.com/office/drawing/2014/main" id="{2A8BBB86-9F80-41D4-8123-63706539B3CC}"/>
              </a:ext>
            </a:extLst>
          </p:cNvPr>
          <p:cNvSpPr>
            <a:spLocks xmlns:a="http://schemas.openxmlformats.org/drawingml/2006/main" noGrp="1"/>
          </p:cNvSpPr>
          <p:nvPr/>
        </p:nvSpPr>
        <p:spPr>
          <a:xfrm xmlns:a="http://schemas.openxmlformats.org/drawingml/2006/main">
            <a:off x="10039350" y="429577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F1 목표와 완료 조건</a:t>
            </a:r>
          </a:p>
        </p:txBody>
      </p:sp>
      <p:sp>
        <p:nvSpPr>
          <p:cNvPr id="203" name="dp43-comparison / n133">
            <a:extLst xmlns:a="http://schemas.openxmlformats.org/drawingml/2006/main">
              <a:ext uri="{FF2B5EF4-FFF2-40B4-BE49-F238E27FC236}">
                <a16:creationId xmlns:a16="http://schemas.microsoft.com/office/drawing/2014/main" id="{5A7A953A-81D5-4F77-ACA1-C8EE68F868FA}"/>
              </a:ext>
            </a:extLst>
          </p:cNvPr>
          <p:cNvSpPr>
            <a:spLocks xmlns:a="http://schemas.openxmlformats.org/drawingml/2006/main" noGrp="1"/>
          </p:cNvSpPr>
          <p:nvPr/>
        </p:nvSpPr>
        <p:spPr>
          <a:xfrm xmlns:a="http://schemas.openxmlformats.org/drawingml/2006/main">
            <a:off x="10020300" y="4943475"/>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 name="dp43-comparison / n134 / text 1">
            <a:extLst xmlns:a="http://schemas.openxmlformats.org/drawingml/2006/main">
              <a:ext uri="{FF2B5EF4-FFF2-40B4-BE49-F238E27FC236}">
                <a16:creationId xmlns:a16="http://schemas.microsoft.com/office/drawing/2014/main" id="{447AA3A2-AFA1-42FC-8AD4-2DBA2284FE1C}"/>
              </a:ext>
            </a:extLst>
          </p:cNvPr>
          <p:cNvSpPr>
            <a:spLocks xmlns:a="http://schemas.openxmlformats.org/drawingml/2006/main" noGrp="1"/>
          </p:cNvSpPr>
          <p:nvPr/>
        </p:nvSpPr>
        <p:spPr>
          <a:xfrm xmlns:a="http://schemas.openxmlformats.org/drawingml/2006/main">
            <a:off x="10039350" y="4953000"/>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F2 표와 결론의 범위</a:t>
            </a:r>
          </a:p>
        </p:txBody>
      </p:sp>
      <p:sp>
        <p:nvSpPr>
          <p:cNvPr id="205" name="dp43-comparison / n139">
            <a:extLst xmlns:a="http://schemas.openxmlformats.org/drawingml/2006/main">
              <a:ext uri="{FF2B5EF4-FFF2-40B4-BE49-F238E27FC236}">
                <a16:creationId xmlns:a16="http://schemas.microsoft.com/office/drawing/2014/main" id="{E9ACB78A-61E6-47E2-8D97-E26FD73591C1}"/>
              </a:ext>
            </a:extLst>
          </p:cNvPr>
          <p:cNvSpPr>
            <a:spLocks xmlns:a="http://schemas.openxmlformats.org/drawingml/2006/main" noGrp="1"/>
          </p:cNvSpPr>
          <p:nvPr/>
        </p:nvSpPr>
        <p:spPr>
          <a:xfrm xmlns:a="http://schemas.openxmlformats.org/drawingml/2006/main">
            <a:off x="10020300" y="5600700"/>
            <a:ext cx="226790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6" name="dp43-comparison / n140 / text 1">
            <a:extLst xmlns:a="http://schemas.openxmlformats.org/drawingml/2006/main">
              <a:ext uri="{FF2B5EF4-FFF2-40B4-BE49-F238E27FC236}">
                <a16:creationId xmlns:a16="http://schemas.microsoft.com/office/drawing/2014/main" id="{86C8AE52-C44A-48D2-BDC2-57955F4BC89D}"/>
              </a:ext>
            </a:extLst>
          </p:cNvPr>
          <p:cNvSpPr>
            <a:spLocks xmlns:a="http://schemas.openxmlformats.org/drawingml/2006/main" noGrp="1"/>
          </p:cNvSpPr>
          <p:nvPr/>
        </p:nvSpPr>
        <p:spPr>
          <a:xfrm xmlns:a="http://schemas.openxmlformats.org/drawingml/2006/main">
            <a:off x="10039350" y="561022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F3 Conversation / Task 연결</a:t>
            </a:r>
          </a:p>
        </p:txBody>
      </p:sp>
      <p:sp>
        <p:nvSpPr>
          <p:cNvPr id="207" name="dp43-comparison / n145">
            <a:extLst xmlns:a="http://schemas.openxmlformats.org/drawingml/2006/main">
              <a:ext uri="{FF2B5EF4-FFF2-40B4-BE49-F238E27FC236}">
                <a16:creationId xmlns:a16="http://schemas.microsoft.com/office/drawing/2014/main" id="{C2A9569D-2F7E-4DA7-A358-CFFE0208B742}"/>
              </a:ext>
            </a:extLst>
          </p:cNvPr>
          <p:cNvSpPr>
            <a:spLocks xmlns:a="http://schemas.openxmlformats.org/drawingml/2006/main" noGrp="1"/>
          </p:cNvSpPr>
          <p:nvPr/>
        </p:nvSpPr>
        <p:spPr>
          <a:xfrm xmlns:a="http://schemas.openxmlformats.org/drawingml/2006/main">
            <a:off x="15220950" y="4286250"/>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8" name="dp43-comparison / n146 / text 1">
            <a:extLst xmlns:a="http://schemas.openxmlformats.org/drawingml/2006/main">
              <a:ext uri="{FF2B5EF4-FFF2-40B4-BE49-F238E27FC236}">
                <a16:creationId xmlns:a16="http://schemas.microsoft.com/office/drawing/2014/main" id="{505D19AC-66BE-417E-9DBD-C330C5740796}"/>
              </a:ext>
            </a:extLst>
          </p:cNvPr>
          <p:cNvSpPr>
            <a:spLocks xmlns:a="http://schemas.openxmlformats.org/drawingml/2006/main" noGrp="1"/>
          </p:cNvSpPr>
          <p:nvPr/>
        </p:nvSpPr>
        <p:spPr>
          <a:xfrm xmlns:a="http://schemas.openxmlformats.org/drawingml/2006/main">
            <a:off x="15240000" y="429577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F4 조건과 의존 관계</a:t>
            </a:r>
          </a:p>
        </p:txBody>
      </p:sp>
      <p:sp>
        <p:nvSpPr>
          <p:cNvPr id="209" name="dp43-comparison / n151">
            <a:extLst xmlns:a="http://schemas.openxmlformats.org/drawingml/2006/main">
              <a:ext uri="{FF2B5EF4-FFF2-40B4-BE49-F238E27FC236}">
                <a16:creationId xmlns:a16="http://schemas.microsoft.com/office/drawing/2014/main" id="{60BD6D1B-C2FC-4C8E-BDE0-1435AA7D6AC4}"/>
              </a:ext>
            </a:extLst>
          </p:cNvPr>
          <p:cNvSpPr>
            <a:spLocks xmlns:a="http://schemas.openxmlformats.org/drawingml/2006/main" noGrp="1"/>
          </p:cNvSpPr>
          <p:nvPr/>
        </p:nvSpPr>
        <p:spPr>
          <a:xfrm xmlns:a="http://schemas.openxmlformats.org/drawingml/2006/main">
            <a:off x="15220950" y="4943475"/>
            <a:ext cx="170211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0" name="dp43-comparison / n152 / text 1">
            <a:extLst xmlns:a="http://schemas.openxmlformats.org/drawingml/2006/main">
              <a:ext uri="{FF2B5EF4-FFF2-40B4-BE49-F238E27FC236}">
                <a16:creationId xmlns:a16="http://schemas.microsoft.com/office/drawing/2014/main" id="{49785A56-79C0-4F1F-B7E4-BDF90126898F}"/>
              </a:ext>
            </a:extLst>
          </p:cNvPr>
          <p:cNvSpPr>
            <a:spLocks xmlns:a="http://schemas.openxmlformats.org/drawingml/2006/main" noGrp="1"/>
          </p:cNvSpPr>
          <p:nvPr/>
        </p:nvSpPr>
        <p:spPr>
          <a:xfrm xmlns:a="http://schemas.openxmlformats.org/drawingml/2006/main">
            <a:off x="15240000" y="4953000"/>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F5 PDF 유지 / 결론→표</a:t>
            </a:r>
          </a:p>
        </p:txBody>
      </p:sp>
      <p:sp>
        <p:nvSpPr>
          <p:cNvPr id="211" name="dp43-comparison / n157">
            <a:extLst xmlns:a="http://schemas.openxmlformats.org/drawingml/2006/main">
              <a:ext uri="{FF2B5EF4-FFF2-40B4-BE49-F238E27FC236}">
                <a16:creationId xmlns:a16="http://schemas.microsoft.com/office/drawing/2014/main" id="{00A6AC04-02BA-47E5-B5A9-228C738396DA}"/>
              </a:ext>
            </a:extLst>
          </p:cNvPr>
          <p:cNvSpPr>
            <a:spLocks xmlns:a="http://schemas.openxmlformats.org/drawingml/2006/main" noGrp="1"/>
          </p:cNvSpPr>
          <p:nvPr/>
        </p:nvSpPr>
        <p:spPr>
          <a:xfrm xmlns:a="http://schemas.openxmlformats.org/drawingml/2006/main">
            <a:off x="15220950" y="5600700"/>
            <a:ext cx="222218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2" name="dp43-comparison / n158 / text 1">
            <a:extLst xmlns:a="http://schemas.openxmlformats.org/drawingml/2006/main">
              <a:ext uri="{FF2B5EF4-FFF2-40B4-BE49-F238E27FC236}">
                <a16:creationId xmlns:a16="http://schemas.microsoft.com/office/drawing/2014/main" id="{C9C06587-84AD-44FA-8B4C-FE6D47C96045}"/>
              </a:ext>
            </a:extLst>
          </p:cNvPr>
          <p:cNvSpPr>
            <a:spLocks xmlns:a="http://schemas.openxmlformats.org/drawingml/2006/main" noGrp="1"/>
          </p:cNvSpPr>
          <p:nvPr/>
        </p:nvSpPr>
        <p:spPr>
          <a:xfrm xmlns:a="http://schemas.openxmlformats.org/drawingml/2006/main">
            <a:off x="15240000" y="561022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F6 Delegation / 질문 / 대기</a:t>
            </a:r>
          </a:p>
        </p:txBody>
      </p:sp>
      <p:sp>
        <p:nvSpPr>
          <p:cNvPr id="213" name="dp43-comparison / n170">
            <a:extLst xmlns:a="http://schemas.openxmlformats.org/drawingml/2006/main">
              <a:ext uri="{FF2B5EF4-FFF2-40B4-BE49-F238E27FC236}">
                <a16:creationId xmlns:a16="http://schemas.microsoft.com/office/drawing/2014/main" id="{71BD90F2-E5D1-4B26-AC5A-EF3AD94307B7}"/>
              </a:ext>
            </a:extLst>
          </p:cNvPr>
          <p:cNvSpPr>
            <a:spLocks xmlns:a="http://schemas.openxmlformats.org/drawingml/2006/main" noGrp="1"/>
          </p:cNvSpPr>
          <p:nvPr/>
        </p:nvSpPr>
        <p:spPr>
          <a:xfrm xmlns:a="http://schemas.openxmlformats.org/drawingml/2006/main">
            <a:off x="12563475" y="3514725"/>
            <a:ext cx="2642235"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4" name="dp43-comparison / n171 / text 1">
            <a:extLst xmlns:a="http://schemas.openxmlformats.org/drawingml/2006/main">
              <a:ext uri="{FF2B5EF4-FFF2-40B4-BE49-F238E27FC236}">
                <a16:creationId xmlns:a16="http://schemas.microsoft.com/office/drawing/2014/main" id="{520304A8-10BE-4B52-9FB4-5C4943AC556A}"/>
              </a:ext>
            </a:extLst>
          </p:cNvPr>
          <p:cNvSpPr>
            <a:spLocks xmlns:a="http://schemas.openxmlformats.org/drawingml/2006/main" noGrp="1"/>
          </p:cNvSpPr>
          <p:nvPr/>
        </p:nvSpPr>
        <p:spPr>
          <a:xfrm xmlns:a="http://schemas.openxmlformats.org/drawingml/2006/main">
            <a:off x="12582525" y="3524250"/>
            <a:ext cx="49625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각 F1~F6 생산자의 모델 호출 / 반환</a:t>
            </a:r>
          </a:p>
        </p:txBody>
      </p:sp>
      <p:sp>
        <p:nvSpPr>
          <p:cNvPr id="215" name="dp43-comparison / n172">
            <a:extLst xmlns:a="http://schemas.openxmlformats.org/drawingml/2006/main">
              <a:ext uri="{FF2B5EF4-FFF2-40B4-BE49-F238E27FC236}">
                <a16:creationId xmlns:a16="http://schemas.microsoft.com/office/drawing/2014/main" id="{67A8C5F5-C717-4D3F-BCFC-306904044368}"/>
              </a:ext>
            </a:extLst>
          </p:cNvPr>
          <p:cNvSpPr>
            <a:spLocks xmlns:a="http://schemas.openxmlformats.org/drawingml/2006/main" noGrp="1"/>
          </p:cNvSpPr>
          <p:nvPr/>
        </p:nvSpPr>
        <p:spPr>
          <a:xfrm xmlns:a="http://schemas.openxmlformats.org/drawingml/2006/main">
            <a:off x="10020300" y="5810250"/>
            <a:ext cx="546201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6" name="dp43-comparison / n173 / text 1">
            <a:extLst xmlns:a="http://schemas.openxmlformats.org/drawingml/2006/main">
              <a:ext uri="{FF2B5EF4-FFF2-40B4-BE49-F238E27FC236}">
                <a16:creationId xmlns:a16="http://schemas.microsoft.com/office/drawing/2014/main" id="{A2E433FB-693C-4C72-8D4B-3239FA3612B7}"/>
              </a:ext>
            </a:extLst>
          </p:cNvPr>
          <p:cNvSpPr>
            <a:spLocks xmlns:a="http://schemas.openxmlformats.org/drawingml/2006/main" noGrp="1"/>
          </p:cNvSpPr>
          <p:nvPr/>
        </p:nvSpPr>
        <p:spPr>
          <a:xfrm xmlns:a="http://schemas.openxmlformats.org/drawingml/2006/main">
            <a:off x="10039350" y="5819775"/>
            <a:ext cx="75057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실선 제안 / 점선 원생산자 재판단 / Coordinator의 의미 덮어쓰기 금지</a:t>
            </a:r>
          </a:p>
        </p:txBody>
      </p:sp>
      <p:sp>
        <p:nvSpPr>
          <p:cNvPr id="217" name="dp43-comparison / n174">
            <a:extLst xmlns:a="http://schemas.openxmlformats.org/drawingml/2006/main">
              <a:ext uri="{FF2B5EF4-FFF2-40B4-BE49-F238E27FC236}">
                <a16:creationId xmlns:a16="http://schemas.microsoft.com/office/drawing/2014/main" id="{3899F3A2-3A85-4C74-AA13-5BDFAAA1DD10}"/>
              </a:ext>
            </a:extLst>
          </p:cNvPr>
          <p:cNvSpPr>
            <a:spLocks xmlns:a="http://schemas.openxmlformats.org/drawingml/2006/main" noGrp="1"/>
          </p:cNvSpPr>
          <p:nvPr/>
        </p:nvSpPr>
        <p:spPr>
          <a:xfrm xmlns:a="http://schemas.openxmlformats.org/drawingml/2006/main">
            <a:off x="9896475" y="6000750"/>
            <a:ext cx="6465760"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8" name="dp43-comparison / n175 / text 1">
            <a:extLst xmlns:a="http://schemas.openxmlformats.org/drawingml/2006/main">
              <a:ext uri="{FF2B5EF4-FFF2-40B4-BE49-F238E27FC236}">
                <a16:creationId xmlns:a16="http://schemas.microsoft.com/office/drawing/2014/main" id="{EEC1CFA1-F5C4-47A4-9836-21335FA63FB1}"/>
              </a:ext>
            </a:extLst>
          </p:cNvPr>
          <p:cNvSpPr>
            <a:spLocks xmlns:a="http://schemas.openxmlformats.org/drawingml/2006/main" noGrp="1"/>
          </p:cNvSpPr>
          <p:nvPr/>
        </p:nvSpPr>
        <p:spPr>
          <a:xfrm xmlns:a="http://schemas.openxmlformats.org/drawingml/2006/main">
            <a:off x="9915525" y="6010275"/>
            <a:ext cx="77152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7155A4"/>
                </a:solidFill>
                <a:latin typeface="Apple SD Gothic Neo"/>
                <a:ea typeface="Apple SD Gothic Neo"/>
                <a:cs typeface="Apple SD Gothic Neo"/>
              </a:defRPr>
            </a:pPr>
            <a:r>
              <a:rPr sz="1275" b="0">
                <a:solidFill>
                  <a:srgbClr val="7155A4"/>
                </a:solidFill>
                <a:latin typeface="Apple SD Gothic Neo"/>
                <a:ea typeface="Apple SD Gothic Neo"/>
                <a:cs typeface="Apple SD Gothic Neo"/>
              </a:rPr>
              <a:t>정정: F2와 F5 재판단 → F4 갱신 / Task Association은 입력 전제가 아닌 결과</a:t>
            </a:r>
          </a:p>
        </p:txBody>
      </p:sp>
      <p:sp>
        <p:nvSpPr>
          <p:cNvPr id="219" name="dp43-comparison / n185">
            <a:extLst xmlns:a="http://schemas.openxmlformats.org/drawingml/2006/main">
              <a:ext uri="{FF2B5EF4-FFF2-40B4-BE49-F238E27FC236}">
                <a16:creationId xmlns:a16="http://schemas.microsoft.com/office/drawing/2014/main" id="{5AC9CDA2-E5BB-4E61-A8AC-D5DE8746B10A}"/>
              </a:ext>
            </a:extLst>
          </p:cNvPr>
          <p:cNvSpPr>
            <a:spLocks xmlns:a="http://schemas.openxmlformats.org/drawingml/2006/main" noGrp="1"/>
          </p:cNvSpPr>
          <p:nvPr/>
        </p:nvSpPr>
        <p:spPr>
          <a:xfrm xmlns:a="http://schemas.openxmlformats.org/drawingml/2006/main">
            <a:off x="12506325" y="6200775"/>
            <a:ext cx="35844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0" name="dp43-comparison / n186 / text 1">
            <a:extLst xmlns:a="http://schemas.openxmlformats.org/drawingml/2006/main">
              <a:ext uri="{FF2B5EF4-FFF2-40B4-BE49-F238E27FC236}">
                <a16:creationId xmlns:a16="http://schemas.microsoft.com/office/drawing/2014/main" id="{5DF7D618-69FD-4311-8776-EFBCB9FDEC0B}"/>
              </a:ext>
            </a:extLst>
          </p:cNvPr>
          <p:cNvSpPr>
            <a:spLocks xmlns:a="http://schemas.openxmlformats.org/drawingml/2006/main" noGrp="1"/>
          </p:cNvSpPr>
          <p:nvPr/>
        </p:nvSpPr>
        <p:spPr>
          <a:xfrm xmlns:a="http://schemas.openxmlformats.org/drawingml/2006/main">
            <a:off x="12525375" y="6210300"/>
            <a:ext cx="5029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현재 검사: 입력 / 정보 / Task / 질문 / 권한</a:t>
            </a:r>
          </a:p>
        </p:txBody>
      </p:sp>
      <p:sp>
        <p:nvSpPr>
          <p:cNvPr id="221" name="dp43-comparison / n187">
            <a:extLst xmlns:a="http://schemas.openxmlformats.org/drawingml/2006/main">
              <a:ext uri="{FF2B5EF4-FFF2-40B4-BE49-F238E27FC236}">
                <a16:creationId xmlns:a16="http://schemas.microsoft.com/office/drawing/2014/main" id="{E89C0477-816A-4A08-9D15-2965AAAC3997}"/>
              </a:ext>
            </a:extLst>
          </p:cNvPr>
          <p:cNvSpPr>
            <a:spLocks xmlns:a="http://schemas.openxmlformats.org/drawingml/2006/main" noGrp="1"/>
          </p:cNvSpPr>
          <p:nvPr/>
        </p:nvSpPr>
        <p:spPr>
          <a:xfrm xmlns:a="http://schemas.openxmlformats.org/drawingml/2006/main">
            <a:off x="12982575" y="6981825"/>
            <a:ext cx="322173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2" name="dp43-comparison / n188 / text 1">
            <a:extLst xmlns:a="http://schemas.openxmlformats.org/drawingml/2006/main">
              <a:ext uri="{FF2B5EF4-FFF2-40B4-BE49-F238E27FC236}">
                <a16:creationId xmlns:a16="http://schemas.microsoft.com/office/drawing/2014/main" id="{BF754C77-1AD9-425D-B87A-36D3EE1ABC24}"/>
              </a:ext>
            </a:extLst>
          </p:cNvPr>
          <p:cNvSpPr>
            <a:spLocks xmlns:a="http://schemas.openxmlformats.org/drawingml/2006/main" noGrp="1"/>
          </p:cNvSpPr>
          <p:nvPr/>
        </p:nvSpPr>
        <p:spPr>
          <a:xfrm xmlns:a="http://schemas.openxmlformats.org/drawingml/2006/main">
            <a:off x="13001625" y="6991350"/>
            <a:ext cx="4400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채택 의미와 질문 / 임시 해석 상태와 별도</a:t>
            </a:r>
          </a:p>
        </p:txBody>
      </p:sp>
      <p:sp>
        <p:nvSpPr>
          <p:cNvPr id="223" name="dp43-comparison / n189">
            <a:extLst xmlns:a="http://schemas.openxmlformats.org/drawingml/2006/main">
              <a:ext uri="{FF2B5EF4-FFF2-40B4-BE49-F238E27FC236}">
                <a16:creationId xmlns:a16="http://schemas.microsoft.com/office/drawing/2014/main" id="{7DC94E20-4AF0-4A86-A28E-A08C2D64EEC7}"/>
              </a:ext>
            </a:extLst>
          </p:cNvPr>
          <p:cNvSpPr>
            <a:spLocks xmlns:a="http://schemas.openxmlformats.org/drawingml/2006/main" noGrp="1"/>
          </p:cNvSpPr>
          <p:nvPr/>
        </p:nvSpPr>
        <p:spPr>
          <a:xfrm xmlns:a="http://schemas.openxmlformats.org/drawingml/2006/main">
            <a:off x="9886950" y="7200900"/>
            <a:ext cx="7323963"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4" name="dp43-comparison / n190 / text 1">
            <a:extLst xmlns:a="http://schemas.openxmlformats.org/drawingml/2006/main">
              <a:ext uri="{FF2B5EF4-FFF2-40B4-BE49-F238E27FC236}">
                <a16:creationId xmlns:a16="http://schemas.microsoft.com/office/drawing/2014/main" id="{0CFD3590-B83F-4F4D-9027-C257EFB2D697}"/>
              </a:ext>
            </a:extLst>
          </p:cNvPr>
          <p:cNvSpPr>
            <a:spLocks xmlns:a="http://schemas.openxmlformats.org/drawingml/2006/main" noGrp="1"/>
          </p:cNvSpPr>
          <p:nvPr/>
        </p:nvSpPr>
        <p:spPr>
          <a:xfrm xmlns:a="http://schemas.openxmlformats.org/drawingml/2006/main">
            <a:off x="9906000" y="7210425"/>
            <a:ext cx="76962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채택 후: Response Manager → Interaction Manager / Task Manager → Agent Gateway</a:t>
            </a:r>
          </a:p>
        </p:txBody>
      </p:sp>
      <p:sp>
        <p:nvSpPr>
          <p:cNvPr id="225" name="dp43-comparison / n191">
            <a:extLst xmlns:a="http://schemas.openxmlformats.org/drawingml/2006/main">
              <a:ext uri="{FF2B5EF4-FFF2-40B4-BE49-F238E27FC236}">
                <a16:creationId xmlns:a16="http://schemas.microsoft.com/office/drawing/2014/main" id="{707BDD6E-C099-4B8B-A8BE-A70382A8C896}"/>
              </a:ext>
            </a:extLst>
          </p:cNvPr>
          <p:cNvSpPr>
            <a:spLocks xmlns:a="http://schemas.openxmlformats.org/drawingml/2006/main" noGrp="1"/>
          </p:cNvSpPr>
          <p:nvPr/>
        </p:nvSpPr>
        <p:spPr>
          <a:xfrm xmlns:a="http://schemas.openxmlformats.org/drawingml/2006/main">
            <a:off x="9886950" y="7391400"/>
            <a:ext cx="6056376" cy="171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6" name="dp43-comparison / n192 / text 1">
            <a:extLst xmlns:a="http://schemas.openxmlformats.org/drawingml/2006/main">
              <a:ext uri="{FF2B5EF4-FFF2-40B4-BE49-F238E27FC236}">
                <a16:creationId xmlns:a16="http://schemas.microsoft.com/office/drawing/2014/main" id="{E751F4EB-5CAF-47BB-9854-4CB2BCBC6B6C}"/>
              </a:ext>
            </a:extLst>
          </p:cNvPr>
          <p:cNvSpPr>
            <a:spLocks xmlns:a="http://schemas.openxmlformats.org/drawingml/2006/main" noGrp="1"/>
          </p:cNvSpPr>
          <p:nvPr/>
        </p:nvSpPr>
        <p:spPr>
          <a:xfrm xmlns:a="http://schemas.openxmlformats.org/drawingml/2006/main">
            <a:off x="9906000" y="7400925"/>
            <a:ext cx="7696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확인 질문의 실제 전달과 새 답변 / Downstream Agent 접수와 결과의 별도 확인</a:t>
            </a:r>
          </a:p>
        </p:txBody>
      </p:sp>
    </p:spTree>
    <p:extLst>
      <p:ext uri="{BB962C8B-B14F-4D97-AF65-F5344CB8AC3E}">
        <p14:creationId xmlns:p14="http://schemas.microsoft.com/office/powerpoint/2010/main" val="1511185354"/>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0" name="dp44-background / title / 1">
            <a:extLst>
              <a:ext uri="{FF2B5EF4-FFF2-40B4-BE49-F238E27FC236}">
                <ns2:creationId id="{48FE041C-84EA-42F4-AEED-6466655BB360}"/>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VIA가 처리하는 동안에도,</a:t>
            </a:r>
          </a:p>
        </p:txBody>
      </p:sp>
      <p:sp>
        <p:nvSpPr>
          <p:cNvPr id="2" name="dp44-background / title / 2">
            <a:extLst>
              <a:ext uri="{FF2B5EF4-FFF2-40B4-BE49-F238E27FC236}">
                <ns2:creationId id="{DD587269-2940-4B85-83ED-4C6B1D79C8C4}"/>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업무 결과는 계속 들어옵니다</a:t>
            </a:r>
          </a:p>
        </p:txBody>
      </p:sp>
      <p:sp>
        <p:nvSpPr>
          <p:cNvPr id="3" name="dp44-background / request / 1">
            <a:extLst>
              <a:ext uri="{FF2B5EF4-FFF2-40B4-BE49-F238E27FC236}">
                <ns2:creationId id="{A5ABDB9D-854A-4CB4-A909-321E4822C6D7}"/>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“보고서 내용을 설명해주고,</a:t>
            </a:r>
          </a:p>
        </p:txBody>
      </p:sp>
      <p:sp>
        <p:nvSpPr>
          <p:cNvPr id="4" name="dp44-background / request / 2">
            <a:extLst>
              <a:ext uri="{FF2B5EF4-FFF2-40B4-BE49-F238E27FC236}">
                <ns2:creationId id="{B025AD16-F7C4-4399-A413-CD5B37EF789A}"/>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내일 팀 회의 안내 메일 초안도 만들어줘.”</a:t>
            </a: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6DFCA557-39AB-4D63-B45D-324DBFA78CF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사용자 발화</a:t>
            </a:r>
          </a:p>
        </p:txBody>
      </p:sp>
      <p:sp>
        <p:nvSpPr>
          <p:cNvPr id="9" name="dp44-background / participant 1 / 1">
            <a:extLst>
              <a:ext uri="{FF2B5EF4-FFF2-40B4-BE49-F238E27FC236}">
                <ns2:creationId id="{A66F5CC1-4C0F-46E7-8C11-627806DD73B3}"/>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준비 완료</a:t>
            </a:r>
          </a:p>
        </p:txBody>
      </p:sp>
      <p:sp>
        <p:nvSpPr>
          <p:cNvPr id="10" name="dp44-background / participant 2 / 1">
            <a:extLst>
              <a:ext uri="{FF2B5EF4-FFF2-40B4-BE49-F238E27FC236}">
                <ns2:creationId id="{9E79C152-65C6-4281-AAA6-12272AC29CD3}"/>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Agent의 질문</a:t>
            </a:r>
          </a:p>
        </p:txBody>
      </p:sp>
      <p:sp>
        <p:nvSpPr>
          <p:cNvPr id="11" name="dp44-background / new-speech / 1">
            <a:extLst>
              <a:ext uri="{FF2B5EF4-FFF2-40B4-BE49-F238E27FC236}">
                <ns2:creationId id="{E2512CAF-D03B-49BE-AE86-48D18B65FC31}"/>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“잠깐, 표부터 설명해줘.”</a:t>
            </a:r>
          </a:p>
        </p:txBody>
      </p:sp>
      <p:sp>
        <p:nvSpPr>
          <p:cNvPr id="12" name="dp44-background / late-preparation / 1">
            <a:extLst>
              <a:ext uri="{FF2B5EF4-FFF2-40B4-BE49-F238E27FC236}">
                <ns2:creationId id="{C7F12643-9620-4885-B70A-372C5995452F}"/>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이전 보고서 설명이</a:t>
            </a:r>
          </a:p>
        </p:txBody>
      </p:sp>
      <p:sp>
        <p:nvSpPr>
          <p:cNvPr id="13" name="dp44-background / late-preparation / 2">
            <a:extLst>
              <a:ext uri="{FF2B5EF4-FFF2-40B4-BE49-F238E27FC236}">
                <ns2:creationId id="{625A3A0A-30C0-4E84-81A1-CB89F22303F1}"/>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늦게 준비됨</a:t>
            </a:r>
          </a:p>
        </p:txBody>
      </p:sp>
      <p:sp>
        <p:nvSpPr>
          <p:cNvPr id="14" name="dp44-background / agent-question / 1">
            <a:extLst>
              <a:ext uri="{FF2B5EF4-FFF2-40B4-BE49-F238E27FC236}">
                <ns2:creationId id="{DFF3901F-55A8-4612-8B0D-0B8075FB90CD}"/>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“회의 안내 메일의</a:t>
            </a:r>
          </a:p>
        </p:txBody>
      </p:sp>
      <p:sp>
        <p:nvSpPr>
          <p:cNvPr id="15" name="dp44-background / agent-question / 2">
            <a:extLst>
              <a:ext uri="{FF2B5EF4-FFF2-40B4-BE49-F238E27FC236}">
                <ns2:creationId id="{0FE41E8A-5E62-46A8-A382-B41C21470BF8}"/>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수신자는 누구인가요?”</a:t>
            </a:r>
          </a:p>
        </p:txBody>
      </p:sp>
      <p:sp>
        <p:nvSpPr>
          <p:cNvPr id="16" name="dp44-background / arrival 0">
            <a:extLst>
              <a:ext uri="{FF2B5EF4-FFF2-40B4-BE49-F238E27FC236}">
                <ns2:creationId id="{821B3E12-C0DF-49A4-B373-353317919068}"/>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1F3B376A-9860-4ACE-AFD1-BC178EBC10B5}"/>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D704B33A-B8C7-41C9-9F80-823CADD5AB3F}"/>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D3A2F033-C604-4510-AC3C-E9D1F58D2007}"/>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D30DA618-D688-4FC8-BFA8-017B5E1E3F9C}"/>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6B86406-DB68-4261-8F6A-19D430DC436D}"/>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2755530A-38FA-49C7-8F47-5F2F03809AB7}"/>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D6902B81-8136-4A08-B4E2-3E79D03E819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1FB6370F-7082-4847-8A79-7C79186B0443}"/>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83DD8337-A517-4830-8A75-67D66C7A15B0}"/>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새 입력 처리 · 유효한 응답과 질문 연결 · 실제 전달 뒤 후속 처리</a:t>
            </a:r>
          </a:p>
        </p:txBody>
      </p:sp>
      <p:sp>
        <p:nvSpPr>
          <p:cNvPr id="26" name="dp44-background / user-benefit / 1">
            <a:extLst>
              <a:ext uri="{FF2B5EF4-FFF2-40B4-BE49-F238E27FC236}">
                <ns2:creationId id="{CF6B1593-C5F1-4CFB-B180-013350252B6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말을 이어가고, 업무 질문과 결과도 같은 대화에서 받습니다</a:t>
            </a:r>
          </a:p>
        </p:txBody>
      </p:sp>
      <p:sp>
        <p:nvSpPr>
          <p:cNvPr id="27" name="dp44-background / question-divider">
            <a:extLst>
              <a:ext uri="{FF2B5EF4-FFF2-40B4-BE49-F238E27FC236}">
                <ns2:creationId id="{32F40397-68D2-45BB-8539-EF18E893962A}"/>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question / 1">
            <a:extLst>
              <a:ext uri="{FF2B5EF4-FFF2-40B4-BE49-F238E27FC236}">
                <ns2:creationId id="{04BF67A5-7822-49CB-8D48-191F0187086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여러 사건이 겹칠 때, 다음 처리를</a:t>
            </a:r>
          </a:p>
        </p:txBody>
      </p:sp>
      <p:sp>
        <p:nvSpPr>
          <p:cNvPr id="29" name="dp44-background / design-question / 2">
            <a:extLst>
              <a:ext uri="{FF2B5EF4-FFF2-40B4-BE49-F238E27FC236}">
                <ns2:creationId id="{EC0C6E2F-B62B-48D3-BC9F-85BBD4DA7973}"/>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중앙에서 지시할까, 연결된 단계들이 이어갈까?</a:t>
            </a:r>
          </a:p>
        </p:txBody>
      </p:sp>
    </p:spTree>
    <p:extLst>
      <p:ext uri="{BB962C8B-B14F-4D97-AF65-F5344CB8AC3E}">
        <p14:creationId val="11289291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 name="dp44-comparison / n1">
            <a:extLst xmlns:a="http://schemas.openxmlformats.org/drawingml/2006/main">
              <a:ext uri="{FF2B5EF4-FFF2-40B4-BE49-F238E27FC236}">
                <a16:creationId xmlns:a16="http://schemas.microsoft.com/office/drawing/2014/main" id="{89DE4D23-7BB0-47B8-AA5D-F0B605C226C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4-comparison / n2 / text 1">
            <a:extLst xmlns:a="http://schemas.openxmlformats.org/drawingml/2006/main">
              <a:ext uri="{FF2B5EF4-FFF2-40B4-BE49-F238E27FC236}">
                <a16:creationId xmlns:a16="http://schemas.microsoft.com/office/drawing/2014/main" id="{DCEA51B2-D8B8-4A84-8535-4FD6D25D0AB2}"/>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4-comparison / n3 / text 1">
            <a:extLst xmlns:a="http://schemas.openxmlformats.org/drawingml/2006/main">
              <a:ext uri="{FF2B5EF4-FFF2-40B4-BE49-F238E27FC236}">
                <a16:creationId xmlns:a16="http://schemas.microsoft.com/office/drawing/2014/main" id="{7ABE1B7C-96B4-4EA3-BD24-01F2FA567466}"/>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4-comparison / n4 / text 1">
            <a:extLst xmlns:a="http://schemas.openxmlformats.org/drawingml/2006/main">
              <a:ext uri="{FF2B5EF4-FFF2-40B4-BE49-F238E27FC236}">
                <a16:creationId xmlns:a16="http://schemas.microsoft.com/office/drawing/2014/main" id="{722B20DA-39A2-46D2-B219-CCFAFBCF2F0D}"/>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04-44. VIA 지속 입력과 업무 알림의 후속 실행 구조</a:t>
            </a:r>
          </a:p>
        </p:txBody>
      </p:sp>
      <p:sp>
        <p:nvSpPr>
          <p:cNvPr id="5" name="dp44-comparison / n5 / path">
            <a:extLst xmlns:a="http://schemas.openxmlformats.org/drawingml/2006/main">
              <a:ext uri="{FF2B5EF4-FFF2-40B4-BE49-F238E27FC236}">
                <a16:creationId xmlns:a16="http://schemas.microsoft.com/office/drawing/2014/main" id="{F36BBD25-B2A7-4552-AE7E-A6C6507AAC65}"/>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4-comparison / n6 / text 1">
            <a:extLst xmlns:a="http://schemas.openxmlformats.org/drawingml/2006/main">
              <a:ext uri="{FF2B5EF4-FFF2-40B4-BE49-F238E27FC236}">
                <a16:creationId xmlns:a16="http://schemas.microsoft.com/office/drawing/2014/main" id="{2AAA5E75-8130-4415-802C-50E58F02B324}"/>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“잠깐, 표부터 설명해줘.” + 메일 수신자 질문 도착 + 이전 응답 준비가 늦게 완료</a:t>
            </a:r>
          </a:p>
        </p:txBody>
      </p:sp>
      <p:sp>
        <p:nvSpPr>
          <p:cNvPr id="7" name="dp44-comparison / n7 / text 1">
            <a:extLst xmlns:a="http://schemas.openxmlformats.org/drawingml/2006/main">
              <a:ext uri="{FF2B5EF4-FFF2-40B4-BE49-F238E27FC236}">
                <a16:creationId xmlns:a16="http://schemas.microsoft.com/office/drawing/2014/main" id="{7C4936DC-C2C6-4EDC-B54A-5E0676AAD203}"/>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계속 입력 수신 / 로컬 VAD와 즉시 음성 중단 / 클라우드 음성 / 의미 모델 / 같은 Request / Task / 실제 전달 원본</a:t>
            </a:r>
          </a:p>
        </p:txBody>
      </p:sp>
      <p:sp>
        <p:nvSpPr>
          <p:cNvPr id="8" name="dp44-comparison / n8">
            <a:extLst xmlns:a="http://schemas.openxmlformats.org/drawingml/2006/main">
              <a:ext uri="{FF2B5EF4-FFF2-40B4-BE49-F238E27FC236}">
                <a16:creationId xmlns:a16="http://schemas.microsoft.com/office/drawing/2014/main" id="{895CFEFD-F481-44DE-A41E-EF864FA0A098}"/>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4-comparison / n9 / text 1">
            <a:extLst xmlns:a="http://schemas.openxmlformats.org/drawingml/2006/main">
              <a:ext uri="{FF2B5EF4-FFF2-40B4-BE49-F238E27FC236}">
                <a16:creationId xmlns:a16="http://schemas.microsoft.com/office/drawing/2014/main" id="{49A4F738-9545-449C-9492-929CE80A9554}"/>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완료 회수와 다음 실행 지시</a:t>
            </a:r>
          </a:p>
        </p:txBody>
      </p:sp>
      <p:sp>
        <p:nvSpPr>
          <p:cNvPr id="10" name="dp44-comparison / n10 / text 1">
            <a:extLst xmlns:a="http://schemas.openxmlformats.org/drawingml/2006/main">
              <a:ext uri="{FF2B5EF4-FFF2-40B4-BE49-F238E27FC236}">
                <a16:creationId xmlns:a16="http://schemas.microsoft.com/office/drawing/2014/main" id="{9B4BAE0D-FC5C-47D9-887B-F3D590548A1C}"/>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입력과 조건으로 실행</a:t>
            </a:r>
          </a:p>
        </p:txBody>
      </p:sp>
      <p:sp>
        <p:nvSpPr>
          <p:cNvPr id="11" name="dp44-comparison / n11 / path">
            <a:extLst xmlns:a="http://schemas.openxmlformats.org/drawingml/2006/main">
              <a:ext uri="{FF2B5EF4-FFF2-40B4-BE49-F238E27FC236}">
                <a16:creationId xmlns:a16="http://schemas.microsoft.com/office/drawing/2014/main" id="{C3BB874E-2223-4025-943D-D89479323B79}"/>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4-comparison / n12 / path">
            <a:extLst xmlns:a="http://schemas.openxmlformats.org/drawingml/2006/main">
              <a:ext uri="{FF2B5EF4-FFF2-40B4-BE49-F238E27FC236}">
                <a16:creationId xmlns:a16="http://schemas.microsoft.com/office/drawing/2014/main" id="{FE708AD2-D291-48A8-B394-30C42844D24E}"/>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4-comparison / n13 / text 1">
            <a:extLst xmlns:a="http://schemas.openxmlformats.org/drawingml/2006/main">
              <a:ext uri="{FF2B5EF4-FFF2-40B4-BE49-F238E27FC236}">
                <a16:creationId xmlns:a16="http://schemas.microsoft.com/office/drawing/2014/main" id="{6910759D-E663-4C3B-92F6-11DD90C9C533}"/>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후속 처리: source / 권한 / 입력 세대 검사 → Publication Control → Interaction Manager 실제 표시/재생 → receipt</a:t>
            </a:r>
          </a:p>
        </p:txBody>
      </p:sp>
      <p:sp>
        <p:nvSpPr>
          <p:cNvPr id="14" name="dp44-comparison / n14 / text 1">
            <a:extLst xmlns:a="http://schemas.openxmlformats.org/drawingml/2006/main">
              <a:ext uri="{FF2B5EF4-FFF2-40B4-BE49-F238E27FC236}">
                <a16:creationId xmlns:a16="http://schemas.microsoft.com/office/drawing/2014/main" id="{A372D632-98DF-43C3-A4E4-7C053C1CE709}"/>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확인 질문은 별도 admission으로 현재 입력 해소를 기다리지 않고 제시 / 발화 시작은 업무 취소 완료가 아님</a:t>
            </a:r>
          </a:p>
        </p:txBody>
      </p:sp>
      <p:sp>
        <p:nvSpPr>
          <p:cNvPr id="15" name="dp44-comparison / n15 / path">
            <a:extLst xmlns:a="http://schemas.openxmlformats.org/drawingml/2006/main">
              <a:ext uri="{FF2B5EF4-FFF2-40B4-BE49-F238E27FC236}">
                <a16:creationId xmlns:a16="http://schemas.microsoft.com/office/drawing/2014/main" id="{16F803A9-0D0C-4E96-AAA3-FB39E8085CCB}"/>
              </a:ext>
            </a:extLst>
          </p:cNvPr>
          <p:cNvSpPr>
            <a:spLocks xmlns:a="http://schemas.openxmlformats.org/drawingml/2006/main" noGrp="1"/>
          </p:cNvSpPr>
          <p:nvPr/>
        </p:nvSpPr>
        <p:spPr>
          <a:xfrm xmlns:a="http://schemas.openxmlformats.org/drawingml/2006/main">
            <a:off x="381000" y="8334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6" name="dp44-comparison / n16 / text 1">
            <a:extLst xmlns:a="http://schemas.openxmlformats.org/drawingml/2006/main">
              <a:ext uri="{FF2B5EF4-FFF2-40B4-BE49-F238E27FC236}">
                <a16:creationId xmlns:a16="http://schemas.microsoft.com/office/drawing/2014/main" id="{C9129BEA-EFC1-443A-B393-06C642B1A6A5}"/>
              </a:ext>
            </a:extLst>
          </p:cNvPr>
          <p:cNvSpPr>
            <a:spLocks xmlns:a="http://schemas.openxmlformats.org/drawingml/2006/main" noGrp="1"/>
          </p:cNvSpPr>
          <p:nvPr/>
        </p:nvSpPr>
        <p:spPr>
          <a:xfrm xmlns:a="http://schemas.openxmlformats.org/drawingml/2006/main">
            <a:off x="400050" y="841057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정확성</a:t>
            </a:r>
          </a:p>
        </p:txBody>
      </p:sp>
      <p:sp>
        <p:nvSpPr>
          <p:cNvPr id="17" name="dp44-comparison / n17 / text 1">
            <a:extLst xmlns:a="http://schemas.openxmlformats.org/drawingml/2006/main">
              <a:ext uri="{FF2B5EF4-FFF2-40B4-BE49-F238E27FC236}">
                <a16:creationId xmlns:a16="http://schemas.microsoft.com/office/drawing/2014/main" id="{526054FB-247B-4A8F-AF45-5A55DBFEFBE8}"/>
              </a:ext>
            </a:extLst>
          </p:cNvPr>
          <p:cNvSpPr>
            <a:spLocks xmlns:a="http://schemas.openxmlformats.org/drawingml/2006/main" noGrp="1"/>
          </p:cNvSpPr>
          <p:nvPr/>
        </p:nvSpPr>
        <p:spPr>
          <a:xfrm xmlns:a="http://schemas.openxmlformats.org/drawingml/2006/main">
            <a:off x="2857500" y="841057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의미 판단은 41과 동일 / 중앙에서 세대 / 대기 참조 연결</a:t>
            </a:r>
          </a:p>
        </p:txBody>
      </p:sp>
      <p:sp>
        <p:nvSpPr>
          <p:cNvPr id="18" name="dp44-comparison / n18 / text 1">
            <a:extLst xmlns:a="http://schemas.openxmlformats.org/drawingml/2006/main">
              <a:ext uri="{FF2B5EF4-FFF2-40B4-BE49-F238E27FC236}">
                <a16:creationId xmlns:a16="http://schemas.microsoft.com/office/drawing/2014/main" id="{7A84701A-C1A6-4A78-B745-58B18C34E633}"/>
              </a:ext>
            </a:extLst>
          </p:cNvPr>
          <p:cNvSpPr>
            <a:spLocks xmlns:a="http://schemas.openxmlformats.org/drawingml/2006/main" noGrp="1"/>
          </p:cNvSpPr>
          <p:nvPr/>
        </p:nvSpPr>
        <p:spPr>
          <a:xfrm xmlns:a="http://schemas.openxmlformats.org/drawingml/2006/main">
            <a:off x="10001250" y="841057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같은 판단과 검사 / 단계 간 참조 / Join 오류 관리 필요</a:t>
            </a:r>
          </a:p>
        </p:txBody>
      </p:sp>
      <p:sp>
        <p:nvSpPr>
          <p:cNvPr id="19" name="dp44-comparison / n19 / path">
            <a:extLst xmlns:a="http://schemas.openxmlformats.org/drawingml/2006/main">
              <a:ext uri="{FF2B5EF4-FFF2-40B4-BE49-F238E27FC236}">
                <a16:creationId xmlns:a16="http://schemas.microsoft.com/office/drawing/2014/main" id="{223F4E7C-46BB-4E30-AF10-A39E4A7D0758}"/>
              </a:ext>
            </a:extLst>
          </p:cNvPr>
          <p:cNvSpPr>
            <a:spLocks xmlns:a="http://schemas.openxmlformats.org/drawingml/2006/main" noGrp="1"/>
          </p:cNvSpPr>
          <p:nvPr/>
        </p:nvSpPr>
        <p:spPr>
          <a:xfrm xmlns:a="http://schemas.openxmlformats.org/drawingml/2006/main">
            <a:off x="381000" y="8658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0" name="dp44-comparison / n20 / text 1">
            <a:extLst xmlns:a="http://schemas.openxmlformats.org/drawingml/2006/main">
              <a:ext uri="{FF2B5EF4-FFF2-40B4-BE49-F238E27FC236}">
                <a16:creationId xmlns:a16="http://schemas.microsoft.com/office/drawing/2014/main" id="{10C877EE-8990-447F-B354-E53EEB50CD14}"/>
              </a:ext>
            </a:extLst>
          </p:cNvPr>
          <p:cNvSpPr>
            <a:spLocks xmlns:a="http://schemas.openxmlformats.org/drawingml/2006/main" noGrp="1"/>
          </p:cNvSpPr>
          <p:nvPr/>
        </p:nvSpPr>
        <p:spPr>
          <a:xfrm xmlns:a="http://schemas.openxmlformats.org/drawingml/2006/main">
            <a:off x="400050" y="873442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응답성</a:t>
            </a:r>
          </a:p>
        </p:txBody>
      </p:sp>
      <p:sp>
        <p:nvSpPr>
          <p:cNvPr id="21" name="dp44-comparison / n21 / text 1">
            <a:extLst xmlns:a="http://schemas.openxmlformats.org/drawingml/2006/main">
              <a:ext uri="{FF2B5EF4-FFF2-40B4-BE49-F238E27FC236}">
                <a16:creationId xmlns:a16="http://schemas.microsoft.com/office/drawing/2014/main" id="{4CD0AABE-3B21-4F8D-A7AE-32B452FC9A03}"/>
              </a:ext>
            </a:extLst>
          </p:cNvPr>
          <p:cNvSpPr>
            <a:spLocks xmlns:a="http://schemas.openxmlformats.org/drawingml/2006/main" noGrp="1"/>
          </p:cNvSpPr>
          <p:nvPr/>
        </p:nvSpPr>
        <p:spPr>
          <a:xfrm xmlns:a="http://schemas.openxmlformats.org/drawingml/2006/main">
            <a:off x="2857500" y="873442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완료 회수 / 다음 지시 경로 / 중앙 전이 비용</a:t>
            </a:r>
          </a:p>
        </p:txBody>
      </p:sp>
      <p:sp>
        <p:nvSpPr>
          <p:cNvPr id="22" name="dp44-comparison / n22 / text 1">
            <a:extLst xmlns:a="http://schemas.openxmlformats.org/drawingml/2006/main">
              <a:ext uri="{FF2B5EF4-FFF2-40B4-BE49-F238E27FC236}">
                <a16:creationId xmlns:a16="http://schemas.microsoft.com/office/drawing/2014/main" id="{00EF3549-E228-4454-8DE5-B0ECF580B45B}"/>
              </a:ext>
            </a:extLst>
          </p:cNvPr>
          <p:cNvSpPr>
            <a:spLocks xmlns:a="http://schemas.openxmlformats.org/drawingml/2006/main" noGrp="1"/>
          </p:cNvSpPr>
          <p:nvPr/>
        </p:nvSpPr>
        <p:spPr>
          <a:xfrm xmlns:a="http://schemas.openxmlformats.org/drawingml/2006/main">
            <a:off x="10001250" y="873442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조건 충족 소비자 직접 활성화 / 채널 / Join 비용</a:t>
            </a:r>
          </a:p>
        </p:txBody>
      </p:sp>
      <p:sp>
        <p:nvSpPr>
          <p:cNvPr id="23" name="dp44-comparison / n23 / path">
            <a:extLst xmlns:a="http://schemas.openxmlformats.org/drawingml/2006/main">
              <a:ext uri="{FF2B5EF4-FFF2-40B4-BE49-F238E27FC236}">
                <a16:creationId xmlns:a16="http://schemas.microsoft.com/office/drawing/2014/main" id="{79CFA2A7-5820-42FD-B0AF-FE02CF7AD5ED}"/>
              </a:ext>
            </a:extLst>
          </p:cNvPr>
          <p:cNvSpPr>
            <a:spLocks xmlns:a="http://schemas.openxmlformats.org/drawingml/2006/main" noGrp="1"/>
          </p:cNvSpPr>
          <p:nvPr/>
        </p:nvSpPr>
        <p:spPr>
          <a:xfrm xmlns:a="http://schemas.openxmlformats.org/drawingml/2006/main">
            <a:off x="381000" y="89820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4" name="dp44-comparison / n24 / text 1">
            <a:extLst xmlns:a="http://schemas.openxmlformats.org/drawingml/2006/main">
              <a:ext uri="{FF2B5EF4-FFF2-40B4-BE49-F238E27FC236}">
                <a16:creationId xmlns:a16="http://schemas.microsoft.com/office/drawing/2014/main" id="{F7D0BCAC-7AEC-4488-8BE4-2A7EF324B53E}"/>
              </a:ext>
            </a:extLst>
          </p:cNvPr>
          <p:cNvSpPr>
            <a:spLocks xmlns:a="http://schemas.openxmlformats.org/drawingml/2006/main" noGrp="1"/>
          </p:cNvSpPr>
          <p:nvPr/>
        </p:nvSpPr>
        <p:spPr>
          <a:xfrm xmlns:a="http://schemas.openxmlformats.org/drawingml/2006/main">
            <a:off x="400050" y="905827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모델 사용 비용</a:t>
            </a:r>
          </a:p>
        </p:txBody>
      </p:sp>
      <p:sp>
        <p:nvSpPr>
          <p:cNvPr id="25" name="dp44-comparison / n25 / text 1">
            <a:extLst xmlns:a="http://schemas.openxmlformats.org/drawingml/2006/main">
              <a:ext uri="{FF2B5EF4-FFF2-40B4-BE49-F238E27FC236}">
                <a16:creationId xmlns:a16="http://schemas.microsoft.com/office/drawing/2014/main" id="{2C076D70-63B5-49E7-A741-98B7BAA442CD}"/>
              </a:ext>
            </a:extLst>
          </p:cNvPr>
          <p:cNvSpPr>
            <a:spLocks xmlns:a="http://schemas.openxmlformats.org/drawingml/2006/main" noGrp="1"/>
          </p:cNvSpPr>
          <p:nvPr/>
        </p:nvSpPr>
        <p:spPr>
          <a:xfrm xmlns:a="http://schemas.openxmlformats.org/drawingml/2006/main">
            <a:off x="2857500" y="905827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같은 의미 / 응답 job이면 동일 / 폐기 / 재시도 포함</a:t>
            </a:r>
          </a:p>
        </p:txBody>
      </p:sp>
      <p:sp>
        <p:nvSpPr>
          <p:cNvPr id="26" name="dp44-comparison / n26 / text 1">
            <a:extLst xmlns:a="http://schemas.openxmlformats.org/drawingml/2006/main">
              <a:ext uri="{FF2B5EF4-FFF2-40B4-BE49-F238E27FC236}">
                <a16:creationId xmlns:a16="http://schemas.microsoft.com/office/drawing/2014/main" id="{A79473C1-28B0-4879-98D9-E49FF8C2F8A3}"/>
              </a:ext>
            </a:extLst>
          </p:cNvPr>
          <p:cNvSpPr>
            <a:spLocks xmlns:a="http://schemas.openxmlformats.org/drawingml/2006/main" noGrp="1"/>
          </p:cNvSpPr>
          <p:nvPr/>
        </p:nvSpPr>
        <p:spPr>
          <a:xfrm xmlns:a="http://schemas.openxmlformats.org/drawingml/2006/main">
            <a:off x="10001250" y="905827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같은 job이면 동일 / 중복 생산 / 폐기 호출 포함</a:t>
            </a:r>
          </a:p>
        </p:txBody>
      </p:sp>
      <p:sp>
        <p:nvSpPr>
          <p:cNvPr id="27" name="dp44-comparison / n27 / path">
            <a:extLst xmlns:a="http://schemas.openxmlformats.org/drawingml/2006/main">
              <a:ext uri="{FF2B5EF4-FFF2-40B4-BE49-F238E27FC236}">
                <a16:creationId xmlns:a16="http://schemas.microsoft.com/office/drawing/2014/main" id="{6EDF5B90-9EC8-4D38-B654-D708A3E92C25}"/>
              </a:ext>
            </a:extLst>
          </p:cNvPr>
          <p:cNvSpPr>
            <a:spLocks xmlns:a="http://schemas.openxmlformats.org/drawingml/2006/main" noGrp="1"/>
          </p:cNvSpPr>
          <p:nvPr/>
        </p:nvSpPr>
        <p:spPr>
          <a:xfrm xmlns:a="http://schemas.openxmlformats.org/drawingml/2006/main">
            <a:off x="381000" y="9305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8" name="dp44-comparison / n28 / text 1">
            <a:extLst xmlns:a="http://schemas.openxmlformats.org/drawingml/2006/main">
              <a:ext uri="{FF2B5EF4-FFF2-40B4-BE49-F238E27FC236}">
                <a16:creationId xmlns:a16="http://schemas.microsoft.com/office/drawing/2014/main" id="{C2C377E9-DA8F-49C3-862B-AC46372DBAE7}"/>
              </a:ext>
            </a:extLst>
          </p:cNvPr>
          <p:cNvSpPr>
            <a:spLocks xmlns:a="http://schemas.openxmlformats.org/drawingml/2006/main" noGrp="1"/>
          </p:cNvSpPr>
          <p:nvPr/>
        </p:nvSpPr>
        <p:spPr>
          <a:xfrm xmlns:a="http://schemas.openxmlformats.org/drawingml/2006/main">
            <a:off x="400050" y="938212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변경 / 메모리</a:t>
            </a:r>
          </a:p>
        </p:txBody>
      </p:sp>
      <p:sp>
        <p:nvSpPr>
          <p:cNvPr id="29" name="dp44-comparison / n29 / text 1">
            <a:extLst xmlns:a="http://schemas.openxmlformats.org/drawingml/2006/main">
              <a:ext uri="{FF2B5EF4-FFF2-40B4-BE49-F238E27FC236}">
                <a16:creationId xmlns:a16="http://schemas.microsoft.com/office/drawing/2014/main" id="{8CD61D65-C356-4982-A61F-5A6542648194}"/>
              </a:ext>
            </a:extLst>
          </p:cNvPr>
          <p:cNvSpPr>
            <a:spLocks xmlns:a="http://schemas.openxmlformats.org/drawingml/2006/main" noGrp="1"/>
          </p:cNvSpPr>
          <p:nvPr/>
        </p:nvSpPr>
        <p:spPr>
          <a:xfrm xmlns:a="http://schemas.openxmlformats.org/drawingml/2006/main">
            <a:off x="2857500" y="938212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조정 규칙 중앙 변경 / 하나의 진행 상태</a:t>
            </a:r>
          </a:p>
        </p:txBody>
      </p:sp>
      <p:sp>
        <p:nvSpPr>
          <p:cNvPr id="30" name="dp44-comparison / n30 / text 1">
            <a:extLst xmlns:a="http://schemas.openxmlformats.org/drawingml/2006/main">
              <a:ext uri="{FF2B5EF4-FFF2-40B4-BE49-F238E27FC236}">
                <a16:creationId xmlns:a16="http://schemas.microsoft.com/office/drawing/2014/main" id="{5E9622D6-5905-4305-9D81-FA75F618D38E}"/>
              </a:ext>
            </a:extLst>
          </p:cNvPr>
          <p:cNvSpPr>
            <a:spLocks xmlns:a="http://schemas.openxmlformats.org/drawingml/2006/main" noGrp="1"/>
          </p:cNvSpPr>
          <p:nvPr/>
        </p:nvSpPr>
        <p:spPr>
          <a:xfrm xmlns:a="http://schemas.openxmlformats.org/drawingml/2006/main">
            <a:off x="10001250" y="938212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단계 조합 국소 변경 조건 / 여러 Window / 채널 상태</a:t>
            </a:r>
          </a:p>
        </p:txBody>
      </p:sp>
      <p:sp>
        <p:nvSpPr>
          <p:cNvPr id="31" name="dp44-comparison / n31 / text 1">
            <a:extLst xmlns:a="http://schemas.openxmlformats.org/drawingml/2006/main">
              <a:ext uri="{FF2B5EF4-FFF2-40B4-BE49-F238E27FC236}">
                <a16:creationId xmlns:a16="http://schemas.microsoft.com/office/drawing/2014/main" id="{483F4550-EE69-4423-960F-25C26531F144}"/>
              </a:ext>
            </a:extLst>
          </p:cNvPr>
          <p:cNvSpPr>
            <a:spLocks xmlns:a="http://schemas.openxmlformats.org/drawingml/2006/main" noGrp="1"/>
          </p:cNvSpPr>
          <p:nvPr/>
        </p:nvSpPr>
        <p:spPr>
          <a:xfrm xmlns:a="http://schemas.openxmlformats.org/drawingml/2006/main">
            <a:off x="381000" y="982980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미선정 / 미측정. A도 비동기 / 우선순위 / 동시 실행. B의 사건 채널만으로 정확성 / 속도 우위를 보장하지 않는다.</a:t>
            </a:r>
          </a:p>
        </p:txBody>
      </p:sp>
      <p:sp>
        <p:nvSpPr>
          <p:cNvPr id="32" name="dp44-comparison / n32 / text 1">
            <a:extLst xmlns:a="http://schemas.openxmlformats.org/drawingml/2006/main">
              <a:ext uri="{FF2B5EF4-FFF2-40B4-BE49-F238E27FC236}">
                <a16:creationId xmlns:a16="http://schemas.microsoft.com/office/drawing/2014/main" id="{CE04F8DF-02E7-4586-9046-4F0127EC2392}"/>
              </a:ext>
            </a:extLst>
          </p:cNvPr>
          <p:cNvSpPr>
            <a:spLocks xmlns:a="http://schemas.openxmlformats.org/drawingml/2006/main" noGrp="1"/>
          </p:cNvSpPr>
          <p:nvPr/>
        </p:nvSpPr>
        <p:spPr>
          <a:xfrm xmlns:a="http://schemas.openxmlformats.org/drawingml/2006/main">
            <a:off x="381000" y="10096500"/>
            <a:ext cx="17526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Module 구조와 후속 실행 자료를 비교 / 준비 완료 / 내부 접수 / 외부 접수 / 실제 전달을 구별 / 수치 우열은 측정 후 판단</a:t>
            </a:r>
          </a:p>
        </p:txBody>
      </p:sp>
      <p:sp>
        <p:nvSpPr>
          <p:cNvPr id="33" name="dp44-comparison / legend44_0">
            <a:extLst xmlns:a="http://schemas.openxmlformats.org/drawingml/2006/main">
              <a:ext uri="{FF2B5EF4-FFF2-40B4-BE49-F238E27FC236}">
                <a16:creationId xmlns:a16="http://schemas.microsoft.com/office/drawing/2014/main" id="{C9F964F1-BF73-4845-9844-DBA7B8F8FD9D}"/>
              </a:ext>
            </a:extLst>
          </p:cNvPr>
          <p:cNvSpPr>
            <a:spLocks xmlns:a="http://schemas.openxmlformats.org/drawingml/2006/main" noGrp="1"/>
          </p:cNvSpPr>
          <p:nvPr/>
        </p:nvSpPr>
        <p:spPr>
          <a:xfrm xmlns:a="http://schemas.openxmlformats.org/drawingml/2006/main">
            <a:off x="447675" y="3257550"/>
            <a:ext cx="819150" cy="42576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4" name="dp44-comparison / legend44_1 / text 1">
            <a:extLst xmlns:a="http://schemas.openxmlformats.org/drawingml/2006/main">
              <a:ext uri="{FF2B5EF4-FFF2-40B4-BE49-F238E27FC236}">
                <a16:creationId xmlns:a16="http://schemas.microsoft.com/office/drawing/2014/main" id="{232E6E0E-BD6A-4534-B844-7A6B4DBE8DD6}"/>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35" name="dp44-comparison / legend44_2">
            <a:extLst xmlns:a="http://schemas.openxmlformats.org/drawingml/2006/main">
              <a:ext uri="{FF2B5EF4-FFF2-40B4-BE49-F238E27FC236}">
                <a16:creationId xmlns:a16="http://schemas.microsoft.com/office/drawing/2014/main" id="{EB8AA2EF-EFBF-4A5E-A074-0927C0DED6BE}"/>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6" name="dp44-comparison / legend44_3 / text 1">
            <a:extLst xmlns:a="http://schemas.openxmlformats.org/drawingml/2006/main">
              <a:ext uri="{FF2B5EF4-FFF2-40B4-BE49-F238E27FC236}">
                <a16:creationId xmlns:a16="http://schemas.microsoft.com/office/drawing/2014/main" id="{DF302433-BB7B-44CF-A081-7B7BF85D49DB}"/>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37" name="dp44-comparison / legend44_4 / text 1">
            <a:extLst xmlns:a="http://schemas.openxmlformats.org/drawingml/2006/main">
              <a:ext uri="{FF2B5EF4-FFF2-40B4-BE49-F238E27FC236}">
                <a16:creationId xmlns:a16="http://schemas.microsoft.com/office/drawing/2014/main" id="{7B0B8314-672C-476E-B484-1122FB5F12E3}"/>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8" name="dp44-comparison / legend44_5">
            <a:extLst xmlns:a="http://schemas.openxmlformats.org/drawingml/2006/main">
              <a:ext uri="{FF2B5EF4-FFF2-40B4-BE49-F238E27FC236}">
                <a16:creationId xmlns:a16="http://schemas.microsoft.com/office/drawing/2014/main" id="{171E0E42-9BB9-4575-9177-A9AADE8B9B34}"/>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39" name="dp44-comparison / legend44_6 / text 1">
            <a:extLst xmlns:a="http://schemas.openxmlformats.org/drawingml/2006/main">
              <a:ext uri="{FF2B5EF4-FFF2-40B4-BE49-F238E27FC236}">
                <a16:creationId xmlns:a16="http://schemas.microsoft.com/office/drawing/2014/main" id="{11612961-4B13-4B3C-B479-9942AE9C856A}"/>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0" name="dp44-comparison / legend44_7 / text 1">
            <a:extLst xmlns:a="http://schemas.openxmlformats.org/drawingml/2006/main">
              <a:ext uri="{FF2B5EF4-FFF2-40B4-BE49-F238E27FC236}">
                <a16:creationId xmlns:a16="http://schemas.microsoft.com/office/drawing/2014/main" id="{9457D9EE-F401-41A0-8518-F40C2A2BC3DC}"/>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1" name="dp44-comparison / legend44_8">
            <a:extLst xmlns:a="http://schemas.openxmlformats.org/drawingml/2006/main">
              <a:ext uri="{FF2B5EF4-FFF2-40B4-BE49-F238E27FC236}">
                <a16:creationId xmlns:a16="http://schemas.microsoft.com/office/drawing/2014/main" id="{4E107E0B-4CF5-42C9-96E7-746387C1D0A3}"/>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2" name="dp44-comparison / legend44_8 / fold">
            <a:extLst xmlns:a="http://schemas.openxmlformats.org/drawingml/2006/main">
              <a:ext uri="{FF2B5EF4-FFF2-40B4-BE49-F238E27FC236}">
                <a16:creationId xmlns:a16="http://schemas.microsoft.com/office/drawing/2014/main" id="{80DEA0ED-C6E4-4908-AF7D-BC7F2E37FF33}"/>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3" name="dp44-comparison / legend44_9 / text 1">
            <a:extLst xmlns:a="http://schemas.openxmlformats.org/drawingml/2006/main">
              <a:ext uri="{FF2B5EF4-FFF2-40B4-BE49-F238E27FC236}">
                <a16:creationId xmlns:a16="http://schemas.microsoft.com/office/drawing/2014/main" id="{1D2F1D3F-38E2-4F4D-8C3D-F7BF708D1198}"/>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4" name="dp44-comparison / legend44_10 / text 1">
            <a:extLst xmlns:a="http://schemas.openxmlformats.org/drawingml/2006/main">
              <a:ext uri="{FF2B5EF4-FFF2-40B4-BE49-F238E27FC236}">
                <a16:creationId xmlns:a16="http://schemas.microsoft.com/office/drawing/2014/main" id="{1B4C3DE5-558B-40E5-83BA-9860CC78FB49}"/>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5" name="dp44-comparison / legend44_11">
            <a:extLst xmlns:a="http://schemas.openxmlformats.org/drawingml/2006/main">
              <a:ext uri="{FF2B5EF4-FFF2-40B4-BE49-F238E27FC236}">
                <a16:creationId xmlns:a16="http://schemas.microsoft.com/office/drawing/2014/main" id="{02A94A0D-C714-4099-8AE0-F919C5FBE0AB}"/>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46" name="dp44-comparison / legend44_12 / text 1">
            <a:extLst xmlns:a="http://schemas.openxmlformats.org/drawingml/2006/main">
              <a:ext uri="{FF2B5EF4-FFF2-40B4-BE49-F238E27FC236}">
                <a16:creationId xmlns:a16="http://schemas.microsoft.com/office/drawing/2014/main" id="{87850DF3-313F-4EEF-BA15-5D205E80DB93}"/>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State</a:t>
            </a:r>
          </a:p>
        </p:txBody>
      </p:sp>
      <p:sp>
        <p:nvSpPr>
          <p:cNvPr id="47" name="dp44-comparison / legend44_13 / text 1">
            <a:extLst xmlns:a="http://schemas.openxmlformats.org/drawingml/2006/main">
              <a:ext uri="{FF2B5EF4-FFF2-40B4-BE49-F238E27FC236}">
                <a16:creationId xmlns:a16="http://schemas.microsoft.com/office/drawing/2014/main" id="{60D2D626-106F-4F04-B0F8-D3D9B838A907}"/>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owner 상태</a:t>
            </a:r>
          </a:p>
        </p:txBody>
      </p:sp>
      <p:sp>
        <p:nvSpPr>
          <p:cNvPr id="48" name="dp44-comparison / legend44_14">
            <a:extLst xmlns:a="http://schemas.openxmlformats.org/drawingml/2006/main">
              <a:ext uri="{FF2B5EF4-FFF2-40B4-BE49-F238E27FC236}">
                <a16:creationId xmlns:a16="http://schemas.microsoft.com/office/drawing/2014/main" id="{DC3AFF37-F1FE-4526-8E60-031EBE8829D8}"/>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49" name="dp44-comparison / legend44_15 / text 1">
            <a:extLst xmlns:a="http://schemas.openxmlformats.org/drawingml/2006/main">
              <a:ext uri="{FF2B5EF4-FFF2-40B4-BE49-F238E27FC236}">
                <a16:creationId xmlns:a16="http://schemas.microsoft.com/office/drawing/2014/main" id="{D9DB61DD-4DED-448A-A038-C3DA4E135296}"/>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0" name="dp44-comparison / legend44_16 / text 1">
            <a:extLst xmlns:a="http://schemas.openxmlformats.org/drawingml/2006/main">
              <a:ext uri="{FF2B5EF4-FFF2-40B4-BE49-F238E27FC236}">
                <a16:creationId xmlns:a16="http://schemas.microsoft.com/office/drawing/2014/main" id="{57EA8CC7-A0BD-48FA-B7AA-58FBA6707E3A}"/>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1" name="dp44-comparison / legend44_17 / path">
            <a:extLst xmlns:a="http://schemas.openxmlformats.org/drawingml/2006/main">
              <a:ext uri="{FF2B5EF4-FFF2-40B4-BE49-F238E27FC236}">
                <a16:creationId xmlns:a16="http://schemas.microsoft.com/office/drawing/2014/main" id="{D91A4FC0-D406-4172-ADE6-05A2E153CF4D}"/>
              </a:ext>
            </a:extLst>
          </p:cNvPr>
          <p:cNvSpPr>
            <a:spLocks xmlns:a="http://schemas.openxmlformats.org/drawingml/2006/main" noGrp="1"/>
          </p:cNvSpPr>
          <p:nvPr/>
        </p:nvSpPr>
        <p:spPr>
          <a:xfrm xmlns:a="http://schemas.openxmlformats.org/drawingml/2006/main">
            <a:off x="514350" y="641985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2" name="dp44-comparison / legend44_17 / arrow">
            <a:extLst xmlns:a="http://schemas.openxmlformats.org/drawingml/2006/main">
              <a:ext uri="{FF2B5EF4-FFF2-40B4-BE49-F238E27FC236}">
                <a16:creationId xmlns:a16="http://schemas.microsoft.com/office/drawing/2014/main" id="{010B37D6-2546-4BD6-A380-C9A45283A143}"/>
              </a:ext>
            </a:extLst>
          </p:cNvPr>
          <p:cNvSpPr>
            <a:spLocks xmlns:a="http://schemas.openxmlformats.org/drawingml/2006/main" noGrp="1"/>
          </p:cNvSpPr>
          <p:nvPr/>
        </p:nvSpPr>
        <p:spPr>
          <a:xfrm xmlns:a="http://schemas.openxmlformats.org/drawingml/2006/main">
            <a:off x="837819" y="63863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3" name="dp44-comparison / legend44_18 / text 1">
            <a:extLst xmlns:a="http://schemas.openxmlformats.org/drawingml/2006/main">
              <a:ext uri="{FF2B5EF4-FFF2-40B4-BE49-F238E27FC236}">
                <a16:creationId xmlns:a16="http://schemas.microsoft.com/office/drawing/2014/main" id="{CF63ACA1-8FD3-4A5D-A4DD-DDF94072BE1A}"/>
              </a:ext>
            </a:extLst>
          </p:cNvPr>
          <p:cNvSpPr>
            <a:spLocks xmlns:a="http://schemas.openxmlformats.org/drawingml/2006/main" noGrp="1"/>
          </p:cNvSpPr>
          <p:nvPr/>
        </p:nvSpPr>
        <p:spPr>
          <a:xfrm xmlns:a="http://schemas.openxmlformats.org/drawingml/2006/main">
            <a:off x="962025" y="635317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4" name="dp44-comparison / legend44_19 / path">
            <a:extLst xmlns:a="http://schemas.openxmlformats.org/drawingml/2006/main">
              <a:ext uri="{FF2B5EF4-FFF2-40B4-BE49-F238E27FC236}">
                <a16:creationId xmlns:a16="http://schemas.microsoft.com/office/drawing/2014/main" id="{D513DEF7-FBAA-4218-85B9-43DCF96D329A}"/>
              </a:ext>
            </a:extLst>
          </p:cNvPr>
          <p:cNvSpPr>
            <a:spLocks xmlns:a="http://schemas.openxmlformats.org/drawingml/2006/main" noGrp="1"/>
          </p:cNvSpPr>
          <p:nvPr/>
        </p:nvSpPr>
        <p:spPr>
          <a:xfrm xmlns:a="http://schemas.openxmlformats.org/drawingml/2006/main">
            <a:off x="514350" y="661987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5" name="dp44-comparison / legend44_19 / arrow">
            <a:extLst xmlns:a="http://schemas.openxmlformats.org/drawingml/2006/main">
              <a:ext uri="{FF2B5EF4-FFF2-40B4-BE49-F238E27FC236}">
                <a16:creationId xmlns:a16="http://schemas.microsoft.com/office/drawing/2014/main" id="{5DC35F62-02A6-4087-A127-6011D644E62A}"/>
              </a:ext>
            </a:extLst>
          </p:cNvPr>
          <p:cNvSpPr>
            <a:spLocks xmlns:a="http://schemas.openxmlformats.org/drawingml/2006/main" noGrp="1"/>
          </p:cNvSpPr>
          <p:nvPr/>
        </p:nvSpPr>
        <p:spPr>
          <a:xfrm xmlns:a="http://schemas.openxmlformats.org/drawingml/2006/main">
            <a:off x="837819" y="65863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6" name="dp44-comparison / legend44_20 / text 1">
            <a:extLst xmlns:a="http://schemas.openxmlformats.org/drawingml/2006/main">
              <a:ext uri="{FF2B5EF4-FFF2-40B4-BE49-F238E27FC236}">
                <a16:creationId xmlns:a16="http://schemas.microsoft.com/office/drawing/2014/main" id="{87631A4A-7E44-40A7-9CF1-D1570A45A3F3}"/>
              </a:ext>
            </a:extLst>
          </p:cNvPr>
          <p:cNvSpPr>
            <a:spLocks xmlns:a="http://schemas.openxmlformats.org/drawingml/2006/main" noGrp="1"/>
          </p:cNvSpPr>
          <p:nvPr/>
        </p:nvSpPr>
        <p:spPr>
          <a:xfrm xmlns:a="http://schemas.openxmlformats.org/drawingml/2006/main">
            <a:off x="962025" y="655320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57" name="dp44-comparison / n54 / text 1">
            <a:extLst xmlns:a="http://schemas.openxmlformats.org/drawingml/2006/main">
              <a:ext uri="{FF2B5EF4-FFF2-40B4-BE49-F238E27FC236}">
                <a16:creationId xmlns:a16="http://schemas.microsoft.com/office/drawing/2014/main" id="{293A639C-B2E4-4A73-A38D-D5C3C8F8A422}"/>
              </a:ext>
            </a:extLst>
          </p:cNvPr>
          <p:cNvSpPr>
            <a:spLocks xmlns:a="http://schemas.openxmlformats.org/drawingml/2006/main" noGrp="1"/>
          </p:cNvSpPr>
          <p:nvPr/>
        </p:nvSpPr>
        <p:spPr>
          <a:xfrm xmlns:a="http://schemas.openxmlformats.org/drawingml/2006/main">
            <a:off x="514350" y="7010400"/>
            <a:ext cx="7239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공통: 검정</a:t>
            </a:r>
          </a:p>
        </p:txBody>
      </p:sp>
      <p:sp>
        <p:nvSpPr>
          <p:cNvPr id="58" name="dp44-comparison / n55 / text 1">
            <a:extLst xmlns:a="http://schemas.openxmlformats.org/drawingml/2006/main">
              <a:ext uri="{FF2B5EF4-FFF2-40B4-BE49-F238E27FC236}">
                <a16:creationId xmlns:a16="http://schemas.microsoft.com/office/drawing/2014/main" id="{01456B02-57E2-4029-A78A-9CCC3FFDF701}"/>
              </a:ext>
            </a:extLst>
          </p:cNvPr>
          <p:cNvSpPr>
            <a:spLocks xmlns:a="http://schemas.openxmlformats.org/drawingml/2006/main" noGrp="1"/>
          </p:cNvSpPr>
          <p:nvPr/>
        </p:nvSpPr>
        <p:spPr>
          <a:xfrm xmlns:a="http://schemas.openxmlformats.org/drawingml/2006/main">
            <a:off x="514350" y="7219950"/>
            <a:ext cx="7239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차이: 살구색</a:t>
            </a:r>
          </a:p>
        </p:txBody>
      </p:sp>
      <p:sp>
        <p:nvSpPr>
          <p:cNvPr id="59" name="dp44-comparison / n56">
            <a:extLst xmlns:a="http://schemas.openxmlformats.org/drawingml/2006/main">
              <a:ext uri="{FF2B5EF4-FFF2-40B4-BE49-F238E27FC236}">
                <a16:creationId xmlns:a16="http://schemas.microsoft.com/office/drawing/2014/main" id="{A05DFBAA-F223-467D-A1EA-AEFD0C257AA2}"/>
              </a:ext>
            </a:extLst>
          </p:cNvPr>
          <p:cNvSpPr>
            <a:spLocks xmlns:a="http://schemas.openxmlformats.org/drawingml/2006/main" noGrp="1"/>
          </p:cNvSpPr>
          <p:nvPr/>
        </p:nvSpPr>
        <p:spPr>
          <a:xfrm xmlns:a="http://schemas.openxmlformats.org/drawingml/2006/main">
            <a:off x="166687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0" name="dp44-comparison / n57 / text 1">
            <a:extLst xmlns:a="http://schemas.openxmlformats.org/drawingml/2006/main">
              <a:ext uri="{FF2B5EF4-FFF2-40B4-BE49-F238E27FC236}">
                <a16:creationId xmlns:a16="http://schemas.microsoft.com/office/drawing/2014/main" id="{078C1190-230A-419A-AE08-3662420B5B9E}"/>
              </a:ext>
            </a:extLst>
          </p:cNvPr>
          <p:cNvSpPr>
            <a:spLocks xmlns:a="http://schemas.openxmlformats.org/drawingml/2006/main" noGrp="1"/>
          </p:cNvSpPr>
          <p:nvPr/>
        </p:nvSpPr>
        <p:spPr>
          <a:xfrm xmlns:a="http://schemas.openxmlformats.org/drawingml/2006/main">
            <a:off x="175260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61" name="dp44-comparison / n58">
            <a:extLst xmlns:a="http://schemas.openxmlformats.org/drawingml/2006/main">
              <a:ext uri="{FF2B5EF4-FFF2-40B4-BE49-F238E27FC236}">
                <a16:creationId xmlns:a16="http://schemas.microsoft.com/office/drawing/2014/main" id="{0BAC4461-08BF-40CA-BF6C-A328846FEE89}"/>
              </a:ext>
            </a:extLst>
          </p:cNvPr>
          <p:cNvSpPr>
            <a:spLocks xmlns:a="http://schemas.openxmlformats.org/drawingml/2006/main" noGrp="1"/>
          </p:cNvSpPr>
          <p:nvPr/>
        </p:nvSpPr>
        <p:spPr>
          <a:xfrm xmlns:a="http://schemas.openxmlformats.org/drawingml/2006/main">
            <a:off x="633412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2" name="dp44-comparison / n59 / text 1">
            <a:extLst xmlns:a="http://schemas.openxmlformats.org/drawingml/2006/main">
              <a:ext uri="{FF2B5EF4-FFF2-40B4-BE49-F238E27FC236}">
                <a16:creationId xmlns:a16="http://schemas.microsoft.com/office/drawing/2014/main" id="{0E6FB530-F636-44AC-9A76-E2711979449B}"/>
              </a:ext>
            </a:extLst>
          </p:cNvPr>
          <p:cNvSpPr>
            <a:spLocks xmlns:a="http://schemas.openxmlformats.org/drawingml/2006/main" noGrp="1"/>
          </p:cNvSpPr>
          <p:nvPr/>
        </p:nvSpPr>
        <p:spPr>
          <a:xfrm xmlns:a="http://schemas.openxmlformats.org/drawingml/2006/main">
            <a:off x="641985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63" name="dp44-comparison / n64">
            <a:extLst xmlns:a="http://schemas.openxmlformats.org/drawingml/2006/main">
              <a:ext uri="{FF2B5EF4-FFF2-40B4-BE49-F238E27FC236}">
                <a16:creationId xmlns:a16="http://schemas.microsoft.com/office/drawing/2014/main" id="{8F06DCFF-4FF2-4989-9D44-8FDBE1C53967}"/>
              </a:ext>
            </a:extLst>
          </p:cNvPr>
          <p:cNvSpPr>
            <a:spLocks xmlns:a="http://schemas.openxmlformats.org/drawingml/2006/main" noGrp="1"/>
          </p:cNvSpPr>
          <p:nvPr/>
        </p:nvSpPr>
        <p:spPr>
          <a:xfrm xmlns:a="http://schemas.openxmlformats.org/drawingml/2006/main">
            <a:off x="1571625" y="3105150"/>
            <a:ext cx="7715250" cy="16383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4" name="dp44-comparison / n65 / text 1">
            <a:extLst xmlns:a="http://schemas.openxmlformats.org/drawingml/2006/main">
              <a:ext uri="{FF2B5EF4-FFF2-40B4-BE49-F238E27FC236}">
                <a16:creationId xmlns:a16="http://schemas.microsoft.com/office/drawing/2014/main" id="{0BDB432B-32CB-4245-88A2-593E6BF0AD21}"/>
              </a:ext>
            </a:extLst>
          </p:cNvPr>
          <p:cNvSpPr>
            <a:spLocks xmlns:a="http://schemas.openxmlformats.org/drawingml/2006/main" noGrp="1"/>
          </p:cNvSpPr>
          <p:nvPr/>
        </p:nvSpPr>
        <p:spPr>
          <a:xfrm xmlns:a="http://schemas.openxmlformats.org/drawingml/2006/main">
            <a:off x="1695450" y="32004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65" name="dp44-comparison / n66">
            <a:extLst xmlns:a="http://schemas.openxmlformats.org/drawingml/2006/main">
              <a:ext uri="{FF2B5EF4-FFF2-40B4-BE49-F238E27FC236}">
                <a16:creationId xmlns:a16="http://schemas.microsoft.com/office/drawing/2014/main" id="{01A53766-AD78-452A-94B9-30E8A260D766}"/>
              </a:ext>
            </a:extLst>
          </p:cNvPr>
          <p:cNvSpPr>
            <a:spLocks xmlns:a="http://schemas.openxmlformats.org/drawingml/2006/main" noGrp="1"/>
          </p:cNvSpPr>
          <p:nvPr/>
        </p:nvSpPr>
        <p:spPr>
          <a:xfrm xmlns:a="http://schemas.openxmlformats.org/drawingml/2006/main">
            <a:off x="1857375" y="3629025"/>
            <a:ext cx="2714625"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66" name="dp44-comparison / n67 / text 1">
            <a:extLst xmlns:a="http://schemas.openxmlformats.org/drawingml/2006/main">
              <a:ext uri="{FF2B5EF4-FFF2-40B4-BE49-F238E27FC236}">
                <a16:creationId xmlns:a16="http://schemas.microsoft.com/office/drawing/2014/main" id="{94BC00E4-C397-49D3-BA1D-3C01B76E9F63}"/>
              </a:ext>
            </a:extLst>
          </p:cNvPr>
          <p:cNvSpPr>
            <a:spLocks xmlns:a="http://schemas.openxmlformats.org/drawingml/2006/main" noGrp="1"/>
          </p:cNvSpPr>
          <p:nvPr/>
        </p:nvSpPr>
        <p:spPr>
          <a:xfrm xmlns:a="http://schemas.openxmlformats.org/drawingml/2006/main">
            <a:off x="1943100" y="3692366"/>
            <a:ext cx="2543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Dialogue Dispatcher</a:t>
            </a:r>
          </a:p>
        </p:txBody>
      </p:sp>
      <p:sp>
        <p:nvSpPr>
          <p:cNvPr id="67" name="dp44-comparison / n68">
            <a:extLst xmlns:a="http://schemas.openxmlformats.org/drawingml/2006/main">
              <a:ext uri="{FF2B5EF4-FFF2-40B4-BE49-F238E27FC236}">
                <a16:creationId xmlns:a16="http://schemas.microsoft.com/office/drawing/2014/main" id="{F7981C42-FD70-4232-B528-3677416E91BC}"/>
              </a:ext>
            </a:extLst>
          </p:cNvPr>
          <p:cNvSpPr>
            <a:spLocks xmlns:a="http://schemas.openxmlformats.org/drawingml/2006/main" noGrp="1"/>
          </p:cNvSpPr>
          <p:nvPr/>
        </p:nvSpPr>
        <p:spPr>
          <a:xfrm xmlns:a="http://schemas.openxmlformats.org/drawingml/2006/main">
            <a:off x="5857875" y="3629025"/>
            <a:ext cx="3095625" cy="40957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68" name="dp44-comparison / n69 / text 1">
            <a:extLst xmlns:a="http://schemas.openxmlformats.org/drawingml/2006/main">
              <a:ext uri="{FF2B5EF4-FFF2-40B4-BE49-F238E27FC236}">
                <a16:creationId xmlns:a16="http://schemas.microsoft.com/office/drawing/2014/main" id="{E9A55262-D184-4ECD-A500-FA54FBA460F5}"/>
              </a:ext>
            </a:extLst>
          </p:cNvPr>
          <p:cNvSpPr>
            <a:spLocks xmlns:a="http://schemas.openxmlformats.org/drawingml/2006/main" noGrp="1"/>
          </p:cNvSpPr>
          <p:nvPr/>
        </p:nvSpPr>
        <p:spPr>
          <a:xfrm xmlns:a="http://schemas.openxmlformats.org/drawingml/2006/main">
            <a:off x="5943600" y="3790950"/>
            <a:ext cx="29241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Dialogue Progress State</a:t>
            </a:r>
          </a:p>
        </p:txBody>
      </p:sp>
      <p:sp>
        <p:nvSpPr>
          <p:cNvPr id="69" name="dp44-comparison / n70 / path">
            <a:extLst xmlns:a="http://schemas.openxmlformats.org/drawingml/2006/main">
              <a:ext uri="{FF2B5EF4-FFF2-40B4-BE49-F238E27FC236}">
                <a16:creationId xmlns:a16="http://schemas.microsoft.com/office/drawing/2014/main" id="{3A4D5BCD-ABA8-4EAF-A719-17128EB73720}"/>
              </a:ext>
            </a:extLst>
          </p:cNvPr>
          <p:cNvSpPr>
            <a:spLocks xmlns:a="http://schemas.openxmlformats.org/drawingml/2006/main" noGrp="1"/>
          </p:cNvSpPr>
          <p:nvPr/>
        </p:nvSpPr>
        <p:spPr>
          <a:xfrm xmlns:a="http://schemas.openxmlformats.org/drawingml/2006/main">
            <a:off x="2952750" y="2733675"/>
            <a:ext cx="261938" cy="895350"/>
          </a:xfrm>
          <a:custGeom xmlns:a="http://schemas.openxmlformats.org/drawingml/2006/main">
            <a:pathLst>
              <a:path w="261938" h="895350">
                <a:moveTo>
                  <a:pt x="0" y="0"/>
                </a:moveTo>
                <a:lnTo>
                  <a:pt x="0" y="285750"/>
                </a:lnTo>
                <a:lnTo>
                  <a:pt x="261938" y="285750"/>
                </a:lnTo>
                <a:lnTo>
                  <a:pt x="261938" y="895350"/>
                </a:lnTo>
              </a:path>
            </a:pathLst>
          </a:custGeom>
          <a:noFill xmlns:a="http://schemas.openxmlformats.org/drawingml/2006/main"/>
          <a:ln xmlns:a="http://schemas.openxmlformats.org/drawingml/2006/main" w="10478">
            <a:solidFill>
              <a:srgbClr val="000000"/>
            </a:solidFill>
            <a:prstDash val="solid"/>
          </a:ln>
        </p:spPr>
      </p:sp>
      <p:sp>
        <p:nvSpPr>
          <p:cNvPr id="70" name="dp44-comparison / n70 / arrow">
            <a:extLst xmlns:a="http://schemas.openxmlformats.org/drawingml/2006/main">
              <a:ext uri="{FF2B5EF4-FFF2-40B4-BE49-F238E27FC236}">
                <a16:creationId xmlns:a16="http://schemas.microsoft.com/office/drawing/2014/main" id="{52864092-7924-4201-97D6-9EBC73297CA5}"/>
              </a:ext>
            </a:extLst>
          </p:cNvPr>
          <p:cNvSpPr>
            <a:spLocks xmlns:a="http://schemas.openxmlformats.org/drawingml/2006/main" noGrp="1"/>
          </p:cNvSpPr>
          <p:nvPr/>
        </p:nvSpPr>
        <p:spPr>
          <a:xfrm xmlns:a="http://schemas.openxmlformats.org/drawingml/2006/main">
            <a:off x="3181160" y="35619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71" name="dp44-comparison / n71 / path">
            <a:extLst xmlns:a="http://schemas.openxmlformats.org/drawingml/2006/main">
              <a:ext uri="{FF2B5EF4-FFF2-40B4-BE49-F238E27FC236}">
                <a16:creationId xmlns:a16="http://schemas.microsoft.com/office/drawing/2014/main" id="{FBE68A42-E2F8-4F91-BA7B-804638910430}"/>
              </a:ext>
            </a:extLst>
          </p:cNvPr>
          <p:cNvSpPr>
            <a:spLocks xmlns:a="http://schemas.openxmlformats.org/drawingml/2006/main" noGrp="1"/>
          </p:cNvSpPr>
          <p:nvPr/>
        </p:nvSpPr>
        <p:spPr>
          <a:xfrm xmlns:a="http://schemas.openxmlformats.org/drawingml/2006/main">
            <a:off x="4024313" y="2733675"/>
            <a:ext cx="3738563" cy="895350"/>
          </a:xfrm>
          <a:custGeom xmlns:a="http://schemas.openxmlformats.org/drawingml/2006/main">
            <a:pathLst>
              <a:path w="3738563" h="895350">
                <a:moveTo>
                  <a:pt x="3738563" y="0"/>
                </a:moveTo>
                <a:lnTo>
                  <a:pt x="3738563" y="247650"/>
                </a:lnTo>
                <a:lnTo>
                  <a:pt x="0" y="247650"/>
                </a:lnTo>
                <a:lnTo>
                  <a:pt x="0" y="895350"/>
                </a:lnTo>
              </a:path>
            </a:pathLst>
          </a:custGeom>
          <a:noFill xmlns:a="http://schemas.openxmlformats.org/drawingml/2006/main"/>
          <a:ln xmlns:a="http://schemas.openxmlformats.org/drawingml/2006/main" w="10478">
            <a:solidFill>
              <a:srgbClr val="000000"/>
            </a:solidFill>
            <a:prstDash val="solid"/>
          </a:ln>
        </p:spPr>
      </p:sp>
      <p:sp>
        <p:nvSpPr>
          <p:cNvPr id="72" name="dp44-comparison / n71 / arrow">
            <a:extLst xmlns:a="http://schemas.openxmlformats.org/drawingml/2006/main">
              <a:ext uri="{FF2B5EF4-FFF2-40B4-BE49-F238E27FC236}">
                <a16:creationId xmlns:a16="http://schemas.microsoft.com/office/drawing/2014/main" id="{39C9DB84-F716-4AF5-8A6A-3881517D230D}"/>
              </a:ext>
            </a:extLst>
          </p:cNvPr>
          <p:cNvSpPr>
            <a:spLocks xmlns:a="http://schemas.openxmlformats.org/drawingml/2006/main" noGrp="1"/>
          </p:cNvSpPr>
          <p:nvPr/>
        </p:nvSpPr>
        <p:spPr>
          <a:xfrm xmlns:a="http://schemas.openxmlformats.org/drawingml/2006/main">
            <a:off x="3990785" y="35619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73" name="dp44-comparison / n72 / path">
            <a:extLst xmlns:a="http://schemas.openxmlformats.org/drawingml/2006/main">
              <a:ext uri="{FF2B5EF4-FFF2-40B4-BE49-F238E27FC236}">
                <a16:creationId xmlns:a16="http://schemas.microsoft.com/office/drawing/2014/main" id="{54FE921A-B509-4761-9297-2E4CF99D6E07}"/>
              </a:ext>
            </a:extLst>
          </p:cNvPr>
          <p:cNvSpPr>
            <a:spLocks xmlns:a="http://schemas.openxmlformats.org/drawingml/2006/main" noGrp="1"/>
          </p:cNvSpPr>
          <p:nvPr/>
        </p:nvSpPr>
        <p:spPr>
          <a:xfrm xmlns:a="http://schemas.openxmlformats.org/drawingml/2006/main">
            <a:off x="4572000" y="3810000"/>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000000"/>
            </a:solidFill>
            <a:prstDash val="solid"/>
          </a:ln>
        </p:spPr>
      </p:sp>
      <p:sp>
        <p:nvSpPr>
          <p:cNvPr id="74" name="dp44-comparison / n72 / arrow">
            <a:extLst xmlns:a="http://schemas.openxmlformats.org/drawingml/2006/main">
              <a:ext uri="{FF2B5EF4-FFF2-40B4-BE49-F238E27FC236}">
                <a16:creationId xmlns:a16="http://schemas.microsoft.com/office/drawing/2014/main" id="{B5755717-A2C0-4689-B4C4-951722E78F9F}"/>
              </a:ext>
            </a:extLst>
          </p:cNvPr>
          <p:cNvSpPr>
            <a:spLocks xmlns:a="http://schemas.openxmlformats.org/drawingml/2006/main" noGrp="1"/>
          </p:cNvSpPr>
          <p:nvPr/>
        </p:nvSpPr>
        <p:spPr>
          <a:xfrm xmlns:a="http://schemas.openxmlformats.org/drawingml/2006/main">
            <a:off x="5790819" y="37764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5" name="dp44-comparison / n73 / path">
            <a:extLst xmlns:a="http://schemas.openxmlformats.org/drawingml/2006/main">
              <a:ext uri="{FF2B5EF4-FFF2-40B4-BE49-F238E27FC236}">
                <a16:creationId xmlns:a16="http://schemas.microsoft.com/office/drawing/2014/main" id="{97A7E3EA-0597-48EA-8388-477BA84DD171}"/>
              </a:ext>
            </a:extLst>
          </p:cNvPr>
          <p:cNvSpPr>
            <a:spLocks xmlns:a="http://schemas.openxmlformats.org/drawingml/2006/main" noGrp="1"/>
          </p:cNvSpPr>
          <p:nvPr/>
        </p:nvSpPr>
        <p:spPr>
          <a:xfrm xmlns:a="http://schemas.openxmlformats.org/drawingml/2006/main">
            <a:off x="4572000" y="3924300"/>
            <a:ext cx="1285875" cy="190500"/>
          </a:xfrm>
          <a:custGeom xmlns:a="http://schemas.openxmlformats.org/drawingml/2006/main">
            <a:pathLst>
              <a:path w="1285875" h="190500">
                <a:moveTo>
                  <a:pt x="1285875" y="0"/>
                </a:moveTo>
                <a:lnTo>
                  <a:pt x="1095375" y="0"/>
                </a:lnTo>
                <a:lnTo>
                  <a:pt x="1095375" y="190500"/>
                </a:lnTo>
                <a:lnTo>
                  <a:pt x="190500" y="190500"/>
                </a:lnTo>
                <a:lnTo>
                  <a:pt x="190500" y="0"/>
                </a:lnTo>
                <a:lnTo>
                  <a:pt x="0" y="0"/>
                </a:lnTo>
              </a:path>
            </a:pathLst>
          </a:custGeom>
          <a:noFill xmlns:a="http://schemas.openxmlformats.org/drawingml/2006/main"/>
          <a:ln xmlns:a="http://schemas.openxmlformats.org/drawingml/2006/main" w="10478">
            <a:solidFill>
              <a:srgbClr val="000000"/>
            </a:solidFill>
            <a:prstDash val="dash"/>
          </a:ln>
        </p:spPr>
      </p:sp>
      <p:sp>
        <p:nvSpPr>
          <p:cNvPr id="76" name="dp44-comparison / n73 / arrow">
            <a:extLst xmlns:a="http://schemas.openxmlformats.org/drawingml/2006/main">
              <a:ext uri="{FF2B5EF4-FFF2-40B4-BE49-F238E27FC236}">
                <a16:creationId xmlns:a16="http://schemas.microsoft.com/office/drawing/2014/main" id="{C8AA92A0-12A9-40D0-807C-65E76E60C8D8}"/>
              </a:ext>
            </a:extLst>
          </p:cNvPr>
          <p:cNvSpPr>
            <a:spLocks xmlns:a="http://schemas.openxmlformats.org/drawingml/2006/main" noGrp="1"/>
          </p:cNvSpPr>
          <p:nvPr/>
        </p:nvSpPr>
        <p:spPr>
          <a:xfrm xmlns:a="http://schemas.openxmlformats.org/drawingml/2006/main">
            <a:off x="4572000" y="38907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77" name="dp44-comparison / n76">
            <a:extLst xmlns:a="http://schemas.openxmlformats.org/drawingml/2006/main">
              <a:ext uri="{FF2B5EF4-FFF2-40B4-BE49-F238E27FC236}">
                <a16:creationId xmlns:a16="http://schemas.microsoft.com/office/drawing/2014/main" id="{B3640A47-A32E-4E0D-B560-897B7403F1FF}"/>
              </a:ext>
            </a:extLst>
          </p:cNvPr>
          <p:cNvSpPr>
            <a:spLocks xmlns:a="http://schemas.openxmlformats.org/drawingml/2006/main" noGrp="1"/>
          </p:cNvSpPr>
          <p:nvPr/>
        </p:nvSpPr>
        <p:spPr>
          <a:xfrm xmlns:a="http://schemas.openxmlformats.org/drawingml/2006/main">
            <a:off x="1666875" y="5095875"/>
            <a:ext cx="2238375"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4-comparison / n77 / text 1">
            <a:extLst xmlns:a="http://schemas.openxmlformats.org/drawingml/2006/main">
              <a:ext uri="{FF2B5EF4-FFF2-40B4-BE49-F238E27FC236}">
                <a16:creationId xmlns:a16="http://schemas.microsoft.com/office/drawing/2014/main" id="{075C8D80-D40B-4F9B-9140-8C4D0D5F1FDC}"/>
              </a:ext>
            </a:extLst>
          </p:cNvPr>
          <p:cNvSpPr>
            <a:spLocks xmlns:a="http://schemas.openxmlformats.org/drawingml/2006/main" noGrp="1"/>
          </p:cNvSpPr>
          <p:nvPr/>
        </p:nvSpPr>
        <p:spPr>
          <a:xfrm xmlns:a="http://schemas.openxmlformats.org/drawingml/2006/main">
            <a:off x="1752600" y="515254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79" name="dp44-comparison / n78">
            <a:extLst xmlns:a="http://schemas.openxmlformats.org/drawingml/2006/main">
              <a:ext uri="{FF2B5EF4-FFF2-40B4-BE49-F238E27FC236}">
                <a16:creationId xmlns:a16="http://schemas.microsoft.com/office/drawing/2014/main" id="{CC69693A-9FC0-4A68-BA33-5BCA888C696A}"/>
              </a:ext>
            </a:extLst>
          </p:cNvPr>
          <p:cNvSpPr>
            <a:spLocks xmlns:a="http://schemas.openxmlformats.org/drawingml/2006/main" noGrp="1"/>
          </p:cNvSpPr>
          <p:nvPr/>
        </p:nvSpPr>
        <p:spPr>
          <a:xfrm xmlns:a="http://schemas.openxmlformats.org/drawingml/2006/main">
            <a:off x="4143375" y="4933950"/>
            <a:ext cx="51435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4-comparison / n79 / text 1">
            <a:extLst xmlns:a="http://schemas.openxmlformats.org/drawingml/2006/main">
              <a:ext uri="{FF2B5EF4-FFF2-40B4-BE49-F238E27FC236}">
                <a16:creationId xmlns:a16="http://schemas.microsoft.com/office/drawing/2014/main" id="{0EE93744-F785-4056-AE24-5EE5546F123A}"/>
              </a:ext>
            </a:extLst>
          </p:cNvPr>
          <p:cNvSpPr>
            <a:spLocks xmlns:a="http://schemas.openxmlformats.org/drawingml/2006/main" noGrp="1"/>
          </p:cNvSpPr>
          <p:nvPr/>
        </p:nvSpPr>
        <p:spPr>
          <a:xfrm xmlns:a="http://schemas.openxmlformats.org/drawingml/2006/main">
            <a:off x="4267200" y="5029200"/>
            <a:ext cx="4895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81" name="dp44-comparison / n80">
            <a:extLst xmlns:a="http://schemas.openxmlformats.org/drawingml/2006/main">
              <a:ext uri="{FF2B5EF4-FFF2-40B4-BE49-F238E27FC236}">
                <a16:creationId xmlns:a16="http://schemas.microsoft.com/office/drawing/2014/main" id="{5E3F28EA-0940-4475-A9BF-A53D0B0B6F14}"/>
              </a:ext>
            </a:extLst>
          </p:cNvPr>
          <p:cNvSpPr>
            <a:spLocks xmlns:a="http://schemas.openxmlformats.org/drawingml/2006/main" noGrp="1"/>
          </p:cNvSpPr>
          <p:nvPr/>
        </p:nvSpPr>
        <p:spPr>
          <a:xfrm xmlns:a="http://schemas.openxmlformats.org/drawingml/2006/main">
            <a:off x="4333875" y="5314950"/>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82" name="dp44-comparison / n81 / text 1">
            <a:extLst xmlns:a="http://schemas.openxmlformats.org/drawingml/2006/main">
              <a:ext uri="{FF2B5EF4-FFF2-40B4-BE49-F238E27FC236}">
                <a16:creationId xmlns:a16="http://schemas.microsoft.com/office/drawing/2014/main" id="{8CF6F1E8-90F1-448A-ACF5-87F4D2E487DB}"/>
              </a:ext>
            </a:extLst>
          </p:cNvPr>
          <p:cNvSpPr>
            <a:spLocks xmlns:a="http://schemas.openxmlformats.org/drawingml/2006/main" noGrp="1"/>
          </p:cNvSpPr>
          <p:nvPr/>
        </p:nvSpPr>
        <p:spPr>
          <a:xfrm xmlns:a="http://schemas.openxmlformats.org/drawingml/2006/main">
            <a:off x="4419600" y="5366861"/>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83" name="dp44-comparison / n82">
            <a:extLst xmlns:a="http://schemas.openxmlformats.org/drawingml/2006/main">
              <a:ext uri="{FF2B5EF4-FFF2-40B4-BE49-F238E27FC236}">
                <a16:creationId xmlns:a16="http://schemas.microsoft.com/office/drawing/2014/main" id="{2A976C13-DF99-46BB-8EA5-D9CFA16D011D}"/>
              </a:ext>
            </a:extLst>
          </p:cNvPr>
          <p:cNvSpPr>
            <a:spLocks xmlns:a="http://schemas.openxmlformats.org/drawingml/2006/main" noGrp="1"/>
          </p:cNvSpPr>
          <p:nvPr/>
        </p:nvSpPr>
        <p:spPr>
          <a:xfrm xmlns:a="http://schemas.openxmlformats.org/drawingml/2006/main">
            <a:off x="6953250" y="5314950"/>
            <a:ext cx="2143125"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84" name="dp44-comparison / n83 / text 1">
            <a:extLst xmlns:a="http://schemas.openxmlformats.org/drawingml/2006/main">
              <a:ext uri="{FF2B5EF4-FFF2-40B4-BE49-F238E27FC236}">
                <a16:creationId xmlns:a16="http://schemas.microsoft.com/office/drawing/2014/main" id="{CF74ABE6-C87A-4C90-98D3-BCF4D1D9D9E1}"/>
              </a:ext>
            </a:extLst>
          </p:cNvPr>
          <p:cNvSpPr>
            <a:spLocks xmlns:a="http://schemas.openxmlformats.org/drawingml/2006/main" noGrp="1"/>
          </p:cNvSpPr>
          <p:nvPr/>
        </p:nvSpPr>
        <p:spPr>
          <a:xfrm xmlns:a="http://schemas.openxmlformats.org/drawingml/2006/main">
            <a:off x="7038975" y="5366861"/>
            <a:ext cx="19716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Publication Control</a:t>
            </a:r>
          </a:p>
        </p:txBody>
      </p:sp>
      <p:sp>
        <p:nvSpPr>
          <p:cNvPr id="85" name="dp44-comparison / n84 / path">
            <a:extLst xmlns:a="http://schemas.openxmlformats.org/drawingml/2006/main">
              <a:ext uri="{FF2B5EF4-FFF2-40B4-BE49-F238E27FC236}">
                <a16:creationId xmlns:a16="http://schemas.microsoft.com/office/drawing/2014/main" id="{6D20B859-26D8-40CB-9079-516A09029E76}"/>
              </a:ext>
            </a:extLst>
          </p:cNvPr>
          <p:cNvSpPr>
            <a:spLocks xmlns:a="http://schemas.openxmlformats.org/drawingml/2006/main" noGrp="1"/>
          </p:cNvSpPr>
          <p:nvPr/>
        </p:nvSpPr>
        <p:spPr>
          <a:xfrm xmlns:a="http://schemas.openxmlformats.org/drawingml/2006/main">
            <a:off x="3214688" y="3990975"/>
            <a:ext cx="2214563" cy="1323975"/>
          </a:xfrm>
          <a:custGeom xmlns:a="http://schemas.openxmlformats.org/drawingml/2006/main">
            <a:pathLst>
              <a:path w="2214563" h="1323975">
                <a:moveTo>
                  <a:pt x="0" y="0"/>
                </a:moveTo>
                <a:lnTo>
                  <a:pt x="0" y="857250"/>
                </a:lnTo>
                <a:lnTo>
                  <a:pt x="2214563" y="857250"/>
                </a:lnTo>
                <a:lnTo>
                  <a:pt x="2214563" y="1323975"/>
                </a:lnTo>
              </a:path>
            </a:pathLst>
          </a:custGeom>
          <a:noFill xmlns:a="http://schemas.openxmlformats.org/drawingml/2006/main"/>
          <a:ln xmlns:a="http://schemas.openxmlformats.org/drawingml/2006/main" w="10478">
            <a:solidFill>
              <a:srgbClr val="000000"/>
            </a:solidFill>
            <a:prstDash val="solid"/>
          </a:ln>
        </p:spPr>
      </p:sp>
      <p:sp>
        <p:nvSpPr>
          <p:cNvPr id="86" name="dp44-comparison / n84 / arrow">
            <a:extLst xmlns:a="http://schemas.openxmlformats.org/drawingml/2006/main">
              <a:ext uri="{FF2B5EF4-FFF2-40B4-BE49-F238E27FC236}">
                <a16:creationId xmlns:a16="http://schemas.microsoft.com/office/drawing/2014/main" id="{1A639749-1EBA-409C-AEAE-B03A5F76DE81}"/>
              </a:ext>
            </a:extLst>
          </p:cNvPr>
          <p:cNvSpPr>
            <a:spLocks xmlns:a="http://schemas.openxmlformats.org/drawingml/2006/main" noGrp="1"/>
          </p:cNvSpPr>
          <p:nvPr/>
        </p:nvSpPr>
        <p:spPr>
          <a:xfrm xmlns:a="http://schemas.openxmlformats.org/drawingml/2006/main">
            <a:off x="5395722" y="52478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7" name="dp44-comparison / n85 / path">
            <a:extLst xmlns:a="http://schemas.openxmlformats.org/drawingml/2006/main">
              <a:ext uri="{FF2B5EF4-FFF2-40B4-BE49-F238E27FC236}">
                <a16:creationId xmlns:a16="http://schemas.microsoft.com/office/drawing/2014/main" id="{0849BFFA-3363-4532-8FF1-DB815E6E60AE}"/>
              </a:ext>
            </a:extLst>
          </p:cNvPr>
          <p:cNvSpPr>
            <a:spLocks xmlns:a="http://schemas.openxmlformats.org/drawingml/2006/main" noGrp="1"/>
          </p:cNvSpPr>
          <p:nvPr/>
        </p:nvSpPr>
        <p:spPr>
          <a:xfrm xmlns:a="http://schemas.openxmlformats.org/drawingml/2006/main">
            <a:off x="4572000" y="3886200"/>
            <a:ext cx="1190625" cy="1428750"/>
          </a:xfrm>
          <a:custGeom xmlns:a="http://schemas.openxmlformats.org/drawingml/2006/main">
            <a:pathLst>
              <a:path w="1190625" h="1428750">
                <a:moveTo>
                  <a:pt x="1190625" y="1428750"/>
                </a:moveTo>
                <a:lnTo>
                  <a:pt x="1190625" y="933450"/>
                </a:lnTo>
                <a:lnTo>
                  <a:pt x="95250" y="933450"/>
                </a:lnTo>
                <a:lnTo>
                  <a:pt x="95250" y="0"/>
                </a:lnTo>
                <a:lnTo>
                  <a:pt x="0" y="0"/>
                </a:lnTo>
              </a:path>
            </a:pathLst>
          </a:custGeom>
          <a:noFill xmlns:a="http://schemas.openxmlformats.org/drawingml/2006/main"/>
          <a:ln xmlns:a="http://schemas.openxmlformats.org/drawingml/2006/main" w="10478">
            <a:solidFill>
              <a:srgbClr val="000000"/>
            </a:solidFill>
            <a:prstDash val="dash"/>
          </a:ln>
        </p:spPr>
      </p:sp>
      <p:sp>
        <p:nvSpPr>
          <p:cNvPr id="88" name="dp44-comparison / n85 / arrow">
            <a:extLst xmlns:a="http://schemas.openxmlformats.org/drawingml/2006/main">
              <a:ext uri="{FF2B5EF4-FFF2-40B4-BE49-F238E27FC236}">
                <a16:creationId xmlns:a16="http://schemas.microsoft.com/office/drawing/2014/main" id="{A57EEAB8-715B-4837-BE23-5D64B4FCA01C}"/>
              </a:ext>
            </a:extLst>
          </p:cNvPr>
          <p:cNvSpPr>
            <a:spLocks xmlns:a="http://schemas.openxmlformats.org/drawingml/2006/main" noGrp="1"/>
          </p:cNvSpPr>
          <p:nvPr/>
        </p:nvSpPr>
        <p:spPr>
          <a:xfrm xmlns:a="http://schemas.openxmlformats.org/drawingml/2006/main">
            <a:off x="4572000" y="3852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89" name="dp44-comparison / n86 / path">
            <a:extLst xmlns:a="http://schemas.openxmlformats.org/drawingml/2006/main">
              <a:ext uri="{FF2B5EF4-FFF2-40B4-BE49-F238E27FC236}">
                <a16:creationId xmlns:a16="http://schemas.microsoft.com/office/drawing/2014/main" id="{A81B6164-3BD9-4ECE-BC44-FFF82F8EEA0F}"/>
              </a:ext>
            </a:extLst>
          </p:cNvPr>
          <p:cNvSpPr>
            <a:spLocks xmlns:a="http://schemas.openxmlformats.org/drawingml/2006/main" noGrp="1"/>
          </p:cNvSpPr>
          <p:nvPr/>
        </p:nvSpPr>
        <p:spPr>
          <a:xfrm xmlns:a="http://schemas.openxmlformats.org/drawingml/2006/main">
            <a:off x="4572000" y="3810000"/>
            <a:ext cx="3738563" cy="1504950"/>
          </a:xfrm>
          <a:custGeom xmlns:a="http://schemas.openxmlformats.org/drawingml/2006/main">
            <a:pathLst>
              <a:path w="3738563" h="1504950">
                <a:moveTo>
                  <a:pt x="0" y="0"/>
                </a:moveTo>
                <a:lnTo>
                  <a:pt x="142875" y="0"/>
                </a:lnTo>
                <a:lnTo>
                  <a:pt x="142875" y="952500"/>
                </a:lnTo>
                <a:lnTo>
                  <a:pt x="3738563" y="952500"/>
                </a:lnTo>
                <a:lnTo>
                  <a:pt x="3738563" y="1504950"/>
                </a:lnTo>
              </a:path>
            </a:pathLst>
          </a:custGeom>
          <a:noFill xmlns:a="http://schemas.openxmlformats.org/drawingml/2006/main"/>
          <a:ln xmlns:a="http://schemas.openxmlformats.org/drawingml/2006/main" w="10478">
            <a:solidFill>
              <a:srgbClr val="000000"/>
            </a:solidFill>
            <a:prstDash val="solid"/>
          </a:ln>
        </p:spPr>
      </p:sp>
      <p:sp>
        <p:nvSpPr>
          <p:cNvPr id="90" name="dp44-comparison / n86 / arrow">
            <a:extLst xmlns:a="http://schemas.openxmlformats.org/drawingml/2006/main">
              <a:ext uri="{FF2B5EF4-FFF2-40B4-BE49-F238E27FC236}">
                <a16:creationId xmlns:a16="http://schemas.microsoft.com/office/drawing/2014/main" id="{0F3E0634-2874-45C1-968B-154F21A15A0E}"/>
              </a:ext>
            </a:extLst>
          </p:cNvPr>
          <p:cNvSpPr>
            <a:spLocks xmlns:a="http://schemas.openxmlformats.org/drawingml/2006/main" noGrp="1"/>
          </p:cNvSpPr>
          <p:nvPr/>
        </p:nvSpPr>
        <p:spPr>
          <a:xfrm xmlns:a="http://schemas.openxmlformats.org/drawingml/2006/main">
            <a:off x="8277035" y="52478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1" name="dp44-comparison / n89 / path">
            <a:extLst xmlns:a="http://schemas.openxmlformats.org/drawingml/2006/main">
              <a:ext uri="{FF2B5EF4-FFF2-40B4-BE49-F238E27FC236}">
                <a16:creationId xmlns:a16="http://schemas.microsoft.com/office/drawing/2014/main" id="{2EE675E0-FFD2-4DA2-B7BB-E05B04441110}"/>
              </a:ext>
            </a:extLst>
          </p:cNvPr>
          <p:cNvSpPr>
            <a:spLocks xmlns:a="http://schemas.openxmlformats.org/drawingml/2006/main" noGrp="1"/>
          </p:cNvSpPr>
          <p:nvPr/>
        </p:nvSpPr>
        <p:spPr>
          <a:xfrm xmlns:a="http://schemas.openxmlformats.org/drawingml/2006/main">
            <a:off x="1571625" y="3810000"/>
            <a:ext cx="1214438" cy="1285875"/>
          </a:xfrm>
          <a:custGeom xmlns:a="http://schemas.openxmlformats.org/drawingml/2006/main">
            <a:pathLst>
              <a:path w="1214438" h="1285875">
                <a:moveTo>
                  <a:pt x="285750" y="0"/>
                </a:moveTo>
                <a:lnTo>
                  <a:pt x="0" y="0"/>
                </a:lnTo>
                <a:lnTo>
                  <a:pt x="0" y="1171575"/>
                </a:lnTo>
                <a:lnTo>
                  <a:pt x="1214438" y="1171575"/>
                </a:lnTo>
                <a:lnTo>
                  <a:pt x="1214438" y="1285875"/>
                </a:lnTo>
              </a:path>
            </a:pathLst>
          </a:custGeom>
          <a:noFill xmlns:a="http://schemas.openxmlformats.org/drawingml/2006/main"/>
          <a:ln xmlns:a="http://schemas.openxmlformats.org/drawingml/2006/main" w="10478">
            <a:solidFill>
              <a:srgbClr val="000000"/>
            </a:solidFill>
            <a:prstDash val="solid"/>
          </a:ln>
        </p:spPr>
      </p:sp>
      <p:sp>
        <p:nvSpPr>
          <p:cNvPr id="92" name="dp44-comparison / n89 / arrow">
            <a:extLst xmlns:a="http://schemas.openxmlformats.org/drawingml/2006/main">
              <a:ext uri="{FF2B5EF4-FFF2-40B4-BE49-F238E27FC236}">
                <a16:creationId xmlns:a16="http://schemas.microsoft.com/office/drawing/2014/main" id="{9D79E22C-4F90-4CD0-BCB1-45C7233091CE}"/>
              </a:ext>
            </a:extLst>
          </p:cNvPr>
          <p:cNvSpPr>
            <a:spLocks xmlns:a="http://schemas.openxmlformats.org/drawingml/2006/main" noGrp="1"/>
          </p:cNvSpPr>
          <p:nvPr/>
        </p:nvSpPr>
        <p:spPr>
          <a:xfrm xmlns:a="http://schemas.openxmlformats.org/drawingml/2006/main">
            <a:off x="2752535"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3" name="dp44-comparison / n90 / path">
            <a:extLst xmlns:a="http://schemas.openxmlformats.org/drawingml/2006/main">
              <a:ext uri="{FF2B5EF4-FFF2-40B4-BE49-F238E27FC236}">
                <a16:creationId xmlns:a16="http://schemas.microsoft.com/office/drawing/2014/main" id="{DCFF8F4B-E1B8-460C-A504-6E4251E61AFD}"/>
              </a:ext>
            </a:extLst>
          </p:cNvPr>
          <p:cNvSpPr>
            <a:spLocks xmlns:a="http://schemas.openxmlformats.org/drawingml/2006/main" noGrp="1"/>
          </p:cNvSpPr>
          <p:nvPr/>
        </p:nvSpPr>
        <p:spPr>
          <a:xfrm xmlns:a="http://schemas.openxmlformats.org/drawingml/2006/main">
            <a:off x="1476375" y="3924300"/>
            <a:ext cx="381000" cy="1333500"/>
          </a:xfrm>
          <a:custGeom xmlns:a="http://schemas.openxmlformats.org/drawingml/2006/main">
            <a:pathLst>
              <a:path w="381000" h="1333500">
                <a:moveTo>
                  <a:pt x="190500" y="1333500"/>
                </a:moveTo>
                <a:lnTo>
                  <a:pt x="0" y="1333500"/>
                </a:lnTo>
                <a:lnTo>
                  <a:pt x="0" y="0"/>
                </a:lnTo>
                <a:lnTo>
                  <a:pt x="381000" y="0"/>
                </a:lnTo>
              </a:path>
            </a:pathLst>
          </a:custGeom>
          <a:noFill xmlns:a="http://schemas.openxmlformats.org/drawingml/2006/main"/>
          <a:ln xmlns:a="http://schemas.openxmlformats.org/drawingml/2006/main" w="10478">
            <a:solidFill>
              <a:srgbClr val="000000"/>
            </a:solidFill>
            <a:prstDash val="dash"/>
          </a:ln>
        </p:spPr>
      </p:sp>
      <p:sp>
        <p:nvSpPr>
          <p:cNvPr id="94" name="dp44-comparison / n90 / arrow">
            <a:extLst xmlns:a="http://schemas.openxmlformats.org/drawingml/2006/main">
              <a:ext uri="{FF2B5EF4-FFF2-40B4-BE49-F238E27FC236}">
                <a16:creationId xmlns:a16="http://schemas.microsoft.com/office/drawing/2014/main" id="{60532068-BB36-440F-8FB0-1444780A7FAB}"/>
              </a:ext>
            </a:extLst>
          </p:cNvPr>
          <p:cNvSpPr>
            <a:spLocks xmlns:a="http://schemas.openxmlformats.org/drawingml/2006/main" noGrp="1"/>
          </p:cNvSpPr>
          <p:nvPr/>
        </p:nvSpPr>
        <p:spPr>
          <a:xfrm xmlns:a="http://schemas.openxmlformats.org/drawingml/2006/main">
            <a:off x="1790319" y="38907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95" name="dp44-comparison / n95 / path">
            <a:extLst xmlns:a="http://schemas.openxmlformats.org/drawingml/2006/main">
              <a:ext uri="{FF2B5EF4-FFF2-40B4-BE49-F238E27FC236}">
                <a16:creationId xmlns:a16="http://schemas.microsoft.com/office/drawing/2014/main" id="{E663302C-6F7C-4047-A0C1-2D3D1AC45C55}"/>
              </a:ext>
            </a:extLst>
          </p:cNvPr>
          <p:cNvSpPr>
            <a:spLocks xmlns:a="http://schemas.openxmlformats.org/drawingml/2006/main" noGrp="1"/>
          </p:cNvSpPr>
          <p:nvPr/>
        </p:nvSpPr>
        <p:spPr>
          <a:xfrm xmlns:a="http://schemas.openxmlformats.org/drawingml/2006/main">
            <a:off x="1571625" y="7029450"/>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96" name="dp44-comparison / n60">
            <a:extLst xmlns:a="http://schemas.openxmlformats.org/drawingml/2006/main">
              <a:ext uri="{FF2B5EF4-FFF2-40B4-BE49-F238E27FC236}">
                <a16:creationId xmlns:a16="http://schemas.microsoft.com/office/drawing/2014/main" id="{9E0E9106-F99E-47F4-927B-4E834838B433}"/>
              </a:ext>
            </a:extLst>
          </p:cNvPr>
          <p:cNvSpPr>
            <a:spLocks xmlns:a="http://schemas.openxmlformats.org/drawingml/2006/main" noGrp="1"/>
          </p:cNvSpPr>
          <p:nvPr/>
        </p:nvSpPr>
        <p:spPr>
          <a:xfrm xmlns:a="http://schemas.openxmlformats.org/drawingml/2006/main">
            <a:off x="1647825" y="2762250"/>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7" name="dp44-comparison / n61 / text 1">
            <a:extLst xmlns:a="http://schemas.openxmlformats.org/drawingml/2006/main">
              <a:ext uri="{FF2B5EF4-FFF2-40B4-BE49-F238E27FC236}">
                <a16:creationId xmlns:a16="http://schemas.microsoft.com/office/drawing/2014/main" id="{4E1BB4F9-B726-4895-ACCB-076A9FB9A84A}"/>
              </a:ext>
            </a:extLst>
          </p:cNvPr>
          <p:cNvSpPr>
            <a:spLocks xmlns:a="http://schemas.openxmlformats.org/drawingml/2006/main" noGrp="1"/>
          </p:cNvSpPr>
          <p:nvPr/>
        </p:nvSpPr>
        <p:spPr>
          <a:xfrm xmlns:a="http://schemas.openxmlformats.org/drawingml/2006/main">
            <a:off x="1666875" y="2771775"/>
            <a:ext cx="34766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98" name="dp44-comparison / n62">
            <a:extLst xmlns:a="http://schemas.openxmlformats.org/drawingml/2006/main">
              <a:ext uri="{FF2B5EF4-FFF2-40B4-BE49-F238E27FC236}">
                <a16:creationId xmlns:a16="http://schemas.microsoft.com/office/drawing/2014/main" id="{333C9E59-3415-4AB1-ADB4-15643AF2AD9F}"/>
              </a:ext>
            </a:extLst>
          </p:cNvPr>
          <p:cNvSpPr>
            <a:spLocks xmlns:a="http://schemas.openxmlformats.org/drawingml/2006/main" noGrp="1"/>
          </p:cNvSpPr>
          <p:nvPr/>
        </p:nvSpPr>
        <p:spPr>
          <a:xfrm xmlns:a="http://schemas.openxmlformats.org/drawingml/2006/main">
            <a:off x="6315075" y="2762250"/>
            <a:ext cx="271119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9" name="dp44-comparison / n63 / text 1">
            <a:extLst xmlns:a="http://schemas.openxmlformats.org/drawingml/2006/main">
              <a:ext uri="{FF2B5EF4-FFF2-40B4-BE49-F238E27FC236}">
                <a16:creationId xmlns:a16="http://schemas.microsoft.com/office/drawing/2014/main" id="{403A176F-E422-4B95-9246-2709E959BD99}"/>
              </a:ext>
            </a:extLst>
          </p:cNvPr>
          <p:cNvSpPr>
            <a:spLocks xmlns:a="http://schemas.openxmlformats.org/drawingml/2006/main" noGrp="1"/>
          </p:cNvSpPr>
          <p:nvPr/>
        </p:nvSpPr>
        <p:spPr>
          <a:xfrm xmlns:a="http://schemas.openxmlformats.org/drawingml/2006/main">
            <a:off x="6334125" y="2771775"/>
            <a:ext cx="3000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100" name="dp44-comparison / n74">
            <a:extLst xmlns:a="http://schemas.openxmlformats.org/drawingml/2006/main">
              <a:ext uri="{FF2B5EF4-FFF2-40B4-BE49-F238E27FC236}">
                <a16:creationId xmlns:a16="http://schemas.microsoft.com/office/drawing/2014/main" id="{68BFDA2C-E841-4166-99AF-B3E6A4063D99}"/>
              </a:ext>
            </a:extLst>
          </p:cNvPr>
          <p:cNvSpPr>
            <a:spLocks xmlns:a="http://schemas.openxmlformats.org/drawingml/2006/main" noGrp="1"/>
          </p:cNvSpPr>
          <p:nvPr/>
        </p:nvSpPr>
        <p:spPr>
          <a:xfrm xmlns:a="http://schemas.openxmlformats.org/drawingml/2006/main">
            <a:off x="1838325" y="4286250"/>
            <a:ext cx="48036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1" name="dp44-comparison / n75 / text 1">
            <a:extLst xmlns:a="http://schemas.openxmlformats.org/drawingml/2006/main">
              <a:ext uri="{FF2B5EF4-FFF2-40B4-BE49-F238E27FC236}">
                <a16:creationId xmlns:a16="http://schemas.microsoft.com/office/drawing/2014/main" id="{3E2AA46C-68E1-4773-8361-F5EADB8DD710}"/>
              </a:ext>
            </a:extLst>
          </p:cNvPr>
          <p:cNvSpPr>
            <a:spLocks xmlns:a="http://schemas.openxmlformats.org/drawingml/2006/main" noGrp="1"/>
          </p:cNvSpPr>
          <p:nvPr/>
        </p:nvSpPr>
        <p:spPr>
          <a:xfrm xmlns:a="http://schemas.openxmlformats.org/drawingml/2006/main">
            <a:off x="1857375" y="4295775"/>
            <a:ext cx="7067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모든 완료 회수 → 중앙 대기 상태 갱신 → 다음 job / 게시 지시</a:t>
            </a:r>
          </a:p>
        </p:txBody>
      </p:sp>
      <p:sp>
        <p:nvSpPr>
          <p:cNvPr id="102" name="dp44-comparison / n87">
            <a:extLst xmlns:a="http://schemas.openxmlformats.org/drawingml/2006/main">
              <a:ext uri="{FF2B5EF4-FFF2-40B4-BE49-F238E27FC236}">
                <a16:creationId xmlns:a16="http://schemas.microsoft.com/office/drawing/2014/main" id="{9AA928BC-6BAC-41F0-9B43-156A25784EE7}"/>
              </a:ext>
            </a:extLst>
          </p:cNvPr>
          <p:cNvSpPr>
            <a:spLocks xmlns:a="http://schemas.openxmlformats.org/drawingml/2006/main" noGrp="1"/>
          </p:cNvSpPr>
          <p:nvPr/>
        </p:nvSpPr>
        <p:spPr>
          <a:xfrm xmlns:a="http://schemas.openxmlformats.org/drawingml/2006/main">
            <a:off x="4362450" y="571500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3" name="dp44-comparison / n88 / text 1">
            <a:extLst xmlns:a="http://schemas.openxmlformats.org/drawingml/2006/main">
              <a:ext uri="{FF2B5EF4-FFF2-40B4-BE49-F238E27FC236}">
                <a16:creationId xmlns:a16="http://schemas.microsoft.com/office/drawing/2014/main" id="{33026AE6-5DB1-4012-BACA-55AD397A3429}"/>
              </a:ext>
            </a:extLst>
          </p:cNvPr>
          <p:cNvSpPr>
            <a:spLocks xmlns:a="http://schemas.openxmlformats.org/drawingml/2006/main" noGrp="1"/>
          </p:cNvSpPr>
          <p:nvPr/>
        </p:nvSpPr>
        <p:spPr>
          <a:xfrm xmlns:a="http://schemas.openxmlformats.org/drawingml/2006/main">
            <a:off x="4381500" y="5724525"/>
            <a:ext cx="47053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후보도 중앙에 반환 / 유효 후보만 게시 지시</a:t>
            </a:r>
          </a:p>
        </p:txBody>
      </p:sp>
      <p:sp>
        <p:nvSpPr>
          <p:cNvPr id="104" name="dp44-comparison / n91">
            <a:extLst xmlns:a="http://schemas.openxmlformats.org/drawingml/2006/main">
              <a:ext uri="{FF2B5EF4-FFF2-40B4-BE49-F238E27FC236}">
                <a16:creationId xmlns:a16="http://schemas.microsoft.com/office/drawing/2014/main" id="{BB6537CD-6B83-4C27-BC2F-0F1D242E1614}"/>
              </a:ext>
            </a:extLst>
          </p:cNvPr>
          <p:cNvSpPr>
            <a:spLocks xmlns:a="http://schemas.openxmlformats.org/drawingml/2006/main" noGrp="1"/>
          </p:cNvSpPr>
          <p:nvPr/>
        </p:nvSpPr>
        <p:spPr>
          <a:xfrm xmlns:a="http://schemas.openxmlformats.org/drawingml/2006/main">
            <a:off x="1647825" y="5495925"/>
            <a:ext cx="15095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5" name="dp44-comparison / n92 / text 1">
            <a:extLst xmlns:a="http://schemas.openxmlformats.org/drawingml/2006/main">
              <a:ext uri="{FF2B5EF4-FFF2-40B4-BE49-F238E27FC236}">
                <a16:creationId xmlns:a16="http://schemas.microsoft.com/office/drawing/2014/main" id="{9034939C-BB3C-4B10-8BF8-512AC384EABA}"/>
              </a:ext>
            </a:extLst>
          </p:cNvPr>
          <p:cNvSpPr>
            <a:spLocks xmlns:a="http://schemas.openxmlformats.org/drawingml/2006/main" noGrp="1"/>
          </p:cNvSpPr>
          <p:nvPr/>
        </p:nvSpPr>
        <p:spPr>
          <a:xfrm xmlns:a="http://schemas.openxmlformats.org/drawingml/2006/main">
            <a:off x="1666875" y="55054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job 완료 → 시작한 owner</a:t>
            </a:r>
          </a:p>
        </p:txBody>
      </p:sp>
      <p:sp>
        <p:nvSpPr>
          <p:cNvPr id="106" name="dp44-comparison / n93">
            <a:extLst xmlns:a="http://schemas.openxmlformats.org/drawingml/2006/main">
              <a:ext uri="{FF2B5EF4-FFF2-40B4-BE49-F238E27FC236}">
                <a16:creationId xmlns:a16="http://schemas.microsoft.com/office/drawing/2014/main" id="{906D9509-5B55-42FD-B822-DB201F96BD1C}"/>
              </a:ext>
            </a:extLst>
          </p:cNvPr>
          <p:cNvSpPr>
            <a:spLocks xmlns:a="http://schemas.openxmlformats.org/drawingml/2006/main" noGrp="1"/>
          </p:cNvSpPr>
          <p:nvPr/>
        </p:nvSpPr>
        <p:spPr>
          <a:xfrm xmlns:a="http://schemas.openxmlformats.org/drawingml/2006/main">
            <a:off x="1666875" y="6172200"/>
            <a:ext cx="7524750" cy="752475"/>
          </a:xfrm>
          <a:custGeom xmlns:a="http://schemas.openxmlformats.org/drawingml/2006/main">
            <a:pathLst>
              <a:path w="7524750" h="752475">
                <a:moveTo>
                  <a:pt x="0" y="0"/>
                </a:moveTo>
                <a:lnTo>
                  <a:pt x="7353300" y="0"/>
                </a:lnTo>
                <a:lnTo>
                  <a:pt x="7524750" y="171450"/>
                </a:lnTo>
                <a:lnTo>
                  <a:pt x="7524750" y="752475"/>
                </a:lnTo>
                <a:lnTo>
                  <a:pt x="0" y="7524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07" name="dp44-comparison / n93 / fold">
            <a:extLst xmlns:a="http://schemas.openxmlformats.org/drawingml/2006/main">
              <a:ext uri="{FF2B5EF4-FFF2-40B4-BE49-F238E27FC236}">
                <a16:creationId xmlns:a16="http://schemas.microsoft.com/office/drawing/2014/main" id="{50756455-2C07-472D-9FA8-326AD4647336}"/>
              </a:ext>
            </a:extLst>
          </p:cNvPr>
          <p:cNvSpPr>
            <a:spLocks xmlns:a="http://schemas.openxmlformats.org/drawingml/2006/main" noGrp="1"/>
          </p:cNvSpPr>
          <p:nvPr/>
        </p:nvSpPr>
        <p:spPr>
          <a:xfrm xmlns:a="http://schemas.openxmlformats.org/drawingml/2006/main">
            <a:off x="9020175" y="61722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08" name="dp44-comparison / n94 / text 1">
            <a:extLst xmlns:a="http://schemas.openxmlformats.org/drawingml/2006/main">
              <a:ext uri="{FF2B5EF4-FFF2-40B4-BE49-F238E27FC236}">
                <a16:creationId xmlns:a16="http://schemas.microsoft.com/office/drawing/2014/main" id="{1E880E36-674A-4D32-929F-7D3555D52FDB}"/>
              </a:ext>
            </a:extLst>
          </p:cNvPr>
          <p:cNvSpPr>
            <a:spLocks xmlns:a="http://schemas.openxmlformats.org/drawingml/2006/main" noGrp="1"/>
          </p:cNvSpPr>
          <p:nvPr/>
        </p:nvSpPr>
        <p:spPr>
          <a:xfrm xmlns:a="http://schemas.openxmlformats.org/drawingml/2006/main">
            <a:off x="1762125" y="622935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중앙 실행 자료: job=Job1, next=PREPARE_RESPONSE, waiting=[AdoptedMeaning1]</a:t>
            </a:r>
          </a:p>
        </p:txBody>
      </p:sp>
      <p:sp>
        <p:nvSpPr>
          <p:cNvPr id="109" name="dp44-comparison / n94 / text 2">
            <a:extLst xmlns:a="http://schemas.openxmlformats.org/drawingml/2006/main">
              <a:ext uri="{FF2B5EF4-FFF2-40B4-BE49-F238E27FC236}">
                <a16:creationId xmlns:a16="http://schemas.microsoft.com/office/drawing/2014/main" id="{EC0BAD2A-3647-4F21-A3F0-D603DFE0C20A}"/>
              </a:ext>
            </a:extLst>
          </p:cNvPr>
          <p:cNvSpPr>
            <a:spLocks xmlns:a="http://schemas.openxmlformats.org/drawingml/2006/main" noGrp="1"/>
          </p:cNvSpPr>
          <p:nvPr/>
        </p:nvSpPr>
        <p:spPr>
          <a:xfrm xmlns:a="http://schemas.openxmlformats.org/drawingml/2006/main">
            <a:off x="1762125" y="637794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Job1 완료: {input_ref:Input1, generation:2, status:OK, meaning_ref:AdoptedMeaning1}</a:t>
            </a:r>
          </a:p>
        </p:txBody>
      </p:sp>
      <p:sp>
        <p:nvSpPr>
          <p:cNvPr id="110" name="dp44-comparison / n94 / text 3">
            <a:extLst xmlns:a="http://schemas.openxmlformats.org/drawingml/2006/main">
              <a:ext uri="{FF2B5EF4-FFF2-40B4-BE49-F238E27FC236}">
                <a16:creationId xmlns:a16="http://schemas.microsoft.com/office/drawing/2014/main" id="{6041052B-F405-44A3-AFD9-2A2A0EF96BA7}"/>
              </a:ext>
            </a:extLst>
          </p:cNvPr>
          <p:cNvSpPr>
            <a:spLocks xmlns:a="http://schemas.openxmlformats.org/drawingml/2006/main" noGrp="1"/>
          </p:cNvSpPr>
          <p:nvPr/>
        </p:nvSpPr>
        <p:spPr>
          <a:xfrm xmlns:a="http://schemas.openxmlformats.org/drawingml/2006/main">
            <a:off x="1762125" y="652653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중앙이 generation / 원본 확인 후 다음 job을 호출하거나 늦은 결과 폐기</a:t>
            </a:r>
          </a:p>
        </p:txBody>
      </p:sp>
      <p:sp>
        <p:nvSpPr>
          <p:cNvPr id="111" name="dp44-comparison / n94 / text 4">
            <a:extLst xmlns:a="http://schemas.openxmlformats.org/drawingml/2006/main">
              <a:ext uri="{FF2B5EF4-FFF2-40B4-BE49-F238E27FC236}">
                <a16:creationId xmlns:a16="http://schemas.microsoft.com/office/drawing/2014/main" id="{28F794D7-74E7-4AD0-8075-263A9541CB4B}"/>
              </a:ext>
            </a:extLst>
          </p:cNvPr>
          <p:cNvSpPr>
            <a:spLocks xmlns:a="http://schemas.openxmlformats.org/drawingml/2006/main" noGrp="1"/>
          </p:cNvSpPr>
          <p:nvPr/>
        </p:nvSpPr>
        <p:spPr>
          <a:xfrm xmlns:a="http://schemas.openxmlformats.org/drawingml/2006/main">
            <a:off x="1762125" y="667512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질문 후보와 표 설명 후보도 중앙에서 대기를 연결한다.</a:t>
            </a:r>
          </a:p>
        </p:txBody>
      </p:sp>
      <p:sp>
        <p:nvSpPr>
          <p:cNvPr id="112" name="dp44-comparison / n96">
            <a:extLst xmlns:a="http://schemas.openxmlformats.org/drawingml/2006/main">
              <a:ext uri="{FF2B5EF4-FFF2-40B4-BE49-F238E27FC236}">
                <a16:creationId xmlns:a16="http://schemas.microsoft.com/office/drawing/2014/main" id="{43680D35-D642-4BF6-A65E-AE012C1F8A04}"/>
              </a:ext>
            </a:extLst>
          </p:cNvPr>
          <p:cNvSpPr>
            <a:spLocks xmlns:a="http://schemas.openxmlformats.org/drawingml/2006/main" noGrp="1"/>
          </p:cNvSpPr>
          <p:nvPr/>
        </p:nvSpPr>
        <p:spPr>
          <a:xfrm xmlns:a="http://schemas.openxmlformats.org/drawingml/2006/main">
            <a:off x="1647825" y="7077075"/>
            <a:ext cx="431958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3" name="dp44-comparison / n97 / text 1">
            <a:extLst xmlns:a="http://schemas.openxmlformats.org/drawingml/2006/main">
              <a:ext uri="{FF2B5EF4-FFF2-40B4-BE49-F238E27FC236}">
                <a16:creationId xmlns:a16="http://schemas.microsoft.com/office/drawing/2014/main" id="{6250B346-D9AC-4521-9F06-5A36271F6A4A}"/>
              </a:ext>
            </a:extLst>
          </p:cNvPr>
          <p:cNvSpPr>
            <a:spLocks xmlns:a="http://schemas.openxmlformats.org/drawingml/2006/main" noGrp="1"/>
          </p:cNvSpPr>
          <p:nvPr/>
        </p:nvSpPr>
        <p:spPr>
          <a:xfrm xmlns:a="http://schemas.openxmlformats.org/drawingml/2006/main">
            <a:off x="1666875" y="7086600"/>
            <a:ext cx="7524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같은 겹침: 새 입력 + 별도 업무 질문 + 이전 응답 준비 완료</a:t>
            </a:r>
          </a:p>
        </p:txBody>
      </p:sp>
      <p:sp>
        <p:nvSpPr>
          <p:cNvPr id="114" name="dp44-comparison / n98">
            <a:extLst xmlns:a="http://schemas.openxmlformats.org/drawingml/2006/main">
              <a:ext uri="{FF2B5EF4-FFF2-40B4-BE49-F238E27FC236}">
                <a16:creationId xmlns:a16="http://schemas.microsoft.com/office/drawing/2014/main" id="{F041CB0E-39D9-41FF-B35F-240921ECEF4F}"/>
              </a:ext>
            </a:extLst>
          </p:cNvPr>
          <p:cNvSpPr>
            <a:spLocks xmlns:a="http://schemas.openxmlformats.org/drawingml/2006/main" noGrp="1"/>
          </p:cNvSpPr>
          <p:nvPr/>
        </p:nvSpPr>
        <p:spPr>
          <a:xfrm xmlns:a="http://schemas.openxmlformats.org/drawingml/2006/main">
            <a:off x="1647825" y="7286625"/>
            <a:ext cx="291941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5" name="dp44-comparison / n99 / text 1">
            <a:extLst xmlns:a="http://schemas.openxmlformats.org/drawingml/2006/main">
              <a:ext uri="{FF2B5EF4-FFF2-40B4-BE49-F238E27FC236}">
                <a16:creationId xmlns:a16="http://schemas.microsoft.com/office/drawing/2014/main" id="{AD371371-3B8A-49F7-A30E-B0A895C6F330}"/>
              </a:ext>
            </a:extLst>
          </p:cNvPr>
          <p:cNvSpPr>
            <a:spLocks xmlns:a="http://schemas.openxmlformats.org/drawingml/2006/main" noGrp="1"/>
          </p:cNvSpPr>
          <p:nvPr/>
        </p:nvSpPr>
        <p:spPr>
          <a:xfrm xmlns:a="http://schemas.openxmlformats.org/drawingml/2006/main">
            <a:off x="1666875" y="7296150"/>
            <a:ext cx="7524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완료마다 중앙으로 복귀해 다음 작업 지시</a:t>
            </a:r>
          </a:p>
        </p:txBody>
      </p:sp>
      <p:sp>
        <p:nvSpPr>
          <p:cNvPr id="116" name="dp44-comparison / n100">
            <a:extLst xmlns:a="http://schemas.openxmlformats.org/drawingml/2006/main">
              <a:ext uri="{FF2B5EF4-FFF2-40B4-BE49-F238E27FC236}">
                <a16:creationId xmlns:a16="http://schemas.microsoft.com/office/drawing/2014/main" id="{0EF94025-C723-4818-B8FE-39C5D2A7FAE6}"/>
              </a:ext>
            </a:extLst>
          </p:cNvPr>
          <p:cNvSpPr>
            <a:spLocks xmlns:a="http://schemas.openxmlformats.org/drawingml/2006/main" noGrp="1"/>
          </p:cNvSpPr>
          <p:nvPr/>
        </p:nvSpPr>
        <p:spPr>
          <a:xfrm xmlns:a="http://schemas.openxmlformats.org/drawingml/2006/main">
            <a:off x="995362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7" name="dp44-comparison / n101 / text 1">
            <a:extLst xmlns:a="http://schemas.openxmlformats.org/drawingml/2006/main">
              <a:ext uri="{FF2B5EF4-FFF2-40B4-BE49-F238E27FC236}">
                <a16:creationId xmlns:a16="http://schemas.microsoft.com/office/drawing/2014/main" id="{68C8E456-D984-49A7-990A-6D6D3FBF99C4}"/>
              </a:ext>
            </a:extLst>
          </p:cNvPr>
          <p:cNvSpPr>
            <a:spLocks xmlns:a="http://schemas.openxmlformats.org/drawingml/2006/main" noGrp="1"/>
          </p:cNvSpPr>
          <p:nvPr/>
        </p:nvSpPr>
        <p:spPr>
          <a:xfrm xmlns:a="http://schemas.openxmlformats.org/drawingml/2006/main">
            <a:off x="1003935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18" name="dp44-comparison / n102">
            <a:extLst xmlns:a="http://schemas.openxmlformats.org/drawingml/2006/main">
              <a:ext uri="{FF2B5EF4-FFF2-40B4-BE49-F238E27FC236}">
                <a16:creationId xmlns:a16="http://schemas.microsoft.com/office/drawing/2014/main" id="{7654CEF2-D530-46A6-8DAB-C14E82B3612E}"/>
              </a:ext>
            </a:extLst>
          </p:cNvPr>
          <p:cNvSpPr>
            <a:spLocks xmlns:a="http://schemas.openxmlformats.org/drawingml/2006/main" noGrp="1"/>
          </p:cNvSpPr>
          <p:nvPr/>
        </p:nvSpPr>
        <p:spPr>
          <a:xfrm xmlns:a="http://schemas.openxmlformats.org/drawingml/2006/main">
            <a:off x="1462087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4-comparison / n103 / text 1">
            <a:extLst xmlns:a="http://schemas.openxmlformats.org/drawingml/2006/main">
              <a:ext uri="{FF2B5EF4-FFF2-40B4-BE49-F238E27FC236}">
                <a16:creationId xmlns:a16="http://schemas.microsoft.com/office/drawing/2014/main" id="{D6835750-8E48-4BD9-8692-0242C9AAA1F4}"/>
              </a:ext>
            </a:extLst>
          </p:cNvPr>
          <p:cNvSpPr>
            <a:spLocks xmlns:a="http://schemas.openxmlformats.org/drawingml/2006/main" noGrp="1"/>
          </p:cNvSpPr>
          <p:nvPr/>
        </p:nvSpPr>
        <p:spPr>
          <a:xfrm xmlns:a="http://schemas.openxmlformats.org/drawingml/2006/main">
            <a:off x="1470660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20" name="dp44-comparison / n108">
            <a:extLst xmlns:a="http://schemas.openxmlformats.org/drawingml/2006/main">
              <a:ext uri="{FF2B5EF4-FFF2-40B4-BE49-F238E27FC236}">
                <a16:creationId xmlns:a16="http://schemas.microsoft.com/office/drawing/2014/main" id="{7D85D696-9E5A-494A-8F86-D7E63265219E}"/>
              </a:ext>
            </a:extLst>
          </p:cNvPr>
          <p:cNvSpPr>
            <a:spLocks xmlns:a="http://schemas.openxmlformats.org/drawingml/2006/main" noGrp="1"/>
          </p:cNvSpPr>
          <p:nvPr/>
        </p:nvSpPr>
        <p:spPr>
          <a:xfrm xmlns:a="http://schemas.openxmlformats.org/drawingml/2006/main">
            <a:off x="9858375" y="3105150"/>
            <a:ext cx="7715250" cy="16383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1" name="dp44-comparison / n109 / text 1">
            <a:extLst xmlns:a="http://schemas.openxmlformats.org/drawingml/2006/main">
              <a:ext uri="{FF2B5EF4-FFF2-40B4-BE49-F238E27FC236}">
                <a16:creationId xmlns:a16="http://schemas.microsoft.com/office/drawing/2014/main" id="{E3B6C5C3-B0A6-482A-A7BC-0FE7132D3B63}"/>
              </a:ext>
            </a:extLst>
          </p:cNvPr>
          <p:cNvSpPr>
            <a:spLocks xmlns:a="http://schemas.openxmlformats.org/drawingml/2006/main" noGrp="1"/>
          </p:cNvSpPr>
          <p:nvPr/>
        </p:nvSpPr>
        <p:spPr>
          <a:xfrm xmlns:a="http://schemas.openxmlformats.org/drawingml/2006/main">
            <a:off x="9982200" y="32004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22" name="dp44-comparison / n110">
            <a:extLst xmlns:a="http://schemas.openxmlformats.org/drawingml/2006/main">
              <a:ext uri="{FF2B5EF4-FFF2-40B4-BE49-F238E27FC236}">
                <a16:creationId xmlns:a16="http://schemas.microsoft.com/office/drawing/2014/main" id="{0CCB4775-1E5A-4223-B313-C44483591405}"/>
              </a:ext>
            </a:extLst>
          </p:cNvPr>
          <p:cNvSpPr>
            <a:spLocks xmlns:a="http://schemas.openxmlformats.org/drawingml/2006/main" noGrp="1"/>
          </p:cNvSpPr>
          <p:nvPr/>
        </p:nvSpPr>
        <p:spPr>
          <a:xfrm xmlns:a="http://schemas.openxmlformats.org/drawingml/2006/main">
            <a:off x="10144125" y="3629025"/>
            <a:ext cx="2714625"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23" name="dp44-comparison / n111 / text 1">
            <a:extLst xmlns:a="http://schemas.openxmlformats.org/drawingml/2006/main">
              <a:ext uri="{FF2B5EF4-FFF2-40B4-BE49-F238E27FC236}">
                <a16:creationId xmlns:a16="http://schemas.microsoft.com/office/drawing/2014/main" id="{57CE809A-78BA-4FD7-A0F0-14B89964394E}"/>
              </a:ext>
            </a:extLst>
          </p:cNvPr>
          <p:cNvSpPr>
            <a:spLocks xmlns:a="http://schemas.openxmlformats.org/drawingml/2006/main" noGrp="1"/>
          </p:cNvSpPr>
          <p:nvPr/>
        </p:nvSpPr>
        <p:spPr>
          <a:xfrm xmlns:a="http://schemas.openxmlformats.org/drawingml/2006/main">
            <a:off x="10229850" y="3698558"/>
            <a:ext cx="2543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Input Resolution Stage</a:t>
            </a:r>
          </a:p>
        </p:txBody>
      </p:sp>
      <p:sp>
        <p:nvSpPr>
          <p:cNvPr id="124" name="dp44-comparison / n112">
            <a:extLst xmlns:a="http://schemas.openxmlformats.org/drawingml/2006/main">
              <a:ext uri="{FF2B5EF4-FFF2-40B4-BE49-F238E27FC236}">
                <a16:creationId xmlns:a16="http://schemas.microsoft.com/office/drawing/2014/main" id="{B0B79D67-710B-4EED-B538-E8C8AE36CA03}"/>
              </a:ext>
            </a:extLst>
          </p:cNvPr>
          <p:cNvSpPr>
            <a:spLocks xmlns:a="http://schemas.openxmlformats.org/drawingml/2006/main" noGrp="1"/>
          </p:cNvSpPr>
          <p:nvPr/>
        </p:nvSpPr>
        <p:spPr>
          <a:xfrm xmlns:a="http://schemas.openxmlformats.org/drawingml/2006/main">
            <a:off x="14144625" y="3629025"/>
            <a:ext cx="3095625"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25" name="dp44-comparison / n113 / text 1">
            <a:extLst xmlns:a="http://schemas.openxmlformats.org/drawingml/2006/main">
              <a:ext uri="{FF2B5EF4-FFF2-40B4-BE49-F238E27FC236}">
                <a16:creationId xmlns:a16="http://schemas.microsoft.com/office/drawing/2014/main" id="{46B9B790-A969-44DA-9D5C-96ED69B995B4}"/>
              </a:ext>
            </a:extLst>
          </p:cNvPr>
          <p:cNvSpPr>
            <a:spLocks xmlns:a="http://schemas.openxmlformats.org/drawingml/2006/main" noGrp="1"/>
          </p:cNvSpPr>
          <p:nvPr/>
        </p:nvSpPr>
        <p:spPr>
          <a:xfrm xmlns:a="http://schemas.openxmlformats.org/drawingml/2006/main">
            <a:off x="14230350" y="3692366"/>
            <a:ext cx="2924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Task Notice Stage</a:t>
            </a:r>
          </a:p>
        </p:txBody>
      </p:sp>
      <p:sp>
        <p:nvSpPr>
          <p:cNvPr id="126" name="dp44-comparison / n114">
            <a:extLst xmlns:a="http://schemas.openxmlformats.org/drawingml/2006/main">
              <a:ext uri="{FF2B5EF4-FFF2-40B4-BE49-F238E27FC236}">
                <a16:creationId xmlns:a16="http://schemas.microsoft.com/office/drawing/2014/main" id="{6179D199-1E5E-453C-94CF-7CC5E5BE6E9A}"/>
              </a:ext>
            </a:extLst>
          </p:cNvPr>
          <p:cNvSpPr>
            <a:spLocks xmlns:a="http://schemas.openxmlformats.org/drawingml/2006/main" noGrp="1"/>
          </p:cNvSpPr>
          <p:nvPr/>
        </p:nvSpPr>
        <p:spPr>
          <a:xfrm xmlns:a="http://schemas.openxmlformats.org/drawingml/2006/main">
            <a:off x="10144125" y="4200525"/>
            <a:ext cx="2714625" cy="3429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27" name="dp44-comparison / n115 / text 1">
            <a:extLst xmlns:a="http://schemas.openxmlformats.org/drawingml/2006/main">
              <a:ext uri="{FF2B5EF4-FFF2-40B4-BE49-F238E27FC236}">
                <a16:creationId xmlns:a16="http://schemas.microsoft.com/office/drawing/2014/main" id="{B42C6DF2-A426-4D67-8475-EEDF985684D9}"/>
              </a:ext>
            </a:extLst>
          </p:cNvPr>
          <p:cNvSpPr>
            <a:spLocks xmlns:a="http://schemas.openxmlformats.org/drawingml/2006/main" noGrp="1"/>
          </p:cNvSpPr>
          <p:nvPr/>
        </p:nvSpPr>
        <p:spPr>
          <a:xfrm xmlns:a="http://schemas.openxmlformats.org/drawingml/2006/main">
            <a:off x="10229850" y="4362450"/>
            <a:ext cx="2543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Input Window</a:t>
            </a:r>
          </a:p>
        </p:txBody>
      </p:sp>
      <p:sp>
        <p:nvSpPr>
          <p:cNvPr id="128" name="dp44-comparison / n116">
            <a:extLst xmlns:a="http://schemas.openxmlformats.org/drawingml/2006/main">
              <a:ext uri="{FF2B5EF4-FFF2-40B4-BE49-F238E27FC236}">
                <a16:creationId xmlns:a16="http://schemas.microsoft.com/office/drawing/2014/main" id="{F5B26749-D20D-4524-97FE-0788AE0C81C4}"/>
              </a:ext>
            </a:extLst>
          </p:cNvPr>
          <p:cNvSpPr>
            <a:spLocks xmlns:a="http://schemas.openxmlformats.org/drawingml/2006/main" noGrp="1"/>
          </p:cNvSpPr>
          <p:nvPr/>
        </p:nvSpPr>
        <p:spPr>
          <a:xfrm xmlns:a="http://schemas.openxmlformats.org/drawingml/2006/main">
            <a:off x="14144625" y="4200525"/>
            <a:ext cx="3095625" cy="3429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29" name="dp44-comparison / n117 / text 1">
            <a:extLst xmlns:a="http://schemas.openxmlformats.org/drawingml/2006/main">
              <a:ext uri="{FF2B5EF4-FFF2-40B4-BE49-F238E27FC236}">
                <a16:creationId xmlns:a16="http://schemas.microsoft.com/office/drawing/2014/main" id="{0F8DB1F1-BA99-4753-A0D3-6A280498C14B}"/>
              </a:ext>
            </a:extLst>
          </p:cNvPr>
          <p:cNvSpPr>
            <a:spLocks xmlns:a="http://schemas.openxmlformats.org/drawingml/2006/main" noGrp="1"/>
          </p:cNvSpPr>
          <p:nvPr/>
        </p:nvSpPr>
        <p:spPr>
          <a:xfrm xmlns:a="http://schemas.openxmlformats.org/drawingml/2006/main">
            <a:off x="14230350" y="4362450"/>
            <a:ext cx="2924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Notice Window</a:t>
            </a:r>
          </a:p>
        </p:txBody>
      </p:sp>
      <p:sp>
        <p:nvSpPr>
          <p:cNvPr id="130" name="dp44-comparison / n118 / path">
            <a:extLst xmlns:a="http://schemas.openxmlformats.org/drawingml/2006/main">
              <a:ext uri="{FF2B5EF4-FFF2-40B4-BE49-F238E27FC236}">
                <a16:creationId xmlns:a16="http://schemas.microsoft.com/office/drawing/2014/main" id="{AC79B26A-3CC1-42E2-99CF-DB584D8D115F}"/>
              </a:ext>
            </a:extLst>
          </p:cNvPr>
          <p:cNvSpPr>
            <a:spLocks xmlns:a="http://schemas.openxmlformats.org/drawingml/2006/main" noGrp="1"/>
          </p:cNvSpPr>
          <p:nvPr/>
        </p:nvSpPr>
        <p:spPr>
          <a:xfrm xmlns:a="http://schemas.openxmlformats.org/drawingml/2006/main">
            <a:off x="11239500" y="2733675"/>
            <a:ext cx="261938" cy="895350"/>
          </a:xfrm>
          <a:custGeom xmlns:a="http://schemas.openxmlformats.org/drawingml/2006/main">
            <a:pathLst>
              <a:path w="261938" h="895350">
                <a:moveTo>
                  <a:pt x="0" y="0"/>
                </a:moveTo>
                <a:lnTo>
                  <a:pt x="0" y="285750"/>
                </a:lnTo>
                <a:lnTo>
                  <a:pt x="261938" y="285750"/>
                </a:lnTo>
                <a:lnTo>
                  <a:pt x="261938" y="895350"/>
                </a:lnTo>
              </a:path>
            </a:pathLst>
          </a:custGeom>
          <a:noFill xmlns:a="http://schemas.openxmlformats.org/drawingml/2006/main"/>
          <a:ln xmlns:a="http://schemas.openxmlformats.org/drawingml/2006/main" w="10478">
            <a:solidFill>
              <a:srgbClr val="000000"/>
            </a:solidFill>
            <a:prstDash val="solid"/>
          </a:ln>
        </p:spPr>
      </p:sp>
      <p:sp>
        <p:nvSpPr>
          <p:cNvPr id="131" name="dp44-comparison / n118 / arrow">
            <a:extLst xmlns:a="http://schemas.openxmlformats.org/drawingml/2006/main">
              <a:ext uri="{FF2B5EF4-FFF2-40B4-BE49-F238E27FC236}">
                <a16:creationId xmlns:a16="http://schemas.microsoft.com/office/drawing/2014/main" id="{EE7A425F-6FB8-4223-82BE-E62DE862F816}"/>
              </a:ext>
            </a:extLst>
          </p:cNvPr>
          <p:cNvSpPr>
            <a:spLocks xmlns:a="http://schemas.openxmlformats.org/drawingml/2006/main" noGrp="1"/>
          </p:cNvSpPr>
          <p:nvPr/>
        </p:nvSpPr>
        <p:spPr>
          <a:xfrm xmlns:a="http://schemas.openxmlformats.org/drawingml/2006/main">
            <a:off x="11467910" y="35619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32" name="dp44-comparison / n119 / path">
            <a:extLst xmlns:a="http://schemas.openxmlformats.org/drawingml/2006/main">
              <a:ext uri="{FF2B5EF4-FFF2-40B4-BE49-F238E27FC236}">
                <a16:creationId xmlns:a16="http://schemas.microsoft.com/office/drawing/2014/main" id="{7DFDC8D8-D777-4937-832D-76BFFE7F8081}"/>
              </a:ext>
            </a:extLst>
          </p:cNvPr>
          <p:cNvSpPr>
            <a:spLocks xmlns:a="http://schemas.openxmlformats.org/drawingml/2006/main" noGrp="1"/>
          </p:cNvSpPr>
          <p:nvPr/>
        </p:nvSpPr>
        <p:spPr>
          <a:xfrm xmlns:a="http://schemas.openxmlformats.org/drawingml/2006/main">
            <a:off x="15692438" y="2733675"/>
            <a:ext cx="357188" cy="895350"/>
          </a:xfrm>
          <a:custGeom xmlns:a="http://schemas.openxmlformats.org/drawingml/2006/main">
            <a:pathLst>
              <a:path w="357188" h="895350">
                <a:moveTo>
                  <a:pt x="357188" y="0"/>
                </a:moveTo>
                <a:lnTo>
                  <a:pt x="357188" y="285750"/>
                </a:lnTo>
                <a:lnTo>
                  <a:pt x="0" y="285750"/>
                </a:lnTo>
                <a:lnTo>
                  <a:pt x="0" y="895350"/>
                </a:lnTo>
              </a:path>
            </a:pathLst>
          </a:custGeom>
          <a:noFill xmlns:a="http://schemas.openxmlformats.org/drawingml/2006/main"/>
          <a:ln xmlns:a="http://schemas.openxmlformats.org/drawingml/2006/main" w="10478">
            <a:solidFill>
              <a:srgbClr val="000000"/>
            </a:solidFill>
            <a:prstDash val="solid"/>
          </a:ln>
        </p:spPr>
      </p:sp>
      <p:sp>
        <p:nvSpPr>
          <p:cNvPr id="133" name="dp44-comparison / n119 / arrow">
            <a:extLst xmlns:a="http://schemas.openxmlformats.org/drawingml/2006/main">
              <a:ext uri="{FF2B5EF4-FFF2-40B4-BE49-F238E27FC236}">
                <a16:creationId xmlns:a16="http://schemas.microsoft.com/office/drawing/2014/main" id="{7BAE5530-D2E0-4D24-86B0-F60CD0CC6E49}"/>
              </a:ext>
            </a:extLst>
          </p:cNvPr>
          <p:cNvSpPr>
            <a:spLocks xmlns:a="http://schemas.openxmlformats.org/drawingml/2006/main" noGrp="1"/>
          </p:cNvSpPr>
          <p:nvPr/>
        </p:nvSpPr>
        <p:spPr>
          <a:xfrm xmlns:a="http://schemas.openxmlformats.org/drawingml/2006/main">
            <a:off x="15658910" y="35619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34" name="dp44-comparison / n120 / path">
            <a:extLst xmlns:a="http://schemas.openxmlformats.org/drawingml/2006/main">
              <a:ext uri="{FF2B5EF4-FFF2-40B4-BE49-F238E27FC236}">
                <a16:creationId xmlns:a16="http://schemas.microsoft.com/office/drawing/2014/main" id="{C0FC962D-5851-478E-85CC-88E0026CFF59}"/>
              </a:ext>
            </a:extLst>
          </p:cNvPr>
          <p:cNvSpPr>
            <a:spLocks xmlns:a="http://schemas.openxmlformats.org/drawingml/2006/main" noGrp="1"/>
          </p:cNvSpPr>
          <p:nvPr/>
        </p:nvSpPr>
        <p:spPr>
          <a:xfrm xmlns:a="http://schemas.openxmlformats.org/drawingml/2006/main">
            <a:off x="11501438" y="3990975"/>
            <a:ext cx="953" cy="209550"/>
          </a:xfrm>
          <a:custGeom xmlns:a="http://schemas.openxmlformats.org/drawingml/2006/main">
            <a:pathLst>
              <a:path w="953" h="209550">
                <a:moveTo>
                  <a:pt x="0" y="0"/>
                </a:moveTo>
                <a:lnTo>
                  <a:pt x="0" y="209550"/>
                </a:lnTo>
              </a:path>
            </a:pathLst>
          </a:custGeom>
          <a:noFill xmlns:a="http://schemas.openxmlformats.org/drawingml/2006/main"/>
          <a:ln xmlns:a="http://schemas.openxmlformats.org/drawingml/2006/main" w="10478">
            <a:solidFill>
              <a:srgbClr val="000000"/>
            </a:solidFill>
            <a:prstDash val="solid"/>
          </a:ln>
        </p:spPr>
      </p:sp>
      <p:sp>
        <p:nvSpPr>
          <p:cNvPr id="135" name="dp44-comparison / n120 / arrow">
            <a:extLst xmlns:a="http://schemas.openxmlformats.org/drawingml/2006/main">
              <a:ext uri="{FF2B5EF4-FFF2-40B4-BE49-F238E27FC236}">
                <a16:creationId xmlns:a16="http://schemas.microsoft.com/office/drawing/2014/main" id="{A4D05289-0B69-4411-A44B-0A2C16AE4E9D}"/>
              </a:ext>
            </a:extLst>
          </p:cNvPr>
          <p:cNvSpPr>
            <a:spLocks xmlns:a="http://schemas.openxmlformats.org/drawingml/2006/main" noGrp="1"/>
          </p:cNvSpPr>
          <p:nvPr/>
        </p:nvSpPr>
        <p:spPr>
          <a:xfrm xmlns:a="http://schemas.openxmlformats.org/drawingml/2006/main">
            <a:off x="11467910" y="41334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36" name="dp44-comparison / n121 / path">
            <a:extLst xmlns:a="http://schemas.openxmlformats.org/drawingml/2006/main">
              <a:ext uri="{FF2B5EF4-FFF2-40B4-BE49-F238E27FC236}">
                <a16:creationId xmlns:a16="http://schemas.microsoft.com/office/drawing/2014/main" id="{E75CDA8C-1A9A-4B17-9613-0D6A590A6B58}"/>
              </a:ext>
            </a:extLst>
          </p:cNvPr>
          <p:cNvSpPr>
            <a:spLocks xmlns:a="http://schemas.openxmlformats.org/drawingml/2006/main" noGrp="1"/>
          </p:cNvSpPr>
          <p:nvPr/>
        </p:nvSpPr>
        <p:spPr>
          <a:xfrm xmlns:a="http://schemas.openxmlformats.org/drawingml/2006/main">
            <a:off x="15692438" y="3990975"/>
            <a:ext cx="953" cy="209550"/>
          </a:xfrm>
          <a:custGeom xmlns:a="http://schemas.openxmlformats.org/drawingml/2006/main">
            <a:pathLst>
              <a:path w="953" h="209550">
                <a:moveTo>
                  <a:pt x="0" y="0"/>
                </a:moveTo>
                <a:lnTo>
                  <a:pt x="0" y="209550"/>
                </a:lnTo>
              </a:path>
            </a:pathLst>
          </a:custGeom>
          <a:noFill xmlns:a="http://schemas.openxmlformats.org/drawingml/2006/main"/>
          <a:ln xmlns:a="http://schemas.openxmlformats.org/drawingml/2006/main" w="10478">
            <a:solidFill>
              <a:srgbClr val="000000"/>
            </a:solidFill>
            <a:prstDash val="solid"/>
          </a:ln>
        </p:spPr>
      </p:sp>
      <p:sp>
        <p:nvSpPr>
          <p:cNvPr id="137" name="dp44-comparison / n121 / arrow">
            <a:extLst xmlns:a="http://schemas.openxmlformats.org/drawingml/2006/main">
              <a:ext uri="{FF2B5EF4-FFF2-40B4-BE49-F238E27FC236}">
                <a16:creationId xmlns:a16="http://schemas.microsoft.com/office/drawing/2014/main" id="{BE589210-6866-465E-A0FB-2A76A624CE36}"/>
              </a:ext>
            </a:extLst>
          </p:cNvPr>
          <p:cNvSpPr>
            <a:spLocks xmlns:a="http://schemas.openxmlformats.org/drawingml/2006/main" noGrp="1"/>
          </p:cNvSpPr>
          <p:nvPr/>
        </p:nvSpPr>
        <p:spPr>
          <a:xfrm xmlns:a="http://schemas.openxmlformats.org/drawingml/2006/main">
            <a:off x="15658910" y="41334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38" name="dp44-comparison / n126">
            <a:extLst xmlns:a="http://schemas.openxmlformats.org/drawingml/2006/main">
              <a:ext uri="{FF2B5EF4-FFF2-40B4-BE49-F238E27FC236}">
                <a16:creationId xmlns:a16="http://schemas.microsoft.com/office/drawing/2014/main" id="{F5CE2E7F-E83C-40B4-81D1-58020CA20B8E}"/>
              </a:ext>
            </a:extLst>
          </p:cNvPr>
          <p:cNvSpPr>
            <a:spLocks xmlns:a="http://schemas.openxmlformats.org/drawingml/2006/main" noGrp="1"/>
          </p:cNvSpPr>
          <p:nvPr/>
        </p:nvSpPr>
        <p:spPr>
          <a:xfrm xmlns:a="http://schemas.openxmlformats.org/drawingml/2006/main">
            <a:off x="9953625" y="5095875"/>
            <a:ext cx="2238375"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9" name="dp44-comparison / n127 / text 1">
            <a:extLst xmlns:a="http://schemas.openxmlformats.org/drawingml/2006/main">
              <a:ext uri="{FF2B5EF4-FFF2-40B4-BE49-F238E27FC236}">
                <a16:creationId xmlns:a16="http://schemas.microsoft.com/office/drawing/2014/main" id="{976685E1-6210-4B23-84A5-42F31B7B7B53}"/>
              </a:ext>
            </a:extLst>
          </p:cNvPr>
          <p:cNvSpPr>
            <a:spLocks xmlns:a="http://schemas.openxmlformats.org/drawingml/2006/main" noGrp="1"/>
          </p:cNvSpPr>
          <p:nvPr/>
        </p:nvSpPr>
        <p:spPr>
          <a:xfrm xmlns:a="http://schemas.openxmlformats.org/drawingml/2006/main">
            <a:off x="10039350" y="515254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40" name="dp44-comparison / n128">
            <a:extLst xmlns:a="http://schemas.openxmlformats.org/drawingml/2006/main">
              <a:ext uri="{FF2B5EF4-FFF2-40B4-BE49-F238E27FC236}">
                <a16:creationId xmlns:a16="http://schemas.microsoft.com/office/drawing/2014/main" id="{D054DF02-B9CE-471A-A447-0BA2E036A814}"/>
              </a:ext>
            </a:extLst>
          </p:cNvPr>
          <p:cNvSpPr>
            <a:spLocks xmlns:a="http://schemas.openxmlformats.org/drawingml/2006/main" noGrp="1"/>
          </p:cNvSpPr>
          <p:nvPr/>
        </p:nvSpPr>
        <p:spPr>
          <a:xfrm xmlns:a="http://schemas.openxmlformats.org/drawingml/2006/main">
            <a:off x="12430125" y="4933950"/>
            <a:ext cx="51435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41" name="dp44-comparison / n129 / text 1">
            <a:extLst xmlns:a="http://schemas.openxmlformats.org/drawingml/2006/main">
              <a:ext uri="{FF2B5EF4-FFF2-40B4-BE49-F238E27FC236}">
                <a16:creationId xmlns:a16="http://schemas.microsoft.com/office/drawing/2014/main" id="{8D5B4316-8B16-4AF1-9857-AE3067686851}"/>
              </a:ext>
            </a:extLst>
          </p:cNvPr>
          <p:cNvSpPr>
            <a:spLocks xmlns:a="http://schemas.openxmlformats.org/drawingml/2006/main" noGrp="1"/>
          </p:cNvSpPr>
          <p:nvPr/>
        </p:nvSpPr>
        <p:spPr>
          <a:xfrm xmlns:a="http://schemas.openxmlformats.org/drawingml/2006/main">
            <a:off x="12553950" y="5029200"/>
            <a:ext cx="4895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42" name="dp44-comparison / n130">
            <a:extLst xmlns:a="http://schemas.openxmlformats.org/drawingml/2006/main">
              <a:ext uri="{FF2B5EF4-FFF2-40B4-BE49-F238E27FC236}">
                <a16:creationId xmlns:a16="http://schemas.microsoft.com/office/drawing/2014/main" id="{BB66C9A0-D56C-4021-84FA-58980B5602AB}"/>
              </a:ext>
            </a:extLst>
          </p:cNvPr>
          <p:cNvSpPr>
            <a:spLocks xmlns:a="http://schemas.openxmlformats.org/drawingml/2006/main" noGrp="1"/>
          </p:cNvSpPr>
          <p:nvPr/>
        </p:nvSpPr>
        <p:spPr>
          <a:xfrm xmlns:a="http://schemas.openxmlformats.org/drawingml/2006/main">
            <a:off x="12620625" y="5314950"/>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43" name="dp44-comparison / n131 / text 1">
            <a:extLst xmlns:a="http://schemas.openxmlformats.org/drawingml/2006/main">
              <a:ext uri="{FF2B5EF4-FFF2-40B4-BE49-F238E27FC236}">
                <a16:creationId xmlns:a16="http://schemas.microsoft.com/office/drawing/2014/main" id="{758F35BD-8181-4FC0-BA0C-7D1129E69381}"/>
              </a:ext>
            </a:extLst>
          </p:cNvPr>
          <p:cNvSpPr>
            <a:spLocks xmlns:a="http://schemas.openxmlformats.org/drawingml/2006/main" noGrp="1"/>
          </p:cNvSpPr>
          <p:nvPr/>
        </p:nvSpPr>
        <p:spPr>
          <a:xfrm xmlns:a="http://schemas.openxmlformats.org/drawingml/2006/main">
            <a:off x="12706350" y="5366861"/>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144" name="dp44-comparison / n132">
            <a:extLst xmlns:a="http://schemas.openxmlformats.org/drawingml/2006/main">
              <a:ext uri="{FF2B5EF4-FFF2-40B4-BE49-F238E27FC236}">
                <a16:creationId xmlns:a16="http://schemas.microsoft.com/office/drawing/2014/main" id="{B20141CC-DB92-4D41-A390-1710D4CA5A63}"/>
              </a:ext>
            </a:extLst>
          </p:cNvPr>
          <p:cNvSpPr>
            <a:spLocks xmlns:a="http://schemas.openxmlformats.org/drawingml/2006/main" noGrp="1"/>
          </p:cNvSpPr>
          <p:nvPr/>
        </p:nvSpPr>
        <p:spPr>
          <a:xfrm xmlns:a="http://schemas.openxmlformats.org/drawingml/2006/main">
            <a:off x="15240000" y="5314950"/>
            <a:ext cx="2143125" cy="314325"/>
          </a:xfrm>
          <a:prstGeom xmlns:a="http://schemas.openxmlformats.org/drawingml/2006/main" prst="roundRect">
            <a:avLst>
              <a:gd name="adj" fmla="val 24242"/>
            </a:avLst>
          </a:prstGeom>
          <a:solidFill xmlns:a="http://schemas.openxmlformats.org/drawingml/2006/main">
            <a:srgbClr val="FFF0DD"/>
          </a:solidFill>
          <a:ln xmlns:a="http://schemas.openxmlformats.org/drawingml/2006/main" w="17145">
            <a:solidFill>
              <a:srgbClr val="B8753F"/>
            </a:solidFill>
            <a:prstDash val="solid"/>
          </a:ln>
        </p:spPr>
      </p:sp>
      <p:sp>
        <p:nvSpPr>
          <p:cNvPr id="145" name="dp44-comparison / n133 / text 1">
            <a:extLst xmlns:a="http://schemas.openxmlformats.org/drawingml/2006/main">
              <a:ext uri="{FF2B5EF4-FFF2-40B4-BE49-F238E27FC236}">
                <a16:creationId xmlns:a16="http://schemas.microsoft.com/office/drawing/2014/main" id="{7F0E9A0E-5F07-4A90-8AB4-DD0FB8A3575F}"/>
              </a:ext>
            </a:extLst>
          </p:cNvPr>
          <p:cNvSpPr>
            <a:spLocks xmlns:a="http://schemas.openxmlformats.org/drawingml/2006/main" noGrp="1"/>
          </p:cNvSpPr>
          <p:nvPr/>
        </p:nvSpPr>
        <p:spPr>
          <a:xfrm xmlns:a="http://schemas.openxmlformats.org/drawingml/2006/main">
            <a:off x="15325725" y="5360670"/>
            <a:ext cx="19716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Publication Join</a:t>
            </a:r>
          </a:p>
        </p:txBody>
      </p:sp>
      <p:sp>
        <p:nvSpPr>
          <p:cNvPr id="146" name="dp44-comparison / n134">
            <a:extLst xmlns:a="http://schemas.openxmlformats.org/drawingml/2006/main">
              <a:ext uri="{FF2B5EF4-FFF2-40B4-BE49-F238E27FC236}">
                <a16:creationId xmlns:a16="http://schemas.microsoft.com/office/drawing/2014/main" id="{D6B21177-6288-47EA-951E-7042A8A5FAB5}"/>
              </a:ext>
            </a:extLst>
          </p:cNvPr>
          <p:cNvSpPr>
            <a:spLocks xmlns:a="http://schemas.openxmlformats.org/drawingml/2006/main" noGrp="1"/>
          </p:cNvSpPr>
          <p:nvPr/>
        </p:nvSpPr>
        <p:spPr>
          <a:xfrm xmlns:a="http://schemas.openxmlformats.org/drawingml/2006/main">
            <a:off x="15240000" y="5715000"/>
            <a:ext cx="2143125" cy="3429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47" name="dp44-comparison / n135 / text 1">
            <a:extLst xmlns:a="http://schemas.openxmlformats.org/drawingml/2006/main">
              <a:ext uri="{FF2B5EF4-FFF2-40B4-BE49-F238E27FC236}">
                <a16:creationId xmlns:a16="http://schemas.microsoft.com/office/drawing/2014/main" id="{6F7A301B-2556-4D39-A2E5-4E169CA29A39}"/>
              </a:ext>
            </a:extLst>
          </p:cNvPr>
          <p:cNvSpPr>
            <a:spLocks xmlns:a="http://schemas.openxmlformats.org/drawingml/2006/main" noGrp="1"/>
          </p:cNvSpPr>
          <p:nvPr/>
        </p:nvSpPr>
        <p:spPr>
          <a:xfrm xmlns:a="http://schemas.openxmlformats.org/drawingml/2006/main">
            <a:off x="15325725" y="5876925"/>
            <a:ext cx="19716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a:solidFill>
                  <a:srgbClr val="18232E"/>
                </a:solidFill>
                <a:latin typeface="Apple SD Gothic Neo"/>
                <a:ea typeface="Apple SD Gothic Neo"/>
                <a:cs typeface="Apple SD Gothic Neo"/>
              </a:defRPr>
            </a:pPr>
            <a:r>
              <a:rPr sz="975" b="0">
                <a:solidFill>
                  <a:srgbClr val="18232E"/>
                </a:solidFill>
                <a:latin typeface="Apple SD Gothic Neo"/>
                <a:ea typeface="Apple SD Gothic Neo"/>
                <a:cs typeface="Apple SD Gothic Neo"/>
              </a:rPr>
              <a:t>Publication Window</a:t>
            </a:r>
          </a:p>
        </p:txBody>
      </p:sp>
      <p:sp>
        <p:nvSpPr>
          <p:cNvPr id="148" name="dp44-comparison / n136 / path">
            <a:extLst xmlns:a="http://schemas.openxmlformats.org/drawingml/2006/main">
              <a:ext uri="{FF2B5EF4-FFF2-40B4-BE49-F238E27FC236}">
                <a16:creationId xmlns:a16="http://schemas.microsoft.com/office/drawing/2014/main" id="{274B4327-E3BF-4175-9925-E8156A4A36A6}"/>
              </a:ext>
            </a:extLst>
          </p:cNvPr>
          <p:cNvSpPr>
            <a:spLocks xmlns:a="http://schemas.openxmlformats.org/drawingml/2006/main" noGrp="1"/>
          </p:cNvSpPr>
          <p:nvPr/>
        </p:nvSpPr>
        <p:spPr>
          <a:xfrm xmlns:a="http://schemas.openxmlformats.org/drawingml/2006/main">
            <a:off x="14049375" y="3990975"/>
            <a:ext cx="1643063" cy="1323975"/>
          </a:xfrm>
          <a:custGeom xmlns:a="http://schemas.openxmlformats.org/drawingml/2006/main">
            <a:pathLst>
              <a:path w="1643063" h="1323975">
                <a:moveTo>
                  <a:pt x="1643063" y="0"/>
                </a:moveTo>
                <a:lnTo>
                  <a:pt x="1643063" y="866775"/>
                </a:lnTo>
                <a:lnTo>
                  <a:pt x="0" y="866775"/>
                </a:lnTo>
                <a:lnTo>
                  <a:pt x="0" y="1323975"/>
                </a:lnTo>
              </a:path>
            </a:pathLst>
          </a:custGeom>
          <a:noFill xmlns:a="http://schemas.openxmlformats.org/drawingml/2006/main"/>
          <a:ln xmlns:a="http://schemas.openxmlformats.org/drawingml/2006/main" w="10478">
            <a:solidFill>
              <a:srgbClr val="000000"/>
            </a:solidFill>
            <a:prstDash val="solid"/>
          </a:ln>
        </p:spPr>
      </p:sp>
      <p:sp>
        <p:nvSpPr>
          <p:cNvPr id="149" name="dp44-comparison / n136 / arrow">
            <a:extLst xmlns:a="http://schemas.openxmlformats.org/drawingml/2006/main">
              <a:ext uri="{FF2B5EF4-FFF2-40B4-BE49-F238E27FC236}">
                <a16:creationId xmlns:a16="http://schemas.microsoft.com/office/drawing/2014/main" id="{52F2B466-6A4B-4688-BEC6-60702E28816C}"/>
              </a:ext>
            </a:extLst>
          </p:cNvPr>
          <p:cNvSpPr>
            <a:spLocks xmlns:a="http://schemas.openxmlformats.org/drawingml/2006/main" noGrp="1"/>
          </p:cNvSpPr>
          <p:nvPr/>
        </p:nvSpPr>
        <p:spPr>
          <a:xfrm xmlns:a="http://schemas.openxmlformats.org/drawingml/2006/main">
            <a:off x="14015847" y="52478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50" name="dp44-comparison / n137 / path">
            <a:extLst xmlns:a="http://schemas.openxmlformats.org/drawingml/2006/main">
              <a:ext uri="{FF2B5EF4-FFF2-40B4-BE49-F238E27FC236}">
                <a16:creationId xmlns:a16="http://schemas.microsoft.com/office/drawing/2014/main" id="{CA0ECAC4-0BF4-48ED-AE88-E24E9802D2C3}"/>
              </a:ext>
            </a:extLst>
          </p:cNvPr>
          <p:cNvSpPr>
            <a:spLocks xmlns:a="http://schemas.openxmlformats.org/drawingml/2006/main" noGrp="1"/>
          </p:cNvSpPr>
          <p:nvPr/>
        </p:nvSpPr>
        <p:spPr>
          <a:xfrm xmlns:a="http://schemas.openxmlformats.org/drawingml/2006/main">
            <a:off x="11501438" y="3990975"/>
            <a:ext cx="2214563" cy="1323975"/>
          </a:xfrm>
          <a:custGeom xmlns:a="http://schemas.openxmlformats.org/drawingml/2006/main">
            <a:pathLst>
              <a:path w="2214563" h="1323975">
                <a:moveTo>
                  <a:pt x="0" y="0"/>
                </a:moveTo>
                <a:lnTo>
                  <a:pt x="0" y="828675"/>
                </a:lnTo>
                <a:lnTo>
                  <a:pt x="2214563" y="828675"/>
                </a:lnTo>
                <a:lnTo>
                  <a:pt x="2214563" y="1323975"/>
                </a:lnTo>
              </a:path>
            </a:pathLst>
          </a:custGeom>
          <a:noFill xmlns:a="http://schemas.openxmlformats.org/drawingml/2006/main"/>
          <a:ln xmlns:a="http://schemas.openxmlformats.org/drawingml/2006/main" w="10478">
            <a:solidFill>
              <a:srgbClr val="000000"/>
            </a:solidFill>
            <a:prstDash val="solid"/>
          </a:ln>
        </p:spPr>
      </p:sp>
      <p:sp>
        <p:nvSpPr>
          <p:cNvPr id="151" name="dp44-comparison / n137 / arrow">
            <a:extLst xmlns:a="http://schemas.openxmlformats.org/drawingml/2006/main">
              <a:ext uri="{FF2B5EF4-FFF2-40B4-BE49-F238E27FC236}">
                <a16:creationId xmlns:a16="http://schemas.microsoft.com/office/drawing/2014/main" id="{91D8B5CB-2DD1-4C2D-A066-743C3739DA38}"/>
              </a:ext>
            </a:extLst>
          </p:cNvPr>
          <p:cNvSpPr>
            <a:spLocks xmlns:a="http://schemas.openxmlformats.org/drawingml/2006/main" noGrp="1"/>
          </p:cNvSpPr>
          <p:nvPr/>
        </p:nvSpPr>
        <p:spPr>
          <a:xfrm xmlns:a="http://schemas.openxmlformats.org/drawingml/2006/main">
            <a:off x="13682472" y="52478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52" name="dp44-comparison / n138 / path">
            <a:extLst xmlns:a="http://schemas.openxmlformats.org/drawingml/2006/main">
              <a:ext uri="{FF2B5EF4-FFF2-40B4-BE49-F238E27FC236}">
                <a16:creationId xmlns:a16="http://schemas.microsoft.com/office/drawing/2014/main" id="{61595338-1920-4D50-A3B3-00A9A4673F6E}"/>
              </a:ext>
            </a:extLst>
          </p:cNvPr>
          <p:cNvSpPr>
            <a:spLocks xmlns:a="http://schemas.openxmlformats.org/drawingml/2006/main" noGrp="1"/>
          </p:cNvSpPr>
          <p:nvPr/>
        </p:nvSpPr>
        <p:spPr>
          <a:xfrm xmlns:a="http://schemas.openxmlformats.org/drawingml/2006/main">
            <a:off x="14811375" y="54721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53" name="dp44-comparison / n138 / arrow">
            <a:extLst xmlns:a="http://schemas.openxmlformats.org/drawingml/2006/main">
              <a:ext uri="{FF2B5EF4-FFF2-40B4-BE49-F238E27FC236}">
                <a16:creationId xmlns:a16="http://schemas.microsoft.com/office/drawing/2014/main" id="{7F5C84FE-C100-4F84-BE6D-E9B33F818649}"/>
              </a:ext>
            </a:extLst>
          </p:cNvPr>
          <p:cNvSpPr>
            <a:spLocks xmlns:a="http://schemas.openxmlformats.org/drawingml/2006/main" noGrp="1"/>
          </p:cNvSpPr>
          <p:nvPr/>
        </p:nvSpPr>
        <p:spPr>
          <a:xfrm xmlns:a="http://schemas.openxmlformats.org/drawingml/2006/main">
            <a:off x="15172944" y="54385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54" name="dp44-comparison / n139 / path">
            <a:extLst xmlns:a="http://schemas.openxmlformats.org/drawingml/2006/main">
              <a:ext uri="{FF2B5EF4-FFF2-40B4-BE49-F238E27FC236}">
                <a16:creationId xmlns:a16="http://schemas.microsoft.com/office/drawing/2014/main" id="{78EC78C1-8394-42D2-BC54-678A20B2DEAC}"/>
              </a:ext>
            </a:extLst>
          </p:cNvPr>
          <p:cNvSpPr>
            <a:spLocks xmlns:a="http://schemas.openxmlformats.org/drawingml/2006/main" noGrp="1"/>
          </p:cNvSpPr>
          <p:nvPr/>
        </p:nvSpPr>
        <p:spPr>
          <a:xfrm xmlns:a="http://schemas.openxmlformats.org/drawingml/2006/main">
            <a:off x="12858750" y="3810000"/>
            <a:ext cx="3786188" cy="1504950"/>
          </a:xfrm>
          <a:custGeom xmlns:a="http://schemas.openxmlformats.org/drawingml/2006/main">
            <a:pathLst>
              <a:path w="3786188" h="1504950">
                <a:moveTo>
                  <a:pt x="0" y="0"/>
                </a:moveTo>
                <a:lnTo>
                  <a:pt x="142875" y="0"/>
                </a:lnTo>
                <a:lnTo>
                  <a:pt x="142875" y="962025"/>
                </a:lnTo>
                <a:lnTo>
                  <a:pt x="3786188" y="962025"/>
                </a:lnTo>
                <a:lnTo>
                  <a:pt x="3786188" y="1504950"/>
                </a:lnTo>
              </a:path>
            </a:pathLst>
          </a:custGeom>
          <a:noFill xmlns:a="http://schemas.openxmlformats.org/drawingml/2006/main"/>
          <a:ln xmlns:a="http://schemas.openxmlformats.org/drawingml/2006/main" w="10478">
            <a:solidFill>
              <a:srgbClr val="000000"/>
            </a:solidFill>
            <a:prstDash val="solid"/>
          </a:ln>
        </p:spPr>
      </p:sp>
      <p:sp>
        <p:nvSpPr>
          <p:cNvPr id="155" name="dp44-comparison / n139 / arrow">
            <a:extLst xmlns:a="http://schemas.openxmlformats.org/drawingml/2006/main">
              <a:ext uri="{FF2B5EF4-FFF2-40B4-BE49-F238E27FC236}">
                <a16:creationId xmlns:a16="http://schemas.microsoft.com/office/drawing/2014/main" id="{D5650CC3-8F4B-4DFF-BCA1-03788EC262D8}"/>
              </a:ext>
            </a:extLst>
          </p:cNvPr>
          <p:cNvSpPr>
            <a:spLocks xmlns:a="http://schemas.openxmlformats.org/drawingml/2006/main" noGrp="1"/>
          </p:cNvSpPr>
          <p:nvPr/>
        </p:nvSpPr>
        <p:spPr>
          <a:xfrm xmlns:a="http://schemas.openxmlformats.org/drawingml/2006/main">
            <a:off x="16611410" y="52478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56" name="dp44-comparison / n142 / path">
            <a:extLst xmlns:a="http://schemas.openxmlformats.org/drawingml/2006/main">
              <a:ext uri="{FF2B5EF4-FFF2-40B4-BE49-F238E27FC236}">
                <a16:creationId xmlns:a16="http://schemas.microsoft.com/office/drawing/2014/main" id="{A0AD97E9-C7C5-455D-A755-FF86156AE88F}"/>
              </a:ext>
            </a:extLst>
          </p:cNvPr>
          <p:cNvSpPr>
            <a:spLocks xmlns:a="http://schemas.openxmlformats.org/drawingml/2006/main" noGrp="1"/>
          </p:cNvSpPr>
          <p:nvPr/>
        </p:nvSpPr>
        <p:spPr>
          <a:xfrm xmlns:a="http://schemas.openxmlformats.org/drawingml/2006/main">
            <a:off x="16787813" y="5629275"/>
            <a:ext cx="953" cy="85725"/>
          </a:xfrm>
          <a:custGeom xmlns:a="http://schemas.openxmlformats.org/drawingml/2006/main">
            <a:pathLst>
              <a:path w="953" h="85725">
                <a:moveTo>
                  <a:pt x="0" y="0"/>
                </a:moveTo>
                <a:lnTo>
                  <a:pt x="0" y="85725"/>
                </a:lnTo>
              </a:path>
            </a:pathLst>
          </a:custGeom>
          <a:noFill xmlns:a="http://schemas.openxmlformats.org/drawingml/2006/main"/>
          <a:ln xmlns:a="http://schemas.openxmlformats.org/drawingml/2006/main" w="10478">
            <a:solidFill>
              <a:srgbClr val="000000"/>
            </a:solidFill>
            <a:prstDash val="solid"/>
          </a:ln>
        </p:spPr>
      </p:sp>
      <p:sp>
        <p:nvSpPr>
          <p:cNvPr id="157" name="dp44-comparison / n142 / arrow">
            <a:extLst xmlns:a="http://schemas.openxmlformats.org/drawingml/2006/main">
              <a:ext uri="{FF2B5EF4-FFF2-40B4-BE49-F238E27FC236}">
                <a16:creationId xmlns:a16="http://schemas.microsoft.com/office/drawing/2014/main" id="{C737D26C-482B-443E-A0ED-AE84DBB7E3AC}"/>
              </a:ext>
            </a:extLst>
          </p:cNvPr>
          <p:cNvSpPr>
            <a:spLocks xmlns:a="http://schemas.openxmlformats.org/drawingml/2006/main" noGrp="1"/>
          </p:cNvSpPr>
          <p:nvPr/>
        </p:nvSpPr>
        <p:spPr>
          <a:xfrm xmlns:a="http://schemas.openxmlformats.org/drawingml/2006/main">
            <a:off x="16754285" y="56479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58" name="dp44-comparison / n143">
            <a:extLst xmlns:a="http://schemas.openxmlformats.org/drawingml/2006/main">
              <a:ext uri="{FF2B5EF4-FFF2-40B4-BE49-F238E27FC236}">
                <a16:creationId xmlns:a16="http://schemas.microsoft.com/office/drawing/2014/main" id="{0D23F9DC-5D9F-4455-A00B-D176D09DAE93}"/>
              </a:ext>
            </a:extLst>
          </p:cNvPr>
          <p:cNvSpPr>
            <a:spLocks xmlns:a="http://schemas.openxmlformats.org/drawingml/2006/main" noGrp="1"/>
          </p:cNvSpPr>
          <p:nvPr/>
        </p:nvSpPr>
        <p:spPr>
          <a:xfrm xmlns:a="http://schemas.openxmlformats.org/drawingml/2006/main">
            <a:off x="12620625" y="5753100"/>
            <a:ext cx="2190750" cy="238125"/>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000000"/>
            </a:solidFill>
            <a:prstDash val="solid"/>
          </a:ln>
        </p:spPr>
      </p:sp>
      <p:sp>
        <p:nvSpPr>
          <p:cNvPr id="159" name="dp44-comparison / n144 / text 1">
            <a:extLst xmlns:a="http://schemas.openxmlformats.org/drawingml/2006/main">
              <a:ext uri="{FF2B5EF4-FFF2-40B4-BE49-F238E27FC236}">
                <a16:creationId xmlns:a16="http://schemas.microsoft.com/office/drawing/2014/main" id="{D945B90B-E3DA-472A-8162-6B48382338AD}"/>
              </a:ext>
            </a:extLst>
          </p:cNvPr>
          <p:cNvSpPr>
            <a:spLocks xmlns:a="http://schemas.openxmlformats.org/drawingml/2006/main" noGrp="1"/>
          </p:cNvSpPr>
          <p:nvPr/>
        </p:nvSpPr>
        <p:spPr>
          <a:xfrm xmlns:a="http://schemas.openxmlformats.org/drawingml/2006/main">
            <a:off x="12706350" y="57792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Publication Control</a:t>
            </a:r>
          </a:p>
        </p:txBody>
      </p:sp>
      <p:sp>
        <p:nvSpPr>
          <p:cNvPr id="160" name="dp44-comparison / n145 / path">
            <a:extLst xmlns:a="http://schemas.openxmlformats.org/drawingml/2006/main">
              <a:ext uri="{FF2B5EF4-FFF2-40B4-BE49-F238E27FC236}">
                <a16:creationId xmlns:a16="http://schemas.microsoft.com/office/drawing/2014/main" id="{03A4BCE6-BAC8-481D-976A-3DEF96A055D0}"/>
              </a:ext>
            </a:extLst>
          </p:cNvPr>
          <p:cNvSpPr>
            <a:spLocks xmlns:a="http://schemas.openxmlformats.org/drawingml/2006/main" noGrp="1"/>
          </p:cNvSpPr>
          <p:nvPr/>
        </p:nvSpPr>
        <p:spPr>
          <a:xfrm xmlns:a="http://schemas.openxmlformats.org/drawingml/2006/main">
            <a:off x="13716000" y="5629275"/>
            <a:ext cx="2595563" cy="123825"/>
          </a:xfrm>
          <a:custGeom xmlns:a="http://schemas.openxmlformats.org/drawingml/2006/main">
            <a:pathLst>
              <a:path w="2595563" h="123825">
                <a:moveTo>
                  <a:pt x="2595563" y="0"/>
                </a:moveTo>
                <a:lnTo>
                  <a:pt x="2595563" y="57150"/>
                </a:lnTo>
                <a:lnTo>
                  <a:pt x="0" y="57150"/>
                </a:lnTo>
                <a:lnTo>
                  <a:pt x="0" y="123825"/>
                </a:lnTo>
              </a:path>
            </a:pathLst>
          </a:custGeom>
          <a:noFill xmlns:a="http://schemas.openxmlformats.org/drawingml/2006/main"/>
          <a:ln xmlns:a="http://schemas.openxmlformats.org/drawingml/2006/main" w="10478">
            <a:solidFill>
              <a:srgbClr val="000000"/>
            </a:solidFill>
            <a:prstDash val="solid"/>
          </a:ln>
        </p:spPr>
      </p:sp>
      <p:sp>
        <p:nvSpPr>
          <p:cNvPr id="161" name="dp44-comparison / n145 / arrow">
            <a:extLst xmlns:a="http://schemas.openxmlformats.org/drawingml/2006/main">
              <a:ext uri="{FF2B5EF4-FFF2-40B4-BE49-F238E27FC236}">
                <a16:creationId xmlns:a16="http://schemas.microsoft.com/office/drawing/2014/main" id="{8D8E289B-D813-48D0-8E53-E574EBF7481F}"/>
              </a:ext>
            </a:extLst>
          </p:cNvPr>
          <p:cNvSpPr>
            <a:spLocks xmlns:a="http://schemas.openxmlformats.org/drawingml/2006/main" noGrp="1"/>
          </p:cNvSpPr>
          <p:nvPr/>
        </p:nvSpPr>
        <p:spPr>
          <a:xfrm xmlns:a="http://schemas.openxmlformats.org/drawingml/2006/main">
            <a:off x="13682472" y="56860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62" name="dp44-comparison / n146 / path">
            <a:extLst xmlns:a="http://schemas.openxmlformats.org/drawingml/2006/main">
              <a:ext uri="{FF2B5EF4-FFF2-40B4-BE49-F238E27FC236}">
                <a16:creationId xmlns:a16="http://schemas.microsoft.com/office/drawing/2014/main" id="{45B1C893-32D9-48E9-B313-42B034ABDD30}"/>
              </a:ext>
            </a:extLst>
          </p:cNvPr>
          <p:cNvSpPr>
            <a:spLocks xmlns:a="http://schemas.openxmlformats.org/drawingml/2006/main" noGrp="1"/>
          </p:cNvSpPr>
          <p:nvPr/>
        </p:nvSpPr>
        <p:spPr>
          <a:xfrm xmlns:a="http://schemas.openxmlformats.org/drawingml/2006/main">
            <a:off x="9858375" y="3810000"/>
            <a:ext cx="1214438" cy="1285875"/>
          </a:xfrm>
          <a:custGeom xmlns:a="http://schemas.openxmlformats.org/drawingml/2006/main">
            <a:pathLst>
              <a:path w="1214438" h="1285875">
                <a:moveTo>
                  <a:pt x="285750" y="0"/>
                </a:moveTo>
                <a:lnTo>
                  <a:pt x="0" y="0"/>
                </a:lnTo>
                <a:lnTo>
                  <a:pt x="0" y="1171575"/>
                </a:lnTo>
                <a:lnTo>
                  <a:pt x="1214438" y="1171575"/>
                </a:lnTo>
                <a:lnTo>
                  <a:pt x="1214438" y="1285875"/>
                </a:lnTo>
              </a:path>
            </a:pathLst>
          </a:custGeom>
          <a:noFill xmlns:a="http://schemas.openxmlformats.org/drawingml/2006/main"/>
          <a:ln xmlns:a="http://schemas.openxmlformats.org/drawingml/2006/main" w="10478">
            <a:solidFill>
              <a:srgbClr val="000000"/>
            </a:solidFill>
            <a:prstDash val="solid"/>
          </a:ln>
        </p:spPr>
      </p:sp>
      <p:sp>
        <p:nvSpPr>
          <p:cNvPr id="163" name="dp44-comparison / n146 / arrow">
            <a:extLst xmlns:a="http://schemas.openxmlformats.org/drawingml/2006/main">
              <a:ext uri="{FF2B5EF4-FFF2-40B4-BE49-F238E27FC236}">
                <a16:creationId xmlns:a16="http://schemas.microsoft.com/office/drawing/2014/main" id="{EA6EE618-B57D-41BB-A023-424B663FC9D0}"/>
              </a:ext>
            </a:extLst>
          </p:cNvPr>
          <p:cNvSpPr>
            <a:spLocks xmlns:a="http://schemas.openxmlformats.org/drawingml/2006/main" noGrp="1"/>
          </p:cNvSpPr>
          <p:nvPr/>
        </p:nvSpPr>
        <p:spPr>
          <a:xfrm xmlns:a="http://schemas.openxmlformats.org/drawingml/2006/main">
            <a:off x="11039285"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64" name="dp44-comparison / n147 / path">
            <a:extLst xmlns:a="http://schemas.openxmlformats.org/drawingml/2006/main">
              <a:ext uri="{FF2B5EF4-FFF2-40B4-BE49-F238E27FC236}">
                <a16:creationId xmlns:a16="http://schemas.microsoft.com/office/drawing/2014/main" id="{7610A75F-A592-4E8A-A25A-6CC06CF35649}"/>
              </a:ext>
            </a:extLst>
          </p:cNvPr>
          <p:cNvSpPr>
            <a:spLocks xmlns:a="http://schemas.openxmlformats.org/drawingml/2006/main" noGrp="1"/>
          </p:cNvSpPr>
          <p:nvPr/>
        </p:nvSpPr>
        <p:spPr>
          <a:xfrm xmlns:a="http://schemas.openxmlformats.org/drawingml/2006/main">
            <a:off x="9763125" y="3924300"/>
            <a:ext cx="381000" cy="1333500"/>
          </a:xfrm>
          <a:custGeom xmlns:a="http://schemas.openxmlformats.org/drawingml/2006/main">
            <a:pathLst>
              <a:path w="381000" h="1333500">
                <a:moveTo>
                  <a:pt x="190500" y="1333500"/>
                </a:moveTo>
                <a:lnTo>
                  <a:pt x="0" y="1333500"/>
                </a:lnTo>
                <a:lnTo>
                  <a:pt x="0" y="0"/>
                </a:lnTo>
                <a:lnTo>
                  <a:pt x="381000" y="0"/>
                </a:lnTo>
              </a:path>
            </a:pathLst>
          </a:custGeom>
          <a:noFill xmlns:a="http://schemas.openxmlformats.org/drawingml/2006/main"/>
          <a:ln xmlns:a="http://schemas.openxmlformats.org/drawingml/2006/main" w="10478">
            <a:solidFill>
              <a:srgbClr val="000000"/>
            </a:solidFill>
            <a:prstDash val="dash"/>
          </a:ln>
        </p:spPr>
      </p:sp>
      <p:sp>
        <p:nvSpPr>
          <p:cNvPr id="165" name="dp44-comparison / n147 / arrow">
            <a:extLst xmlns:a="http://schemas.openxmlformats.org/drawingml/2006/main">
              <a:ext uri="{FF2B5EF4-FFF2-40B4-BE49-F238E27FC236}">
                <a16:creationId xmlns:a16="http://schemas.microsoft.com/office/drawing/2014/main" id="{7704A993-3A80-4BFD-8052-3C6FF54CC5B2}"/>
              </a:ext>
            </a:extLst>
          </p:cNvPr>
          <p:cNvSpPr>
            <a:spLocks xmlns:a="http://schemas.openxmlformats.org/drawingml/2006/main" noGrp="1"/>
          </p:cNvSpPr>
          <p:nvPr/>
        </p:nvSpPr>
        <p:spPr>
          <a:xfrm xmlns:a="http://schemas.openxmlformats.org/drawingml/2006/main">
            <a:off x="10077069" y="38907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66" name="dp44-comparison / n152 / path">
            <a:extLst xmlns:a="http://schemas.openxmlformats.org/drawingml/2006/main">
              <a:ext uri="{FF2B5EF4-FFF2-40B4-BE49-F238E27FC236}">
                <a16:creationId xmlns:a16="http://schemas.microsoft.com/office/drawing/2014/main" id="{E903171C-868D-4B2F-9A50-CA0B6480D8A0}"/>
              </a:ext>
            </a:extLst>
          </p:cNvPr>
          <p:cNvSpPr>
            <a:spLocks xmlns:a="http://schemas.openxmlformats.org/drawingml/2006/main" noGrp="1"/>
          </p:cNvSpPr>
          <p:nvPr/>
        </p:nvSpPr>
        <p:spPr>
          <a:xfrm xmlns:a="http://schemas.openxmlformats.org/drawingml/2006/main">
            <a:off x="9858375" y="7029450"/>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67" name="dp44-comparison / n104">
            <a:extLst xmlns:a="http://schemas.openxmlformats.org/drawingml/2006/main">
              <a:ext uri="{FF2B5EF4-FFF2-40B4-BE49-F238E27FC236}">
                <a16:creationId xmlns:a16="http://schemas.microsoft.com/office/drawing/2014/main" id="{D8F564E0-2D5F-4EA0-827B-6FE08EC97BFA}"/>
              </a:ext>
            </a:extLst>
          </p:cNvPr>
          <p:cNvSpPr>
            <a:spLocks xmlns:a="http://schemas.openxmlformats.org/drawingml/2006/main" noGrp="1"/>
          </p:cNvSpPr>
          <p:nvPr/>
        </p:nvSpPr>
        <p:spPr>
          <a:xfrm xmlns:a="http://schemas.openxmlformats.org/drawingml/2006/main">
            <a:off x="9934575" y="2762250"/>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8" name="dp44-comparison / n105 / text 1">
            <a:extLst xmlns:a="http://schemas.openxmlformats.org/drawingml/2006/main">
              <a:ext uri="{FF2B5EF4-FFF2-40B4-BE49-F238E27FC236}">
                <a16:creationId xmlns:a16="http://schemas.microsoft.com/office/drawing/2014/main" id="{0B397F58-CE9D-466C-BE9F-1E4EF330113E}"/>
              </a:ext>
            </a:extLst>
          </p:cNvPr>
          <p:cNvSpPr>
            <a:spLocks xmlns:a="http://schemas.openxmlformats.org/drawingml/2006/main" noGrp="1"/>
          </p:cNvSpPr>
          <p:nvPr/>
        </p:nvSpPr>
        <p:spPr>
          <a:xfrm xmlns:a="http://schemas.openxmlformats.org/drawingml/2006/main">
            <a:off x="9953625" y="2771775"/>
            <a:ext cx="34766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169" name="dp44-comparison / n106">
            <a:extLst xmlns:a="http://schemas.openxmlformats.org/drawingml/2006/main">
              <a:ext uri="{FF2B5EF4-FFF2-40B4-BE49-F238E27FC236}">
                <a16:creationId xmlns:a16="http://schemas.microsoft.com/office/drawing/2014/main" id="{13A7DD7E-BC0D-46A4-A8A9-4B70E2F7F87F}"/>
              </a:ext>
            </a:extLst>
          </p:cNvPr>
          <p:cNvSpPr>
            <a:spLocks xmlns:a="http://schemas.openxmlformats.org/drawingml/2006/main" noGrp="1"/>
          </p:cNvSpPr>
          <p:nvPr/>
        </p:nvSpPr>
        <p:spPr>
          <a:xfrm xmlns:a="http://schemas.openxmlformats.org/drawingml/2006/main">
            <a:off x="14601825" y="2762250"/>
            <a:ext cx="271119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0" name="dp44-comparison / n107 / text 1">
            <a:extLst xmlns:a="http://schemas.openxmlformats.org/drawingml/2006/main">
              <a:ext uri="{FF2B5EF4-FFF2-40B4-BE49-F238E27FC236}">
                <a16:creationId xmlns:a16="http://schemas.microsoft.com/office/drawing/2014/main" id="{5985F4AE-15AE-44E3-8887-E82D3B714F75}"/>
              </a:ext>
            </a:extLst>
          </p:cNvPr>
          <p:cNvSpPr>
            <a:spLocks xmlns:a="http://schemas.openxmlformats.org/drawingml/2006/main" noGrp="1"/>
          </p:cNvSpPr>
          <p:nvPr/>
        </p:nvSpPr>
        <p:spPr>
          <a:xfrm xmlns:a="http://schemas.openxmlformats.org/drawingml/2006/main">
            <a:off x="14620875" y="2771775"/>
            <a:ext cx="3000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171" name="dp44-comparison / n122">
            <a:extLst xmlns:a="http://schemas.openxmlformats.org/drawingml/2006/main">
              <a:ext uri="{FF2B5EF4-FFF2-40B4-BE49-F238E27FC236}">
                <a16:creationId xmlns:a16="http://schemas.microsoft.com/office/drawing/2014/main" id="{932DDACD-12E2-4B0D-85C3-D45E253760FB}"/>
              </a:ext>
            </a:extLst>
          </p:cNvPr>
          <p:cNvSpPr>
            <a:spLocks xmlns:a="http://schemas.openxmlformats.org/drawingml/2006/main" noGrp="1"/>
          </p:cNvSpPr>
          <p:nvPr/>
        </p:nvSpPr>
        <p:spPr>
          <a:xfrm xmlns:a="http://schemas.openxmlformats.org/drawingml/2006/main">
            <a:off x="10125075" y="3990975"/>
            <a:ext cx="13952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2" name="dp44-comparison / n123 / text 1">
            <a:extLst xmlns:a="http://schemas.openxmlformats.org/drawingml/2006/main">
              <a:ext uri="{FF2B5EF4-FFF2-40B4-BE49-F238E27FC236}">
                <a16:creationId xmlns:a16="http://schemas.microsoft.com/office/drawing/2014/main" id="{38FDD71F-2C99-4697-AEE1-79434511C7E6}"/>
              </a:ext>
            </a:extLst>
          </p:cNvPr>
          <p:cNvSpPr>
            <a:spLocks xmlns:a="http://schemas.openxmlformats.org/drawingml/2006/main" noGrp="1"/>
          </p:cNvSpPr>
          <p:nvPr/>
        </p:nvSpPr>
        <p:spPr>
          <a:xfrm xmlns:a="http://schemas.openxmlformats.org/drawingml/2006/main">
            <a:off x="10144125" y="4000500"/>
            <a:ext cx="2857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input/job / 정정 세대</a:t>
            </a:r>
          </a:p>
        </p:txBody>
      </p:sp>
      <p:sp>
        <p:nvSpPr>
          <p:cNvPr id="173" name="dp44-comparison / n124">
            <a:extLst xmlns:a="http://schemas.openxmlformats.org/drawingml/2006/main">
              <a:ext uri="{FF2B5EF4-FFF2-40B4-BE49-F238E27FC236}">
                <a16:creationId xmlns:a16="http://schemas.microsoft.com/office/drawing/2014/main" id="{89877A79-0573-4F68-BFFE-E124E39755B2}"/>
              </a:ext>
            </a:extLst>
          </p:cNvPr>
          <p:cNvSpPr>
            <a:spLocks xmlns:a="http://schemas.openxmlformats.org/drawingml/2006/main" noGrp="1"/>
          </p:cNvSpPr>
          <p:nvPr/>
        </p:nvSpPr>
        <p:spPr>
          <a:xfrm xmlns:a="http://schemas.openxmlformats.org/drawingml/2006/main">
            <a:off x="14125575" y="3990975"/>
            <a:ext cx="13220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4" name="dp44-comparison / n125 / text 1">
            <a:extLst xmlns:a="http://schemas.openxmlformats.org/drawingml/2006/main">
              <a:ext uri="{FF2B5EF4-FFF2-40B4-BE49-F238E27FC236}">
                <a16:creationId xmlns:a16="http://schemas.microsoft.com/office/drawing/2014/main" id="{0F631789-D8D4-46BE-8379-C4EDE3CEAF7E}"/>
              </a:ext>
            </a:extLst>
          </p:cNvPr>
          <p:cNvSpPr>
            <a:spLocks xmlns:a="http://schemas.openxmlformats.org/drawingml/2006/main" noGrp="1"/>
          </p:cNvSpPr>
          <p:nvPr/>
        </p:nvSpPr>
        <p:spPr>
          <a:xfrm xmlns:a="http://schemas.openxmlformats.org/drawingml/2006/main">
            <a:off x="14144625" y="4000500"/>
            <a:ext cx="3048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질문 참조 / 준비/대기</a:t>
            </a:r>
          </a:p>
        </p:txBody>
      </p:sp>
      <p:sp>
        <p:nvSpPr>
          <p:cNvPr id="175" name="dp44-comparison / n140">
            <a:extLst xmlns:a="http://schemas.openxmlformats.org/drawingml/2006/main">
              <a:ext uri="{FF2B5EF4-FFF2-40B4-BE49-F238E27FC236}">
                <a16:creationId xmlns:a16="http://schemas.microsoft.com/office/drawing/2014/main" id="{7AB23979-1BA6-4B6D-9D16-1A1933E9A6AD}"/>
              </a:ext>
            </a:extLst>
          </p:cNvPr>
          <p:cNvSpPr>
            <a:spLocks xmlns:a="http://schemas.openxmlformats.org/drawingml/2006/main" noGrp="1"/>
          </p:cNvSpPr>
          <p:nvPr/>
        </p:nvSpPr>
        <p:spPr>
          <a:xfrm xmlns:a="http://schemas.openxmlformats.org/drawingml/2006/main">
            <a:off x="15220950" y="4657725"/>
            <a:ext cx="166725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4-comparison / n141 / text 1">
            <a:extLst xmlns:a="http://schemas.openxmlformats.org/drawingml/2006/main">
              <a:ext uri="{FF2B5EF4-FFF2-40B4-BE49-F238E27FC236}">
                <a16:creationId xmlns:a16="http://schemas.microsoft.com/office/drawing/2014/main" id="{0372FAB6-A312-44EB-A32B-1E8B399580B1}"/>
              </a:ext>
            </a:extLst>
          </p:cNvPr>
          <p:cNvSpPr>
            <a:spLocks xmlns:a="http://schemas.openxmlformats.org/drawingml/2006/main" noGrp="1"/>
          </p:cNvSpPr>
          <p:nvPr/>
        </p:nvSpPr>
        <p:spPr>
          <a:xfrm xmlns:a="http://schemas.openxmlformats.org/drawingml/2006/main">
            <a:off x="15240000" y="46672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InputSettled / admission</a:t>
            </a:r>
          </a:p>
        </p:txBody>
      </p:sp>
      <p:sp>
        <p:nvSpPr>
          <p:cNvPr id="177" name="dp44-comparison / n148">
            <a:extLst xmlns:a="http://schemas.openxmlformats.org/drawingml/2006/main">
              <a:ext uri="{FF2B5EF4-FFF2-40B4-BE49-F238E27FC236}">
                <a16:creationId xmlns:a16="http://schemas.microsoft.com/office/drawing/2014/main" id="{CE14D800-818A-4F30-9C6F-F8EE4C4C4049}"/>
              </a:ext>
            </a:extLst>
          </p:cNvPr>
          <p:cNvSpPr>
            <a:spLocks xmlns:a="http://schemas.openxmlformats.org/drawingml/2006/main" noGrp="1"/>
          </p:cNvSpPr>
          <p:nvPr/>
        </p:nvSpPr>
        <p:spPr>
          <a:xfrm xmlns:a="http://schemas.openxmlformats.org/drawingml/2006/main">
            <a:off x="9934575" y="5495925"/>
            <a:ext cx="15095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4-comparison / n149 / text 1">
            <a:extLst xmlns:a="http://schemas.openxmlformats.org/drawingml/2006/main">
              <a:ext uri="{FF2B5EF4-FFF2-40B4-BE49-F238E27FC236}">
                <a16:creationId xmlns:a16="http://schemas.microsoft.com/office/drawing/2014/main" id="{F5E964B2-E268-4E1F-9A7B-E0209C58E6C8}"/>
              </a:ext>
            </a:extLst>
          </p:cNvPr>
          <p:cNvSpPr>
            <a:spLocks xmlns:a="http://schemas.openxmlformats.org/drawingml/2006/main" noGrp="1"/>
          </p:cNvSpPr>
          <p:nvPr/>
        </p:nvSpPr>
        <p:spPr>
          <a:xfrm xmlns:a="http://schemas.openxmlformats.org/drawingml/2006/main">
            <a:off x="9953625" y="55054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job 완료 → 시작한 owner</a:t>
            </a:r>
          </a:p>
        </p:txBody>
      </p:sp>
      <p:sp>
        <p:nvSpPr>
          <p:cNvPr id="179" name="dp44-comparison / n150">
            <a:extLst xmlns:a="http://schemas.openxmlformats.org/drawingml/2006/main">
              <a:ext uri="{FF2B5EF4-FFF2-40B4-BE49-F238E27FC236}">
                <a16:creationId xmlns:a16="http://schemas.microsoft.com/office/drawing/2014/main" id="{031AFA8F-EFD9-43E8-B7AB-1C558B00DF4C}"/>
              </a:ext>
            </a:extLst>
          </p:cNvPr>
          <p:cNvSpPr>
            <a:spLocks xmlns:a="http://schemas.openxmlformats.org/drawingml/2006/main" noGrp="1"/>
          </p:cNvSpPr>
          <p:nvPr/>
        </p:nvSpPr>
        <p:spPr>
          <a:xfrm xmlns:a="http://schemas.openxmlformats.org/drawingml/2006/main">
            <a:off x="9953625" y="6172200"/>
            <a:ext cx="7524750" cy="752475"/>
          </a:xfrm>
          <a:custGeom xmlns:a="http://schemas.openxmlformats.org/drawingml/2006/main">
            <a:pathLst>
              <a:path w="7524750" h="752475">
                <a:moveTo>
                  <a:pt x="0" y="0"/>
                </a:moveTo>
                <a:lnTo>
                  <a:pt x="7353300" y="0"/>
                </a:lnTo>
                <a:lnTo>
                  <a:pt x="7524750" y="171450"/>
                </a:lnTo>
                <a:lnTo>
                  <a:pt x="7524750" y="752475"/>
                </a:lnTo>
                <a:lnTo>
                  <a:pt x="0" y="7524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80" name="dp44-comparison / n150 / fold">
            <a:extLst xmlns:a="http://schemas.openxmlformats.org/drawingml/2006/main">
              <a:ext uri="{FF2B5EF4-FFF2-40B4-BE49-F238E27FC236}">
                <a16:creationId xmlns:a16="http://schemas.microsoft.com/office/drawing/2014/main" id="{3D8B5B82-0C91-4AC3-852A-81C8E58F2E85}"/>
              </a:ext>
            </a:extLst>
          </p:cNvPr>
          <p:cNvSpPr>
            <a:spLocks xmlns:a="http://schemas.openxmlformats.org/drawingml/2006/main" noGrp="1"/>
          </p:cNvSpPr>
          <p:nvPr/>
        </p:nvSpPr>
        <p:spPr>
          <a:xfrm xmlns:a="http://schemas.openxmlformats.org/drawingml/2006/main">
            <a:off x="17306925" y="61722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81" name="dp44-comparison / n151 / text 1">
            <a:extLst xmlns:a="http://schemas.openxmlformats.org/drawingml/2006/main">
              <a:ext uri="{FF2B5EF4-FFF2-40B4-BE49-F238E27FC236}">
                <a16:creationId xmlns:a16="http://schemas.microsoft.com/office/drawing/2014/main" id="{20B1FB7A-2E0D-4D0C-889B-9A05DD012E3F}"/>
              </a:ext>
            </a:extLst>
          </p:cNvPr>
          <p:cNvSpPr>
            <a:spLocks xmlns:a="http://schemas.openxmlformats.org/drawingml/2006/main" noGrp="1"/>
          </p:cNvSpPr>
          <p:nvPr/>
        </p:nvSpPr>
        <p:spPr>
          <a:xfrm xmlns:a="http://schemas.openxmlformats.org/drawingml/2006/main">
            <a:off x="10048875" y="622935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연결된 입력: AdoptedMeaning{input_ref:Input1, generation:2, meaning_ref:AdoptedMeaning1}</a:t>
            </a:r>
          </a:p>
        </p:txBody>
      </p:sp>
      <p:sp>
        <p:nvSpPr>
          <p:cNvPr id="182" name="dp44-comparison / n151 / text 2">
            <a:extLst xmlns:a="http://schemas.openxmlformats.org/drawingml/2006/main">
              <a:ext uri="{FF2B5EF4-FFF2-40B4-BE49-F238E27FC236}">
                <a16:creationId xmlns:a16="http://schemas.microsoft.com/office/drawing/2014/main" id="{E3BA5C59-8911-4283-B413-60A262C150BF}"/>
              </a:ext>
            </a:extLst>
          </p:cNvPr>
          <p:cNvSpPr>
            <a:spLocks xmlns:a="http://schemas.openxmlformats.org/drawingml/2006/main" noGrp="1"/>
          </p:cNvSpPr>
          <p:nvPr/>
        </p:nvSpPr>
        <p:spPr>
          <a:xfrm xmlns:a="http://schemas.openxmlformats.org/drawingml/2006/main">
            <a:off x="10048875" y="637794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NoticeReady{task_ref:Task1, question_ref:Question1, source_revision:3}</a:t>
            </a:r>
          </a:p>
        </p:txBody>
      </p:sp>
      <p:sp>
        <p:nvSpPr>
          <p:cNvPr id="183" name="dp44-comparison / n151 / text 3">
            <a:extLst xmlns:a="http://schemas.openxmlformats.org/drawingml/2006/main">
              <a:ext uri="{FF2B5EF4-FFF2-40B4-BE49-F238E27FC236}">
                <a16:creationId xmlns:a16="http://schemas.microsoft.com/office/drawing/2014/main" id="{CC41151A-D672-469E-9E6C-B883694FF8A2}"/>
              </a:ext>
            </a:extLst>
          </p:cNvPr>
          <p:cNvSpPr>
            <a:spLocks xmlns:a="http://schemas.openxmlformats.org/drawingml/2006/main" noGrp="1"/>
          </p:cNvSpPr>
          <p:nvPr/>
        </p:nvSpPr>
        <p:spPr>
          <a:xfrm xmlns:a="http://schemas.openxmlformats.org/drawingml/2006/main">
            <a:off x="10048875" y="652653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CandidateReady + 해당 admission / source / 과거 전달 snapshot → Join</a:t>
            </a:r>
          </a:p>
        </p:txBody>
      </p:sp>
      <p:sp>
        <p:nvSpPr>
          <p:cNvPr id="184" name="dp44-comparison / n151 / text 4">
            <a:extLst xmlns:a="http://schemas.openxmlformats.org/drawingml/2006/main">
              <a:ext uri="{FF2B5EF4-FFF2-40B4-BE49-F238E27FC236}">
                <a16:creationId xmlns:a16="http://schemas.microsoft.com/office/drawing/2014/main" id="{578332D6-EB28-4312-81D0-0FAE552A3735}"/>
              </a:ext>
            </a:extLst>
          </p:cNvPr>
          <p:cNvSpPr>
            <a:spLocks xmlns:a="http://schemas.openxmlformats.org/drawingml/2006/main" noGrp="1"/>
          </p:cNvSpPr>
          <p:nvPr/>
        </p:nvSpPr>
        <p:spPr>
          <a:xfrm xmlns:a="http://schemas.openxmlformats.org/drawingml/2006/main">
            <a:off x="10048875" y="667512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조건 부족: 대기 / 정정으로 무효: 폐기 / 조건 충족: 게시 단계 활성화</a:t>
            </a:r>
          </a:p>
        </p:txBody>
      </p:sp>
      <p:sp>
        <p:nvSpPr>
          <p:cNvPr id="185" name="dp44-comparison / n153">
            <a:extLst xmlns:a="http://schemas.openxmlformats.org/drawingml/2006/main">
              <a:ext uri="{FF2B5EF4-FFF2-40B4-BE49-F238E27FC236}">
                <a16:creationId xmlns:a16="http://schemas.microsoft.com/office/drawing/2014/main" id="{57E546B8-B98C-4C6E-83B7-EBC89C73E0E0}"/>
              </a:ext>
            </a:extLst>
          </p:cNvPr>
          <p:cNvSpPr>
            <a:spLocks xmlns:a="http://schemas.openxmlformats.org/drawingml/2006/main" noGrp="1"/>
          </p:cNvSpPr>
          <p:nvPr/>
        </p:nvSpPr>
        <p:spPr>
          <a:xfrm xmlns:a="http://schemas.openxmlformats.org/drawingml/2006/main">
            <a:off x="9934575" y="7077075"/>
            <a:ext cx="431958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6" name="dp44-comparison / n154 / text 1">
            <a:extLst xmlns:a="http://schemas.openxmlformats.org/drawingml/2006/main">
              <a:ext uri="{FF2B5EF4-FFF2-40B4-BE49-F238E27FC236}">
                <a16:creationId xmlns:a16="http://schemas.microsoft.com/office/drawing/2014/main" id="{4658DDF8-91A7-406A-8574-F3E4D5CDA27A}"/>
              </a:ext>
            </a:extLst>
          </p:cNvPr>
          <p:cNvSpPr>
            <a:spLocks xmlns:a="http://schemas.openxmlformats.org/drawingml/2006/main" noGrp="1"/>
          </p:cNvSpPr>
          <p:nvPr/>
        </p:nvSpPr>
        <p:spPr>
          <a:xfrm xmlns:a="http://schemas.openxmlformats.org/drawingml/2006/main">
            <a:off x="9953625" y="7086600"/>
            <a:ext cx="7524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같은 겹침: 새 입력 + 별도 업무 질문 + 이전 응답 준비 완료</a:t>
            </a:r>
          </a:p>
        </p:txBody>
      </p:sp>
      <p:sp>
        <p:nvSpPr>
          <p:cNvPr id="187" name="dp44-comparison / n155">
            <a:extLst xmlns:a="http://schemas.openxmlformats.org/drawingml/2006/main">
              <a:ext uri="{FF2B5EF4-FFF2-40B4-BE49-F238E27FC236}">
                <a16:creationId xmlns:a16="http://schemas.microsoft.com/office/drawing/2014/main" id="{41EAA99E-6AB9-4318-A9AF-4B5482DE6345}"/>
              </a:ext>
            </a:extLst>
          </p:cNvPr>
          <p:cNvSpPr>
            <a:spLocks xmlns:a="http://schemas.openxmlformats.org/drawingml/2006/main" noGrp="1"/>
          </p:cNvSpPr>
          <p:nvPr/>
        </p:nvSpPr>
        <p:spPr>
          <a:xfrm xmlns:a="http://schemas.openxmlformats.org/drawingml/2006/main">
            <a:off x="9934575" y="7286625"/>
            <a:ext cx="419100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8" name="dp44-comparison / n156 / text 1">
            <a:extLst xmlns:a="http://schemas.openxmlformats.org/drawingml/2006/main">
              <a:ext uri="{FF2B5EF4-FFF2-40B4-BE49-F238E27FC236}">
                <a16:creationId xmlns:a16="http://schemas.microsoft.com/office/drawing/2014/main" id="{4E8D8394-6005-4710-B000-335F22FF6EB4}"/>
              </a:ext>
            </a:extLst>
          </p:cNvPr>
          <p:cNvSpPr>
            <a:spLocks xmlns:a="http://schemas.openxmlformats.org/drawingml/2006/main" noGrp="1"/>
          </p:cNvSpPr>
          <p:nvPr/>
        </p:nvSpPr>
        <p:spPr>
          <a:xfrm xmlns:a="http://schemas.openxmlformats.org/drawingml/2006/main">
            <a:off x="9953625" y="7296150"/>
            <a:ext cx="7524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완료가 연결된 소비자의 입력이 됨 / 중앙 회수 없이 이어감</a:t>
            </a:r>
          </a:p>
        </p:txBody>
      </p:sp>
    </p:spTree>
    <p:extLst>
      <p:ext uri="{BB962C8B-B14F-4D97-AF65-F5344CB8AC3E}">
        <p14:creationId xmlns:p14="http://schemas.microsoft.com/office/powerpoint/2010/main" val="977243360"/>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27" name="dp45-background / title / 1">
            <a:extLst>
              <a:ext uri="{FF2B5EF4-FFF2-40B4-BE49-F238E27FC236}">
                <ns2:creationId id="{003688EA-E5BF-4918-8E3A-CBD5E228B882}"/>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이전 설명과 여러 Agent의 결과를,</a:t>
            </a:r>
          </a:p>
        </p:txBody>
      </p:sp>
      <p:sp>
        <p:nvSpPr>
          <p:cNvPr id="2" name="dp45-background / title / 2">
            <a:extLst>
              <a:ext uri="{FF2B5EF4-FFF2-40B4-BE49-F238E27FC236}">
                <ns2:creationId id="{F9B53E28-4870-47E0-8188-D1DDC63EC274}"/>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요청에 함께 활용하는 VIA</a:t>
            </a:r>
          </a:p>
        </p:txBody>
      </p:sp>
      <p:sp>
        <p:nvSpPr>
          <p:cNvPr id="3" name="dp45-background / request / 1">
            <a:extLst>
              <a:ext uri="{FF2B5EF4-FFF2-40B4-BE49-F238E27FC236}">
                <ns2:creationId id="{A9308D3C-C9F5-4FA4-87C7-73DAC1ACE43E}"/>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“지난번 네가 설명한 평가 기준으로,</a:t>
            </a:r>
          </a:p>
        </p:txBody>
      </p:sp>
      <p:sp>
        <p:nvSpPr>
          <p:cNvPr id="4" name="dp45-background / request / 2">
            <a:extLst>
              <a:ext uri="{FF2B5EF4-FFF2-40B4-BE49-F238E27FC236}">
                <ns2:creationId id="{EF0B54C7-47CB-4B0A-996E-21F1BBDEF68A}"/>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제품 비교와 견적 결과를 함께 써서 제안서를 만들어줘.”</a:t>
            </a: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5105FB7B-60DC-46D8-B725-58896C0475F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서로 다른 과거 기록</a:t>
            </a:r>
          </a:p>
        </p:txBody>
      </p:sp>
      <p:sp>
        <p:nvSpPr>
          <p:cNvPr id="9" name="dp45-background / participant 1 / 1">
            <a:extLst>
              <a:ext uri="{FF2B5EF4-FFF2-40B4-BE49-F238E27FC236}">
                <ns2:creationId id="{5B464B29-54D9-472E-B9DB-E4113D9FDDE8}"/>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맥락 연결</a:t>
            </a:r>
          </a:p>
        </p:txBody>
      </p:sp>
      <p:sp>
        <p:nvSpPr>
          <p:cNvPr id="10" name="dp45-background / participant 2 / 1">
            <a:extLst>
              <a:ext uri="{FF2B5EF4-FFF2-40B4-BE49-F238E27FC236}">
                <ns2:creationId id="{A1EC443B-7F3F-4A09-8AFD-2B4B26647E43}"/>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업무를 수행하는 Agent</a:t>
            </a:r>
          </a:p>
        </p:txBody>
      </p:sp>
      <p:sp>
        <p:nvSpPr>
          <p:cNvPr id="11" name="dp45-background / evidence-to-via">
            <a:extLst>
              <a:ext uri="{FF2B5EF4-FFF2-40B4-BE49-F238E27FC236}">
                <ns2:creationId id="{37519CA6-624B-470E-B98B-77A7D2004FE6}"/>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5D336945-86A0-4E6E-8BA6-768459A0FFA2}"/>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2ED1484D-6757-4171-93AC-0DE9903BC98E}"/>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49C39A0E-3E76-4B6D-AE90-491D17F36127}"/>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4EEB4140-5BBF-40FB-80C0-66E0B3DB6C63}"/>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VIA가 설명한 평가 기준</a:t>
            </a:r>
          </a:p>
        </p:txBody>
      </p:sp>
      <p:sp>
        <p:nvSpPr>
          <p:cNvPr id="16" name="dp45-background / past-records / 2">
            <a:extLst>
              <a:ext uri="{FF2B5EF4-FFF2-40B4-BE49-F238E27FC236}">
                <ns2:creationId id="{6D6046BE-2965-4222-A0C1-19B7E5454304}"/>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제품 조사 Agent의 비교 결과</a:t>
            </a:r>
          </a:p>
        </p:txBody>
      </p:sp>
      <p:sp>
        <p:nvSpPr>
          <p:cNvPr id="17" name="dp45-background / past-records / 3">
            <a:extLst>
              <a:ext uri="{FF2B5EF4-FFF2-40B4-BE49-F238E27FC236}">
                <ns2:creationId id="{033747F2-73A3-452D-9E1D-299CECA0BB2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견적 Agent의 견적 결과</a:t>
            </a:r>
          </a:p>
        </p:txBody>
      </p:sp>
      <p:sp>
        <p:nvSpPr>
          <p:cNvPr id="18" name="dp45-background / context / 1">
            <a:extLst>
              <a:ext uri="{FF2B5EF4-FFF2-40B4-BE49-F238E27FC236}">
                <ns2:creationId id="{6B8DD6E9-9A60-486F-91E3-39303093A8A7}"/>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관련 기록·실제 전달 범위 확인</a:t>
            </a:r>
          </a:p>
        </p:txBody>
      </p:sp>
      <p:sp>
        <p:nvSpPr>
          <p:cNvPr id="19" name="dp45-background / context / 2">
            <a:extLst>
              <a:ext uri="{FF2B5EF4-FFF2-40B4-BE49-F238E27FC236}">
                <ns2:creationId id="{E4DF57D4-2F6D-41B4-B453-FA3DF438A7FD}"/>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필요한 발췌·결과 참조 연결</a:t>
            </a:r>
          </a:p>
        </p:txBody>
      </p:sp>
      <p:sp>
        <p:nvSpPr>
          <p:cNvPr id="20" name="dp45-background / context / 3">
            <a:extLst>
              <a:ext uri="{FF2B5EF4-FFF2-40B4-BE49-F238E27FC236}">
                <ns2:creationId id="{51D40C03-64BB-4B35-9101-61C39D0FE8B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이번 요청에 필요한 맥락 제공</a:t>
            </a:r>
          </a:p>
        </p:txBody>
      </p:sp>
      <p:sp>
        <p:nvSpPr>
          <p:cNvPr id="21" name="dp45-background / domain-work / 1">
            <a:extLst>
              <a:ext uri="{FF2B5EF4-FFF2-40B4-BE49-F238E27FC236}">
                <ns2:creationId id="{66EA6554-3C07-4C77-9F00-143D2A11F991}"/>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평가 기준을 적용해 자료 분석</a:t>
            </a:r>
          </a:p>
        </p:txBody>
      </p:sp>
      <p:sp>
        <p:nvSpPr>
          <p:cNvPr id="22" name="dp45-background / domain-work / 2">
            <a:extLst>
              <a:ext uri="{FF2B5EF4-FFF2-40B4-BE49-F238E27FC236}">
                <ns2:creationId id="{2BF98560-E95D-4946-9CC7-52786636C26A}"/>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새 제안서 작성</a:t>
            </a:r>
          </a:p>
        </p:txBody>
      </p:sp>
      <p:sp>
        <p:nvSpPr>
          <p:cNvPr id="23" name="dp45-background / user-benefit / 1">
            <a:extLst>
              <a:ext uri="{FF2B5EF4-FFF2-40B4-BE49-F238E27FC236}">
                <ns2:creationId id="{45A8713D-A25D-4583-883A-3164B70FC769}"/>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이전 설명과 여러 업무의 결과를 다시 모아 전달할 필요가 없습니다</a:t>
            </a:r>
          </a:p>
        </p:txBody>
      </p:sp>
      <p:sp>
        <p:nvSpPr>
          <p:cNvPr id="24" name="dp45-background / question-divider">
            <a:extLst>
              <a:ext uri="{FF2B5EF4-FFF2-40B4-BE49-F238E27FC236}">
                <ns2:creationId id="{2E118CF9-3C15-4952-8314-F0793A0CB704}"/>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question / 1">
            <a:extLst>
              <a:ext uri="{FF2B5EF4-FFF2-40B4-BE49-F238E27FC236}">
                <ns2:creationId id="{4D23B99F-708B-46CE-B389-512F9E9764BA}"/>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요청마다 원본 기록을 찾아 조합할까,</a:t>
            </a:r>
          </a:p>
        </p:txBody>
      </p:sp>
      <p:sp>
        <p:nvSpPr>
          <p:cNvPr id="26" name="dp45-background / design-question / 2">
            <a:extLst>
              <a:ext uri="{FF2B5EF4-FFF2-40B4-BE49-F238E27FC236}">
                <ns2:creationId id="{83803010-490C-4D4F-883A-55E9FBBA0ECD}"/>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공통으로 가공·관리한 과거 정보를 읽을까?</a:t>
            </a:r>
          </a:p>
        </p:txBody>
      </p:sp>
    </p:spTree>
    <p:extLst>
      <p:ext uri="{BB962C8B-B14F-4D97-AF65-F5344CB8AC3E}">
        <p14:creationId val="9850617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0" name="dp45-comparison / n1">
            <a:extLst xmlns:a="http://schemas.openxmlformats.org/drawingml/2006/main">
              <a:ext uri="{FF2B5EF4-FFF2-40B4-BE49-F238E27FC236}">
                <a16:creationId xmlns:a16="http://schemas.microsoft.com/office/drawing/2014/main" id="{2A749A2A-328B-4F7A-A5B4-B1B1E204FDC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5-comparison / n2 / text 1">
            <a:extLst xmlns:a="http://schemas.openxmlformats.org/drawingml/2006/main">
              <a:ext uri="{FF2B5EF4-FFF2-40B4-BE49-F238E27FC236}">
                <a16:creationId xmlns:a16="http://schemas.microsoft.com/office/drawing/2014/main" id="{884BD84E-030C-4DB6-BBD6-698554671A1D}"/>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5-comparison / n3 / text 1">
            <a:extLst xmlns:a="http://schemas.openxmlformats.org/drawingml/2006/main">
              <a:ext uri="{FF2B5EF4-FFF2-40B4-BE49-F238E27FC236}">
                <a16:creationId xmlns:a16="http://schemas.microsoft.com/office/drawing/2014/main" id="{A10BA587-5A2E-4001-83AF-83276E0DC178}"/>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5-comparison / n4 / text 1">
            <a:extLst xmlns:a="http://schemas.openxmlformats.org/drawingml/2006/main">
              <a:ext uri="{FF2B5EF4-FFF2-40B4-BE49-F238E27FC236}">
                <a16:creationId xmlns:a16="http://schemas.microsoft.com/office/drawing/2014/main" id="{5B46C59F-68FB-4470-AAC6-6E589B0EF794}"/>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04-45. VIA 과거 근거의 요청별 구성과 공통 생산/조회</a:t>
            </a:r>
          </a:p>
        </p:txBody>
      </p:sp>
      <p:sp>
        <p:nvSpPr>
          <p:cNvPr id="5" name="dp45-comparison / n5 / path">
            <a:extLst xmlns:a="http://schemas.openxmlformats.org/drawingml/2006/main">
              <a:ext uri="{FF2B5EF4-FFF2-40B4-BE49-F238E27FC236}">
                <a16:creationId xmlns:a16="http://schemas.microsoft.com/office/drawing/2014/main" id="{67990C67-EA19-408B-9942-4352F5CAE448}"/>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5-comparison / n6 / text 1">
            <a:extLst xmlns:a="http://schemas.openxmlformats.org/drawingml/2006/main">
              <a:ext uri="{FF2B5EF4-FFF2-40B4-BE49-F238E27FC236}">
                <a16:creationId xmlns:a16="http://schemas.microsoft.com/office/drawing/2014/main" id="{C38819FC-8D98-464A-BA15-7FE819A53DBE}"/>
              </a:ext>
            </a:extLst>
          </p:cNvPr>
          <p:cNvSpPr>
            <a:spLocks xmlns:a="http://schemas.openxmlformats.org/drawingml/2006/main" noGrp="1"/>
          </p:cNvSpPr>
          <p:nvPr/>
        </p:nvSpPr>
        <p:spPr>
          <a:xfrm xmlns:a="http://schemas.openxmlformats.org/drawingml/2006/main">
            <a:off x="381000" y="1304925"/>
            <a:ext cx="1752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R23 “지난번 네가 설명한 평가 기준에 맞춰, 앞서 조사한 제품 비교 결과와 받아둔 견적을 이번 제안서에 반영해줘.”</a:t>
            </a:r>
          </a:p>
        </p:txBody>
      </p:sp>
      <p:sp>
        <p:nvSpPr>
          <p:cNvPr id="7" name="dp45-comparison / n7 / text 1">
            <a:extLst xmlns:a="http://schemas.openxmlformats.org/drawingml/2006/main">
              <a:ext uri="{FF2B5EF4-FFF2-40B4-BE49-F238E27FC236}">
                <a16:creationId xmlns:a16="http://schemas.microsoft.com/office/drawing/2014/main" id="{9B5F139E-1CD7-49B6-83AB-B3AD5CA8125F}"/>
              </a:ext>
            </a:extLst>
          </p:cNvPr>
          <p:cNvSpPr>
            <a:spLocks xmlns:a="http://schemas.openxmlformats.org/drawingml/2006/main" noGrp="1"/>
          </p:cNvSpPr>
          <p:nvPr/>
        </p:nvSpPr>
        <p:spPr>
          <a:xfrm xmlns:a="http://schemas.openxmlformats.org/drawingml/2006/main">
            <a:off x="381000" y="16002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VIA가 실제 설명한 내용 + 제품 조사와 견적의 결과 / 현재 제안서 업무 연결은 해석 결과 / 로컬 VIA + 클라우드 모델</a:t>
            </a:r>
          </a:p>
        </p:txBody>
      </p:sp>
      <p:sp>
        <p:nvSpPr>
          <p:cNvPr id="8" name="dp45-comparison / n8">
            <a:extLst xmlns:a="http://schemas.openxmlformats.org/drawingml/2006/main">
              <a:ext uri="{FF2B5EF4-FFF2-40B4-BE49-F238E27FC236}">
                <a16:creationId xmlns:a16="http://schemas.microsoft.com/office/drawing/2014/main" id="{9F7D0BBA-B762-4965-AD5C-1F6EA82C4540}"/>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5-comparison / n9 / text 1">
            <a:extLst xmlns:a="http://schemas.openxmlformats.org/drawingml/2006/main">
              <a:ext uri="{FF2B5EF4-FFF2-40B4-BE49-F238E27FC236}">
                <a16:creationId xmlns:a16="http://schemas.microsoft.com/office/drawing/2014/main" id="{455AAF7B-6BD2-4573-936D-B36A5F91EB7B}"/>
              </a:ext>
            </a:extLst>
          </p:cNvPr>
          <p:cNvSpPr>
            <a:spLocks xmlns:a="http://schemas.openxmlformats.org/drawingml/2006/main" noGrp="1"/>
          </p:cNvSpPr>
          <p:nvPr/>
        </p:nvSpPr>
        <p:spPr>
          <a:xfrm xmlns:a="http://schemas.openxmlformats.org/drawingml/2006/main">
            <a:off x="148590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A 원본 서비스 조합형</a:t>
            </a:r>
          </a:p>
        </p:txBody>
      </p:sp>
      <p:sp>
        <p:nvSpPr>
          <p:cNvPr id="10" name="dp45-comparison / n10 / text 1">
            <a:extLst xmlns:a="http://schemas.openxmlformats.org/drawingml/2006/main">
              <a:ext uri="{FF2B5EF4-FFF2-40B4-BE49-F238E27FC236}">
                <a16:creationId xmlns:a16="http://schemas.microsoft.com/office/drawing/2014/main" id="{1611C6BE-4727-4A67-BE21-3BA2D7FAFDE6}"/>
              </a:ext>
            </a:extLst>
          </p:cNvPr>
          <p:cNvSpPr>
            <a:spLocks xmlns:a="http://schemas.openxmlformats.org/drawingml/2006/main" noGrp="1"/>
          </p:cNvSpPr>
          <p:nvPr/>
        </p:nvSpPr>
        <p:spPr>
          <a:xfrm xmlns:a="http://schemas.openxmlformats.org/drawingml/2006/main">
            <a:off x="977265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B 공통 파생 기억 저장소형</a:t>
            </a:r>
          </a:p>
        </p:txBody>
      </p:sp>
      <p:sp>
        <p:nvSpPr>
          <p:cNvPr id="11" name="dp45-comparison / n11 / path">
            <a:extLst xmlns:a="http://schemas.openxmlformats.org/drawingml/2006/main">
              <a:ext uri="{FF2B5EF4-FFF2-40B4-BE49-F238E27FC236}">
                <a16:creationId xmlns:a16="http://schemas.microsoft.com/office/drawing/2014/main" id="{0CD62FAF-4093-4E93-9CC3-A63BBC64F102}"/>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5-comparison / n12 / path">
            <a:extLst xmlns:a="http://schemas.openxmlformats.org/drawingml/2006/main">
              <a:ext uri="{FF2B5EF4-FFF2-40B4-BE49-F238E27FC236}">
                <a16:creationId xmlns:a16="http://schemas.microsoft.com/office/drawing/2014/main" id="{A946AF1B-DB5C-4A7D-B5DD-85A0B669322F}"/>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5-comparison / n13 / text 1">
            <a:extLst xmlns:a="http://schemas.openxmlformats.org/drawingml/2006/main">
              <a:ext uri="{FF2B5EF4-FFF2-40B4-BE49-F238E27FC236}">
                <a16:creationId xmlns:a16="http://schemas.microsoft.com/office/drawing/2014/main" id="{32355B2E-C9A7-4F6C-8D87-C1FDA713D683}"/>
              </a:ext>
            </a:extLst>
          </p:cNvPr>
          <p:cNvSpPr>
            <a:spLocks xmlns:a="http://schemas.openxmlformats.org/drawingml/2006/main" noGrp="1"/>
          </p:cNvSpPr>
          <p:nvPr/>
        </p:nvSpPr>
        <p:spPr>
          <a:xfrm xmlns:a="http://schemas.openxmlformats.org/drawingml/2006/main">
            <a:off x="381000" y="770572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PARTIAL: 실제 전달한 예외 문구 한 구간과 결과 참조의 예시 / 기준 전체의 완전 추출을 뜻하지 않음 / 과거 게시와 현재 의미 채택은 별개</a:t>
            </a:r>
          </a:p>
        </p:txBody>
      </p:sp>
      <p:sp>
        <p:nvSpPr>
          <p:cNvPr id="14" name="dp45-comparison / n14 / text 1">
            <a:extLst xmlns:a="http://schemas.openxmlformats.org/drawingml/2006/main">
              <a:ext uri="{FF2B5EF4-FFF2-40B4-BE49-F238E27FC236}">
                <a16:creationId xmlns:a16="http://schemas.microsoft.com/office/drawing/2014/main" id="{877BEF8E-528A-47A0-8B23-549E732F9FE6}"/>
              </a:ext>
            </a:extLst>
          </p:cNvPr>
          <p:cNvSpPr>
            <a:spLocks xmlns:a="http://schemas.openxmlformats.org/drawingml/2006/main" noGrp="1"/>
          </p:cNvSpPr>
          <p:nvPr/>
        </p:nvSpPr>
        <p:spPr>
          <a:xfrm xmlns:a="http://schemas.openxmlformats.org/drawingml/2006/main">
            <a:off x="381000" y="798195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첫 요청 / 준비된 반복 조회 / 정정 직후 / 표현 밖 관계를 구분. A의 유효 관계 cache와 부분 갱신도 허용한다.</a:t>
            </a:r>
          </a:p>
        </p:txBody>
      </p:sp>
      <p:sp>
        <p:nvSpPr>
          <p:cNvPr id="15" name="dp45-comparison / n15 / path">
            <a:extLst xmlns:a="http://schemas.openxmlformats.org/drawingml/2006/main">
              <a:ext uri="{FF2B5EF4-FFF2-40B4-BE49-F238E27FC236}">
                <a16:creationId xmlns:a16="http://schemas.microsoft.com/office/drawing/2014/main" id="{96F8A3E8-6F53-4891-811D-3D70C592AF77}"/>
              </a:ext>
            </a:extLst>
          </p:cNvPr>
          <p:cNvSpPr>
            <a:spLocks xmlns:a="http://schemas.openxmlformats.org/drawingml/2006/main" noGrp="1"/>
          </p:cNvSpPr>
          <p:nvPr/>
        </p:nvSpPr>
        <p:spPr>
          <a:xfrm xmlns:a="http://schemas.openxmlformats.org/drawingml/2006/main">
            <a:off x="381000" y="83153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6" name="dp45-comparison / n16 / text 1">
            <a:extLst xmlns:a="http://schemas.openxmlformats.org/drawingml/2006/main">
              <a:ext uri="{FF2B5EF4-FFF2-40B4-BE49-F238E27FC236}">
                <a16:creationId xmlns:a16="http://schemas.microsoft.com/office/drawing/2014/main" id="{A1715105-1A7C-4B34-9B3B-F9AFEEBD14EE}"/>
              </a:ext>
            </a:extLst>
          </p:cNvPr>
          <p:cNvSpPr>
            <a:spLocks xmlns:a="http://schemas.openxmlformats.org/drawingml/2006/main" noGrp="1"/>
          </p:cNvSpPr>
          <p:nvPr/>
        </p:nvSpPr>
        <p:spPr>
          <a:xfrm xmlns:a="http://schemas.openxmlformats.org/drawingml/2006/main">
            <a:off x="400050" y="8362950"/>
            <a:ext cx="25336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새 관계 / 미묘한 조건</a:t>
            </a:r>
          </a:p>
        </p:txBody>
      </p:sp>
      <p:sp>
        <p:nvSpPr>
          <p:cNvPr id="17" name="dp45-comparison / n17 / text 1">
            <a:extLst xmlns:a="http://schemas.openxmlformats.org/drawingml/2006/main">
              <a:ext uri="{FF2B5EF4-FFF2-40B4-BE49-F238E27FC236}">
                <a16:creationId xmlns:a16="http://schemas.microsoft.com/office/drawing/2014/main" id="{5333A7D8-FC0A-48AD-95A7-430E80DE3884}"/>
              </a:ext>
            </a:extLst>
          </p:cNvPr>
          <p:cNvSpPr>
            <a:spLocks xmlns:a="http://schemas.openxmlformats.org/drawingml/2006/main" noGrp="1"/>
          </p:cNvSpPr>
          <p:nvPr/>
        </p:nvSpPr>
        <p:spPr>
          <a:xfrm xmlns:a="http://schemas.openxmlformats.org/drawingml/2006/main">
            <a:off x="3000375" y="8362950"/>
            <a:ext cx="70961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요청 목적에 맞춘 원문 구성의 유연성; 검색 누락 가능</a:t>
            </a:r>
          </a:p>
        </p:txBody>
      </p:sp>
      <p:sp>
        <p:nvSpPr>
          <p:cNvPr id="18" name="dp45-comparison / n18 / text 1">
            <a:extLst xmlns:a="http://schemas.openxmlformats.org/drawingml/2006/main">
              <a:ext uri="{FF2B5EF4-FFF2-40B4-BE49-F238E27FC236}">
                <a16:creationId xmlns:a16="http://schemas.microsoft.com/office/drawing/2014/main" id="{39649063-A204-4D53-8173-928066C94976}"/>
              </a:ext>
            </a:extLst>
          </p:cNvPr>
          <p:cNvSpPr>
            <a:spLocks xmlns:a="http://schemas.openxmlformats.org/drawingml/2006/main" noGrp="1"/>
          </p:cNvSpPr>
          <p:nvPr/>
        </p:nvSpPr>
        <p:spPr>
          <a:xfrm xmlns:a="http://schemas.openxmlformats.org/drawingml/2006/main">
            <a:off x="10287000" y="8362950"/>
            <a:ext cx="7572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지원 표현 / 추출 조건에 제한; 정확성의 고정 우열 없음</a:t>
            </a:r>
          </a:p>
        </p:txBody>
      </p:sp>
      <p:sp>
        <p:nvSpPr>
          <p:cNvPr id="19" name="dp45-comparison / n19 / path">
            <a:extLst xmlns:a="http://schemas.openxmlformats.org/drawingml/2006/main">
              <a:ext uri="{FF2B5EF4-FFF2-40B4-BE49-F238E27FC236}">
                <a16:creationId xmlns:a16="http://schemas.microsoft.com/office/drawing/2014/main" id="{1AE33C72-75CE-499B-B0B6-13D603D87B40}"/>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0" name="dp45-comparison / n20 / text 1">
            <a:extLst xmlns:a="http://schemas.openxmlformats.org/drawingml/2006/main">
              <a:ext uri="{FF2B5EF4-FFF2-40B4-BE49-F238E27FC236}">
                <a16:creationId xmlns:a16="http://schemas.microsoft.com/office/drawing/2014/main" id="{84601011-0B33-4DC5-A75A-075314B52D3F}"/>
              </a:ext>
            </a:extLst>
          </p:cNvPr>
          <p:cNvSpPr>
            <a:spLocks xmlns:a="http://schemas.openxmlformats.org/drawingml/2006/main" noGrp="1"/>
          </p:cNvSpPr>
          <p:nvPr/>
        </p:nvSpPr>
        <p:spPr>
          <a:xfrm xmlns:a="http://schemas.openxmlformats.org/drawingml/2006/main">
            <a:off x="400050" y="8639175"/>
            <a:ext cx="25336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준비된 반복 조회 R24</a:t>
            </a:r>
          </a:p>
        </p:txBody>
      </p:sp>
      <p:sp>
        <p:nvSpPr>
          <p:cNvPr id="21" name="dp45-comparison / n21 / text 1">
            <a:extLst xmlns:a="http://schemas.openxmlformats.org/drawingml/2006/main">
              <a:ext uri="{FF2B5EF4-FFF2-40B4-BE49-F238E27FC236}">
                <a16:creationId xmlns:a16="http://schemas.microsoft.com/office/drawing/2014/main" id="{748553A5-907B-48DA-AD3D-AFBE64828ED6}"/>
              </a:ext>
            </a:extLst>
          </p:cNvPr>
          <p:cNvSpPr>
            <a:spLocks xmlns:a="http://schemas.openxmlformats.org/drawingml/2006/main" noGrp="1"/>
          </p:cNvSpPr>
          <p:nvPr/>
        </p:nvSpPr>
        <p:spPr>
          <a:xfrm xmlns:a="http://schemas.openxmlformats.org/drawingml/2006/main">
            <a:off x="3000375" y="8639175"/>
            <a:ext cx="70961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warm 관계 cache로 조회 / 재해석 축소 가능</a:t>
            </a:r>
          </a:p>
        </p:txBody>
      </p:sp>
      <p:sp>
        <p:nvSpPr>
          <p:cNvPr id="22" name="dp45-comparison / n22 / text 1">
            <a:extLst xmlns:a="http://schemas.openxmlformats.org/drawingml/2006/main">
              <a:ext uri="{FF2B5EF4-FFF2-40B4-BE49-F238E27FC236}">
                <a16:creationId xmlns:a16="http://schemas.microsoft.com/office/drawing/2014/main" id="{8E3C4E59-8442-493D-AB1A-608717532EF7}"/>
              </a:ext>
            </a:extLst>
          </p:cNvPr>
          <p:cNvSpPr>
            <a:spLocks xmlns:a="http://schemas.openxmlformats.org/drawingml/2006/main" noGrp="1"/>
          </p:cNvSpPr>
          <p:nvPr/>
        </p:nvSpPr>
        <p:spPr>
          <a:xfrm xmlns:a="http://schemas.openxmlformats.org/drawingml/2006/main">
            <a:off x="10287000" y="8639175"/>
            <a:ext cx="7572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유효 게시가 원본 교차 결합을 대체하면 경로 단축 가능</a:t>
            </a:r>
          </a:p>
        </p:txBody>
      </p:sp>
      <p:sp>
        <p:nvSpPr>
          <p:cNvPr id="23" name="dp45-comparison / n23 / path">
            <a:extLst xmlns:a="http://schemas.openxmlformats.org/drawingml/2006/main">
              <a:ext uri="{FF2B5EF4-FFF2-40B4-BE49-F238E27FC236}">
                <a16:creationId xmlns:a16="http://schemas.microsoft.com/office/drawing/2014/main" id="{8A68A854-DEA4-4E3F-9AAF-E93FB7BD07DF}"/>
              </a:ext>
            </a:extLst>
          </p:cNvPr>
          <p:cNvSpPr>
            <a:spLocks xmlns:a="http://schemas.openxmlformats.org/drawingml/2006/main" noGrp="1"/>
          </p:cNvSpPr>
          <p:nvPr/>
        </p:nvSpPr>
        <p:spPr>
          <a:xfrm xmlns:a="http://schemas.openxmlformats.org/drawingml/2006/main">
            <a:off x="381000" y="8867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4" name="dp45-comparison / n24 / text 1">
            <a:extLst xmlns:a="http://schemas.openxmlformats.org/drawingml/2006/main">
              <a:ext uri="{FF2B5EF4-FFF2-40B4-BE49-F238E27FC236}">
                <a16:creationId xmlns:a16="http://schemas.microsoft.com/office/drawing/2014/main" id="{7015A83B-CD73-4F38-9032-9C536FB80FCE}"/>
              </a:ext>
            </a:extLst>
          </p:cNvPr>
          <p:cNvSpPr>
            <a:spLocks xmlns:a="http://schemas.openxmlformats.org/drawingml/2006/main" noGrp="1"/>
          </p:cNvSpPr>
          <p:nvPr/>
        </p:nvSpPr>
        <p:spPr>
          <a:xfrm xmlns:a="http://schemas.openxmlformats.org/drawingml/2006/main">
            <a:off x="400050" y="8915400"/>
            <a:ext cx="25336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첫 조회 / 정정 직후</a:t>
            </a:r>
          </a:p>
        </p:txBody>
      </p:sp>
      <p:sp>
        <p:nvSpPr>
          <p:cNvPr id="25" name="dp45-comparison / n25 / text 1">
            <a:extLst xmlns:a="http://schemas.openxmlformats.org/drawingml/2006/main">
              <a:ext uri="{FF2B5EF4-FFF2-40B4-BE49-F238E27FC236}">
                <a16:creationId xmlns:a16="http://schemas.microsoft.com/office/drawing/2014/main" id="{12677F50-28C9-4966-9860-435A1EE2A4F9}"/>
              </a:ext>
            </a:extLst>
          </p:cNvPr>
          <p:cNvSpPr>
            <a:spLocks xmlns:a="http://schemas.openxmlformats.org/drawingml/2006/main" noGrp="1"/>
          </p:cNvSpPr>
          <p:nvPr/>
        </p:nvSpPr>
        <p:spPr>
          <a:xfrm xmlns:a="http://schemas.openxmlformats.org/drawingml/2006/main">
            <a:off x="3000375" y="8915400"/>
            <a:ext cx="70961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현재 원본으로 구성; fan-out / 해석 비용</a:t>
            </a:r>
          </a:p>
        </p:txBody>
      </p:sp>
      <p:sp>
        <p:nvSpPr>
          <p:cNvPr id="26" name="dp45-comparison / n26 / text 1">
            <a:extLst xmlns:a="http://schemas.openxmlformats.org/drawingml/2006/main">
              <a:ext uri="{FF2B5EF4-FFF2-40B4-BE49-F238E27FC236}">
                <a16:creationId xmlns:a16="http://schemas.microsoft.com/office/drawing/2014/main" id="{FB5A8B5F-6EDC-4B5F-89CD-BDC3FD7EF43F}"/>
              </a:ext>
            </a:extLst>
          </p:cNvPr>
          <p:cNvSpPr>
            <a:spLocks xmlns:a="http://schemas.openxmlformats.org/drawingml/2006/main" noGrp="1"/>
          </p:cNvSpPr>
          <p:nvPr/>
        </p:nvSpPr>
        <p:spPr>
          <a:xfrm xmlns:a="http://schemas.openxmlformats.org/drawingml/2006/main">
            <a:off x="10287000" y="8915400"/>
            <a:ext cx="7572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생산 / 갱신 게시 대기; NOT_COVERED와 미지원 구별</a:t>
            </a:r>
          </a:p>
        </p:txBody>
      </p:sp>
      <p:sp>
        <p:nvSpPr>
          <p:cNvPr id="27" name="dp45-comparison / n27 / path">
            <a:extLst xmlns:a="http://schemas.openxmlformats.org/drawingml/2006/main">
              <a:ext uri="{FF2B5EF4-FFF2-40B4-BE49-F238E27FC236}">
                <a16:creationId xmlns:a16="http://schemas.microsoft.com/office/drawing/2014/main" id="{ADD723D8-0B05-4B79-AA8C-FE3CCAF55249}"/>
              </a:ext>
            </a:extLst>
          </p:cNvPr>
          <p:cNvSpPr>
            <a:spLocks xmlns:a="http://schemas.openxmlformats.org/drawingml/2006/main" noGrp="1"/>
          </p:cNvSpPr>
          <p:nvPr/>
        </p:nvSpPr>
        <p:spPr>
          <a:xfrm xmlns:a="http://schemas.openxmlformats.org/drawingml/2006/main">
            <a:off x="381000" y="91440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8" name="dp45-comparison / n28 / text 1">
            <a:extLst xmlns:a="http://schemas.openxmlformats.org/drawingml/2006/main">
              <a:ext uri="{FF2B5EF4-FFF2-40B4-BE49-F238E27FC236}">
                <a16:creationId xmlns:a16="http://schemas.microsoft.com/office/drawing/2014/main" id="{EB5DE2E7-024A-4ACE-B03A-E7DFF8240276}"/>
              </a:ext>
            </a:extLst>
          </p:cNvPr>
          <p:cNvSpPr>
            <a:spLocks xmlns:a="http://schemas.openxmlformats.org/drawingml/2006/main" noGrp="1"/>
          </p:cNvSpPr>
          <p:nvPr/>
        </p:nvSpPr>
        <p:spPr>
          <a:xfrm xmlns:a="http://schemas.openxmlformats.org/drawingml/2006/main">
            <a:off x="400050" y="9191625"/>
            <a:ext cx="25336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전체 모델 비용 / 자원</a:t>
            </a:r>
          </a:p>
        </p:txBody>
      </p:sp>
      <p:sp>
        <p:nvSpPr>
          <p:cNvPr id="29" name="dp45-comparison / n29 / text 1">
            <a:extLst xmlns:a="http://schemas.openxmlformats.org/drawingml/2006/main">
              <a:ext uri="{FF2B5EF4-FFF2-40B4-BE49-F238E27FC236}">
                <a16:creationId xmlns:a16="http://schemas.microsoft.com/office/drawing/2014/main" id="{1E74A205-D0DD-4317-9327-8BA9F84CE8B7}"/>
              </a:ext>
            </a:extLst>
          </p:cNvPr>
          <p:cNvSpPr>
            <a:spLocks xmlns:a="http://schemas.openxmlformats.org/drawingml/2006/main" noGrp="1"/>
          </p:cNvSpPr>
          <p:nvPr/>
        </p:nvSpPr>
        <p:spPr>
          <a:xfrm xmlns:a="http://schemas.openxmlformats.org/drawingml/2006/main">
            <a:off x="3000375" y="9191625"/>
            <a:ext cx="70961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cache 생산 / 유지 + 요청 / 재검증 사용량</a:t>
            </a:r>
          </a:p>
        </p:txBody>
      </p:sp>
      <p:sp>
        <p:nvSpPr>
          <p:cNvPr id="30" name="dp45-comparison / n30 / text 1">
            <a:extLst xmlns:a="http://schemas.openxmlformats.org/drawingml/2006/main">
              <a:ext uri="{FF2B5EF4-FFF2-40B4-BE49-F238E27FC236}">
                <a16:creationId xmlns:a16="http://schemas.microsoft.com/office/drawing/2014/main" id="{499CEB25-B88A-4DF2-8536-5E0750950C81}"/>
              </a:ext>
            </a:extLst>
          </p:cNvPr>
          <p:cNvSpPr>
            <a:spLocks xmlns:a="http://schemas.openxmlformats.org/drawingml/2006/main" noGrp="1"/>
          </p:cNvSpPr>
          <p:nvPr/>
        </p:nvSpPr>
        <p:spPr>
          <a:xfrm xmlns:a="http://schemas.openxmlformats.org/drawingml/2006/main">
            <a:off x="10287000" y="9191625"/>
            <a:ext cx="7572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초기 / 갱신 / backfill / 미사용 생산 사용량; 고정 우열 없음</a:t>
            </a:r>
          </a:p>
        </p:txBody>
      </p:sp>
      <p:sp>
        <p:nvSpPr>
          <p:cNvPr id="31" name="dp45-comparison / n31 / path">
            <a:extLst xmlns:a="http://schemas.openxmlformats.org/drawingml/2006/main">
              <a:ext uri="{FF2B5EF4-FFF2-40B4-BE49-F238E27FC236}">
                <a16:creationId xmlns:a16="http://schemas.microsoft.com/office/drawing/2014/main" id="{7CFCA302-59C4-45F9-8633-A68E7CB4C1D0}"/>
              </a:ext>
            </a:extLst>
          </p:cNvPr>
          <p:cNvSpPr>
            <a:spLocks xmlns:a="http://schemas.openxmlformats.org/drawingml/2006/main" noGrp="1"/>
          </p:cNvSpPr>
          <p:nvPr/>
        </p:nvSpPr>
        <p:spPr>
          <a:xfrm xmlns:a="http://schemas.openxmlformats.org/drawingml/2006/main">
            <a:off x="381000" y="9420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2" name="dp45-comparison / n32 / text 1">
            <a:extLst xmlns:a="http://schemas.openxmlformats.org/drawingml/2006/main">
              <a:ext uri="{FF2B5EF4-FFF2-40B4-BE49-F238E27FC236}">
                <a16:creationId xmlns:a16="http://schemas.microsoft.com/office/drawing/2014/main" id="{FEDC28B4-1DF8-4AF6-BCC1-0CFF12DBC2DB}"/>
              </a:ext>
            </a:extLst>
          </p:cNvPr>
          <p:cNvSpPr>
            <a:spLocks xmlns:a="http://schemas.openxmlformats.org/drawingml/2006/main" noGrp="1"/>
          </p:cNvSpPr>
          <p:nvPr/>
        </p:nvSpPr>
        <p:spPr>
          <a:xfrm xmlns:a="http://schemas.openxmlformats.org/drawingml/2006/main">
            <a:off x="400050" y="9467850"/>
            <a:ext cx="25336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변경 용이성</a:t>
            </a:r>
          </a:p>
        </p:txBody>
      </p:sp>
      <p:sp>
        <p:nvSpPr>
          <p:cNvPr id="33" name="dp45-comparison / n33 / text 1">
            <a:extLst xmlns:a="http://schemas.openxmlformats.org/drawingml/2006/main">
              <a:ext uri="{FF2B5EF4-FFF2-40B4-BE49-F238E27FC236}">
                <a16:creationId xmlns:a16="http://schemas.microsoft.com/office/drawing/2014/main" id="{CBD7CFCD-E163-4731-8A45-B45325CC35B0}"/>
              </a:ext>
            </a:extLst>
          </p:cNvPr>
          <p:cNvSpPr>
            <a:spLocks xmlns:a="http://schemas.openxmlformats.org/drawingml/2006/main" noGrp="1"/>
          </p:cNvSpPr>
          <p:nvPr/>
        </p:nvSpPr>
        <p:spPr>
          <a:xfrm xmlns:a="http://schemas.openxmlformats.org/drawingml/2006/main">
            <a:off x="3000375" y="9467850"/>
            <a:ext cx="70961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Source adapter로 국소화; cache schema 변경은 무효화</a:t>
            </a:r>
          </a:p>
        </p:txBody>
      </p:sp>
      <p:sp>
        <p:nvSpPr>
          <p:cNvPr id="34" name="dp45-comparison / n34 / text 1">
            <a:extLst xmlns:a="http://schemas.openxmlformats.org/drawingml/2006/main">
              <a:ext uri="{FF2B5EF4-FFF2-40B4-BE49-F238E27FC236}">
                <a16:creationId xmlns:a16="http://schemas.microsoft.com/office/drawing/2014/main" id="{049FF762-D751-4EEB-BF69-F8505B38B104}"/>
              </a:ext>
            </a:extLst>
          </p:cNvPr>
          <p:cNvSpPr>
            <a:spLocks xmlns:a="http://schemas.openxmlformats.org/drawingml/2006/main" noGrp="1"/>
          </p:cNvSpPr>
          <p:nvPr/>
        </p:nvSpPr>
        <p:spPr>
          <a:xfrm xmlns:a="http://schemas.openxmlformats.org/drawingml/2006/main">
            <a:off x="10287000" y="9467850"/>
            <a:ext cx="7572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Source 형식은 adapter; 관계 의미는 schema / 재생산 / 독자 변경</a:t>
            </a:r>
          </a:p>
        </p:txBody>
      </p:sp>
      <p:sp>
        <p:nvSpPr>
          <p:cNvPr id="35" name="dp45-comparison / n35 / text 1">
            <a:extLst xmlns:a="http://schemas.openxmlformats.org/drawingml/2006/main">
              <a:ext uri="{FF2B5EF4-FFF2-40B4-BE49-F238E27FC236}">
                <a16:creationId xmlns:a16="http://schemas.microsoft.com/office/drawing/2014/main" id="{76DC5CF6-BF23-409B-8976-6A6753B37BC4}"/>
              </a:ext>
            </a:extLst>
          </p:cNvPr>
          <p:cNvSpPr>
            <a:spLocks xmlns:a="http://schemas.openxmlformats.org/drawingml/2006/main" noGrp="1"/>
          </p:cNvSpPr>
          <p:nvPr/>
        </p:nvSpPr>
        <p:spPr>
          <a:xfrm xmlns:a="http://schemas.openxmlformats.org/drawingml/2006/main">
            <a:off x="381000" y="9744075"/>
            <a:ext cx="175260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미선정 / 미측정. A cache의 같은 효과는 B 고유 이익을 줄인다. B+ 원본 조합 우회는 명시적 혼합안.</a:t>
            </a:r>
          </a:p>
        </p:txBody>
      </p:sp>
      <p:sp>
        <p:nvSpPr>
          <p:cNvPr id="36" name="dp45-comparison / n36 / text 1">
            <a:extLst xmlns:a="http://schemas.openxmlformats.org/drawingml/2006/main">
              <a:ext uri="{FF2B5EF4-FFF2-40B4-BE49-F238E27FC236}">
                <a16:creationId xmlns:a16="http://schemas.microsoft.com/office/drawing/2014/main" id="{F6770672-6384-4F09-B9F4-0FFC3A7036CF}"/>
              </a:ext>
            </a:extLst>
          </p:cNvPr>
          <p:cNvSpPr>
            <a:spLocks xmlns:a="http://schemas.openxmlformats.org/drawingml/2006/main" noGrp="1"/>
          </p:cNvSpPr>
          <p:nvPr/>
        </p:nvSpPr>
        <p:spPr>
          <a:xfrm xmlns:a="http://schemas.openxmlformats.org/drawingml/2006/main">
            <a:off x="381000" y="9963150"/>
            <a:ext cx="175260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Reference (§9): A LangChain Retrieval / B LangMem Background + Memory API / 실행 Delayed Processing / 연결 참고 Mem0 Graph (typed 관계 증거 아님)</a:t>
            </a:r>
          </a:p>
        </p:txBody>
      </p:sp>
      <p:sp>
        <p:nvSpPr>
          <p:cNvPr id="37" name="dp45-comparison / n37 / text 1">
            <a:extLst xmlns:a="http://schemas.openxmlformats.org/drawingml/2006/main">
              <a:ext uri="{FF2B5EF4-FFF2-40B4-BE49-F238E27FC236}">
                <a16:creationId xmlns:a16="http://schemas.microsoft.com/office/drawing/2014/main" id="{24205E44-20DF-4D41-B44F-9F76B63F504B}"/>
              </a:ext>
            </a:extLst>
          </p:cNvPr>
          <p:cNvSpPr>
            <a:spLocks xmlns:a="http://schemas.openxmlformats.org/drawingml/2006/main" noGrp="1"/>
          </p:cNvSpPr>
          <p:nvPr/>
        </p:nvSpPr>
        <p:spPr>
          <a:xfrm xmlns:a="http://schemas.openxmlformats.org/drawingml/2006/main">
            <a:off x="381000" y="10163175"/>
            <a:ext cx="17526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5F6B77"/>
                </a:solidFill>
                <a:latin typeface="Apple SD Gothic Neo"/>
                <a:ea typeface="Apple SD Gothic Neo"/>
                <a:cs typeface="Apple SD Gothic Neo"/>
              </a:defRPr>
            </a:pPr>
            <a:r>
              <a:rPr sz="750" b="0">
                <a:solidFill>
                  <a:srgbClr val="5F6B77"/>
                </a:solidFill>
                <a:latin typeface="Apple SD Gothic Neo"/>
                <a:ea typeface="Apple SD Gothic Neo"/>
                <a:cs typeface="Apple SD Gothic Neo"/>
              </a:rPr>
              <a:t>공식 메커니즘 선례 / VIA 구현 / 성능 증거 아님 / 모델 비용은 배경 생산 / 재시도 / 폐기된 작업도 포함</a:t>
            </a:r>
          </a:p>
        </p:txBody>
      </p:sp>
      <p:sp>
        <p:nvSpPr>
          <p:cNvPr id="38" name="dp45-comparison / legend44_0">
            <a:extLst xmlns:a="http://schemas.openxmlformats.org/drawingml/2006/main">
              <a:ext uri="{FF2B5EF4-FFF2-40B4-BE49-F238E27FC236}">
                <a16:creationId xmlns:a16="http://schemas.microsoft.com/office/drawing/2014/main" id="{5650474E-F98D-46CA-AC56-12CA0262B942}"/>
              </a:ext>
            </a:extLst>
          </p:cNvPr>
          <p:cNvSpPr>
            <a:spLocks xmlns:a="http://schemas.openxmlformats.org/drawingml/2006/main" noGrp="1"/>
          </p:cNvSpPr>
          <p:nvPr/>
        </p:nvSpPr>
        <p:spPr>
          <a:xfrm xmlns:a="http://schemas.openxmlformats.org/drawingml/2006/main">
            <a:off x="447675" y="3257550"/>
            <a:ext cx="819150" cy="42576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9" name="dp45-comparison / legend44_1 / text 1">
            <a:extLst xmlns:a="http://schemas.openxmlformats.org/drawingml/2006/main">
              <a:ext uri="{FF2B5EF4-FFF2-40B4-BE49-F238E27FC236}">
                <a16:creationId xmlns:a16="http://schemas.microsoft.com/office/drawing/2014/main" id="{8213D2B0-0C58-403E-A8B6-1AD34CDB44D1}"/>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0" name="dp45-comparison / legend44_2">
            <a:extLst xmlns:a="http://schemas.openxmlformats.org/drawingml/2006/main">
              <a:ext uri="{FF2B5EF4-FFF2-40B4-BE49-F238E27FC236}">
                <a16:creationId xmlns:a16="http://schemas.microsoft.com/office/drawing/2014/main" id="{66C7FD28-D6D7-4331-AEB5-A9C1A5284E81}"/>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1" name="dp45-comparison / legend44_3 / text 1">
            <a:extLst xmlns:a="http://schemas.openxmlformats.org/drawingml/2006/main">
              <a:ext uri="{FF2B5EF4-FFF2-40B4-BE49-F238E27FC236}">
                <a16:creationId xmlns:a16="http://schemas.microsoft.com/office/drawing/2014/main" id="{D79A7482-AA4C-4502-81A1-E53C0177083A}"/>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2" name="dp45-comparison / legend44_4 / text 1">
            <a:extLst xmlns:a="http://schemas.openxmlformats.org/drawingml/2006/main">
              <a:ext uri="{FF2B5EF4-FFF2-40B4-BE49-F238E27FC236}">
                <a16:creationId xmlns:a16="http://schemas.microsoft.com/office/drawing/2014/main" id="{60033E4A-3294-4DC7-946B-B6DFC17E788D}"/>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3" name="dp45-comparison / legend44_5">
            <a:extLst xmlns:a="http://schemas.openxmlformats.org/drawingml/2006/main">
              <a:ext uri="{FF2B5EF4-FFF2-40B4-BE49-F238E27FC236}">
                <a16:creationId xmlns:a16="http://schemas.microsoft.com/office/drawing/2014/main" id="{A3320135-97E7-4640-8D5F-9840CAECE5FC}"/>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44" name="dp45-comparison / legend44_6 / text 1">
            <a:extLst xmlns:a="http://schemas.openxmlformats.org/drawingml/2006/main">
              <a:ext uri="{FF2B5EF4-FFF2-40B4-BE49-F238E27FC236}">
                <a16:creationId xmlns:a16="http://schemas.microsoft.com/office/drawing/2014/main" id="{FB9216F3-BF61-481B-84B5-0D0F05527F6A}"/>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5" name="dp45-comparison / legend44_7 / text 1">
            <a:extLst xmlns:a="http://schemas.openxmlformats.org/drawingml/2006/main">
              <a:ext uri="{FF2B5EF4-FFF2-40B4-BE49-F238E27FC236}">
                <a16:creationId xmlns:a16="http://schemas.microsoft.com/office/drawing/2014/main" id="{9985A5FC-1733-40F1-89DE-A179588BA7BA}"/>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6" name="dp45-comparison / legend44_8">
            <a:extLst xmlns:a="http://schemas.openxmlformats.org/drawingml/2006/main">
              <a:ext uri="{FF2B5EF4-FFF2-40B4-BE49-F238E27FC236}">
                <a16:creationId xmlns:a16="http://schemas.microsoft.com/office/drawing/2014/main" id="{812EF22A-8C9B-454A-999F-0CCDFD327F03}"/>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7" name="dp45-comparison / legend44_8 / fold">
            <a:extLst xmlns:a="http://schemas.openxmlformats.org/drawingml/2006/main">
              <a:ext uri="{FF2B5EF4-FFF2-40B4-BE49-F238E27FC236}">
                <a16:creationId xmlns:a16="http://schemas.microsoft.com/office/drawing/2014/main" id="{14438B08-F3FA-4EB1-9935-BE88EC2E5ED0}"/>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8" name="dp45-comparison / legend44_9 / text 1">
            <a:extLst xmlns:a="http://schemas.openxmlformats.org/drawingml/2006/main">
              <a:ext uri="{FF2B5EF4-FFF2-40B4-BE49-F238E27FC236}">
                <a16:creationId xmlns:a16="http://schemas.microsoft.com/office/drawing/2014/main" id="{20A44DFB-88CC-40DE-A6F8-C357143E8D1B}"/>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9" name="dp45-comparison / legend44_10 / text 1">
            <a:extLst xmlns:a="http://schemas.openxmlformats.org/drawingml/2006/main">
              <a:ext uri="{FF2B5EF4-FFF2-40B4-BE49-F238E27FC236}">
                <a16:creationId xmlns:a16="http://schemas.microsoft.com/office/drawing/2014/main" id="{A9D228F5-C169-4B9A-B919-E039E048F401}"/>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0" name="dp45-comparison / legend44_11">
            <a:extLst xmlns:a="http://schemas.openxmlformats.org/drawingml/2006/main">
              <a:ext uri="{FF2B5EF4-FFF2-40B4-BE49-F238E27FC236}">
                <a16:creationId xmlns:a16="http://schemas.microsoft.com/office/drawing/2014/main" id="{1C3AAD80-30B1-489F-AEC6-6B2DA0BB56EF}"/>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51" name="dp45-comparison / legend44_12 / text 1">
            <a:extLst xmlns:a="http://schemas.openxmlformats.org/drawingml/2006/main">
              <a:ext uri="{FF2B5EF4-FFF2-40B4-BE49-F238E27FC236}">
                <a16:creationId xmlns:a16="http://schemas.microsoft.com/office/drawing/2014/main" id="{D07DB059-5775-4BB2-A334-971D11EEDDAA}"/>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State</a:t>
            </a:r>
          </a:p>
        </p:txBody>
      </p:sp>
      <p:sp>
        <p:nvSpPr>
          <p:cNvPr id="52" name="dp45-comparison / legend44_13 / text 1">
            <a:extLst xmlns:a="http://schemas.openxmlformats.org/drawingml/2006/main">
              <a:ext uri="{FF2B5EF4-FFF2-40B4-BE49-F238E27FC236}">
                <a16:creationId xmlns:a16="http://schemas.microsoft.com/office/drawing/2014/main" id="{FCDFF91F-DDA6-4401-8FB2-EC8418246901}"/>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owner 상태</a:t>
            </a:r>
          </a:p>
        </p:txBody>
      </p:sp>
      <p:sp>
        <p:nvSpPr>
          <p:cNvPr id="53" name="dp45-comparison / legend44_14">
            <a:extLst xmlns:a="http://schemas.openxmlformats.org/drawingml/2006/main">
              <a:ext uri="{FF2B5EF4-FFF2-40B4-BE49-F238E27FC236}">
                <a16:creationId xmlns:a16="http://schemas.microsoft.com/office/drawing/2014/main" id="{BA1A5F31-1465-4082-9581-195566B1B2F4}"/>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54" name="dp45-comparison / legend44_15 / text 1">
            <a:extLst xmlns:a="http://schemas.openxmlformats.org/drawingml/2006/main">
              <a:ext uri="{FF2B5EF4-FFF2-40B4-BE49-F238E27FC236}">
                <a16:creationId xmlns:a16="http://schemas.microsoft.com/office/drawing/2014/main" id="{07A51CE9-F9C3-4AD9-9FFA-9317132DEBE8}"/>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5" name="dp45-comparison / legend44_16 / text 1">
            <a:extLst xmlns:a="http://schemas.openxmlformats.org/drawingml/2006/main">
              <a:ext uri="{FF2B5EF4-FFF2-40B4-BE49-F238E27FC236}">
                <a16:creationId xmlns:a16="http://schemas.microsoft.com/office/drawing/2014/main" id="{3A2D5BF0-EB43-4423-8D9D-50827EF26632}"/>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6" name="dp45-comparison / legend44_17 / path">
            <a:extLst xmlns:a="http://schemas.openxmlformats.org/drawingml/2006/main">
              <a:ext uri="{FF2B5EF4-FFF2-40B4-BE49-F238E27FC236}">
                <a16:creationId xmlns:a16="http://schemas.microsoft.com/office/drawing/2014/main" id="{40CE7D63-DD48-441F-97C3-53166A8AE43C}"/>
              </a:ext>
            </a:extLst>
          </p:cNvPr>
          <p:cNvSpPr>
            <a:spLocks xmlns:a="http://schemas.openxmlformats.org/drawingml/2006/main" noGrp="1"/>
          </p:cNvSpPr>
          <p:nvPr/>
        </p:nvSpPr>
        <p:spPr>
          <a:xfrm xmlns:a="http://schemas.openxmlformats.org/drawingml/2006/main">
            <a:off x="514350" y="641985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7" name="dp45-comparison / legend44_17 / arrow">
            <a:extLst xmlns:a="http://schemas.openxmlformats.org/drawingml/2006/main">
              <a:ext uri="{FF2B5EF4-FFF2-40B4-BE49-F238E27FC236}">
                <a16:creationId xmlns:a16="http://schemas.microsoft.com/office/drawing/2014/main" id="{72771C55-1873-4F61-9D70-B8518775CAC9}"/>
              </a:ext>
            </a:extLst>
          </p:cNvPr>
          <p:cNvSpPr>
            <a:spLocks xmlns:a="http://schemas.openxmlformats.org/drawingml/2006/main" noGrp="1"/>
          </p:cNvSpPr>
          <p:nvPr/>
        </p:nvSpPr>
        <p:spPr>
          <a:xfrm xmlns:a="http://schemas.openxmlformats.org/drawingml/2006/main">
            <a:off x="837819" y="63863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8" name="dp45-comparison / legend44_18 / text 1">
            <a:extLst xmlns:a="http://schemas.openxmlformats.org/drawingml/2006/main">
              <a:ext uri="{FF2B5EF4-FFF2-40B4-BE49-F238E27FC236}">
                <a16:creationId xmlns:a16="http://schemas.microsoft.com/office/drawing/2014/main" id="{B87A4BA3-E4A1-4CAE-BC21-89D075AF27A5}"/>
              </a:ext>
            </a:extLst>
          </p:cNvPr>
          <p:cNvSpPr>
            <a:spLocks xmlns:a="http://schemas.openxmlformats.org/drawingml/2006/main" noGrp="1"/>
          </p:cNvSpPr>
          <p:nvPr/>
        </p:nvSpPr>
        <p:spPr>
          <a:xfrm xmlns:a="http://schemas.openxmlformats.org/drawingml/2006/main">
            <a:off x="962025" y="635317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9" name="dp45-comparison / legend44_19 / path">
            <a:extLst xmlns:a="http://schemas.openxmlformats.org/drawingml/2006/main">
              <a:ext uri="{FF2B5EF4-FFF2-40B4-BE49-F238E27FC236}">
                <a16:creationId xmlns:a16="http://schemas.microsoft.com/office/drawing/2014/main" id="{73CE5BA5-8E91-4811-9D1F-89FFCEEAD62C}"/>
              </a:ext>
            </a:extLst>
          </p:cNvPr>
          <p:cNvSpPr>
            <a:spLocks xmlns:a="http://schemas.openxmlformats.org/drawingml/2006/main" noGrp="1"/>
          </p:cNvSpPr>
          <p:nvPr/>
        </p:nvSpPr>
        <p:spPr>
          <a:xfrm xmlns:a="http://schemas.openxmlformats.org/drawingml/2006/main">
            <a:off x="514350" y="661987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0" name="dp45-comparison / legend44_19 / arrow">
            <a:extLst xmlns:a="http://schemas.openxmlformats.org/drawingml/2006/main">
              <a:ext uri="{FF2B5EF4-FFF2-40B4-BE49-F238E27FC236}">
                <a16:creationId xmlns:a16="http://schemas.microsoft.com/office/drawing/2014/main" id="{4C705A2F-84EE-4970-9D7D-923B4160B808}"/>
              </a:ext>
            </a:extLst>
          </p:cNvPr>
          <p:cNvSpPr>
            <a:spLocks xmlns:a="http://schemas.openxmlformats.org/drawingml/2006/main" noGrp="1"/>
          </p:cNvSpPr>
          <p:nvPr/>
        </p:nvSpPr>
        <p:spPr>
          <a:xfrm xmlns:a="http://schemas.openxmlformats.org/drawingml/2006/main">
            <a:off x="837819" y="65863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1" name="dp45-comparison / legend44_20 / text 1">
            <a:extLst xmlns:a="http://schemas.openxmlformats.org/drawingml/2006/main">
              <a:ext uri="{FF2B5EF4-FFF2-40B4-BE49-F238E27FC236}">
                <a16:creationId xmlns:a16="http://schemas.microsoft.com/office/drawing/2014/main" id="{968459B8-6F71-428C-A331-A6DB22419389}"/>
              </a:ext>
            </a:extLst>
          </p:cNvPr>
          <p:cNvSpPr>
            <a:spLocks xmlns:a="http://schemas.openxmlformats.org/drawingml/2006/main" noGrp="1"/>
          </p:cNvSpPr>
          <p:nvPr/>
        </p:nvSpPr>
        <p:spPr>
          <a:xfrm xmlns:a="http://schemas.openxmlformats.org/drawingml/2006/main">
            <a:off x="962025" y="655320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2" name="dp45-comparison / n59 / text 1">
            <a:extLst xmlns:a="http://schemas.openxmlformats.org/drawingml/2006/main">
              <a:ext uri="{FF2B5EF4-FFF2-40B4-BE49-F238E27FC236}">
                <a16:creationId xmlns:a16="http://schemas.microsoft.com/office/drawing/2014/main" id="{487C20CE-6E12-49EC-AA5D-12FD2C1C3D43}"/>
              </a:ext>
            </a:extLst>
          </p:cNvPr>
          <p:cNvSpPr>
            <a:spLocks xmlns:a="http://schemas.openxmlformats.org/drawingml/2006/main" noGrp="1"/>
          </p:cNvSpPr>
          <p:nvPr/>
        </p:nvSpPr>
        <p:spPr>
          <a:xfrm xmlns:a="http://schemas.openxmlformats.org/drawingml/2006/main">
            <a:off x="514350" y="7010400"/>
            <a:ext cx="7239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공통: 검정</a:t>
            </a:r>
          </a:p>
        </p:txBody>
      </p:sp>
      <p:sp>
        <p:nvSpPr>
          <p:cNvPr id="63" name="dp45-comparison / n60 / text 1">
            <a:extLst xmlns:a="http://schemas.openxmlformats.org/drawingml/2006/main">
              <a:ext uri="{FF2B5EF4-FFF2-40B4-BE49-F238E27FC236}">
                <a16:creationId xmlns:a16="http://schemas.microsoft.com/office/drawing/2014/main" id="{6CA1BD69-AC2F-45AA-B70E-E97CC758071E}"/>
              </a:ext>
            </a:extLst>
          </p:cNvPr>
          <p:cNvSpPr>
            <a:spLocks xmlns:a="http://schemas.openxmlformats.org/drawingml/2006/main" noGrp="1"/>
          </p:cNvSpPr>
          <p:nvPr/>
        </p:nvSpPr>
        <p:spPr>
          <a:xfrm xmlns:a="http://schemas.openxmlformats.org/drawingml/2006/main">
            <a:off x="514350" y="7219950"/>
            <a:ext cx="7239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차이: 살구색</a:t>
            </a:r>
          </a:p>
        </p:txBody>
      </p:sp>
      <p:sp>
        <p:nvSpPr>
          <p:cNvPr id="64" name="dp45-comparison / n61">
            <a:extLst xmlns:a="http://schemas.openxmlformats.org/drawingml/2006/main">
              <a:ext uri="{FF2B5EF4-FFF2-40B4-BE49-F238E27FC236}">
                <a16:creationId xmlns:a16="http://schemas.microsoft.com/office/drawing/2014/main" id="{EB7CA8CA-3CE2-44AA-8A54-3C6A4EE1206D}"/>
              </a:ext>
            </a:extLst>
          </p:cNvPr>
          <p:cNvSpPr>
            <a:spLocks xmlns:a="http://schemas.openxmlformats.org/drawingml/2006/main" noGrp="1"/>
          </p:cNvSpPr>
          <p:nvPr/>
        </p:nvSpPr>
        <p:spPr>
          <a:xfrm xmlns:a="http://schemas.openxmlformats.org/drawingml/2006/main">
            <a:off x="1666875" y="2409825"/>
            <a:ext cx="27622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5" name="dp45-comparison / n62 / text 1">
            <a:extLst xmlns:a="http://schemas.openxmlformats.org/drawingml/2006/main">
              <a:ext uri="{FF2B5EF4-FFF2-40B4-BE49-F238E27FC236}">
                <a16:creationId xmlns:a16="http://schemas.microsoft.com/office/drawing/2014/main" id="{AD8BE7A0-E93A-4780-B548-AED4372F2A30}"/>
              </a:ext>
            </a:extLst>
          </p:cNvPr>
          <p:cNvSpPr>
            <a:spLocks xmlns:a="http://schemas.openxmlformats.org/drawingml/2006/main" noGrp="1"/>
          </p:cNvSpPr>
          <p:nvPr/>
        </p:nvSpPr>
        <p:spPr>
          <a:xfrm xmlns:a="http://schemas.openxmlformats.org/drawingml/2006/main">
            <a:off x="1752600" y="2446020"/>
            <a:ext cx="2590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Response Manager</a:t>
            </a:r>
          </a:p>
        </p:txBody>
      </p:sp>
      <p:sp>
        <p:nvSpPr>
          <p:cNvPr id="66" name="dp45-comparison / n63">
            <a:extLst xmlns:a="http://schemas.openxmlformats.org/drawingml/2006/main">
              <a:ext uri="{FF2B5EF4-FFF2-40B4-BE49-F238E27FC236}">
                <a16:creationId xmlns:a16="http://schemas.microsoft.com/office/drawing/2014/main" id="{292DCDBF-9FAC-4940-811F-0B779AD90F3E}"/>
              </a:ext>
            </a:extLst>
          </p:cNvPr>
          <p:cNvSpPr>
            <a:spLocks xmlns:a="http://schemas.openxmlformats.org/drawingml/2006/main" noGrp="1"/>
          </p:cNvSpPr>
          <p:nvPr/>
        </p:nvSpPr>
        <p:spPr>
          <a:xfrm xmlns:a="http://schemas.openxmlformats.org/drawingml/2006/main">
            <a:off x="6334125" y="2409825"/>
            <a:ext cx="285750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7" name="dp45-comparison / n64 / text 1">
            <a:extLst xmlns:a="http://schemas.openxmlformats.org/drawingml/2006/main">
              <a:ext uri="{FF2B5EF4-FFF2-40B4-BE49-F238E27FC236}">
                <a16:creationId xmlns:a16="http://schemas.microsoft.com/office/drawing/2014/main" id="{32C4FF9A-F92C-4E91-88DB-AF90C85D0F31}"/>
              </a:ext>
            </a:extLst>
          </p:cNvPr>
          <p:cNvSpPr>
            <a:spLocks xmlns:a="http://schemas.openxmlformats.org/drawingml/2006/main" noGrp="1"/>
          </p:cNvSpPr>
          <p:nvPr/>
        </p:nvSpPr>
        <p:spPr>
          <a:xfrm xmlns:a="http://schemas.openxmlformats.org/drawingml/2006/main">
            <a:off x="6419850" y="2446020"/>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68" name="dp45-comparison / n71">
            <a:extLst xmlns:a="http://schemas.openxmlformats.org/drawingml/2006/main">
              <a:ext uri="{FF2B5EF4-FFF2-40B4-BE49-F238E27FC236}">
                <a16:creationId xmlns:a16="http://schemas.microsoft.com/office/drawing/2014/main" id="{D76C1C91-4B10-4A87-A448-2E29A68F9E8C}"/>
              </a:ext>
            </a:extLst>
          </p:cNvPr>
          <p:cNvSpPr>
            <a:spLocks xmlns:a="http://schemas.openxmlformats.org/drawingml/2006/main" noGrp="1"/>
          </p:cNvSpPr>
          <p:nvPr/>
        </p:nvSpPr>
        <p:spPr>
          <a:xfrm xmlns:a="http://schemas.openxmlformats.org/drawingml/2006/main">
            <a:off x="1571625" y="3276600"/>
            <a:ext cx="7715250" cy="30289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9" name="dp45-comparison / n72 / text 1">
            <a:extLst xmlns:a="http://schemas.openxmlformats.org/drawingml/2006/main">
              <a:ext uri="{FF2B5EF4-FFF2-40B4-BE49-F238E27FC236}">
                <a16:creationId xmlns:a16="http://schemas.microsoft.com/office/drawing/2014/main" id="{1934C564-483E-48B2-8D24-6AE2D021402E}"/>
              </a:ext>
            </a:extLst>
          </p:cNvPr>
          <p:cNvSpPr>
            <a:spLocks xmlns:a="http://schemas.openxmlformats.org/drawingml/2006/main" noGrp="1"/>
          </p:cNvSpPr>
          <p:nvPr/>
        </p:nvSpPr>
        <p:spPr>
          <a:xfrm xmlns:a="http://schemas.openxmlformats.org/drawingml/2006/main">
            <a:off x="169545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70" name="dp45-comparison / n73">
            <a:extLst xmlns:a="http://schemas.openxmlformats.org/drawingml/2006/main">
              <a:ext uri="{FF2B5EF4-FFF2-40B4-BE49-F238E27FC236}">
                <a16:creationId xmlns:a16="http://schemas.microsoft.com/office/drawing/2014/main" id="{A8026E4D-292F-45EC-9505-73408CB3A0C8}"/>
              </a:ext>
            </a:extLst>
          </p:cNvPr>
          <p:cNvSpPr>
            <a:spLocks xmlns:a="http://schemas.openxmlformats.org/drawingml/2006/main" noGrp="1"/>
          </p:cNvSpPr>
          <p:nvPr/>
        </p:nvSpPr>
        <p:spPr>
          <a:xfrm xmlns:a="http://schemas.openxmlformats.org/drawingml/2006/main">
            <a:off x="1857375" y="3733800"/>
            <a:ext cx="2762250" cy="352425"/>
          </a:xfrm>
          <a:prstGeom xmlns:a="http://schemas.openxmlformats.org/drawingml/2006/main" prst="roundRect">
            <a:avLst>
              <a:gd name="adj" fmla="val 21622"/>
            </a:avLst>
          </a:prstGeom>
          <a:solidFill xmlns:a="http://schemas.openxmlformats.org/drawingml/2006/main">
            <a:srgbClr val="FFF0DD"/>
          </a:solidFill>
          <a:ln xmlns:a="http://schemas.openxmlformats.org/drawingml/2006/main" w="17145">
            <a:solidFill>
              <a:srgbClr val="B8753F"/>
            </a:solidFill>
            <a:prstDash val="solid"/>
          </a:ln>
        </p:spPr>
      </p:sp>
      <p:sp>
        <p:nvSpPr>
          <p:cNvPr id="71" name="dp45-comparison / n74 / text 1">
            <a:extLst xmlns:a="http://schemas.openxmlformats.org/drawingml/2006/main">
              <a:ext uri="{FF2B5EF4-FFF2-40B4-BE49-F238E27FC236}">
                <a16:creationId xmlns:a16="http://schemas.microsoft.com/office/drawing/2014/main" id="{9FC83CE1-6095-434E-92D3-6F3A7D77BA35}"/>
              </a:ext>
            </a:extLst>
          </p:cNvPr>
          <p:cNvSpPr>
            <a:spLocks xmlns:a="http://schemas.openxmlformats.org/drawingml/2006/main" noGrp="1"/>
          </p:cNvSpPr>
          <p:nvPr/>
        </p:nvSpPr>
        <p:spPr>
          <a:xfrm xmlns:a="http://schemas.openxmlformats.org/drawingml/2006/main">
            <a:off x="1943100" y="3792379"/>
            <a:ext cx="25908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Context Composer</a:t>
            </a:r>
          </a:p>
        </p:txBody>
      </p:sp>
      <p:sp>
        <p:nvSpPr>
          <p:cNvPr id="72" name="dp45-comparison / n75">
            <a:extLst xmlns:a="http://schemas.openxmlformats.org/drawingml/2006/main">
              <a:ext uri="{FF2B5EF4-FFF2-40B4-BE49-F238E27FC236}">
                <a16:creationId xmlns:a16="http://schemas.microsoft.com/office/drawing/2014/main" id="{A22A512C-649E-4F70-80DA-35884285D577}"/>
              </a:ext>
            </a:extLst>
          </p:cNvPr>
          <p:cNvSpPr>
            <a:spLocks xmlns:a="http://schemas.openxmlformats.org/drawingml/2006/main" noGrp="1"/>
          </p:cNvSpPr>
          <p:nvPr/>
        </p:nvSpPr>
        <p:spPr>
          <a:xfrm xmlns:a="http://schemas.openxmlformats.org/drawingml/2006/main">
            <a:off x="1857375" y="5238750"/>
            <a:ext cx="2762250" cy="4095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73" name="dp45-comparison / n76 / text 1">
            <a:extLst xmlns:a="http://schemas.openxmlformats.org/drawingml/2006/main">
              <a:ext uri="{FF2B5EF4-FFF2-40B4-BE49-F238E27FC236}">
                <a16:creationId xmlns:a16="http://schemas.microsoft.com/office/drawing/2014/main" id="{7D859D64-653D-4659-AACB-C5D4AA35E7FB}"/>
              </a:ext>
            </a:extLst>
          </p:cNvPr>
          <p:cNvSpPr>
            <a:spLocks xmlns:a="http://schemas.openxmlformats.org/drawingml/2006/main" noGrp="1"/>
          </p:cNvSpPr>
          <p:nvPr/>
        </p:nvSpPr>
        <p:spPr>
          <a:xfrm xmlns:a="http://schemas.openxmlformats.org/drawingml/2006/main">
            <a:off x="1943100" y="5400675"/>
            <a:ext cx="2590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Source View Cache</a:t>
            </a:r>
          </a:p>
        </p:txBody>
      </p:sp>
      <p:sp>
        <p:nvSpPr>
          <p:cNvPr id="74" name="dp45-comparison / n77">
            <a:extLst xmlns:a="http://schemas.openxmlformats.org/drawingml/2006/main">
              <a:ext uri="{FF2B5EF4-FFF2-40B4-BE49-F238E27FC236}">
                <a16:creationId xmlns:a16="http://schemas.microsoft.com/office/drawing/2014/main" id="{2CA6B79C-6D3F-4110-9BDC-9B4BDF005EB9}"/>
              </a:ext>
            </a:extLst>
          </p:cNvPr>
          <p:cNvSpPr>
            <a:spLocks xmlns:a="http://schemas.openxmlformats.org/drawingml/2006/main" noGrp="1"/>
          </p:cNvSpPr>
          <p:nvPr/>
        </p:nvSpPr>
        <p:spPr>
          <a:xfrm xmlns:a="http://schemas.openxmlformats.org/drawingml/2006/main">
            <a:off x="5953125" y="5238750"/>
            <a:ext cx="2952750" cy="40957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75" name="dp45-comparison / n78 / text 1">
            <a:extLst xmlns:a="http://schemas.openxmlformats.org/drawingml/2006/main">
              <a:ext uri="{FF2B5EF4-FFF2-40B4-BE49-F238E27FC236}">
                <a16:creationId xmlns:a16="http://schemas.microsoft.com/office/drawing/2014/main" id="{B35AE82C-AD77-4DA4-8D29-F4A70700A54D}"/>
              </a:ext>
            </a:extLst>
          </p:cNvPr>
          <p:cNvSpPr>
            <a:spLocks xmlns:a="http://schemas.openxmlformats.org/drawingml/2006/main" noGrp="1"/>
          </p:cNvSpPr>
          <p:nvPr/>
        </p:nvSpPr>
        <p:spPr>
          <a:xfrm xmlns:a="http://schemas.openxmlformats.org/drawingml/2006/main">
            <a:off x="6038850" y="5400675"/>
            <a:ext cx="2781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Request Evidence Set</a:t>
            </a:r>
          </a:p>
        </p:txBody>
      </p:sp>
      <p:sp>
        <p:nvSpPr>
          <p:cNvPr id="76" name="dp45-comparison / n79 / path">
            <a:extLst xmlns:a="http://schemas.openxmlformats.org/drawingml/2006/main">
              <a:ext uri="{FF2B5EF4-FFF2-40B4-BE49-F238E27FC236}">
                <a16:creationId xmlns:a16="http://schemas.microsoft.com/office/drawing/2014/main" id="{14A5BDF4-22F2-4443-AA94-570C284ABA2F}"/>
              </a:ext>
            </a:extLst>
          </p:cNvPr>
          <p:cNvSpPr>
            <a:spLocks xmlns:a="http://schemas.openxmlformats.org/drawingml/2006/main" noGrp="1"/>
          </p:cNvSpPr>
          <p:nvPr/>
        </p:nvSpPr>
        <p:spPr>
          <a:xfrm xmlns:a="http://schemas.openxmlformats.org/drawingml/2006/main">
            <a:off x="2933700" y="2705100"/>
            <a:ext cx="1143000" cy="1028700"/>
          </a:xfrm>
          <a:custGeom xmlns:a="http://schemas.openxmlformats.org/drawingml/2006/main">
            <a:pathLst>
              <a:path w="1143000" h="1028700">
                <a:moveTo>
                  <a:pt x="1143000" y="1028700"/>
                </a:moveTo>
                <a:lnTo>
                  <a:pt x="1143000" y="447675"/>
                </a:lnTo>
                <a:lnTo>
                  <a:pt x="0" y="447675"/>
                </a:lnTo>
                <a:lnTo>
                  <a:pt x="0" y="0"/>
                </a:lnTo>
              </a:path>
            </a:pathLst>
          </a:custGeom>
          <a:noFill xmlns:a="http://schemas.openxmlformats.org/drawingml/2006/main"/>
          <a:ln xmlns:a="http://schemas.openxmlformats.org/drawingml/2006/main" w="10478">
            <a:solidFill>
              <a:srgbClr val="000000"/>
            </a:solidFill>
            <a:prstDash val="solid"/>
          </a:ln>
        </p:spPr>
      </p:sp>
      <p:sp>
        <p:nvSpPr>
          <p:cNvPr id="77" name="dp45-comparison / n79 / arrow">
            <a:extLst xmlns:a="http://schemas.openxmlformats.org/drawingml/2006/main">
              <a:ext uri="{FF2B5EF4-FFF2-40B4-BE49-F238E27FC236}">
                <a16:creationId xmlns:a16="http://schemas.microsoft.com/office/drawing/2014/main" id="{241E9DED-5C18-4A9F-AD9C-7F6DB5DB0D5E}"/>
              </a:ext>
            </a:extLst>
          </p:cNvPr>
          <p:cNvSpPr>
            <a:spLocks xmlns:a="http://schemas.openxmlformats.org/drawingml/2006/main" noGrp="1"/>
          </p:cNvSpPr>
          <p:nvPr/>
        </p:nvSpPr>
        <p:spPr>
          <a:xfrm xmlns:a="http://schemas.openxmlformats.org/drawingml/2006/main">
            <a:off x="2900172" y="2705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78" name="dp45-comparison / n80 / path">
            <a:extLst xmlns:a="http://schemas.openxmlformats.org/drawingml/2006/main">
              <a:ext uri="{FF2B5EF4-FFF2-40B4-BE49-F238E27FC236}">
                <a16:creationId xmlns:a16="http://schemas.microsoft.com/office/drawing/2014/main" id="{15F72858-A3FC-43E8-85B6-AFDD0B031896}"/>
              </a:ext>
            </a:extLst>
          </p:cNvPr>
          <p:cNvSpPr>
            <a:spLocks xmlns:a="http://schemas.openxmlformats.org/drawingml/2006/main" noGrp="1"/>
          </p:cNvSpPr>
          <p:nvPr/>
        </p:nvSpPr>
        <p:spPr>
          <a:xfrm xmlns:a="http://schemas.openxmlformats.org/drawingml/2006/main">
            <a:off x="2990850" y="2705100"/>
            <a:ext cx="1143000" cy="1028700"/>
          </a:xfrm>
          <a:custGeom xmlns:a="http://schemas.openxmlformats.org/drawingml/2006/main">
            <a:pathLst>
              <a:path w="1143000" h="1028700">
                <a:moveTo>
                  <a:pt x="0" y="0"/>
                </a:moveTo>
                <a:lnTo>
                  <a:pt x="0" y="504825"/>
                </a:lnTo>
                <a:lnTo>
                  <a:pt x="1143000" y="504825"/>
                </a:lnTo>
                <a:lnTo>
                  <a:pt x="1143000" y="1028700"/>
                </a:lnTo>
              </a:path>
            </a:pathLst>
          </a:custGeom>
          <a:noFill xmlns:a="http://schemas.openxmlformats.org/drawingml/2006/main"/>
          <a:ln xmlns:a="http://schemas.openxmlformats.org/drawingml/2006/main" w="10478">
            <a:solidFill>
              <a:srgbClr val="000000"/>
            </a:solidFill>
            <a:prstDash val="dash"/>
          </a:ln>
        </p:spPr>
      </p:sp>
      <p:sp>
        <p:nvSpPr>
          <p:cNvPr id="79" name="dp45-comparison / n80 / arrow">
            <a:extLst xmlns:a="http://schemas.openxmlformats.org/drawingml/2006/main">
              <a:ext uri="{FF2B5EF4-FFF2-40B4-BE49-F238E27FC236}">
                <a16:creationId xmlns:a16="http://schemas.microsoft.com/office/drawing/2014/main" id="{78F4782A-3751-4DD0-9896-130C16EA4939}"/>
              </a:ext>
            </a:extLst>
          </p:cNvPr>
          <p:cNvSpPr>
            <a:spLocks xmlns:a="http://schemas.openxmlformats.org/drawingml/2006/main" noGrp="1"/>
          </p:cNvSpPr>
          <p:nvPr/>
        </p:nvSpPr>
        <p:spPr>
          <a:xfrm xmlns:a="http://schemas.openxmlformats.org/drawingml/2006/main">
            <a:off x="4100322" y="3666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0" name="dp45-comparison / n81 / path">
            <a:extLst xmlns:a="http://schemas.openxmlformats.org/drawingml/2006/main">
              <a:ext uri="{FF2B5EF4-FFF2-40B4-BE49-F238E27FC236}">
                <a16:creationId xmlns:a16="http://schemas.microsoft.com/office/drawing/2014/main" id="{D4D4B7BE-6C39-4DA3-9BCF-591E036D15B9}"/>
              </a:ext>
            </a:extLst>
          </p:cNvPr>
          <p:cNvSpPr>
            <a:spLocks xmlns:a="http://schemas.openxmlformats.org/drawingml/2006/main" noGrp="1"/>
          </p:cNvSpPr>
          <p:nvPr/>
        </p:nvSpPr>
        <p:spPr>
          <a:xfrm xmlns:a="http://schemas.openxmlformats.org/drawingml/2006/main">
            <a:off x="4305300" y="2705100"/>
            <a:ext cx="3571875" cy="1028700"/>
          </a:xfrm>
          <a:custGeom xmlns:a="http://schemas.openxmlformats.org/drawingml/2006/main">
            <a:pathLst>
              <a:path w="3571875" h="1028700">
                <a:moveTo>
                  <a:pt x="0" y="1028700"/>
                </a:moveTo>
                <a:lnTo>
                  <a:pt x="0" y="447675"/>
                </a:lnTo>
                <a:lnTo>
                  <a:pt x="3571875" y="447675"/>
                </a:lnTo>
                <a:lnTo>
                  <a:pt x="3571875" y="0"/>
                </a:lnTo>
              </a:path>
            </a:pathLst>
          </a:custGeom>
          <a:noFill xmlns:a="http://schemas.openxmlformats.org/drawingml/2006/main"/>
          <a:ln xmlns:a="http://schemas.openxmlformats.org/drawingml/2006/main" w="10478">
            <a:solidFill>
              <a:srgbClr val="000000"/>
            </a:solidFill>
            <a:prstDash val="solid"/>
          </a:ln>
        </p:spPr>
      </p:sp>
      <p:sp>
        <p:nvSpPr>
          <p:cNvPr id="81" name="dp45-comparison / n81 / arrow">
            <a:extLst xmlns:a="http://schemas.openxmlformats.org/drawingml/2006/main">
              <a:ext uri="{FF2B5EF4-FFF2-40B4-BE49-F238E27FC236}">
                <a16:creationId xmlns:a16="http://schemas.microsoft.com/office/drawing/2014/main" id="{CD1CF6D3-7458-4F37-9907-25D828D74B54}"/>
              </a:ext>
            </a:extLst>
          </p:cNvPr>
          <p:cNvSpPr>
            <a:spLocks xmlns:a="http://schemas.openxmlformats.org/drawingml/2006/main" noGrp="1"/>
          </p:cNvSpPr>
          <p:nvPr/>
        </p:nvSpPr>
        <p:spPr>
          <a:xfrm xmlns:a="http://schemas.openxmlformats.org/drawingml/2006/main">
            <a:off x="7843647" y="2705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82" name="dp45-comparison / n82 / path">
            <a:extLst xmlns:a="http://schemas.openxmlformats.org/drawingml/2006/main">
              <a:ext uri="{FF2B5EF4-FFF2-40B4-BE49-F238E27FC236}">
                <a16:creationId xmlns:a16="http://schemas.microsoft.com/office/drawing/2014/main" id="{9A211DC4-D492-4DD0-A729-00792FE9A717}"/>
              </a:ext>
            </a:extLst>
          </p:cNvPr>
          <p:cNvSpPr>
            <a:spLocks xmlns:a="http://schemas.openxmlformats.org/drawingml/2006/main" noGrp="1"/>
          </p:cNvSpPr>
          <p:nvPr/>
        </p:nvSpPr>
        <p:spPr>
          <a:xfrm xmlns:a="http://schemas.openxmlformats.org/drawingml/2006/main">
            <a:off x="4362450" y="2705100"/>
            <a:ext cx="3571875" cy="1028700"/>
          </a:xfrm>
          <a:custGeom xmlns:a="http://schemas.openxmlformats.org/drawingml/2006/main">
            <a:pathLst>
              <a:path w="3571875" h="1028700">
                <a:moveTo>
                  <a:pt x="3571875" y="0"/>
                </a:moveTo>
                <a:lnTo>
                  <a:pt x="3571875" y="504825"/>
                </a:lnTo>
                <a:lnTo>
                  <a:pt x="0" y="504825"/>
                </a:lnTo>
                <a:lnTo>
                  <a:pt x="0" y="1028700"/>
                </a:lnTo>
              </a:path>
            </a:pathLst>
          </a:custGeom>
          <a:noFill xmlns:a="http://schemas.openxmlformats.org/drawingml/2006/main"/>
          <a:ln xmlns:a="http://schemas.openxmlformats.org/drawingml/2006/main" w="10478">
            <a:solidFill>
              <a:srgbClr val="000000"/>
            </a:solidFill>
            <a:prstDash val="dash"/>
          </a:ln>
        </p:spPr>
      </p:sp>
      <p:sp>
        <p:nvSpPr>
          <p:cNvPr id="83" name="dp45-comparison / n82 / arrow">
            <a:extLst xmlns:a="http://schemas.openxmlformats.org/drawingml/2006/main">
              <a:ext uri="{FF2B5EF4-FFF2-40B4-BE49-F238E27FC236}">
                <a16:creationId xmlns:a16="http://schemas.microsoft.com/office/drawing/2014/main" id="{86E89828-5515-4809-A272-B62778277114}"/>
              </a:ext>
            </a:extLst>
          </p:cNvPr>
          <p:cNvSpPr>
            <a:spLocks xmlns:a="http://schemas.openxmlformats.org/drawingml/2006/main" noGrp="1"/>
          </p:cNvSpPr>
          <p:nvPr/>
        </p:nvSpPr>
        <p:spPr>
          <a:xfrm xmlns:a="http://schemas.openxmlformats.org/drawingml/2006/main">
            <a:off x="4328922" y="3666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4" name="dp45-comparison / n85 / path">
            <a:extLst xmlns:a="http://schemas.openxmlformats.org/drawingml/2006/main">
              <a:ext uri="{FF2B5EF4-FFF2-40B4-BE49-F238E27FC236}">
                <a16:creationId xmlns:a16="http://schemas.microsoft.com/office/drawing/2014/main" id="{6F19FEDA-F4DE-49BB-8411-174030BF2E6C}"/>
              </a:ext>
            </a:extLst>
          </p:cNvPr>
          <p:cNvSpPr>
            <a:spLocks xmlns:a="http://schemas.openxmlformats.org/drawingml/2006/main" noGrp="1"/>
          </p:cNvSpPr>
          <p:nvPr/>
        </p:nvSpPr>
        <p:spPr>
          <a:xfrm xmlns:a="http://schemas.openxmlformats.org/drawingml/2006/main">
            <a:off x="2971800" y="4086225"/>
            <a:ext cx="953" cy="1152525"/>
          </a:xfrm>
          <a:custGeom xmlns:a="http://schemas.openxmlformats.org/drawingml/2006/main">
            <a:pathLst>
              <a:path w="953" h="1152525">
                <a:moveTo>
                  <a:pt x="0" y="0"/>
                </a:moveTo>
                <a:lnTo>
                  <a:pt x="0" y="1152525"/>
                </a:lnTo>
              </a:path>
            </a:pathLst>
          </a:custGeom>
          <a:noFill xmlns:a="http://schemas.openxmlformats.org/drawingml/2006/main"/>
          <a:ln xmlns:a="http://schemas.openxmlformats.org/drawingml/2006/main" w="10478">
            <a:solidFill>
              <a:srgbClr val="000000"/>
            </a:solidFill>
            <a:prstDash val="solid"/>
          </a:ln>
        </p:spPr>
      </p:sp>
      <p:sp>
        <p:nvSpPr>
          <p:cNvPr id="85" name="dp45-comparison / n85 / arrow">
            <a:extLst xmlns:a="http://schemas.openxmlformats.org/drawingml/2006/main">
              <a:ext uri="{FF2B5EF4-FFF2-40B4-BE49-F238E27FC236}">
                <a16:creationId xmlns:a16="http://schemas.microsoft.com/office/drawing/2014/main" id="{C5090504-6CD8-4203-AF81-0468F9722E6F}"/>
              </a:ext>
            </a:extLst>
          </p:cNvPr>
          <p:cNvSpPr>
            <a:spLocks xmlns:a="http://schemas.openxmlformats.org/drawingml/2006/main" noGrp="1"/>
          </p:cNvSpPr>
          <p:nvPr/>
        </p:nvSpPr>
        <p:spPr>
          <a:xfrm xmlns:a="http://schemas.openxmlformats.org/drawingml/2006/main">
            <a:off x="2938272" y="51716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6" name="dp45-comparison / n86 / path">
            <a:extLst xmlns:a="http://schemas.openxmlformats.org/drawingml/2006/main">
              <a:ext uri="{FF2B5EF4-FFF2-40B4-BE49-F238E27FC236}">
                <a16:creationId xmlns:a16="http://schemas.microsoft.com/office/drawing/2014/main" id="{6B6712B8-CD19-4334-8891-E548CED14083}"/>
              </a:ext>
            </a:extLst>
          </p:cNvPr>
          <p:cNvSpPr>
            <a:spLocks xmlns:a="http://schemas.openxmlformats.org/drawingml/2006/main" noGrp="1"/>
          </p:cNvSpPr>
          <p:nvPr/>
        </p:nvSpPr>
        <p:spPr>
          <a:xfrm xmlns:a="http://schemas.openxmlformats.org/drawingml/2006/main">
            <a:off x="3505200" y="4086225"/>
            <a:ext cx="953" cy="1152525"/>
          </a:xfrm>
          <a:custGeom xmlns:a="http://schemas.openxmlformats.org/drawingml/2006/main">
            <a:pathLst>
              <a:path w="953" h="1152525">
                <a:moveTo>
                  <a:pt x="0" y="1152525"/>
                </a:moveTo>
                <a:lnTo>
                  <a:pt x="0" y="0"/>
                </a:lnTo>
              </a:path>
            </a:pathLst>
          </a:custGeom>
          <a:noFill xmlns:a="http://schemas.openxmlformats.org/drawingml/2006/main"/>
          <a:ln xmlns:a="http://schemas.openxmlformats.org/drawingml/2006/main" w="10478">
            <a:solidFill>
              <a:srgbClr val="000000"/>
            </a:solidFill>
            <a:prstDash val="dash"/>
          </a:ln>
        </p:spPr>
      </p:sp>
      <p:sp>
        <p:nvSpPr>
          <p:cNvPr id="87" name="dp45-comparison / n86 / arrow">
            <a:extLst xmlns:a="http://schemas.openxmlformats.org/drawingml/2006/main">
              <a:ext uri="{FF2B5EF4-FFF2-40B4-BE49-F238E27FC236}">
                <a16:creationId xmlns:a16="http://schemas.microsoft.com/office/drawing/2014/main" id="{B4C70304-37D2-445A-94E5-4EE5CF8239ED}"/>
              </a:ext>
            </a:extLst>
          </p:cNvPr>
          <p:cNvSpPr>
            <a:spLocks xmlns:a="http://schemas.openxmlformats.org/drawingml/2006/main" noGrp="1"/>
          </p:cNvSpPr>
          <p:nvPr/>
        </p:nvSpPr>
        <p:spPr>
          <a:xfrm xmlns:a="http://schemas.openxmlformats.org/drawingml/2006/main">
            <a:off x="3471672" y="40862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88" name="dp45-comparison / n91 / path">
            <a:extLst xmlns:a="http://schemas.openxmlformats.org/drawingml/2006/main">
              <a:ext uri="{FF2B5EF4-FFF2-40B4-BE49-F238E27FC236}">
                <a16:creationId xmlns:a16="http://schemas.microsoft.com/office/drawing/2014/main" id="{9F18DE64-9D13-4368-BC78-049BECF3E571}"/>
              </a:ext>
            </a:extLst>
          </p:cNvPr>
          <p:cNvSpPr>
            <a:spLocks xmlns:a="http://schemas.openxmlformats.org/drawingml/2006/main" noGrp="1"/>
          </p:cNvSpPr>
          <p:nvPr/>
        </p:nvSpPr>
        <p:spPr>
          <a:xfrm xmlns:a="http://schemas.openxmlformats.org/drawingml/2006/main">
            <a:off x="4619625" y="3910013"/>
            <a:ext cx="2809875" cy="1328738"/>
          </a:xfrm>
          <a:custGeom xmlns:a="http://schemas.openxmlformats.org/drawingml/2006/main">
            <a:pathLst>
              <a:path w="2809875" h="1328738">
                <a:moveTo>
                  <a:pt x="0" y="0"/>
                </a:moveTo>
                <a:lnTo>
                  <a:pt x="190500" y="0"/>
                </a:lnTo>
                <a:lnTo>
                  <a:pt x="190500" y="1223963"/>
                </a:lnTo>
                <a:lnTo>
                  <a:pt x="2809875" y="1223963"/>
                </a:lnTo>
                <a:lnTo>
                  <a:pt x="2809875" y="1328738"/>
                </a:lnTo>
              </a:path>
            </a:pathLst>
          </a:custGeom>
          <a:noFill xmlns:a="http://schemas.openxmlformats.org/drawingml/2006/main"/>
          <a:ln xmlns:a="http://schemas.openxmlformats.org/drawingml/2006/main" w="10478">
            <a:solidFill>
              <a:srgbClr val="000000"/>
            </a:solidFill>
            <a:prstDash val="solid"/>
          </a:ln>
        </p:spPr>
      </p:sp>
      <p:sp>
        <p:nvSpPr>
          <p:cNvPr id="89" name="dp45-comparison / n91 / arrow">
            <a:extLst xmlns:a="http://schemas.openxmlformats.org/drawingml/2006/main">
              <a:ext uri="{FF2B5EF4-FFF2-40B4-BE49-F238E27FC236}">
                <a16:creationId xmlns:a16="http://schemas.microsoft.com/office/drawing/2014/main" id="{624D0058-C70C-4677-A071-06362FCCA2D6}"/>
              </a:ext>
            </a:extLst>
          </p:cNvPr>
          <p:cNvSpPr>
            <a:spLocks xmlns:a="http://schemas.openxmlformats.org/drawingml/2006/main" noGrp="1"/>
          </p:cNvSpPr>
          <p:nvPr/>
        </p:nvSpPr>
        <p:spPr>
          <a:xfrm xmlns:a="http://schemas.openxmlformats.org/drawingml/2006/main">
            <a:off x="7395972" y="51716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0" name="dp45-comparison / n92 / path">
            <a:extLst xmlns:a="http://schemas.openxmlformats.org/drawingml/2006/main">
              <a:ext uri="{FF2B5EF4-FFF2-40B4-BE49-F238E27FC236}">
                <a16:creationId xmlns:a16="http://schemas.microsoft.com/office/drawing/2014/main" id="{D962E841-EFAF-4727-9F2E-00F73458A3FE}"/>
              </a:ext>
            </a:extLst>
          </p:cNvPr>
          <p:cNvSpPr>
            <a:spLocks xmlns:a="http://schemas.openxmlformats.org/drawingml/2006/main" noGrp="1"/>
          </p:cNvSpPr>
          <p:nvPr/>
        </p:nvSpPr>
        <p:spPr>
          <a:xfrm xmlns:a="http://schemas.openxmlformats.org/drawingml/2006/main">
            <a:off x="4619625" y="4005263"/>
            <a:ext cx="2952750" cy="1233488"/>
          </a:xfrm>
          <a:custGeom xmlns:a="http://schemas.openxmlformats.org/drawingml/2006/main">
            <a:pathLst>
              <a:path w="2952750" h="1233488">
                <a:moveTo>
                  <a:pt x="2952750" y="1233488"/>
                </a:moveTo>
                <a:lnTo>
                  <a:pt x="2952750" y="1071563"/>
                </a:lnTo>
                <a:lnTo>
                  <a:pt x="285750" y="1071563"/>
                </a:lnTo>
                <a:lnTo>
                  <a:pt x="285750" y="0"/>
                </a:lnTo>
                <a:lnTo>
                  <a:pt x="0" y="0"/>
                </a:lnTo>
              </a:path>
            </a:pathLst>
          </a:custGeom>
          <a:noFill xmlns:a="http://schemas.openxmlformats.org/drawingml/2006/main"/>
          <a:ln xmlns:a="http://schemas.openxmlformats.org/drawingml/2006/main" w="10478">
            <a:solidFill>
              <a:srgbClr val="000000"/>
            </a:solidFill>
            <a:prstDash val="dash"/>
          </a:ln>
        </p:spPr>
      </p:sp>
      <p:sp>
        <p:nvSpPr>
          <p:cNvPr id="91" name="dp45-comparison / n92 / arrow">
            <a:extLst xmlns:a="http://schemas.openxmlformats.org/drawingml/2006/main">
              <a:ext uri="{FF2B5EF4-FFF2-40B4-BE49-F238E27FC236}">
                <a16:creationId xmlns:a16="http://schemas.microsoft.com/office/drawing/2014/main" id="{2BE8A982-32FB-43C7-9004-899EAB388390}"/>
              </a:ext>
            </a:extLst>
          </p:cNvPr>
          <p:cNvSpPr>
            <a:spLocks xmlns:a="http://schemas.openxmlformats.org/drawingml/2006/main" noGrp="1"/>
          </p:cNvSpPr>
          <p:nvPr/>
        </p:nvSpPr>
        <p:spPr>
          <a:xfrm xmlns:a="http://schemas.openxmlformats.org/drawingml/2006/main">
            <a:off x="4619625" y="3971735"/>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92" name="dp45-comparison / n101">
            <a:extLst xmlns:a="http://schemas.openxmlformats.org/drawingml/2006/main">
              <a:ext uri="{FF2B5EF4-FFF2-40B4-BE49-F238E27FC236}">
                <a16:creationId xmlns:a16="http://schemas.microsoft.com/office/drawing/2014/main" id="{83071C41-0A6B-41BA-A538-647750BB436D}"/>
              </a:ext>
            </a:extLst>
          </p:cNvPr>
          <p:cNvSpPr>
            <a:spLocks xmlns:a="http://schemas.openxmlformats.org/drawingml/2006/main" noGrp="1"/>
          </p:cNvSpPr>
          <p:nvPr/>
        </p:nvSpPr>
        <p:spPr>
          <a:xfrm xmlns:a="http://schemas.openxmlformats.org/drawingml/2006/main">
            <a:off x="1666875" y="6515100"/>
            <a:ext cx="2762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3" name="dp45-comparison / n102 / text 1">
            <a:extLst xmlns:a="http://schemas.openxmlformats.org/drawingml/2006/main">
              <a:ext uri="{FF2B5EF4-FFF2-40B4-BE49-F238E27FC236}">
                <a16:creationId xmlns:a16="http://schemas.microsoft.com/office/drawing/2014/main" id="{9AB58CCC-EBFE-4D24-9ADC-85F09D98C892}"/>
              </a:ext>
            </a:extLst>
          </p:cNvPr>
          <p:cNvSpPr>
            <a:spLocks xmlns:a="http://schemas.openxmlformats.org/drawingml/2006/main" noGrp="1"/>
          </p:cNvSpPr>
          <p:nvPr/>
        </p:nvSpPr>
        <p:spPr>
          <a:xfrm xmlns:a="http://schemas.openxmlformats.org/drawingml/2006/main">
            <a:off x="1752600" y="6543199"/>
            <a:ext cx="2590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Model Access</a:t>
            </a:r>
          </a:p>
        </p:txBody>
      </p:sp>
      <p:sp>
        <p:nvSpPr>
          <p:cNvPr id="94" name="dp45-comparison / n103">
            <a:extLst xmlns:a="http://schemas.openxmlformats.org/drawingml/2006/main">
              <a:ext uri="{FF2B5EF4-FFF2-40B4-BE49-F238E27FC236}">
                <a16:creationId xmlns:a16="http://schemas.microsoft.com/office/drawing/2014/main" id="{437C77B6-E11F-46C5-B32A-074868D3222F}"/>
              </a:ext>
            </a:extLst>
          </p:cNvPr>
          <p:cNvSpPr>
            <a:spLocks xmlns:a="http://schemas.openxmlformats.org/drawingml/2006/main" noGrp="1"/>
          </p:cNvSpPr>
          <p:nvPr/>
        </p:nvSpPr>
        <p:spPr>
          <a:xfrm xmlns:a="http://schemas.openxmlformats.org/drawingml/2006/main">
            <a:off x="6334125" y="6515100"/>
            <a:ext cx="2857500" cy="2667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95" name="dp45-comparison / n104 / text 1">
            <a:extLst xmlns:a="http://schemas.openxmlformats.org/drawingml/2006/main">
              <a:ext uri="{FF2B5EF4-FFF2-40B4-BE49-F238E27FC236}">
                <a16:creationId xmlns:a16="http://schemas.microsoft.com/office/drawing/2014/main" id="{5BF531F4-ADC9-4201-BF5D-1068E8ED58A0}"/>
              </a:ext>
            </a:extLst>
          </p:cNvPr>
          <p:cNvSpPr>
            <a:spLocks xmlns:a="http://schemas.openxmlformats.org/drawingml/2006/main" noGrp="1"/>
          </p:cNvSpPr>
          <p:nvPr/>
        </p:nvSpPr>
        <p:spPr>
          <a:xfrm xmlns:a="http://schemas.openxmlformats.org/drawingml/2006/main">
            <a:off x="6419850" y="6543199"/>
            <a:ext cx="26860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클라우드 의미 LLM</a:t>
            </a:r>
          </a:p>
        </p:txBody>
      </p:sp>
      <p:sp>
        <p:nvSpPr>
          <p:cNvPr id="96" name="dp45-comparison / n105 / path">
            <a:extLst xmlns:a="http://schemas.openxmlformats.org/drawingml/2006/main">
              <a:ext uri="{FF2B5EF4-FFF2-40B4-BE49-F238E27FC236}">
                <a16:creationId xmlns:a16="http://schemas.microsoft.com/office/drawing/2014/main" id="{E77E6346-6DB8-4480-9634-6295499F3D9B}"/>
              </a:ext>
            </a:extLst>
          </p:cNvPr>
          <p:cNvSpPr>
            <a:spLocks xmlns:a="http://schemas.openxmlformats.org/drawingml/2006/main" noGrp="1"/>
          </p:cNvSpPr>
          <p:nvPr/>
        </p:nvSpPr>
        <p:spPr>
          <a:xfrm xmlns:a="http://schemas.openxmlformats.org/drawingml/2006/main">
            <a:off x="1524000" y="3910013"/>
            <a:ext cx="1524000" cy="2605088"/>
          </a:xfrm>
          <a:custGeom xmlns:a="http://schemas.openxmlformats.org/drawingml/2006/main">
            <a:pathLst>
              <a:path w="1524000" h="2605088">
                <a:moveTo>
                  <a:pt x="333375" y="0"/>
                </a:moveTo>
                <a:lnTo>
                  <a:pt x="0" y="0"/>
                </a:lnTo>
                <a:lnTo>
                  <a:pt x="0" y="2519363"/>
                </a:lnTo>
                <a:lnTo>
                  <a:pt x="1524000" y="2519363"/>
                </a:lnTo>
                <a:lnTo>
                  <a:pt x="1524000" y="2605088"/>
                </a:lnTo>
              </a:path>
            </a:pathLst>
          </a:custGeom>
          <a:noFill xmlns:a="http://schemas.openxmlformats.org/drawingml/2006/main"/>
          <a:ln xmlns:a="http://schemas.openxmlformats.org/drawingml/2006/main" w="10478">
            <a:solidFill>
              <a:srgbClr val="000000"/>
            </a:solidFill>
            <a:prstDash val="solid"/>
          </a:ln>
        </p:spPr>
      </p:sp>
      <p:sp>
        <p:nvSpPr>
          <p:cNvPr id="97" name="dp45-comparison / n105 / arrow">
            <a:extLst xmlns:a="http://schemas.openxmlformats.org/drawingml/2006/main">
              <a:ext uri="{FF2B5EF4-FFF2-40B4-BE49-F238E27FC236}">
                <a16:creationId xmlns:a16="http://schemas.microsoft.com/office/drawing/2014/main" id="{387629D3-0D33-4650-B426-A8A8CAA25FAA}"/>
              </a:ext>
            </a:extLst>
          </p:cNvPr>
          <p:cNvSpPr>
            <a:spLocks xmlns:a="http://schemas.openxmlformats.org/drawingml/2006/main" noGrp="1"/>
          </p:cNvSpPr>
          <p:nvPr/>
        </p:nvSpPr>
        <p:spPr>
          <a:xfrm xmlns:a="http://schemas.openxmlformats.org/drawingml/2006/main">
            <a:off x="3014472" y="64480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8" name="dp45-comparison / n106 / path">
            <a:extLst xmlns:a="http://schemas.openxmlformats.org/drawingml/2006/main">
              <a:ext uri="{FF2B5EF4-FFF2-40B4-BE49-F238E27FC236}">
                <a16:creationId xmlns:a16="http://schemas.microsoft.com/office/drawing/2014/main" id="{39A3A0B0-BFE8-472D-8631-DD8B4CD89C65}"/>
              </a:ext>
            </a:extLst>
          </p:cNvPr>
          <p:cNvSpPr>
            <a:spLocks xmlns:a="http://schemas.openxmlformats.org/drawingml/2006/main" noGrp="1"/>
          </p:cNvSpPr>
          <p:nvPr/>
        </p:nvSpPr>
        <p:spPr>
          <a:xfrm xmlns:a="http://schemas.openxmlformats.org/drawingml/2006/main">
            <a:off x="1447800" y="4005263"/>
            <a:ext cx="1714500" cy="2509838"/>
          </a:xfrm>
          <a:custGeom xmlns:a="http://schemas.openxmlformats.org/drawingml/2006/main">
            <a:pathLst>
              <a:path w="1714500" h="2509838">
                <a:moveTo>
                  <a:pt x="1714500" y="2509838"/>
                </a:moveTo>
                <a:lnTo>
                  <a:pt x="1714500" y="2376488"/>
                </a:lnTo>
                <a:lnTo>
                  <a:pt x="0" y="2376488"/>
                </a:lnTo>
                <a:lnTo>
                  <a:pt x="0" y="0"/>
                </a:lnTo>
                <a:lnTo>
                  <a:pt x="409575" y="0"/>
                </a:lnTo>
              </a:path>
            </a:pathLst>
          </a:custGeom>
          <a:noFill xmlns:a="http://schemas.openxmlformats.org/drawingml/2006/main"/>
          <a:ln xmlns:a="http://schemas.openxmlformats.org/drawingml/2006/main" w="10478">
            <a:solidFill>
              <a:srgbClr val="000000"/>
            </a:solidFill>
            <a:prstDash val="dash"/>
          </a:ln>
        </p:spPr>
      </p:sp>
      <p:sp>
        <p:nvSpPr>
          <p:cNvPr id="99" name="dp45-comparison / n106 / arrow">
            <a:extLst xmlns:a="http://schemas.openxmlformats.org/drawingml/2006/main">
              <a:ext uri="{FF2B5EF4-FFF2-40B4-BE49-F238E27FC236}">
                <a16:creationId xmlns:a16="http://schemas.microsoft.com/office/drawing/2014/main" id="{7D016B38-97E6-479E-A89F-EC24AACC9C68}"/>
              </a:ext>
            </a:extLst>
          </p:cNvPr>
          <p:cNvSpPr>
            <a:spLocks xmlns:a="http://schemas.openxmlformats.org/drawingml/2006/main" noGrp="1"/>
          </p:cNvSpPr>
          <p:nvPr/>
        </p:nvSpPr>
        <p:spPr>
          <a:xfrm xmlns:a="http://schemas.openxmlformats.org/drawingml/2006/main">
            <a:off x="1790319" y="39717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0" name="dp45-comparison / n107 / path">
            <a:extLst xmlns:a="http://schemas.openxmlformats.org/drawingml/2006/main">
              <a:ext uri="{FF2B5EF4-FFF2-40B4-BE49-F238E27FC236}">
                <a16:creationId xmlns:a16="http://schemas.microsoft.com/office/drawing/2014/main" id="{DE09C333-E417-44E7-ABE5-C33703D9C5B5}"/>
              </a:ext>
            </a:extLst>
          </p:cNvPr>
          <p:cNvSpPr>
            <a:spLocks xmlns:a="http://schemas.openxmlformats.org/drawingml/2006/main" noGrp="1"/>
          </p:cNvSpPr>
          <p:nvPr/>
        </p:nvSpPr>
        <p:spPr>
          <a:xfrm xmlns:a="http://schemas.openxmlformats.org/drawingml/2006/main">
            <a:off x="4429125" y="6610350"/>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101" name="dp45-comparison / n107 / arrow">
            <a:extLst xmlns:a="http://schemas.openxmlformats.org/drawingml/2006/main">
              <a:ext uri="{FF2B5EF4-FFF2-40B4-BE49-F238E27FC236}">
                <a16:creationId xmlns:a16="http://schemas.microsoft.com/office/drawing/2014/main" id="{211358E1-B13B-4FF5-95B5-BDCA4B658280}"/>
              </a:ext>
            </a:extLst>
          </p:cNvPr>
          <p:cNvSpPr>
            <a:spLocks xmlns:a="http://schemas.openxmlformats.org/drawingml/2006/main" noGrp="1"/>
          </p:cNvSpPr>
          <p:nvPr/>
        </p:nvSpPr>
        <p:spPr>
          <a:xfrm xmlns:a="http://schemas.openxmlformats.org/drawingml/2006/main">
            <a:off x="6267069" y="65768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2" name="dp45-comparison / n108 / path">
            <a:extLst xmlns:a="http://schemas.openxmlformats.org/drawingml/2006/main">
              <a:ext uri="{FF2B5EF4-FFF2-40B4-BE49-F238E27FC236}">
                <a16:creationId xmlns:a16="http://schemas.microsoft.com/office/drawing/2014/main" id="{A0D62B08-17BF-4530-B3B5-98E986B3BAD2}"/>
              </a:ext>
            </a:extLst>
          </p:cNvPr>
          <p:cNvSpPr>
            <a:spLocks xmlns:a="http://schemas.openxmlformats.org/drawingml/2006/main" noGrp="1"/>
          </p:cNvSpPr>
          <p:nvPr/>
        </p:nvSpPr>
        <p:spPr>
          <a:xfrm xmlns:a="http://schemas.openxmlformats.org/drawingml/2006/main">
            <a:off x="4429125" y="6696075"/>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103" name="dp45-comparison / n108 / arrow">
            <a:extLst xmlns:a="http://schemas.openxmlformats.org/drawingml/2006/main">
              <a:ext uri="{FF2B5EF4-FFF2-40B4-BE49-F238E27FC236}">
                <a16:creationId xmlns:a16="http://schemas.microsoft.com/office/drawing/2014/main" id="{F9854CE8-0098-4366-86D0-885598245979}"/>
              </a:ext>
            </a:extLst>
          </p:cNvPr>
          <p:cNvSpPr>
            <a:spLocks xmlns:a="http://schemas.openxmlformats.org/drawingml/2006/main" noGrp="1"/>
          </p:cNvSpPr>
          <p:nvPr/>
        </p:nvSpPr>
        <p:spPr>
          <a:xfrm xmlns:a="http://schemas.openxmlformats.org/drawingml/2006/main">
            <a:off x="4429125" y="66625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4" name="dp45-comparison / n113">
            <a:extLst xmlns:a="http://schemas.openxmlformats.org/drawingml/2006/main">
              <a:ext uri="{FF2B5EF4-FFF2-40B4-BE49-F238E27FC236}">
                <a16:creationId xmlns:a16="http://schemas.microsoft.com/office/drawing/2014/main" id="{6AA3775A-0E97-413D-837F-9DA91FBCC4DE}"/>
              </a:ext>
            </a:extLst>
          </p:cNvPr>
          <p:cNvSpPr>
            <a:spLocks xmlns:a="http://schemas.openxmlformats.org/drawingml/2006/main" noGrp="1"/>
          </p:cNvSpPr>
          <p:nvPr/>
        </p:nvSpPr>
        <p:spPr>
          <a:xfrm xmlns:a="http://schemas.openxmlformats.org/drawingml/2006/main">
            <a:off x="1666875" y="7086600"/>
            <a:ext cx="27622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5" name="dp45-comparison / n114 / text 1">
            <a:extLst xmlns:a="http://schemas.openxmlformats.org/drawingml/2006/main">
              <a:ext uri="{FF2B5EF4-FFF2-40B4-BE49-F238E27FC236}">
                <a16:creationId xmlns:a16="http://schemas.microsoft.com/office/drawing/2014/main" id="{BD62B2BE-2A8A-4E2F-BD2A-D330EAC21760}"/>
              </a:ext>
            </a:extLst>
          </p:cNvPr>
          <p:cNvSpPr>
            <a:spLocks xmlns:a="http://schemas.openxmlformats.org/drawingml/2006/main" noGrp="1"/>
          </p:cNvSpPr>
          <p:nvPr/>
        </p:nvSpPr>
        <p:spPr>
          <a:xfrm xmlns:a="http://schemas.openxmlformats.org/drawingml/2006/main">
            <a:off x="1752600" y="7124224"/>
            <a:ext cx="2590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06" name="dp45-comparison / n115">
            <a:extLst xmlns:a="http://schemas.openxmlformats.org/drawingml/2006/main">
              <a:ext uri="{FF2B5EF4-FFF2-40B4-BE49-F238E27FC236}">
                <a16:creationId xmlns:a16="http://schemas.microsoft.com/office/drawing/2014/main" id="{70668A8D-82F0-4CCB-BFFD-7A567BCE498D}"/>
              </a:ext>
            </a:extLst>
          </p:cNvPr>
          <p:cNvSpPr>
            <a:spLocks xmlns:a="http://schemas.openxmlformats.org/drawingml/2006/main" noGrp="1"/>
          </p:cNvSpPr>
          <p:nvPr/>
        </p:nvSpPr>
        <p:spPr>
          <a:xfrm xmlns:a="http://schemas.openxmlformats.org/drawingml/2006/main">
            <a:off x="6334125" y="7086600"/>
            <a:ext cx="28575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7" name="dp45-comparison / n116 / text 1">
            <a:extLst xmlns:a="http://schemas.openxmlformats.org/drawingml/2006/main">
              <a:ext uri="{FF2B5EF4-FFF2-40B4-BE49-F238E27FC236}">
                <a16:creationId xmlns:a16="http://schemas.microsoft.com/office/drawing/2014/main" id="{F64F8A2E-7516-456E-A51E-8174C35F194E}"/>
              </a:ext>
            </a:extLst>
          </p:cNvPr>
          <p:cNvSpPr>
            <a:spLocks xmlns:a="http://schemas.openxmlformats.org/drawingml/2006/main" noGrp="1"/>
          </p:cNvSpPr>
          <p:nvPr/>
        </p:nvSpPr>
        <p:spPr>
          <a:xfrm xmlns:a="http://schemas.openxmlformats.org/drawingml/2006/main">
            <a:off x="6419850" y="7124224"/>
            <a:ext cx="26860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Controller</a:t>
            </a:r>
          </a:p>
        </p:txBody>
      </p:sp>
      <p:sp>
        <p:nvSpPr>
          <p:cNvPr id="108" name="dp45-comparison / n117 / path">
            <a:extLst xmlns:a="http://schemas.openxmlformats.org/drawingml/2006/main">
              <a:ext uri="{FF2B5EF4-FFF2-40B4-BE49-F238E27FC236}">
                <a16:creationId xmlns:a16="http://schemas.microsoft.com/office/drawing/2014/main" id="{4602B15A-A14F-4261-9287-804D8ECD19E7}"/>
              </a:ext>
            </a:extLst>
          </p:cNvPr>
          <p:cNvSpPr>
            <a:spLocks xmlns:a="http://schemas.openxmlformats.org/drawingml/2006/main" noGrp="1"/>
          </p:cNvSpPr>
          <p:nvPr/>
        </p:nvSpPr>
        <p:spPr>
          <a:xfrm xmlns:a="http://schemas.openxmlformats.org/drawingml/2006/main">
            <a:off x="1409700" y="4005263"/>
            <a:ext cx="447675" cy="3224213"/>
          </a:xfrm>
          <a:custGeom xmlns:a="http://schemas.openxmlformats.org/drawingml/2006/main">
            <a:pathLst>
              <a:path w="447675" h="3224213">
                <a:moveTo>
                  <a:pt x="257175" y="3224213"/>
                </a:moveTo>
                <a:lnTo>
                  <a:pt x="0" y="3224213"/>
                </a:lnTo>
                <a:lnTo>
                  <a:pt x="0" y="0"/>
                </a:lnTo>
                <a:lnTo>
                  <a:pt x="447675" y="0"/>
                </a:lnTo>
              </a:path>
            </a:pathLst>
          </a:custGeom>
          <a:noFill xmlns:a="http://schemas.openxmlformats.org/drawingml/2006/main"/>
          <a:ln xmlns:a="http://schemas.openxmlformats.org/drawingml/2006/main" w="10478">
            <a:solidFill>
              <a:srgbClr val="000000"/>
            </a:solidFill>
            <a:prstDash val="solid"/>
          </a:ln>
        </p:spPr>
      </p:sp>
      <p:sp>
        <p:nvSpPr>
          <p:cNvPr id="109" name="dp45-comparison / n117 / arrow">
            <a:extLst xmlns:a="http://schemas.openxmlformats.org/drawingml/2006/main">
              <a:ext uri="{FF2B5EF4-FFF2-40B4-BE49-F238E27FC236}">
                <a16:creationId xmlns:a16="http://schemas.microsoft.com/office/drawing/2014/main" id="{B870346C-ACB9-4307-B7C4-4656C69FF7AF}"/>
              </a:ext>
            </a:extLst>
          </p:cNvPr>
          <p:cNvSpPr>
            <a:spLocks xmlns:a="http://schemas.openxmlformats.org/drawingml/2006/main" noGrp="1"/>
          </p:cNvSpPr>
          <p:nvPr/>
        </p:nvSpPr>
        <p:spPr>
          <a:xfrm xmlns:a="http://schemas.openxmlformats.org/drawingml/2006/main">
            <a:off x="1790319" y="39717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0" name="dp45-comparison / n118 / path">
            <a:extLst xmlns:a="http://schemas.openxmlformats.org/drawingml/2006/main">
              <a:ext uri="{FF2B5EF4-FFF2-40B4-BE49-F238E27FC236}">
                <a16:creationId xmlns:a16="http://schemas.microsoft.com/office/drawing/2014/main" id="{6BED0B1B-B75A-4C39-B742-A4454C24AEF3}"/>
              </a:ext>
            </a:extLst>
          </p:cNvPr>
          <p:cNvSpPr>
            <a:spLocks xmlns:a="http://schemas.openxmlformats.org/drawingml/2006/main" noGrp="1"/>
          </p:cNvSpPr>
          <p:nvPr/>
        </p:nvSpPr>
        <p:spPr>
          <a:xfrm xmlns:a="http://schemas.openxmlformats.org/drawingml/2006/main">
            <a:off x="1619250" y="3824288"/>
            <a:ext cx="1428750" cy="3262313"/>
          </a:xfrm>
          <a:custGeom xmlns:a="http://schemas.openxmlformats.org/drawingml/2006/main">
            <a:pathLst>
              <a:path w="1428750" h="3262313">
                <a:moveTo>
                  <a:pt x="238125" y="0"/>
                </a:moveTo>
                <a:lnTo>
                  <a:pt x="0" y="0"/>
                </a:lnTo>
                <a:lnTo>
                  <a:pt x="0" y="3195638"/>
                </a:lnTo>
                <a:lnTo>
                  <a:pt x="1428750" y="3195638"/>
                </a:lnTo>
                <a:lnTo>
                  <a:pt x="1428750" y="3262313"/>
                </a:lnTo>
              </a:path>
            </a:pathLst>
          </a:custGeom>
          <a:noFill xmlns:a="http://schemas.openxmlformats.org/drawingml/2006/main"/>
          <a:ln xmlns:a="http://schemas.openxmlformats.org/drawingml/2006/main" w="10478">
            <a:solidFill>
              <a:srgbClr val="000000"/>
            </a:solidFill>
            <a:prstDash val="dash"/>
          </a:ln>
        </p:spPr>
      </p:sp>
      <p:sp>
        <p:nvSpPr>
          <p:cNvPr id="111" name="dp45-comparison / n118 / arrow">
            <a:extLst xmlns:a="http://schemas.openxmlformats.org/drawingml/2006/main">
              <a:ext uri="{FF2B5EF4-FFF2-40B4-BE49-F238E27FC236}">
                <a16:creationId xmlns:a16="http://schemas.microsoft.com/office/drawing/2014/main" id="{5ED8E6FA-A9B7-4B12-86F1-48B5CFABDBB0}"/>
              </a:ext>
            </a:extLst>
          </p:cNvPr>
          <p:cNvSpPr>
            <a:spLocks xmlns:a="http://schemas.openxmlformats.org/drawingml/2006/main" noGrp="1"/>
          </p:cNvSpPr>
          <p:nvPr/>
        </p:nvSpPr>
        <p:spPr>
          <a:xfrm xmlns:a="http://schemas.openxmlformats.org/drawingml/2006/main">
            <a:off x="3014472" y="70195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2" name="dp45-comparison / n121 / path">
            <a:extLst xmlns:a="http://schemas.openxmlformats.org/drawingml/2006/main">
              <a:ext uri="{FF2B5EF4-FFF2-40B4-BE49-F238E27FC236}">
                <a16:creationId xmlns:a16="http://schemas.microsoft.com/office/drawing/2014/main" id="{C0FE2AAE-B225-4EEE-A42B-11DD94CC0DAC}"/>
              </a:ext>
            </a:extLst>
          </p:cNvPr>
          <p:cNvSpPr>
            <a:spLocks xmlns:a="http://schemas.openxmlformats.org/drawingml/2006/main" noGrp="1"/>
          </p:cNvSpPr>
          <p:nvPr/>
        </p:nvSpPr>
        <p:spPr>
          <a:xfrm xmlns:a="http://schemas.openxmlformats.org/drawingml/2006/main">
            <a:off x="4429125" y="7229475"/>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113" name="dp45-comparison / n121 / arrow">
            <a:extLst xmlns:a="http://schemas.openxmlformats.org/drawingml/2006/main">
              <a:ext uri="{FF2B5EF4-FFF2-40B4-BE49-F238E27FC236}">
                <a16:creationId xmlns:a16="http://schemas.microsoft.com/office/drawing/2014/main" id="{818A640A-9BC2-4B90-9145-3A9DBEF62E03}"/>
              </a:ext>
            </a:extLst>
          </p:cNvPr>
          <p:cNvSpPr>
            <a:spLocks xmlns:a="http://schemas.openxmlformats.org/drawingml/2006/main" noGrp="1"/>
          </p:cNvSpPr>
          <p:nvPr/>
        </p:nvSpPr>
        <p:spPr>
          <a:xfrm xmlns:a="http://schemas.openxmlformats.org/drawingml/2006/main">
            <a:off x="6267069" y="7195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4" name="dp45-comparison / n65">
            <a:extLst xmlns:a="http://schemas.openxmlformats.org/drawingml/2006/main">
              <a:ext uri="{FF2B5EF4-FFF2-40B4-BE49-F238E27FC236}">
                <a16:creationId xmlns:a16="http://schemas.microsoft.com/office/drawing/2014/main" id="{45176B24-AABE-4B46-AAD6-3250C31218F5}"/>
              </a:ext>
            </a:extLst>
          </p:cNvPr>
          <p:cNvSpPr>
            <a:spLocks xmlns:a="http://schemas.openxmlformats.org/drawingml/2006/main" noGrp="1"/>
          </p:cNvSpPr>
          <p:nvPr/>
        </p:nvSpPr>
        <p:spPr>
          <a:xfrm xmlns:a="http://schemas.openxmlformats.org/drawingml/2006/main">
            <a:off x="1647825" y="2762250"/>
            <a:ext cx="2303145"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5" name="dp45-comparison / n66 / text 1">
            <a:extLst xmlns:a="http://schemas.openxmlformats.org/drawingml/2006/main">
              <a:ext uri="{FF2B5EF4-FFF2-40B4-BE49-F238E27FC236}">
                <a16:creationId xmlns:a16="http://schemas.microsoft.com/office/drawing/2014/main" id="{94334683-5164-4FF6-AE23-7175C068D699}"/>
              </a:ext>
            </a:extLst>
          </p:cNvPr>
          <p:cNvSpPr>
            <a:spLocks xmlns:a="http://schemas.openxmlformats.org/drawingml/2006/main" noGrp="1"/>
          </p:cNvSpPr>
          <p:nvPr/>
        </p:nvSpPr>
        <p:spPr>
          <a:xfrm xmlns:a="http://schemas.openxmlformats.org/drawingml/2006/main">
            <a:off x="1666875" y="2771775"/>
            <a:ext cx="40481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P20: 실제 전달 / E20: 설명 원문</a:t>
            </a:r>
          </a:p>
        </p:txBody>
      </p:sp>
      <p:sp>
        <p:nvSpPr>
          <p:cNvPr id="116" name="dp45-comparison / n67">
            <a:extLst xmlns:a="http://schemas.openxmlformats.org/drawingml/2006/main">
              <a:ext uri="{FF2B5EF4-FFF2-40B4-BE49-F238E27FC236}">
                <a16:creationId xmlns:a16="http://schemas.microsoft.com/office/drawing/2014/main" id="{FD0E0258-1524-4F40-BF6B-E487A5BD6D58}"/>
              </a:ext>
            </a:extLst>
          </p:cNvPr>
          <p:cNvSpPr>
            <a:spLocks xmlns:a="http://schemas.openxmlformats.org/drawingml/2006/main" noGrp="1"/>
          </p:cNvSpPr>
          <p:nvPr/>
        </p:nvSpPr>
        <p:spPr>
          <a:xfrm xmlns:a="http://schemas.openxmlformats.org/drawingml/2006/main">
            <a:off x="6315075" y="2762250"/>
            <a:ext cx="232333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7" name="dp45-comparison / n68 / text 1">
            <a:extLst xmlns:a="http://schemas.openxmlformats.org/drawingml/2006/main">
              <a:ext uri="{FF2B5EF4-FFF2-40B4-BE49-F238E27FC236}">
                <a16:creationId xmlns:a16="http://schemas.microsoft.com/office/drawing/2014/main" id="{F2685036-2B28-46AB-8A98-511153340B12}"/>
              </a:ext>
            </a:extLst>
          </p:cNvPr>
          <p:cNvSpPr>
            <a:spLocks xmlns:a="http://schemas.openxmlformats.org/drawingml/2006/main" noGrp="1"/>
          </p:cNvSpPr>
          <p:nvPr/>
        </p:nvSpPr>
        <p:spPr>
          <a:xfrm xmlns:a="http://schemas.openxmlformats.org/drawingml/2006/main">
            <a:off x="6334125" y="2771775"/>
            <a:ext cx="3000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T21 → D21 개정 2 / T22 → D22 개정 1</a:t>
            </a:r>
          </a:p>
        </p:txBody>
      </p:sp>
      <p:sp>
        <p:nvSpPr>
          <p:cNvPr id="118" name="dp45-comparison / n69">
            <a:extLst xmlns:a="http://schemas.openxmlformats.org/drawingml/2006/main">
              <a:ext uri="{FF2B5EF4-FFF2-40B4-BE49-F238E27FC236}">
                <a16:creationId xmlns:a16="http://schemas.microsoft.com/office/drawing/2014/main" id="{DAEE7D97-C512-4EC6-AA69-8434A48D39A7}"/>
              </a:ext>
            </a:extLst>
          </p:cNvPr>
          <p:cNvSpPr>
            <a:spLocks xmlns:a="http://schemas.openxmlformats.org/drawingml/2006/main" noGrp="1"/>
          </p:cNvSpPr>
          <p:nvPr/>
        </p:nvSpPr>
        <p:spPr>
          <a:xfrm xmlns:a="http://schemas.openxmlformats.org/drawingml/2006/main">
            <a:off x="1647825" y="2943225"/>
            <a:ext cx="395935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9" name="dp45-comparison / n70 / text 1">
            <a:extLst xmlns:a="http://schemas.openxmlformats.org/drawingml/2006/main">
              <a:ext uri="{FF2B5EF4-FFF2-40B4-BE49-F238E27FC236}">
                <a16:creationId xmlns:a16="http://schemas.microsoft.com/office/drawing/2014/main" id="{69B5F9DF-3A28-4680-8B58-A7C717513F30}"/>
              </a:ext>
            </a:extLst>
          </p:cNvPr>
          <p:cNvSpPr>
            <a:spLocks xmlns:a="http://schemas.openxmlformats.org/drawingml/2006/main" noGrp="1"/>
          </p:cNvSpPr>
          <p:nvPr/>
        </p:nvSpPr>
        <p:spPr>
          <a:xfrm xmlns:a="http://schemas.openxmlformats.org/drawingml/2006/main">
            <a:off x="1666875" y="2952750"/>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같은 원본: 전달한 예외 문구 + 제품 조사 결과 + 견적 결과</a:t>
            </a:r>
          </a:p>
        </p:txBody>
      </p:sp>
      <p:sp>
        <p:nvSpPr>
          <p:cNvPr id="120" name="dp45-comparison / n83">
            <a:extLst xmlns:a="http://schemas.openxmlformats.org/drawingml/2006/main">
              <a:ext uri="{FF2B5EF4-FFF2-40B4-BE49-F238E27FC236}">
                <a16:creationId xmlns:a16="http://schemas.microsoft.com/office/drawing/2014/main" id="{14910BA3-343E-4560-8A1C-A3154E78D997}"/>
              </a:ext>
            </a:extLst>
          </p:cNvPr>
          <p:cNvSpPr>
            <a:spLocks xmlns:a="http://schemas.openxmlformats.org/drawingml/2006/main" noGrp="1"/>
          </p:cNvSpPr>
          <p:nvPr/>
        </p:nvSpPr>
        <p:spPr>
          <a:xfrm xmlns:a="http://schemas.openxmlformats.org/drawingml/2006/main">
            <a:off x="5029200" y="3362325"/>
            <a:ext cx="2505837"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1" name="dp45-comparison / n84 / text 1">
            <a:extLst xmlns:a="http://schemas.openxmlformats.org/drawingml/2006/main">
              <a:ext uri="{FF2B5EF4-FFF2-40B4-BE49-F238E27FC236}">
                <a16:creationId xmlns:a16="http://schemas.microsoft.com/office/drawing/2014/main" id="{95082869-F926-44D3-A5C8-71E8BD9558CB}"/>
              </a:ext>
            </a:extLst>
          </p:cNvPr>
          <p:cNvSpPr>
            <a:spLocks xmlns:a="http://schemas.openxmlformats.org/drawingml/2006/main" noGrp="1"/>
          </p:cNvSpPr>
          <p:nvPr/>
        </p:nvSpPr>
        <p:spPr>
          <a:xfrm xmlns:a="http://schemas.openxmlformats.org/drawingml/2006/main">
            <a:off x="5048250" y="3371850"/>
            <a:ext cx="3905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이번 요청에 맞춘 원본 조회 / 반환</a:t>
            </a:r>
          </a:p>
        </p:txBody>
      </p:sp>
      <p:sp>
        <p:nvSpPr>
          <p:cNvPr id="122" name="dp45-comparison / n87">
            <a:extLst xmlns:a="http://schemas.openxmlformats.org/drawingml/2006/main">
              <a:ext uri="{FF2B5EF4-FFF2-40B4-BE49-F238E27FC236}">
                <a16:creationId xmlns:a16="http://schemas.microsoft.com/office/drawing/2014/main" id="{18555A8C-36DF-427E-91F2-86CDC372B947}"/>
              </a:ext>
            </a:extLst>
          </p:cNvPr>
          <p:cNvSpPr>
            <a:spLocks xmlns:a="http://schemas.openxmlformats.org/drawingml/2006/main" noGrp="1"/>
          </p:cNvSpPr>
          <p:nvPr/>
        </p:nvSpPr>
        <p:spPr>
          <a:xfrm xmlns:a="http://schemas.openxmlformats.org/drawingml/2006/main">
            <a:off x="1933575" y="4352925"/>
            <a:ext cx="21242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3" name="dp45-comparison / n88 / text 1">
            <a:extLst xmlns:a="http://schemas.openxmlformats.org/drawingml/2006/main">
              <a:ext uri="{FF2B5EF4-FFF2-40B4-BE49-F238E27FC236}">
                <a16:creationId xmlns:a16="http://schemas.microsoft.com/office/drawing/2014/main" id="{FEC33A72-B5AE-4E78-A97A-755FD6EA50EE}"/>
              </a:ext>
            </a:extLst>
          </p:cNvPr>
          <p:cNvSpPr>
            <a:spLocks xmlns:a="http://schemas.openxmlformats.org/drawingml/2006/main" noGrp="1"/>
          </p:cNvSpPr>
          <p:nvPr/>
        </p:nvSpPr>
        <p:spPr>
          <a:xfrm xmlns:a="http://schemas.openxmlformats.org/drawingml/2006/main">
            <a:off x="1952625" y="4362450"/>
            <a:ext cx="2571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③ 원본 확인 / 유효 cache 재사용</a:t>
            </a:r>
          </a:p>
        </p:txBody>
      </p:sp>
      <p:sp>
        <p:nvSpPr>
          <p:cNvPr id="124" name="dp45-comparison / n89">
            <a:extLst xmlns:a="http://schemas.openxmlformats.org/drawingml/2006/main">
              <a:ext uri="{FF2B5EF4-FFF2-40B4-BE49-F238E27FC236}">
                <a16:creationId xmlns:a16="http://schemas.microsoft.com/office/drawing/2014/main" id="{A5748B63-BD35-4A41-9A27-D2A45D1FB40C}"/>
              </a:ext>
            </a:extLst>
          </p:cNvPr>
          <p:cNvSpPr>
            <a:spLocks xmlns:a="http://schemas.openxmlformats.org/drawingml/2006/main" noGrp="1"/>
          </p:cNvSpPr>
          <p:nvPr/>
        </p:nvSpPr>
        <p:spPr>
          <a:xfrm xmlns:a="http://schemas.openxmlformats.org/drawingml/2006/main">
            <a:off x="1933575" y="4572000"/>
            <a:ext cx="2140458"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5" name="dp45-comparison / n90 / text 1">
            <a:extLst xmlns:a="http://schemas.openxmlformats.org/drawingml/2006/main">
              <a:ext uri="{FF2B5EF4-FFF2-40B4-BE49-F238E27FC236}">
                <a16:creationId xmlns:a16="http://schemas.microsoft.com/office/drawing/2014/main" id="{716064BD-4088-474D-8D09-677A54890836}"/>
              </a:ext>
            </a:extLst>
          </p:cNvPr>
          <p:cNvSpPr>
            <a:spLocks xmlns:a="http://schemas.openxmlformats.org/drawingml/2006/main" noGrp="1"/>
          </p:cNvSpPr>
          <p:nvPr/>
        </p:nvSpPr>
        <p:spPr>
          <a:xfrm xmlns:a="http://schemas.openxmlformats.org/drawingml/2006/main">
            <a:off x="1952625" y="4581525"/>
            <a:ext cx="2571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부족하면 추가 조회 / 부분 갱신</a:t>
            </a:r>
          </a:p>
        </p:txBody>
      </p:sp>
      <p:sp>
        <p:nvSpPr>
          <p:cNvPr id="126" name="dp45-comparison / n93">
            <a:extLst xmlns:a="http://schemas.openxmlformats.org/drawingml/2006/main">
              <a:ext uri="{FF2B5EF4-FFF2-40B4-BE49-F238E27FC236}">
                <a16:creationId xmlns:a16="http://schemas.microsoft.com/office/drawing/2014/main" id="{C76B6D2F-2754-4E6D-8B4D-6C8FDE74705D}"/>
              </a:ext>
            </a:extLst>
          </p:cNvPr>
          <p:cNvSpPr>
            <a:spLocks xmlns:a="http://schemas.openxmlformats.org/drawingml/2006/main" noGrp="1"/>
          </p:cNvSpPr>
          <p:nvPr/>
        </p:nvSpPr>
        <p:spPr>
          <a:xfrm xmlns:a="http://schemas.openxmlformats.org/drawingml/2006/main">
            <a:off x="5191125" y="3705225"/>
            <a:ext cx="3714750" cy="1257300"/>
          </a:xfrm>
          <a:custGeom xmlns:a="http://schemas.openxmlformats.org/drawingml/2006/main">
            <a:pathLst>
              <a:path w="3714750" h="1257300">
                <a:moveTo>
                  <a:pt x="0" y="0"/>
                </a:moveTo>
                <a:lnTo>
                  <a:pt x="3543300" y="0"/>
                </a:lnTo>
                <a:lnTo>
                  <a:pt x="3714750" y="171450"/>
                </a:lnTo>
                <a:lnTo>
                  <a:pt x="3714750" y="1257300"/>
                </a:lnTo>
                <a:lnTo>
                  <a:pt x="0" y="1257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27" name="dp45-comparison / n93 / fold">
            <a:extLst xmlns:a="http://schemas.openxmlformats.org/drawingml/2006/main">
              <a:ext uri="{FF2B5EF4-FFF2-40B4-BE49-F238E27FC236}">
                <a16:creationId xmlns:a16="http://schemas.microsoft.com/office/drawing/2014/main" id="{0E812063-78D7-4942-ACE5-2AC202CC6BB3}"/>
              </a:ext>
            </a:extLst>
          </p:cNvPr>
          <p:cNvSpPr>
            <a:spLocks xmlns:a="http://schemas.openxmlformats.org/drawingml/2006/main" noGrp="1"/>
          </p:cNvSpPr>
          <p:nvPr/>
        </p:nvSpPr>
        <p:spPr>
          <a:xfrm xmlns:a="http://schemas.openxmlformats.org/drawingml/2006/main">
            <a:off x="8734425" y="37052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28" name="dp45-comparison / n94 / text 1">
            <a:extLst xmlns:a="http://schemas.openxmlformats.org/drawingml/2006/main">
              <a:ext uri="{FF2B5EF4-FFF2-40B4-BE49-F238E27FC236}">
                <a16:creationId xmlns:a16="http://schemas.microsoft.com/office/drawing/2014/main" id="{D1136608-9C5C-4DBF-B344-11D735EAF1D6}"/>
              </a:ext>
            </a:extLst>
          </p:cNvPr>
          <p:cNvSpPr>
            <a:spLocks xmlns:a="http://schemas.openxmlformats.org/drawingml/2006/main" noGrp="1"/>
          </p:cNvSpPr>
          <p:nvPr/>
        </p:nvSpPr>
        <p:spPr>
          <a:xfrm xmlns:a="http://schemas.openxmlformats.org/drawingml/2006/main">
            <a:off x="5286375" y="3762375"/>
            <a:ext cx="344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이번 요청의 Bundle1 / Receipt1: PARTIAL</a:t>
            </a:r>
          </a:p>
        </p:txBody>
      </p:sp>
      <p:sp>
        <p:nvSpPr>
          <p:cNvPr id="129" name="dp45-comparison / n94 / text 2">
            <a:extLst xmlns:a="http://schemas.openxmlformats.org/drawingml/2006/main">
              <a:ext uri="{FF2B5EF4-FFF2-40B4-BE49-F238E27FC236}">
                <a16:creationId xmlns:a16="http://schemas.microsoft.com/office/drawing/2014/main" id="{D6FF58F6-97B4-4E46-B34A-41E466033103}"/>
              </a:ext>
            </a:extLst>
          </p:cNvPr>
          <p:cNvSpPr>
            <a:spLocks xmlns:a="http://schemas.openxmlformats.org/drawingml/2006/main" noGrp="1"/>
          </p:cNvSpPr>
          <p:nvPr/>
        </p:nvSpPr>
        <p:spPr>
          <a:xfrm xmlns:a="http://schemas.openxmlformats.org/drawingml/2006/main">
            <a:off x="5286375" y="3899535"/>
            <a:ext cx="344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원본 발췌 E20[27,52), 실제 전달 P20:</a:t>
            </a:r>
          </a:p>
        </p:txBody>
      </p:sp>
      <p:sp>
        <p:nvSpPr>
          <p:cNvPr id="130" name="dp45-comparison / n94 / text 3">
            <a:extLst xmlns:a="http://schemas.openxmlformats.org/drawingml/2006/main">
              <a:ext uri="{FF2B5EF4-FFF2-40B4-BE49-F238E27FC236}">
                <a16:creationId xmlns:a16="http://schemas.microsoft.com/office/drawing/2014/main" id="{A9637908-231A-4E7B-8A13-BCCC77892A6F}"/>
              </a:ext>
            </a:extLst>
          </p:cNvPr>
          <p:cNvSpPr>
            <a:spLocks xmlns:a="http://schemas.openxmlformats.org/drawingml/2006/main" noGrp="1"/>
          </p:cNvSpPr>
          <p:nvPr/>
        </p:nvSpPr>
        <p:spPr>
          <a:xfrm xmlns:a="http://schemas.openxmlformats.org/drawingml/2006/main">
            <a:off x="5286375" y="4036695"/>
            <a:ext cx="344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 유지보수 기간을</a:t>
            </a:r>
          </a:p>
        </p:txBody>
      </p:sp>
      <p:sp>
        <p:nvSpPr>
          <p:cNvPr id="131" name="dp45-comparison / n94 / text 4">
            <a:extLst xmlns:a="http://schemas.openxmlformats.org/drawingml/2006/main">
              <a:ext uri="{FF2B5EF4-FFF2-40B4-BE49-F238E27FC236}">
                <a16:creationId xmlns:a16="http://schemas.microsoft.com/office/drawing/2014/main" id="{D3832045-0FA4-4E62-8C92-1812ECD414AE}"/>
              </a:ext>
            </a:extLst>
          </p:cNvPr>
          <p:cNvSpPr>
            <a:spLocks xmlns:a="http://schemas.openxmlformats.org/drawingml/2006/main" noGrp="1"/>
          </p:cNvSpPr>
          <p:nvPr/>
        </p:nvSpPr>
        <p:spPr>
          <a:xfrm xmlns:a="http://schemas.openxmlformats.org/drawingml/2006/main">
            <a:off x="5286375" y="4173855"/>
            <a:ext cx="344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우선합니다.”</a:t>
            </a:r>
          </a:p>
        </p:txBody>
      </p:sp>
      <p:sp>
        <p:nvSpPr>
          <p:cNvPr id="132" name="dp45-comparison / n94 / text 5">
            <a:extLst xmlns:a="http://schemas.openxmlformats.org/drawingml/2006/main">
              <a:ext uri="{FF2B5EF4-FFF2-40B4-BE49-F238E27FC236}">
                <a16:creationId xmlns:a16="http://schemas.microsoft.com/office/drawing/2014/main" id="{6C64C546-3D41-4B4C-AFBC-6E172228B858}"/>
              </a:ext>
            </a:extLst>
          </p:cNvPr>
          <p:cNvSpPr>
            <a:spLocks xmlns:a="http://schemas.openxmlformats.org/drawingml/2006/main" noGrp="1"/>
          </p:cNvSpPr>
          <p:nvPr/>
        </p:nvSpPr>
        <p:spPr>
          <a:xfrm xmlns:a="http://schemas.openxmlformats.org/drawingml/2006/main">
            <a:off x="5286375" y="4311015"/>
            <a:ext cx="344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T21 → D21 개정 2 / T22 → D22 개정 1</a:t>
            </a:r>
          </a:p>
        </p:txBody>
      </p:sp>
      <p:sp>
        <p:nvSpPr>
          <p:cNvPr id="133" name="dp45-comparison / n94 / text 6">
            <a:extLst xmlns:a="http://schemas.openxmlformats.org/drawingml/2006/main">
              <a:ext uri="{FF2B5EF4-FFF2-40B4-BE49-F238E27FC236}">
                <a16:creationId xmlns:a16="http://schemas.microsoft.com/office/drawing/2014/main" id="{6752B0D0-464E-4EB6-AB0A-FE5B6F75BCE1}"/>
              </a:ext>
            </a:extLst>
          </p:cNvPr>
          <p:cNvSpPr>
            <a:spLocks xmlns:a="http://schemas.openxmlformats.org/drawingml/2006/main" noGrp="1"/>
          </p:cNvSpPr>
          <p:nvPr/>
        </p:nvSpPr>
        <p:spPr>
          <a:xfrm xmlns:a="http://schemas.openxmlformats.org/drawingml/2006/main">
            <a:off x="5286375" y="4448175"/>
            <a:ext cx="344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읽은 범위 / source revision / 누락 포함</a:t>
            </a:r>
          </a:p>
        </p:txBody>
      </p:sp>
      <p:sp>
        <p:nvSpPr>
          <p:cNvPr id="134" name="dp45-comparison / n95">
            <a:extLst xmlns:a="http://schemas.openxmlformats.org/drawingml/2006/main">
              <a:ext uri="{FF2B5EF4-FFF2-40B4-BE49-F238E27FC236}">
                <a16:creationId xmlns:a16="http://schemas.microsoft.com/office/drawing/2014/main" id="{A9335587-3A48-4277-B23E-73389A78C993}"/>
              </a:ext>
            </a:extLst>
          </p:cNvPr>
          <p:cNvSpPr>
            <a:spLocks xmlns:a="http://schemas.openxmlformats.org/drawingml/2006/main" noGrp="1"/>
          </p:cNvSpPr>
          <p:nvPr/>
        </p:nvSpPr>
        <p:spPr>
          <a:xfrm xmlns:a="http://schemas.openxmlformats.org/drawingml/2006/main">
            <a:off x="1838325" y="5734050"/>
            <a:ext cx="270738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5" name="dp45-comparison / n96 / text 1">
            <a:extLst xmlns:a="http://schemas.openxmlformats.org/drawingml/2006/main">
              <a:ext uri="{FF2B5EF4-FFF2-40B4-BE49-F238E27FC236}">
                <a16:creationId xmlns:a16="http://schemas.microsoft.com/office/drawing/2014/main" id="{64E689ED-3F8F-48E9-BAF3-65D41644BE33}"/>
              </a:ext>
            </a:extLst>
          </p:cNvPr>
          <p:cNvSpPr>
            <a:spLocks xmlns:a="http://schemas.openxmlformats.org/drawingml/2006/main" noGrp="1"/>
          </p:cNvSpPr>
          <p:nvPr/>
        </p:nvSpPr>
        <p:spPr>
          <a:xfrm xmlns:a="http://schemas.openxmlformats.org/drawingml/2006/main">
            <a:off x="1857375" y="5743575"/>
            <a:ext cx="2762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cache는 선택 tactic / 이번 조회가 구성 책임</a:t>
            </a:r>
          </a:p>
        </p:txBody>
      </p:sp>
      <p:sp>
        <p:nvSpPr>
          <p:cNvPr id="136" name="dp45-comparison / n97">
            <a:extLst xmlns:a="http://schemas.openxmlformats.org/drawingml/2006/main">
              <a:ext uri="{FF2B5EF4-FFF2-40B4-BE49-F238E27FC236}">
                <a16:creationId xmlns:a16="http://schemas.microsoft.com/office/drawing/2014/main" id="{1F8DD91F-FC7C-455F-9A99-36E1D06A904B}"/>
              </a:ext>
            </a:extLst>
          </p:cNvPr>
          <p:cNvSpPr>
            <a:spLocks xmlns:a="http://schemas.openxmlformats.org/drawingml/2006/main" noGrp="1"/>
          </p:cNvSpPr>
          <p:nvPr/>
        </p:nvSpPr>
        <p:spPr>
          <a:xfrm xmlns:a="http://schemas.openxmlformats.org/drawingml/2006/main">
            <a:off x="5934075" y="5734050"/>
            <a:ext cx="25382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7" name="dp45-comparison / n98 / text 1">
            <a:extLst xmlns:a="http://schemas.openxmlformats.org/drawingml/2006/main">
              <a:ext uri="{FF2B5EF4-FFF2-40B4-BE49-F238E27FC236}">
                <a16:creationId xmlns:a16="http://schemas.microsoft.com/office/drawing/2014/main" id="{0D1A2CF2-444D-4F13-B17C-5856E63AD80B}"/>
              </a:ext>
            </a:extLst>
          </p:cNvPr>
          <p:cNvSpPr>
            <a:spLocks xmlns:a="http://schemas.openxmlformats.org/drawingml/2006/main" noGrp="1"/>
          </p:cNvSpPr>
          <p:nvPr/>
        </p:nvSpPr>
        <p:spPr>
          <a:xfrm xmlns:a="http://schemas.openxmlformats.org/drawingml/2006/main">
            <a:off x="5953125" y="5743575"/>
            <a:ext cx="2952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④ 요청 수명: 발췌 / 결과 참조 / 읽은 범위</a:t>
            </a:r>
          </a:p>
        </p:txBody>
      </p:sp>
      <p:sp>
        <p:nvSpPr>
          <p:cNvPr id="138" name="dp45-comparison / n99">
            <a:extLst xmlns:a="http://schemas.openxmlformats.org/drawingml/2006/main">
              <a:ext uri="{FF2B5EF4-FFF2-40B4-BE49-F238E27FC236}">
                <a16:creationId xmlns:a16="http://schemas.microsoft.com/office/drawing/2014/main" id="{9935B323-7ACD-452D-AD8F-FABC49743B6C}"/>
              </a:ext>
            </a:extLst>
          </p:cNvPr>
          <p:cNvSpPr>
            <a:spLocks xmlns:a="http://schemas.openxmlformats.org/drawingml/2006/main" noGrp="1"/>
          </p:cNvSpPr>
          <p:nvPr/>
        </p:nvSpPr>
        <p:spPr>
          <a:xfrm xmlns:a="http://schemas.openxmlformats.org/drawingml/2006/main">
            <a:off x="1838325" y="5991225"/>
            <a:ext cx="3636645"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9" name="dp45-comparison / n100 / text 1">
            <a:extLst xmlns:a="http://schemas.openxmlformats.org/drawingml/2006/main">
              <a:ext uri="{FF2B5EF4-FFF2-40B4-BE49-F238E27FC236}">
                <a16:creationId xmlns:a16="http://schemas.microsoft.com/office/drawing/2014/main" id="{61F0D63A-6704-4E9A-BA6C-D993B1621FE2}"/>
              </a:ext>
            </a:extLst>
          </p:cNvPr>
          <p:cNvSpPr>
            <a:spLocks xmlns:a="http://schemas.openxmlformats.org/drawingml/2006/main" noGrp="1"/>
          </p:cNvSpPr>
          <p:nvPr/>
        </p:nvSpPr>
        <p:spPr>
          <a:xfrm xmlns:a="http://schemas.openxmlformats.org/drawingml/2006/main">
            <a:off x="1857375" y="6000750"/>
            <a:ext cx="70008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정정 / 삭제 → 파생 버전 차단 → 원본 재검증 / 재조회</a:t>
            </a:r>
          </a:p>
        </p:txBody>
      </p:sp>
      <p:sp>
        <p:nvSpPr>
          <p:cNvPr id="140" name="dp45-comparison / n109">
            <a:extLst xmlns:a="http://schemas.openxmlformats.org/drawingml/2006/main">
              <a:ext uri="{FF2B5EF4-FFF2-40B4-BE49-F238E27FC236}">
                <a16:creationId xmlns:a16="http://schemas.microsoft.com/office/drawing/2014/main" id="{1DE3558E-CCD4-47ED-8849-B95591AEEF8F}"/>
              </a:ext>
            </a:extLst>
          </p:cNvPr>
          <p:cNvSpPr>
            <a:spLocks xmlns:a="http://schemas.openxmlformats.org/drawingml/2006/main" noGrp="1"/>
          </p:cNvSpPr>
          <p:nvPr/>
        </p:nvSpPr>
        <p:spPr>
          <a:xfrm xmlns:a="http://schemas.openxmlformats.org/drawingml/2006/main">
            <a:off x="4695825" y="6496050"/>
            <a:ext cx="10820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1" name="dp45-comparison / n110 / text 1">
            <a:extLst xmlns:a="http://schemas.openxmlformats.org/drawingml/2006/main">
              <a:ext uri="{FF2B5EF4-FFF2-40B4-BE49-F238E27FC236}">
                <a16:creationId xmlns:a16="http://schemas.microsoft.com/office/drawing/2014/main" id="{3D0A719F-6FDA-48A9-90D0-763EB5BAB98A}"/>
              </a:ext>
            </a:extLst>
          </p:cNvPr>
          <p:cNvSpPr>
            <a:spLocks xmlns:a="http://schemas.openxmlformats.org/drawingml/2006/main" noGrp="1"/>
          </p:cNvSpPr>
          <p:nvPr/>
        </p:nvSpPr>
        <p:spPr>
          <a:xfrm xmlns:a="http://schemas.openxmlformats.org/drawingml/2006/main">
            <a:off x="4714875" y="6505575"/>
            <a:ext cx="1476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조건부 C-CONTEXT</a:t>
            </a:r>
          </a:p>
        </p:txBody>
      </p:sp>
      <p:sp>
        <p:nvSpPr>
          <p:cNvPr id="142" name="dp45-comparison / n111">
            <a:extLst xmlns:a="http://schemas.openxmlformats.org/drawingml/2006/main">
              <a:ext uri="{FF2B5EF4-FFF2-40B4-BE49-F238E27FC236}">
                <a16:creationId xmlns:a16="http://schemas.microsoft.com/office/drawing/2014/main" id="{45575486-9E97-4F6E-ACF2-27F306AFA777}"/>
              </a:ext>
            </a:extLst>
          </p:cNvPr>
          <p:cNvSpPr>
            <a:spLocks xmlns:a="http://schemas.openxmlformats.org/drawingml/2006/main" noGrp="1"/>
          </p:cNvSpPr>
          <p:nvPr/>
        </p:nvSpPr>
        <p:spPr>
          <a:xfrm xmlns:a="http://schemas.openxmlformats.org/drawingml/2006/main">
            <a:off x="1647825" y="6819900"/>
            <a:ext cx="6166961" cy="13906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3" name="dp45-comparison / n112 / text 1">
            <a:extLst xmlns:a="http://schemas.openxmlformats.org/drawingml/2006/main">
              <a:ext uri="{FF2B5EF4-FFF2-40B4-BE49-F238E27FC236}">
                <a16:creationId xmlns:a16="http://schemas.microsoft.com/office/drawing/2014/main" id="{18E40AAF-2B3B-41BD-BA78-E68BCD73292C}"/>
              </a:ext>
            </a:extLst>
          </p:cNvPr>
          <p:cNvSpPr>
            <a:spLocks xmlns:a="http://schemas.openxmlformats.org/drawingml/2006/main" noGrp="1"/>
          </p:cNvSpPr>
          <p:nvPr/>
        </p:nvSpPr>
        <p:spPr>
          <a:xfrm xmlns:a="http://schemas.openxmlformats.org/drawingml/2006/main">
            <a:off x="1666875" y="6829425"/>
            <a:ext cx="75247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Query1 {purpose:REQUEST_UNDERSTANDING, relation_kinds:[EXPLAINS_ITEM,HAS_RESULT], original_required:true}</a:t>
            </a:r>
          </a:p>
        </p:txBody>
      </p:sp>
      <p:sp>
        <p:nvSpPr>
          <p:cNvPr id="144" name="dp45-comparison / n119">
            <a:extLst xmlns:a="http://schemas.openxmlformats.org/drawingml/2006/main">
              <a:ext uri="{FF2B5EF4-FFF2-40B4-BE49-F238E27FC236}">
                <a16:creationId xmlns:a16="http://schemas.microsoft.com/office/drawing/2014/main" id="{867806E6-81E3-45E5-B82E-5B85C085F3C4}"/>
              </a:ext>
            </a:extLst>
          </p:cNvPr>
          <p:cNvSpPr>
            <a:spLocks xmlns:a="http://schemas.openxmlformats.org/drawingml/2006/main" noGrp="1"/>
          </p:cNvSpPr>
          <p:nvPr/>
        </p:nvSpPr>
        <p:spPr>
          <a:xfrm xmlns:a="http://schemas.openxmlformats.org/drawingml/2006/main">
            <a:off x="4791075" y="6248400"/>
            <a:ext cx="279425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 name="dp45-comparison / n120 / text 1">
            <a:extLst xmlns:a="http://schemas.openxmlformats.org/drawingml/2006/main">
              <a:ext uri="{FF2B5EF4-FFF2-40B4-BE49-F238E27FC236}">
                <a16:creationId xmlns:a16="http://schemas.microsoft.com/office/drawing/2014/main" id="{52332AA4-AAD7-4BD0-82FE-1614ABF53575}"/>
              </a:ext>
            </a:extLst>
          </p:cNvPr>
          <p:cNvSpPr>
            <a:spLocks xmlns:a="http://schemas.openxmlformats.org/drawingml/2006/main" noGrp="1"/>
          </p:cNvSpPr>
          <p:nvPr/>
        </p:nvSpPr>
        <p:spPr>
          <a:xfrm xmlns:a="http://schemas.openxmlformats.org/drawingml/2006/main">
            <a:off x="4810125" y="6257925"/>
            <a:ext cx="4191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Query1 → / ← Bundle1 + Receipt1 (PARTIAL)</a:t>
            </a:r>
          </a:p>
        </p:txBody>
      </p:sp>
      <p:sp>
        <p:nvSpPr>
          <p:cNvPr id="146" name="dp45-comparison / n122">
            <a:extLst xmlns:a="http://schemas.openxmlformats.org/drawingml/2006/main">
              <a:ext uri="{FF2B5EF4-FFF2-40B4-BE49-F238E27FC236}">
                <a16:creationId xmlns:a16="http://schemas.microsoft.com/office/drawing/2014/main" id="{29D7E75F-15AD-406D-B6AB-3615EA8D676B}"/>
              </a:ext>
            </a:extLst>
          </p:cNvPr>
          <p:cNvSpPr>
            <a:spLocks xmlns:a="http://schemas.openxmlformats.org/drawingml/2006/main" noGrp="1"/>
          </p:cNvSpPr>
          <p:nvPr/>
        </p:nvSpPr>
        <p:spPr>
          <a:xfrm xmlns:a="http://schemas.openxmlformats.org/drawingml/2006/main">
            <a:off x="4667250" y="7143750"/>
            <a:ext cx="1339786"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7" name="dp45-comparison / n123 / text 1">
            <a:extLst xmlns:a="http://schemas.openxmlformats.org/drawingml/2006/main">
              <a:ext uri="{FF2B5EF4-FFF2-40B4-BE49-F238E27FC236}">
                <a16:creationId xmlns:a16="http://schemas.microsoft.com/office/drawing/2014/main" id="{10BFB607-4888-4B8C-BD29-63487979C601}"/>
              </a:ext>
            </a:extLst>
          </p:cNvPr>
          <p:cNvSpPr>
            <a:spLocks xmlns:a="http://schemas.openxmlformats.org/drawingml/2006/main" noGrp="1"/>
          </p:cNvSpPr>
          <p:nvPr/>
        </p:nvSpPr>
        <p:spPr>
          <a:xfrm xmlns:a="http://schemas.openxmlformats.org/drawingml/2006/main">
            <a:off x="4686300" y="7153275"/>
            <a:ext cx="15335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의미 제안 → 검증 / 채택</a:t>
            </a:r>
          </a:p>
        </p:txBody>
      </p:sp>
      <p:sp>
        <p:nvSpPr>
          <p:cNvPr id="148" name="dp45-comparison / n124">
            <a:extLst xmlns:a="http://schemas.openxmlformats.org/drawingml/2006/main">
              <a:ext uri="{FF2B5EF4-FFF2-40B4-BE49-F238E27FC236}">
                <a16:creationId xmlns:a16="http://schemas.microsoft.com/office/drawing/2014/main" id="{651A214A-FA9C-4258-AF61-5E3A28DA432B}"/>
              </a:ext>
            </a:extLst>
          </p:cNvPr>
          <p:cNvSpPr>
            <a:spLocks xmlns:a="http://schemas.openxmlformats.org/drawingml/2006/main" noGrp="1"/>
          </p:cNvSpPr>
          <p:nvPr/>
        </p:nvSpPr>
        <p:spPr>
          <a:xfrm xmlns:a="http://schemas.openxmlformats.org/drawingml/2006/main">
            <a:off x="9953625" y="2409825"/>
            <a:ext cx="27622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49" name="dp45-comparison / n125 / text 1">
            <a:extLst xmlns:a="http://schemas.openxmlformats.org/drawingml/2006/main">
              <a:ext uri="{FF2B5EF4-FFF2-40B4-BE49-F238E27FC236}">
                <a16:creationId xmlns:a16="http://schemas.microsoft.com/office/drawing/2014/main" id="{23E412AA-5BA8-4244-8747-DF7F63F9390E}"/>
              </a:ext>
            </a:extLst>
          </p:cNvPr>
          <p:cNvSpPr>
            <a:spLocks xmlns:a="http://schemas.openxmlformats.org/drawingml/2006/main" noGrp="1"/>
          </p:cNvSpPr>
          <p:nvPr/>
        </p:nvSpPr>
        <p:spPr>
          <a:xfrm xmlns:a="http://schemas.openxmlformats.org/drawingml/2006/main">
            <a:off x="10039350" y="2446020"/>
            <a:ext cx="2590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Response Manager</a:t>
            </a:r>
          </a:p>
        </p:txBody>
      </p:sp>
      <p:sp>
        <p:nvSpPr>
          <p:cNvPr id="150" name="dp45-comparison / n126">
            <a:extLst xmlns:a="http://schemas.openxmlformats.org/drawingml/2006/main">
              <a:ext uri="{FF2B5EF4-FFF2-40B4-BE49-F238E27FC236}">
                <a16:creationId xmlns:a16="http://schemas.microsoft.com/office/drawing/2014/main" id="{D35302FE-87AD-43C5-8954-69B0171C5E3F}"/>
              </a:ext>
            </a:extLst>
          </p:cNvPr>
          <p:cNvSpPr>
            <a:spLocks xmlns:a="http://schemas.openxmlformats.org/drawingml/2006/main" noGrp="1"/>
          </p:cNvSpPr>
          <p:nvPr/>
        </p:nvSpPr>
        <p:spPr>
          <a:xfrm xmlns:a="http://schemas.openxmlformats.org/drawingml/2006/main">
            <a:off x="14620875" y="2409825"/>
            <a:ext cx="285750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51" name="dp45-comparison / n127 / text 1">
            <a:extLst xmlns:a="http://schemas.openxmlformats.org/drawingml/2006/main">
              <a:ext uri="{FF2B5EF4-FFF2-40B4-BE49-F238E27FC236}">
                <a16:creationId xmlns:a16="http://schemas.microsoft.com/office/drawing/2014/main" id="{CF0DB6B6-0053-463D-851F-4AC976FBE8E7}"/>
              </a:ext>
            </a:extLst>
          </p:cNvPr>
          <p:cNvSpPr>
            <a:spLocks xmlns:a="http://schemas.openxmlformats.org/drawingml/2006/main" noGrp="1"/>
          </p:cNvSpPr>
          <p:nvPr/>
        </p:nvSpPr>
        <p:spPr>
          <a:xfrm xmlns:a="http://schemas.openxmlformats.org/drawingml/2006/main">
            <a:off x="14706600" y="2446020"/>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52" name="dp45-comparison / n134">
            <a:extLst xmlns:a="http://schemas.openxmlformats.org/drawingml/2006/main">
              <a:ext uri="{FF2B5EF4-FFF2-40B4-BE49-F238E27FC236}">
                <a16:creationId xmlns:a16="http://schemas.microsoft.com/office/drawing/2014/main" id="{D2993713-6562-45BB-8999-51CD0B641B6C}"/>
              </a:ext>
            </a:extLst>
          </p:cNvPr>
          <p:cNvSpPr>
            <a:spLocks xmlns:a="http://schemas.openxmlformats.org/drawingml/2006/main" noGrp="1"/>
          </p:cNvSpPr>
          <p:nvPr/>
        </p:nvSpPr>
        <p:spPr>
          <a:xfrm xmlns:a="http://schemas.openxmlformats.org/drawingml/2006/main">
            <a:off x="9858375" y="3276600"/>
            <a:ext cx="7715250" cy="30289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53" name="dp45-comparison / n135 / text 1">
            <a:extLst xmlns:a="http://schemas.openxmlformats.org/drawingml/2006/main">
              <a:ext uri="{FF2B5EF4-FFF2-40B4-BE49-F238E27FC236}">
                <a16:creationId xmlns:a16="http://schemas.microsoft.com/office/drawing/2014/main" id="{65E85C59-470B-4AE0-B225-8143D30BE819}"/>
              </a:ext>
            </a:extLst>
          </p:cNvPr>
          <p:cNvSpPr>
            <a:spLocks xmlns:a="http://schemas.openxmlformats.org/drawingml/2006/main" noGrp="1"/>
          </p:cNvSpPr>
          <p:nvPr/>
        </p:nvSpPr>
        <p:spPr>
          <a:xfrm xmlns:a="http://schemas.openxmlformats.org/drawingml/2006/main">
            <a:off x="998220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154" name="dp45-comparison / n136">
            <a:extLst xmlns:a="http://schemas.openxmlformats.org/drawingml/2006/main">
              <a:ext uri="{FF2B5EF4-FFF2-40B4-BE49-F238E27FC236}">
                <a16:creationId xmlns:a16="http://schemas.microsoft.com/office/drawing/2014/main" id="{EE38BC3B-9951-4D5C-93E5-7A7DAE5659B1}"/>
              </a:ext>
            </a:extLst>
          </p:cNvPr>
          <p:cNvSpPr>
            <a:spLocks xmlns:a="http://schemas.openxmlformats.org/drawingml/2006/main" noGrp="1"/>
          </p:cNvSpPr>
          <p:nvPr/>
        </p:nvSpPr>
        <p:spPr>
          <a:xfrm xmlns:a="http://schemas.openxmlformats.org/drawingml/2006/main">
            <a:off x="10144125" y="3733800"/>
            <a:ext cx="2762250" cy="352425"/>
          </a:xfrm>
          <a:prstGeom xmlns:a="http://schemas.openxmlformats.org/drawingml/2006/main" prst="roundRect">
            <a:avLst>
              <a:gd name="adj" fmla="val 21622"/>
            </a:avLst>
          </a:prstGeom>
          <a:solidFill xmlns:a="http://schemas.openxmlformats.org/drawingml/2006/main">
            <a:srgbClr val="FFF0DD"/>
          </a:solidFill>
          <a:ln xmlns:a="http://schemas.openxmlformats.org/drawingml/2006/main" w="17145">
            <a:solidFill>
              <a:srgbClr val="B8753F"/>
            </a:solidFill>
            <a:prstDash val="solid"/>
          </a:ln>
        </p:spPr>
      </p:sp>
      <p:sp>
        <p:nvSpPr>
          <p:cNvPr id="155" name="dp45-comparison / n137 / text 1">
            <a:extLst xmlns:a="http://schemas.openxmlformats.org/drawingml/2006/main">
              <a:ext uri="{FF2B5EF4-FFF2-40B4-BE49-F238E27FC236}">
                <a16:creationId xmlns:a16="http://schemas.microsoft.com/office/drawing/2014/main" id="{683D6884-4F10-4115-8570-DFDD52AC9C35}"/>
              </a:ext>
            </a:extLst>
          </p:cNvPr>
          <p:cNvSpPr>
            <a:spLocks xmlns:a="http://schemas.openxmlformats.org/drawingml/2006/main" noGrp="1"/>
          </p:cNvSpPr>
          <p:nvPr/>
        </p:nvSpPr>
        <p:spPr>
          <a:xfrm xmlns:a="http://schemas.openxmlformats.org/drawingml/2006/main">
            <a:off x="10229850" y="3792379"/>
            <a:ext cx="25908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Memory Publisher</a:t>
            </a:r>
          </a:p>
        </p:txBody>
      </p:sp>
      <p:sp>
        <p:nvSpPr>
          <p:cNvPr id="156" name="dp45-comparison / n138">
            <a:extLst xmlns:a="http://schemas.openxmlformats.org/drawingml/2006/main">
              <a:ext uri="{FF2B5EF4-FFF2-40B4-BE49-F238E27FC236}">
                <a16:creationId xmlns:a16="http://schemas.microsoft.com/office/drawing/2014/main" id="{EE981B0F-27A6-47C7-9E4E-A297DB1ACF7A}"/>
              </a:ext>
            </a:extLst>
          </p:cNvPr>
          <p:cNvSpPr>
            <a:spLocks xmlns:a="http://schemas.openxmlformats.org/drawingml/2006/main" noGrp="1"/>
          </p:cNvSpPr>
          <p:nvPr/>
        </p:nvSpPr>
        <p:spPr>
          <a:xfrm xmlns:a="http://schemas.openxmlformats.org/drawingml/2006/main">
            <a:off x="14239875" y="3733800"/>
            <a:ext cx="2952750" cy="4572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57" name="dp45-comparison / n139 / text 1">
            <a:extLst xmlns:a="http://schemas.openxmlformats.org/drawingml/2006/main">
              <a:ext uri="{FF2B5EF4-FFF2-40B4-BE49-F238E27FC236}">
                <a16:creationId xmlns:a16="http://schemas.microsoft.com/office/drawing/2014/main" id="{BDD9884E-8E83-4F42-B377-B54D25D88D1B}"/>
              </a:ext>
            </a:extLst>
          </p:cNvPr>
          <p:cNvSpPr>
            <a:spLocks xmlns:a="http://schemas.openxmlformats.org/drawingml/2006/main" noGrp="1"/>
          </p:cNvSpPr>
          <p:nvPr/>
        </p:nvSpPr>
        <p:spPr>
          <a:xfrm xmlns:a="http://schemas.openxmlformats.org/drawingml/2006/main">
            <a:off x="14325600" y="3895725"/>
            <a:ext cx="2781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Episodic Memory Repository</a:t>
            </a:r>
          </a:p>
        </p:txBody>
      </p:sp>
      <p:sp>
        <p:nvSpPr>
          <p:cNvPr id="158" name="dp45-comparison / n140">
            <a:extLst xmlns:a="http://schemas.openxmlformats.org/drawingml/2006/main">
              <a:ext uri="{FF2B5EF4-FFF2-40B4-BE49-F238E27FC236}">
                <a16:creationId xmlns:a16="http://schemas.microsoft.com/office/drawing/2014/main" id="{003B1441-1AB9-4DA7-9D21-AF776250DB40}"/>
              </a:ext>
            </a:extLst>
          </p:cNvPr>
          <p:cNvSpPr>
            <a:spLocks xmlns:a="http://schemas.openxmlformats.org/drawingml/2006/main" noGrp="1"/>
          </p:cNvSpPr>
          <p:nvPr/>
        </p:nvSpPr>
        <p:spPr>
          <a:xfrm xmlns:a="http://schemas.openxmlformats.org/drawingml/2006/main">
            <a:off x="10144125" y="5238750"/>
            <a:ext cx="2762250" cy="352425"/>
          </a:xfrm>
          <a:prstGeom xmlns:a="http://schemas.openxmlformats.org/drawingml/2006/main" prst="roundRect">
            <a:avLst>
              <a:gd name="adj" fmla="val 21622"/>
            </a:avLst>
          </a:prstGeom>
          <a:solidFill xmlns:a="http://schemas.openxmlformats.org/drawingml/2006/main">
            <a:srgbClr val="FFF0DD"/>
          </a:solidFill>
          <a:ln xmlns:a="http://schemas.openxmlformats.org/drawingml/2006/main" w="17145">
            <a:solidFill>
              <a:srgbClr val="B8753F"/>
            </a:solidFill>
            <a:prstDash val="solid"/>
          </a:ln>
        </p:spPr>
      </p:sp>
      <p:sp>
        <p:nvSpPr>
          <p:cNvPr id="159" name="dp45-comparison / n141 / text 1">
            <a:extLst xmlns:a="http://schemas.openxmlformats.org/drawingml/2006/main">
              <a:ext uri="{FF2B5EF4-FFF2-40B4-BE49-F238E27FC236}">
                <a16:creationId xmlns:a16="http://schemas.microsoft.com/office/drawing/2014/main" id="{A074ADF5-DE1C-42F7-AEB2-E7D7F5B64380}"/>
              </a:ext>
            </a:extLst>
          </p:cNvPr>
          <p:cNvSpPr>
            <a:spLocks xmlns:a="http://schemas.openxmlformats.org/drawingml/2006/main" noGrp="1"/>
          </p:cNvSpPr>
          <p:nvPr/>
        </p:nvSpPr>
        <p:spPr>
          <a:xfrm xmlns:a="http://schemas.openxmlformats.org/drawingml/2006/main">
            <a:off x="10229850" y="5297329"/>
            <a:ext cx="25908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Evidence Reader</a:t>
            </a:r>
          </a:p>
        </p:txBody>
      </p:sp>
      <p:sp>
        <p:nvSpPr>
          <p:cNvPr id="160" name="dp45-comparison / n142">
            <a:extLst xmlns:a="http://schemas.openxmlformats.org/drawingml/2006/main">
              <a:ext uri="{FF2B5EF4-FFF2-40B4-BE49-F238E27FC236}">
                <a16:creationId xmlns:a16="http://schemas.microsoft.com/office/drawing/2014/main" id="{03A66FB9-E096-4077-BADE-ADEC551D6D96}"/>
              </a:ext>
            </a:extLst>
          </p:cNvPr>
          <p:cNvSpPr>
            <a:spLocks xmlns:a="http://schemas.openxmlformats.org/drawingml/2006/main" noGrp="1"/>
          </p:cNvSpPr>
          <p:nvPr/>
        </p:nvSpPr>
        <p:spPr>
          <a:xfrm xmlns:a="http://schemas.openxmlformats.org/drawingml/2006/main">
            <a:off x="14239875" y="5238750"/>
            <a:ext cx="2952750" cy="40957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61" name="dp45-comparison / n143 / text 1">
            <a:extLst xmlns:a="http://schemas.openxmlformats.org/drawingml/2006/main">
              <a:ext uri="{FF2B5EF4-FFF2-40B4-BE49-F238E27FC236}">
                <a16:creationId xmlns:a16="http://schemas.microsoft.com/office/drawing/2014/main" id="{044644B0-D7A8-4E37-968C-FDD433818E99}"/>
              </a:ext>
            </a:extLst>
          </p:cNvPr>
          <p:cNvSpPr>
            <a:spLocks xmlns:a="http://schemas.openxmlformats.org/drawingml/2006/main" noGrp="1"/>
          </p:cNvSpPr>
          <p:nvPr/>
        </p:nvSpPr>
        <p:spPr>
          <a:xfrm xmlns:a="http://schemas.openxmlformats.org/drawingml/2006/main">
            <a:off x="14325600" y="5400675"/>
            <a:ext cx="2781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Coverage State</a:t>
            </a:r>
          </a:p>
        </p:txBody>
      </p:sp>
      <p:sp>
        <p:nvSpPr>
          <p:cNvPr id="162" name="dp45-comparison / n144 / path">
            <a:extLst xmlns:a="http://schemas.openxmlformats.org/drawingml/2006/main">
              <a:ext uri="{FF2B5EF4-FFF2-40B4-BE49-F238E27FC236}">
                <a16:creationId xmlns:a16="http://schemas.microsoft.com/office/drawing/2014/main" id="{80A13B64-FA6A-4912-B3CE-18C0122EFBEE}"/>
              </a:ext>
            </a:extLst>
          </p:cNvPr>
          <p:cNvSpPr>
            <a:spLocks xmlns:a="http://schemas.openxmlformats.org/drawingml/2006/main" noGrp="1"/>
          </p:cNvSpPr>
          <p:nvPr/>
        </p:nvSpPr>
        <p:spPr>
          <a:xfrm xmlns:a="http://schemas.openxmlformats.org/drawingml/2006/main">
            <a:off x="11220450" y="2705100"/>
            <a:ext cx="1143000" cy="1028700"/>
          </a:xfrm>
          <a:custGeom xmlns:a="http://schemas.openxmlformats.org/drawingml/2006/main">
            <a:pathLst>
              <a:path w="1143000" h="1028700">
                <a:moveTo>
                  <a:pt x="0" y="0"/>
                </a:moveTo>
                <a:lnTo>
                  <a:pt x="0" y="447675"/>
                </a:lnTo>
                <a:lnTo>
                  <a:pt x="1143000" y="447675"/>
                </a:lnTo>
                <a:lnTo>
                  <a:pt x="1143000" y="1028700"/>
                </a:lnTo>
              </a:path>
            </a:pathLst>
          </a:custGeom>
          <a:noFill xmlns:a="http://schemas.openxmlformats.org/drawingml/2006/main"/>
          <a:ln xmlns:a="http://schemas.openxmlformats.org/drawingml/2006/main" w="10478">
            <a:solidFill>
              <a:srgbClr val="000000"/>
            </a:solidFill>
            <a:prstDash val="solid"/>
          </a:ln>
        </p:spPr>
      </p:sp>
      <p:sp>
        <p:nvSpPr>
          <p:cNvPr id="163" name="dp45-comparison / n144 / arrow">
            <a:extLst xmlns:a="http://schemas.openxmlformats.org/drawingml/2006/main">
              <a:ext uri="{FF2B5EF4-FFF2-40B4-BE49-F238E27FC236}">
                <a16:creationId xmlns:a16="http://schemas.microsoft.com/office/drawing/2014/main" id="{D40D9CCA-DB3C-4EB3-801C-FF188C8F64CC}"/>
              </a:ext>
            </a:extLst>
          </p:cNvPr>
          <p:cNvSpPr>
            <a:spLocks xmlns:a="http://schemas.openxmlformats.org/drawingml/2006/main" noGrp="1"/>
          </p:cNvSpPr>
          <p:nvPr/>
        </p:nvSpPr>
        <p:spPr>
          <a:xfrm xmlns:a="http://schemas.openxmlformats.org/drawingml/2006/main">
            <a:off x="12329922" y="3666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64" name="dp45-comparison / n145 / path">
            <a:extLst xmlns:a="http://schemas.openxmlformats.org/drawingml/2006/main">
              <a:ext uri="{FF2B5EF4-FFF2-40B4-BE49-F238E27FC236}">
                <a16:creationId xmlns:a16="http://schemas.microsoft.com/office/drawing/2014/main" id="{9E9CA9AD-CA8C-4885-BDC7-2D7ECDF1D15E}"/>
              </a:ext>
            </a:extLst>
          </p:cNvPr>
          <p:cNvSpPr>
            <a:spLocks xmlns:a="http://schemas.openxmlformats.org/drawingml/2006/main" noGrp="1"/>
          </p:cNvSpPr>
          <p:nvPr/>
        </p:nvSpPr>
        <p:spPr>
          <a:xfrm xmlns:a="http://schemas.openxmlformats.org/drawingml/2006/main">
            <a:off x="11277600" y="2705100"/>
            <a:ext cx="1143000" cy="1028700"/>
          </a:xfrm>
          <a:custGeom xmlns:a="http://schemas.openxmlformats.org/drawingml/2006/main">
            <a:pathLst>
              <a:path w="1143000" h="1028700">
                <a:moveTo>
                  <a:pt x="1143000" y="1028700"/>
                </a:moveTo>
                <a:lnTo>
                  <a:pt x="1143000" y="504825"/>
                </a:lnTo>
                <a:lnTo>
                  <a:pt x="0" y="504825"/>
                </a:lnTo>
                <a:lnTo>
                  <a:pt x="0" y="0"/>
                </a:lnTo>
              </a:path>
            </a:pathLst>
          </a:custGeom>
          <a:noFill xmlns:a="http://schemas.openxmlformats.org/drawingml/2006/main"/>
          <a:ln xmlns:a="http://schemas.openxmlformats.org/drawingml/2006/main" w="10478">
            <a:solidFill>
              <a:srgbClr val="000000"/>
            </a:solidFill>
            <a:prstDash val="dash"/>
          </a:ln>
        </p:spPr>
      </p:sp>
      <p:sp>
        <p:nvSpPr>
          <p:cNvPr id="165" name="dp45-comparison / n145 / arrow">
            <a:extLst xmlns:a="http://schemas.openxmlformats.org/drawingml/2006/main">
              <a:ext uri="{FF2B5EF4-FFF2-40B4-BE49-F238E27FC236}">
                <a16:creationId xmlns:a16="http://schemas.microsoft.com/office/drawing/2014/main" id="{116B1E7B-765A-4A7D-BA0D-2CC5DF649AB2}"/>
              </a:ext>
            </a:extLst>
          </p:cNvPr>
          <p:cNvSpPr>
            <a:spLocks xmlns:a="http://schemas.openxmlformats.org/drawingml/2006/main" noGrp="1"/>
          </p:cNvSpPr>
          <p:nvPr/>
        </p:nvSpPr>
        <p:spPr>
          <a:xfrm xmlns:a="http://schemas.openxmlformats.org/drawingml/2006/main">
            <a:off x="11244072" y="2705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66" name="dp45-comparison / n146 / path">
            <a:extLst xmlns:a="http://schemas.openxmlformats.org/drawingml/2006/main">
              <a:ext uri="{FF2B5EF4-FFF2-40B4-BE49-F238E27FC236}">
                <a16:creationId xmlns:a16="http://schemas.microsoft.com/office/drawing/2014/main" id="{5A2FD60F-B0B5-4193-AF62-3DF58C5496F1}"/>
              </a:ext>
            </a:extLst>
          </p:cNvPr>
          <p:cNvSpPr>
            <a:spLocks xmlns:a="http://schemas.openxmlformats.org/drawingml/2006/main" noGrp="1"/>
          </p:cNvSpPr>
          <p:nvPr/>
        </p:nvSpPr>
        <p:spPr>
          <a:xfrm xmlns:a="http://schemas.openxmlformats.org/drawingml/2006/main">
            <a:off x="12592050" y="2705100"/>
            <a:ext cx="3571875" cy="1028700"/>
          </a:xfrm>
          <a:custGeom xmlns:a="http://schemas.openxmlformats.org/drawingml/2006/main">
            <a:pathLst>
              <a:path w="3571875" h="1028700">
                <a:moveTo>
                  <a:pt x="3571875" y="0"/>
                </a:moveTo>
                <a:lnTo>
                  <a:pt x="3571875" y="447675"/>
                </a:lnTo>
                <a:lnTo>
                  <a:pt x="0" y="447675"/>
                </a:lnTo>
                <a:lnTo>
                  <a:pt x="0" y="1028700"/>
                </a:lnTo>
              </a:path>
            </a:pathLst>
          </a:custGeom>
          <a:noFill xmlns:a="http://schemas.openxmlformats.org/drawingml/2006/main"/>
          <a:ln xmlns:a="http://schemas.openxmlformats.org/drawingml/2006/main" w="10478">
            <a:solidFill>
              <a:srgbClr val="000000"/>
            </a:solidFill>
            <a:prstDash val="solid"/>
          </a:ln>
        </p:spPr>
      </p:sp>
      <p:sp>
        <p:nvSpPr>
          <p:cNvPr id="167" name="dp45-comparison / n146 / arrow">
            <a:extLst xmlns:a="http://schemas.openxmlformats.org/drawingml/2006/main">
              <a:ext uri="{FF2B5EF4-FFF2-40B4-BE49-F238E27FC236}">
                <a16:creationId xmlns:a16="http://schemas.microsoft.com/office/drawing/2014/main" id="{BEB3E56A-B19B-4AC3-BAD0-AE8A436A3DF0}"/>
              </a:ext>
            </a:extLst>
          </p:cNvPr>
          <p:cNvSpPr>
            <a:spLocks xmlns:a="http://schemas.openxmlformats.org/drawingml/2006/main" noGrp="1"/>
          </p:cNvSpPr>
          <p:nvPr/>
        </p:nvSpPr>
        <p:spPr>
          <a:xfrm xmlns:a="http://schemas.openxmlformats.org/drawingml/2006/main">
            <a:off x="12558522" y="3666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68" name="dp45-comparison / n147 / path">
            <a:extLst xmlns:a="http://schemas.openxmlformats.org/drawingml/2006/main">
              <a:ext uri="{FF2B5EF4-FFF2-40B4-BE49-F238E27FC236}">
                <a16:creationId xmlns:a16="http://schemas.microsoft.com/office/drawing/2014/main" id="{DFC9E492-77EB-46BD-820F-E7BE2D697B7C}"/>
              </a:ext>
            </a:extLst>
          </p:cNvPr>
          <p:cNvSpPr>
            <a:spLocks xmlns:a="http://schemas.openxmlformats.org/drawingml/2006/main" noGrp="1"/>
          </p:cNvSpPr>
          <p:nvPr/>
        </p:nvSpPr>
        <p:spPr>
          <a:xfrm xmlns:a="http://schemas.openxmlformats.org/drawingml/2006/main">
            <a:off x="12649200" y="2705100"/>
            <a:ext cx="3571875" cy="1028700"/>
          </a:xfrm>
          <a:custGeom xmlns:a="http://schemas.openxmlformats.org/drawingml/2006/main">
            <a:pathLst>
              <a:path w="3571875" h="1028700">
                <a:moveTo>
                  <a:pt x="0" y="1028700"/>
                </a:moveTo>
                <a:lnTo>
                  <a:pt x="0" y="504825"/>
                </a:lnTo>
                <a:lnTo>
                  <a:pt x="3571875" y="504825"/>
                </a:lnTo>
                <a:lnTo>
                  <a:pt x="3571875" y="0"/>
                </a:lnTo>
              </a:path>
            </a:pathLst>
          </a:custGeom>
          <a:noFill xmlns:a="http://schemas.openxmlformats.org/drawingml/2006/main"/>
          <a:ln xmlns:a="http://schemas.openxmlformats.org/drawingml/2006/main" w="10478">
            <a:solidFill>
              <a:srgbClr val="000000"/>
            </a:solidFill>
            <a:prstDash val="dash"/>
          </a:ln>
        </p:spPr>
      </p:sp>
      <p:sp>
        <p:nvSpPr>
          <p:cNvPr id="169" name="dp45-comparison / n147 / arrow">
            <a:extLst xmlns:a="http://schemas.openxmlformats.org/drawingml/2006/main">
              <a:ext uri="{FF2B5EF4-FFF2-40B4-BE49-F238E27FC236}">
                <a16:creationId xmlns:a16="http://schemas.microsoft.com/office/drawing/2014/main" id="{51C535EA-A8D8-41FE-A394-01CE62765ABF}"/>
              </a:ext>
            </a:extLst>
          </p:cNvPr>
          <p:cNvSpPr>
            <a:spLocks xmlns:a="http://schemas.openxmlformats.org/drawingml/2006/main" noGrp="1"/>
          </p:cNvSpPr>
          <p:nvPr/>
        </p:nvSpPr>
        <p:spPr>
          <a:xfrm xmlns:a="http://schemas.openxmlformats.org/drawingml/2006/main">
            <a:off x="16187547" y="2705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70" name="dp45-comparison / n150 / path">
            <a:extLst xmlns:a="http://schemas.openxmlformats.org/drawingml/2006/main">
              <a:ext uri="{FF2B5EF4-FFF2-40B4-BE49-F238E27FC236}">
                <a16:creationId xmlns:a16="http://schemas.microsoft.com/office/drawing/2014/main" id="{914F5FAF-C087-42FB-8B03-D59B6B146FAE}"/>
              </a:ext>
            </a:extLst>
          </p:cNvPr>
          <p:cNvSpPr>
            <a:spLocks xmlns:a="http://schemas.openxmlformats.org/drawingml/2006/main" noGrp="1"/>
          </p:cNvSpPr>
          <p:nvPr/>
        </p:nvSpPr>
        <p:spPr>
          <a:xfrm xmlns:a="http://schemas.openxmlformats.org/drawingml/2006/main">
            <a:off x="12906375" y="3843338"/>
            <a:ext cx="1333500" cy="4763"/>
          </a:xfrm>
          <a:custGeom xmlns:a="http://schemas.openxmlformats.org/drawingml/2006/main">
            <a:pathLst>
              <a:path w="1333500" h="4763">
                <a:moveTo>
                  <a:pt x="0" y="0"/>
                </a:moveTo>
                <a:lnTo>
                  <a:pt x="1333500" y="4763"/>
                </a:lnTo>
              </a:path>
            </a:pathLst>
          </a:custGeom>
          <a:noFill xmlns:a="http://schemas.openxmlformats.org/drawingml/2006/main"/>
          <a:ln xmlns:a="http://schemas.openxmlformats.org/drawingml/2006/main" w="10478">
            <a:solidFill>
              <a:srgbClr val="000000"/>
            </a:solidFill>
            <a:prstDash val="solid"/>
          </a:ln>
        </p:spPr>
      </p:sp>
      <p:sp>
        <p:nvSpPr>
          <p:cNvPr id="171" name="dp45-comparison / n150 / arrow">
            <a:extLst xmlns:a="http://schemas.openxmlformats.org/drawingml/2006/main">
              <a:ext uri="{FF2B5EF4-FFF2-40B4-BE49-F238E27FC236}">
                <a16:creationId xmlns:a16="http://schemas.microsoft.com/office/drawing/2014/main" id="{B0228AC7-C54D-4280-8D98-89ACDA543DBF}"/>
              </a:ext>
            </a:extLst>
          </p:cNvPr>
          <p:cNvSpPr>
            <a:spLocks xmlns:a="http://schemas.openxmlformats.org/drawingml/2006/main" noGrp="1"/>
          </p:cNvSpPr>
          <p:nvPr/>
        </p:nvSpPr>
        <p:spPr>
          <a:xfrm xmlns:a="http://schemas.openxmlformats.org/drawingml/2006/main">
            <a:off x="14172700" y="3814333"/>
            <a:ext cx="67175" cy="67056"/>
          </a:xfrm>
          <a:custGeom xmlns:a="http://schemas.openxmlformats.org/drawingml/2006/main">
            <a:pathLst>
              <a:path w="67175" h="67056">
                <a:moveTo>
                  <a:pt x="0" y="67056"/>
                </a:moveTo>
                <a:lnTo>
                  <a:pt x="67175" y="33767"/>
                </a:lnTo>
                <a:lnTo>
                  <a:pt x="239" y="0"/>
                </a:lnTo>
              </a:path>
            </a:pathLst>
          </a:custGeom>
          <a:noFill xmlns:a="http://schemas.openxmlformats.org/drawingml/2006/main"/>
          <a:ln xmlns:a="http://schemas.openxmlformats.org/drawingml/2006/main" w="13411">
            <a:solidFill>
              <a:srgbClr val="000000"/>
            </a:solidFill>
            <a:prstDash val="solid"/>
          </a:ln>
        </p:spPr>
      </p:sp>
      <p:sp>
        <p:nvSpPr>
          <p:cNvPr id="172" name="dp45-comparison / n153 / path">
            <a:extLst xmlns:a="http://schemas.openxmlformats.org/drawingml/2006/main">
              <a:ext uri="{FF2B5EF4-FFF2-40B4-BE49-F238E27FC236}">
                <a16:creationId xmlns:a16="http://schemas.microsoft.com/office/drawing/2014/main" id="{A1403C9D-7429-44F2-8FEE-D7D259CA0D03}"/>
              </a:ext>
            </a:extLst>
          </p:cNvPr>
          <p:cNvSpPr>
            <a:spLocks xmlns:a="http://schemas.openxmlformats.org/drawingml/2006/main" noGrp="1"/>
          </p:cNvSpPr>
          <p:nvPr/>
        </p:nvSpPr>
        <p:spPr>
          <a:xfrm xmlns:a="http://schemas.openxmlformats.org/drawingml/2006/main">
            <a:off x="12906375" y="3995738"/>
            <a:ext cx="1333500" cy="1362075"/>
          </a:xfrm>
          <a:custGeom xmlns:a="http://schemas.openxmlformats.org/drawingml/2006/main">
            <a:pathLst>
              <a:path w="1333500" h="1362075">
                <a:moveTo>
                  <a:pt x="0" y="0"/>
                </a:moveTo>
                <a:lnTo>
                  <a:pt x="1143000" y="0"/>
                </a:lnTo>
                <a:lnTo>
                  <a:pt x="1143000" y="1362075"/>
                </a:lnTo>
                <a:lnTo>
                  <a:pt x="1333500" y="1362075"/>
                </a:lnTo>
              </a:path>
            </a:pathLst>
          </a:custGeom>
          <a:noFill xmlns:a="http://schemas.openxmlformats.org/drawingml/2006/main"/>
          <a:ln xmlns:a="http://schemas.openxmlformats.org/drawingml/2006/main" w="10478">
            <a:solidFill>
              <a:srgbClr val="000000"/>
            </a:solidFill>
            <a:prstDash val="solid"/>
          </a:ln>
        </p:spPr>
      </p:sp>
      <p:sp>
        <p:nvSpPr>
          <p:cNvPr id="173" name="dp45-comparison / n153 / arrow">
            <a:extLst xmlns:a="http://schemas.openxmlformats.org/drawingml/2006/main">
              <a:ext uri="{FF2B5EF4-FFF2-40B4-BE49-F238E27FC236}">
                <a16:creationId xmlns:a16="http://schemas.microsoft.com/office/drawing/2014/main" id="{DE9C9F76-4345-401F-90B8-1C3DDEC684E6}"/>
              </a:ext>
            </a:extLst>
          </p:cNvPr>
          <p:cNvSpPr>
            <a:spLocks xmlns:a="http://schemas.openxmlformats.org/drawingml/2006/main" noGrp="1"/>
          </p:cNvSpPr>
          <p:nvPr/>
        </p:nvSpPr>
        <p:spPr>
          <a:xfrm xmlns:a="http://schemas.openxmlformats.org/drawingml/2006/main">
            <a:off x="14172819" y="53242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74" name="dp45-comparison / n156 / path">
            <a:extLst xmlns:a="http://schemas.openxmlformats.org/drawingml/2006/main">
              <a:ext uri="{FF2B5EF4-FFF2-40B4-BE49-F238E27FC236}">
                <a16:creationId xmlns:a16="http://schemas.microsoft.com/office/drawing/2014/main" id="{C3A3C5EC-938D-4D61-A919-FD0993B776EE}"/>
              </a:ext>
            </a:extLst>
          </p:cNvPr>
          <p:cNvSpPr>
            <a:spLocks xmlns:a="http://schemas.openxmlformats.org/drawingml/2006/main" noGrp="1"/>
          </p:cNvSpPr>
          <p:nvPr/>
        </p:nvSpPr>
        <p:spPr>
          <a:xfrm xmlns:a="http://schemas.openxmlformats.org/drawingml/2006/main">
            <a:off x="12906375" y="4191000"/>
            <a:ext cx="2809875" cy="1128713"/>
          </a:xfrm>
          <a:custGeom xmlns:a="http://schemas.openxmlformats.org/drawingml/2006/main">
            <a:pathLst>
              <a:path w="2809875" h="1128713">
                <a:moveTo>
                  <a:pt x="0" y="1128713"/>
                </a:moveTo>
                <a:lnTo>
                  <a:pt x="666750" y="1128713"/>
                </a:lnTo>
                <a:lnTo>
                  <a:pt x="666750" y="57150"/>
                </a:lnTo>
                <a:lnTo>
                  <a:pt x="2809875" y="57150"/>
                </a:lnTo>
                <a:lnTo>
                  <a:pt x="2809875" y="0"/>
                </a:lnTo>
              </a:path>
            </a:pathLst>
          </a:custGeom>
          <a:noFill xmlns:a="http://schemas.openxmlformats.org/drawingml/2006/main"/>
          <a:ln xmlns:a="http://schemas.openxmlformats.org/drawingml/2006/main" w="10478">
            <a:solidFill>
              <a:srgbClr val="000000"/>
            </a:solidFill>
            <a:prstDash val="solid"/>
          </a:ln>
        </p:spPr>
      </p:sp>
      <p:sp>
        <p:nvSpPr>
          <p:cNvPr id="175" name="dp45-comparison / n156 / arrow">
            <a:extLst xmlns:a="http://schemas.openxmlformats.org/drawingml/2006/main">
              <a:ext uri="{FF2B5EF4-FFF2-40B4-BE49-F238E27FC236}">
                <a16:creationId xmlns:a16="http://schemas.microsoft.com/office/drawing/2014/main" id="{FD1FF564-57DA-4DBF-A86F-649CEA7FB40C}"/>
              </a:ext>
            </a:extLst>
          </p:cNvPr>
          <p:cNvSpPr>
            <a:spLocks xmlns:a="http://schemas.openxmlformats.org/drawingml/2006/main" noGrp="1"/>
          </p:cNvSpPr>
          <p:nvPr/>
        </p:nvSpPr>
        <p:spPr>
          <a:xfrm xmlns:a="http://schemas.openxmlformats.org/drawingml/2006/main">
            <a:off x="15682722" y="41910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76" name="dp45-comparison / n157 / path">
            <a:extLst xmlns:a="http://schemas.openxmlformats.org/drawingml/2006/main">
              <a:ext uri="{FF2B5EF4-FFF2-40B4-BE49-F238E27FC236}">
                <a16:creationId xmlns:a16="http://schemas.microsoft.com/office/drawing/2014/main" id="{FCB1BA3E-1C59-4740-B4AC-DFA8799B31C3}"/>
              </a:ext>
            </a:extLst>
          </p:cNvPr>
          <p:cNvSpPr>
            <a:spLocks xmlns:a="http://schemas.openxmlformats.org/drawingml/2006/main" noGrp="1"/>
          </p:cNvSpPr>
          <p:nvPr/>
        </p:nvSpPr>
        <p:spPr>
          <a:xfrm xmlns:a="http://schemas.openxmlformats.org/drawingml/2006/main">
            <a:off x="12906375" y="4191000"/>
            <a:ext cx="2952750" cy="1252538"/>
          </a:xfrm>
          <a:custGeom xmlns:a="http://schemas.openxmlformats.org/drawingml/2006/main">
            <a:pathLst>
              <a:path w="2952750" h="1252538">
                <a:moveTo>
                  <a:pt x="2952750" y="0"/>
                </a:moveTo>
                <a:lnTo>
                  <a:pt x="2952750" y="85725"/>
                </a:lnTo>
                <a:lnTo>
                  <a:pt x="762000" y="85725"/>
                </a:lnTo>
                <a:lnTo>
                  <a:pt x="762000" y="1252538"/>
                </a:lnTo>
                <a:lnTo>
                  <a:pt x="0" y="1252538"/>
                </a:lnTo>
              </a:path>
            </a:pathLst>
          </a:custGeom>
          <a:noFill xmlns:a="http://schemas.openxmlformats.org/drawingml/2006/main"/>
          <a:ln xmlns:a="http://schemas.openxmlformats.org/drawingml/2006/main" w="10478">
            <a:solidFill>
              <a:srgbClr val="000000"/>
            </a:solidFill>
            <a:prstDash val="dash"/>
          </a:ln>
        </p:spPr>
      </p:sp>
      <p:sp>
        <p:nvSpPr>
          <p:cNvPr id="177" name="dp45-comparison / n157 / arrow">
            <a:extLst xmlns:a="http://schemas.openxmlformats.org/drawingml/2006/main">
              <a:ext uri="{FF2B5EF4-FFF2-40B4-BE49-F238E27FC236}">
                <a16:creationId xmlns:a16="http://schemas.microsoft.com/office/drawing/2014/main" id="{0230D052-5E71-4A1A-8F3E-F5C9FC66DF91}"/>
              </a:ext>
            </a:extLst>
          </p:cNvPr>
          <p:cNvSpPr>
            <a:spLocks xmlns:a="http://schemas.openxmlformats.org/drawingml/2006/main" noGrp="1"/>
          </p:cNvSpPr>
          <p:nvPr/>
        </p:nvSpPr>
        <p:spPr>
          <a:xfrm xmlns:a="http://schemas.openxmlformats.org/drawingml/2006/main">
            <a:off x="12906375" y="54100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78" name="dp45-comparison / n158 / path">
            <a:extLst xmlns:a="http://schemas.openxmlformats.org/drawingml/2006/main">
              <a:ext uri="{FF2B5EF4-FFF2-40B4-BE49-F238E27FC236}">
                <a16:creationId xmlns:a16="http://schemas.microsoft.com/office/drawing/2014/main" id="{FA9EBDA9-9A0C-43EB-B8E7-937E778F8EB3}"/>
              </a:ext>
            </a:extLst>
          </p:cNvPr>
          <p:cNvSpPr>
            <a:spLocks xmlns:a="http://schemas.openxmlformats.org/drawingml/2006/main" noGrp="1"/>
          </p:cNvSpPr>
          <p:nvPr/>
        </p:nvSpPr>
        <p:spPr>
          <a:xfrm xmlns:a="http://schemas.openxmlformats.org/drawingml/2006/main">
            <a:off x="12906375" y="5529263"/>
            <a:ext cx="1333500" cy="9525"/>
          </a:xfrm>
          <a:custGeom xmlns:a="http://schemas.openxmlformats.org/drawingml/2006/main">
            <a:pathLst>
              <a:path w="1333500" h="9525">
                <a:moveTo>
                  <a:pt x="1333500" y="0"/>
                </a:moveTo>
                <a:lnTo>
                  <a:pt x="0" y="9525"/>
                </a:lnTo>
              </a:path>
            </a:pathLst>
          </a:custGeom>
          <a:noFill xmlns:a="http://schemas.openxmlformats.org/drawingml/2006/main"/>
          <a:ln xmlns:a="http://schemas.openxmlformats.org/drawingml/2006/main" w="10478">
            <a:solidFill>
              <a:srgbClr val="000000"/>
            </a:solidFill>
            <a:prstDash val="dash"/>
          </a:ln>
        </p:spPr>
      </p:sp>
      <p:sp>
        <p:nvSpPr>
          <p:cNvPr id="179" name="dp45-comparison / n158 / arrow">
            <a:extLst xmlns:a="http://schemas.openxmlformats.org/drawingml/2006/main">
              <a:ext uri="{FF2B5EF4-FFF2-40B4-BE49-F238E27FC236}">
                <a16:creationId xmlns:a16="http://schemas.microsoft.com/office/drawing/2014/main" id="{6E7D9403-4F80-4033-9D47-7F004C4FD9C2}"/>
              </a:ext>
            </a:extLst>
          </p:cNvPr>
          <p:cNvSpPr>
            <a:spLocks xmlns:a="http://schemas.openxmlformats.org/drawingml/2006/main" noGrp="1"/>
          </p:cNvSpPr>
          <p:nvPr/>
        </p:nvSpPr>
        <p:spPr>
          <a:xfrm xmlns:a="http://schemas.openxmlformats.org/drawingml/2006/main">
            <a:off x="12906375" y="5504781"/>
            <a:ext cx="67294" cy="67054"/>
          </a:xfrm>
          <a:custGeom xmlns:a="http://schemas.openxmlformats.org/drawingml/2006/main">
            <a:pathLst>
              <a:path w="67294" h="67054">
                <a:moveTo>
                  <a:pt x="66815" y="0"/>
                </a:moveTo>
                <a:lnTo>
                  <a:pt x="0" y="34006"/>
                </a:lnTo>
                <a:lnTo>
                  <a:pt x="67294" y="67054"/>
                </a:lnTo>
              </a:path>
            </a:pathLst>
          </a:custGeom>
          <a:noFill xmlns:a="http://schemas.openxmlformats.org/drawingml/2006/main"/>
          <a:ln xmlns:a="http://schemas.openxmlformats.org/drawingml/2006/main" w="13411">
            <a:solidFill>
              <a:srgbClr val="000000"/>
            </a:solidFill>
            <a:prstDash val="solid"/>
          </a:ln>
        </p:spPr>
      </p:sp>
      <p:sp>
        <p:nvSpPr>
          <p:cNvPr id="180" name="dp45-comparison / n159 / path">
            <a:extLst xmlns:a="http://schemas.openxmlformats.org/drawingml/2006/main">
              <a:ext uri="{FF2B5EF4-FFF2-40B4-BE49-F238E27FC236}">
                <a16:creationId xmlns:a16="http://schemas.microsoft.com/office/drawing/2014/main" id="{D0DB4817-27B8-4932-A2E0-6F175D716221}"/>
              </a:ext>
            </a:extLst>
          </p:cNvPr>
          <p:cNvSpPr>
            <a:spLocks xmlns:a="http://schemas.openxmlformats.org/drawingml/2006/main" noGrp="1"/>
          </p:cNvSpPr>
          <p:nvPr/>
        </p:nvSpPr>
        <p:spPr>
          <a:xfrm xmlns:a="http://schemas.openxmlformats.org/drawingml/2006/main">
            <a:off x="11258550" y="4086225"/>
            <a:ext cx="953" cy="1152525"/>
          </a:xfrm>
          <a:custGeom xmlns:a="http://schemas.openxmlformats.org/drawingml/2006/main">
            <a:pathLst>
              <a:path w="953" h="1152525">
                <a:moveTo>
                  <a:pt x="0" y="1152525"/>
                </a:moveTo>
                <a:lnTo>
                  <a:pt x="0" y="0"/>
                </a:lnTo>
              </a:path>
            </a:pathLst>
          </a:custGeom>
          <a:noFill xmlns:a="http://schemas.openxmlformats.org/drawingml/2006/main"/>
          <a:ln xmlns:a="http://schemas.openxmlformats.org/drawingml/2006/main" w="10478">
            <a:solidFill>
              <a:srgbClr val="000000"/>
            </a:solidFill>
            <a:prstDash val="solid"/>
          </a:ln>
        </p:spPr>
      </p:sp>
      <p:sp>
        <p:nvSpPr>
          <p:cNvPr id="181" name="dp45-comparison / n159 / arrow">
            <a:extLst xmlns:a="http://schemas.openxmlformats.org/drawingml/2006/main">
              <a:ext uri="{FF2B5EF4-FFF2-40B4-BE49-F238E27FC236}">
                <a16:creationId xmlns:a16="http://schemas.microsoft.com/office/drawing/2014/main" id="{A3815568-2B26-4D56-8F56-30AFCADD989A}"/>
              </a:ext>
            </a:extLst>
          </p:cNvPr>
          <p:cNvSpPr>
            <a:spLocks xmlns:a="http://schemas.openxmlformats.org/drawingml/2006/main" noGrp="1"/>
          </p:cNvSpPr>
          <p:nvPr/>
        </p:nvSpPr>
        <p:spPr>
          <a:xfrm xmlns:a="http://schemas.openxmlformats.org/drawingml/2006/main">
            <a:off x="11225022" y="40862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82" name="dp45-comparison / n160 / path">
            <a:extLst xmlns:a="http://schemas.openxmlformats.org/drawingml/2006/main">
              <a:ext uri="{FF2B5EF4-FFF2-40B4-BE49-F238E27FC236}">
                <a16:creationId xmlns:a16="http://schemas.microsoft.com/office/drawing/2014/main" id="{52B8BEC1-4012-4C92-8EC9-EBF6481D34E8}"/>
              </a:ext>
            </a:extLst>
          </p:cNvPr>
          <p:cNvSpPr>
            <a:spLocks xmlns:a="http://schemas.openxmlformats.org/drawingml/2006/main" noGrp="1"/>
          </p:cNvSpPr>
          <p:nvPr/>
        </p:nvSpPr>
        <p:spPr>
          <a:xfrm xmlns:a="http://schemas.openxmlformats.org/drawingml/2006/main">
            <a:off x="11791950" y="4086225"/>
            <a:ext cx="953" cy="1152525"/>
          </a:xfrm>
          <a:custGeom xmlns:a="http://schemas.openxmlformats.org/drawingml/2006/main">
            <a:pathLst>
              <a:path w="953" h="1152525">
                <a:moveTo>
                  <a:pt x="0" y="0"/>
                </a:moveTo>
                <a:lnTo>
                  <a:pt x="0" y="1152525"/>
                </a:lnTo>
              </a:path>
            </a:pathLst>
          </a:custGeom>
          <a:noFill xmlns:a="http://schemas.openxmlformats.org/drawingml/2006/main"/>
          <a:ln xmlns:a="http://schemas.openxmlformats.org/drawingml/2006/main" w="10478">
            <a:solidFill>
              <a:srgbClr val="000000"/>
            </a:solidFill>
            <a:prstDash val="dash"/>
          </a:ln>
        </p:spPr>
      </p:sp>
      <p:sp>
        <p:nvSpPr>
          <p:cNvPr id="183" name="dp45-comparison / n160 / arrow">
            <a:extLst xmlns:a="http://schemas.openxmlformats.org/drawingml/2006/main">
              <a:ext uri="{FF2B5EF4-FFF2-40B4-BE49-F238E27FC236}">
                <a16:creationId xmlns:a16="http://schemas.microsoft.com/office/drawing/2014/main" id="{9C099AA9-7425-4CA4-8514-D42770DF42E6}"/>
              </a:ext>
            </a:extLst>
          </p:cNvPr>
          <p:cNvSpPr>
            <a:spLocks xmlns:a="http://schemas.openxmlformats.org/drawingml/2006/main" noGrp="1"/>
          </p:cNvSpPr>
          <p:nvPr/>
        </p:nvSpPr>
        <p:spPr>
          <a:xfrm xmlns:a="http://schemas.openxmlformats.org/drawingml/2006/main">
            <a:off x="11758422" y="51716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4" name="dp45-comparison / n169 / path">
            <a:extLst xmlns:a="http://schemas.openxmlformats.org/drawingml/2006/main">
              <a:ext uri="{FF2B5EF4-FFF2-40B4-BE49-F238E27FC236}">
                <a16:creationId xmlns:a16="http://schemas.microsoft.com/office/drawing/2014/main" id="{71886EAD-1754-4CA5-9201-FB4F22184BA7}"/>
              </a:ext>
            </a:extLst>
          </p:cNvPr>
          <p:cNvSpPr>
            <a:spLocks xmlns:a="http://schemas.openxmlformats.org/drawingml/2006/main" noGrp="1"/>
          </p:cNvSpPr>
          <p:nvPr/>
        </p:nvSpPr>
        <p:spPr>
          <a:xfrm xmlns:a="http://schemas.openxmlformats.org/drawingml/2006/main">
            <a:off x="12192000" y="2643188"/>
            <a:ext cx="5505450" cy="3271838"/>
          </a:xfrm>
          <a:custGeom xmlns:a="http://schemas.openxmlformats.org/drawingml/2006/main">
            <a:pathLst>
              <a:path w="5505450" h="3271838">
                <a:moveTo>
                  <a:pt x="0" y="2947988"/>
                </a:moveTo>
                <a:lnTo>
                  <a:pt x="0" y="3271838"/>
                </a:lnTo>
                <a:lnTo>
                  <a:pt x="5505450" y="3271838"/>
                </a:lnTo>
                <a:lnTo>
                  <a:pt x="5505450" y="0"/>
                </a:lnTo>
                <a:lnTo>
                  <a:pt x="5286375" y="0"/>
                </a:lnTo>
              </a:path>
            </a:pathLst>
          </a:custGeom>
          <a:noFill xmlns:a="http://schemas.openxmlformats.org/drawingml/2006/main"/>
          <a:ln xmlns:a="http://schemas.openxmlformats.org/drawingml/2006/main" w="10478">
            <a:solidFill>
              <a:srgbClr val="000000"/>
            </a:solidFill>
            <a:prstDash val="solid"/>
          </a:ln>
        </p:spPr>
      </p:sp>
      <p:sp>
        <p:nvSpPr>
          <p:cNvPr id="185" name="dp45-comparison / n169 / arrow">
            <a:extLst xmlns:a="http://schemas.openxmlformats.org/drawingml/2006/main">
              <a:ext uri="{FF2B5EF4-FFF2-40B4-BE49-F238E27FC236}">
                <a16:creationId xmlns:a16="http://schemas.microsoft.com/office/drawing/2014/main" id="{F41BFFBF-E475-4423-A6CC-50323EB49FBC}"/>
              </a:ext>
            </a:extLst>
          </p:cNvPr>
          <p:cNvSpPr>
            <a:spLocks xmlns:a="http://schemas.openxmlformats.org/drawingml/2006/main" noGrp="1"/>
          </p:cNvSpPr>
          <p:nvPr/>
        </p:nvSpPr>
        <p:spPr>
          <a:xfrm xmlns:a="http://schemas.openxmlformats.org/drawingml/2006/main">
            <a:off x="17478375" y="260966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86" name="dp45-comparison / n170 / path">
            <a:extLst xmlns:a="http://schemas.openxmlformats.org/drawingml/2006/main">
              <a:ext uri="{FF2B5EF4-FFF2-40B4-BE49-F238E27FC236}">
                <a16:creationId xmlns:a16="http://schemas.microsoft.com/office/drawing/2014/main" id="{E121EA1E-3AE1-411F-8721-256068671A28}"/>
              </a:ext>
            </a:extLst>
          </p:cNvPr>
          <p:cNvSpPr>
            <a:spLocks xmlns:a="http://schemas.openxmlformats.org/drawingml/2006/main" noGrp="1"/>
          </p:cNvSpPr>
          <p:nvPr/>
        </p:nvSpPr>
        <p:spPr>
          <a:xfrm xmlns:a="http://schemas.openxmlformats.org/drawingml/2006/main">
            <a:off x="12239625" y="2690813"/>
            <a:ext cx="5419725" cy="3243263"/>
          </a:xfrm>
          <a:custGeom xmlns:a="http://schemas.openxmlformats.org/drawingml/2006/main">
            <a:pathLst>
              <a:path w="5419725" h="3243263">
                <a:moveTo>
                  <a:pt x="5238750" y="0"/>
                </a:moveTo>
                <a:lnTo>
                  <a:pt x="5419725" y="0"/>
                </a:lnTo>
                <a:lnTo>
                  <a:pt x="5419725" y="3243263"/>
                </a:lnTo>
                <a:lnTo>
                  <a:pt x="0" y="3243263"/>
                </a:lnTo>
                <a:lnTo>
                  <a:pt x="0" y="2900363"/>
                </a:lnTo>
              </a:path>
            </a:pathLst>
          </a:custGeom>
          <a:noFill xmlns:a="http://schemas.openxmlformats.org/drawingml/2006/main"/>
          <a:ln xmlns:a="http://schemas.openxmlformats.org/drawingml/2006/main" w="10478">
            <a:solidFill>
              <a:srgbClr val="000000"/>
            </a:solidFill>
            <a:prstDash val="dash"/>
          </a:ln>
        </p:spPr>
      </p:sp>
      <p:sp>
        <p:nvSpPr>
          <p:cNvPr id="187" name="dp45-comparison / n170 / arrow">
            <a:extLst xmlns:a="http://schemas.openxmlformats.org/drawingml/2006/main">
              <a:ext uri="{FF2B5EF4-FFF2-40B4-BE49-F238E27FC236}">
                <a16:creationId xmlns:a16="http://schemas.microsoft.com/office/drawing/2014/main" id="{E7601A4F-ABFB-44DF-BEA7-FBA75358EB74}"/>
              </a:ext>
            </a:extLst>
          </p:cNvPr>
          <p:cNvSpPr>
            <a:spLocks xmlns:a="http://schemas.openxmlformats.org/drawingml/2006/main" noGrp="1"/>
          </p:cNvSpPr>
          <p:nvPr/>
        </p:nvSpPr>
        <p:spPr>
          <a:xfrm xmlns:a="http://schemas.openxmlformats.org/drawingml/2006/main">
            <a:off x="12206097" y="55911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88" name="dp45-comparison / n171 / path">
            <a:extLst xmlns:a="http://schemas.openxmlformats.org/drawingml/2006/main">
              <a:ext uri="{FF2B5EF4-FFF2-40B4-BE49-F238E27FC236}">
                <a16:creationId xmlns:a16="http://schemas.microsoft.com/office/drawing/2014/main" id="{7906D258-7CA6-4721-926E-45189FEC320A}"/>
              </a:ext>
            </a:extLst>
          </p:cNvPr>
          <p:cNvSpPr>
            <a:spLocks xmlns:a="http://schemas.openxmlformats.org/drawingml/2006/main" noGrp="1"/>
          </p:cNvSpPr>
          <p:nvPr/>
        </p:nvSpPr>
        <p:spPr>
          <a:xfrm xmlns:a="http://schemas.openxmlformats.org/drawingml/2006/main">
            <a:off x="12287250" y="2705100"/>
            <a:ext cx="5334000" cy="3248025"/>
          </a:xfrm>
          <a:custGeom xmlns:a="http://schemas.openxmlformats.org/drawingml/2006/main">
            <a:pathLst>
              <a:path w="5334000" h="3248025">
                <a:moveTo>
                  <a:pt x="95250" y="2886075"/>
                </a:moveTo>
                <a:lnTo>
                  <a:pt x="95250" y="3248025"/>
                </a:lnTo>
                <a:lnTo>
                  <a:pt x="5334000" y="3248025"/>
                </a:lnTo>
                <a:lnTo>
                  <a:pt x="5334000" y="371475"/>
                </a:lnTo>
                <a:lnTo>
                  <a:pt x="0" y="371475"/>
                </a:lnTo>
                <a:lnTo>
                  <a:pt x="0" y="0"/>
                </a:lnTo>
              </a:path>
            </a:pathLst>
          </a:custGeom>
          <a:noFill xmlns:a="http://schemas.openxmlformats.org/drawingml/2006/main"/>
          <a:ln xmlns:a="http://schemas.openxmlformats.org/drawingml/2006/main" w="10478">
            <a:solidFill>
              <a:srgbClr val="000000"/>
            </a:solidFill>
            <a:prstDash val="solid"/>
          </a:ln>
        </p:spPr>
      </p:sp>
      <p:sp>
        <p:nvSpPr>
          <p:cNvPr id="189" name="dp45-comparison / n171 / arrow">
            <a:extLst xmlns:a="http://schemas.openxmlformats.org/drawingml/2006/main">
              <a:ext uri="{FF2B5EF4-FFF2-40B4-BE49-F238E27FC236}">
                <a16:creationId xmlns:a16="http://schemas.microsoft.com/office/drawing/2014/main" id="{7A2BC264-70DE-44B4-924E-96B521CCBA4A}"/>
              </a:ext>
            </a:extLst>
          </p:cNvPr>
          <p:cNvSpPr>
            <a:spLocks xmlns:a="http://schemas.openxmlformats.org/drawingml/2006/main" noGrp="1"/>
          </p:cNvSpPr>
          <p:nvPr/>
        </p:nvSpPr>
        <p:spPr>
          <a:xfrm xmlns:a="http://schemas.openxmlformats.org/drawingml/2006/main">
            <a:off x="12253722" y="2705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0" name="dp45-comparison / n172 / path">
            <a:extLst xmlns:a="http://schemas.openxmlformats.org/drawingml/2006/main">
              <a:ext uri="{FF2B5EF4-FFF2-40B4-BE49-F238E27FC236}">
                <a16:creationId xmlns:a16="http://schemas.microsoft.com/office/drawing/2014/main" id="{EE5DA34C-11B3-4945-870B-6A61A8E62D01}"/>
              </a:ext>
            </a:extLst>
          </p:cNvPr>
          <p:cNvSpPr>
            <a:spLocks xmlns:a="http://schemas.openxmlformats.org/drawingml/2006/main" noGrp="1"/>
          </p:cNvSpPr>
          <p:nvPr/>
        </p:nvSpPr>
        <p:spPr>
          <a:xfrm xmlns:a="http://schemas.openxmlformats.org/drawingml/2006/main">
            <a:off x="12334875" y="2705100"/>
            <a:ext cx="5248275" cy="3267075"/>
          </a:xfrm>
          <a:custGeom xmlns:a="http://schemas.openxmlformats.org/drawingml/2006/main">
            <a:pathLst>
              <a:path w="5248275" h="3267075">
                <a:moveTo>
                  <a:pt x="0" y="0"/>
                </a:moveTo>
                <a:lnTo>
                  <a:pt x="0" y="409575"/>
                </a:lnTo>
                <a:lnTo>
                  <a:pt x="5248275" y="409575"/>
                </a:lnTo>
                <a:lnTo>
                  <a:pt x="5248275" y="3267075"/>
                </a:lnTo>
                <a:lnTo>
                  <a:pt x="95250" y="3267075"/>
                </a:lnTo>
                <a:lnTo>
                  <a:pt x="95250" y="2886075"/>
                </a:lnTo>
              </a:path>
            </a:pathLst>
          </a:custGeom>
          <a:noFill xmlns:a="http://schemas.openxmlformats.org/drawingml/2006/main"/>
          <a:ln xmlns:a="http://schemas.openxmlformats.org/drawingml/2006/main" w="10478">
            <a:solidFill>
              <a:srgbClr val="000000"/>
            </a:solidFill>
            <a:prstDash val="dash"/>
          </a:ln>
        </p:spPr>
      </p:sp>
      <p:sp>
        <p:nvSpPr>
          <p:cNvPr id="191" name="dp45-comparison / n172 / arrow">
            <a:extLst xmlns:a="http://schemas.openxmlformats.org/drawingml/2006/main">
              <a:ext uri="{FF2B5EF4-FFF2-40B4-BE49-F238E27FC236}">
                <a16:creationId xmlns:a16="http://schemas.microsoft.com/office/drawing/2014/main" id="{42842DB5-4DA4-4F6C-B5B4-C6F9DD6CF8EB}"/>
              </a:ext>
            </a:extLst>
          </p:cNvPr>
          <p:cNvSpPr>
            <a:spLocks xmlns:a="http://schemas.openxmlformats.org/drawingml/2006/main" noGrp="1"/>
          </p:cNvSpPr>
          <p:nvPr/>
        </p:nvSpPr>
        <p:spPr>
          <a:xfrm xmlns:a="http://schemas.openxmlformats.org/drawingml/2006/main">
            <a:off x="12396597" y="55911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2" name="dp45-comparison / n177">
            <a:extLst xmlns:a="http://schemas.openxmlformats.org/drawingml/2006/main">
              <a:ext uri="{FF2B5EF4-FFF2-40B4-BE49-F238E27FC236}">
                <a16:creationId xmlns:a16="http://schemas.microsoft.com/office/drawing/2014/main" id="{E6228972-8FA6-4F57-B065-9F04C6AD89AE}"/>
              </a:ext>
            </a:extLst>
          </p:cNvPr>
          <p:cNvSpPr>
            <a:spLocks xmlns:a="http://schemas.openxmlformats.org/drawingml/2006/main" noGrp="1"/>
          </p:cNvSpPr>
          <p:nvPr/>
        </p:nvSpPr>
        <p:spPr>
          <a:xfrm xmlns:a="http://schemas.openxmlformats.org/drawingml/2006/main">
            <a:off x="9953625" y="6515100"/>
            <a:ext cx="2762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3" name="dp45-comparison / n178 / text 1">
            <a:extLst xmlns:a="http://schemas.openxmlformats.org/drawingml/2006/main">
              <a:ext uri="{FF2B5EF4-FFF2-40B4-BE49-F238E27FC236}">
                <a16:creationId xmlns:a16="http://schemas.microsoft.com/office/drawing/2014/main" id="{A5028D8E-21E2-4371-BB25-33880E2BA2B2}"/>
              </a:ext>
            </a:extLst>
          </p:cNvPr>
          <p:cNvSpPr>
            <a:spLocks xmlns:a="http://schemas.openxmlformats.org/drawingml/2006/main" noGrp="1"/>
          </p:cNvSpPr>
          <p:nvPr/>
        </p:nvSpPr>
        <p:spPr>
          <a:xfrm xmlns:a="http://schemas.openxmlformats.org/drawingml/2006/main">
            <a:off x="10039350" y="6543199"/>
            <a:ext cx="2590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Model Access</a:t>
            </a:r>
          </a:p>
        </p:txBody>
      </p:sp>
      <p:sp>
        <p:nvSpPr>
          <p:cNvPr id="194" name="dp45-comparison / n179">
            <a:extLst xmlns:a="http://schemas.openxmlformats.org/drawingml/2006/main">
              <a:ext uri="{FF2B5EF4-FFF2-40B4-BE49-F238E27FC236}">
                <a16:creationId xmlns:a16="http://schemas.microsoft.com/office/drawing/2014/main" id="{FE4DF0A6-9D43-4863-9158-D3FE93F1A77E}"/>
              </a:ext>
            </a:extLst>
          </p:cNvPr>
          <p:cNvSpPr>
            <a:spLocks xmlns:a="http://schemas.openxmlformats.org/drawingml/2006/main" noGrp="1"/>
          </p:cNvSpPr>
          <p:nvPr/>
        </p:nvSpPr>
        <p:spPr>
          <a:xfrm xmlns:a="http://schemas.openxmlformats.org/drawingml/2006/main">
            <a:off x="14620875" y="6515100"/>
            <a:ext cx="2857500" cy="2667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95" name="dp45-comparison / n180 / text 1">
            <a:extLst xmlns:a="http://schemas.openxmlformats.org/drawingml/2006/main">
              <a:ext uri="{FF2B5EF4-FFF2-40B4-BE49-F238E27FC236}">
                <a16:creationId xmlns:a16="http://schemas.microsoft.com/office/drawing/2014/main" id="{A9BBA20A-B6E7-4EC6-B4E2-32E66B956892}"/>
              </a:ext>
            </a:extLst>
          </p:cNvPr>
          <p:cNvSpPr>
            <a:spLocks xmlns:a="http://schemas.openxmlformats.org/drawingml/2006/main" noGrp="1"/>
          </p:cNvSpPr>
          <p:nvPr/>
        </p:nvSpPr>
        <p:spPr>
          <a:xfrm xmlns:a="http://schemas.openxmlformats.org/drawingml/2006/main">
            <a:off x="14706600" y="6543199"/>
            <a:ext cx="26860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클라우드 의미 LLM</a:t>
            </a:r>
          </a:p>
        </p:txBody>
      </p:sp>
      <p:sp>
        <p:nvSpPr>
          <p:cNvPr id="196" name="dp45-comparison / n181 / path">
            <a:extLst xmlns:a="http://schemas.openxmlformats.org/drawingml/2006/main">
              <a:ext uri="{FF2B5EF4-FFF2-40B4-BE49-F238E27FC236}">
                <a16:creationId xmlns:a16="http://schemas.microsoft.com/office/drawing/2014/main" id="{B5B2B727-7F16-4B46-ABC1-FF017FD62E38}"/>
              </a:ext>
            </a:extLst>
          </p:cNvPr>
          <p:cNvSpPr>
            <a:spLocks xmlns:a="http://schemas.openxmlformats.org/drawingml/2006/main" noGrp="1"/>
          </p:cNvSpPr>
          <p:nvPr/>
        </p:nvSpPr>
        <p:spPr>
          <a:xfrm xmlns:a="http://schemas.openxmlformats.org/drawingml/2006/main">
            <a:off x="9810750" y="3910013"/>
            <a:ext cx="1524000" cy="2605088"/>
          </a:xfrm>
          <a:custGeom xmlns:a="http://schemas.openxmlformats.org/drawingml/2006/main">
            <a:pathLst>
              <a:path w="1524000" h="2605088">
                <a:moveTo>
                  <a:pt x="333375" y="0"/>
                </a:moveTo>
                <a:lnTo>
                  <a:pt x="0" y="0"/>
                </a:lnTo>
                <a:lnTo>
                  <a:pt x="0" y="2519363"/>
                </a:lnTo>
                <a:lnTo>
                  <a:pt x="1524000" y="2519363"/>
                </a:lnTo>
                <a:lnTo>
                  <a:pt x="1524000" y="2605088"/>
                </a:lnTo>
              </a:path>
            </a:pathLst>
          </a:custGeom>
          <a:noFill xmlns:a="http://schemas.openxmlformats.org/drawingml/2006/main"/>
          <a:ln xmlns:a="http://schemas.openxmlformats.org/drawingml/2006/main" w="10478">
            <a:solidFill>
              <a:srgbClr val="000000"/>
            </a:solidFill>
            <a:prstDash val="solid"/>
          </a:ln>
        </p:spPr>
      </p:sp>
      <p:sp>
        <p:nvSpPr>
          <p:cNvPr id="197" name="dp45-comparison / n181 / arrow">
            <a:extLst xmlns:a="http://schemas.openxmlformats.org/drawingml/2006/main">
              <a:ext uri="{FF2B5EF4-FFF2-40B4-BE49-F238E27FC236}">
                <a16:creationId xmlns:a16="http://schemas.microsoft.com/office/drawing/2014/main" id="{BF4D4095-880B-4691-8961-CB1B1571CFF2}"/>
              </a:ext>
            </a:extLst>
          </p:cNvPr>
          <p:cNvSpPr>
            <a:spLocks xmlns:a="http://schemas.openxmlformats.org/drawingml/2006/main" noGrp="1"/>
          </p:cNvSpPr>
          <p:nvPr/>
        </p:nvSpPr>
        <p:spPr>
          <a:xfrm xmlns:a="http://schemas.openxmlformats.org/drawingml/2006/main">
            <a:off x="11301222" y="64480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98" name="dp45-comparison / n182 / path">
            <a:extLst xmlns:a="http://schemas.openxmlformats.org/drawingml/2006/main">
              <a:ext uri="{FF2B5EF4-FFF2-40B4-BE49-F238E27FC236}">
                <a16:creationId xmlns:a16="http://schemas.microsoft.com/office/drawing/2014/main" id="{033FF8ED-08FB-40FD-95C6-44EEF2DDF042}"/>
              </a:ext>
            </a:extLst>
          </p:cNvPr>
          <p:cNvSpPr>
            <a:spLocks xmlns:a="http://schemas.openxmlformats.org/drawingml/2006/main" noGrp="1"/>
          </p:cNvSpPr>
          <p:nvPr/>
        </p:nvSpPr>
        <p:spPr>
          <a:xfrm xmlns:a="http://schemas.openxmlformats.org/drawingml/2006/main">
            <a:off x="9734550" y="4005263"/>
            <a:ext cx="1714500" cy="2509838"/>
          </a:xfrm>
          <a:custGeom xmlns:a="http://schemas.openxmlformats.org/drawingml/2006/main">
            <a:pathLst>
              <a:path w="1714500" h="2509838">
                <a:moveTo>
                  <a:pt x="1714500" y="2509838"/>
                </a:moveTo>
                <a:lnTo>
                  <a:pt x="1714500" y="2376488"/>
                </a:lnTo>
                <a:lnTo>
                  <a:pt x="0" y="2376488"/>
                </a:lnTo>
                <a:lnTo>
                  <a:pt x="0" y="0"/>
                </a:lnTo>
                <a:lnTo>
                  <a:pt x="409575" y="0"/>
                </a:lnTo>
              </a:path>
            </a:pathLst>
          </a:custGeom>
          <a:noFill xmlns:a="http://schemas.openxmlformats.org/drawingml/2006/main"/>
          <a:ln xmlns:a="http://schemas.openxmlformats.org/drawingml/2006/main" w="10478">
            <a:solidFill>
              <a:srgbClr val="000000"/>
            </a:solidFill>
            <a:prstDash val="dash"/>
          </a:ln>
        </p:spPr>
      </p:sp>
      <p:sp>
        <p:nvSpPr>
          <p:cNvPr id="199" name="dp45-comparison / n182 / arrow">
            <a:extLst xmlns:a="http://schemas.openxmlformats.org/drawingml/2006/main">
              <a:ext uri="{FF2B5EF4-FFF2-40B4-BE49-F238E27FC236}">
                <a16:creationId xmlns:a16="http://schemas.microsoft.com/office/drawing/2014/main" id="{A944F0A0-CD57-4793-A713-3EC3F8CCFCC6}"/>
              </a:ext>
            </a:extLst>
          </p:cNvPr>
          <p:cNvSpPr>
            <a:spLocks xmlns:a="http://schemas.openxmlformats.org/drawingml/2006/main" noGrp="1"/>
          </p:cNvSpPr>
          <p:nvPr/>
        </p:nvSpPr>
        <p:spPr>
          <a:xfrm xmlns:a="http://schemas.openxmlformats.org/drawingml/2006/main">
            <a:off x="10077069" y="39717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00" name="dp45-comparison / n183 / path">
            <a:extLst xmlns:a="http://schemas.openxmlformats.org/drawingml/2006/main">
              <a:ext uri="{FF2B5EF4-FFF2-40B4-BE49-F238E27FC236}">
                <a16:creationId xmlns:a16="http://schemas.microsoft.com/office/drawing/2014/main" id="{6DEDB56C-0EDC-499B-9D28-F77612D45DE6}"/>
              </a:ext>
            </a:extLst>
          </p:cNvPr>
          <p:cNvSpPr>
            <a:spLocks xmlns:a="http://schemas.openxmlformats.org/drawingml/2006/main" noGrp="1"/>
          </p:cNvSpPr>
          <p:nvPr/>
        </p:nvSpPr>
        <p:spPr>
          <a:xfrm xmlns:a="http://schemas.openxmlformats.org/drawingml/2006/main">
            <a:off x="12715875" y="6610350"/>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201" name="dp45-comparison / n183 / arrow">
            <a:extLst xmlns:a="http://schemas.openxmlformats.org/drawingml/2006/main">
              <a:ext uri="{FF2B5EF4-FFF2-40B4-BE49-F238E27FC236}">
                <a16:creationId xmlns:a16="http://schemas.microsoft.com/office/drawing/2014/main" id="{79EFCD65-B33C-4A6D-979C-DF743A5042F2}"/>
              </a:ext>
            </a:extLst>
          </p:cNvPr>
          <p:cNvSpPr>
            <a:spLocks xmlns:a="http://schemas.openxmlformats.org/drawingml/2006/main" noGrp="1"/>
          </p:cNvSpPr>
          <p:nvPr/>
        </p:nvSpPr>
        <p:spPr>
          <a:xfrm xmlns:a="http://schemas.openxmlformats.org/drawingml/2006/main">
            <a:off x="14553819" y="65768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02" name="dp45-comparison / n184 / path">
            <a:extLst xmlns:a="http://schemas.openxmlformats.org/drawingml/2006/main">
              <a:ext uri="{FF2B5EF4-FFF2-40B4-BE49-F238E27FC236}">
                <a16:creationId xmlns:a16="http://schemas.microsoft.com/office/drawing/2014/main" id="{3E820B9B-D2FB-488B-9D3E-1A0EF33802EB}"/>
              </a:ext>
            </a:extLst>
          </p:cNvPr>
          <p:cNvSpPr>
            <a:spLocks xmlns:a="http://schemas.openxmlformats.org/drawingml/2006/main" noGrp="1"/>
          </p:cNvSpPr>
          <p:nvPr/>
        </p:nvSpPr>
        <p:spPr>
          <a:xfrm xmlns:a="http://schemas.openxmlformats.org/drawingml/2006/main">
            <a:off x="12715875" y="6696075"/>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203" name="dp45-comparison / n184 / arrow">
            <a:extLst xmlns:a="http://schemas.openxmlformats.org/drawingml/2006/main">
              <a:ext uri="{FF2B5EF4-FFF2-40B4-BE49-F238E27FC236}">
                <a16:creationId xmlns:a16="http://schemas.microsoft.com/office/drawing/2014/main" id="{BA5C0D28-276F-4FF9-8037-27A30B0924BC}"/>
              </a:ext>
            </a:extLst>
          </p:cNvPr>
          <p:cNvSpPr>
            <a:spLocks xmlns:a="http://schemas.openxmlformats.org/drawingml/2006/main" noGrp="1"/>
          </p:cNvSpPr>
          <p:nvPr/>
        </p:nvSpPr>
        <p:spPr>
          <a:xfrm xmlns:a="http://schemas.openxmlformats.org/drawingml/2006/main">
            <a:off x="12715875" y="66625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04" name="dp45-comparison / n189">
            <a:extLst xmlns:a="http://schemas.openxmlformats.org/drawingml/2006/main">
              <a:ext uri="{FF2B5EF4-FFF2-40B4-BE49-F238E27FC236}">
                <a16:creationId xmlns:a16="http://schemas.microsoft.com/office/drawing/2014/main" id="{7820CB08-FC38-4D03-A9F7-72966FE5B555}"/>
              </a:ext>
            </a:extLst>
          </p:cNvPr>
          <p:cNvSpPr>
            <a:spLocks xmlns:a="http://schemas.openxmlformats.org/drawingml/2006/main" noGrp="1"/>
          </p:cNvSpPr>
          <p:nvPr/>
        </p:nvSpPr>
        <p:spPr>
          <a:xfrm xmlns:a="http://schemas.openxmlformats.org/drawingml/2006/main">
            <a:off x="9953625" y="7086600"/>
            <a:ext cx="27622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5" name="dp45-comparison / n190 / text 1">
            <a:extLst xmlns:a="http://schemas.openxmlformats.org/drawingml/2006/main">
              <a:ext uri="{FF2B5EF4-FFF2-40B4-BE49-F238E27FC236}">
                <a16:creationId xmlns:a16="http://schemas.microsoft.com/office/drawing/2014/main" id="{DAF3981F-EBBE-4786-A769-425BA1973F4A}"/>
              </a:ext>
            </a:extLst>
          </p:cNvPr>
          <p:cNvSpPr>
            <a:spLocks xmlns:a="http://schemas.openxmlformats.org/drawingml/2006/main" noGrp="1"/>
          </p:cNvSpPr>
          <p:nvPr/>
        </p:nvSpPr>
        <p:spPr>
          <a:xfrm xmlns:a="http://schemas.openxmlformats.org/drawingml/2006/main">
            <a:off x="10039350" y="7124224"/>
            <a:ext cx="2590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206" name="dp45-comparison / n191">
            <a:extLst xmlns:a="http://schemas.openxmlformats.org/drawingml/2006/main">
              <a:ext uri="{FF2B5EF4-FFF2-40B4-BE49-F238E27FC236}">
                <a16:creationId xmlns:a16="http://schemas.microsoft.com/office/drawing/2014/main" id="{B9AB4190-027B-4653-8F33-216BFB9364FA}"/>
              </a:ext>
            </a:extLst>
          </p:cNvPr>
          <p:cNvSpPr>
            <a:spLocks xmlns:a="http://schemas.openxmlformats.org/drawingml/2006/main" noGrp="1"/>
          </p:cNvSpPr>
          <p:nvPr/>
        </p:nvSpPr>
        <p:spPr>
          <a:xfrm xmlns:a="http://schemas.openxmlformats.org/drawingml/2006/main">
            <a:off x="14620875" y="7086600"/>
            <a:ext cx="28575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7" name="dp45-comparison / n192 / text 1">
            <a:extLst xmlns:a="http://schemas.openxmlformats.org/drawingml/2006/main">
              <a:ext uri="{FF2B5EF4-FFF2-40B4-BE49-F238E27FC236}">
                <a16:creationId xmlns:a16="http://schemas.microsoft.com/office/drawing/2014/main" id="{A82953BA-6CBF-4770-8A49-A119FBEFB734}"/>
              </a:ext>
            </a:extLst>
          </p:cNvPr>
          <p:cNvSpPr>
            <a:spLocks xmlns:a="http://schemas.openxmlformats.org/drawingml/2006/main" noGrp="1"/>
          </p:cNvSpPr>
          <p:nvPr/>
        </p:nvSpPr>
        <p:spPr>
          <a:xfrm xmlns:a="http://schemas.openxmlformats.org/drawingml/2006/main">
            <a:off x="14706600" y="7124224"/>
            <a:ext cx="26860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Controller</a:t>
            </a:r>
          </a:p>
        </p:txBody>
      </p:sp>
      <p:sp>
        <p:nvSpPr>
          <p:cNvPr id="208" name="dp45-comparison / n193 / path">
            <a:extLst xmlns:a="http://schemas.openxmlformats.org/drawingml/2006/main">
              <a:ext uri="{FF2B5EF4-FFF2-40B4-BE49-F238E27FC236}">
                <a16:creationId xmlns:a16="http://schemas.microsoft.com/office/drawing/2014/main" id="{55F049F6-0076-48CF-89C1-B460DBDCDE50}"/>
              </a:ext>
            </a:extLst>
          </p:cNvPr>
          <p:cNvSpPr>
            <a:spLocks xmlns:a="http://schemas.openxmlformats.org/drawingml/2006/main" noGrp="1"/>
          </p:cNvSpPr>
          <p:nvPr/>
        </p:nvSpPr>
        <p:spPr>
          <a:xfrm xmlns:a="http://schemas.openxmlformats.org/drawingml/2006/main">
            <a:off x="9696450" y="5510213"/>
            <a:ext cx="447675" cy="1719263"/>
          </a:xfrm>
          <a:custGeom xmlns:a="http://schemas.openxmlformats.org/drawingml/2006/main">
            <a:pathLst>
              <a:path w="447675" h="1719263">
                <a:moveTo>
                  <a:pt x="257175" y="1719263"/>
                </a:moveTo>
                <a:lnTo>
                  <a:pt x="0" y="1719263"/>
                </a:lnTo>
                <a:lnTo>
                  <a:pt x="0" y="0"/>
                </a:lnTo>
                <a:lnTo>
                  <a:pt x="447675" y="0"/>
                </a:lnTo>
              </a:path>
            </a:pathLst>
          </a:custGeom>
          <a:noFill xmlns:a="http://schemas.openxmlformats.org/drawingml/2006/main"/>
          <a:ln xmlns:a="http://schemas.openxmlformats.org/drawingml/2006/main" w="10478">
            <a:solidFill>
              <a:srgbClr val="000000"/>
            </a:solidFill>
            <a:prstDash val="solid"/>
          </a:ln>
        </p:spPr>
      </p:sp>
      <p:sp>
        <p:nvSpPr>
          <p:cNvPr id="209" name="dp45-comparison / n193 / arrow">
            <a:extLst xmlns:a="http://schemas.openxmlformats.org/drawingml/2006/main">
              <a:ext uri="{FF2B5EF4-FFF2-40B4-BE49-F238E27FC236}">
                <a16:creationId xmlns:a16="http://schemas.microsoft.com/office/drawing/2014/main" id="{1ECA0F86-E242-4BC5-B3FD-978BFF222E8E}"/>
              </a:ext>
            </a:extLst>
          </p:cNvPr>
          <p:cNvSpPr>
            <a:spLocks xmlns:a="http://schemas.openxmlformats.org/drawingml/2006/main" noGrp="1"/>
          </p:cNvSpPr>
          <p:nvPr/>
        </p:nvSpPr>
        <p:spPr>
          <a:xfrm xmlns:a="http://schemas.openxmlformats.org/drawingml/2006/main">
            <a:off x="10077069" y="54766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0" name="dp45-comparison / n194 / path">
            <a:extLst xmlns:a="http://schemas.openxmlformats.org/drawingml/2006/main">
              <a:ext uri="{FF2B5EF4-FFF2-40B4-BE49-F238E27FC236}">
                <a16:creationId xmlns:a16="http://schemas.microsoft.com/office/drawing/2014/main" id="{2C7CDD3D-35F4-4A0A-8F76-4DD50F8DDDDA}"/>
              </a:ext>
            </a:extLst>
          </p:cNvPr>
          <p:cNvSpPr>
            <a:spLocks xmlns:a="http://schemas.openxmlformats.org/drawingml/2006/main" noGrp="1"/>
          </p:cNvSpPr>
          <p:nvPr/>
        </p:nvSpPr>
        <p:spPr>
          <a:xfrm xmlns:a="http://schemas.openxmlformats.org/drawingml/2006/main">
            <a:off x="9906000" y="5329238"/>
            <a:ext cx="1428750" cy="1757363"/>
          </a:xfrm>
          <a:custGeom xmlns:a="http://schemas.openxmlformats.org/drawingml/2006/main">
            <a:pathLst>
              <a:path w="1428750" h="1757363">
                <a:moveTo>
                  <a:pt x="238125" y="0"/>
                </a:moveTo>
                <a:lnTo>
                  <a:pt x="0" y="0"/>
                </a:lnTo>
                <a:lnTo>
                  <a:pt x="0" y="1690688"/>
                </a:lnTo>
                <a:lnTo>
                  <a:pt x="1428750" y="1690688"/>
                </a:lnTo>
                <a:lnTo>
                  <a:pt x="1428750" y="1757363"/>
                </a:lnTo>
              </a:path>
            </a:pathLst>
          </a:custGeom>
          <a:noFill xmlns:a="http://schemas.openxmlformats.org/drawingml/2006/main"/>
          <a:ln xmlns:a="http://schemas.openxmlformats.org/drawingml/2006/main" w="10478">
            <a:solidFill>
              <a:srgbClr val="000000"/>
            </a:solidFill>
            <a:prstDash val="dash"/>
          </a:ln>
        </p:spPr>
      </p:sp>
      <p:sp>
        <p:nvSpPr>
          <p:cNvPr id="211" name="dp45-comparison / n194 / arrow">
            <a:extLst xmlns:a="http://schemas.openxmlformats.org/drawingml/2006/main">
              <a:ext uri="{FF2B5EF4-FFF2-40B4-BE49-F238E27FC236}">
                <a16:creationId xmlns:a16="http://schemas.microsoft.com/office/drawing/2014/main" id="{0C79F6B1-8758-4AE2-83C6-42FDB0629BB0}"/>
              </a:ext>
            </a:extLst>
          </p:cNvPr>
          <p:cNvSpPr>
            <a:spLocks xmlns:a="http://schemas.openxmlformats.org/drawingml/2006/main" noGrp="1"/>
          </p:cNvSpPr>
          <p:nvPr/>
        </p:nvSpPr>
        <p:spPr>
          <a:xfrm xmlns:a="http://schemas.openxmlformats.org/drawingml/2006/main">
            <a:off x="11301222" y="70195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12" name="dp45-comparison / n197 / path">
            <a:extLst xmlns:a="http://schemas.openxmlformats.org/drawingml/2006/main">
              <a:ext uri="{FF2B5EF4-FFF2-40B4-BE49-F238E27FC236}">
                <a16:creationId xmlns:a16="http://schemas.microsoft.com/office/drawing/2014/main" id="{271DD68F-EDE9-45F5-9A00-9089B8340F89}"/>
              </a:ext>
            </a:extLst>
          </p:cNvPr>
          <p:cNvSpPr>
            <a:spLocks xmlns:a="http://schemas.openxmlformats.org/drawingml/2006/main" noGrp="1"/>
          </p:cNvSpPr>
          <p:nvPr/>
        </p:nvSpPr>
        <p:spPr>
          <a:xfrm xmlns:a="http://schemas.openxmlformats.org/drawingml/2006/main">
            <a:off x="12715875" y="7229475"/>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213" name="dp45-comparison / n197 / arrow">
            <a:extLst xmlns:a="http://schemas.openxmlformats.org/drawingml/2006/main">
              <a:ext uri="{FF2B5EF4-FFF2-40B4-BE49-F238E27FC236}">
                <a16:creationId xmlns:a16="http://schemas.microsoft.com/office/drawing/2014/main" id="{A7AC33AB-018E-474E-BD6A-51DE6BD7A302}"/>
              </a:ext>
            </a:extLst>
          </p:cNvPr>
          <p:cNvSpPr>
            <a:spLocks xmlns:a="http://schemas.openxmlformats.org/drawingml/2006/main" noGrp="1"/>
          </p:cNvSpPr>
          <p:nvPr/>
        </p:nvSpPr>
        <p:spPr>
          <a:xfrm xmlns:a="http://schemas.openxmlformats.org/drawingml/2006/main">
            <a:off x="14553819" y="7195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4" name="dp45-comparison / n128">
            <a:extLst xmlns:a="http://schemas.openxmlformats.org/drawingml/2006/main">
              <a:ext uri="{FF2B5EF4-FFF2-40B4-BE49-F238E27FC236}">
                <a16:creationId xmlns:a16="http://schemas.microsoft.com/office/drawing/2014/main" id="{81B639EF-2515-459C-BCB9-AC8B629CE449}"/>
              </a:ext>
            </a:extLst>
          </p:cNvPr>
          <p:cNvSpPr>
            <a:spLocks xmlns:a="http://schemas.openxmlformats.org/drawingml/2006/main" noGrp="1"/>
          </p:cNvSpPr>
          <p:nvPr/>
        </p:nvSpPr>
        <p:spPr>
          <a:xfrm xmlns:a="http://schemas.openxmlformats.org/drawingml/2006/main">
            <a:off x="9934575" y="2762250"/>
            <a:ext cx="2303145"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5" name="dp45-comparison / n129 / text 1">
            <a:extLst xmlns:a="http://schemas.openxmlformats.org/drawingml/2006/main">
              <a:ext uri="{FF2B5EF4-FFF2-40B4-BE49-F238E27FC236}">
                <a16:creationId xmlns:a16="http://schemas.microsoft.com/office/drawing/2014/main" id="{428AF6CB-D47A-4FAB-99C8-DFAB22F73F9B}"/>
              </a:ext>
            </a:extLst>
          </p:cNvPr>
          <p:cNvSpPr>
            <a:spLocks xmlns:a="http://schemas.openxmlformats.org/drawingml/2006/main" noGrp="1"/>
          </p:cNvSpPr>
          <p:nvPr/>
        </p:nvSpPr>
        <p:spPr>
          <a:xfrm xmlns:a="http://schemas.openxmlformats.org/drawingml/2006/main">
            <a:off x="9953625" y="2771775"/>
            <a:ext cx="40481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P20: 실제 전달 / E20: 설명 원문</a:t>
            </a:r>
          </a:p>
        </p:txBody>
      </p:sp>
      <p:sp>
        <p:nvSpPr>
          <p:cNvPr id="216" name="dp45-comparison / n130">
            <a:extLst xmlns:a="http://schemas.openxmlformats.org/drawingml/2006/main">
              <a:ext uri="{FF2B5EF4-FFF2-40B4-BE49-F238E27FC236}">
                <a16:creationId xmlns:a16="http://schemas.microsoft.com/office/drawing/2014/main" id="{404C50AA-8643-471D-8047-1C63F320BEEB}"/>
              </a:ext>
            </a:extLst>
          </p:cNvPr>
          <p:cNvSpPr>
            <a:spLocks xmlns:a="http://schemas.openxmlformats.org/drawingml/2006/main" noGrp="1"/>
          </p:cNvSpPr>
          <p:nvPr/>
        </p:nvSpPr>
        <p:spPr>
          <a:xfrm xmlns:a="http://schemas.openxmlformats.org/drawingml/2006/main">
            <a:off x="14601825" y="2762250"/>
            <a:ext cx="232333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7" name="dp45-comparison / n131 / text 1">
            <a:extLst xmlns:a="http://schemas.openxmlformats.org/drawingml/2006/main">
              <a:ext uri="{FF2B5EF4-FFF2-40B4-BE49-F238E27FC236}">
                <a16:creationId xmlns:a16="http://schemas.microsoft.com/office/drawing/2014/main" id="{5B8D7FE9-E88D-44B8-B974-267070579CE7}"/>
              </a:ext>
            </a:extLst>
          </p:cNvPr>
          <p:cNvSpPr>
            <a:spLocks xmlns:a="http://schemas.openxmlformats.org/drawingml/2006/main" noGrp="1"/>
          </p:cNvSpPr>
          <p:nvPr/>
        </p:nvSpPr>
        <p:spPr>
          <a:xfrm xmlns:a="http://schemas.openxmlformats.org/drawingml/2006/main">
            <a:off x="14620875" y="2771775"/>
            <a:ext cx="3000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T21 → D21 개정 2 / T22 → D22 개정 1</a:t>
            </a:r>
          </a:p>
        </p:txBody>
      </p:sp>
      <p:sp>
        <p:nvSpPr>
          <p:cNvPr id="218" name="dp45-comparison / n132">
            <a:extLst xmlns:a="http://schemas.openxmlformats.org/drawingml/2006/main">
              <a:ext uri="{FF2B5EF4-FFF2-40B4-BE49-F238E27FC236}">
                <a16:creationId xmlns:a16="http://schemas.microsoft.com/office/drawing/2014/main" id="{14357348-3A76-4B01-B565-DAAC8705B2C4}"/>
              </a:ext>
            </a:extLst>
          </p:cNvPr>
          <p:cNvSpPr>
            <a:spLocks xmlns:a="http://schemas.openxmlformats.org/drawingml/2006/main" noGrp="1"/>
          </p:cNvSpPr>
          <p:nvPr/>
        </p:nvSpPr>
        <p:spPr>
          <a:xfrm xmlns:a="http://schemas.openxmlformats.org/drawingml/2006/main">
            <a:off x="9934575" y="2943225"/>
            <a:ext cx="395935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9" name="dp45-comparison / n133 / text 1">
            <a:extLst xmlns:a="http://schemas.openxmlformats.org/drawingml/2006/main">
              <a:ext uri="{FF2B5EF4-FFF2-40B4-BE49-F238E27FC236}">
                <a16:creationId xmlns:a16="http://schemas.microsoft.com/office/drawing/2014/main" id="{52EA35BA-193E-42D9-AD1B-03CE9145AF63}"/>
              </a:ext>
            </a:extLst>
          </p:cNvPr>
          <p:cNvSpPr>
            <a:spLocks xmlns:a="http://schemas.openxmlformats.org/drawingml/2006/main" noGrp="1"/>
          </p:cNvSpPr>
          <p:nvPr/>
        </p:nvSpPr>
        <p:spPr>
          <a:xfrm xmlns:a="http://schemas.openxmlformats.org/drawingml/2006/main">
            <a:off x="9953625" y="2952750"/>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같은 원본: 전달한 예외 문구 + 제품 조사 결과 + 견적 결과</a:t>
            </a:r>
          </a:p>
        </p:txBody>
      </p:sp>
      <p:sp>
        <p:nvSpPr>
          <p:cNvPr id="220" name="dp45-comparison / n148">
            <a:extLst xmlns:a="http://schemas.openxmlformats.org/drawingml/2006/main">
              <a:ext uri="{FF2B5EF4-FFF2-40B4-BE49-F238E27FC236}">
                <a16:creationId xmlns:a16="http://schemas.microsoft.com/office/drawing/2014/main" id="{1FCAC352-A1DD-48BB-91F3-B3E8310F6E81}"/>
              </a:ext>
            </a:extLst>
          </p:cNvPr>
          <p:cNvSpPr>
            <a:spLocks xmlns:a="http://schemas.openxmlformats.org/drawingml/2006/main" noGrp="1"/>
          </p:cNvSpPr>
          <p:nvPr/>
        </p:nvSpPr>
        <p:spPr>
          <a:xfrm xmlns:a="http://schemas.openxmlformats.org/drawingml/2006/main">
            <a:off x="13315950" y="3362325"/>
            <a:ext cx="2527173"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1" name="dp45-comparison / n149 / text 1">
            <a:extLst xmlns:a="http://schemas.openxmlformats.org/drawingml/2006/main">
              <a:ext uri="{FF2B5EF4-FFF2-40B4-BE49-F238E27FC236}">
                <a16:creationId xmlns:a16="http://schemas.microsoft.com/office/drawing/2014/main" id="{88EDA549-3E77-450F-AFF4-23CFC2E68B96}"/>
              </a:ext>
            </a:extLst>
          </p:cNvPr>
          <p:cNvSpPr>
            <a:spLocks xmlns:a="http://schemas.openxmlformats.org/drawingml/2006/main" noGrp="1"/>
          </p:cNvSpPr>
          <p:nvPr/>
        </p:nvSpPr>
        <p:spPr>
          <a:xfrm xmlns:a="http://schemas.openxmlformats.org/drawingml/2006/main">
            <a:off x="13335000" y="3371850"/>
            <a:ext cx="3905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① 원본 변경 알림 → 범위 읽기 / 생산</a:t>
            </a:r>
          </a:p>
        </p:txBody>
      </p:sp>
      <p:sp>
        <p:nvSpPr>
          <p:cNvPr id="222" name="dp45-comparison / n151">
            <a:extLst xmlns:a="http://schemas.openxmlformats.org/drawingml/2006/main">
              <a:ext uri="{FF2B5EF4-FFF2-40B4-BE49-F238E27FC236}">
                <a16:creationId xmlns:a16="http://schemas.microsoft.com/office/drawing/2014/main" id="{28CE6709-85D8-4B0C-B988-0B0FCFE2E7FC}"/>
              </a:ext>
            </a:extLst>
          </p:cNvPr>
          <p:cNvSpPr>
            <a:spLocks xmlns:a="http://schemas.openxmlformats.org/drawingml/2006/main" noGrp="1"/>
          </p:cNvSpPr>
          <p:nvPr/>
        </p:nvSpPr>
        <p:spPr>
          <a:xfrm xmlns:a="http://schemas.openxmlformats.org/drawingml/2006/main">
            <a:off x="12982575" y="362902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3" name="dp45-comparison / n152 / text 1">
            <a:extLst xmlns:a="http://schemas.openxmlformats.org/drawingml/2006/main">
              <a:ext uri="{FF2B5EF4-FFF2-40B4-BE49-F238E27FC236}">
                <a16:creationId xmlns:a16="http://schemas.microsoft.com/office/drawing/2014/main" id="{E328EC68-4CAC-4421-AB4E-6A37DC39296A}"/>
              </a:ext>
            </a:extLst>
          </p:cNvPr>
          <p:cNvSpPr>
            <a:spLocks xmlns:a="http://schemas.openxmlformats.org/drawingml/2006/main" noGrp="1"/>
          </p:cNvSpPr>
          <p:nvPr/>
        </p:nvSpPr>
        <p:spPr>
          <a:xfrm xmlns:a="http://schemas.openxmlformats.org/drawingml/2006/main">
            <a:off x="13001625" y="3638550"/>
            <a:ext cx="11430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같은 개정 게시</a:t>
            </a:r>
          </a:p>
        </p:txBody>
      </p:sp>
      <p:sp>
        <p:nvSpPr>
          <p:cNvPr id="224" name="dp45-comparison / n154">
            <a:extLst xmlns:a="http://schemas.openxmlformats.org/drawingml/2006/main">
              <a:ext uri="{FF2B5EF4-FFF2-40B4-BE49-F238E27FC236}">
                <a16:creationId xmlns:a16="http://schemas.microsoft.com/office/drawing/2014/main" id="{989999CF-B8F1-4C14-A232-D6108E9E3AFA}"/>
              </a:ext>
            </a:extLst>
          </p:cNvPr>
          <p:cNvSpPr>
            <a:spLocks xmlns:a="http://schemas.openxmlformats.org/drawingml/2006/main" noGrp="1"/>
          </p:cNvSpPr>
          <p:nvPr/>
        </p:nvSpPr>
        <p:spPr>
          <a:xfrm xmlns:a="http://schemas.openxmlformats.org/drawingml/2006/main">
            <a:off x="14239875" y="4314825"/>
            <a:ext cx="2952750" cy="771525"/>
          </a:xfrm>
          <a:custGeom xmlns:a="http://schemas.openxmlformats.org/drawingml/2006/main">
            <a:pathLst>
              <a:path w="2952750" h="771525">
                <a:moveTo>
                  <a:pt x="0" y="0"/>
                </a:moveTo>
                <a:lnTo>
                  <a:pt x="2781300" y="0"/>
                </a:lnTo>
                <a:lnTo>
                  <a:pt x="2952750" y="171450"/>
                </a:lnTo>
                <a:lnTo>
                  <a:pt x="2952750" y="771525"/>
                </a:lnTo>
                <a:lnTo>
                  <a:pt x="0" y="77152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25" name="dp45-comparison / n154 / fold">
            <a:extLst xmlns:a="http://schemas.openxmlformats.org/drawingml/2006/main">
              <a:ext uri="{FF2B5EF4-FFF2-40B4-BE49-F238E27FC236}">
                <a16:creationId xmlns:a16="http://schemas.microsoft.com/office/drawing/2014/main" id="{6932F9AE-ACBD-4674-9139-06E34228D868}"/>
              </a:ext>
            </a:extLst>
          </p:cNvPr>
          <p:cNvSpPr>
            <a:spLocks xmlns:a="http://schemas.openxmlformats.org/drawingml/2006/main" noGrp="1"/>
          </p:cNvSpPr>
          <p:nvPr/>
        </p:nvSpPr>
        <p:spPr>
          <a:xfrm xmlns:a="http://schemas.openxmlformats.org/drawingml/2006/main">
            <a:off x="17021175" y="4314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26" name="dp45-comparison / n155 / text 1">
            <a:extLst xmlns:a="http://schemas.openxmlformats.org/drawingml/2006/main">
              <a:ext uri="{FF2B5EF4-FFF2-40B4-BE49-F238E27FC236}">
                <a16:creationId xmlns:a16="http://schemas.microsoft.com/office/drawing/2014/main" id="{F6991B11-4824-4F35-8F82-BA47FD6094BB}"/>
              </a:ext>
            </a:extLst>
          </p:cNvPr>
          <p:cNvSpPr>
            <a:spLocks xmlns:a="http://schemas.openxmlformats.org/drawingml/2006/main" noGrp="1"/>
          </p:cNvSpPr>
          <p:nvPr/>
        </p:nvSpPr>
        <p:spPr>
          <a:xfrm xmlns:a="http://schemas.openxmlformats.org/drawingml/2006/main">
            <a:off x="14335125" y="437197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Memory1: EXPLAINS_ITEM(P20 → E20)</a:t>
            </a:r>
          </a:p>
        </p:txBody>
      </p:sp>
      <p:sp>
        <p:nvSpPr>
          <p:cNvPr id="227" name="dp45-comparison / n155 / text 2">
            <a:extLst xmlns:a="http://schemas.openxmlformats.org/drawingml/2006/main">
              <a:ext uri="{FF2B5EF4-FFF2-40B4-BE49-F238E27FC236}">
                <a16:creationId xmlns:a16="http://schemas.microsoft.com/office/drawing/2014/main" id="{970C23FA-4CD7-4C9C-84FF-CD4418B10894}"/>
              </a:ext>
            </a:extLst>
          </p:cNvPr>
          <p:cNvSpPr>
            <a:spLocks xmlns:a="http://schemas.openxmlformats.org/drawingml/2006/main" noGrp="1"/>
          </p:cNvSpPr>
          <p:nvPr/>
        </p:nvSpPr>
        <p:spPr>
          <a:xfrm xmlns:a="http://schemas.openxmlformats.org/drawingml/2006/main">
            <a:off x="14335125" y="449199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MODEL_DERIVED / source[27,52)</a:t>
            </a:r>
          </a:p>
        </p:txBody>
      </p:sp>
      <p:sp>
        <p:nvSpPr>
          <p:cNvPr id="228" name="dp45-comparison / n155 / text 3">
            <a:extLst xmlns:a="http://schemas.openxmlformats.org/drawingml/2006/main">
              <a:ext uri="{FF2B5EF4-FFF2-40B4-BE49-F238E27FC236}">
                <a16:creationId xmlns:a16="http://schemas.microsoft.com/office/drawing/2014/main" id="{A60519BB-11CE-48A3-BBC8-D0AE2CBCD63E}"/>
              </a:ext>
            </a:extLst>
          </p:cNvPr>
          <p:cNvSpPr>
            <a:spLocks xmlns:a="http://schemas.openxmlformats.org/drawingml/2006/main" noGrp="1"/>
          </p:cNvSpPr>
          <p:nvPr/>
        </p:nvSpPr>
        <p:spPr>
          <a:xfrm xmlns:a="http://schemas.openxmlformats.org/drawingml/2006/main">
            <a:off x="14335125" y="461200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Memory2/3: HAS_RESULT(T21/22 → D21/22)</a:t>
            </a:r>
          </a:p>
        </p:txBody>
      </p:sp>
      <p:sp>
        <p:nvSpPr>
          <p:cNvPr id="229" name="dp45-comparison / n155 / text 4">
            <a:extLst xmlns:a="http://schemas.openxmlformats.org/drawingml/2006/main">
              <a:ext uri="{FF2B5EF4-FFF2-40B4-BE49-F238E27FC236}">
                <a16:creationId xmlns:a16="http://schemas.microsoft.com/office/drawing/2014/main" id="{6522EA9B-0E04-49FF-99DE-8D06FF3930B2}"/>
              </a:ext>
            </a:extLst>
          </p:cNvPr>
          <p:cNvSpPr>
            <a:spLocks xmlns:a="http://schemas.openxmlformats.org/drawingml/2006/main" noGrp="1"/>
          </p:cNvSpPr>
          <p:nvPr/>
        </p:nvSpPr>
        <p:spPr>
          <a:xfrm xmlns:a="http://schemas.openxmlformats.org/drawingml/2006/main">
            <a:off x="14335125" y="473202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EXPLICIT / 확인된 개정 참조</a:t>
            </a:r>
          </a:p>
        </p:txBody>
      </p:sp>
      <p:sp>
        <p:nvSpPr>
          <p:cNvPr id="230" name="dp45-comparison / n161">
            <a:extLst xmlns:a="http://schemas.openxmlformats.org/drawingml/2006/main">
              <a:ext uri="{FF2B5EF4-FFF2-40B4-BE49-F238E27FC236}">
                <a16:creationId xmlns:a16="http://schemas.microsoft.com/office/drawing/2014/main" id="{140F7C3C-4B7E-4622-999E-54858D7AC81F}"/>
              </a:ext>
            </a:extLst>
          </p:cNvPr>
          <p:cNvSpPr>
            <a:spLocks xmlns:a="http://schemas.openxmlformats.org/drawingml/2006/main" noGrp="1"/>
          </p:cNvSpPr>
          <p:nvPr/>
        </p:nvSpPr>
        <p:spPr>
          <a:xfrm xmlns:a="http://schemas.openxmlformats.org/drawingml/2006/main">
            <a:off x="10220325" y="4371975"/>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1" name="dp45-comparison / n162 / text 1">
            <a:extLst xmlns:a="http://schemas.openxmlformats.org/drawingml/2006/main">
              <a:ext uri="{FF2B5EF4-FFF2-40B4-BE49-F238E27FC236}">
                <a16:creationId xmlns:a16="http://schemas.microsoft.com/office/drawing/2014/main" id="{713CCC82-9DFC-430A-9DB9-89D2BEC081CC}"/>
              </a:ext>
            </a:extLst>
          </p:cNvPr>
          <p:cNvSpPr>
            <a:spLocks xmlns:a="http://schemas.openxmlformats.org/drawingml/2006/main" noGrp="1"/>
          </p:cNvSpPr>
          <p:nvPr/>
        </p:nvSpPr>
        <p:spPr>
          <a:xfrm xmlns:a="http://schemas.openxmlformats.org/drawingml/2006/main">
            <a:off x="10239375" y="4381500"/>
            <a:ext cx="2619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NOT_COVERED ↑ 지원 범위 생산</a:t>
            </a:r>
          </a:p>
        </p:txBody>
      </p:sp>
      <p:sp>
        <p:nvSpPr>
          <p:cNvPr id="232" name="dp45-comparison / n163">
            <a:extLst xmlns:a="http://schemas.openxmlformats.org/drawingml/2006/main">
              <a:ext uri="{FF2B5EF4-FFF2-40B4-BE49-F238E27FC236}">
                <a16:creationId xmlns:a16="http://schemas.microsoft.com/office/drawing/2014/main" id="{DBE4154E-6EA5-4A91-99A8-9C9225E4791F}"/>
              </a:ext>
            </a:extLst>
          </p:cNvPr>
          <p:cNvSpPr>
            <a:spLocks xmlns:a="http://schemas.openxmlformats.org/drawingml/2006/main" noGrp="1"/>
          </p:cNvSpPr>
          <p:nvPr/>
        </p:nvSpPr>
        <p:spPr>
          <a:xfrm xmlns:a="http://schemas.openxmlformats.org/drawingml/2006/main">
            <a:off x="10220325" y="4591050"/>
            <a:ext cx="238277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3" name="dp45-comparison / n164 / text 1">
            <a:extLst xmlns:a="http://schemas.openxmlformats.org/drawingml/2006/main">
              <a:ext uri="{FF2B5EF4-FFF2-40B4-BE49-F238E27FC236}">
                <a16:creationId xmlns:a16="http://schemas.microsoft.com/office/drawing/2014/main" id="{2DB1BE7A-1680-42BB-8435-1EFF62BC79A1}"/>
              </a:ext>
            </a:extLst>
          </p:cNvPr>
          <p:cNvSpPr>
            <a:spLocks xmlns:a="http://schemas.openxmlformats.org/drawingml/2006/main" noGrp="1"/>
          </p:cNvSpPr>
          <p:nvPr/>
        </p:nvSpPr>
        <p:spPr>
          <a:xfrm xmlns:a="http://schemas.openxmlformats.org/drawingml/2006/main">
            <a:off x="10239375" y="4600575"/>
            <a:ext cx="2571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게시 revision ↓ 확인 뒤 Reader 재조회</a:t>
            </a:r>
          </a:p>
        </p:txBody>
      </p:sp>
      <p:sp>
        <p:nvSpPr>
          <p:cNvPr id="234" name="dp45-comparison / n165">
            <a:extLst xmlns:a="http://schemas.openxmlformats.org/drawingml/2006/main">
              <a:ext uri="{FF2B5EF4-FFF2-40B4-BE49-F238E27FC236}">
                <a16:creationId xmlns:a16="http://schemas.microsoft.com/office/drawing/2014/main" id="{5901E75A-961E-4C3C-B36D-5304AC43312B}"/>
              </a:ext>
            </a:extLst>
          </p:cNvPr>
          <p:cNvSpPr>
            <a:spLocks xmlns:a="http://schemas.openxmlformats.org/drawingml/2006/main" noGrp="1"/>
          </p:cNvSpPr>
          <p:nvPr/>
        </p:nvSpPr>
        <p:spPr>
          <a:xfrm xmlns:a="http://schemas.openxmlformats.org/drawingml/2006/main">
            <a:off x="10125075" y="5734050"/>
            <a:ext cx="273253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5" name="dp45-comparison / n166 / text 1">
            <a:extLst xmlns:a="http://schemas.openxmlformats.org/drawingml/2006/main">
              <a:ext uri="{FF2B5EF4-FFF2-40B4-BE49-F238E27FC236}">
                <a16:creationId xmlns:a16="http://schemas.microsoft.com/office/drawing/2014/main" id="{9CEA528B-46AF-4657-96D1-5CC53CF7B62E}"/>
              </a:ext>
            </a:extLst>
          </p:cNvPr>
          <p:cNvSpPr>
            <a:spLocks xmlns:a="http://schemas.openxmlformats.org/drawingml/2006/main" noGrp="1"/>
          </p:cNvSpPr>
          <p:nvPr/>
        </p:nvSpPr>
        <p:spPr>
          <a:xfrm xmlns:a="http://schemas.openxmlformats.org/drawingml/2006/main">
            <a:off x="10144125" y="5743575"/>
            <a:ext cx="3333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UNSUPPORTED_RELATION: 지원 밖 / 생산 안 함</a:t>
            </a:r>
          </a:p>
        </p:txBody>
      </p:sp>
      <p:sp>
        <p:nvSpPr>
          <p:cNvPr id="236" name="dp45-comparison / n167">
            <a:extLst xmlns:a="http://schemas.openxmlformats.org/drawingml/2006/main">
              <a:ext uri="{FF2B5EF4-FFF2-40B4-BE49-F238E27FC236}">
                <a16:creationId xmlns:a16="http://schemas.microsoft.com/office/drawing/2014/main" id="{35A0A65B-119B-42E3-B4F3-DFF011786B89}"/>
              </a:ext>
            </a:extLst>
          </p:cNvPr>
          <p:cNvSpPr>
            <a:spLocks xmlns:a="http://schemas.openxmlformats.org/drawingml/2006/main" noGrp="1"/>
          </p:cNvSpPr>
          <p:nvPr/>
        </p:nvSpPr>
        <p:spPr>
          <a:xfrm xmlns:a="http://schemas.openxmlformats.org/drawingml/2006/main">
            <a:off x="14220825" y="5734050"/>
            <a:ext cx="249250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7" name="dp45-comparison / n168 / text 1">
            <a:extLst xmlns:a="http://schemas.openxmlformats.org/drawingml/2006/main">
              <a:ext uri="{FF2B5EF4-FFF2-40B4-BE49-F238E27FC236}">
                <a16:creationId xmlns:a16="http://schemas.microsoft.com/office/drawing/2014/main" id="{1B603356-8623-4D3B-B4FB-FC3FF3C7C030}"/>
              </a:ext>
            </a:extLst>
          </p:cNvPr>
          <p:cNvSpPr>
            <a:spLocks xmlns:a="http://schemas.openxmlformats.org/drawingml/2006/main" noGrp="1"/>
          </p:cNvSpPr>
          <p:nvPr/>
        </p:nvSpPr>
        <p:spPr>
          <a:xfrm xmlns:a="http://schemas.openxmlformats.org/drawingml/2006/main">
            <a:off x="14239875" y="5743575"/>
            <a:ext cx="2952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Coverage1[27,52) / gap[0,27) / 개정 1</a:t>
            </a:r>
          </a:p>
        </p:txBody>
      </p:sp>
      <p:sp>
        <p:nvSpPr>
          <p:cNvPr id="238" name="dp45-comparison / n173">
            <a:extLst xmlns:a="http://schemas.openxmlformats.org/drawingml/2006/main">
              <a:ext uri="{FF2B5EF4-FFF2-40B4-BE49-F238E27FC236}">
                <a16:creationId xmlns:a16="http://schemas.microsoft.com/office/drawing/2014/main" id="{0F6E4376-E1E8-443D-94FB-34D7AEF23759}"/>
              </a:ext>
            </a:extLst>
          </p:cNvPr>
          <p:cNvSpPr>
            <a:spLocks xmlns:a="http://schemas.openxmlformats.org/drawingml/2006/main" noGrp="1"/>
          </p:cNvSpPr>
          <p:nvPr/>
        </p:nvSpPr>
        <p:spPr>
          <a:xfrm xmlns:a="http://schemas.openxmlformats.org/drawingml/2006/main">
            <a:off x="13077825" y="5895975"/>
            <a:ext cx="279196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9" name="dp45-comparison / n174 / text 1">
            <a:extLst xmlns:a="http://schemas.openxmlformats.org/drawingml/2006/main">
              <a:ext uri="{FF2B5EF4-FFF2-40B4-BE49-F238E27FC236}">
                <a16:creationId xmlns:a16="http://schemas.microsoft.com/office/drawing/2014/main" id="{ED2BD971-06D5-4FEC-8352-9ECA31D2E603}"/>
              </a:ext>
            </a:extLst>
          </p:cNvPr>
          <p:cNvSpPr>
            <a:spLocks xmlns:a="http://schemas.openxmlformats.org/drawingml/2006/main" noGrp="1"/>
          </p:cNvSpPr>
          <p:nvPr/>
        </p:nvSpPr>
        <p:spPr>
          <a:xfrm xmlns:a="http://schemas.openxmlformats.org/drawingml/2006/main">
            <a:off x="13096875" y="5905500"/>
            <a:ext cx="4048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Reader → owner: 현재 개정 / 요청한 원문 확인</a:t>
            </a:r>
          </a:p>
        </p:txBody>
      </p:sp>
      <p:sp>
        <p:nvSpPr>
          <p:cNvPr id="240" name="dp45-comparison / n175">
            <a:extLst xmlns:a="http://schemas.openxmlformats.org/drawingml/2006/main">
              <a:ext uri="{FF2B5EF4-FFF2-40B4-BE49-F238E27FC236}">
                <a16:creationId xmlns:a16="http://schemas.microsoft.com/office/drawing/2014/main" id="{F28028E3-AF48-4483-9FC9-5DFB4A4F82AC}"/>
              </a:ext>
            </a:extLst>
          </p:cNvPr>
          <p:cNvSpPr>
            <a:spLocks xmlns:a="http://schemas.openxmlformats.org/drawingml/2006/main" noGrp="1"/>
          </p:cNvSpPr>
          <p:nvPr/>
        </p:nvSpPr>
        <p:spPr>
          <a:xfrm xmlns:a="http://schemas.openxmlformats.org/drawingml/2006/main">
            <a:off x="10125075" y="6086475"/>
            <a:ext cx="356235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1" name="dp45-comparison / n176 / text 1">
            <a:extLst xmlns:a="http://schemas.openxmlformats.org/drawingml/2006/main">
              <a:ext uri="{FF2B5EF4-FFF2-40B4-BE49-F238E27FC236}">
                <a16:creationId xmlns:a16="http://schemas.microsoft.com/office/drawing/2014/main" id="{2ADC7E78-4C65-4E2F-90B0-2002B157ECD5}"/>
              </a:ext>
            </a:extLst>
          </p:cNvPr>
          <p:cNvSpPr>
            <a:spLocks xmlns:a="http://schemas.openxmlformats.org/drawingml/2006/main" noGrp="1"/>
          </p:cNvSpPr>
          <p:nvPr/>
        </p:nvSpPr>
        <p:spPr>
          <a:xfrm xmlns:a="http://schemas.openxmlformats.org/drawingml/2006/main">
            <a:off x="10144125" y="6096000"/>
            <a:ext cx="7000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정정 / 삭제 → 사용 fence → 부분 재생산 / 옛 job 게시 거부</a:t>
            </a:r>
          </a:p>
        </p:txBody>
      </p:sp>
      <p:sp>
        <p:nvSpPr>
          <p:cNvPr id="242" name="dp45-comparison / n185">
            <a:extLst xmlns:a="http://schemas.openxmlformats.org/drawingml/2006/main">
              <a:ext uri="{FF2B5EF4-FFF2-40B4-BE49-F238E27FC236}">
                <a16:creationId xmlns:a16="http://schemas.microsoft.com/office/drawing/2014/main" id="{FFCDC767-F8EC-4F10-9F81-C79E60DC757B}"/>
              </a:ext>
            </a:extLst>
          </p:cNvPr>
          <p:cNvSpPr>
            <a:spLocks xmlns:a="http://schemas.openxmlformats.org/drawingml/2006/main" noGrp="1"/>
          </p:cNvSpPr>
          <p:nvPr/>
        </p:nvSpPr>
        <p:spPr>
          <a:xfrm xmlns:a="http://schemas.openxmlformats.org/drawingml/2006/main">
            <a:off x="12982575" y="6496050"/>
            <a:ext cx="10820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3" name="dp45-comparison / n186 / text 1">
            <a:extLst xmlns:a="http://schemas.openxmlformats.org/drawingml/2006/main">
              <a:ext uri="{FF2B5EF4-FFF2-40B4-BE49-F238E27FC236}">
                <a16:creationId xmlns:a16="http://schemas.microsoft.com/office/drawing/2014/main" id="{80FBD178-A671-4BBB-8982-A323D4AD6FD8}"/>
              </a:ext>
            </a:extLst>
          </p:cNvPr>
          <p:cNvSpPr>
            <a:spLocks xmlns:a="http://schemas.openxmlformats.org/drawingml/2006/main" noGrp="1"/>
          </p:cNvSpPr>
          <p:nvPr/>
        </p:nvSpPr>
        <p:spPr>
          <a:xfrm xmlns:a="http://schemas.openxmlformats.org/drawingml/2006/main">
            <a:off x="13001625" y="6505575"/>
            <a:ext cx="1476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조건부 C-CONTEXT</a:t>
            </a:r>
          </a:p>
        </p:txBody>
      </p:sp>
      <p:sp>
        <p:nvSpPr>
          <p:cNvPr id="244" name="dp45-comparison / n187">
            <a:extLst xmlns:a="http://schemas.openxmlformats.org/drawingml/2006/main">
              <a:ext uri="{FF2B5EF4-FFF2-40B4-BE49-F238E27FC236}">
                <a16:creationId xmlns:a16="http://schemas.microsoft.com/office/drawing/2014/main" id="{5D0DDE61-D9C5-4ABA-93D6-098A2963BF10}"/>
              </a:ext>
            </a:extLst>
          </p:cNvPr>
          <p:cNvSpPr>
            <a:spLocks xmlns:a="http://schemas.openxmlformats.org/drawingml/2006/main" noGrp="1"/>
          </p:cNvSpPr>
          <p:nvPr/>
        </p:nvSpPr>
        <p:spPr>
          <a:xfrm xmlns:a="http://schemas.openxmlformats.org/drawingml/2006/main">
            <a:off x="9934575" y="6819900"/>
            <a:ext cx="6166961" cy="13906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5" name="dp45-comparison / n188 / text 1">
            <a:extLst xmlns:a="http://schemas.openxmlformats.org/drawingml/2006/main">
              <a:ext uri="{FF2B5EF4-FFF2-40B4-BE49-F238E27FC236}">
                <a16:creationId xmlns:a16="http://schemas.microsoft.com/office/drawing/2014/main" id="{978BA552-E003-46A2-AE76-B3C1F74A2C49}"/>
              </a:ext>
            </a:extLst>
          </p:cNvPr>
          <p:cNvSpPr>
            <a:spLocks xmlns:a="http://schemas.openxmlformats.org/drawingml/2006/main" noGrp="1"/>
          </p:cNvSpPr>
          <p:nvPr/>
        </p:nvSpPr>
        <p:spPr>
          <a:xfrm xmlns:a="http://schemas.openxmlformats.org/drawingml/2006/main">
            <a:off x="9953625" y="6829425"/>
            <a:ext cx="75247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Query1 {purpose:REQUEST_UNDERSTANDING, relation_kinds:[EXPLAINS_ITEM,HAS_RESULT], original_required:true}</a:t>
            </a:r>
          </a:p>
        </p:txBody>
      </p:sp>
      <p:sp>
        <p:nvSpPr>
          <p:cNvPr id="246" name="dp45-comparison / n195">
            <a:extLst xmlns:a="http://schemas.openxmlformats.org/drawingml/2006/main">
              <a:ext uri="{FF2B5EF4-FFF2-40B4-BE49-F238E27FC236}">
                <a16:creationId xmlns:a16="http://schemas.microsoft.com/office/drawing/2014/main" id="{EC2625FB-24E3-4359-980E-F0C39B5D49F5}"/>
              </a:ext>
            </a:extLst>
          </p:cNvPr>
          <p:cNvSpPr>
            <a:spLocks xmlns:a="http://schemas.openxmlformats.org/drawingml/2006/main" noGrp="1"/>
          </p:cNvSpPr>
          <p:nvPr/>
        </p:nvSpPr>
        <p:spPr>
          <a:xfrm xmlns:a="http://schemas.openxmlformats.org/drawingml/2006/main">
            <a:off x="13077825" y="6248400"/>
            <a:ext cx="279425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7" name="dp45-comparison / n196 / text 1">
            <a:extLst xmlns:a="http://schemas.openxmlformats.org/drawingml/2006/main">
              <a:ext uri="{FF2B5EF4-FFF2-40B4-BE49-F238E27FC236}">
                <a16:creationId xmlns:a16="http://schemas.microsoft.com/office/drawing/2014/main" id="{E054A246-2059-4720-8F90-415C56DD5871}"/>
              </a:ext>
            </a:extLst>
          </p:cNvPr>
          <p:cNvSpPr>
            <a:spLocks xmlns:a="http://schemas.openxmlformats.org/drawingml/2006/main" noGrp="1"/>
          </p:cNvSpPr>
          <p:nvPr/>
        </p:nvSpPr>
        <p:spPr>
          <a:xfrm xmlns:a="http://schemas.openxmlformats.org/drawingml/2006/main">
            <a:off x="13096875" y="6257925"/>
            <a:ext cx="4191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Query1 → / ← Bundle1 + Receipt1 (PARTIAL)</a:t>
            </a:r>
          </a:p>
        </p:txBody>
      </p:sp>
      <p:sp>
        <p:nvSpPr>
          <p:cNvPr id="248" name="dp45-comparison / n198">
            <a:extLst xmlns:a="http://schemas.openxmlformats.org/drawingml/2006/main">
              <a:ext uri="{FF2B5EF4-FFF2-40B4-BE49-F238E27FC236}">
                <a16:creationId xmlns:a16="http://schemas.microsoft.com/office/drawing/2014/main" id="{59099CB2-E94A-495F-A1AF-34B5AC329896}"/>
              </a:ext>
            </a:extLst>
          </p:cNvPr>
          <p:cNvSpPr>
            <a:spLocks xmlns:a="http://schemas.openxmlformats.org/drawingml/2006/main" noGrp="1"/>
          </p:cNvSpPr>
          <p:nvPr/>
        </p:nvSpPr>
        <p:spPr>
          <a:xfrm xmlns:a="http://schemas.openxmlformats.org/drawingml/2006/main">
            <a:off x="12954000" y="7143750"/>
            <a:ext cx="1339786"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9" name="dp45-comparison / n199 / text 1">
            <a:extLst xmlns:a="http://schemas.openxmlformats.org/drawingml/2006/main">
              <a:ext uri="{FF2B5EF4-FFF2-40B4-BE49-F238E27FC236}">
                <a16:creationId xmlns:a16="http://schemas.microsoft.com/office/drawing/2014/main" id="{83CF30DC-5905-42D7-A16F-FD35FE66E31B}"/>
              </a:ext>
            </a:extLst>
          </p:cNvPr>
          <p:cNvSpPr>
            <a:spLocks xmlns:a="http://schemas.openxmlformats.org/drawingml/2006/main" noGrp="1"/>
          </p:cNvSpPr>
          <p:nvPr/>
        </p:nvSpPr>
        <p:spPr>
          <a:xfrm xmlns:a="http://schemas.openxmlformats.org/drawingml/2006/main">
            <a:off x="12973050" y="7153275"/>
            <a:ext cx="15335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의미 제안 → 검증 / 채택</a:t>
            </a:r>
          </a:p>
        </p:txBody>
      </p:sp>
    </p:spTree>
    <p:extLst>
      <p:ext uri="{BB962C8B-B14F-4D97-AF65-F5344CB8AC3E}">
        <p14:creationId xmlns:p14="http://schemas.microsoft.com/office/powerpoint/2010/main" val="96087021"/>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9" name="via-v2-responsibilities / title / 1">
            <a:extLst>
              <a:ext uri="{FF2B5EF4-FFF2-40B4-BE49-F238E27FC236}">
                <ns2:creationId id="{124AFF3E-1658-4E04-8AFD-0F4B9BB8BC30}"/>
              </a:ext>
            </a:extLst>
          </p:cNvPr>
          <p:cNvSpPr>
            <a:spLocks noGrp="1"/>
          </p:cNvSpPr>
          <p:nvPr/>
        </p:nvSpPr>
        <p:spPr>
          <a:xfrm>
            <a:off x="666750" y="495300"/>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사용자의 요청을 이해해 업무를 위임하고,</a:t>
            </a:r>
          </a:p>
        </p:txBody>
      </p:sp>
      <p:sp>
        <p:nvSpPr>
          <p:cNvPr id="2" name="via-v2-responsibilities / title / 2">
            <a:extLst>
              <a:ext uri="{FF2B5EF4-FFF2-40B4-BE49-F238E27FC236}">
                <ns2:creationId id="{F8DA2694-522B-4449-9D12-FD105AF07FF5}"/>
              </a:ext>
            </a:extLst>
          </p:cNvPr>
          <p:cNvSpPr>
            <a:spLocks noGrp="1"/>
          </p:cNvSpPr>
          <p:nvPr/>
        </p:nvSpPr>
        <p:spPr>
          <a:xfrm>
            <a:off x="666750" y="1078706"/>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입력부터 응답까지 사용자와의 대화를 관리하는 VIA</a:t>
            </a:r>
          </a:p>
        </p:txBody>
      </p:sp>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 표와 지난달 매출보고서를 바탕으로</a:t>
            </a: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이번 달 매출보고서를 만들어줘.”</a:t>
            </a: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175" b="0">
                <a:solidFill>
                  <a:srgbClr val="397C80"/>
                </a:solidFill>
                <a:latin typeface="Apple SD Gothic Neo"/>
                <a:ea typeface="Apple SD Gothic Neo"/>
                <a:cs typeface="Apple SD Gothic Neo"/>
              </a:defRPr>
            </a:pPr>
            <a:r>
              <a:rPr sz="2175" b="0">
                <a:solidFill>
                  <a:srgbClr val="397C80"/>
                </a:solidFill>
                <a:latin typeface="Apple SD Gothic Neo"/>
                <a:ea typeface="Apple SD Gothic Neo"/>
                <a:cs typeface="Apple SD Gothic Neo"/>
              </a:rPr>
              <a:t>음성 요청 + 선택한 표</a:t>
            </a: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목표·자료·조건을 이해해 위임</a:t>
            </a: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강조할 항목은 무엇인가요?</a:t>
            </a: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질문을 사용자에게 전달</a:t>
            </a: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“국내 매출을 강조해줘.”</a:t>
            </a: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답변을 해당 업무에 연결</a:t>
            </a: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완성된 보고서</a:t>
            </a: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화면에 결과, 음성으로 핵심 안내</a:t>
            </a: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VIA에서 대화를 이어가고, Agent는 실제 보고서 작성을 수행합니다</a:t>
            </a:r>
          </a:p>
        </p:txBody>
      </p:sp>
    </p:spTree>
    <p:extLst>
      <p:ext uri="{BB962C8B-B14F-4D97-AF65-F5344CB8AC3E}">
        <p14:creationId val="1926313185"/>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5" name="via-v2-overlapping-events / title / 1">
            <a:extLst>
              <a:ext uri="{FF2B5EF4-FFF2-40B4-BE49-F238E27FC236}">
                <ns2:creationId id="{BD8E1CCA-674D-47A5-8CB9-E8619590D315}"/>
              </a:ext>
            </a:extLst>
          </p:cNvPr>
          <p:cNvSpPr>
            <a:spLocks noGrp="1"/>
          </p:cNvSpPr>
          <p:nvPr/>
        </p:nvSpPr>
        <p:spPr>
          <a:xfrm>
            <a:off x="666750" y="495300"/>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업무를 맡긴 뒤에도,</a:t>
            </a:r>
          </a:p>
        </p:txBody>
      </p:sp>
      <p:sp>
        <p:nvSpPr>
          <p:cNvPr id="2" name="via-v2-overlapping-events / title / 2">
            <a:extLst>
              <a:ext uri="{FF2B5EF4-FFF2-40B4-BE49-F238E27FC236}">
                <ns2:creationId id="{D0A38325-6925-46ED-AD83-F0F8D65FB91E}"/>
              </a:ext>
            </a:extLst>
          </p:cNvPr>
          <p:cNvSpPr>
            <a:spLocks noGrp="1"/>
          </p:cNvSpPr>
          <p:nvPr/>
        </p:nvSpPr>
        <p:spPr>
          <a:xfrm>
            <a:off x="666750" y="1090613"/>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업무 결과가 같은 대화로 들어옵니다</a:t>
            </a:r>
          </a:p>
        </p:txBody>
      </p:sp>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표와 지난달 보고서로 이번 달 매출보고서를 만들고,</a:t>
            </a: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내일 오후 3시 팀 회의 안내 메일 초안도 준비해줘.”</a:t>
            </a: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한 발화에 서로 독립적인 두 업무</a:t>
            </a: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보고서 작성 / 회의 안내 메일 초안</a:t>
            </a: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25" b="0">
                <a:solidFill>
                  <a:srgbClr val="66777D"/>
                </a:solidFill>
                <a:latin typeface="Apple SD Gothic Neo"/>
                <a:ea typeface="Apple SD Gothic Neo"/>
                <a:cs typeface="Apple SD Gothic Neo"/>
              </a:defRPr>
            </a:pPr>
            <a:r>
              <a:rPr sz="2025" b="0">
                <a:solidFill>
                  <a:srgbClr val="66777D"/>
                </a:solidFill>
                <a:latin typeface="Apple SD Gothic Neo"/>
                <a:ea typeface="Apple SD Gothic Neo"/>
                <a:cs typeface="Apple SD Gothic Neo"/>
              </a:rPr>
              <a:t>보고서·메일 처리 중</a:t>
            </a: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“잠깐, 보고서엔 국내 매출만 넣어줘.”</a:t>
            </a: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이전에 맡긴 공급업체 견적 도착</a:t>
            </a: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875" b="1">
                <a:solidFill>
                  <a:srgbClr val="66777D"/>
                </a:solidFill>
                <a:latin typeface="Apple SD Gothic Neo"/>
                <a:ea typeface="Apple SD Gothic Neo"/>
                <a:cs typeface="Apple SD Gothic Neo"/>
              </a:defRPr>
            </a:pPr>
            <a:r>
              <a:rPr sz="1875" b="1">
                <a:solidFill>
                  <a:srgbClr val="66777D"/>
                </a:solidFill>
                <a:latin typeface="Apple SD Gothic Neo"/>
                <a:ea typeface="Apple SD Gothic Neo"/>
                <a:cs typeface="Apple SD Gothic Neo"/>
              </a:rPr>
              <a:t>새 발화와 결과가 겹쳐 도착</a:t>
            </a: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정정은 보고서 업무에 연결</a:t>
            </a: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말을 마친 뒤, 견적 도착을 안내</a:t>
            </a: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Agent별 창을 오가거나, 진행 중인 업무를 다시 설명할 필요가 없습니다</a:t>
            </a:r>
          </a:p>
        </p:txBody>
      </p:sp>
    </p:spTree>
    <p:extLst>
      <p:ext uri="{BB962C8B-B14F-4D97-AF65-F5344CB8AC3E}">
        <p14:creationId val="13010131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12</ap:Slides>
  <ap:Notes>12</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2026-10-08T11:10:07.7400000Z</dcterms:created>
  <dcterms:modified xsi:type="dcterms:W3CDTF">2026-10-08T11:10:07.7400000Z</dcterms:modified>
</coreProperties>
</file>