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2d661e0b34225" /><Relationship Type="http://schemas.openxmlformats.org/officeDocument/2006/relationships/extended-properties" Target="/docProps/app.xml" Id="Race4d626b2714b98" /><Relationship Type="http://schemas.openxmlformats.org/officeDocument/2006/relationships/officeDocument" Target="/ppt/presentation.xml" Id="Reb16114505564a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abb7e53fc24b3b"/>
  </p:sldMasterIdLst>
  <p:notesMasterIdLst>
    <p:notesMasterId xmlns:r="http://schemas.openxmlformats.org/officeDocument/2006/relationships" r:id="Re690330db15d42e0"/>
  </p:notesMasterIdLst>
  <p:sldIdLst>
    <p:sldId xmlns:r="http://schemas.openxmlformats.org/officeDocument/2006/relationships" id="256" r:id="R809b44086a084107"/>
    <p:sldId xmlns:r="http://schemas.openxmlformats.org/officeDocument/2006/relationships" id="257" r:id="Re615251cd6ee4122"/>
    <p:sldId xmlns:r="http://schemas.openxmlformats.org/officeDocument/2006/relationships" id="258" r:id="R933cac64fb0e4896"/>
    <p:sldId xmlns:r="http://schemas.openxmlformats.org/officeDocument/2006/relationships" id="259" r:id="Rf3a6b1ea430342c0"/>
    <p:sldId xmlns:r="http://schemas.openxmlformats.org/officeDocument/2006/relationships" id="260" r:id="R2b784d8f0ed3485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d4afcecfad4d2c" /><Relationship Type="http://schemas.openxmlformats.org/officeDocument/2006/relationships/slideMaster" Target="/ppt/slideMasters/slideMaster1.xml" Id="Rf4abb7e53fc24b3b" /><Relationship Type="http://schemas.openxmlformats.org/officeDocument/2006/relationships/notesMaster" Target="/ppt/notesMasters/notesMaster1.xml" Id="Re690330db15d42e0" /><Relationship Type="http://schemas.openxmlformats.org/officeDocument/2006/relationships/presProps" Target="/ppt/presProps.xml" Id="R6d96e6bb7a0d4616" /><Relationship Type="http://schemas.openxmlformats.org/officeDocument/2006/relationships/tableStyles" Target="/ppt/tableStyles.xml" Id="R255aed8ae1a642c4" /><Relationship Type="http://schemas.openxmlformats.org/officeDocument/2006/relationships/slide" Target="/ppt/slides/slide1.xml" Id="R809b44086a084107" /><Relationship Type="http://schemas.openxmlformats.org/officeDocument/2006/relationships/slide" Target="/ppt/slides/slide2.xml" Id="Re615251cd6ee4122" /><Relationship Type="http://schemas.openxmlformats.org/officeDocument/2006/relationships/slide" Target="/ppt/slides/slide3.xml" Id="R933cac64fb0e4896" /><Relationship Type="http://schemas.openxmlformats.org/officeDocument/2006/relationships/slide" Target="/ppt/slides/slide4.xml" Id="Rf3a6b1ea430342c0" /><Relationship Type="http://schemas.openxmlformats.org/officeDocument/2006/relationships/slide" Target="/ppt/slides/slide5.xml" Id="R2b784d8f0ed348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ab576de9ec43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35cb8e3eac4901" /><Relationship Type="http://schemas.openxmlformats.org/officeDocument/2006/relationships/notesMaster" Target="/ppt/notesMasters/notesMaster1.xml" Id="R7e83dc8311884d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46add1a3204ad0" /><Relationship Type="http://schemas.openxmlformats.org/officeDocument/2006/relationships/notesMaster" Target="/ppt/notesMasters/notesMaster1.xml" Id="Rd2eda097e7d94c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ba70bf4c964293" /><Relationship Type="http://schemas.openxmlformats.org/officeDocument/2006/relationships/notesMaster" Target="/ppt/notesMasters/notesMaster1.xml" Id="R83d68aa248ce43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c795262a2c4280" /><Relationship Type="http://schemas.openxmlformats.org/officeDocument/2006/relationships/notesMaster" Target="/ppt/notesMasters/notesMaster1.xml" Id="R942222d6b0f743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3872be6cdf4bbd" /><Relationship Type="http://schemas.openxmlformats.org/officeDocument/2006/relationships/notesMaster" Target="/ppt/notesMasters/notesMaster1.xml" Id="R3582f1cd959b4f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72150417c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5467a4781f4d4b" /><Relationship Type="http://schemas.openxmlformats.org/officeDocument/2006/relationships/slideLayout" Target="/ppt/slideLayouts/slideLayout1.xml" Id="R2238df72b93a47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38df72b93a47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37f88c8234a8f" /><Relationship Type="http://schemas.openxmlformats.org/officeDocument/2006/relationships/notesSlide" Target="/ppt/notesSlides/notesSlide1.xml" Id="R4769dcafb25241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c19c8f10d43dd" /><Relationship Type="http://schemas.openxmlformats.org/officeDocument/2006/relationships/notesSlide" Target="/ppt/notesSlides/notesSlide2.xml" Id="Rd25b792f066d43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0be684ac3439e" /><Relationship Type="http://schemas.openxmlformats.org/officeDocument/2006/relationships/notesSlide" Target="/ppt/notesSlides/notesSlide3.xml" Id="R6864a751077542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fdf565b434358" /><Relationship Type="http://schemas.openxmlformats.org/officeDocument/2006/relationships/notesSlide" Target="/ppt/notesSlides/notesSlide4.xml" Id="Rb7bc419091164d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36c636ff64678" /><Relationship Type="http://schemas.openxmlformats.org/officeDocument/2006/relationships/notesSlide" Target="/ppt/notesSlides/notesSlide5.xml" Id="Radbadd39144e4e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992F14F4-33BD-4940-80E2-A814BA57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158263B5-1115-459C-970C-96DDFE19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1738B9D5-586B-46C9-92D9-6C7BBB23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E5460B27-7D74-4A63-9492-1ED524D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312E4C1-077B-4890-9D04-63AD9C90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67D945C6-873B-49D9-B486-801DF087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DDB416F8-FE35-4F18-8F6F-1DD93BBC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55370DC-AD4F-4990-BD68-A43E7C10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3D07FD33-EBF3-4F86-820E-69F57109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E2A50A9-4B5F-4CF5-A3CA-92FC3B3C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847C7A0B-A484-41A4-9D5F-AE61D086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7342004-0190-49E9-8DA0-7D3248BA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A13D7F84-125B-4A5C-A02C-D0411915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38EC2AEC-1386-41B7-8901-C138BD76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8E45DDD3-6A5A-496F-8E2A-E8CD3FFC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125F5457-5B9A-44DB-BD7F-B35C38E0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B15336EC-136B-4077-B566-4FA6DAC7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94AD00F5-33E5-4895-A500-0682D098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FD3AA8CE-DDAD-408C-9208-045E68CE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54BC4F3C-80DA-4A12-A679-5CAAA9BC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7AADF1B4-9BBB-41F4-83C5-AAF02B20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670DC6B8-CD03-46F5-ACB0-9E73FA58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1421923C-ACAC-4C04-B093-921F43F6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5B5F2278-D4B9-4FA2-A5D4-48B36BA7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48501672-C42E-4CBE-8DAE-51D7DFFA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D01C2541-109F-440D-9617-AE10287B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C3A68F18-BDD8-437C-9F0A-F253E347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19CF6C95-713C-453D-9159-9C59B6D3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659B8C28-19F7-4670-BD5C-E960FF2B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3B9F54D8-11BC-40CE-9AB0-AC120F53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A7F5AF9B-F05D-4761-8C81-462E9F6A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0A436AF8-B7AB-49E2-8142-4A701E23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3D53D860-B030-4C1C-B598-D94B08DA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CDCB8AB-64CF-4561-BBC6-2BBA2C2C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6B4B23A7-428B-43C2-96C4-8036A524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55F8D591-D0CA-4746-BB4C-204B8483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33B32471-0CAA-45C4-AED1-4DA8DF22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C83B7C72-598B-4D1B-9E41-4C9677D9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44C9EC3-0E84-4721-A3C9-D51BF2E9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FB90B84E-FA7F-4019-9D03-A14D0CF7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A71FC22F-1569-4621-B16B-FAE8DE03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2DACCE3D-1E6B-4EBE-B881-A07E2D05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26DF9B6F-2FD8-4E36-A257-622A06B4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A5F8006C-5EC5-4BE1-B282-5446A4D5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723C1248-277F-4B4E-B4C1-7B5BC6CD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41DDA74-83ED-4BEC-A643-7414BB28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A8A354BF-FB9D-454B-A5E3-7586D681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830F0025-6622-4EC6-9D60-BF8DEC75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56BB0B62-57F4-4B51-93D2-2C6D2460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E8B92A38-9F22-4943-906D-22911470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E0616A0E-434C-4917-9805-D6BE2345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4428504-9D81-4A01-917A-9EFB36A3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B88B37CE-A38D-4389-A4C3-CDB379C3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A8B4E9A8-15C3-49D3-A443-D0EE9F4C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373964DF-7376-4E7D-9E73-483C6F67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36254AC6-4B4C-4667-BFB0-021970F7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0364B3A1-D922-45C7-9CE5-6FBCB3C9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E8724C2-BC4A-43EA-AFF6-9149A7D4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5BBDA5DC-DD26-48DA-AD79-FEBEA9E7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A3510A11-B3F8-4E94-AA2E-F1C2D931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4AC4A90C-66A7-4322-A70D-8AB754CE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13644316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9A55D7EA-6DD1-4F9C-A03D-7711EF35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1B434B-28FD-4C12-B91B-B3820E2B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856BFD01-9AE8-4373-9E6E-B3ED4374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2A2DED50-CC74-4CBA-B3FF-ABBC7D9A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8F7956B3-B2DB-4FF7-AB25-EE8637EF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4E405511-6E1C-4AF0-B383-86AB3BDB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DF9190EC-C3AA-459D-A9AA-BCC0C36B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00AB828E-FA62-46EC-B29F-3077D10C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3933C3BA-A17B-4086-BBF1-CEA5C7C6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A05B69B0-B175-4F0C-ACB7-29F20431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4EF0662-5F57-4B8F-8502-3BAB8D22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0A5340-4397-4CA8-A2FE-39589294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D7785E08-593F-4483-947A-DA312153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37CCA2F5-A0B5-459D-9DA8-0DBAC669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0D5CEAB0-CCF4-4F77-9850-9F01ABE4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9D06A0D6-679D-4163-879B-B93DFBF0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9C940769-ABA9-448B-AE59-62181775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3D1EE144-95AC-4F83-965E-A3A6D3D4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007397E-F223-4724-92DE-E0BD6774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A829F1C-945C-496B-B080-86B629B7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87F8466C-B8C6-4B20-93FC-4126035A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95388E0E-7D42-4157-A9CE-9C1A4C30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2128576C-170B-4F4B-BDB6-86D796AC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64EA34DB-1302-4FF6-986D-1BA56CEB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C7CE203D-3F76-441D-ACD5-DC68C80E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1E75ED42-4314-40EA-9A8F-23F79B14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AC747687-3D9B-4A98-94BE-FEBD8FCF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C9F379B-6828-4E0C-8D74-B71AD89C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25901A25-24F9-4AA1-9C03-ECDB1AC0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9EDAA20A-A665-48DC-8E2A-F39D2FC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4774DEC-E5F1-4582-B934-1092E1B2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10B29302-73B7-4DF6-90E1-8C4296DE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046FA89D-117F-46E1-B167-A01262C4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735835D8-7A1F-4CC6-B933-8030DF6D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6C4EEEB7-E27B-42E0-9A62-C2B6195A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A37A89A0-028D-43F5-A958-A1815EAA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F79748A3-0775-4EE2-9CD8-09A31942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AC280713-B766-4EB9-A929-CA19A3CC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06439FE2-E9FD-4D7C-BBE3-F5346A26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AC24B71-5E17-4CC4-A18D-8999E4C5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1951A0B0-0E57-4E45-8C27-BA4E4CDF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0BDDF42E-5F8D-4024-B16F-5E337CA9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056CB8B5-AB6D-429F-9B22-A0AFD451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EFA9CF82-3EA6-495E-B5A4-ADA3971F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D26735D-F639-4319-ADC6-EA2AFB8A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64DCDC2E-A9C3-40CE-B7FC-98EA13EE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967410E1-BAB9-443F-A90F-803B475A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7D3E2116-4A82-4BF9-B90A-B60FEB2C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D33077F0-7A98-41E2-B89F-834A44AB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6E6E9891-7C9B-4BDB-8E93-D44672E8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4F04FA53-0897-45E2-A277-5C58E1A0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6F332EAB-59B2-4738-BEE4-AA460D17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80B1F0E5-F1FD-4ADF-A218-AA4FC267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04D4857-D5BF-487F-9F62-9F09A0F6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DDD97E33-C49D-4DBE-9FF5-2706E6B2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F6138B4E-CF26-4410-AAC2-7188E6E5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53CBE26-990C-4E43-84DB-40C0EE8C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22AF10EA-1E26-475C-8CA7-0D1776DE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DA2A6C43-7571-4801-A895-084C7A6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C5D5CCB-4785-4A71-807B-2AA6614E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8866BFD-E2B8-47C3-89E9-497DE482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4B96718B-69B6-4981-BA9E-A9D9B9C2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FE6D21DA-720B-4EFC-A0CE-CA23155B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DB9590B7-C981-4242-9BF1-4DABAF60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FA00B44-8355-4E24-8909-B6970E7F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A171E545-AECB-4925-BC9D-2F0C5FD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C1139462-19AA-46C8-82EB-641CAEBC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5B473B16-BE64-4097-9E20-762F77D9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04407855-43E3-4175-AD5B-0D8A292F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80FD292C-330B-4EB3-B837-6A1DADD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1D89F375-9799-417A-83BF-16C98AD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70F612AD-2B5D-47BB-8F5F-75E8BD3A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72EE4D7D-3AB4-413F-964B-516BA86F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DCAC4A42-ADE1-49C4-8DB8-02CA8B0C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C60BF43-1558-4B18-B323-35B2AAA5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8DBD9F07-2F3D-4E90-8585-2F4C40B5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F2182669-4577-4320-8475-ADF142B1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8B90529E-975F-4510-8E64-47376C82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F459F966-B61E-4747-8665-584AD64F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AB749162-B1BB-42A7-97F3-EE91C043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08070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431BE382-CBD6-410D-AA8B-0901C9A4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C24F53C-C005-4291-8BCC-C36EFD72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7188BE9A-5231-41A8-9821-997A29E9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98D42C43-8A14-4796-B6AE-DFB1E17A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77B4A79-326F-4563-ACDF-BA0319C3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9D84E3D2-65A9-41FA-84E3-2B434400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F355E4B7-D0F0-49FC-BD43-BD14796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06605962-996D-42AE-8C54-3DB47A5E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CD6FC4BE-4549-4C15-83B6-6F5A15CA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57AF02FE-AFD6-4EA8-B84D-C8E99402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9629F578-563A-425F-8ED2-41E5960D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4BC68BB-FEAD-4603-B242-9E790095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3BFB9BB2-98EB-442E-9DBF-FE12CE1C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148FF4B7-3BCB-4AD5-B8BF-9CF9FE1F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6F586744-9CCF-4BFE-A3B3-43BB656F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2584C627-ECCA-467C-8C3E-72838B5D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04617368-E4D2-48EE-9513-82BD046A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055F7D87-9E73-40F0-9ED6-9F20CCC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ADB95CD6-FF39-4D47-9D5B-1FFE0931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4F6C2662-87C9-4F1A-9244-783AA6E3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5FEDCE8-33D4-49B1-865F-210B39F8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D36898B8-E675-4F0B-B52F-D9E63FB1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7673C883-753A-481E-B165-283C6510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AA08A27-B48A-43C9-913A-6F6117C9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BA3553F2-D29C-4059-AAA3-E4F73B28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0EFA598A-3B89-4CD1-92D8-A58CD7BC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2348FEDD-6ED4-4B0C-A5B5-E70A910D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B41BEA42-2C9C-4E2B-AD18-707CB719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BEE61D2C-3E90-43C0-B2E3-FC8AF3F6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DDC3E4F5-3041-4D50-942E-49B60961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38DBF1B1-008E-4E2C-896F-7E87CEB5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BCA5C97C-B58B-4FBA-A57B-1AC482EF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2322514D-D711-498B-BB38-1B2CDEEA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265CE8AD-A7DC-407C-BFD8-3B2783C7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0F64A106-6AE7-496E-9B81-D6ED4A7B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BAE88618-CDB7-4B4F-9973-4F46CB25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2D209A4A-CF3F-40B1-B5CD-A3BFB3A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0C9614F-0322-4EA3-B66E-44F4D8E0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4574A337-8211-472B-9142-426C973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5A9B0C60-5ABA-47BE-94B0-9AEB9944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CEFD304E-6C26-47E2-A821-017FE6EC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A7B4A313-F4AF-4F53-80D8-4E822112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882B943-7736-42EE-8EBB-2C01C1A0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8C52F91E-8914-4C5E-8130-305DF49D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565C3977-20D5-4BAE-B3D4-002A2FBD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3E833CB-CBB4-44BB-8B0B-7ABD1F21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715F2A43-6E09-432C-AC49-C2054595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DE95C9E8-6B1F-462F-A798-92AF62F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E0490E9B-E444-4D4D-A438-A141A0CF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21C94881-DF48-4EB6-AAB5-633588F7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4C2DBDA-C58A-41E4-BFFF-79ED5474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7BD2474-3403-4D98-B3F4-1C1844F5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F9F52A87-D7DB-4913-B8EA-B9987710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B1BE47CF-EBBC-4072-9A69-373F381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AE11C491-C044-4332-920C-B3DF508A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BBE0FD6-0731-490C-A079-70A4B4C6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15284878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4631228F-F1F7-42C3-825B-67265D6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6CAE22E0-48BC-47E6-B787-C3AF2E69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4CDC4254-24E2-4F72-A3CC-68952E8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AC7C1B4E-E244-4E15-BFFF-F0595A25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9D28899-E9F0-409E-84CC-01B8667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37E2CF5F-13FD-46F5-A573-5605F19B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D53FA0A3-E39A-47CA-905E-7EA91B70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C78411FB-D156-4181-8911-E4C70ACD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106B6702-6A39-4B31-B598-1CA85E8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991D75E2-8F29-49F7-9977-DB685999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ED1853DE-74CE-42BC-9B6D-71CDE391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F00B30-6CD7-4E15-9C8E-5A867A25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9CF4AA7E-5F93-4BCC-A94C-69CC8A21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555EB124-D73E-426C-8412-7FA6BFD5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51BFAE3B-9094-4153-A405-ED579053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DE2EA5A1-7FD3-4440-B3D5-1C1C5FAE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88D62E8E-0822-4C45-AE8A-B406F819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F566ED18-3095-43F2-A945-09F2D7F0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B821F6F1-F822-4D86-BF8D-3E84CD12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EA5ED71B-76FA-42B6-831A-E4BBE3A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2539B2B6-FCA3-40BE-8A9A-2DB5C648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264A0382-5A13-44D4-8F92-DEFC17F3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87636236-A486-4777-BD28-6835ACF5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AC178F53-75E8-4DBB-A3F7-B86342CE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50EBD227-CFFA-4547-8B2E-11E60B02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AA8D09F2-2302-4D54-B84A-166732AA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4A5A256-1EED-4208-A379-3CA62CC8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F969D22C-753C-45F7-8EE2-FA0AEEDD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F9BB6A2C-10CE-4456-BC58-13DC8CFD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D2A2794A-63DC-47E0-AB76-FD58FC21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15CF4500-F14C-4426-87BB-4C0454E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49179A40-AE7B-4788-8FE6-18E7F4C8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44C08D97-9F8F-45C4-8D9B-882C48E3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29AB15A0-6BF2-4951-AED2-B52CCA2B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9D8EDE-1B57-4EE5-A532-7FDFD11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017012C-2C58-4569-B9A9-6213C8D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C23D3943-9595-41FC-9EE9-C2D4113A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18175F1-1E3F-4C20-96E1-DEC5B7B1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049F61B2-05BC-4027-BEC2-113517ED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8182AE3-7082-4161-8E26-CDA84AE6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341AAECA-85F6-4AEA-98C6-FDE9CC04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0D1EFA1F-BD58-4474-BEDE-3960DB18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D9A0668B-BC3B-48A6-8D00-84554EC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4ABC530A-0BCE-4DCA-9404-4086DF96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FFC1A230-BDDB-4E63-B423-963118B3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54250A5B-7E9D-4378-BEC0-668458FC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591D899D-BF4E-40CC-93B1-F754396A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307C6601-B3EB-497B-8B8A-BA29CD8B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3E9D5A3D-5AD1-4CAE-ABE4-96EA6612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4048B1BE-BCF1-43FC-BA43-302D08D2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0A406C90-59D0-4F80-9DA8-2673B2B0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286240EB-8EEF-47A3-BFD2-C56FF7F2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39480E0D-4DE6-4788-BD6F-7FC3DE3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B6C6EF79-CAA8-4C66-A3BD-82EA8B0C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9E49DC6-D28B-42C2-A3D4-A2D3D33F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49F19A5C-32B3-4B24-B0DF-93AB739F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D8768330-5F53-4EB6-84E7-AC2AA0D2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FB59AA8-A192-4B19-8333-1A7A21BA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CD8BE8B1-C3D0-41DA-B4BD-C53EFD0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D538E691-A3E7-465B-B694-4675D4CB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6B60F218-6BEB-4811-A1DD-855D33C5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A36EA247-68B6-4186-8F28-AC205CB6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A4B900-E0DD-4D07-9480-07E97311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356552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C0CAEA11-ABAD-4F81-BD9E-2090639B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BB859E07-101F-4D4D-979A-E99AFFB6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4E1C720E-A656-45F2-B74F-6630E9B1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6A400340-7A3F-4EC7-9A74-514A45F3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E6405395-3192-4B5F-87EA-9FEC12D2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B14C4145-030A-4143-9658-5FB3F84D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743BCCD-3AAF-4A16-A6FB-4D66C5E0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정정의 누락과 유효하지 않은 결과 재사용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AB2FB1A-21FB-40C6-9ABF-939AB768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C5C7179E-2FD6-4AF4-83DA-64796F36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7409C24-CA6B-4C15-B757-03865E71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92BF3A9C-925F-4070-B765-E178CC9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03178188-7248-4E78-AE8A-FC987CFD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기록을 연결한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ED5056EB-69BA-45D0-AED2-094EA0C1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정보 참조 / 장기 User Memory 등록은 별도 사용자 지시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E7821D7-54D7-47B8-8687-605C94FA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C4BA0237-C27C-44D4-9A3B-F8DC72C7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775CDEBD-1F5F-4182-8F53-10F18027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지난번 / 서로 연결해야 할 세 종류의 기록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8A49D3CA-E94A-4562-96B8-398D5608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B2BA2D16-9945-400A-BC1F-939D76E8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B74776DB-DF7A-4E38-A771-FD850BF0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70A140CC-DE91-4532-88BA-C6643A12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D3EFE853-3FEC-463C-9ED1-FED9F3A4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9969F66E-7030-4AFA-96F3-E42F152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B649591D-8257-4488-926D-22985F66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Request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CAC1A7EF-9BF6-4979-95C5-1FF33301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먼저,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317877D8-55B7-455C-8E24-70380B3C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짧은 문장으로</a:t>
            </a:r>
          </a:p>
        </p:txBody>
      </p:sp>
      <p:sp>
        <p:nvSpPr>
          <p:cNvPr id="26" name="dp45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803B16A3-9421-4B61-A149-F11A8B67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27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29406D0-4953-48F2-909C-24CE3C2A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사용자가 고친 내용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866196C4-B1C4-4DBF-A064-1A93515A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수정 전후 결과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67FDBDAB-8FB2-411B-B009-A2BCE29E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3857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수정 전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5C25DE5B-2FBC-4461-82A2-172A40B7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624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배경 설명 … 결론</a:t>
            </a:r>
          </a:p>
        </p:txBody>
      </p:sp>
      <p:sp>
        <p:nvSpPr>
          <p:cNvPr id="31" name="dp45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C23378C0-3CAC-40E5-8EBA-A8ED2C80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81525"/>
            <a:ext cx="2952750" cy="953"/>
          </a:xfrm>
          <a:custGeom xmlns:a="http://schemas.openxmlformats.org/drawingml/2006/main">
            <a:pathLst>
              <a:path w="2952750" h="953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32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62B22F3A-EDF5-4A97-98DD-94CAD351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</a:t>
            </a:r>
          </a:p>
        </p:txBody>
      </p:sp>
      <p:sp>
        <p:nvSpPr>
          <p:cNvPr id="33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A80516C2-2AFB-4BFE-ACB6-2D10239D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1970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결론 먼저 / 짧은 문장</a:t>
            </a:r>
          </a:p>
        </p:txBody>
      </p:sp>
      <p:sp>
        <p:nvSpPr>
          <p:cNvPr id="34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ADB5249F-A936-488D-8378-ACF0D11C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 기록</a:t>
            </a:r>
          </a:p>
        </p:txBody>
      </p:sp>
      <p:sp>
        <p:nvSpPr>
          <p:cNvPr id="35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B791E7E2-5D2A-4B8B-8B4E-6A1D291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24300"/>
            <a:ext cx="2952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 결과 전달</a:t>
            </a:r>
          </a:p>
        </p:txBody>
      </p:sp>
      <p:sp>
        <p:nvSpPr>
          <p:cNvPr id="36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8A754043-48D8-491B-BA62-C3D813AB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767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어느 결과 버전을</a:t>
            </a:r>
          </a:p>
        </p:txBody>
      </p:sp>
      <p:sp>
        <p:nvSpPr>
          <p:cNvPr id="37" name="dp45-background / n31 / text 2">
            <a:extLst xmlns:a="http://schemas.openxmlformats.org/drawingml/2006/main">
              <a:ext uri="{FF2B5EF4-FFF2-40B4-BE49-F238E27FC236}">
                <a16:creationId xmlns:a16="http://schemas.microsoft.com/office/drawing/2014/main" id="{C12BA2F3-A907-4B11-BA5F-B015D4F4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006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실제로 받았는지 확인</a:t>
            </a:r>
          </a:p>
        </p:txBody>
      </p:sp>
      <p:sp>
        <p:nvSpPr>
          <p:cNvPr id="38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73DE7326-08B3-4F03-B72C-23A30695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9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8A13E14D-8B03-4106-BBA2-C3F48F8F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14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0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3EE2062A-59FF-4DD5-B3CF-B1F9B11F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1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1813A991-E9D3-4F11-9CCA-3DBCC942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2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F3EC4E07-ED8C-4EA3-A061-57618A2A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7239000" cy="228600"/>
          </a:xfrm>
          <a:custGeom xmlns:a="http://schemas.openxmlformats.org/drawingml/2006/main">
            <a:pathLst>
              <a:path w="7239000" h="228600">
                <a:moveTo>
                  <a:pt x="0" y="0"/>
                </a:moveTo>
                <a:lnTo>
                  <a:pt x="0" y="228600"/>
                </a:lnTo>
                <a:lnTo>
                  <a:pt x="7239000" y="228600"/>
                </a:lnTo>
                <a:lnTo>
                  <a:pt x="7239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43" name="dp45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C77F7C32-FFCE-4B74-915F-B76E22F1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/ 새 보고서의 Request</a:t>
            </a:r>
          </a:p>
        </p:txBody>
      </p:sp>
      <p:sp>
        <p:nvSpPr>
          <p:cNvPr id="44" name="dp45-background / n36">
            <a:extLst xmlns:a="http://schemas.openxmlformats.org/drawingml/2006/main">
              <a:ext uri="{FF2B5EF4-FFF2-40B4-BE49-F238E27FC236}">
                <a16:creationId xmlns:a16="http://schemas.microsoft.com/office/drawing/2014/main" id="{DCD2C33F-2788-4E5E-BF47-1C219223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43700"/>
            <a:ext cx="1057275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A6E4F9B-B890-40F7-A0F3-C0172CAE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934200"/>
            <a:ext cx="10191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46" name="dp45-background / n38">
            <a:extLst xmlns:a="http://schemas.openxmlformats.org/drawingml/2006/main">
              <a:ext uri="{FF2B5EF4-FFF2-40B4-BE49-F238E27FC236}">
                <a16:creationId xmlns:a16="http://schemas.microsoft.com/office/drawing/2014/main" id="{2C2E5170-368F-416A-82F9-5FA36608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24775"/>
            <a:ext cx="10572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background / n39 / path">
            <a:extLst xmlns:a="http://schemas.openxmlformats.org/drawingml/2006/main">
              <a:ext uri="{FF2B5EF4-FFF2-40B4-BE49-F238E27FC236}">
                <a16:creationId xmlns:a16="http://schemas.microsoft.com/office/drawing/2014/main" id="{C86465F2-351E-47AD-902F-1C287797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6153150"/>
            <a:ext cx="5457825" cy="1838325"/>
          </a:xfrm>
          <a:custGeom xmlns:a="http://schemas.openxmlformats.org/drawingml/2006/main">
            <a:pathLst>
              <a:path w="5457825" h="1838325">
                <a:moveTo>
                  <a:pt x="0" y="0"/>
                </a:moveTo>
                <a:lnTo>
                  <a:pt x="5457825" y="0"/>
                </a:lnTo>
                <a:lnTo>
                  <a:pt x="5457825" y="1838325"/>
                </a:lnTo>
                <a:lnTo>
                  <a:pt x="5286375" y="18383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48" name="dp45-background / n39 / arrow">
            <a:extLst xmlns:a="http://schemas.openxmlformats.org/drawingml/2006/main">
              <a:ext uri="{FF2B5EF4-FFF2-40B4-BE49-F238E27FC236}">
                <a16:creationId xmlns:a16="http://schemas.microsoft.com/office/drawing/2014/main" id="{46AAE001-77AC-4C9C-AFF0-DB4404D6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00035"/>
            <a:ext cx="182880" cy="182880"/>
          </a:xfrm>
          <a:custGeom xmlns:a="http://schemas.openxmlformats.org/drawingml/2006/main">
            <a:pathLst>
              <a:path w="182880" h="182880">
                <a:moveTo>
                  <a:pt x="182880" y="0"/>
                </a:moveTo>
                <a:lnTo>
                  <a:pt x="0" y="91440"/>
                </a:lnTo>
                <a:lnTo>
                  <a:pt x="182880" y="18288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9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7EFD606D-C429-4317-B3E1-2731C461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858125"/>
            <a:ext cx="10191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이번 Request에 연결할 과거 Context / 정정 내용, 결과 버전과 실제 전달</a:t>
            </a:r>
          </a:p>
        </p:txBody>
      </p:sp>
      <p:sp>
        <p:nvSpPr>
          <p:cNvPr id="50" name="dp45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B5869C03-A144-49A5-9EDD-9DB31061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기록 간 관계의 복원</a:t>
            </a:r>
          </a:p>
        </p:txBody>
      </p:sp>
      <p:sp>
        <p:nvSpPr>
          <p:cNvPr id="51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1EE120AD-7982-41D8-98C0-4D595839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내용과 결과 버전 및 실제 전달의 연결</a:t>
            </a:r>
          </a:p>
        </p:txBody>
      </p:sp>
      <p:sp>
        <p:nvSpPr>
          <p:cNvPr id="52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22085BD8-162F-46FA-8B23-52F5B9D3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재사용 정보의 유효성</a:t>
            </a:r>
          </a:p>
        </p:txBody>
      </p:sp>
      <p:sp>
        <p:nvSpPr>
          <p:cNvPr id="53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64E08B5E-E504-47F9-809B-27949EB4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수정과 삭제 및 요약 누락의 확인</a:t>
            </a:r>
          </a:p>
        </p:txBody>
      </p:sp>
      <p:sp>
        <p:nvSpPr>
          <p:cNvPr id="54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C0DB6565-9136-4974-AE9A-3A5C69E7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반복 조회와 유지 비용</a:t>
            </a:r>
          </a:p>
        </p:txBody>
      </p:sp>
      <p:sp>
        <p:nvSpPr>
          <p:cNvPr id="55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AE414BA-2479-4FB3-B28E-C2D1733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생산과 조회 및 갱신 비용의 균형</a:t>
            </a:r>
          </a:p>
        </p:txBody>
      </p:sp>
    </p:spTree>
    <p:extLst>
      <p:ext uri="{BB962C8B-B14F-4D97-AF65-F5344CB8AC3E}">
        <p14:creationId xmlns:p14="http://schemas.microsoft.com/office/powerpoint/2010/main" val="2256620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2026-10-06T14:44:08.6970000Z</dcterms:created>
  <dcterms:modified xsi:type="dcterms:W3CDTF">2026-10-06T14:44:08.6970000Z</dcterms:modified>
</coreProperties>
</file>