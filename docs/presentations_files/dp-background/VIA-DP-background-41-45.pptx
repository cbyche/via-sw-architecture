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2d661e0b34225" /><Relationship Type="http://schemas.openxmlformats.org/officeDocument/2006/relationships/extended-properties" Target="/docProps/app.xml" Id="Race4d626b2714b98" /><Relationship Type="http://schemas.openxmlformats.org/officeDocument/2006/relationships/officeDocument" Target="/ppt/presentation.xml" Id="Reb16114505564a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bb7e53fc24b3b"/>
  </p:sldMasterIdLst>
  <p:notesMasterIdLst>
    <p:notesMasterId xmlns:r="http://schemas.openxmlformats.org/officeDocument/2006/relationships" r:id="Re690330db15d42e0"/>
  </p:notesMasterIdLst>
  <p:sldIdLst>
    <p:sldId xmlns:r="http://schemas.openxmlformats.org/officeDocument/2006/relationships" id="256" r:id="R809b44086a084107"/>
    <p:sldId xmlns:r="http://schemas.openxmlformats.org/officeDocument/2006/relationships" id="257" r:id="Re615251cd6ee4122"/>
    <p:sldId xmlns:r="http://schemas.openxmlformats.org/officeDocument/2006/relationships" id="258" r:id="R933cac64fb0e4896"/>
    <p:sldId xmlns:r="http://schemas.openxmlformats.org/officeDocument/2006/relationships" id="259" r:id="Rf3a6b1ea430342c0"/>
    <p:sldId xmlns:r="http://schemas.openxmlformats.org/officeDocument/2006/relationships" id="260" r:id="R2b784d8f0ed3485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4afcecfad4d2c" /><Relationship Type="http://schemas.openxmlformats.org/officeDocument/2006/relationships/slideMaster" Target="/ppt/slideMasters/slideMaster1.xml" Id="Rf4abb7e53fc24b3b" /><Relationship Type="http://schemas.openxmlformats.org/officeDocument/2006/relationships/notesMaster" Target="/ppt/notesMasters/notesMaster1.xml" Id="Re690330db15d42e0" /><Relationship Type="http://schemas.openxmlformats.org/officeDocument/2006/relationships/presProps" Target="/ppt/presProps.xml" Id="R6d96e6bb7a0d4616" /><Relationship Type="http://schemas.openxmlformats.org/officeDocument/2006/relationships/tableStyles" Target="/ppt/tableStyles.xml" Id="R255aed8ae1a642c4" /><Relationship Type="http://schemas.openxmlformats.org/officeDocument/2006/relationships/slide" Target="/ppt/slides/slide1.xml" Id="R809b44086a084107" /><Relationship Type="http://schemas.openxmlformats.org/officeDocument/2006/relationships/slide" Target="/ppt/slides/slide2.xml" Id="Re615251cd6ee4122" /><Relationship Type="http://schemas.openxmlformats.org/officeDocument/2006/relationships/slide" Target="/ppt/slides/slide3.xml" Id="R933cac64fb0e4896" /><Relationship Type="http://schemas.openxmlformats.org/officeDocument/2006/relationships/slide" Target="/ppt/slides/slide4.xml" Id="Rf3a6b1ea430342c0" /><Relationship Type="http://schemas.openxmlformats.org/officeDocument/2006/relationships/slide" Target="/ppt/slides/slide5.xml" Id="R2b784d8f0ed348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ab576de9ec43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35cb8e3eac4901" /><Relationship Type="http://schemas.openxmlformats.org/officeDocument/2006/relationships/notesMaster" Target="/ppt/notesMasters/notesMaster1.xml" Id="R7e83dc8311884d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46add1a3204ad0" /><Relationship Type="http://schemas.openxmlformats.org/officeDocument/2006/relationships/notesMaster" Target="/ppt/notesMasters/notesMaster1.xml" Id="Rd2eda097e7d94c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ba70bf4c964293" /><Relationship Type="http://schemas.openxmlformats.org/officeDocument/2006/relationships/notesMaster" Target="/ppt/notesMasters/notesMaster1.xml" Id="R83d68aa248ce43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c795262a2c4280" /><Relationship Type="http://schemas.openxmlformats.org/officeDocument/2006/relationships/notesMaster" Target="/ppt/notesMasters/notesMaster1.xml" Id="R942222d6b0f7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aee19e82584373" /><Relationship Type="http://schemas.openxmlformats.org/officeDocument/2006/relationships/notesMaster" Target="/ppt/notesMasters/notesMaster1.xml" Id="Rb6e7f5c194914c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04-41. 기능 정확성을 위한 VIA Request 해석 설계</a:t>
            </a:r>
          </a:p>
          <a:p xmlns:a="http://schemas.openxmlformats.org/drawingml/2006/main">
            <a:r>
              <a:t>https://github.com/cbyche/via-sw-architecture/blob/main/docs/architecture/12-decisions/decision-packages/04-41-request-resolution-control.md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https://github.com/cbyche/via-sw-architecture/blob/main/docs/architecture/12-decisions/decision-packages/diagrams/dp41-background.svg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04-42. 변경 용이성을 위한 VIA Conversation과 Task 관리 설계</a:t>
            </a:r>
          </a:p>
          <a:p xmlns:a="http://schemas.openxmlformats.org/drawingml/2006/main">
            <a:r>
              <a:t>https://github.com/cbyche/via-sw-architecture/blob/main/docs/architecture/12-decisions/decision-packages/04-42-lifecycle-ownership.md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https://github.com/cbyche/via-sw-architecture/blob/main/docs/architecture/12-decisions/decision-packages/diagrams/dp42-background.svg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04-43. 기능 정확성을 위한 VIA Request 의미 판단 설계</a:t>
            </a:r>
          </a:p>
          <a:p xmlns:a="http://schemas.openxmlformats.org/drawingml/2006/main">
            <a:r>
              <a:t>https://github.com/cbyche/via-sw-architecture/blob/main/docs/architecture/12-decisions/decision-packages/04-43-request-interpretation.md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https://github.com/cbyche/via-sw-architecture/blob/main/docs/architecture/12-decisions/decision-packages/diagrams/dp43-background.svg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04-44. 반응성을 위한 VIA 지속 입력과 Response 전달 설계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https://github.com/cbyche/via-sw-architecture/blob/main/docs/architecture/12-decisions/decision-packages/diagrams/dp44-background.svg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04-45. 기능 정확성을 위한 VIA 기억과 Context 제공 설계</a:t>
            </a:r>
          </a:p>
          <a:p xmlns:a="http://schemas.openxmlformats.org/drawingml/2006/main">
            <a:r>
              <a:t>https://github.com/cbyche/via-sw-architecture/blob/main/docs/architecture/12-decisions/decision-packages/04-45-memory-and-context.md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https://github.com/cbyche/via-sw-architecture/blob/main/docs/architecture/12-decisions/decision-packages/diagrams/dp45-background.svg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  <a:p xmlns:a="http://schemas.openxmlformats.org/drawingml/2006/main">
            <a:r>
              <a:t>공통 사례: C20/E20 VIA 직접 평가 기준 설명과 실제 전달 P20, C21/T21/D21@v2 제품 비교, C22/T22/D22@v1 견적. 현재 C23/R23의 제안서 작성 Task T23 연결은 현재 해석/채택의 결과다. VIA는 허용된 발췌와 참조를 연결하고, 평가 기준 적용과 제안서 작성은 Downstream Agent가 수행한다. 결과 참조는 본문 전체 보관을 뜻하지 않으며 Agent 내부 reasoning/모든 tool 기록은 전제하지 않는다.</a:t>
            </a:r>
          </a:p>
          <a:p xmlns:a="http://schemas.openxmlformats.org/drawingml/2006/main">
            <a:r>
              <a:t>A의 요약/index/cache/관계 cache/부분 갱신/병렬 조회와 기존 Agent 실행 맥락 재사용을 허용한다. B의 과거 관계는 검증/게시 범위만 읽고 원본 확인, 미게시/표현 미지원, 오류/갱신/삭제와 생산 비용을 유지한다. R23의 정답 관계를 미리 게시하지 않는다. 필요성과 사례 보완이며 최종 DP/A/B 선정 또는 새 사례의 품질 검증이 아니다. 기존 수치와 점수는 동일한 형식 예시다.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72150417c44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5467a4781f4d4b" /><Relationship Type="http://schemas.openxmlformats.org/officeDocument/2006/relationships/slideLayout" Target="/ppt/slideLayouts/slideLayout1.xml" Id="R2238df72b93a47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38df72b93a47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7f88c8234a8f" /><Relationship Type="http://schemas.openxmlformats.org/officeDocument/2006/relationships/notesSlide" Target="/ppt/notesSlides/notesSlide1.xml" Id="R4769dcafb25241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c19c8f10d43dd" /><Relationship Type="http://schemas.openxmlformats.org/officeDocument/2006/relationships/notesSlide" Target="/ppt/notesSlides/notesSlide2.xml" Id="Rd25b792f066d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0be684ac3439e" /><Relationship Type="http://schemas.openxmlformats.org/officeDocument/2006/relationships/notesSlide" Target="/ppt/notesSlides/notesSlide3.xml" Id="R6864a751077542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fdf565b434358" /><Relationship Type="http://schemas.openxmlformats.org/officeDocument/2006/relationships/notesSlide" Target="/ppt/notesSlides/notesSlide4.xml" Id="Rb7bc419091164d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32a0787e742cb" /><Relationship Type="http://schemas.openxmlformats.org/officeDocument/2006/relationships/notesSlide" Target="/ppt/notesSlides/notesSlide5.xml" Id="R28abf1611cac4b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dp41-background / n1">
            <a:extLst xmlns:a="http://schemas.openxmlformats.org/drawingml/2006/main">
              <a:ext uri="{FF2B5EF4-FFF2-40B4-BE49-F238E27FC236}">
                <a16:creationId xmlns:a16="http://schemas.microsoft.com/office/drawing/2014/main" id="{992F14F4-33BD-4940-80E2-A814BA57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1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158263B5-1115-459C-970C-96DDFE19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1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1738B9D5-586B-46C9-92D9-6C7BBB23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04-41</a:t>
            </a:r>
          </a:p>
        </p:txBody>
      </p:sp>
      <p:sp>
        <p:nvSpPr>
          <p:cNvPr id="4" name="dp41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E5460B27-7D74-4A63-9492-1ED524DE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04-41. 기능 정확성을 위한 VIA Request 해석 설계</a:t>
            </a:r>
          </a:p>
        </p:txBody>
      </p:sp>
      <p:sp>
        <p:nvSpPr>
          <p:cNvPr id="5" name="dp41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1312E4C1-077B-4890-9D04-63AD9C9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1-background / n6">
            <a:extLst xmlns:a="http://schemas.openxmlformats.org/drawingml/2006/main">
              <a:ext uri="{FF2B5EF4-FFF2-40B4-BE49-F238E27FC236}">
                <a16:creationId xmlns:a16="http://schemas.microsoft.com/office/drawing/2014/main" id="{67D945C6-873B-49D9-B486-801DF087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1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DDB416F8-FE35-4F18-8F6F-1DD93BBC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선택한 표와 이전 보고서의 오연결 위험</a:t>
            </a:r>
          </a:p>
        </p:txBody>
      </p:sp>
      <p:sp>
        <p:nvSpPr>
          <p:cNvPr id="8" name="dp41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355370DC-AD4F-4990-BD68-A43E7C10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1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3D07FD33-EBF3-4F86-820E-69F57109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1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BE2A50A9-4B5F-4CF5-A3CA-92FC3B3C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1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847C7A0B-A484-41A4-9D5F-AE61D086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1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77342004-0190-49E9-8DA0-7D3248BA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정보 조회와 의미 완성의 진행 책임 설계</a:t>
            </a:r>
          </a:p>
        </p:txBody>
      </p:sp>
      <p:sp>
        <p:nvSpPr>
          <p:cNvPr id="13" name="dp41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A13D7F84-125B-4A5C-A02C-D0411915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기능 지원 범위 / 반응성</a:t>
            </a:r>
          </a:p>
        </p:txBody>
      </p:sp>
      <p:sp>
        <p:nvSpPr>
          <p:cNvPr id="14" name="dp41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38EC2AEC-1386-41B7-8901-C138BD76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1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8E45DDD3-6A5A-496F-8E2A-E8CD3FFC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57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 표를 아까 보고서에 넣고, 메일은 초안만 만들어.”</a:t>
            </a:r>
          </a:p>
        </p:txBody>
      </p:sp>
      <p:sp>
        <p:nvSpPr>
          <p:cNvPr id="16" name="dp41-background / n16">
            <a:extLst xmlns:a="http://schemas.openxmlformats.org/drawingml/2006/main">
              <a:ext uri="{FF2B5EF4-FFF2-40B4-BE49-F238E27FC236}">
                <a16:creationId xmlns:a16="http://schemas.microsoft.com/office/drawing/2014/main" id="{125F5457-5B9A-44DB-BD7F-B35C38E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572750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1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B15336EC-136B-4077-B566-4FA6DAC7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98488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 화면과 VIA 기록 / 설명용 가상 화면</a:t>
            </a:r>
          </a:p>
        </p:txBody>
      </p:sp>
      <p:sp>
        <p:nvSpPr>
          <p:cNvPr id="18" name="dp41-background / n18">
            <a:extLst xmlns:a="http://schemas.openxmlformats.org/drawingml/2006/main">
              <a:ext uri="{FF2B5EF4-FFF2-40B4-BE49-F238E27FC236}">
                <a16:creationId xmlns:a16="http://schemas.microsoft.com/office/drawing/2014/main" id="{94AD00F5-33E5-4895-A500-0682D098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54102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9" name="dp41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FD3AA8CE-DDAD-408C-9208-045E68CE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048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매출 현황.xlsx</a:t>
            </a:r>
          </a:p>
        </p:txBody>
      </p:sp>
      <p:sp>
        <p:nvSpPr>
          <p:cNvPr id="20" name="dp41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54BC4F3C-80DA-4A12-A679-5CAAA9BC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5048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선택 범위 A1:D4</a:t>
            </a:r>
          </a:p>
        </p:txBody>
      </p:sp>
      <p:sp>
        <p:nvSpPr>
          <p:cNvPr id="21" name="dp41-background / n21">
            <a:extLst xmlns:a="http://schemas.openxmlformats.org/drawingml/2006/main">
              <a:ext uri="{FF2B5EF4-FFF2-40B4-BE49-F238E27FC236}">
                <a16:creationId xmlns:a16="http://schemas.microsoft.com/office/drawing/2014/main" id="{7AADF1B4-9BBB-41F4-83C5-AAF02B2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02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22" name="dp41-background / n22">
            <a:extLst xmlns:a="http://schemas.openxmlformats.org/drawingml/2006/main">
              <a:ext uri="{FF2B5EF4-FFF2-40B4-BE49-F238E27FC236}">
                <a16:creationId xmlns:a16="http://schemas.microsoft.com/office/drawing/2014/main" id="{670DC6B8-CD03-46F5-ACB0-9E73FA58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029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p41-background / n23 / path">
            <a:extLst xmlns:a="http://schemas.openxmlformats.org/drawingml/2006/main">
              <a:ext uri="{FF2B5EF4-FFF2-40B4-BE49-F238E27FC236}">
                <a16:creationId xmlns:a16="http://schemas.microsoft.com/office/drawing/2014/main" id="{1421923C-ACAC-4C04-B093-921F43F6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4" name="dp41-background / n24 / path">
            <a:extLst xmlns:a="http://schemas.openxmlformats.org/drawingml/2006/main">
              <a:ext uri="{FF2B5EF4-FFF2-40B4-BE49-F238E27FC236}">
                <a16:creationId xmlns:a16="http://schemas.microsoft.com/office/drawing/2014/main" id="{5B5F2278-D4B9-4FA2-A5D4-48B36BA7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5" name="dp41-background / n25 / path">
            <a:extLst xmlns:a="http://schemas.openxmlformats.org/drawingml/2006/main">
              <a:ext uri="{FF2B5EF4-FFF2-40B4-BE49-F238E27FC236}">
                <a16:creationId xmlns:a16="http://schemas.microsoft.com/office/drawing/2014/main" id="{48501672-C42E-4CBE-8DAE-51D7DFFA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6" name="dp41-background / n26 / path">
            <a:extLst xmlns:a="http://schemas.openxmlformats.org/drawingml/2006/main">
              <a:ext uri="{FF2B5EF4-FFF2-40B4-BE49-F238E27FC236}">
                <a16:creationId xmlns:a16="http://schemas.microsoft.com/office/drawing/2014/main" id="{D01C2541-109F-440D-9617-AE10287B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dp41-background / n27 / path">
            <a:extLst xmlns:a="http://schemas.openxmlformats.org/drawingml/2006/main">
              <a:ext uri="{FF2B5EF4-FFF2-40B4-BE49-F238E27FC236}">
                <a16:creationId xmlns:a16="http://schemas.microsoft.com/office/drawing/2014/main" id="{C3A68F18-BDD8-437C-9F0A-F253E347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29275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8" name="dp41-background / n28 / path">
            <a:extLst xmlns:a="http://schemas.openxmlformats.org/drawingml/2006/main">
              <a:ext uri="{FF2B5EF4-FFF2-40B4-BE49-F238E27FC236}">
                <a16:creationId xmlns:a16="http://schemas.microsoft.com/office/drawing/2014/main" id="{19CF6C95-713C-453D-9159-9C59B6D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9" name="dp41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659B8C28-19F7-4670-BD5C-E960FF2B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</a:p>
        </p:txBody>
      </p:sp>
      <p:sp>
        <p:nvSpPr>
          <p:cNvPr id="30" name="dp41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3B9F54D8-11BC-40CE-9AB0-AC120F53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1분기</a:t>
            </a:r>
          </a:p>
        </p:txBody>
      </p:sp>
      <p:sp>
        <p:nvSpPr>
          <p:cNvPr id="31" name="dp41-background / n31 / text 1">
            <a:extLst xmlns:a="http://schemas.openxmlformats.org/drawingml/2006/main">
              <a:ext uri="{FF2B5EF4-FFF2-40B4-BE49-F238E27FC236}">
                <a16:creationId xmlns:a16="http://schemas.microsoft.com/office/drawing/2014/main" id="{A7F5AF9B-F05D-4761-8C81-462E9F6A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2분기</a:t>
            </a:r>
          </a:p>
        </p:txBody>
      </p:sp>
      <p:sp>
        <p:nvSpPr>
          <p:cNvPr id="32" name="dp41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0A436AF8-B7AB-49E2-8142-4A701E2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33" name="dp41-background / n33 / text 1">
            <a:extLst xmlns:a="http://schemas.openxmlformats.org/drawingml/2006/main">
              <a:ext uri="{FF2B5EF4-FFF2-40B4-BE49-F238E27FC236}">
                <a16:creationId xmlns:a16="http://schemas.microsoft.com/office/drawing/2014/main" id="{3D53D860-B030-4C1C-B598-D94B08D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제품 A</a:t>
            </a:r>
          </a:p>
        </p:txBody>
      </p:sp>
      <p:sp>
        <p:nvSpPr>
          <p:cNvPr id="34" name="dp41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DCDCB8AB-64CF-4561-BBC6-2BBA2C2C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35" name="dp41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6B4B23A7-428B-43C2-96C4-8036A524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36" name="dp41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55F8D591-D0CA-4746-BB4C-204B848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37" name="dp41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33B32471-0CAA-45C4-AED1-4DA8DF22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제품 B</a:t>
            </a:r>
          </a:p>
        </p:txBody>
      </p:sp>
      <p:sp>
        <p:nvSpPr>
          <p:cNvPr id="38" name="dp41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C83B7C72-598B-4D1B-9E41-4C9677D9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80</a:t>
            </a:r>
          </a:p>
        </p:txBody>
      </p:sp>
      <p:sp>
        <p:nvSpPr>
          <p:cNvPr id="39" name="dp41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944C9EC3-0E84-4721-A3C9-D51BF2E9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40" name="dp41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FB90B84E-FA7F-4019-9D03-A14D0CF7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41" name="dp41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A71FC22F-1569-4621-B16B-FAE8DE03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42" name="dp41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2DACCE3D-1E6B-4EBE-B881-A07E2D05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43" name="dp41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26DF9B6F-2FD8-4E36-A257-622A06B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44" name="dp41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A5F8006C-5EC5-4BE1-B282-5446A4D5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440</a:t>
            </a:r>
          </a:p>
        </p:txBody>
      </p:sp>
      <p:sp>
        <p:nvSpPr>
          <p:cNvPr id="45" name="dp41-background / n45">
            <a:extLst xmlns:a="http://schemas.openxmlformats.org/drawingml/2006/main">
              <a:ext uri="{FF2B5EF4-FFF2-40B4-BE49-F238E27FC236}">
                <a16:creationId xmlns:a16="http://schemas.microsoft.com/office/drawing/2014/main" id="{723C1248-277F-4B4E-B4C1-7B5BC6CD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46482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46" name="dp41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E41DDA74-83ED-4BEC-A643-7414BB28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2672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Request와 Task 후보</a:t>
            </a:r>
          </a:p>
        </p:txBody>
      </p:sp>
      <p:sp>
        <p:nvSpPr>
          <p:cNvPr id="47" name="dp41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A8A354BF-FB9D-454B-A5E3-7586D68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2672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예산 보고서 Task</a:t>
            </a:r>
          </a:p>
        </p:txBody>
      </p:sp>
      <p:sp>
        <p:nvSpPr>
          <p:cNvPr id="48" name="dp41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830F0025-6622-4EC6-9D60-BF8DEC75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“예산 보고서 만들어줘” / 진행 중</a:t>
            </a:r>
          </a:p>
        </p:txBody>
      </p:sp>
      <p:sp>
        <p:nvSpPr>
          <p:cNvPr id="49" name="dp41-background / n49 / path">
            <a:extLst xmlns:a="http://schemas.openxmlformats.org/drawingml/2006/main">
              <a:ext uri="{FF2B5EF4-FFF2-40B4-BE49-F238E27FC236}">
                <a16:creationId xmlns:a16="http://schemas.microsoft.com/office/drawing/2014/main" id="{56BB0B62-57F4-4B51-93D2-2C6D246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4267200" cy="953"/>
          </a:xfrm>
          <a:custGeom xmlns:a="http://schemas.openxmlformats.org/drawingml/2006/main">
            <a:pathLst>
              <a:path w="4267200" h="953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50" name="dp41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E8B92A38-9F22-4943-906D-22911470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05425"/>
            <a:ext cx="42672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실적 보고서 Task</a:t>
            </a:r>
          </a:p>
        </p:txBody>
      </p:sp>
      <p:sp>
        <p:nvSpPr>
          <p:cNvPr id="51" name="dp41-background / n51 / text 1">
            <a:extLst xmlns:a="http://schemas.openxmlformats.org/drawingml/2006/main">
              <a:ext uri="{FF2B5EF4-FFF2-40B4-BE49-F238E27FC236}">
                <a16:creationId xmlns:a16="http://schemas.microsoft.com/office/drawing/2014/main" id="{E0616A0E-434C-4917-9805-D6BE2345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8642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“실적 보고서 만들어줘” / 진행 중</a:t>
            </a:r>
          </a:p>
        </p:txBody>
      </p:sp>
      <p:sp>
        <p:nvSpPr>
          <p:cNvPr id="52" name="dp41-background / n52 / text 1">
            <a:extLst xmlns:a="http://schemas.openxmlformats.org/drawingml/2006/main">
              <a:ext uri="{FF2B5EF4-FFF2-40B4-BE49-F238E27FC236}">
                <a16:creationId xmlns:a16="http://schemas.microsoft.com/office/drawing/2014/main" id="{54428504-9D81-4A01-917A-9EFB36A3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34125"/>
            <a:ext cx="42672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연결할 Task 미확정</a:t>
            </a:r>
          </a:p>
        </p:txBody>
      </p:sp>
      <p:sp>
        <p:nvSpPr>
          <p:cNvPr id="53" name="dp41-background / n53">
            <a:extLst xmlns:a="http://schemas.openxmlformats.org/drawingml/2006/main">
              <a:ext uri="{FF2B5EF4-FFF2-40B4-BE49-F238E27FC236}">
                <a16:creationId xmlns:a16="http://schemas.microsoft.com/office/drawing/2014/main" id="{B88B37CE-A38D-4389-A4C3-CDB379C3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10572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p41-background / n54 / text 1">
            <a:extLst xmlns:a="http://schemas.openxmlformats.org/drawingml/2006/main">
              <a:ext uri="{FF2B5EF4-FFF2-40B4-BE49-F238E27FC236}">
                <a16:creationId xmlns:a16="http://schemas.microsoft.com/office/drawing/2014/main" id="{A8B4E9A8-15C3-49D3-A443-D0EE9F4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72375"/>
            <a:ext cx="101727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Request의 고정 조건 / 초안 작성, 발송 제외</a:t>
            </a:r>
          </a:p>
        </p:txBody>
      </p:sp>
      <p:sp>
        <p:nvSpPr>
          <p:cNvPr id="55" name="dp41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373964DF-7376-4E7D-9E73-483C6F67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선택 자료의 확인</a:t>
            </a:r>
          </a:p>
        </p:txBody>
      </p:sp>
      <p:sp>
        <p:nvSpPr>
          <p:cNvPr id="56" name="dp41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36254AC6-4B4C-4667-BFB0-021970F7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 정보와 Referent 범위 확인</a:t>
            </a:r>
          </a:p>
        </p:txBody>
      </p:sp>
      <p:sp>
        <p:nvSpPr>
          <p:cNvPr id="57" name="dp41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0364B3A1-D922-45C7-9CE5-6FBCB3C9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관련 Task의 구분</a:t>
            </a:r>
          </a:p>
        </p:txBody>
      </p:sp>
      <p:sp>
        <p:nvSpPr>
          <p:cNvPr id="58" name="dp41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FE8724C2-BC4A-43EA-AFF6-9149A7D4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Request와 현재 Task 상태 확인</a:t>
            </a:r>
          </a:p>
        </p:txBody>
      </p:sp>
      <p:sp>
        <p:nvSpPr>
          <p:cNvPr id="59" name="dp41-background / n59 / text 1">
            <a:extLst xmlns:a="http://schemas.openxmlformats.org/drawingml/2006/main">
              <a:ext uri="{FF2B5EF4-FFF2-40B4-BE49-F238E27FC236}">
                <a16:creationId xmlns:a16="http://schemas.microsoft.com/office/drawing/2014/main" id="{5BBDA5DC-DD26-48DA-AD79-FEBEA9E7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정보 보완과 조건 유지</a:t>
            </a:r>
          </a:p>
        </p:txBody>
      </p:sp>
      <p:sp>
        <p:nvSpPr>
          <p:cNvPr id="60" name="dp41-background / n60 / text 1">
            <a:extLst xmlns:a="http://schemas.openxmlformats.org/drawingml/2006/main">
              <a:ext uri="{FF2B5EF4-FFF2-40B4-BE49-F238E27FC236}">
                <a16:creationId xmlns:a16="http://schemas.microsoft.com/office/drawing/2014/main" id="{A3510A11-B3F8-4E94-AA2E-F1C2D931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미확정 Task의 Clarification과</a:t>
            </a:r>
          </a:p>
        </p:txBody>
      </p:sp>
      <p:sp>
        <p:nvSpPr>
          <p:cNvPr id="61" name="dp41-background / n60 / text 2">
            <a:extLst xmlns:a="http://schemas.openxmlformats.org/drawingml/2006/main">
              <a:ext uri="{FF2B5EF4-FFF2-40B4-BE49-F238E27FC236}">
                <a16:creationId xmlns:a16="http://schemas.microsoft.com/office/drawing/2014/main" id="{4AC4A90C-66A7-4322-A70D-8AB754CE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초안 조건의 보존</a:t>
            </a:r>
          </a:p>
        </p:txBody>
      </p:sp>
    </p:spTree>
    <p:extLst>
      <p:ext uri="{BB962C8B-B14F-4D97-AF65-F5344CB8AC3E}">
        <p14:creationId xmlns:p14="http://schemas.microsoft.com/office/powerpoint/2010/main" val="1364431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dp42-background / n1">
            <a:extLst xmlns:a="http://schemas.openxmlformats.org/drawingml/2006/main">
              <a:ext uri="{FF2B5EF4-FFF2-40B4-BE49-F238E27FC236}">
                <a16:creationId xmlns:a16="http://schemas.microsoft.com/office/drawing/2014/main" id="{9A55D7EA-6DD1-4F9C-A03D-7711EF35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2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A31B434B-28FD-4C12-B91B-B3820E2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2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856BFD01-9AE8-4373-9E6E-B3ED4374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04-42</a:t>
            </a:r>
          </a:p>
        </p:txBody>
      </p:sp>
      <p:sp>
        <p:nvSpPr>
          <p:cNvPr id="4" name="dp42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2A2DED50-CC74-4CBA-B3FF-ABBC7D9A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04-42. 변경 용이성을 위한 VIA Conversation과 Task 관리 설계</a:t>
            </a:r>
          </a:p>
        </p:txBody>
      </p:sp>
      <p:sp>
        <p:nvSpPr>
          <p:cNvPr id="5" name="dp42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8F7956B3-B2DB-4FF7-AB25-EE8637EF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2-background / n6">
            <a:extLst xmlns:a="http://schemas.openxmlformats.org/drawingml/2006/main">
              <a:ext uri="{FF2B5EF4-FFF2-40B4-BE49-F238E27FC236}">
                <a16:creationId xmlns:a16="http://schemas.microsoft.com/office/drawing/2014/main" id="{4E405511-6E1C-4AF0-B383-86AB3BDB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2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DF9190EC-C3AA-459D-A9AA-BCC0C36B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완료와 Task 완료의 혼동 위험</a:t>
            </a:r>
          </a:p>
        </p:txBody>
      </p:sp>
      <p:sp>
        <p:nvSpPr>
          <p:cNvPr id="8" name="dp42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00AB828E-FA62-46EC-B29F-3077D10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2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3933C3BA-A17B-4086-BBF1-CEA5C7C6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2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A05B69B0-B175-4F0C-ACB7-29F20431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2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64EF0662-5F57-4B8F-8502-3BAB8D2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2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730A5340-4397-4CA8-A2FE-39589294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Conversation과 Task 상태의 관리 책임 및 실행 경계 설계</a:t>
            </a:r>
          </a:p>
        </p:txBody>
      </p:sp>
      <p:sp>
        <p:nvSpPr>
          <p:cNvPr id="13" name="dp42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D7785E08-593F-4483-947A-DA312153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277350"/>
            <a:ext cx="15392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Delegation / Downstream Agent에 작업 전달     Agent Execution / 개별 작업 실행</a:t>
            </a:r>
          </a:p>
        </p:txBody>
      </p:sp>
      <p:sp>
        <p:nvSpPr>
          <p:cNvPr id="14" name="dp42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37CCA2F5-A0B5-459D-9DA8-0DBAC66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변경 용이성 / 복구성</a:t>
            </a:r>
          </a:p>
        </p:txBody>
      </p:sp>
      <p:sp>
        <p:nvSpPr>
          <p:cNvPr id="15" name="dp42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0D5CEAB0-CCF4-4F77-9850-9F01ABE4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6" name="dp42-background / n16">
            <a:extLst xmlns:a="http://schemas.openxmlformats.org/drawingml/2006/main">
              <a:ext uri="{FF2B5EF4-FFF2-40B4-BE49-F238E27FC236}">
                <a16:creationId xmlns:a16="http://schemas.microsoft.com/office/drawing/2014/main" id="{9D06A0D6-679D-4163-879B-B93DFBF0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57275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2-background / n17">
            <a:extLst xmlns:a="http://schemas.openxmlformats.org/drawingml/2006/main">
              <a:ext uri="{FF2B5EF4-FFF2-40B4-BE49-F238E27FC236}">
                <a16:creationId xmlns:a16="http://schemas.microsoft.com/office/drawing/2014/main" id="{9C940769-ABA9-448B-AE59-62181775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57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p42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3D1EE144-95AC-4F83-965E-A3A6D3D4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7239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Conversation / 입력과 Response 기록</a:t>
            </a:r>
          </a:p>
        </p:txBody>
      </p:sp>
      <p:sp>
        <p:nvSpPr>
          <p:cNvPr id="19" name="dp42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5007397E-F223-4724-92DE-E0BD6774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7622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User Turn / 한 번의 발화</a:t>
            </a:r>
          </a:p>
        </p:txBody>
      </p:sp>
      <p:sp>
        <p:nvSpPr>
          <p:cNvPr id="20" name="dp42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0A829F1C-945C-496B-B080-86B629B7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처음 발화</a:t>
            </a:r>
          </a:p>
        </p:txBody>
      </p:sp>
      <p:sp>
        <p:nvSpPr>
          <p:cNvPr id="21" name="dp42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87F8466C-B8C6-4B20-93FC-4126035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“이번 달 매출보고서</a:t>
            </a:r>
          </a:p>
        </p:txBody>
      </p:sp>
      <p:sp>
        <p:nvSpPr>
          <p:cNvPr id="22" name="dp42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95388E0E-7D42-4157-A9CE-9C1A4C30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만들어주고, 내일 회의 안내</a:t>
            </a:r>
          </a:p>
        </p:txBody>
      </p:sp>
      <p:sp>
        <p:nvSpPr>
          <p:cNvPr id="23" name="dp42-background / n21 / text 3">
            <a:extLst xmlns:a="http://schemas.openxmlformats.org/drawingml/2006/main">
              <a:ext uri="{FF2B5EF4-FFF2-40B4-BE49-F238E27FC236}">
                <a16:creationId xmlns:a16="http://schemas.microsoft.com/office/drawing/2014/main" id="{2128576C-170B-4F4B-BDB6-86D796AC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초안도 만들어줘.”</a:t>
            </a:r>
          </a:p>
        </p:txBody>
      </p:sp>
      <p:sp>
        <p:nvSpPr>
          <p:cNvPr id="24" name="dp42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64EA34DB-1302-4FF6-986D-1BA56CEB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2개</a:t>
            </a:r>
          </a:p>
        </p:txBody>
      </p:sp>
      <p:sp>
        <p:nvSpPr>
          <p:cNvPr id="25" name="dp42-background / n23 / text 1">
            <a:extLst xmlns:a="http://schemas.openxmlformats.org/drawingml/2006/main">
              <a:ext uri="{FF2B5EF4-FFF2-40B4-BE49-F238E27FC236}">
                <a16:creationId xmlns:a16="http://schemas.microsoft.com/office/drawing/2014/main" id="{C7CE203D-3F76-441D-ACD5-DC68C80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잠시 뒤 / 진행 확인</a:t>
            </a:r>
          </a:p>
        </p:txBody>
      </p:sp>
      <p:sp>
        <p:nvSpPr>
          <p:cNvPr id="26" name="dp42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1E75ED42-4314-40EA-9A8F-23F79B14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어디까지</a:t>
            </a:r>
          </a:p>
        </p:txBody>
      </p:sp>
      <p:sp>
        <p:nvSpPr>
          <p:cNvPr id="27" name="dp42-background / n24 / text 2">
            <a:extLst xmlns:a="http://schemas.openxmlformats.org/drawingml/2006/main">
              <a:ext uri="{FF2B5EF4-FFF2-40B4-BE49-F238E27FC236}">
                <a16:creationId xmlns:a16="http://schemas.microsoft.com/office/drawing/2014/main" id="{AC747687-3D9B-4A98-94BE-FEBD8FCF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됐어?”</a:t>
            </a:r>
          </a:p>
        </p:txBody>
      </p:sp>
      <p:sp>
        <p:nvSpPr>
          <p:cNvPr id="28" name="dp42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1C9F379B-6828-4E0C-8D74-B71AD89C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1개</a:t>
            </a:r>
          </a:p>
        </p:txBody>
      </p:sp>
      <p:sp>
        <p:nvSpPr>
          <p:cNvPr id="29" name="dp42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25901A25-24F9-4AA1-9C03-ECDB1AC0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완료 후 / 수정</a:t>
            </a:r>
          </a:p>
        </p:txBody>
      </p:sp>
      <p:sp>
        <p:nvSpPr>
          <p:cNvPr id="30" name="dp42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9EDAA20A-A665-48DC-8E2A-F39D2FC6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“결론 부분만 짧게</a:t>
            </a:r>
          </a:p>
        </p:txBody>
      </p:sp>
      <p:sp>
        <p:nvSpPr>
          <p:cNvPr id="31" name="dp42-background / n27 / text 2">
            <a:extLst xmlns:a="http://schemas.openxmlformats.org/drawingml/2006/main">
              <a:ext uri="{FF2B5EF4-FFF2-40B4-BE49-F238E27FC236}">
                <a16:creationId xmlns:a16="http://schemas.microsoft.com/office/drawing/2014/main" id="{A4774DEC-E5F1-4582-B934-1092E1B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바꿔줘.”</a:t>
            </a:r>
          </a:p>
        </p:txBody>
      </p:sp>
      <p:sp>
        <p:nvSpPr>
          <p:cNvPr id="32" name="dp42-background / n28 / text 1">
            <a:extLst xmlns:a="http://schemas.openxmlformats.org/drawingml/2006/main">
              <a:ext uri="{FF2B5EF4-FFF2-40B4-BE49-F238E27FC236}">
                <a16:creationId xmlns:a16="http://schemas.microsoft.com/office/drawing/2014/main" id="{10B29302-73B7-4DF6-90E1-8C4296DE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1개</a:t>
            </a:r>
          </a:p>
        </p:txBody>
      </p:sp>
      <p:sp>
        <p:nvSpPr>
          <p:cNvPr id="33" name="dp42-background / n29 / path">
            <a:extLst xmlns:a="http://schemas.openxmlformats.org/drawingml/2006/main">
              <a:ext uri="{FF2B5EF4-FFF2-40B4-BE49-F238E27FC236}">
                <a16:creationId xmlns:a16="http://schemas.microsoft.com/office/drawing/2014/main" id="{046FA89D-117F-46E1-B167-A01262C4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09925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4" name="dp42-background / n29 / arrow">
            <a:extLst xmlns:a="http://schemas.openxmlformats.org/drawingml/2006/main">
              <a:ext uri="{FF2B5EF4-FFF2-40B4-BE49-F238E27FC236}">
                <a16:creationId xmlns:a16="http://schemas.microsoft.com/office/drawing/2014/main" id="{735835D8-7A1F-4CC6-B933-8030DF6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1489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35" name="dp42-background / n30 / path">
            <a:extLst xmlns:a="http://schemas.openxmlformats.org/drawingml/2006/main">
              <a:ext uri="{FF2B5EF4-FFF2-40B4-BE49-F238E27FC236}">
                <a16:creationId xmlns:a16="http://schemas.microsoft.com/office/drawing/2014/main" id="{6C4EEEB7-E27B-42E0-9A62-C2B6195A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6" name="dp42-background / n30 / arrow">
            <a:extLst xmlns:a="http://schemas.openxmlformats.org/drawingml/2006/main">
              <a:ext uri="{FF2B5EF4-FFF2-40B4-BE49-F238E27FC236}">
                <a16:creationId xmlns:a16="http://schemas.microsoft.com/office/drawing/2014/main" id="{A37A89A0-028D-43F5-A958-A1815EAA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1489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37" name="dp42-background / n31">
            <a:extLst xmlns:a="http://schemas.openxmlformats.org/drawingml/2006/main">
              <a:ext uri="{FF2B5EF4-FFF2-40B4-BE49-F238E27FC236}">
                <a16:creationId xmlns:a16="http://schemas.microsoft.com/office/drawing/2014/main" id="{F79748A3-0775-4EE2-9CD8-09A31942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p42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AC280713-B766-4EB9-A929-CA19A3CC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1238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작성</a:t>
            </a:r>
          </a:p>
        </p:txBody>
      </p:sp>
      <p:sp>
        <p:nvSpPr>
          <p:cNvPr id="39" name="dp42-background / n33">
            <a:extLst xmlns:a="http://schemas.openxmlformats.org/drawingml/2006/main">
              <a:ext uri="{FF2B5EF4-FFF2-40B4-BE49-F238E27FC236}">
                <a16:creationId xmlns:a16="http://schemas.microsoft.com/office/drawing/2014/main" id="{06439FE2-E9FD-4D7C-BBE3-F5346A26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p42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DAC24B71-5E17-4CC4-A18D-8999E4C5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00575"/>
            <a:ext cx="12192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</a:t>
            </a:r>
          </a:p>
        </p:txBody>
      </p:sp>
      <p:sp>
        <p:nvSpPr>
          <p:cNvPr id="41" name="dp42-background / n35">
            <a:extLst xmlns:a="http://schemas.openxmlformats.org/drawingml/2006/main">
              <a:ext uri="{FF2B5EF4-FFF2-40B4-BE49-F238E27FC236}">
                <a16:creationId xmlns:a16="http://schemas.microsoft.com/office/drawing/2014/main" id="{1951A0B0-0E57-4E45-8C27-BA4E4CDF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434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p42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0BDDF42E-5F8D-4024-B16F-5E337CA9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00575"/>
            <a:ext cx="2762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진행 확인</a:t>
            </a:r>
          </a:p>
        </p:txBody>
      </p:sp>
      <p:sp>
        <p:nvSpPr>
          <p:cNvPr id="43" name="dp42-background / n37">
            <a:extLst xmlns:a="http://schemas.openxmlformats.org/drawingml/2006/main">
              <a:ext uri="{FF2B5EF4-FFF2-40B4-BE49-F238E27FC236}">
                <a16:creationId xmlns:a16="http://schemas.microsoft.com/office/drawing/2014/main" id="{056CB8B5-AB6D-429F-9B22-A0AFD451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434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p42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EFA9CF82-3EA6-495E-B5A4-ADA3971F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00575"/>
            <a:ext cx="2762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결론 수정</a:t>
            </a:r>
          </a:p>
        </p:txBody>
      </p:sp>
      <p:sp>
        <p:nvSpPr>
          <p:cNvPr id="45" name="dp42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3D26735D-F639-4319-ADC6-EA2AFB8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Downstream Agent 접수 확인 후</a:t>
            </a:r>
          </a:p>
        </p:txBody>
      </p:sp>
      <p:sp>
        <p:nvSpPr>
          <p:cNvPr id="46" name="dp42-background / n39 / text 2">
            <a:extLst xmlns:a="http://schemas.openxmlformats.org/drawingml/2006/main">
              <a:ext uri="{FF2B5EF4-FFF2-40B4-BE49-F238E27FC236}">
                <a16:creationId xmlns:a16="http://schemas.microsoft.com/office/drawing/2014/main" id="{64DCDC2E-A9C3-40CE-B7FC-98EA13EE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47" name="dp42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967410E1-BAB9-443F-A90F-803B475A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상태 답변 후</a:t>
            </a:r>
          </a:p>
        </p:txBody>
      </p:sp>
      <p:sp>
        <p:nvSpPr>
          <p:cNvPr id="48" name="dp42-background / n40 / text 2">
            <a:extLst xmlns:a="http://schemas.openxmlformats.org/drawingml/2006/main">
              <a:ext uri="{FF2B5EF4-FFF2-40B4-BE49-F238E27FC236}">
                <a16:creationId xmlns:a16="http://schemas.microsoft.com/office/drawing/2014/main" id="{7D3E2116-4A82-4BF9-B90A-B60FEB2C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49" name="dp42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D33077F0-7A98-41E2-B89F-834A44AB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Downstream Agent 수정 접수 후</a:t>
            </a:r>
          </a:p>
        </p:txBody>
      </p:sp>
      <p:sp>
        <p:nvSpPr>
          <p:cNvPr id="50" name="dp42-background / n41 / text 2">
            <a:extLst xmlns:a="http://schemas.openxmlformats.org/drawingml/2006/main">
              <a:ext uri="{FF2B5EF4-FFF2-40B4-BE49-F238E27FC236}">
                <a16:creationId xmlns:a16="http://schemas.microsoft.com/office/drawing/2014/main" id="{6E6E9891-7C9B-4BDB-8E93-D44672E8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51" name="dp42-background / n42">
            <a:extLst xmlns:a="http://schemas.openxmlformats.org/drawingml/2006/main">
              <a:ext uri="{FF2B5EF4-FFF2-40B4-BE49-F238E27FC236}">
                <a16:creationId xmlns:a16="http://schemas.microsoft.com/office/drawing/2014/main" id="{4F04FA53-0897-45E2-A277-5C58E1A0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7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52" name="dp42-background / n43">
            <a:extLst xmlns:a="http://schemas.openxmlformats.org/drawingml/2006/main">
              <a:ext uri="{FF2B5EF4-FFF2-40B4-BE49-F238E27FC236}">
                <a16:creationId xmlns:a16="http://schemas.microsoft.com/office/drawing/2014/main" id="{6F332EAB-59B2-4738-BEE4-AA460D17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95975"/>
            <a:ext cx="32575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p42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80B1F0E5-F1FD-4ADF-A218-AA4FC26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9052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보고서 Task</a:t>
            </a:r>
          </a:p>
        </p:txBody>
      </p:sp>
      <p:sp>
        <p:nvSpPr>
          <p:cNvPr id="54" name="dp42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B04D4857-D5BF-487F-9F62-9F09A0F6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00700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/ 목표, 상태와 결과의 추적</a:t>
            </a:r>
          </a:p>
        </p:txBody>
      </p:sp>
      <p:sp>
        <p:nvSpPr>
          <p:cNvPr id="55" name="dp42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DDD97E33-C49D-4DBE-9FF5-2706E6B2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생성 후 Delegation</a:t>
            </a:r>
          </a:p>
        </p:txBody>
      </p:sp>
      <p:sp>
        <p:nvSpPr>
          <p:cNvPr id="56" name="dp42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F6138B4E-CF26-4410-AAC2-7188E6E5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Execution 1</a:t>
            </a:r>
          </a:p>
        </p:txBody>
      </p:sp>
      <p:sp>
        <p:nvSpPr>
          <p:cNvPr id="57" name="dp42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753CBE26-990C-4E43-84DB-40C0EE8C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작성 시작</a:t>
            </a:r>
          </a:p>
        </p:txBody>
      </p:sp>
      <p:sp>
        <p:nvSpPr>
          <p:cNvPr id="58" name="dp42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22AF10EA-1E26-475C-8CA7-0D1776DE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038850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Task와 실행 계속</a:t>
            </a:r>
          </a:p>
        </p:txBody>
      </p:sp>
      <p:sp>
        <p:nvSpPr>
          <p:cNvPr id="59" name="dp42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DA2A6C43-7571-4801-A895-084C7A6A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865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상태 조회 / 새 실행 없음</a:t>
            </a:r>
          </a:p>
        </p:txBody>
      </p:sp>
      <p:sp>
        <p:nvSpPr>
          <p:cNvPr id="60" name="dp42-background / n51 / text 1">
            <a:extLst xmlns:a="http://schemas.openxmlformats.org/drawingml/2006/main">
              <a:ext uri="{FF2B5EF4-FFF2-40B4-BE49-F238E27FC236}">
                <a16:creationId xmlns:a16="http://schemas.microsoft.com/office/drawing/2014/main" id="{8C5D5CCB-4785-4A71-807B-2AA6614E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721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작성 종료 후 수정 Delegation</a:t>
            </a:r>
          </a:p>
        </p:txBody>
      </p:sp>
      <p:sp>
        <p:nvSpPr>
          <p:cNvPr id="61" name="dp42-background / n52 / text 1">
            <a:extLst xmlns:a="http://schemas.openxmlformats.org/drawingml/2006/main">
              <a:ext uri="{FF2B5EF4-FFF2-40B4-BE49-F238E27FC236}">
                <a16:creationId xmlns:a16="http://schemas.microsoft.com/office/drawing/2014/main" id="{58866BFD-E2B8-47C3-89E9-497DE482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32460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Agent Execution 2 시작</a:t>
            </a:r>
          </a:p>
        </p:txBody>
      </p:sp>
      <p:sp>
        <p:nvSpPr>
          <p:cNvPr id="62" name="dp42-background / n53 / text 1">
            <a:extLst xmlns:a="http://schemas.openxmlformats.org/drawingml/2006/main">
              <a:ext uri="{FF2B5EF4-FFF2-40B4-BE49-F238E27FC236}">
                <a16:creationId xmlns:a16="http://schemas.microsoft.com/office/drawing/2014/main" id="{4B96718B-69B6-4981-BA9E-A9D9B9C2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6484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같은 Task의 결론 수정</a:t>
            </a:r>
          </a:p>
        </p:txBody>
      </p:sp>
      <p:sp>
        <p:nvSpPr>
          <p:cNvPr id="63" name="dp42-background / n54">
            <a:extLst xmlns:a="http://schemas.openxmlformats.org/drawingml/2006/main">
              <a:ext uri="{FF2B5EF4-FFF2-40B4-BE49-F238E27FC236}">
                <a16:creationId xmlns:a16="http://schemas.microsoft.com/office/drawing/2014/main" id="{FE6D21DA-720B-4EFC-A0CE-CA23155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572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64" name="dp42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DB9590B7-C981-4242-9BF1-4DABAF60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81850"/>
            <a:ext cx="101727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65" name="dp42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9FA00B44-8355-4E24-8909-B6970E7F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81900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Delegation / 초안 작성 시작</a:t>
            </a:r>
          </a:p>
        </p:txBody>
      </p:sp>
      <p:sp>
        <p:nvSpPr>
          <p:cNvPr id="66" name="dp42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A171E545-AECB-4925-BC9D-2F0C5FD6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67" name="dp42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C1139462-19AA-46C8-82EB-641CAEBC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962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초안 완료 / 결과 보관</a:t>
            </a:r>
          </a:p>
        </p:txBody>
      </p:sp>
      <p:sp>
        <p:nvSpPr>
          <p:cNvPr id="68" name="dp42-background / n59 / text 1">
            <a:extLst xmlns:a="http://schemas.openxmlformats.org/drawingml/2006/main">
              <a:ext uri="{FF2B5EF4-FFF2-40B4-BE49-F238E27FC236}">
                <a16:creationId xmlns:a16="http://schemas.microsoft.com/office/drawing/2014/main" id="{5B473B16-BE64-4097-9E20-762F77D9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6962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완료 상태와 결과 유지</a:t>
            </a:r>
          </a:p>
        </p:txBody>
      </p:sp>
      <p:sp>
        <p:nvSpPr>
          <p:cNvPr id="69" name="dp42-background / n60 / path">
            <a:extLst xmlns:a="http://schemas.openxmlformats.org/drawingml/2006/main">
              <a:ext uri="{FF2B5EF4-FFF2-40B4-BE49-F238E27FC236}">
                <a16:creationId xmlns:a16="http://schemas.microsoft.com/office/drawing/2014/main" id="{04407855-43E3-4175-AD5B-0D8A292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953" cy="2057400"/>
          </a:xfrm>
          <a:custGeom xmlns:a="http://schemas.openxmlformats.org/drawingml/2006/main">
            <a:pathLst>
              <a:path w="953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0" name="dp42-background / n61 / path">
            <a:extLst xmlns:a="http://schemas.openxmlformats.org/drawingml/2006/main">
              <a:ext uri="{FF2B5EF4-FFF2-40B4-BE49-F238E27FC236}">
                <a16:creationId xmlns:a16="http://schemas.microsoft.com/office/drawing/2014/main" id="{80FD292C-330B-4EB3-B837-6A1DADD0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34075"/>
            <a:ext cx="953" cy="847725"/>
          </a:xfrm>
          <a:custGeom xmlns:a="http://schemas.openxmlformats.org/drawingml/2006/main">
            <a:pathLst>
              <a:path w="953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1" name="dp42-background / n62 / path">
            <a:extLst xmlns:a="http://schemas.openxmlformats.org/drawingml/2006/main">
              <a:ext uri="{FF2B5EF4-FFF2-40B4-BE49-F238E27FC236}">
                <a16:creationId xmlns:a16="http://schemas.microsoft.com/office/drawing/2014/main" id="{1D89F375-9799-417A-83BF-16C98ADC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524750"/>
            <a:ext cx="953" cy="571500"/>
          </a:xfrm>
          <a:custGeom xmlns:a="http://schemas.openxmlformats.org/drawingml/2006/main">
            <a:pathLst>
              <a:path w="953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2" name="dp42-background / n63 / path">
            <a:extLst xmlns:a="http://schemas.openxmlformats.org/drawingml/2006/main">
              <a:ext uri="{FF2B5EF4-FFF2-40B4-BE49-F238E27FC236}">
                <a16:creationId xmlns:a16="http://schemas.microsoft.com/office/drawing/2014/main" id="{70F612AD-2B5D-47BB-8F5F-75E8BD3A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76575"/>
            <a:ext cx="953" cy="2057400"/>
          </a:xfrm>
          <a:custGeom xmlns:a="http://schemas.openxmlformats.org/drawingml/2006/main">
            <a:pathLst>
              <a:path w="953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3" name="dp42-background / n64 / path">
            <a:extLst xmlns:a="http://schemas.openxmlformats.org/drawingml/2006/main">
              <a:ext uri="{FF2B5EF4-FFF2-40B4-BE49-F238E27FC236}">
                <a16:creationId xmlns:a16="http://schemas.microsoft.com/office/drawing/2014/main" id="{72EE4D7D-3AB4-413F-964B-516BA86F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34075"/>
            <a:ext cx="953" cy="847725"/>
          </a:xfrm>
          <a:custGeom xmlns:a="http://schemas.openxmlformats.org/drawingml/2006/main">
            <a:pathLst>
              <a:path w="953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4" name="dp42-background / n65 / path">
            <a:extLst xmlns:a="http://schemas.openxmlformats.org/drawingml/2006/main">
              <a:ext uri="{FF2B5EF4-FFF2-40B4-BE49-F238E27FC236}">
                <a16:creationId xmlns:a16="http://schemas.microsoft.com/office/drawing/2014/main" id="{DCAC4A42-ADE1-49C4-8DB8-02CA8B0C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524750"/>
            <a:ext cx="953" cy="571500"/>
          </a:xfrm>
          <a:custGeom xmlns:a="http://schemas.openxmlformats.org/drawingml/2006/main">
            <a:pathLst>
              <a:path w="953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5" name="dp42-background / n66 / text 1">
            <a:extLst xmlns:a="http://schemas.openxmlformats.org/drawingml/2006/main">
              <a:ext uri="{FF2B5EF4-FFF2-40B4-BE49-F238E27FC236}">
                <a16:creationId xmlns:a16="http://schemas.microsoft.com/office/drawing/2014/main" id="{FC60BF43-1558-4B18-B323-35B2AAA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서로 다른 완료 시점</a:t>
            </a:r>
          </a:p>
        </p:txBody>
      </p:sp>
      <p:sp>
        <p:nvSpPr>
          <p:cNvPr id="76" name="dp42-background / n67 / text 1">
            <a:extLst xmlns:a="http://schemas.openxmlformats.org/drawingml/2006/main">
              <a:ext uri="{FF2B5EF4-FFF2-40B4-BE49-F238E27FC236}">
                <a16:creationId xmlns:a16="http://schemas.microsoft.com/office/drawing/2014/main" id="{8DBD9F07-2F3D-4E90-8585-2F4C40B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접수와 답변 완료, Task 목표 완료의 구분</a:t>
            </a:r>
          </a:p>
        </p:txBody>
      </p:sp>
      <p:sp>
        <p:nvSpPr>
          <p:cNvPr id="77" name="dp42-background / n68 / text 1">
            <a:extLst xmlns:a="http://schemas.openxmlformats.org/drawingml/2006/main">
              <a:ext uri="{FF2B5EF4-FFF2-40B4-BE49-F238E27FC236}">
                <a16:creationId xmlns:a16="http://schemas.microsoft.com/office/drawing/2014/main" id="{F2182669-4577-4320-8475-ADF142B1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후속 Request와 실행 연결</a:t>
            </a:r>
          </a:p>
        </p:txBody>
      </p:sp>
      <p:sp>
        <p:nvSpPr>
          <p:cNvPr id="78" name="dp42-background / n69 / text 1">
            <a:extLst xmlns:a="http://schemas.openxmlformats.org/drawingml/2006/main">
              <a:ext uri="{FF2B5EF4-FFF2-40B4-BE49-F238E27FC236}">
                <a16:creationId xmlns:a16="http://schemas.microsoft.com/office/drawing/2014/main" id="{8B90529E-975F-4510-8E64-47376C82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같은 Task의 상태 조회와 새 수정 실행 연결</a:t>
            </a:r>
          </a:p>
        </p:txBody>
      </p:sp>
      <p:sp>
        <p:nvSpPr>
          <p:cNvPr id="79" name="dp42-background / n70 / text 1">
            <a:extLst xmlns:a="http://schemas.openxmlformats.org/drawingml/2006/main">
              <a:ext uri="{FF2B5EF4-FFF2-40B4-BE49-F238E27FC236}">
                <a16:creationId xmlns:a16="http://schemas.microsoft.com/office/drawing/2014/main" id="{F459F966-B61E-4747-8665-584AD64F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관리 책임과 복구 범위</a:t>
            </a:r>
          </a:p>
        </p:txBody>
      </p:sp>
      <p:sp>
        <p:nvSpPr>
          <p:cNvPr id="80" name="dp42-background / n71 / text 1">
            <a:extLst xmlns:a="http://schemas.openxmlformats.org/drawingml/2006/main">
              <a:ext uri="{FF2B5EF4-FFF2-40B4-BE49-F238E27FC236}">
                <a16:creationId xmlns:a16="http://schemas.microsoft.com/office/drawing/2014/main" id="{AB749162-B1BB-42A7-97F3-EE91C043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기록과 상태의 관리 경계 및 중단 후 복구</a:t>
            </a:r>
          </a:p>
        </p:txBody>
      </p:sp>
    </p:spTree>
    <p:extLst>
      <p:ext uri="{BB962C8B-B14F-4D97-AF65-F5344CB8AC3E}">
        <p14:creationId xmlns:p14="http://schemas.microsoft.com/office/powerpoint/2010/main" val="1080705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dp43-background / n1">
            <a:extLst xmlns:a="http://schemas.openxmlformats.org/drawingml/2006/main">
              <a:ext uri="{FF2B5EF4-FFF2-40B4-BE49-F238E27FC236}">
                <a16:creationId xmlns:a16="http://schemas.microsoft.com/office/drawing/2014/main" id="{431BE382-CBD6-410D-AA8B-0901C9A4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3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FC24F53C-C005-4291-8BCC-C36EFD72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3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7188BE9A-5231-41A8-9821-997A29E9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04-43</a:t>
            </a:r>
          </a:p>
        </p:txBody>
      </p:sp>
      <p:sp>
        <p:nvSpPr>
          <p:cNvPr id="4" name="dp43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98D42C43-8A14-4796-B6AE-DFB1E17A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04-43. 기능 정확성을 위한 VIA Request 의미 판단 설계</a:t>
            </a:r>
          </a:p>
        </p:txBody>
      </p:sp>
      <p:sp>
        <p:nvSpPr>
          <p:cNvPr id="5" name="dp43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577B4A79-326F-4563-ACDF-BA0319C3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3-background / n6">
            <a:extLst xmlns:a="http://schemas.openxmlformats.org/drawingml/2006/main">
              <a:ext uri="{FF2B5EF4-FFF2-40B4-BE49-F238E27FC236}">
                <a16:creationId xmlns:a16="http://schemas.microsoft.com/office/drawing/2014/main" id="{9D84E3D2-65A9-41FA-84E3-2B434400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3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F355E4B7-D0F0-49FC-BD43-BD147967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정정에 따른 관련 참조 오류와 기존 조건 누락 위험</a:t>
            </a:r>
          </a:p>
        </p:txBody>
      </p:sp>
      <p:sp>
        <p:nvSpPr>
          <p:cNvPr id="8" name="dp43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06605962-996D-42AE-8C54-3DB47A5E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3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CD6FC4BE-4549-4C15-83B6-6F5A15CA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3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57AF02FE-AFD6-4EA8-B84D-C8E9940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3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9629F578-563A-425F-8ED2-41E5960D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3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F4BC68BB-FEAD-4603-B242-9E790095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연관된 의미 판단의 생산 책임과 조정 방식 설계</a:t>
            </a:r>
          </a:p>
        </p:txBody>
      </p:sp>
      <p:sp>
        <p:nvSpPr>
          <p:cNvPr id="13" name="dp43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3BFB9BB2-98EB-442E-9DBF-FE12CE1C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기능 지원 범위 / 변경 용이성</a:t>
            </a:r>
          </a:p>
        </p:txBody>
      </p:sp>
      <p:sp>
        <p:nvSpPr>
          <p:cNvPr id="14" name="dp43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148FF4B7-3BCB-4AD5-B8BF-9CF9FE1F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3-background / n15">
            <a:extLst xmlns:a="http://schemas.openxmlformats.org/drawingml/2006/main">
              <a:ext uri="{FF2B5EF4-FFF2-40B4-BE49-F238E27FC236}">
                <a16:creationId xmlns:a16="http://schemas.microsoft.com/office/drawing/2014/main" id="{6F586744-9CCF-4BFE-A3B3-43BB656F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143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p43-background / n16">
            <a:extLst xmlns:a="http://schemas.openxmlformats.org/drawingml/2006/main">
              <a:ext uri="{FF2B5EF4-FFF2-40B4-BE49-F238E27FC236}">
                <a16:creationId xmlns:a16="http://schemas.microsoft.com/office/drawing/2014/main" id="{2584C627-ECCA-467C-8C3E-72838B5D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49720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p43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04617368-E4D2-48EE-9513-82BD046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진행 중인 두 Task의 조건 지정</a:t>
            </a:r>
          </a:p>
        </p:txBody>
      </p:sp>
      <p:sp>
        <p:nvSpPr>
          <p:cNvPr id="18" name="dp43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055F7D87-9E73-40F0-9ED6-9F20CCC6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4762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PDF로, 메일에는</a:t>
            </a:r>
          </a:p>
        </p:txBody>
      </p:sp>
      <p:sp>
        <p:nvSpPr>
          <p:cNvPr id="19" name="dp43-background / n18 / text 2">
            <a:extLst xmlns:a="http://schemas.openxmlformats.org/drawingml/2006/main">
              <a:ext uri="{FF2B5EF4-FFF2-40B4-BE49-F238E27FC236}">
                <a16:creationId xmlns:a16="http://schemas.microsoft.com/office/drawing/2014/main" id="{ADB95CD6-FF39-4D47-9D5B-1FFE0931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62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그 보고서의 결론을 넣어줘.”</a:t>
            </a:r>
          </a:p>
        </p:txBody>
      </p:sp>
      <p:sp>
        <p:nvSpPr>
          <p:cNvPr id="20" name="dp43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4F6C2662-87C9-4F1A-9244-783AA6E3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476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/ PDF 조건과 메일 내용</a:t>
            </a:r>
          </a:p>
        </p:txBody>
      </p:sp>
      <p:sp>
        <p:nvSpPr>
          <p:cNvPr id="21" name="dp43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05FEDCE8-33D4-49B1-865F-210B39F8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3675"/>
            <a:ext cx="4591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잠시 뒤 / 메일 내용 정정</a:t>
            </a:r>
          </a:p>
        </p:txBody>
      </p:sp>
      <p:sp>
        <p:nvSpPr>
          <p:cNvPr id="22" name="dp43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D36898B8-E675-4F0B-B52F-D9E63FB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45910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“메일에는 결론 대신</a:t>
            </a:r>
          </a:p>
        </p:txBody>
      </p:sp>
      <p:sp>
        <p:nvSpPr>
          <p:cNvPr id="23" name="dp43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7673C883-753A-481E-B165-283C6510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5910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표만 넣어줘.”</a:t>
            </a:r>
          </a:p>
        </p:txBody>
      </p:sp>
      <p:sp>
        <p:nvSpPr>
          <p:cNvPr id="24" name="dp43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4AA08A27-B48A-43C9-913A-6F6117C9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45910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/ 메일 내용 교체</a:t>
            </a:r>
          </a:p>
        </p:txBody>
      </p:sp>
      <p:sp>
        <p:nvSpPr>
          <p:cNvPr id="25" name="dp43-background / n23 / path">
            <a:extLst xmlns:a="http://schemas.openxmlformats.org/drawingml/2006/main">
              <a:ext uri="{FF2B5EF4-FFF2-40B4-BE49-F238E27FC236}">
                <a16:creationId xmlns:a16="http://schemas.microsoft.com/office/drawing/2014/main" id="{BA3553F2-D29C-4059-AAA3-E4F73B28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28600" cy="953"/>
          </a:xfrm>
          <a:custGeom xmlns:a="http://schemas.openxmlformats.org/drawingml/2006/main"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6" name="dp43-background / n23 / arrow">
            <a:extLst xmlns:a="http://schemas.openxmlformats.org/drawingml/2006/main">
              <a:ext uri="{FF2B5EF4-FFF2-40B4-BE49-F238E27FC236}">
                <a16:creationId xmlns:a16="http://schemas.microsoft.com/office/drawing/2014/main" id="{0EFA598A-3B89-4CD1-92D8-A58CD7B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32346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7" name="dp43-background / n24">
            <a:extLst xmlns:a="http://schemas.openxmlformats.org/drawingml/2006/main">
              <a:ext uri="{FF2B5EF4-FFF2-40B4-BE49-F238E27FC236}">
                <a16:creationId xmlns:a16="http://schemas.microsoft.com/office/drawing/2014/main" id="{2348FEDD-6ED4-4B0C-A5B5-E70A910D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1943100"/>
          </a:xfrm>
          <a:custGeom xmlns:a="http://schemas.openxmlformats.org/drawingml/2006/main">
            <a:pathLst>
              <a:path w="2857500" h="1943100">
                <a:moveTo>
                  <a:pt x="0" y="0"/>
                </a:moveTo>
                <a:lnTo>
                  <a:pt x="2686050" y="0"/>
                </a:lnTo>
                <a:lnTo>
                  <a:pt x="2857500" y="171450"/>
                </a:lnTo>
                <a:lnTo>
                  <a:pt x="2857500" y="1943100"/>
                </a:lnTo>
                <a:lnTo>
                  <a:pt x="0" y="1943100"/>
                </a:lnTo>
                <a:close/>
              </a:path>
            </a:pathLst>
          </a:custGeom>
          <a:solidFill xmlns:a="http://schemas.openxmlformats.org/drawingml/2006/main">
            <a:srgbClr val="F3F7F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8" name="dp43-background / n24 / fold">
            <a:extLst xmlns:a="http://schemas.openxmlformats.org/drawingml/2006/main">
              <a:ext uri="{FF2B5EF4-FFF2-40B4-BE49-F238E27FC236}">
                <a16:creationId xmlns:a16="http://schemas.microsoft.com/office/drawing/2014/main" id="{B41BEA42-2C9C-4E2B-AD18-707CB719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9" name="dp43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BEE61D2C-3E90-43C0-B2E3-FC8AF3F6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24765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Task</a:t>
            </a:r>
          </a:p>
        </p:txBody>
      </p:sp>
      <p:sp>
        <p:nvSpPr>
          <p:cNvPr id="30" name="dp43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DDC3E4F5-3041-4D50-942E-49B60961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24765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PDF 조건 유지</a:t>
            </a:r>
          </a:p>
        </p:txBody>
      </p:sp>
      <p:sp>
        <p:nvSpPr>
          <p:cNvPr id="31" name="dp43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38DBF1B1-008E-4E2C-896F-7E87CEB5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4765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결과 / 결론과 표</a:t>
            </a:r>
          </a:p>
        </p:txBody>
      </p:sp>
      <p:sp>
        <p:nvSpPr>
          <p:cNvPr id="32" name="dp43-background / n28">
            <a:extLst xmlns:a="http://schemas.openxmlformats.org/drawingml/2006/main">
              <a:ext uri="{FF2B5EF4-FFF2-40B4-BE49-F238E27FC236}">
                <a16:creationId xmlns:a16="http://schemas.microsoft.com/office/drawing/2014/main" id="{BCA5C97C-B58B-4FBA-A57B-1AC482EF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4019550" cy="1943100"/>
          </a:xfrm>
          <a:custGeom xmlns:a="http://schemas.openxmlformats.org/drawingml/2006/main">
            <a:pathLst>
              <a:path w="4019550" h="1943100">
                <a:moveTo>
                  <a:pt x="0" y="0"/>
                </a:moveTo>
                <a:lnTo>
                  <a:pt x="3848100" y="0"/>
                </a:lnTo>
                <a:lnTo>
                  <a:pt x="4019550" y="171450"/>
                </a:lnTo>
                <a:lnTo>
                  <a:pt x="4019550" y="1943100"/>
                </a:lnTo>
                <a:lnTo>
                  <a:pt x="0" y="1943100"/>
                </a:lnTo>
                <a:close/>
              </a:path>
            </a:pathLst>
          </a:custGeom>
          <a:solidFill xmlns:a="http://schemas.openxmlformats.org/drawingml/2006/main">
            <a:srgbClr val="F3F6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33" name="dp43-background / n28 / fold">
            <a:extLst xmlns:a="http://schemas.openxmlformats.org/drawingml/2006/main">
              <a:ext uri="{FF2B5EF4-FFF2-40B4-BE49-F238E27FC236}">
                <a16:creationId xmlns:a16="http://schemas.microsoft.com/office/drawing/2014/main" id="{2322514D-D711-498B-BB38-1B2CDEEA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3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34" name="dp43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265CE8AD-A7DC-407C-BFD8-3B2783C7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57725"/>
            <a:ext cx="36385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35" name="dp43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0F64A106-6AE7-496E-9B81-D6ED4A7B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14925"/>
            <a:ext cx="36385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기존 / 보고서 결론</a:t>
            </a:r>
          </a:p>
        </p:txBody>
      </p:sp>
      <p:sp>
        <p:nvSpPr>
          <p:cNvPr id="36" name="dp43-background / n31 / path">
            <a:extLst xmlns:a="http://schemas.openxmlformats.org/drawingml/2006/main">
              <a:ext uri="{FF2B5EF4-FFF2-40B4-BE49-F238E27FC236}">
                <a16:creationId xmlns:a16="http://schemas.microsoft.com/office/drawing/2014/main" id="{BAE88618-CDB7-4B4F-9973-4F46CB2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67325"/>
            <a:ext cx="1666875" cy="953"/>
          </a:xfrm>
          <a:custGeom xmlns:a="http://schemas.openxmlformats.org/drawingml/2006/main">
            <a:pathLst>
              <a:path w="1666875" h="953">
                <a:moveTo>
                  <a:pt x="0" y="0"/>
                </a:moveTo>
                <a:lnTo>
                  <a:pt x="166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37" name="dp43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2D209A4A-CF3F-40B1-B5CD-A3BFB3AB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62625"/>
            <a:ext cx="36385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같은 보고서의 표만 사용</a:t>
            </a:r>
          </a:p>
        </p:txBody>
      </p:sp>
      <p:sp>
        <p:nvSpPr>
          <p:cNvPr id="38" name="dp43-background / n33 / path">
            <a:extLst xmlns:a="http://schemas.openxmlformats.org/drawingml/2006/main">
              <a:ext uri="{FF2B5EF4-FFF2-40B4-BE49-F238E27FC236}">
                <a16:creationId xmlns:a16="http://schemas.microsoft.com/office/drawing/2014/main" id="{40C9614F-0322-4EA3-B66E-44F4D8E0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05450"/>
            <a:ext cx="3333750" cy="953"/>
          </a:xfrm>
          <a:custGeom xmlns:a="http://schemas.openxmlformats.org/drawingml/2006/main">
            <a:pathLst>
              <a:path w="3333750" h="953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39" name="dp43-background / n33 / arrow">
            <a:extLst xmlns:a="http://schemas.openxmlformats.org/drawingml/2006/main">
              <a:ext uri="{FF2B5EF4-FFF2-40B4-BE49-F238E27FC236}">
                <a16:creationId xmlns:a16="http://schemas.microsoft.com/office/drawing/2014/main" id="{4574A337-8211-472B-9142-426C973F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54140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087E8B"/>
            </a:solidFill>
            <a:prstDash val="solid"/>
          </a:ln>
        </p:spPr>
      </p:sp>
      <p:sp>
        <p:nvSpPr>
          <p:cNvPr id="40" name="dp43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5A9B0C60-5ABA-47BE-94B0-9AEB9944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14875"/>
            <a:ext cx="30670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메일의 보고서 참조 변경</a:t>
            </a:r>
          </a:p>
        </p:txBody>
      </p:sp>
      <p:sp>
        <p:nvSpPr>
          <p:cNvPr id="41" name="dp43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CEFD304E-6C26-47E2-A821-017FE6EC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962650"/>
            <a:ext cx="30670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결과 준비 후 사용</a:t>
            </a:r>
          </a:p>
        </p:txBody>
      </p:sp>
      <p:sp>
        <p:nvSpPr>
          <p:cNvPr id="42" name="dp43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A7B4A313-F4AF-4F53-80D8-4E822112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057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시 함께 맞춰야 할 판단</a:t>
            </a:r>
          </a:p>
        </p:txBody>
      </p:sp>
      <p:sp>
        <p:nvSpPr>
          <p:cNvPr id="43" name="dp43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7882B943-7736-42EE-8EBB-2C01C1A0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Referent</a:t>
            </a:r>
          </a:p>
        </p:txBody>
      </p:sp>
      <p:sp>
        <p:nvSpPr>
          <p:cNvPr id="44" name="dp43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8C52F91E-8914-4C5E-8130-305DF49D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같은 보고서의 표</a:t>
            </a:r>
          </a:p>
        </p:txBody>
      </p:sp>
      <p:sp>
        <p:nvSpPr>
          <p:cNvPr id="45" name="dp43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565C3977-20D5-4BAE-B3D4-002A2FBD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Association</a:t>
            </a:r>
          </a:p>
        </p:txBody>
      </p:sp>
      <p:sp>
        <p:nvSpPr>
          <p:cNvPr id="46" name="dp43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03E833CB-CBB4-44BB-8B0B-7ABD1F21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47" name="dp43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715F2A43-6E09-432C-AC49-C2054595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범위</a:t>
            </a:r>
          </a:p>
        </p:txBody>
      </p:sp>
      <p:sp>
        <p:nvSpPr>
          <p:cNvPr id="48" name="dp43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DE95C9E8-6B1F-462F-A798-92AF62FC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내용만 교체</a:t>
            </a:r>
          </a:p>
        </p:txBody>
      </p:sp>
      <p:sp>
        <p:nvSpPr>
          <p:cNvPr id="49" name="dp43-background / n43 / path">
            <a:extLst xmlns:a="http://schemas.openxmlformats.org/drawingml/2006/main">
              <a:ext uri="{FF2B5EF4-FFF2-40B4-BE49-F238E27FC236}">
                <a16:creationId xmlns:a16="http://schemas.microsoft.com/office/drawing/2014/main" id="{E0490E9B-E444-4D4D-A438-A141A0CF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800975"/>
            <a:ext cx="419100" cy="953"/>
          </a:xfrm>
          <a:custGeom xmlns:a="http://schemas.openxmlformats.org/drawingml/2006/main">
            <a:pathLst>
              <a:path w="419100" h="953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50" name="dp43-background / n44 / path">
            <a:extLst xmlns:a="http://schemas.openxmlformats.org/drawingml/2006/main">
              <a:ext uri="{FF2B5EF4-FFF2-40B4-BE49-F238E27FC236}">
                <a16:creationId xmlns:a16="http://schemas.microsoft.com/office/drawing/2014/main" id="{21C94881-DF48-4EB6-AAB5-633588F7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800975"/>
            <a:ext cx="438150" cy="953"/>
          </a:xfrm>
          <a:custGeom xmlns:a="http://schemas.openxmlformats.org/drawingml/2006/main">
            <a:pathLst>
              <a:path w="438150" h="953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51" name="dp43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B4C2DBDA-C58A-41E4-BFFF-79ED5474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의도와 처리 방향</a:t>
            </a:r>
          </a:p>
        </p:txBody>
      </p:sp>
      <p:sp>
        <p:nvSpPr>
          <p:cNvPr id="52" name="dp43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27BD2474-3403-4D98-B3F4-1C1844F5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요청 목표와 Delegation 및 자료 대기의 판단</a:t>
            </a:r>
          </a:p>
        </p:txBody>
      </p:sp>
      <p:sp>
        <p:nvSpPr>
          <p:cNvPr id="53" name="dp43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F9F52A87-D7DB-4913-B8EA-B9987710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Referent와 Task Association</a:t>
            </a:r>
          </a:p>
        </p:txBody>
      </p:sp>
      <p:sp>
        <p:nvSpPr>
          <p:cNvPr id="54" name="dp43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B1BE47CF-EBBC-4072-9A69-373F381B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자료와 관련 Task 및 결과 사용 관계의 일치</a:t>
            </a:r>
          </a:p>
        </p:txBody>
      </p:sp>
      <p:sp>
        <p:nvSpPr>
          <p:cNvPr id="55" name="dp43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AE11C491-C044-4332-920C-B3DF508A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정정 범위와 기존 조건</a:t>
            </a:r>
          </a:p>
        </p:txBody>
      </p:sp>
      <p:sp>
        <p:nvSpPr>
          <p:cNvPr id="56" name="dp43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ABBE0FD6-0731-490C-A079-70A4B4C6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메일 내용만 교체하고 PDF 조건 유지</a:t>
            </a:r>
          </a:p>
        </p:txBody>
      </p:sp>
    </p:spTree>
    <p:extLst>
      <p:ext uri="{BB962C8B-B14F-4D97-AF65-F5344CB8AC3E}">
        <p14:creationId xmlns:p14="http://schemas.microsoft.com/office/powerpoint/2010/main" val="1528487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dp44-background / n1">
            <a:extLst xmlns:a="http://schemas.openxmlformats.org/drawingml/2006/main">
              <a:ext uri="{FF2B5EF4-FFF2-40B4-BE49-F238E27FC236}">
                <a16:creationId xmlns:a16="http://schemas.microsoft.com/office/drawing/2014/main" id="{4631228F-F1F7-42C3-825B-67265D67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6CAE22E0-48BC-47E6-B787-C3AF2E69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4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4CDC4254-24E2-4F72-A3CC-68952E8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04-44</a:t>
            </a:r>
          </a:p>
        </p:txBody>
      </p:sp>
      <p:sp>
        <p:nvSpPr>
          <p:cNvPr id="4" name="dp44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AC7C1B4E-E244-4E15-BFFF-F0595A25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04-44. 반응성을 위한 VIA 지속 입력과 Response 전달 설계</a:t>
            </a:r>
          </a:p>
        </p:txBody>
      </p:sp>
      <p:sp>
        <p:nvSpPr>
          <p:cNvPr id="5" name="dp44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59D28899-E9F0-409E-84CC-01B8667E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4-background / n6">
            <a:extLst xmlns:a="http://schemas.openxmlformats.org/drawingml/2006/main">
              <a:ext uri="{FF2B5EF4-FFF2-40B4-BE49-F238E27FC236}">
                <a16:creationId xmlns:a16="http://schemas.microsoft.com/office/drawing/2014/main" id="{37E2CF5F-13FD-46F5-A573-5605F19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4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D53FA0A3-E39A-47CA-905E-7EA91B70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누락과 현재 대화에 맞지 않는 Response 전달 위험</a:t>
            </a:r>
          </a:p>
        </p:txBody>
      </p:sp>
      <p:sp>
        <p:nvSpPr>
          <p:cNvPr id="8" name="dp44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C78411FB-D156-4181-8911-E4C70ACD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4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106B6702-6A39-4B31-B598-1CA85E80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4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991D75E2-8F29-49F7-9977-DB685999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4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ED1853DE-74CE-42BC-9B6D-71CDE391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4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F1F00B30-6CD7-4E15-9C8E-5A867A25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겹친 사건의 후속 실행과 전달을 이어가는 실행 구조 설계</a:t>
            </a:r>
          </a:p>
        </p:txBody>
      </p:sp>
      <p:sp>
        <p:nvSpPr>
          <p:cNvPr id="13" name="dp44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9CF4AA7E-5F93-4BCC-A94C-69CC8A21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반응성 / 기능 정확성 / 자원 활용성</a:t>
            </a:r>
          </a:p>
        </p:txBody>
      </p:sp>
      <p:sp>
        <p:nvSpPr>
          <p:cNvPr id="14" name="dp44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555EB124-D73E-426C-8412-7FA6BFD5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4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51BFAE3B-9094-4153-A405-ED579053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57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처음 / “보고서 내용 설명해주고, 내일 회의 안내 메일 초안도 만들어줘.”</a:t>
            </a:r>
          </a:p>
        </p:txBody>
      </p:sp>
      <p:sp>
        <p:nvSpPr>
          <p:cNvPr id="16" name="dp44-background / n16 / text 1">
            <a:extLst xmlns:a="http://schemas.openxmlformats.org/drawingml/2006/main">
              <a:ext uri="{FF2B5EF4-FFF2-40B4-BE49-F238E27FC236}">
                <a16:creationId xmlns:a16="http://schemas.microsoft.com/office/drawing/2014/main" id="{DE2EA5A1-7FD3-4440-B3D5-1C1C5FAE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처리 시작</a:t>
            </a:r>
          </a:p>
        </p:txBody>
      </p:sp>
      <p:sp>
        <p:nvSpPr>
          <p:cNvPr id="17" name="dp44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88D62E8E-0822-4C45-AE8A-B406F81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설명 도중 / 두 사건 도착</a:t>
            </a:r>
          </a:p>
        </p:txBody>
      </p:sp>
      <p:sp>
        <p:nvSpPr>
          <p:cNvPr id="18" name="dp44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F566ED18-3095-43F2-A945-09F2D7F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발화 해석 후</a:t>
            </a:r>
          </a:p>
        </p:txBody>
      </p:sp>
      <p:sp>
        <p:nvSpPr>
          <p:cNvPr id="19" name="dp44-background / n19 / path">
            <a:extLst xmlns:a="http://schemas.openxmlformats.org/drawingml/2006/main">
              <a:ext uri="{FF2B5EF4-FFF2-40B4-BE49-F238E27FC236}">
                <a16:creationId xmlns:a16="http://schemas.microsoft.com/office/drawing/2014/main" id="{B821F6F1-F822-4D86-BF8D-3E84CD12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05150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0" name="dp44-background / n19 / arrow">
            <a:extLst xmlns:a="http://schemas.openxmlformats.org/drawingml/2006/main">
              <a:ext uri="{FF2B5EF4-FFF2-40B4-BE49-F238E27FC236}">
                <a16:creationId xmlns:a16="http://schemas.microsoft.com/office/drawing/2014/main" id="{EA5ED71B-76FA-42B6-831A-E4BBE3AA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44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1" name="dp44-background / n20 / path">
            <a:extLst xmlns:a="http://schemas.openxmlformats.org/drawingml/2006/main">
              <a:ext uri="{FF2B5EF4-FFF2-40B4-BE49-F238E27FC236}">
                <a16:creationId xmlns:a16="http://schemas.microsoft.com/office/drawing/2014/main" id="{2539B2B6-FCA3-40BE-8A9A-2DB5C648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05150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2" name="dp44-background / n20 / arrow">
            <a:extLst xmlns:a="http://schemas.openxmlformats.org/drawingml/2006/main">
              <a:ext uri="{FF2B5EF4-FFF2-40B4-BE49-F238E27FC236}">
                <a16:creationId xmlns:a16="http://schemas.microsoft.com/office/drawing/2014/main" id="{264A0382-5A13-44D4-8F92-DEFC17F3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044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3" name="dp44-background / n21">
            <a:extLst xmlns:a="http://schemas.openxmlformats.org/drawingml/2006/main">
              <a:ext uri="{FF2B5EF4-FFF2-40B4-BE49-F238E27FC236}">
                <a16:creationId xmlns:a16="http://schemas.microsoft.com/office/drawing/2014/main" id="{87636236-A486-4777-BD28-6835ACF5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p44-background / n22">
            <a:extLst xmlns:a="http://schemas.openxmlformats.org/drawingml/2006/main">
              <a:ext uri="{FF2B5EF4-FFF2-40B4-BE49-F238E27FC236}">
                <a16:creationId xmlns:a16="http://schemas.microsoft.com/office/drawing/2014/main" id="{AC178F53-75E8-4DBB-A3F7-B86342C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p44-background / n23">
            <a:extLst xmlns:a="http://schemas.openxmlformats.org/drawingml/2006/main">
              <a:ext uri="{FF2B5EF4-FFF2-40B4-BE49-F238E27FC236}">
                <a16:creationId xmlns:a16="http://schemas.microsoft.com/office/drawing/2014/main" id="{50EBD227-CFFA-4547-8B2E-11E60B02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p44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AA8D09F2-2302-4D54-B84A-166732AA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Response</a:t>
            </a:r>
          </a:p>
        </p:txBody>
      </p:sp>
      <p:sp>
        <p:nvSpPr>
          <p:cNvPr id="27" name="dp44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14A5A256-1EED-4208-A379-3CA62CC8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설명 중</a:t>
            </a:r>
          </a:p>
        </p:txBody>
      </p:sp>
      <p:sp>
        <p:nvSpPr>
          <p:cNvPr id="28" name="dp44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F969D22C-753C-45F7-8EE2-FA0AEED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 발화 계속 수신</a:t>
            </a:r>
          </a:p>
        </p:txBody>
      </p:sp>
      <p:sp>
        <p:nvSpPr>
          <p:cNvPr id="29" name="dp44-background / n27 / path">
            <a:extLst xmlns:a="http://schemas.openxmlformats.org/drawingml/2006/main">
              <a:ext uri="{FF2B5EF4-FFF2-40B4-BE49-F238E27FC236}">
                <a16:creationId xmlns:a16="http://schemas.microsoft.com/office/drawing/2014/main" id="{F9BB6A2C-10CE-4456-BC58-13DC8CFD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91100"/>
            <a:ext cx="953" cy="76200"/>
          </a:xfrm>
          <a:custGeom xmlns:a="http://schemas.openxmlformats.org/drawingml/2006/main"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0" name="dp44-background / n28 / path">
            <a:extLst xmlns:a="http://schemas.openxmlformats.org/drawingml/2006/main">
              <a:ext uri="{FF2B5EF4-FFF2-40B4-BE49-F238E27FC236}">
                <a16:creationId xmlns:a16="http://schemas.microsoft.com/office/drawing/2014/main" id="{D2A2794A-63DC-47E0-AB76-FD58FC21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33950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1" name="dp44-background / n29 / path">
            <a:extLst xmlns:a="http://schemas.openxmlformats.org/drawingml/2006/main">
              <a:ext uri="{FF2B5EF4-FFF2-40B4-BE49-F238E27FC236}">
                <a16:creationId xmlns:a16="http://schemas.microsoft.com/office/drawing/2014/main" id="{15CF4500-F14C-4426-87BB-4C0454E7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48225"/>
            <a:ext cx="953" cy="219075"/>
          </a:xfrm>
          <a:custGeom xmlns:a="http://schemas.openxmlformats.org/drawingml/2006/main"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2" name="dp44-background / n30 / path">
            <a:extLst xmlns:a="http://schemas.openxmlformats.org/drawingml/2006/main">
              <a:ext uri="{FF2B5EF4-FFF2-40B4-BE49-F238E27FC236}">
                <a16:creationId xmlns:a16="http://schemas.microsoft.com/office/drawing/2014/main" id="{49179A40-AE7B-4788-8FE6-18E7F4C8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62525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3" name="dp44-background / n31 / path">
            <a:extLst xmlns:a="http://schemas.openxmlformats.org/drawingml/2006/main">
              <a:ext uri="{FF2B5EF4-FFF2-40B4-BE49-F238E27FC236}">
                <a16:creationId xmlns:a16="http://schemas.microsoft.com/office/drawing/2014/main" id="{44C08D97-9F8F-45C4-8D9B-882C48E3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895850"/>
            <a:ext cx="953" cy="171450"/>
          </a:xfrm>
          <a:custGeom xmlns:a="http://schemas.openxmlformats.org/drawingml/2006/main">
            <a:pathLst>
              <a:path w="953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4" name="dp44-background / n32 / path">
            <a:extLst xmlns:a="http://schemas.openxmlformats.org/drawingml/2006/main">
              <a:ext uri="{FF2B5EF4-FFF2-40B4-BE49-F238E27FC236}">
                <a16:creationId xmlns:a16="http://schemas.microsoft.com/office/drawing/2014/main" id="{29AB15A0-6BF2-4951-AED2-B52CCA2B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81575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5" name="dp44-background / n33 / text 1">
            <a:extLst xmlns:a="http://schemas.openxmlformats.org/drawingml/2006/main">
              <a:ext uri="{FF2B5EF4-FFF2-40B4-BE49-F238E27FC236}">
                <a16:creationId xmlns:a16="http://schemas.microsoft.com/office/drawing/2014/main" id="{469D8EDE-1B57-4EE5-A532-7FDFD11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새 User Turn</a:t>
            </a:r>
          </a:p>
        </p:txBody>
      </p:sp>
      <p:sp>
        <p:nvSpPr>
          <p:cNvPr id="36" name="dp44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F017012C-2C58-4569-B9A9-6213C8DD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86200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“잠깐, 표부터</a:t>
            </a:r>
          </a:p>
        </p:txBody>
      </p:sp>
      <p:sp>
        <p:nvSpPr>
          <p:cNvPr id="37" name="dp44-background / n34 / text 2">
            <a:extLst xmlns:a="http://schemas.openxmlformats.org/drawingml/2006/main">
              <a:ext uri="{FF2B5EF4-FFF2-40B4-BE49-F238E27FC236}">
                <a16:creationId xmlns:a16="http://schemas.microsoft.com/office/drawing/2014/main" id="{C23D3943-9595-41FC-9EE9-C2D4113A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설명해줘.”</a:t>
            </a:r>
          </a:p>
        </p:txBody>
      </p:sp>
      <p:sp>
        <p:nvSpPr>
          <p:cNvPr id="38" name="dp44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718175F1-1E3F-4C20-96E1-DEC5B7B1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음성 중단과 발화 해석</a:t>
            </a:r>
          </a:p>
        </p:txBody>
      </p:sp>
      <p:sp>
        <p:nvSpPr>
          <p:cNvPr id="39" name="dp44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049F61B2-05BC-4027-BEC2-113517ED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Request의 Response</a:t>
            </a:r>
          </a:p>
        </p:txBody>
      </p:sp>
      <p:sp>
        <p:nvSpPr>
          <p:cNvPr id="40" name="dp44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78182AE3-7082-4161-8E26-CDA84AE6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52875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표 설명으로 전환</a:t>
            </a:r>
          </a:p>
        </p:txBody>
      </p:sp>
      <p:sp>
        <p:nvSpPr>
          <p:cNvPr id="41" name="dp44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341AAECA-85F6-4AEA-98C6-FDE9CC04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Text 및 음성 전달</a:t>
            </a:r>
          </a:p>
        </p:txBody>
      </p:sp>
      <p:sp>
        <p:nvSpPr>
          <p:cNvPr id="42" name="dp44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0D1EFA1F-BD58-4474-BEDE-3960DB1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57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 / Downstream Agent의 작업 실행</a:t>
            </a:r>
          </a:p>
        </p:txBody>
      </p:sp>
      <p:sp>
        <p:nvSpPr>
          <p:cNvPr id="43" name="dp44-background / n40">
            <a:extLst xmlns:a="http://schemas.openxmlformats.org/drawingml/2006/main">
              <a:ext uri="{FF2B5EF4-FFF2-40B4-BE49-F238E27FC236}">
                <a16:creationId xmlns:a16="http://schemas.microsoft.com/office/drawing/2014/main" id="{D9A0668B-BC3B-48A6-8D00-84554EC7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p44-background / n41">
            <a:extLst xmlns:a="http://schemas.openxmlformats.org/drawingml/2006/main">
              <a:ext uri="{FF2B5EF4-FFF2-40B4-BE49-F238E27FC236}">
                <a16:creationId xmlns:a16="http://schemas.microsoft.com/office/drawing/2014/main" id="{4ABC530A-0BCE-4DCA-9404-4086DF96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p44-background / n42">
            <a:extLst xmlns:a="http://schemas.openxmlformats.org/drawingml/2006/main">
              <a:ext uri="{FF2B5EF4-FFF2-40B4-BE49-F238E27FC236}">
                <a16:creationId xmlns:a16="http://schemas.microsoft.com/office/drawing/2014/main" id="{FFC1A230-BDDB-4E63-B423-963118B3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p44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54250A5B-7E9D-4378-BEC0-668458FC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Delegation 후 초안 작성</a:t>
            </a:r>
          </a:p>
        </p:txBody>
      </p:sp>
      <p:sp>
        <p:nvSpPr>
          <p:cNvPr id="47" name="dp44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591D899D-BF4E-40CC-93B1-F754396A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 진행 중</a:t>
            </a:r>
          </a:p>
        </p:txBody>
      </p:sp>
      <p:sp>
        <p:nvSpPr>
          <p:cNvPr id="48" name="dp44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307C6601-B3EB-497B-8B8A-BA29CD8B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메일 Task의 질문 도착</a:t>
            </a:r>
          </a:p>
        </p:txBody>
      </p:sp>
      <p:sp>
        <p:nvSpPr>
          <p:cNvPr id="49" name="dp44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3E9D5A3D-5AD1-4CAE-ABE4-96EA6612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8655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“받는 사람은</a:t>
            </a:r>
          </a:p>
        </p:txBody>
      </p:sp>
      <p:sp>
        <p:nvSpPr>
          <p:cNvPr id="50" name="dp44-background / n46 / text 2">
            <a:extLst xmlns:a="http://schemas.openxmlformats.org/drawingml/2006/main">
              <a:ext uri="{FF2B5EF4-FFF2-40B4-BE49-F238E27FC236}">
                <a16:creationId xmlns:a16="http://schemas.microsoft.com/office/drawing/2014/main" id="{4048B1BE-BCF1-43FC-BA43-302D08D2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0104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누구인가요?”</a:t>
            </a:r>
          </a:p>
        </p:txBody>
      </p:sp>
      <p:sp>
        <p:nvSpPr>
          <p:cNvPr id="51" name="dp44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0A406C90-59D0-4F80-9DA8-2673B2B0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표 설명 후 메일 질문 전달</a:t>
            </a:r>
          </a:p>
        </p:txBody>
      </p:sp>
      <p:sp>
        <p:nvSpPr>
          <p:cNvPr id="52" name="dp44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286240EB-8EEF-47A3-BFD2-C56FF7F2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6865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“메일 초안의 받는 사람은</a:t>
            </a:r>
          </a:p>
        </p:txBody>
      </p:sp>
      <p:sp>
        <p:nvSpPr>
          <p:cNvPr id="53" name="dp44-background / n48 / text 2">
            <a:extLst xmlns:a="http://schemas.openxmlformats.org/drawingml/2006/main">
              <a:ext uri="{FF2B5EF4-FFF2-40B4-BE49-F238E27FC236}">
                <a16:creationId xmlns:a16="http://schemas.microsoft.com/office/drawing/2014/main" id="{39480E0D-4DE6-4788-BD6F-7FC3DE30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97230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누구인가요?”</a:t>
            </a:r>
          </a:p>
        </p:txBody>
      </p:sp>
      <p:sp>
        <p:nvSpPr>
          <p:cNvPr id="54" name="dp44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B6C6EF79-CAA8-4C66-A3BD-82EA8B0C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7533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 / 답변 대기</a:t>
            </a:r>
          </a:p>
        </p:txBody>
      </p:sp>
      <p:sp>
        <p:nvSpPr>
          <p:cNvPr id="55" name="dp44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A9E49DC6-D28B-42C2-A3D4-A2D3D33F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676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음성 중단 / Task 취소 의도 확인은 별도</a:t>
            </a:r>
          </a:p>
        </p:txBody>
      </p:sp>
      <p:sp>
        <p:nvSpPr>
          <p:cNvPr id="56" name="dp44-background / n51 / path">
            <a:extLst xmlns:a="http://schemas.openxmlformats.org/drawingml/2006/main">
              <a:ext uri="{FF2B5EF4-FFF2-40B4-BE49-F238E27FC236}">
                <a16:creationId xmlns:a16="http://schemas.microsoft.com/office/drawing/2014/main" id="{49F19A5C-32B3-4B24-B0DF-93AB739F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953" cy="4610100"/>
          </a:xfrm>
          <a:custGeom xmlns:a="http://schemas.openxmlformats.org/drawingml/2006/main">
            <a:pathLst>
              <a:path w="953" h="4610100">
                <a:moveTo>
                  <a:pt x="0" y="0"/>
                </a:moveTo>
                <a:lnTo>
                  <a:pt x="0" y="4610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57" name="dp44-background / n52 / path">
            <a:extLst xmlns:a="http://schemas.openxmlformats.org/drawingml/2006/main">
              <a:ext uri="{FF2B5EF4-FFF2-40B4-BE49-F238E27FC236}">
                <a16:creationId xmlns:a16="http://schemas.microsoft.com/office/drawing/2014/main" id="{D8768330-5F53-4EB6-84E7-AC2AA0D2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953" cy="4610100"/>
          </a:xfrm>
          <a:custGeom xmlns:a="http://schemas.openxmlformats.org/drawingml/2006/main">
            <a:pathLst>
              <a:path w="953" h="4610100">
                <a:moveTo>
                  <a:pt x="0" y="0"/>
                </a:moveTo>
                <a:lnTo>
                  <a:pt x="0" y="4610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58" name="dp44-background / n53 / text 1">
            <a:extLst xmlns:a="http://schemas.openxmlformats.org/drawingml/2006/main">
              <a:ext uri="{FF2B5EF4-FFF2-40B4-BE49-F238E27FC236}">
                <a16:creationId xmlns:a16="http://schemas.microsoft.com/office/drawing/2014/main" id="{EFB59AA8-A192-4B19-8333-1A7A21BA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수신과 중단의 우선 처리</a:t>
            </a:r>
          </a:p>
        </p:txBody>
      </p:sp>
      <p:sp>
        <p:nvSpPr>
          <p:cNvPr id="59" name="dp44-background / n54 / text 1">
            <a:extLst xmlns:a="http://schemas.openxmlformats.org/drawingml/2006/main">
              <a:ext uri="{FF2B5EF4-FFF2-40B4-BE49-F238E27FC236}">
                <a16:creationId xmlns:a16="http://schemas.microsoft.com/office/drawing/2014/main" id="{CD8BE8B1-C3D0-41DA-B4BD-C53EFD0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긴 해석 중에도 새 발화의 수신과 음성 중단</a:t>
            </a:r>
          </a:p>
        </p:txBody>
      </p:sp>
      <p:sp>
        <p:nvSpPr>
          <p:cNvPr id="60" name="dp44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D538E691-A3E7-465B-B694-4675D4CB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후속 실행과 대기 상태</a:t>
            </a:r>
          </a:p>
        </p:txBody>
      </p:sp>
      <p:sp>
        <p:nvSpPr>
          <p:cNvPr id="61" name="dp44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6B60F218-6BEB-4811-A1DD-855D33C5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Request와 메일 질문의 처리 연결</a:t>
            </a:r>
          </a:p>
        </p:txBody>
      </p:sp>
      <p:sp>
        <p:nvSpPr>
          <p:cNvPr id="62" name="dp44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A36EA247-68B6-4186-8F28-AC205CB6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현재성 확인과 실제 전달</a:t>
            </a:r>
          </a:p>
        </p:txBody>
      </p:sp>
      <p:sp>
        <p:nvSpPr>
          <p:cNvPr id="63" name="dp44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F3A4B900-E0DD-4D07-9480-07E97311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전 Response 보류와 전달 차례 결정</a:t>
            </a:r>
          </a:p>
        </p:txBody>
      </p:sp>
    </p:spTree>
    <p:extLst>
      <p:ext uri="{BB962C8B-B14F-4D97-AF65-F5344CB8AC3E}">
        <p14:creationId xmlns:p14="http://schemas.microsoft.com/office/powerpoint/2010/main" val="356552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dp45-background / n1">
            <a:extLst xmlns:a="http://schemas.openxmlformats.org/drawingml/2006/main">
              <a:ext uri="{FF2B5EF4-FFF2-40B4-BE49-F238E27FC236}">
                <a16:creationId xmlns:a16="http://schemas.microsoft.com/office/drawing/2014/main" id="{89C71B4D-BE14-43DE-BC25-211033E3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5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A3F4AF19-9726-4227-927D-1736F80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5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0B7E05FD-F85F-4F6D-A7B2-DCD70C01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04-45</a:t>
            </a:r>
          </a:p>
        </p:txBody>
      </p:sp>
      <p:sp>
        <p:nvSpPr>
          <p:cNvPr id="4" name="dp45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78688CA1-4004-4166-8D1D-5FE65E81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04-45. 기능 정확성을 위한 VIA 기억과 Context 제공 설계</a:t>
            </a:r>
          </a:p>
        </p:txBody>
      </p:sp>
      <p:sp>
        <p:nvSpPr>
          <p:cNvPr id="5" name="dp45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71BAD2B5-18A0-4B91-BBF9-061BEA93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5-background / n6">
            <a:extLst xmlns:a="http://schemas.openxmlformats.org/drawingml/2006/main">
              <a:ext uri="{FF2B5EF4-FFF2-40B4-BE49-F238E27FC236}">
                <a16:creationId xmlns:a16="http://schemas.microsoft.com/office/drawing/2014/main" id="{338EA1BF-B468-40E1-A64E-CE19B629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5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9851151C-3168-4BE2-827D-DE6A427C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여러 활동의 과거 근거 누락과 실제 전달 내용의 오연결 위험</a:t>
            </a:r>
          </a:p>
        </p:txBody>
      </p:sp>
      <p:sp>
        <p:nvSpPr>
          <p:cNvPr id="8" name="dp45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A7C2C7D3-4D44-4EA7-9DE8-00883E8A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5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11FC0446-EB39-4B8E-892A-7FA5551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5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B834E4E2-6845-4D4E-B91C-0B6B8197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5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6E9451A2-9EA1-4DD0-8CCB-7DA119D1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5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6D5A3BF5-E23E-4EA7-837F-1FCD850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과거 근거를 연결하는 Context의 생산, 조회와 갱신 책임 설계</a:t>
            </a:r>
          </a:p>
        </p:txBody>
      </p:sp>
      <p:sp>
        <p:nvSpPr>
          <p:cNvPr id="13" name="dp45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DA780286-2269-4EFE-821F-F9856893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277350"/>
            <a:ext cx="15392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VIA는 허용 근거를 연결 / 업무 판단과 제안서 작성은 Downstream Agent</a:t>
            </a:r>
          </a:p>
        </p:txBody>
      </p:sp>
      <p:sp>
        <p:nvSpPr>
          <p:cNvPr id="14" name="dp45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ADF355A0-3DA7-4A92-88D6-31436610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반응성 / 자원 활용성</a:t>
            </a:r>
          </a:p>
        </p:txBody>
      </p:sp>
      <p:sp>
        <p:nvSpPr>
          <p:cNvPr id="15" name="dp45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6DC59712-BD8F-48BA-AED2-10AD78F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6" name="dp45-background / n16 / text 1">
            <a:extLst xmlns:a="http://schemas.openxmlformats.org/drawingml/2006/main">
              <a:ext uri="{FF2B5EF4-FFF2-40B4-BE49-F238E27FC236}">
                <a16:creationId xmlns:a16="http://schemas.microsoft.com/office/drawing/2014/main" id="{69B85323-0963-4712-B340-59653B1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57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과거 활동의 시간 흐름 / VIA가 받은 기록과 허용된 참조</a:t>
            </a:r>
          </a:p>
        </p:txBody>
      </p:sp>
      <p:sp>
        <p:nvSpPr>
          <p:cNvPr id="17" name="dp45-background / n17">
            <a:extLst xmlns:a="http://schemas.openxmlformats.org/drawingml/2006/main">
              <a:ext uri="{FF2B5EF4-FFF2-40B4-BE49-F238E27FC236}">
                <a16:creationId xmlns:a16="http://schemas.microsoft.com/office/drawing/2014/main" id="{84B91CA0-74B1-4A4D-B874-16D76AB5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8" name="dp45-background / n17 / fold">
            <a:extLst xmlns:a="http://schemas.openxmlformats.org/drawingml/2006/main">
              <a:ext uri="{FF2B5EF4-FFF2-40B4-BE49-F238E27FC236}">
                <a16:creationId xmlns:a16="http://schemas.microsoft.com/office/drawing/2014/main" id="{93565D54-C8CE-4F58-9D99-67B3C2FE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9" name="dp45-background / n18">
            <a:extLst xmlns:a="http://schemas.openxmlformats.org/drawingml/2006/main">
              <a:ext uri="{FF2B5EF4-FFF2-40B4-BE49-F238E27FC236}">
                <a16:creationId xmlns:a16="http://schemas.microsoft.com/office/drawing/2014/main" id="{79854D84-4941-4057-8838-19751E29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0" name="dp45-background / n18 / fold">
            <a:extLst xmlns:a="http://schemas.openxmlformats.org/drawingml/2006/main">
              <a:ext uri="{FF2B5EF4-FFF2-40B4-BE49-F238E27FC236}">
                <a16:creationId xmlns:a16="http://schemas.microsoft.com/office/drawing/2014/main" id="{9101B0EB-CD05-4D83-A00D-43C4287C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1" name="dp45-background / n19">
            <a:extLst xmlns:a="http://schemas.openxmlformats.org/drawingml/2006/main">
              <a:ext uri="{FF2B5EF4-FFF2-40B4-BE49-F238E27FC236}">
                <a16:creationId xmlns:a16="http://schemas.microsoft.com/office/drawing/2014/main" id="{B785CA1A-6775-4E98-8D23-5F4C3D6F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2" name="dp45-background / n19 / fold">
            <a:extLst xmlns:a="http://schemas.openxmlformats.org/drawingml/2006/main">
              <a:ext uri="{FF2B5EF4-FFF2-40B4-BE49-F238E27FC236}">
                <a16:creationId xmlns:a16="http://schemas.microsoft.com/office/drawing/2014/main" id="{0B1307A5-1EDB-4D4A-A6A6-C34C0AEC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3" name="dp45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C2E19B32-9EE5-4AB0-BBD7-F913EE0B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앞선 대화 C20</a:t>
            </a:r>
          </a:p>
        </p:txBody>
      </p:sp>
      <p:sp>
        <p:nvSpPr>
          <p:cNvPr id="24" name="dp45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32AC7EE7-B1F7-4FF4-B011-C03865F7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VIA의 직접 설명 E20</a:t>
            </a:r>
          </a:p>
        </p:txBody>
      </p:sp>
      <p:sp>
        <p:nvSpPr>
          <p:cNvPr id="25" name="dp45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D40CE102-A59D-4541-B8E6-73256A9D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평가 기준</a:t>
            </a:r>
          </a:p>
        </p:txBody>
      </p:sp>
      <p:sp>
        <p:nvSpPr>
          <p:cNvPr id="26" name="dp45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F6007998-E573-4BCF-A54A-751338C1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실제 전달 P20의</a:t>
            </a:r>
          </a:p>
        </p:txBody>
      </p:sp>
      <p:sp>
        <p:nvSpPr>
          <p:cNvPr id="27" name="dp45-background / n22 / text 2">
            <a:extLst xmlns:a="http://schemas.openxmlformats.org/drawingml/2006/main">
              <a:ext uri="{FF2B5EF4-FFF2-40B4-BE49-F238E27FC236}">
                <a16:creationId xmlns:a16="http://schemas.microsoft.com/office/drawing/2014/main" id="{9B8F31ED-C128-4418-9CE1-2BDAE47C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설명 내용과 범위</a:t>
            </a:r>
          </a:p>
        </p:txBody>
      </p:sp>
      <p:sp>
        <p:nvSpPr>
          <p:cNvPr id="28" name="dp45-background / n23 / text 1">
            <a:extLst xmlns:a="http://schemas.openxmlformats.org/drawingml/2006/main">
              <a:ext uri="{FF2B5EF4-FFF2-40B4-BE49-F238E27FC236}">
                <a16:creationId xmlns:a16="http://schemas.microsoft.com/office/drawing/2014/main" id="{E1D8B2CC-5774-415C-AF2F-D5B598B5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생성과 실제 전달 구별</a:t>
            </a:r>
          </a:p>
        </p:txBody>
      </p:sp>
      <p:sp>
        <p:nvSpPr>
          <p:cNvPr id="29" name="dp45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356F7FDD-1145-41F6-9DF3-7204B938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051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이후 제품 조사 T21</a:t>
            </a:r>
          </a:p>
        </p:txBody>
      </p:sp>
      <p:sp>
        <p:nvSpPr>
          <p:cNvPr id="30" name="dp45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DBB1FD1E-FE1C-4D7E-BAE4-B80ECE03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한 Downstream Agent</a:t>
            </a:r>
          </a:p>
        </p:txBody>
      </p:sp>
      <p:sp>
        <p:nvSpPr>
          <p:cNvPr id="31" name="dp45-background / n25 / text 2">
            <a:extLst xmlns:a="http://schemas.openxmlformats.org/drawingml/2006/main">
              <a:ext uri="{FF2B5EF4-FFF2-40B4-BE49-F238E27FC236}">
                <a16:creationId xmlns:a16="http://schemas.microsoft.com/office/drawing/2014/main" id="{8456E2B0-1568-4AD9-8F3E-82194A48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814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제품 비교 수행</a:t>
            </a:r>
          </a:p>
        </p:txBody>
      </p:sp>
      <p:sp>
        <p:nvSpPr>
          <p:cNvPr id="32" name="dp45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9C95132E-D53C-4B21-8E38-D4A452FB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1487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VIA가 확인한 결과 참조</a:t>
            </a:r>
          </a:p>
        </p:txBody>
      </p:sp>
      <p:sp>
        <p:nvSpPr>
          <p:cNvPr id="33" name="dp45-background / n26 / text 2">
            <a:extLst xmlns:a="http://schemas.openxmlformats.org/drawingml/2006/main">
              <a:ext uri="{FF2B5EF4-FFF2-40B4-BE49-F238E27FC236}">
                <a16:creationId xmlns:a16="http://schemas.microsoft.com/office/drawing/2014/main" id="{6C41ECBF-E1E0-4EF2-999C-F2EE0501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3872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D21@v2</a:t>
            </a:r>
          </a:p>
        </p:txBody>
      </p:sp>
      <p:sp>
        <p:nvSpPr>
          <p:cNvPr id="34" name="dp45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9BE499D5-EDF9-4A38-9680-91A6CA77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24500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C21 대화에 연결</a:t>
            </a:r>
          </a:p>
        </p:txBody>
      </p:sp>
      <p:sp>
        <p:nvSpPr>
          <p:cNvPr id="35" name="dp45-background / n28 / text 1">
            <a:extLst xmlns:a="http://schemas.openxmlformats.org/drawingml/2006/main">
              <a:ext uri="{FF2B5EF4-FFF2-40B4-BE49-F238E27FC236}">
                <a16:creationId xmlns:a16="http://schemas.microsoft.com/office/drawing/2014/main" id="{189E7174-C3DC-4E29-AFFF-F29A5C7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051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이후 견적 업무 T22</a:t>
            </a:r>
          </a:p>
        </p:txBody>
      </p:sp>
      <p:sp>
        <p:nvSpPr>
          <p:cNvPr id="36" name="dp45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03FC9338-397F-4B1E-8921-6E070C4B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다른 Downstream Agent</a:t>
            </a:r>
          </a:p>
        </p:txBody>
      </p:sp>
      <p:sp>
        <p:nvSpPr>
          <p:cNvPr id="37" name="dp45-background / n29 / text 2">
            <a:extLst xmlns:a="http://schemas.openxmlformats.org/drawingml/2006/main">
              <a:ext uri="{FF2B5EF4-FFF2-40B4-BE49-F238E27FC236}">
                <a16:creationId xmlns:a16="http://schemas.microsoft.com/office/drawing/2014/main" id="{6E758223-02A5-4674-B438-6AD4648B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814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견적 업무 수행</a:t>
            </a:r>
          </a:p>
        </p:txBody>
      </p:sp>
      <p:sp>
        <p:nvSpPr>
          <p:cNvPr id="38" name="dp45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17C51896-C4D6-4D87-AEE6-50C7AA93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1487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VIA가 확인한 결과 참조</a:t>
            </a:r>
          </a:p>
        </p:txBody>
      </p:sp>
      <p:sp>
        <p:nvSpPr>
          <p:cNvPr id="39" name="dp45-background / n30 / text 2">
            <a:extLst xmlns:a="http://schemas.openxmlformats.org/drawingml/2006/main">
              <a:ext uri="{FF2B5EF4-FFF2-40B4-BE49-F238E27FC236}">
                <a16:creationId xmlns:a16="http://schemas.microsoft.com/office/drawing/2014/main" id="{C81C1B3C-7287-4846-A0EA-F9A970C8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3872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D22@v1</a:t>
            </a:r>
          </a:p>
        </p:txBody>
      </p:sp>
      <p:sp>
        <p:nvSpPr>
          <p:cNvPr id="40" name="dp45-background / n31 / text 1">
            <a:extLst xmlns:a="http://schemas.openxmlformats.org/drawingml/2006/main">
              <a:ext uri="{FF2B5EF4-FFF2-40B4-BE49-F238E27FC236}">
                <a16:creationId xmlns:a16="http://schemas.microsoft.com/office/drawing/2014/main" id="{09A236DD-D780-4408-BD0B-17BCD4B7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24500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C22 대화에 연결</a:t>
            </a:r>
          </a:p>
        </p:txBody>
      </p:sp>
      <p:sp>
        <p:nvSpPr>
          <p:cNvPr id="41" name="dp45-background / n32 / path">
            <a:extLst xmlns:a="http://schemas.openxmlformats.org/drawingml/2006/main">
              <a:ext uri="{FF2B5EF4-FFF2-40B4-BE49-F238E27FC236}">
                <a16:creationId xmlns:a16="http://schemas.microsoft.com/office/drawing/2014/main" id="{4F24B2B2-CCB9-45D8-BD65-F7E333C3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95675"/>
            <a:ext cx="247650" cy="953"/>
          </a:xfrm>
          <a:custGeom xmlns:a="http://schemas.openxmlformats.org/drawingml/2006/main">
            <a:pathLst>
              <a:path w="247650" h="953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42" name="dp45-background / n32 / arrow">
            <a:extLst xmlns:a="http://schemas.openxmlformats.org/drawingml/2006/main">
              <a:ext uri="{FF2B5EF4-FFF2-40B4-BE49-F238E27FC236}">
                <a16:creationId xmlns:a16="http://schemas.microsoft.com/office/drawing/2014/main" id="{4848B865-995F-47E3-82EF-8CFF95B3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130" y="3434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3" name="dp45-background / n33 / path">
            <a:extLst xmlns:a="http://schemas.openxmlformats.org/drawingml/2006/main">
              <a:ext uri="{FF2B5EF4-FFF2-40B4-BE49-F238E27FC236}">
                <a16:creationId xmlns:a16="http://schemas.microsoft.com/office/drawing/2014/main" id="{C85660C4-C6B9-4F70-B2F4-8E574A29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95675"/>
            <a:ext cx="247650" cy="953"/>
          </a:xfrm>
          <a:custGeom xmlns:a="http://schemas.openxmlformats.org/drawingml/2006/main">
            <a:pathLst>
              <a:path w="247650" h="953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44" name="dp45-background / n33 / arrow">
            <a:extLst xmlns:a="http://schemas.openxmlformats.org/drawingml/2006/main">
              <a:ext uri="{FF2B5EF4-FFF2-40B4-BE49-F238E27FC236}">
                <a16:creationId xmlns:a16="http://schemas.microsoft.com/office/drawing/2014/main" id="{F589AF4A-2517-4115-91EA-00192E01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630" y="3434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5" name="dp45-background / n34 / path">
            <a:extLst xmlns:a="http://schemas.openxmlformats.org/drawingml/2006/main">
              <a:ext uri="{FF2B5EF4-FFF2-40B4-BE49-F238E27FC236}">
                <a16:creationId xmlns:a16="http://schemas.microsoft.com/office/drawing/2014/main" id="{0E06DDF8-2E10-4AE0-B1B6-934AB7DC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924550"/>
            <a:ext cx="953" cy="219075"/>
          </a:xfrm>
          <a:custGeom xmlns:a="http://schemas.openxmlformats.org/drawingml/2006/main"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46" name="dp45-background / n35 / path">
            <a:extLst xmlns:a="http://schemas.openxmlformats.org/drawingml/2006/main">
              <a:ext uri="{FF2B5EF4-FFF2-40B4-BE49-F238E27FC236}">
                <a16:creationId xmlns:a16="http://schemas.microsoft.com/office/drawing/2014/main" id="{DF4BF248-ACF3-412E-9883-0CA36087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924550"/>
            <a:ext cx="953" cy="219075"/>
          </a:xfrm>
          <a:custGeom xmlns:a="http://schemas.openxmlformats.org/drawingml/2006/main"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47" name="dp45-background / n36 / path">
            <a:extLst xmlns:a="http://schemas.openxmlformats.org/drawingml/2006/main">
              <a:ext uri="{FF2B5EF4-FFF2-40B4-BE49-F238E27FC236}">
                <a16:creationId xmlns:a16="http://schemas.microsoft.com/office/drawing/2014/main" id="{BF2A861D-EDC2-4742-9D74-17824196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924550"/>
            <a:ext cx="953" cy="219075"/>
          </a:xfrm>
          <a:custGeom xmlns:a="http://schemas.openxmlformats.org/drawingml/2006/main"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48" name="dp45-background / n37 / path">
            <a:extLst xmlns:a="http://schemas.openxmlformats.org/drawingml/2006/main">
              <a:ext uri="{FF2B5EF4-FFF2-40B4-BE49-F238E27FC236}">
                <a16:creationId xmlns:a16="http://schemas.microsoft.com/office/drawing/2014/main" id="{524C169C-D112-4F20-87F8-BCA78442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6143625"/>
            <a:ext cx="9077325" cy="1866900"/>
          </a:xfrm>
          <a:custGeom xmlns:a="http://schemas.openxmlformats.org/drawingml/2006/main">
            <a:pathLst>
              <a:path w="9077325" h="1866900">
                <a:moveTo>
                  <a:pt x="0" y="0"/>
                </a:moveTo>
                <a:lnTo>
                  <a:pt x="9077325" y="0"/>
                </a:lnTo>
                <a:lnTo>
                  <a:pt x="9077325" y="1866900"/>
                </a:lnTo>
                <a:lnTo>
                  <a:pt x="8905875" y="1866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49" name="dp45-background / n37 / arrow">
            <a:extLst xmlns:a="http://schemas.openxmlformats.org/drawingml/2006/main">
              <a:ext uri="{FF2B5EF4-FFF2-40B4-BE49-F238E27FC236}">
                <a16:creationId xmlns:a16="http://schemas.microsoft.com/office/drawing/2014/main" id="{5BF83986-A32A-41FF-882A-10BBCCD7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495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50" name="dp45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D2CF6044-7C8F-4950-9F3D-A1C623E4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57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이번 C23 / R23: 여러 활동을 참조하는 새 제안서 요청</a:t>
            </a:r>
          </a:p>
        </p:txBody>
      </p:sp>
      <p:sp>
        <p:nvSpPr>
          <p:cNvPr id="51" name="dp45-background / n39">
            <a:extLst xmlns:a="http://schemas.openxmlformats.org/drawingml/2006/main">
              <a:ext uri="{FF2B5EF4-FFF2-40B4-BE49-F238E27FC236}">
                <a16:creationId xmlns:a16="http://schemas.microsoft.com/office/drawing/2014/main" id="{DB40EAD2-E716-48DF-9A3C-64AC4173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86550"/>
            <a:ext cx="105727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p45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AF122054-BC49-44C2-9ADB-91602DF5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29425"/>
            <a:ext cx="10191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“지난번 네가 설명한 평가 기준에 맞춰, 앞서 조사한 제품 비교 결과와</a:t>
            </a:r>
          </a:p>
        </p:txBody>
      </p:sp>
      <p:sp>
        <p:nvSpPr>
          <p:cNvPr id="53" name="dp45-background / n40 / text 2">
            <a:extLst xmlns:a="http://schemas.openxmlformats.org/drawingml/2006/main">
              <a:ext uri="{FF2B5EF4-FFF2-40B4-BE49-F238E27FC236}">
                <a16:creationId xmlns:a16="http://schemas.microsoft.com/office/drawing/2014/main" id="{5E6F2EF8-5872-46FE-81E3-1CB75374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81850"/>
            <a:ext cx="10191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받아둔 견적을 이번 제안서에 반영해줘.”</a:t>
            </a:r>
          </a:p>
        </p:txBody>
      </p:sp>
      <p:sp>
        <p:nvSpPr>
          <p:cNvPr id="54" name="dp45-background / n41">
            <a:extLst xmlns:a="http://schemas.openxmlformats.org/drawingml/2006/main">
              <a:ext uri="{FF2B5EF4-FFF2-40B4-BE49-F238E27FC236}">
                <a16:creationId xmlns:a16="http://schemas.microsoft.com/office/drawing/2014/main" id="{8C7ECBC6-FABF-4FD1-B089-B9BA54E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20025"/>
            <a:ext cx="1057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p45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B3681CD6-D76C-4FEB-9D83-4C57AB42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15275"/>
            <a:ext cx="10191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VIA: P20 전달 범위와 D21/D22 발췌 또는 참조를 이번 Context에 연결</a:t>
            </a:r>
          </a:p>
        </p:txBody>
      </p:sp>
      <p:sp>
        <p:nvSpPr>
          <p:cNvPr id="56" name="dp45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AE3536AC-6551-4CBB-8594-13D2E81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여러 활동의 근거 연결</a:t>
            </a:r>
          </a:p>
        </p:txBody>
      </p:sp>
      <p:sp>
        <p:nvSpPr>
          <p:cNvPr id="57" name="dp45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946D5B40-1874-434E-956E-D4E93A84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직접 설명과 두 업무 결과의 후보 및 버전 확인</a:t>
            </a:r>
          </a:p>
        </p:txBody>
      </p:sp>
      <p:sp>
        <p:nvSpPr>
          <p:cNvPr id="58" name="dp45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04E826A3-5595-4F19-918E-5D58E2F0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실제 전달과 자료 범위</a:t>
            </a:r>
          </a:p>
        </p:txBody>
      </p:sp>
      <p:sp>
        <p:nvSpPr>
          <p:cNvPr id="59" name="dp45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9D67E4C3-BBE2-4740-A13E-B8737294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설명 원문과 실제 표시/재생 범위 구별</a:t>
            </a:r>
          </a:p>
        </p:txBody>
      </p:sp>
      <p:sp>
        <p:nvSpPr>
          <p:cNvPr id="60" name="dp45-background / n46 / text 2">
            <a:extLst xmlns:a="http://schemas.openxmlformats.org/drawingml/2006/main">
              <a:ext uri="{FF2B5EF4-FFF2-40B4-BE49-F238E27FC236}">
                <a16:creationId xmlns:a16="http://schemas.microsoft.com/office/drawing/2014/main" id="{502A4938-254B-4B36-8E08-47758E62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619750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결과 본문과 허용된 참조 구별</a:t>
            </a:r>
          </a:p>
        </p:txBody>
      </p:sp>
      <p:sp>
        <p:nvSpPr>
          <p:cNvPr id="61" name="dp45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97ACFF72-C4BD-42E7-BA14-103B7A38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제공 방식과 비용</a:t>
            </a:r>
          </a:p>
        </p:txBody>
      </p:sp>
      <p:sp>
        <p:nvSpPr>
          <p:cNvPr id="62" name="dp45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30B96681-73F7-47CE-BD40-FEAABF4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단순 실행 맥락이나 index/cache로 충분한지</a:t>
            </a:r>
          </a:p>
        </p:txBody>
      </p:sp>
      <p:sp>
        <p:nvSpPr>
          <p:cNvPr id="63" name="dp45-background / n48 / text 2">
            <a:extLst xmlns:a="http://schemas.openxmlformats.org/drawingml/2006/main">
              <a:ext uri="{FF2B5EF4-FFF2-40B4-BE49-F238E27FC236}">
                <a16:creationId xmlns:a16="http://schemas.microsoft.com/office/drawing/2014/main" id="{1B9859B3-523D-4BF0-8E9F-FF76D152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 파생 관계의 유지가 필요한지 검토</a:t>
            </a:r>
          </a:p>
        </p:txBody>
      </p:sp>
    </p:spTree>
    <p:extLst>
      <p:ext uri="{BB962C8B-B14F-4D97-AF65-F5344CB8AC3E}">
        <p14:creationId xmlns:p14="http://schemas.microsoft.com/office/powerpoint/2010/main" val="285684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2026-10-06T14:44:08.6970000Z</dcterms:created>
  <dcterms:modified xsi:type="dcterms:W3CDTF">2026-10-06T14:44:08.6970000Z</dcterms:modified>
</coreProperties>
</file>