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media/initial01_image.gif" ContentType="image/gif"/>
  <Override PartName="/ppt/media/initial01_image2.gif" ContentType="image/gif"/>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notesMasters/initial02_notesMaster1.xml" ContentType="application/vnd.openxmlformats-officedocument.presentationml.notesMaster+xml"/>
  <Override PartName="/ppt/notesMasters/theme/initial02_theme3.xml" ContentType="application/vnd.openxmlformats-officedocument.theme+xml"/>
  <Override PartName="/ppt/notesSlides/notesSlide4.xml" ContentType="application/vnd.openxmlformats-officedocument.presentationml.notesSlide+xml"/>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s/slide4.xml" ContentType="application/vnd.openxmlformats-officedocument.presentationml.slide+xml"/>
  <Override PartName="/ppt/notesMasters/initial03_notesMaster1.xml" ContentType="application/vnd.openxmlformats-officedocument.presentationml.notesMaster+xml"/>
  <Override PartName="/ppt/notesMasters/theme/initial03_theme3.xml" ContentType="application/vnd.openxmlformats-officedocument.theme+xml"/>
  <Override PartName="/ppt/notesSlides/notesSlide5.xml" ContentType="application/vnd.openxmlformats-officedocument.presentationml.notesSlid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s/slide5.xml" ContentType="application/vnd.openxmlformats-officedocument.presentationml.slide+xml"/>
  <Override PartName="/ppt/notesMasters/initial04_notesMaster1.xml" ContentType="application/vnd.openxmlformats-officedocument.presentationml.notesMaster+xml"/>
  <Override PartName="/ppt/notesMasters/theme/initial04_theme3.xml" ContentType="application/vnd.openxmlformats-officedocument.them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initial05_notesMaster1.xml" ContentType="application/vnd.openxmlformats-officedocument.presentationml.notesMaster+xml"/>
  <Override PartName="/ppt/notesMasters/theme/initial05_theme3.xml" ContentType="application/vnd.openxmlformats-officedocument.them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initial06_notesMaster1.xml" ContentType="application/vnd.openxmlformats-officedocument.presentationml.notesMaster+xml"/>
  <Override PartName="/ppt/notesMasters/theme/initial06_theme3.xml" ContentType="application/vnd.openxmlformats-officedocument.theme+xml"/>
  <Override PartName="/ppt/notesSlides/notesSlide18.xml" ContentType="application/vnd.openxmlformats-officedocument.presentationml.notesSlid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slides/slide18.xml" ContentType="application/vnd.openxmlformats-officedocument.presentationml.slide+xml"/>
  <Override PartName="/ppt/media/initial07_via-v2-bg41-1.png" ContentType="image/png"/>
  <Override PartName="/ppt/media/initial07_via-v2-bg41-2.png" ContentType="image/png"/>
  <Override PartName="/ppt/media/initial07_via-v2-bg41-3.png" ContentType="image/png"/>
  <Override PartName="/ppt/media/initial07_via-v2-bg42-1.png" ContentType="image/png"/>
  <Override PartName="/ppt/media/initial07_via-v2-bg42-2.png" ContentType="image/png"/>
  <Override PartName="/ppt/media/initial07_via-v2-bg42-3.png" ContentType="image/png"/>
  <Override PartName="/ppt/media/initial07_via-v2-bg44-1.png" ContentType="image/png"/>
  <Override PartName="/ppt/media/initial07_via-v2-bg44-2.png" ContentType="image/png"/>
  <Override PartName="/ppt/media/initial07_via-v2-bg44-3.png" ContentType="image/png"/>
  <Override PartName="/ppt/media/initial07_via-v2-bg45-1.png" ContentType="image/png"/>
  <Override PartName="/ppt/media/initial07_via-v2-bg45-2.png" ContentType="image/png"/>
  <Override PartName="/ppt/media/initial07_via-v2-bg45-3.png" ContentType="image/png"/>
  <Override PartName="/ppt/media/initial07_via-v2-intro-1-1.png" ContentType="image/png"/>
  <Override PartName="/ppt/media/initial07_via-v2-intro-1-2.png" ContentType="image/png"/>
  <Override PartName="/ppt/media/initial07_via-v2-intro-1-3.png" ContentType="image/png"/>
  <Override PartName="/ppt/media/initial07_via-v2-intro-2-1.png" ContentType="image/png"/>
  <Override PartName="/ppt/media/initial07_via-v2-intro-2-2.png" ContentType="image/png"/>
  <Override PartName="/ppt/media/initial07_via-v2-intro-2-3.png" ContentType="image/png"/>
  <Override PartName="/ppt/notesMasters/initial07_notesMaster1.xml" ContentType="application/vnd.openxmlformats-officedocument.presentationml.notesMaster+xml"/>
  <Override PartName="/ppt/notesMasters/theme/initial07_theme3.xml" ContentType="application/vnd.openxmlformats-officedocument.them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slides/slide21.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notesMasters/V2Clone_initial01_notesMaster1.xml" ContentType="application/vnd.openxmlformats-officedocument.presentationml.notesMaster+xml"/>
  <Override PartName="/ppt/notesMasters/V2Clone_initial02_notesMaster1.xml" ContentType="application/vnd.openxmlformats-officedocument.presentationml.notesMaster+xml"/>
  <Override PartName="/ppt/notesMasters/V2Clone_initial03_notesMaster1.xml" ContentType="application/vnd.openxmlformats-officedocument.presentationml.notesMaster+xml"/>
  <Override PartName="/ppt/notesMasters/V2Clone_initial04_notesMaster1.xml" ContentType="application/vnd.openxmlformats-officedocument.presentationml.notesMaster+xml"/>
  <Override PartName="/ppt/notesMasters/V2Clone_initial06_notesMaster1.xml" ContentType="application/vnd.openxmlformats-officedocument.presentationml.notesMaster+xml"/>
  <Override PartName="/ppt/notesMasters/V2Clone_initial07_notesMaster1.xml" ContentType="application/vnd.openxmlformats-officedocument.presentationml.notesMaster+xml"/>
  <Override PartName="/ppt/notesMasters/theme/V2Clone_initial01_theme3.xml" ContentType="application/vnd.openxmlformats-officedocument.theme+xml"/>
  <Override PartName="/ppt/notesMasters/theme/V2Clone_initial02_theme3.xml" ContentType="application/vnd.openxmlformats-officedocument.theme+xml"/>
  <Override PartName="/ppt/notesMasters/theme/V2Clone_initial03_theme3.xml" ContentType="application/vnd.openxmlformats-officedocument.theme+xml"/>
  <Override PartName="/ppt/notesMasters/theme/V2Clone_initial04_theme3.xml" ContentType="application/vnd.openxmlformats-officedocument.theme+xml"/>
  <Override PartName="/ppt/notesMasters/theme/V2Clone_initial06_theme3.xml" ContentType="application/vnd.openxmlformats-officedocument.theme+xml"/>
  <Override PartName="/ppt/notesMasters/theme/V2Clone_initial07_theme3.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V2Native_notesMaster1.xml" ContentType="application/vnd.openxmlformats-officedocument.presentationml.notesMaster+xml"/>
  <Override PartName="/ppt/notesMasters/theme/V2Native_theme3.xml" ContentType="application/vnd.openxmlformats-officedocument.theme+xml"/>
  <Override PartName="/ppt/notesSlides/notesSlide46.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46.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V3Background_notesMaster1.xml" ContentType="application/vnd.openxmlformats-officedocument.presentationml.notesMaster+xml"/>
  <Override PartName="/ppt/notesMasters/theme/V3Background_theme3.xml" ContentType="application/vnd.openxmlformats-officedocument.them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p="http://schemas.openxmlformats.org/presentationml/2006/main" xmlns:p14="http://schemas.microsoft.com/office/powerpoint/2010/main" xmlns:r="http://schemas.openxmlformats.org/officeDocument/2006/relationships">
  <p:sldMasterIdLst>
    <p:slideMasterId r:id="Via_ppt_slideMasters_initial01_slideMaster1_xml" id="2147483648"/>
    <p:slideMasterId r:id="Via_ppt_slideMasters_initial02_slideMaster1_xml" id="2147483649"/>
    <p:slideMasterId r:id="Via_ppt_slideMasters_initial03_slideMaster1_xml" id="2147483650"/>
    <p:slideMasterId r:id="Via_ppt_slideMasters_initial04_slideMaster1_xml" id="2147483651"/>
    <p:slideMasterId r:id="Via_ppt_slideMasters_initial05_slideMaster1_xml" id="2147483652"/>
    <p:slideMasterId r:id="Via_ppt_slideMasters_initial06_slideMaster1_xml" id="2147483653"/>
    <p:slideMasterId r:id="Via_ppt_slideMasters_initial07_slideMaster1_xml" id="2147483654"/>
    <p:slideMasterId r:id="Via_ppt_slideMasters_V2Clone_initial01_slideMaster1_xml" id="2147483655"/>
    <p:slideMasterId r:id="Via_ppt_slideMasters_V2Clone_initial02_slideMaster1_xml" id="2147483656"/>
    <p:slideMasterId r:id="Via_ppt_slideMasters_V2Clone_initial03_slideMaster1_xml" id="2147483657"/>
    <p:slideMasterId r:id="Via_ppt_slideMasters_V2Clone_initial04_slideMaster1_xml" id="2147483658"/>
    <p:slideMasterId r:id="Via_ppt_slideMasters_V2Clone_initial06_slideMaster1_xml" id="2147483659"/>
    <p:slideMasterId r:id="Via_ppt_slideMasters_V2Clone_initial07_slideMaster1_xml" id="2147483660"/>
    <p:slideMasterId r:id="Via_ppt_slideMasters_V2Native_slideMaster1_xml" id="2147483661"/>
    <p:slideMasterId r:id="Via_ppt_slideMasters_V3Background_slideMaster1_xml" id="2147483662"/>
  </p:sldMasterIdLst>
  <p:notesMasterIdLst>
    <p:notesMasterId r:id="Via_ppt_notesMasters_initial01_notesMaster1_xml"/>
    <p:notesMasterId r:id="Via_ppt_notesMasters_initial02_notesMaster1_xml"/>
    <p:notesMasterId r:id="Via_ppt_notesMasters_initial03_notesMaster1_xml"/>
    <p:notesMasterId r:id="Via_ppt_notesMasters_initial04_notesMaster1_xml"/>
    <p:notesMasterId r:id="Via_ppt_notesMasters_initial05_notesMaster1_xml"/>
    <p:notesMasterId r:id="Via_ppt_notesMasters_initial06_notesMaster1_xml"/>
    <p:notesMasterId r:id="Via_ppt_notesMasters_initial07_notesMaster1_xml"/>
    <p:notesMasterId r:id="Via_ppt_notesMasters_V2Clone_initial01_notesMaster1_xml"/>
    <p:notesMasterId r:id="Via_ppt_notesMasters_V2Clone_initial02_notesMaster1_xml"/>
    <p:notesMasterId r:id="Via_ppt_notesMasters_V2Clone_initial03_notesMaster1_xml"/>
    <p:notesMasterId r:id="Via_ppt_notesMasters_V2Clone_initial04_notesMaster1_xml"/>
    <p:notesMasterId r:id="Via_ppt_notesMasters_V2Clone_initial06_notesMaster1_xml"/>
    <p:notesMasterId r:id="Via_ppt_notesMasters_V2Clone_initial07_notesMaster1_xml"/>
    <p:notesMasterId r:id="Via_ppt_notesMasters_V2Native_notesMaster1_xml"/>
    <p:notesMasterId r:id="Via_ppt_notesMasters_V3Background_notesMaster1_xml"/>
  </p:notesMasterIdLst>
  <p:sldIdLst>
    <p:sldId id="256" r:id="BackgroundRevisionSlide1"/>
    <p:sldId id="257" r:id="BackgroundRevisionSlide2"/>
    <p:sldId id="258" r:id="BackgroundRevisionSlide3"/>
    <p:sldId id="259" r:id="BackgroundRevisionSlide4"/>
    <p:sldId id="260" r:id="BackgroundRevisionSlide5"/>
    <p:sldId id="261" r:id="BackgroundRevisionSlide6"/>
    <p:sldId id="262" r:id="BackgroundRevisionSlide7"/>
    <p:sldId id="263" r:id="BackgroundRevisionSlide8"/>
    <p:sldId id="264" r:id="BackgroundRevisionSlide9"/>
    <p:sldId id="265" r:id="BackgroundRevisionSlide10"/>
    <p:sldId id="266" r:id="BackgroundRevisionSlide11"/>
    <p:sldId id="267" r:id="BackgroundRevisionSlide12"/>
    <p:sldId id="268" r:id="BackgroundRevisionSlide13"/>
    <p:sldId id="269" r:id="BackgroundRevisionSlide14"/>
    <p:sldId id="313" r:id="BackgroundRevisionSlide15"/>
    <p:sldId id="271" r:id="BackgroundRevisionSlide16"/>
    <p:sldId id="314" r:id="BackgroundRevisionSlide17"/>
    <p:sldId id="273" r:id="BackgroundRevisionSlide18"/>
    <p:sldId id="315" r:id="BackgroundRevisionSlide19"/>
    <p:sldId id="275" r:id="BackgroundRevisionSlide20"/>
    <p:sldId id="316" r:id="BackgroundRevisionSlide21"/>
    <p:sldId id="277" r:id="BackgroundRevisionSlide22"/>
    <p:sldId id="278" r:id="BackgroundRevisionSlide23"/>
    <p:sldId id="279" r:id="BackgroundRevisionSlide24"/>
    <p:sldId id="280" r:id="BackgroundRevisionSlide25"/>
    <p:sldId id="281" r:id="BackgroundRevisionSlide26"/>
    <p:sldId id="282" r:id="BackgroundRevisionSlide27"/>
    <p:sldId id="283" r:id="BackgroundRevisionSlide28"/>
    <p:sldId id="284" r:id="BackgroundRevisionSlide29"/>
    <p:sldId id="285" r:id="BackgroundRevisionSlide30"/>
    <p:sldId id="286" r:id="BackgroundRevisionSlide31"/>
    <p:sldId id="287" r:id="BackgroundRevisionSlide32"/>
    <p:sldId id="288" r:id="BackgroundRevisionSlide33"/>
    <p:sldId id="289" r:id="BackgroundRevisionSlide34"/>
    <p:sldId id="290" r:id="BackgroundRevisionSlide35"/>
    <p:sldId id="291" r:id="BackgroundRevisionSlide36"/>
    <p:sldId id="292" r:id="BackgroundRevisionSlide37"/>
    <p:sldId id="293" r:id="BackgroundRevisionSlide38"/>
    <p:sldId id="294" r:id="BackgroundRevisionSlide39"/>
    <p:sldId id="295" r:id="BackgroundRevisionSlide40"/>
    <p:sldId id="296" r:id="BackgroundRevisionSlide41"/>
    <p:sldId id="297" r:id="BackgroundRevisionSlide42"/>
    <p:sldId id="298" r:id="BackgroundRevisionSlide43"/>
    <p:sldId id="299" r:id="BackgroundRevisionSlide44"/>
    <p:sldId id="300" r:id="BackgroundRevisionSlide45"/>
    <p:sldId id="301" r:id="BackgroundRevisionSlide46"/>
    <p:sldId id="302" r:id="BackgroundRevisionSlide47"/>
    <p:sldId id="303" r:id="BackgroundRevisionSlide48"/>
    <p:sldId id="304" r:id="BackgroundRevisionSlide49"/>
    <p:sldId id="305" r:id="BackgroundRevisionSlide50"/>
    <p:sldId id="306" r:id="BackgroundRevisionSlide51"/>
    <p:sldId id="307" r:id="BackgroundRevisionSlide52"/>
    <p:sldId id="308" r:id="BackgroundRevisionSlide53"/>
    <p:sldId id="309" r:id="BackgroundRevisionSlide54"/>
    <p:sldId id="310" r:id="BackgroundRevisionSlide55"/>
    <p:sldId id="311" r:id="BackgroundRevisionSlide56"/>
    <p:sldId id="312" r:id="BackgroundRevisionSlide57"/>
    <p:sldId id="270" r:id="BackgroundRevisionSlide58"/>
    <p:sldId id="272" r:id="BackgroundRevisionSlide59"/>
    <p:sldId id="274" r:id="BackgroundRevisionSlide60"/>
    <p:sldId id="276" r:id="BackgroundRevisionSlide61"/>
  </p:sldIdLst>
  <p:sldSz cx="18288000" cy="10287000"/>
  <p:notesSz cx="6858000" cy="9144000"/>
  <p:extLst>
    <p:ext uri="{521415D9-36F7-43E2-AB2F-B90AF26B5E84}">
      <p14:sectionLst>
        <p14:section name="배경과 소개" id="{F9B9ED98-D039-51DF-81BC-03461E5D6CC5}">
          <p14:sldIdLst>
            <p14:sldId id="256"/>
            <p14:sldId id="257"/>
            <p14:sldId id="258"/>
            <p14:sldId id="259"/>
            <p14:sldId id="260"/>
            <p14:sldId id="261"/>
          </p14:sldIdLst>
        </p14:section>
        <p14:section name="요구사항과 QA" id="{3E8A94FD-EFC6-56E4-9ABC-6AFCE8702228}">
          <p14:sldIdLst>
            <p14:sldId id="262"/>
            <p14:sldId id="263"/>
            <p14:sldId id="264"/>
            <p14:sldId id="265"/>
            <p14:sldId id="266"/>
          </p14:sldIdLst>
        </p14:section>
        <p14:section name="설계 도입" id="{E5B7B4E6-FA66-5AED-AD00-DC136A4B7FD0}">
          <p14:sldIdLst>
            <p14:sldId id="267"/>
            <p14:sldId id="268"/>
            <p14:sldId id="269"/>
          </p14:sldIdLst>
        </p14:section>
        <p14:section name="DP41" id="{742A8563-5378-5A52-9354-7348F452B99C}">
          <p14:sldIdLst>
            <p14:sldId id="313"/>
            <p14:sldId id="271"/>
          </p14:sldIdLst>
        </p14:section>
        <p14:section name="DP44" id="{5A504A9E-4FF9-50DF-895F-DEDF818BC924}">
          <p14:sldIdLst>
            <p14:sldId id="314"/>
            <p14:sldId id="273"/>
          </p14:sldIdLst>
        </p14:section>
        <p14:section name="DP45" id="{6010854C-5B04-5646-8F93-4742F568EDDE}">
          <p14:sldIdLst>
            <p14:sldId id="315"/>
            <p14:sldId id="275"/>
          </p14:sldIdLst>
        </p14:section>
        <p14:section name="DP42" id="{A5B2A81A-AEA4-5CA2-9D9A-64E3180E030E}">
          <p14:sldIdLst>
            <p14:sldId id="316"/>
            <p14:sldId id="277"/>
          </p14:sldIdLst>
        </p14:section>
        <p14:section name="검토 요약" id="{E69F2BB3-6D22-5252-A88D-FEE40070BA4F}">
          <p14:sldIdLst>
            <p14:sldId id="278"/>
            <p14:sldId id="279"/>
          </p14:sldIdLst>
        </p14:section>
        <p14:section name="Appendix 안내" id="{03E0EC09-CAA0-5FCA-8D78-87EE2C869F4B}">
          <p14:sldIdLst>
            <p14:sldId id="280"/>
          </p14:sldIdLst>
        </p14:section>
        <p14:section name="Appendix / QA 상세" id="{36BFBEAB-6F1C-5F5D-ABC2-DFC50726E208}">
          <p14:sldIdLst>
            <p14:sldId id="281"/>
            <p14:sldId id="282"/>
            <p14:sldId id="283"/>
            <p14:sldId id="284"/>
            <p14:sldId id="285"/>
            <p14:sldId id="286"/>
            <p14:sldId id="287"/>
            <p14:sldId id="288"/>
            <p14:sldId id="289"/>
            <p14:sldId id="290"/>
          </p14:sldIdLst>
        </p14:section>
        <p14:section name="Appendix / 원본 보존" id="{B0892079-E369-5B13-9BAB-44E110BB8F4E}">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Appendix / v2 DP 배경 보존" id="{0E4CA196-AC92-54E5-B217-C9405EA3918C}">
          <p14:sldIdLst>
            <p14:sldId id="270"/>
            <p14:sldId id="272"/>
            <p14:sldId id="274"/>
            <p14:sldId id="276"/>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notesMasters_initial02_notesMaster1_xml" Type="http://schemas.openxmlformats.org/officeDocument/2006/relationships/notesMaster" Target="/ppt/notesMasters/initial02_notesMaster1.xml" /><Relationship Id="Via_ppt_notesMasters_initial03_notesMaster1_xml" Type="http://schemas.openxmlformats.org/officeDocument/2006/relationships/notesMaster" Target="/ppt/notesMasters/initial03_notesMaster1.xml" /><Relationship Id="Via_ppt_notesMasters_initial04_notesMaster1_xml" Type="http://schemas.openxmlformats.org/officeDocument/2006/relationships/notesMaster" Target="/ppt/notesMasters/initial04_notesMaster1.xml" /><Relationship Id="Via_ppt_notesMasters_initial05_notesMaster1_xml" Type="http://schemas.openxmlformats.org/officeDocument/2006/relationships/notesMaster" Target="/ppt/notesMasters/initial05_notesMaster1.xml" /><Relationship Id="Via_ppt_notesMasters_initial06_notesMaster1_xml" Type="http://schemas.openxmlformats.org/officeDocument/2006/relationships/notesMaster" Target="/ppt/notesMasters/initial06_notesMaster1.xml" /><Relationship Id="Via_ppt_notesMasters_initial07_notesMaster1_xml" Type="http://schemas.openxmlformats.org/officeDocument/2006/relationships/notesMaster" Target="/ppt/notesMasters/initial07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notesMasters_V2Clone_initial01_notesMaster1_xml" Type="http://schemas.openxmlformats.org/officeDocument/2006/relationships/notesMaster" Target="/ppt/notesMasters/V2Clone_initial01_notesMaster1.xml" /><Relationship Id="Via_ppt_notesMasters_V2Clone_initial02_notesMaster1_xml" Type="http://schemas.openxmlformats.org/officeDocument/2006/relationships/notesMaster" Target="/ppt/notesMasters/V2Clone_initial02_notesMaster1.xml" /><Relationship Id="Via_ppt_notesMasters_V2Clone_initial03_notesMaster1_xml" Type="http://schemas.openxmlformats.org/officeDocument/2006/relationships/notesMaster" Target="/ppt/notesMasters/V2Clone_initial03_notesMaster1.xml" /><Relationship Id="Via_ppt_notesMasters_V2Clone_initial04_notesMaster1_xml" Type="http://schemas.openxmlformats.org/officeDocument/2006/relationships/notesMaster" Target="/ppt/notesMasters/V2Clone_initial04_notesMaster1.xml" /><Relationship Id="Via_ppt_notesMasters_V2Clone_initial06_notesMaster1_xml" Type="http://schemas.openxmlformats.org/officeDocument/2006/relationships/notesMaster" Target="/ppt/notesMasters/V2Clone_initial06_notesMaster1.xml" /><Relationship Id="Via_ppt_notesMasters_V2Clone_initial07_notesMaster1_xml" Type="http://schemas.openxmlformats.org/officeDocument/2006/relationships/notesMaster" Target="/ppt/notesMasters/V2Clone_initial07_notesMaster1.xml" /><Relationship Id="Via_ppt_notesMasters_V2Native_notesMaster1_xml" Type="http://schemas.openxmlformats.org/officeDocument/2006/relationships/notesMaster" Target="/ppt/notesMasters/V2Native_notesMaster1.xml" /><Relationship Id="Via_ppt_slideMasters_V3Background_slideMaster1_xml" Type="http://schemas.openxmlformats.org/officeDocument/2006/relationships/slideMaster" Target="/ppt/slideMasters/V3Background_slideMaster1.xml" /><Relationship Id="Via_ppt_notesMasters_V3Background_notesMaster1_xml" Type="http://schemas.openxmlformats.org/officeDocument/2006/relationships/notesMaster" Target="/ppt/notesMasters/V3Background_notesMaster1.xml" /><Relationship Id="BackgroundRevisionSlide1" Type="http://schemas.openxmlformats.org/officeDocument/2006/relationships/slide" Target="/ppt/slides/slide33.xml" /><Relationship Id="BackgroundRevisionSlide2" Type="http://schemas.openxmlformats.org/officeDocument/2006/relationships/slide" Target="/ppt/slides/slide46.xml" /><Relationship Id="BackgroundRevisionSlide3" Type="http://schemas.openxmlformats.org/officeDocument/2006/relationships/slide" Target="/ppt/slides/slide34.xml" /><Relationship Id="BackgroundRevisionSlide4" Type="http://schemas.openxmlformats.org/officeDocument/2006/relationships/slide" Target="/ppt/slides/slide47.xml" /><Relationship Id="BackgroundRevisionSlide5" Type="http://schemas.openxmlformats.org/officeDocument/2006/relationships/slide" Target="/ppt/slides/slide35.xml" /><Relationship Id="BackgroundRevisionSlide6" Type="http://schemas.openxmlformats.org/officeDocument/2006/relationships/slide" Target="/ppt/slides/slide36.xml" /><Relationship Id="BackgroundRevisionSlide7" Type="http://schemas.openxmlformats.org/officeDocument/2006/relationships/slide" Target="/ppt/slides/slide48.xml" /><Relationship Id="BackgroundRevisionSlide8" Type="http://schemas.openxmlformats.org/officeDocument/2006/relationships/slide" Target="/ppt/slides/slide37.xml" /><Relationship Id="BackgroundRevisionSlide9" Type="http://schemas.openxmlformats.org/officeDocument/2006/relationships/slide" Target="/ppt/slides/slide38.xml" /><Relationship Id="BackgroundRevisionSlide10" Type="http://schemas.openxmlformats.org/officeDocument/2006/relationships/slide" Target="/ppt/slides/slide39.xml" /><Relationship Id="BackgroundRevisionSlide11" Type="http://schemas.openxmlformats.org/officeDocument/2006/relationships/slide" Target="/ppt/slides/slide49.xml" /><Relationship Id="BackgroundRevisionSlide12" Type="http://schemas.openxmlformats.org/officeDocument/2006/relationships/slide" Target="/ppt/slides/slide50.xml" /><Relationship Id="BackgroundRevisionSlide13" Type="http://schemas.openxmlformats.org/officeDocument/2006/relationships/slide" Target="/ppt/slides/slide40.xml" /><Relationship Id="BackgroundRevisionSlide14" Type="http://schemas.openxmlformats.org/officeDocument/2006/relationships/slide" Target="/ppt/slides/slide41.xml" /><Relationship Id="BackgroundRevisionSlide15" Type="http://schemas.openxmlformats.org/officeDocument/2006/relationships/slide" Target="/ppt/slides/slide58.xml" /><Relationship Id="BackgroundRevisionSlide16" Type="http://schemas.openxmlformats.org/officeDocument/2006/relationships/slide" Target="/ppt/slides/slide51.xml" /><Relationship Id="BackgroundRevisionSlide17" Type="http://schemas.openxmlformats.org/officeDocument/2006/relationships/slide" Target="/ppt/slides/slide59.xml" /><Relationship Id="BackgroundRevisionSlide18" Type="http://schemas.openxmlformats.org/officeDocument/2006/relationships/slide" Target="/ppt/slides/slide52.xml" /><Relationship Id="BackgroundRevisionSlide19" Type="http://schemas.openxmlformats.org/officeDocument/2006/relationships/slide" Target="/ppt/slides/slide60.xml" /><Relationship Id="BackgroundRevisionSlide20" Type="http://schemas.openxmlformats.org/officeDocument/2006/relationships/slide" Target="/ppt/slides/slide53.xml" /><Relationship Id="BackgroundRevisionSlide21" Type="http://schemas.openxmlformats.org/officeDocument/2006/relationships/slide" Target="/ppt/slides/slide61.xml" /><Relationship Id="BackgroundRevisionSlide22" Type="http://schemas.openxmlformats.org/officeDocument/2006/relationships/slide" Target="/ppt/slides/slide54.xml" /><Relationship Id="BackgroundRevisionSlide23" Type="http://schemas.openxmlformats.org/officeDocument/2006/relationships/slide" Target="/ppt/slides/slide55.xml" /><Relationship Id="BackgroundRevisionSlide24" Type="http://schemas.openxmlformats.org/officeDocument/2006/relationships/slide" Target="/ppt/slides/slide56.xml" /><Relationship Id="BackgroundRevisionSlide25" Type="http://schemas.openxmlformats.org/officeDocument/2006/relationships/slide" Target="/ppt/slides/slide57.xml" /><Relationship Id="BackgroundRevisionSlide26" Type="http://schemas.openxmlformats.org/officeDocument/2006/relationships/slide" Target="/ppt/slides/slide8.xml" /><Relationship Id="BackgroundRevisionSlide27" Type="http://schemas.openxmlformats.org/officeDocument/2006/relationships/slide" Target="/ppt/slides/slide9.xml" /><Relationship Id="BackgroundRevisionSlide28" Type="http://schemas.openxmlformats.org/officeDocument/2006/relationships/slide" Target="/ppt/slides/slide10.xml" /><Relationship Id="BackgroundRevisionSlide29" Type="http://schemas.openxmlformats.org/officeDocument/2006/relationships/slide" Target="/ppt/slides/slide11.xml" /><Relationship Id="BackgroundRevisionSlide30" Type="http://schemas.openxmlformats.org/officeDocument/2006/relationships/slide" Target="/ppt/slides/slide12.xml" /><Relationship Id="BackgroundRevisionSlide31" Type="http://schemas.openxmlformats.org/officeDocument/2006/relationships/slide" Target="/ppt/slides/slide13.xml" /><Relationship Id="BackgroundRevisionSlide32" Type="http://schemas.openxmlformats.org/officeDocument/2006/relationships/slide" Target="/ppt/slides/slide14.xml" /><Relationship Id="BackgroundRevisionSlide33" Type="http://schemas.openxmlformats.org/officeDocument/2006/relationships/slide" Target="/ppt/slides/slide15.xml" /><Relationship Id="BackgroundRevisionSlide34" Type="http://schemas.openxmlformats.org/officeDocument/2006/relationships/slide" Target="/ppt/slides/slide16.xml" /><Relationship Id="BackgroundRevisionSlide35" Type="http://schemas.openxmlformats.org/officeDocument/2006/relationships/slide" Target="/ppt/slides/slide17.xml" /><Relationship Id="BackgroundRevisionSlide36" Type="http://schemas.openxmlformats.org/officeDocument/2006/relationships/slide" Target="/ppt/slides/slide1.xml" /><Relationship Id="BackgroundRevisionSlide37" Type="http://schemas.openxmlformats.org/officeDocument/2006/relationships/slide" Target="/ppt/slides/slide2.xml" /><Relationship Id="BackgroundRevisionSlide38" Type="http://schemas.openxmlformats.org/officeDocument/2006/relationships/slide" Target="/ppt/slides/slide3.xml" /><Relationship Id="BackgroundRevisionSlide39" Type="http://schemas.openxmlformats.org/officeDocument/2006/relationships/slide" Target="/ppt/slides/slide4.xml" /><Relationship Id="BackgroundRevisionSlide40" Type="http://schemas.openxmlformats.org/officeDocument/2006/relationships/slide" Target="/ppt/slides/slide5.xml" /><Relationship Id="BackgroundRevisionSlide41" Type="http://schemas.openxmlformats.org/officeDocument/2006/relationships/slide" Target="/ppt/slides/slide6.xml" /><Relationship Id="BackgroundRevisionSlide42" Type="http://schemas.openxmlformats.org/officeDocument/2006/relationships/slide" Target="/ppt/slides/slide7.xml" /><Relationship Id="BackgroundRevisionSlide43" Type="http://schemas.openxmlformats.org/officeDocument/2006/relationships/slide" Target="/ppt/slides/slide18.xml" /><Relationship Id="BackgroundRevisionSlide44" Type="http://schemas.openxmlformats.org/officeDocument/2006/relationships/slide" Target="/ppt/slides/slide19.xml" /><Relationship Id="BackgroundRevisionSlide45" Type="http://schemas.openxmlformats.org/officeDocument/2006/relationships/slide" Target="/ppt/slides/slide20.xml" /><Relationship Id="BackgroundRevisionSlide46" Type="http://schemas.openxmlformats.org/officeDocument/2006/relationships/slide" Target="/ppt/slides/slide21.xml" /><Relationship Id="BackgroundRevisionSlide47" Type="http://schemas.openxmlformats.org/officeDocument/2006/relationships/slide" Target="/ppt/slides/slide22.xml" /><Relationship Id="BackgroundRevisionSlide48" Type="http://schemas.openxmlformats.org/officeDocument/2006/relationships/slide" Target="/ppt/slides/slide23.xml" /><Relationship Id="BackgroundRevisionSlide49" Type="http://schemas.openxmlformats.org/officeDocument/2006/relationships/slide" Target="/ppt/slides/slide24.xml" /><Relationship Id="BackgroundRevisionSlide50" Type="http://schemas.openxmlformats.org/officeDocument/2006/relationships/slide" Target="/ppt/slides/slide25.xml" /><Relationship Id="BackgroundRevisionSlide51" Type="http://schemas.openxmlformats.org/officeDocument/2006/relationships/slide" Target="/ppt/slides/slide26.xml" /><Relationship Id="BackgroundRevisionSlide52" Type="http://schemas.openxmlformats.org/officeDocument/2006/relationships/slide" Target="/ppt/slides/slide27.xml" /><Relationship Id="BackgroundRevisionSlide53" Type="http://schemas.openxmlformats.org/officeDocument/2006/relationships/slide" Target="/ppt/slides/slide28.xml" /><Relationship Id="BackgroundRevisionSlide54" Type="http://schemas.openxmlformats.org/officeDocument/2006/relationships/slide" Target="/ppt/slides/slide29.xml" /><Relationship Id="BackgroundRevisionSlide55" Type="http://schemas.openxmlformats.org/officeDocument/2006/relationships/slide" Target="/ppt/slides/slide30.xml" /><Relationship Id="BackgroundRevisionSlide56" Type="http://schemas.openxmlformats.org/officeDocument/2006/relationships/slide" Target="/ppt/slides/slide31.xml" /><Relationship Id="BackgroundRevisionSlide57" Type="http://schemas.openxmlformats.org/officeDocument/2006/relationships/slide" Target="/ppt/slides/slide32.xml" /><Relationship Id="BackgroundRevisionSlide58" Type="http://schemas.openxmlformats.org/officeDocument/2006/relationships/slide" Target="/ppt/slides/slide42.xml" /><Relationship Id="BackgroundRevisionSlide59" Type="http://schemas.openxmlformats.org/officeDocument/2006/relationships/slide" Target="/ppt/slides/slide43.xml" /><Relationship Id="BackgroundRevisionSlide60" Type="http://schemas.openxmlformats.org/officeDocument/2006/relationships/slide" Target="/ppt/slides/slide44.xml" /><Relationship Id="BackgroundRevisionSlide61" Type="http://schemas.openxmlformats.org/officeDocument/2006/relationships/slide" Target="/ppt/slides/slide45.xml" /></Relationships>
</file>

<file path=ppt/notesMasters/V2Clone_initial01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2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3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4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6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7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Native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3Background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_rels/V2Clone_initial01_notesMaster1.xml.rels><?xml version='1.0' encoding='utf-8'?>
<Relationships xmlns="http://schemas.openxmlformats.org/package/2006/relationships"><Relationship Type="http://schemas.openxmlformats.org/officeDocument/2006/relationships/theme" Target="/ppt/notesMasters/theme/V2Clone_initial01_theme3.xml" Id="R84c38049fec14e69" /></Relationships>
</file>

<file path=ppt/notesMasters/_rels/V2Clone_initial02_notesMaster1.xml.rels><?xml version='1.0' encoding='utf-8'?>
<Relationships xmlns="http://schemas.openxmlformats.org/package/2006/relationships"><Relationship Type="http://schemas.openxmlformats.org/officeDocument/2006/relationships/theme" Target="/ppt/notesMasters/theme/V2Clone_initial02_theme3.xml" Id="Rdd1d059cf55e4b6f" /></Relationships>
</file>

<file path=ppt/notesMasters/_rels/V2Clone_initial03_notesMaster1.xml.rels><?xml version='1.0' encoding='utf-8'?>
<Relationships xmlns="http://schemas.openxmlformats.org/package/2006/relationships"><Relationship Type="http://schemas.openxmlformats.org/officeDocument/2006/relationships/theme" Target="/ppt/notesMasters/theme/V2Clone_initial03_theme3.xml" Id="Rc0807e829f2d4888" /></Relationships>
</file>

<file path=ppt/notesMasters/_rels/V2Clone_initial04_notesMaster1.xml.rels><?xml version='1.0' encoding='utf-8'?>
<Relationships xmlns="http://schemas.openxmlformats.org/package/2006/relationships"><Relationship Type="http://schemas.openxmlformats.org/officeDocument/2006/relationships/theme" Target="/ppt/notesMasters/theme/V2Clone_initial04_theme3.xml" Id="R931d06c04bee431f" /></Relationships>
</file>

<file path=ppt/notesMasters/_rels/V2Clone_initial06_notesMaster1.xml.rels><?xml version='1.0' encoding='utf-8'?>
<Relationships xmlns="http://schemas.openxmlformats.org/package/2006/relationships"><Relationship Type="http://schemas.openxmlformats.org/officeDocument/2006/relationships/theme" Target="/ppt/notesMasters/theme/V2Clone_initial06_theme3.xml" Id="R003d515494d44032" /></Relationships>
</file>

<file path=ppt/notesMasters/_rels/V2Clone_initial07_notesMaster1.xml.rels><?xml version='1.0' encoding='utf-8'?>
<Relationships xmlns="http://schemas.openxmlformats.org/package/2006/relationships"><Relationship Type="http://schemas.openxmlformats.org/officeDocument/2006/relationships/theme" Target="/ppt/notesMasters/theme/V2Clone_initial07_theme3.xml" Id="R58e00c7f09bf478e" /></Relationships>
</file>

<file path=ppt/notesMasters/_rels/V2Native_notesMaster1.xml.rels><?xml version='1.0' encoding='utf-8'?>
<Relationships xmlns="http://schemas.openxmlformats.org/package/2006/relationships"><Relationship Type="http://schemas.openxmlformats.org/officeDocument/2006/relationships/theme" Target="/ppt/notesMasters/theme/V2Native_theme3.xml" Id="Rf5150de32f754054" /></Relationships>
</file>

<file path=ppt/notesMasters/_rels/V3Background_notesMaster1.xml.rels><?xml version='1.0' encoding='utf-8'?>
<Relationships xmlns="http://schemas.openxmlformats.org/package/2006/relationships"><Relationship Type="http://schemas.openxmlformats.org/officeDocument/2006/relationships/theme" Target="/ppt/notesMasters/theme/V3Background_theme3.xml" Id="R32d20cab243d46f3"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initial02_notesMaster1.xml.rels><?xml version='1.0' encoding='utf-8'?>
<Relationships xmlns="http://schemas.openxmlformats.org/package/2006/relationships"><Relationship Type="http://schemas.openxmlformats.org/officeDocument/2006/relationships/theme" Target="/ppt/notesMasters/theme/initial02_theme3.xml" Id="Rdd1d059cf55e4b6f" /></Relationships>
</file>

<file path=ppt/notesMasters/_rels/initial03_notesMaster1.xml.rels><?xml version='1.0' encoding='utf-8'?>
<Relationships xmlns="http://schemas.openxmlformats.org/package/2006/relationships"><Relationship Type="http://schemas.openxmlformats.org/officeDocument/2006/relationships/theme" Target="/ppt/notesMasters/theme/initial03_theme3.xml" Id="Rc0807e829f2d4888" /></Relationships>
</file>

<file path=ppt/notesMasters/_rels/initial04_notesMaster1.xml.rels><?xml version='1.0' encoding='utf-8'?>
<Relationships xmlns="http://schemas.openxmlformats.org/package/2006/relationships"><Relationship Type="http://schemas.openxmlformats.org/officeDocument/2006/relationships/theme" Target="/ppt/notesMasters/theme/initial04_theme3.xml" Id="R931d06c04bee431f" /></Relationships>
</file>

<file path=ppt/notesMasters/_rels/initial05_notesMaster1.xml.rels><?xml version='1.0' encoding='utf-8'?>
<Relationships xmlns="http://schemas.openxmlformats.org/package/2006/relationships"><Relationship Type="http://schemas.openxmlformats.org/officeDocument/2006/relationships/theme" Target="/ppt/notesMasters/theme/initial05_theme3.xml" Id="Rfeb8b06d49e94032" /></Relationships>
</file>

<file path=ppt/notesMasters/_rels/initial06_notesMaster1.xml.rels><?xml version='1.0' encoding='utf-8'?>
<Relationships xmlns="http://schemas.openxmlformats.org/package/2006/relationships"><Relationship Type="http://schemas.openxmlformats.org/officeDocument/2006/relationships/theme" Target="/ppt/notesMasters/theme/initial06_theme3.xml" Id="R003d515494d44032" /></Relationships>
</file>

<file path=ppt/notesMasters/_rels/initial07_notesMaster1.xml.rels><?xml version='1.0' encoding='utf-8'?>
<Relationships xmlns="http://schemas.openxmlformats.org/package/2006/relationships"><Relationship Type="http://schemas.openxmlformats.org/officeDocument/2006/relationships/theme" Target="/ppt/notesMasters/theme/initial07_theme3.xml" Id="R58e00c7f09bf478e" /></Relationships>
</file>

<file path=ppt/notesMasters/initial01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2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3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4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5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6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7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V2Clone_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Nativ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3Backgroun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initial01_notesMaster1.xml" Id="R832cbe33023d47f0" /></Relationships>
</file>

<file path=ppt/notesSlides/_rels/notesSlide2.xml.rels><?xml version='1.0' encoding='utf-8'?>
<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initial01_notesMaster1.xml" Id="Ra9bb3611ae484615" /></Relationships>
</file>

<file path=ppt/notesSlides/_rels/notesSlide3.xml.rels><?xml version='1.0' encoding='utf-8'?>
<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initial01_notesMaster1.xml" Id="R2fbd8ed86add4231" /></Relationships>
</file>

<file path=ppt/notesSlides/_rels/notesSlide4.xml.rels><?xml version='1.0' encoding='utf-8'?>
<Relationships xmlns="http://schemas.openxmlformats.org/package/2006/relationships"><Relationship Type="http://schemas.openxmlformats.org/officeDocument/2006/relationships/slide" Target="/ppt/slides/slide4.xml" Id="R333ade01b54a4d1d" /><Relationship Type="http://schemas.openxmlformats.org/officeDocument/2006/relationships/notesMaster" Target="/ppt/notesMasters/initial02_notesMaster1.xml" Id="R7830ed428e614bc0" /></Relationships>
</file>

<file path=ppt/notesSlides/_rels/notesSlide5.xml.rels><?xml version='1.0' encoding='utf-8'?>
<Relationships xmlns="http://schemas.openxmlformats.org/package/2006/relationships"><Relationship Type="http://schemas.openxmlformats.org/officeDocument/2006/relationships/slide" Target="/ppt/slides/slide5.xml" Id="R614577add6f0455f" /><Relationship Type="http://schemas.openxmlformats.org/officeDocument/2006/relationships/notesMaster" Target="/ppt/notesMasters/initial03_notesMaster1.xml" Id="Rb9101b88cdb34bab" /></Relationships>
</file>

<file path=ppt/notesSlides/_rels/notesSlide6.xml.rels><?xml version='1.0' encoding='utf-8'?>
<Relationships xmlns="http://schemas.openxmlformats.org/package/2006/relationships"><Relationship Type="http://schemas.openxmlformats.org/officeDocument/2006/relationships/slide" Target="/ppt/slides/slide6.xml" Id="R73d0757a73ae48e1" /><Relationship Type="http://schemas.openxmlformats.org/officeDocument/2006/relationships/notesMaster" Target="/ppt/notesMasters/initial04_notesMaster1.xml" Id="Rb62d330d4c93413a" /></Relationships>
</file>

<file path=ppt/notesSlides/_rels/notesSlide7.xml.rels><?xml version='1.0' encoding='utf-8'?>
<Relationships xmlns="http://schemas.openxmlformats.org/package/2006/relationships"><Relationship Type="http://schemas.openxmlformats.org/officeDocument/2006/relationships/slide" Target="/ppt/slides/slide7.xml" Id="R29b23ce273b24b3a" /><Relationship Type="http://schemas.openxmlformats.org/officeDocument/2006/relationships/notesMaster" Target="/ppt/notesMasters/initial04_notesMaster1.xml" Id="Rceb66a052a024527" /></Relationships>
</file>

<file path=ppt/notesSlides/_rels/notesSlide8.xml.rels><?xml version='1.0' encoding='utf-8'?>
<Relationships xmlns="http://schemas.openxmlformats.org/package/2006/relationships"><Relationship Type="http://schemas.openxmlformats.org/officeDocument/2006/relationships/slide" Target="/ppt/slides/slide8.xml" Id="Rcd109bbe344c436f" /><Relationship Type="http://schemas.openxmlformats.org/officeDocument/2006/relationships/notesMaster" Target="/ppt/notesMasters/initial04_notesMaster1.xml" Id="Rc95130aed6b5489b" /></Relationships>
</file>

<file path=ppt/notesSlides/_rels/notesSlide9.xml.rels><?xml version='1.0' encoding='utf-8'?>
<Relationships xmlns="http://schemas.openxmlformats.org/package/2006/relationships"><Relationship Type="http://schemas.openxmlformats.org/officeDocument/2006/relationships/slide" Target="/ppt/slides/slide9.xml" Id="R17ea05df72764fd9" /><Relationship Type="http://schemas.openxmlformats.org/officeDocument/2006/relationships/notesMaster" Target="/ppt/notesMasters/initial04_notesMaster1.xml" Id="R4a80eaab4f314218" /></Relationships>
</file>

<file path=ppt/notesSlides/_rels/notesSlide10.xml.rels><?xml version='1.0' encoding='utf-8'?>
<Relationships xmlns="http://schemas.openxmlformats.org/package/2006/relationships"><Relationship Type="http://schemas.openxmlformats.org/officeDocument/2006/relationships/slide" Target="/ppt/slides/slide10.xml" Id="R8e77636d89124496" /><Relationship Type="http://schemas.openxmlformats.org/officeDocument/2006/relationships/notesMaster" Target="/ppt/notesMasters/initial04_notesMaster1.xml" Id="R647253f0b3824a7b" /></Relationships>
</file>

<file path=ppt/notesSlides/_rels/notesSlide11.xml.rels><?xml version='1.0' encoding='utf-8'?>
<Relationships xmlns="http://schemas.openxmlformats.org/package/2006/relationships"><Relationship Type="http://schemas.openxmlformats.org/officeDocument/2006/relationships/slide" Target="/ppt/slides/slide11.xml" Id="Rf166a0090eeb4245" /><Relationship Type="http://schemas.openxmlformats.org/officeDocument/2006/relationships/notesMaster" Target="/ppt/notesMasters/initial04_notesMaster1.xml" Id="R9ef1ba984f3f4123" /></Relationships>
</file>

<file path=ppt/notesSlides/_rels/notesSlide12.xml.rels><?xml version='1.0' encoding='utf-8'?>
<Relationships xmlns="http://schemas.openxmlformats.org/package/2006/relationships"><Relationship Type="http://schemas.openxmlformats.org/officeDocument/2006/relationships/slide" Target="/ppt/slides/slide12.xml" Id="R4c1edebeefa0448e" /><Relationship Type="http://schemas.openxmlformats.org/officeDocument/2006/relationships/notesMaster" Target="/ppt/notesMasters/initial05_notesMaster1.xml" Id="Rab6910f14f964350" /></Relationships>
</file>

<file path=ppt/notesSlides/_rels/notesSlide13.xml.rels><?xml version='1.0' encoding='utf-8'?>
<Relationships xmlns="http://schemas.openxmlformats.org/package/2006/relationships"><Relationship Type="http://schemas.openxmlformats.org/officeDocument/2006/relationships/slide" Target="/ppt/slides/slide13.xml" Id="R6d6c62a520ac40d9" /><Relationship Type="http://schemas.openxmlformats.org/officeDocument/2006/relationships/notesMaster" Target="/ppt/notesMasters/initial05_notesMaster1.xml" Id="R50722d4c00ae402a" /></Relationships>
</file>

<file path=ppt/notesSlides/_rels/notesSlide14.xml.rels><?xml version='1.0' encoding='utf-8'?>
<Relationships xmlns="http://schemas.openxmlformats.org/package/2006/relationships"><Relationship Type="http://schemas.openxmlformats.org/officeDocument/2006/relationships/slide" Target="/ppt/slides/slide14.xml" Id="Ree8e75784b4b47af" /><Relationship Type="http://schemas.openxmlformats.org/officeDocument/2006/relationships/notesMaster" Target="/ppt/notesMasters/initial05_notesMaster1.xml" Id="R92681360458749fc" /></Relationships>
</file>

<file path=ppt/notesSlides/_rels/notesSlide15.xml.rels><?xml version='1.0' encoding='utf-8'?>
<Relationships xmlns="http://schemas.openxmlformats.org/package/2006/relationships"><Relationship Type="http://schemas.openxmlformats.org/officeDocument/2006/relationships/slide" Target="/ppt/slides/slide15.xml" Id="Rbbee4146c3e948b0" /><Relationship Type="http://schemas.openxmlformats.org/officeDocument/2006/relationships/notesMaster" Target="/ppt/notesMasters/initial05_notesMaster1.xml" Id="Re35f50fbd93746e3" /></Relationships>
</file>

<file path=ppt/notesSlides/_rels/notesSlide16.xml.rels><?xml version='1.0' encoding='utf-8'?>
<Relationships xmlns="http://schemas.openxmlformats.org/package/2006/relationships"><Relationship Type="http://schemas.openxmlformats.org/officeDocument/2006/relationships/slide" Target="/ppt/slides/slide16.xml" Id="R50bd3d1598b5472b" /><Relationship Type="http://schemas.openxmlformats.org/officeDocument/2006/relationships/notesMaster" Target="/ppt/notesMasters/initial05_notesMaster1.xml" Id="Rf325e51b83884016" /></Relationships>
</file>

<file path=ppt/notesSlides/_rels/notesSlide17.xml.rels><?xml version='1.0' encoding='utf-8'?>
<Relationships xmlns="http://schemas.openxmlformats.org/package/2006/relationships"><Relationship Type="http://schemas.openxmlformats.org/officeDocument/2006/relationships/slide" Target="/ppt/slides/slide17.xml" Id="Rfa9dabd8028b40cd" /><Relationship Type="http://schemas.openxmlformats.org/officeDocument/2006/relationships/notesMaster" Target="/ppt/notesMasters/initial05_notesMaster1.xml" Id="R7ae6329e8e3840b7" /></Relationships>
</file>

<file path=ppt/notesSlides/_rels/notesSlide18.xml.rels><?xml version='1.0' encoding='utf-8'?>
<Relationships xmlns="http://schemas.openxmlformats.org/package/2006/relationships"><Relationship Type="http://schemas.openxmlformats.org/officeDocument/2006/relationships/slide" Target="/ppt/slides/slide18.xml" Id="Raac8767870db40f4" /><Relationship Type="http://schemas.openxmlformats.org/officeDocument/2006/relationships/notesMaster" Target="/ppt/notesMasters/initial06_notesMaster1.xml" Id="R5618c6dfb63f4d6c" /></Relationships>
</file>

<file path=ppt/notesSlides/_rels/notesSlide19.xml.rels><?xml version='1.0' encoding='utf-8'?>
<Relationships xmlns="http://schemas.openxmlformats.org/package/2006/relationships"><Relationship Type="http://schemas.openxmlformats.org/officeDocument/2006/relationships/slide" Target="/ppt/slides/slide19.xml" Id="Rc125f551bf0c4525" /><Relationship Type="http://schemas.openxmlformats.org/officeDocument/2006/relationships/notesMaster" Target="/ppt/notesMasters/initial07_notesMaster1.xml" Id="R325333de39404226" /></Relationships>
</file>

<file path=ppt/notesSlides/_rels/notesSlide20.xml.rels><?xml version='1.0' encoding='utf-8'?>
<Relationships xmlns="http://schemas.openxmlformats.org/package/2006/relationships"><Relationship Type="http://schemas.openxmlformats.org/officeDocument/2006/relationships/slide" Target="/ppt/slides/slide20.xml" Id="Rc125f551bf0c4525" /><Relationship Type="http://schemas.openxmlformats.org/officeDocument/2006/relationships/notesMaster" Target="/ppt/notesMasters/initial07_notesMaster1.xml" Id="R325333de39404226" /></Relationships>
</file>

<file path=ppt/notesSlides/_rels/notesSlide21.xml.rels><?xml version='1.0' encoding='utf-8'?>
<Relationships xmlns="http://schemas.openxmlformats.org/package/2006/relationships"><Relationship Type="http://schemas.openxmlformats.org/officeDocument/2006/relationships/slide" Target="/ppt/slides/slide21.xml" Id="R18411b37618c4e8a" /><Relationship Type="http://schemas.openxmlformats.org/officeDocument/2006/relationships/notesMaster" Target="/ppt/notesMasters/initial07_notesMaster1.xml" Id="Rd94b16226d97425e" /></Relationships>
</file>

<file path=ppt/notesSlides/_rels/notesSlide22.xml.rels><?xml version='1.0' encoding='utf-8'?>
<Relationships xmlns="http://schemas.openxmlformats.org/package/2006/relationships"><Relationship Type="http://schemas.openxmlformats.org/officeDocument/2006/relationships/slide" Target="/ppt/slides/slide22.xml" Id="Rf5695a13ef524abb" /><Relationship Type="http://schemas.openxmlformats.org/officeDocument/2006/relationships/notesMaster" Target="/ppt/notesMasters/initial07_notesMaster1.xml" Id="Rf7dd7de0035d414d" /></Relationships>
</file>

<file path=ppt/notesSlides/_rels/notesSlide23.xml.rels><?xml version='1.0' encoding='utf-8'?>
<Relationships xmlns="http://schemas.openxmlformats.org/package/2006/relationships"><Relationship Type="http://schemas.openxmlformats.org/officeDocument/2006/relationships/slide" Target="/ppt/slides/slide23.xml" Id="Rf5695a13ef524abb" /><Relationship Type="http://schemas.openxmlformats.org/officeDocument/2006/relationships/notesMaster" Target="/ppt/notesMasters/initial07_notesMaster1.xml" Id="Rf7dd7de0035d414d" /></Relationships>
</file>

<file path=ppt/notesSlides/_rels/notesSlide24.xml.rels><?xml version='1.0' encoding='utf-8'?>
<Relationships xmlns="http://schemas.openxmlformats.org/package/2006/relationships"><Relationship Type="http://schemas.openxmlformats.org/officeDocument/2006/relationships/slide" Target="/ppt/slides/slide24.xml" Id="R627a3ac7c4c14f76" /><Relationship Type="http://schemas.openxmlformats.org/officeDocument/2006/relationships/notesMaster" Target="/ppt/notesMasters/initial07_notesMaster1.xml" Id="Rad29ecd59eaa4ae4" /></Relationships>
</file>

<file path=ppt/notesSlides/_rels/notesSlide25.xml.rels><?xml version='1.0' encoding='utf-8'?>
<Relationships xmlns="http://schemas.openxmlformats.org/package/2006/relationships"><Relationship Type="http://schemas.openxmlformats.org/officeDocument/2006/relationships/slide" Target="/ppt/slides/slide25.xml" Id="R406046e19a934426" /><Relationship Type="http://schemas.openxmlformats.org/officeDocument/2006/relationships/notesMaster" Target="/ppt/notesMasters/initial07_notesMaster1.xml" Id="R39514067d3f64c00" /></Relationships>
</file>

<file path=ppt/notesSlides/_rels/notesSlide26.xml.rels><?xml version='1.0' encoding='utf-8'?>
<Relationships xmlns="http://schemas.openxmlformats.org/package/2006/relationships"><Relationship Type="http://schemas.openxmlformats.org/officeDocument/2006/relationships/slide" Target="/ppt/slides/slide26.xml" Id="R406046e19a934426" /><Relationship Type="http://schemas.openxmlformats.org/officeDocument/2006/relationships/notesMaster" Target="/ppt/notesMasters/initial07_notesMaster1.xml" Id="R39514067d3f64c00" /></Relationships>
</file>

<file path=ppt/notesSlides/_rels/notesSlide27.xml.rels><?xml version='1.0' encoding='utf-8'?>
<Relationships xmlns="http://schemas.openxmlformats.org/package/2006/relationships"><Relationship Type="http://schemas.openxmlformats.org/officeDocument/2006/relationships/slide" Target="/ppt/slides/slide27.xml" Id="R8b722c512a9c466b" /><Relationship Type="http://schemas.openxmlformats.org/officeDocument/2006/relationships/notesMaster" Target="/ppt/notesMasters/initial07_notesMaster1.xml" Id="R6877b8abd8454a72" /></Relationships>
</file>

<file path=ppt/notesSlides/_rels/notesSlide28.xml.rels><?xml version='1.0' encoding='utf-8'?>
<Relationships xmlns="http://schemas.openxmlformats.org/package/2006/relationships"><Relationship Type="http://schemas.openxmlformats.org/officeDocument/2006/relationships/slide" Target="/ppt/slides/slide28.xml" Id="Rfa706b4d6e834580" /><Relationship Type="http://schemas.openxmlformats.org/officeDocument/2006/relationships/notesMaster" Target="/ppt/notesMasters/initial07_notesMaster1.xml" Id="R1a32d61983b14d1a" /></Relationships>
</file>

<file path=ppt/notesSlides/_rels/notesSlide29.xml.rels><?xml version='1.0' encoding='utf-8'?>
<Relationships xmlns="http://schemas.openxmlformats.org/package/2006/relationships"><Relationship Type="http://schemas.openxmlformats.org/officeDocument/2006/relationships/slide" Target="/ppt/slides/slide29.xml" Id="Rfa706b4d6e834580" /><Relationship Type="http://schemas.openxmlformats.org/officeDocument/2006/relationships/notesMaster" Target="/ppt/notesMasters/initial07_notesMaster1.xml" Id="R1a32d61983b14d1a" /></Relationships>
</file>

<file path=ppt/notesSlides/_rels/notesSlide30.xml.rels><?xml version='1.0' encoding='utf-8'?>
<Relationships xmlns="http://schemas.openxmlformats.org/package/2006/relationships"><Relationship Type="http://schemas.openxmlformats.org/officeDocument/2006/relationships/slide" Target="/ppt/slides/slide30.xml" Id="R2930f09d8a244954" /><Relationship Type="http://schemas.openxmlformats.org/officeDocument/2006/relationships/notesMaster" Target="/ppt/notesMasters/initial07_notesMaster1.xml" Id="Rf3499972cade4e59" /></Relationships>
</file>

<file path=ppt/notesSlides/_rels/notesSlide31.xml.rels><?xml version='1.0' encoding='utf-8'?>
<Relationships xmlns="http://schemas.openxmlformats.org/package/2006/relationships"><Relationship Type="http://schemas.openxmlformats.org/officeDocument/2006/relationships/slide" Target="/ppt/slides/slide31.xml" Id="Rabea582a54c24c83" /><Relationship Type="http://schemas.openxmlformats.org/officeDocument/2006/relationships/notesMaster" Target="/ppt/notesMasters/initial07_notesMaster1.xml" Id="R24a2b618dbd7401b" /></Relationships>
</file>

<file path=ppt/notesSlides/_rels/notesSlide32.xml.rels><?xml version='1.0' encoding='utf-8'?>
<Relationships xmlns="http://schemas.openxmlformats.org/package/2006/relationships"><Relationship Type="http://schemas.openxmlformats.org/officeDocument/2006/relationships/slide" Target="/ppt/slides/slide32.xml" Id="Rabea582a54c24c83" /><Relationship Type="http://schemas.openxmlformats.org/officeDocument/2006/relationships/notesMaster" Target="/ppt/notesMasters/initial07_notesMaster1.xml" Id="R24a2b618dbd7401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V2Clone_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V2Clone_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V2Clone_initial02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V2Clone_initial07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V2Clone_initial03_notesMaster1.xml" Id="Rb9101b88cdb34bab" /></Relationships>
</file>

<file path=ppt/notesSlides/_rels/notesSlide38.xml.rels><?xml version='1.0' encoding='utf-8'?>
<Relationships xmlns="http://schemas.openxmlformats.org/package/2006/relationships"><Relationship Type="http://schemas.openxmlformats.org/officeDocument/2006/relationships/slide" Target="/ppt/slides/slide38.xml" Id="R73d0757a73ae48e1" /><Relationship Type="http://schemas.openxmlformats.org/officeDocument/2006/relationships/notesMaster" Target="/ppt/notesMasters/V2Clone_initial04_notesMaster1.xml" Id="Rb62d330d4c93413a" /></Relationships>
</file>

<file path=ppt/notesSlides/_rels/notesSlide39.xml.rels><?xml version='1.0' encoding='utf-8'?>
<Relationships xmlns="http://schemas.openxmlformats.org/package/2006/relationships"><Relationship Type="http://schemas.openxmlformats.org/officeDocument/2006/relationships/slide" Target="/ppt/slides/slide39.xml" Id="R29b23ce273b24b3a" /><Relationship Type="http://schemas.openxmlformats.org/officeDocument/2006/relationships/notesMaster" Target="/ppt/notesMasters/V2Clone_initial04_notesMaster1.xml" Id="Rceb66a052a024527"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V2Clone_initial06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V2Clone_initial07_notesMaster1.xml" Id="R325333de39404226" /></Relationships>
</file>

<file path=ppt/notesSlides/_rels/notesSlide42.xml.rels><?xml version='1.0' encoding='utf-8'?>
<Relationships xmlns="http://schemas.openxmlformats.org/package/2006/relationships"><Relationship Type="http://schemas.openxmlformats.org/officeDocument/2006/relationships/slide" Target="/ppt/slides/slide42.xml" Id="R18411b37618c4e8a" /><Relationship Type="http://schemas.openxmlformats.org/officeDocument/2006/relationships/notesMaster" Target="/ppt/notesMasters/V2Clone_initial07_notesMaster1.xml" Id="Rd94b16226d97425e" /></Relationships>
</file>

<file path=ppt/notesSlides/_rels/notesSlide43.xml.rels><?xml version='1.0' encoding='utf-8'?>
<Relationships xmlns="http://schemas.openxmlformats.org/package/2006/relationships"><Relationship Type="http://schemas.openxmlformats.org/officeDocument/2006/relationships/slide" Target="/ppt/slides/slide43.xml" Id="R627a3ac7c4c14f76" /><Relationship Type="http://schemas.openxmlformats.org/officeDocument/2006/relationships/notesMaster" Target="/ppt/notesMasters/V2Clone_initial07_notesMaster1.xml" Id="Rad29ecd59eaa4ae4" /></Relationships>
</file>

<file path=ppt/notesSlides/_rels/notesSlide44.xml.rels><?xml version='1.0' encoding='utf-8'?>
<Relationships xmlns="http://schemas.openxmlformats.org/package/2006/relationships"><Relationship Type="http://schemas.openxmlformats.org/officeDocument/2006/relationships/slide" Target="/ppt/slides/slide44.xml" Id="R8b722c512a9c466b" /><Relationship Type="http://schemas.openxmlformats.org/officeDocument/2006/relationships/notesMaster" Target="/ppt/notesMasters/V2Clone_initial07_notesMaster1.xml" Id="R6877b8abd8454a72" /></Relationships>
</file>

<file path=ppt/notesSlides/_rels/notesSlide45.xml.rels><?xml version='1.0' encoding='utf-8'?>
<Relationships xmlns="http://schemas.openxmlformats.org/package/2006/relationships"><Relationship Type="http://schemas.openxmlformats.org/officeDocument/2006/relationships/slide" Target="/ppt/slides/slide45.xml" Id="R2930f09d8a244954" /><Relationship Type="http://schemas.openxmlformats.org/officeDocument/2006/relationships/notesMaster" Target="/ppt/notesMasters/V2Clone_initial07_notesMaster1.xml" Id="Rf3499972cade4e59" /></Relationships>
</file>

<file path=ppt/notesSlides/_rels/notesSlide46.xml.rels><?xml version='1.0' encoding='utf-8'?>
<Relationships xmlns="http://schemas.openxmlformats.org/package/2006/relationships"><Relationship Type="http://schemas.openxmlformats.org/officeDocument/2006/relationships/slide" Target="/ppt/slides/slide46.xml" Id="Rb75ef203052c4df7" /><Relationship Type="http://schemas.openxmlformats.org/officeDocument/2006/relationships/notesMaster" Target="/ppt/notesMasters/V2Native_notesMaster1.xml" Id="R0630c734da4e42d5"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V2Native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V2Native_notesMaster1.xml" Id="Rf6824e0fc2804797" /></Relationships>
</file>

<file path=ppt/notesSlides/_rels/notesSlide49.xml.rels><?xml version='1.0' encoding='utf-8'?>
<Relationships xmlns="http://schemas.openxmlformats.org/package/2006/relationships"><Relationship Type="http://schemas.openxmlformats.org/officeDocument/2006/relationships/slide" Target="/ppt/slides/slide49.xml" Id="R1ccadcc076f44982" /><Relationship Type="http://schemas.openxmlformats.org/officeDocument/2006/relationships/notesMaster" Target="/ppt/notesMasters/V2Native_notesMaster1.xml" Id="R93a9a18a9e104022"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V2Native_notesMaster1.xml" Id="R418fccd5d8d645a5" /></Relationships>
</file>

<file path=ppt/notesSlides/_rels/notesSlide51.xml.rels><?xml version='1.0' encoding='utf-8'?>
<Relationships xmlns="http://schemas.openxmlformats.org/package/2006/relationships"><Relationship Type="http://schemas.openxmlformats.org/officeDocument/2006/relationships/slide" Target="/ppt/slides/slide51.xml" Id="R52918a1ea70e4561" /><Relationship Type="http://schemas.openxmlformats.org/officeDocument/2006/relationships/notesMaster" Target="/ppt/notesMasters/V2Native_notesMaster1.xml" Id="R469d6cd0e7b74c5b"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V2Native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V2Native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V2Native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V2Native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V2Native_notesMaster1.xml" Id="Rbd8acf48482644d0" /></Relationships>
</file>

<file path=ppt/notesSlides/_rels/notesSlide57.xml.rels><?xml version='1.0' encoding='utf-8'?>
<Relationships xmlns="http://schemas.openxmlformats.org/package/2006/relationships"><Relationship Type="http://schemas.openxmlformats.org/officeDocument/2006/relationships/slide" Target="/ppt/slides/slide57.xml" Id="R79544567ed0d4759" /><Relationship Type="http://schemas.openxmlformats.org/officeDocument/2006/relationships/notesMaster" Target="/ppt/notesMasters/V2Native_notesMaster1.xml" Id="R3283956db45b4b55" /></Relationships>
</file>

<file path=ppt/notesSlides/_rels/notesSlide58.xml.rels><?xml version='1.0' encoding='utf-8'?>
<Relationships xmlns="http://schemas.openxmlformats.org/package/2006/relationships"><Relationship Type="http://schemas.openxmlformats.org/officeDocument/2006/relationships/slide" Target="/ppt/slides/slide58.xml" Id="Rbfad0ebab03e4997" /><Relationship Type="http://schemas.openxmlformats.org/officeDocument/2006/relationships/notesMaster" Target="/ppt/notesMasters/V3Background_notesMaster1.xml" Id="Rc30e836de1974c8d"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V3Background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V3Background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V3Background_notesMaster1.xml" Id="Ra3de0961eadd4b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p>
          <a:p xmlns:a="http://schemas.openxmlformats.org/drawingml/2006/main">
            <a: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p>
          <a:p xmlns:a="http://schemas.openxmlformats.org/drawingml/2006/main">
            <a:r>
              <a:t>기능 근거: docs/architecture/01-system-mission-and-boundary.md; 03-fixed-architecture-scope.md; 05-representative-use-cases.md. 현재 비교는 04-41, 04-44, 04-45, 04-42이며 최종 A/B 선택과 실측은 아직 없다.</a:t>
            </a:r>
          </a:p>
          <a:p xmlns:a="http://schemas.openxmlformats.org/drawingml/2006/main">
            <a: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화면과 대화, 진행 중인 Task를 함께 해석해 사용자 의도대로 요청을 처리해야 한다. 후속 정정은 바꿀 범위를 구분하고 기존 조건을 유지한다.</a:t>
            </a:r>
          </a:p>
          <a:p xmlns:a="http://schemas.openxmlformats.org/drawingml/2006/main">
            <a: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p>
          <a:p xmlns:a="http://schemas.openxmlformats.org/drawingml/2006/main">
            <a: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p>
          <a:p xmlns:a="http://schemas.openxmlformats.org/drawingml/2006/main">
            <a:r>
              <a:t>첫 반응과 준비된 결과의 전달에는 VIA의 해석, 조회, 검증 및 출력 시간이 필요하다. 외부 업무만 기다리는 시간은 VIA 처리시간과 구별한다. 입력과 인식의 지속은 해석 및 외부 실행과 병행해야 한다.</a:t>
            </a:r>
          </a:p>
          <a:p xmlns:a="http://schemas.openxmlformats.org/drawingml/2006/main">
            <a: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p>
          <a:p xmlns:a="http://schemas.openxmlformats.org/drawingml/2006/main">
            <a:r>
              <a:t>배경의 세 축은 뒤에서 제시할 품질 요구사항 및 DP 검토의 배경이다. 현재 페이지에서는 품질 이름과 ID를 먼저 표시하지 않는다. 특정 구조의 우열이나 성능 수치, 대안 선택 결과를 주장하지 않는다.</a:t>
            </a:r>
          </a:p>
          <a:p xmlns:a="http://schemas.openxmlformats.org/drawingml/2006/main">
            <a: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p>
          <a:p xmlns:a="http://schemas.openxmlformats.org/drawingml/2006/main">
            <a:r>
              <a:t>레이아웃 참조: docs/presentations_files/presentation_example1/03-과제필요성.png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하나의 대화 안에서 이어지는 다섯 장면이다. 화면의 표 설명은 VIA가 직접 응답하고, 보고서와 메일 초안의 도메인 계획 및 실제 작성은 Downstream Agent가 수행한다.</a:t>
            </a:r>
          </a:p>
          <a:p xmlns:a="http://schemas.openxmlformats.org/drawingml/2006/main">
            <a:r>
              <a:t/>
            </a:r>
          </a:p>
          <a:p xmlns:a="http://schemas.openxmlformats.org/drawingml/2006/main">
            <a: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p>
          <a:p xmlns:a="http://schemas.openxmlformats.org/drawingml/2006/main">
            <a:r>
              <a:t/>
            </a:r>
          </a:p>
          <a:p xmlns:a="http://schemas.openxmlformats.org/drawingml/2006/main">
            <a:r>
              <a:t>④는 메일 Agent의 질문이 사용자 정정 중 도착한 경우다. VIA는 사용자 발화가 끝난 뒤 질문을 전달하고, ‘영업팀’ 답변을 메일 업무에 연결한다. 보고서 업무는 계속 진행한다.</a:t>
            </a:r>
          </a:p>
          <a:p xmlns:a="http://schemas.openxmlformats.org/drawingml/2006/main">
            <a:r>
              <a:t/>
            </a:r>
          </a:p>
          <a:p xmlns:a="http://schemas.openxmlformats.org/drawingml/2006/main">
            <a:r>
              <a:t>⑤는 정상적인 Voice 종료와 Text 전환이다. 기존 Task의 검증된 상태를 확인하는 예이며 재시작 또는 장애 복구 성공의 증거는 아니다.</a:t>
            </a:r>
          </a:p>
          <a:p xmlns:a="http://schemas.openxmlformats.org/drawingml/2006/main">
            <a:r>
              <a:t/>
            </a:r>
          </a:p>
          <a:p xmlns:a="http://schemas.openxmlformats.org/drawingml/2006/main">
            <a: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p>
          <a:p xmlns:a="http://schemas.openxmlformats.org/drawingml/2006/main">
            <a:r>
              <a:t/>
            </a:r>
          </a:p>
          <a:p xmlns:a="http://schemas.openxmlformats.org/drawingml/2006/main">
            <a:r>
              <a:t>그림: docs/presentations_files/requirements-assets/의 기존 FR2, FR3, FR6, FR4, FR1 일러스트를 순서대로 재사용했다. 그림은 장면을 설명하는 독립 이미지 개체이고, 제목·발화·설명 및 업무 상태 표는 PowerPoint에서 편집할 수 있다.</a:t>
            </a:r>
          </a:p>
          <a:p xmlns:a="http://schemas.openxmlformats.org/drawingml/2006/main">
            <a:r>
              <a:t/>
            </a:r>
          </a:p>
          <a:p xmlns:a="http://schemas.openxmlformats.org/drawingml/2006/main">
            <a: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p>
          <a:p xmlns:a="http://schemas.openxmlformats.org/drawingml/2006/main">
            <a:r>
              <a:t/>
            </a:r>
          </a:p>
          <a:p xmlns:a="http://schemas.openxmlformats.org/drawingml/2006/main">
            <a: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p>
          <a:p xmlns:a="http://schemas.openxmlformats.org/drawingml/2006/main">
            <a:r>
              <a:t/>
            </a:r>
          </a:p>
          <a:p xmlns:a="http://schemas.openxmlformats.org/drawingml/2006/main">
            <a:r>
              <a:t>모델 배치는 로컬 VIA 및 로컬 VAD, 별도 클라우드 음성 모델과 의미 LLM이다. 모델 서비스의 임시 session과 VIA의 영속 Request/Task/실제 전달 원장을 구별한다. 모델 선정이나 제품 구현 완료를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 기능 요구사항 및 제약사항</a:t>
            </a:r>
          </a:p>
          <a:p xmlns:a="http://schemas.openxmlformats.org/drawingml/2006/main">
            <a:r>
              <a:t>원문: docs/presentations_files/functional-requirements-and-constraints.md</a:t>
            </a:r>
          </a:p>
          <a:p xmlns:a="http://schemas.openxmlformats.org/drawingml/2006/main">
            <a: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p>
          <a:p xmlns:a="http://schemas.openxmlformats.org/drawingml/2006/main">
            <a:r>
              <a:t/>
            </a:r>
          </a:p>
          <a:p xmlns:a="http://schemas.openxmlformats.org/drawingml/2006/main">
            <a:r>
              <a:t>FR1 지속 대화 처리</a:t>
            </a:r>
          </a:p>
          <a:p xmlns:a="http://schemas.openxmlformats.org/drawingml/2006/main">
            <a:r>
              <a:t>VIA가 요청을 처리하거나 응답하는 동안에도 사용자의 음성 또는 텍스트 입력을 받아 대화를 이어갈 수 있어야 한다.</a:t>
            </a:r>
          </a:p>
          <a:p xmlns:a="http://schemas.openxmlformats.org/drawingml/2006/main">
            <a:r>
              <a:t>관련 DP: 04-44</a:t>
            </a:r>
          </a:p>
          <a:p xmlns:a="http://schemas.openxmlformats.org/drawingml/2006/main">
            <a:r>
              <a:t/>
            </a:r>
          </a:p>
          <a:p xmlns:a="http://schemas.openxmlformats.org/drawingml/2006/main">
            <a:r>
              <a:t>FR2 맥락 기반 요청 해석</a:t>
            </a:r>
          </a:p>
          <a:p xmlns:a="http://schemas.openxmlformats.org/drawingml/2006/main">
            <a:r>
              <a:t>화면, 자료와 대화 맥락을 이용해 사용자 입력을 목표, 대상, 조건과 관련 업무가 식별된 요청으로 해석할 수 있어야 한다.</a:t>
            </a:r>
          </a:p>
          <a:p xmlns:a="http://schemas.openxmlformats.org/drawingml/2006/main">
            <a:r>
              <a:t>관련 DP: 04-41</a:t>
            </a:r>
          </a:p>
          <a:p xmlns:a="http://schemas.openxmlformats.org/drawingml/2006/main">
            <a:r>
              <a:t/>
            </a:r>
          </a:p>
          <a:p xmlns:a="http://schemas.openxmlformats.org/drawingml/2006/main">
            <a:r>
              <a:t>FR3 복합 요청 처리</a:t>
            </a:r>
          </a:p>
          <a:p xmlns:a="http://schemas.openxmlformats.org/drawingml/2006/main">
            <a:r>
              <a:t>한 입력에 포함된 여러 요청을 사용자가 명시한 순서, 조건과 결과 의존 관계에 따라 처리할 수 있어야 한다.</a:t>
            </a:r>
          </a:p>
          <a:p xmlns:a="http://schemas.openxmlformats.org/drawingml/2006/main">
            <a:r>
              <a:t>관련 DP: 04-41, 04-44</a:t>
            </a:r>
          </a:p>
          <a:p xmlns:a="http://schemas.openxmlformats.org/drawingml/2006/main">
            <a:r>
              <a:t/>
            </a:r>
          </a:p>
          <a:p xmlns:a="http://schemas.openxmlformats.org/drawingml/2006/main">
            <a:r>
              <a:t>FR4 다중 업무 상호작용</a:t>
            </a:r>
          </a:p>
          <a:p xmlns:a="http://schemas.openxmlformats.org/drawingml/2006/main">
            <a:r>
              <a:t>여러 업무의 질문, 진행 상황, 결과와 사용자 후속 지시를 각각 해당 업무에 연결할 수 있어야 한다.</a:t>
            </a:r>
          </a:p>
          <a:p xmlns:a="http://schemas.openxmlformats.org/drawingml/2006/main">
            <a:r>
              <a:t>관련 DP: 04-42, 04-44</a:t>
            </a:r>
          </a:p>
          <a:p xmlns:a="http://schemas.openxmlformats.org/drawingml/2006/main">
            <a:r>
              <a:t/>
            </a:r>
          </a:p>
          <a:p xmlns:a="http://schemas.openxmlformats.org/drawingml/2006/main">
            <a:r>
              <a:t>FR5 업무 연속성 유지</a:t>
            </a:r>
          </a:p>
          <a:p xmlns:a="http://schemas.openxmlformats.org/drawingml/2006/main">
            <a:r>
              <a:t>음성 연결 종료, 대화 전환 또는 VIA 재시작 이후에도 기존 업무를 중복 실행 없이 확인 가능한 상태로 이어갈 수 있어야 한다.</a:t>
            </a:r>
          </a:p>
          <a:p xmlns:a="http://schemas.openxmlformats.org/drawingml/2006/main">
            <a:r>
              <a:t>관련 DP: 04-42</a:t>
            </a:r>
          </a:p>
          <a:p xmlns:a="http://schemas.openxmlformats.org/drawingml/2006/main">
            <a:r>
              <a:t/>
            </a:r>
          </a:p>
          <a:p xmlns:a="http://schemas.openxmlformats.org/drawingml/2006/main">
            <a:r>
              <a:t>FR6 과거 맥락 활용</a:t>
            </a:r>
          </a:p>
          <a:p xmlns:a="http://schemas.openxmlformats.org/drawingml/2006/main">
            <a:r>
              <a:t>이전 대화의 정정 내용, 업무 결과와 허용된 사용자 기억을 현재 요청에 필요한 맥락으로 활용할 수 있어야 한다.</a:t>
            </a:r>
          </a:p>
          <a:p xmlns:a="http://schemas.openxmlformats.org/drawingml/2006/main">
            <a:r>
              <a:t>관련 DP: 04-45</a:t>
            </a:r>
          </a:p>
          <a:p xmlns:a="http://schemas.openxmlformats.org/drawingml/2006/main">
            <a:r>
              <a:t/>
            </a:r>
          </a:p>
          <a:p xmlns:a="http://schemas.openxmlformats.org/drawingml/2006/main">
            <a:r>
              <a:t>C1 음성과 의미 모델 분리</a:t>
            </a:r>
          </a:p>
          <a:p xmlns:a="http://schemas.openxmlformats.org/drawingml/2006/main">
            <a:r>
              <a:t>VIA와 VAD는 사용자 PC에서 실행하고, 음성과 의미 해석은 별도 클라우드 모델을 Model Access를 통해 사용해야 한다.</a:t>
            </a:r>
          </a:p>
          <a:p xmlns:a="http://schemas.openxmlformats.org/drawingml/2006/main">
            <a:r>
              <a:t>관련 DP: 04-41, 04-44, 04-45</a:t>
            </a:r>
          </a:p>
          <a:p xmlns:a="http://schemas.openxmlformats.org/drawingml/2006/main">
            <a:r>
              <a:t/>
            </a:r>
          </a:p>
          <a:p xmlns:a="http://schemas.openxmlformats.org/drawingml/2006/main">
            <a:r>
              <a:t>C2 업무 실행 위임</a:t>
            </a:r>
          </a:p>
          <a:p xmlns:a="http://schemas.openxmlformats.org/drawingml/2006/main">
            <a:r>
              <a:t>실제 업무 수행에 필요한 도메인 추론, 계획, 도구 선택과 실행은 Downstream Agent에 위임해야 한다.</a:t>
            </a:r>
          </a:p>
          <a:p xmlns:a="http://schemas.openxmlformats.org/drawingml/2006/main">
            <a:r>
              <a:t>관련 DP: 04-41, 04-42, 04-44</a:t>
            </a:r>
          </a:p>
          <a:p xmlns:a="http://schemas.openxmlformats.org/drawingml/2006/main">
            <a:r>
              <a:t/>
            </a:r>
          </a:p>
          <a:p xmlns:a="http://schemas.openxmlformats.org/drawingml/2006/main">
            <a:r>
              <a:t>관련 설계 문서</a:t>
            </a:r>
          </a:p>
          <a:p xmlns:a="http://schemas.openxmlformats.org/drawingml/2006/main">
            <a:r>
              <a:t/>
            </a:r>
          </a:p>
          <a:p xmlns:a="http://schemas.openxmlformats.org/drawingml/2006/main">
            <a:r>
              <a:t>- [04-41 요청 의미 해결](../architecture/12-decisions/decision-packages/04-41-request-resolution-control.md)</a:t>
            </a:r>
          </a:p>
          <a:p xmlns:a="http://schemas.openxmlformats.org/drawingml/2006/main">
            <a:r>
              <a:t>- [04-42 대화와 업무의 수명](../architecture/12-decisions/decision-packages/04-42-lifecycle-ownership.md)</a:t>
            </a:r>
          </a:p>
          <a:p xmlns:a="http://schemas.openxmlformats.org/drawingml/2006/main">
            <a:r>
              <a:t>- [04-44 지속 대화 실행](../architecture/12-decisions/decision-packages/04-44-continuous-interaction.md)</a:t>
            </a:r>
          </a:p>
          <a:p xmlns:a="http://schemas.openxmlformats.org/drawingml/2006/main">
            <a:r>
              <a:t>- [04-45 기억과 Context](../architecture/12-decisions/decision-packages/04-45-memory-and-context.md)</a:t>
            </a:r>
          </a:p>
          <a:p xmlns:a="http://schemas.openxmlformats.org/drawingml/2006/main">
            <a:r>
              <a:t/>
            </a:r>
          </a:p>
          <a:p xmlns:a="http://schemas.openxmlformats.org/drawingml/2006/main">
            <a:r>
              <a:t>디자인 참고: 사용자 제공 조제현_09_기능요구사항및제약사항.png의 기능 요구사항 상단 표와 제약사항 하단 표. 관련 DP 열을 추가하여 한 장에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Overview: VIA 공통 책임과 41 → 44 → 45 → 42의 주요 비교 위치</a:t>
            </a:r>
          </a:p>
          <a:p xmlns:a="http://schemas.openxmlformats.org/drawingml/2006/main">
            <a:r>
              <a:t/>
            </a:r>
          </a:p>
          <a:p xmlns:a="http://schemas.openxmlformats.org/drawingml/2006/main">
            <a:r>
              <a:t>사용자 제공 VIA overall architecture(1000001540.jpg)의 경계, 영역, Component 이름과 배치를 편집 가능한 도형으로 재구성했다. NOS 레퍼런스(1000001497.png)의 품질 목표, DP 목록, 색상 점선과 반복 번호 표기 방식을 따른다.</a:t>
            </a:r>
          </a:p>
          <a:p xmlns:a="http://schemas.openxmlformats.org/drawingml/2006/main">
            <a:r>
              <a:t/>
            </a:r>
          </a:p>
          <a:p xmlns:a="http://schemas.openxmlformats.org/drawingml/2006/main">
            <a: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p>
          <a:p xmlns:a="http://schemas.openxmlformats.org/drawingml/2006/main">
            <a:r>
              <a:t/>
            </a:r>
          </a:p>
          <a:p xmlns:a="http://schemas.openxmlformats.org/drawingml/2006/main">
            <a: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p>
          <a:p xmlns:a="http://schemas.openxmlformats.org/drawingml/2006/main">
            <a: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p>
          <a:p xmlns:a="http://schemas.openxmlformats.org/drawingml/2006/main">
            <a: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p>
          <a:p xmlns:a="http://schemas.openxmlformats.org/drawingml/2006/main">
            <a: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p>
          <a:p xmlns:a="http://schemas.openxmlformats.org/drawingml/2006/main">
            <a:r>
              <a:t/>
            </a:r>
          </a:p>
          <a:p xmlns:a="http://schemas.openxmlformats.org/drawingml/2006/main">
            <a: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p>
          <a:p xmlns:a="http://schemas.openxmlformats.org/drawingml/2006/main">
            <a: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p>
          <a:p xmlns:a="http://schemas.openxmlformats.org/drawingml/2006/main">
            <a: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p>
          <a:p xmlns:a="http://schemas.openxmlformats.org/drawingml/2006/main">
            <a:r>
              <a:t/>
            </a:r>
          </a:p>
          <a:p xmlns:a="http://schemas.openxmlformats.org/drawingml/2006/main">
            <a:r>
              <a:t>https://github.com/cbyche/via-sw-architecture/blob/main/docs/architecture/12-decisions/decision-packages/04-40-common-execution-contract.md</a:t>
            </a:r>
          </a:p>
          <a:p xmlns:a="http://schemas.openxmlformats.org/drawingml/2006/main">
            <a:r>
              <a:t>https://github.com/cbyche/via-sw-architecture/blob/main/docs/architecture/12-decisions/decision-packages/03-02-quality-attribute-definitions.md</a:t>
            </a:r>
          </a:p>
          <a:p xmlns:a="http://schemas.openxmlformats.org/drawingml/2006/main">
            <a:r>
              <a:t>https://github.com/cbyche/via-sw-architecture/blob/main/docs/architecture/12-decisions/target-architecture/architecture.md#4-component와-상태-소유권</a:t>
            </a:r>
          </a:p>
          <a:p xmlns:a="http://schemas.openxmlformats.org/drawingml/2006/main">
            <a:r>
              <a:t>04-41: https://github.com/cbyche/via-sw-architecture/blob/main/docs/architecture/12-decisions/decision-packages/04-41-request-resolution-control.md</a:t>
            </a:r>
          </a:p>
          <a:p xmlns:a="http://schemas.openxmlformats.org/drawingml/2006/main">
            <a:r>
              <a:t>04-42: https://github.com/cbyche/via-sw-architecture/blob/main/docs/architecture/12-decisions/decision-packages/04-42-lifecycle-ownership.md</a:t>
            </a:r>
          </a:p>
          <a:p xmlns:a="http://schemas.openxmlformats.org/drawingml/2006/main">
            <a:r>
              <a:t>04-44: https://github.com/cbyche/via-sw-architecture/blob/main/docs/architecture/12-decisions/decision-packages/04-44-continuous-interaction.md</a:t>
            </a:r>
          </a:p>
          <a:p xmlns:a="http://schemas.openxmlformats.org/drawingml/2006/main">
            <a:r>
              <a:t>04-45: https://github.com/cbyche/via-sw-architecture/blob/main/docs/architecture/12-decisions/decision-packages/04-45-memory-and-context.md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Request 이해의 모델 판단 반복과 코드 해결 반복</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a:p xmlns:a="http://schemas.openxmlformats.org/drawingml/2006/main">
            <a: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p>
          <a:p xmlns:a="http://schemas.openxmlformats.org/drawingml/2006/main">
            <a:r>
              <a:t>다음 주제로 연결</a:t>
            </a:r>
          </a:p>
          <a:p xmlns:a="http://schemas.openxmlformats.org/drawingml/2006/main">
            <a:r>
              <a:t>요청을 이해하는 중에도 새 입력과 업무 알림은 계속 들어옵니다. 다음으로, 겹친 사건과 여러 처리를 이어가는 실행 구조를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충분한 typed 근거에서만 A 2호출/B 1호출. B의 추가 해석 또는 A의 cache로 차이가 줄어든다.</a:t>
            </a:r>
          </a:p>
          <a:p xmlns:a="http://schemas.openxmlformats.org/drawingml/2006/main">
            <a:r>
              <a:t>활성화 사례: S2-01, S2-02, S2-03, S2-05, S3-02, S3-03, S4-01, S6-01, S6-02</a:t>
            </a:r>
          </a:p>
          <a:p xmlns:a="http://schemas.openxmlformats.org/drawingml/2006/main">
            <a:r>
              <a:t>지역 계산 S2-01: A 4.197초 / B 2.398초. 충분한 typed 근거와 2/1호출 가정이며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전체 의미 결합과 부분 갱신. B: 요청 틀의 표현 범위와 부분 결합.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조회 후 재판단과 실제 첫 반응. B: 지원 항목의 코드 해결과 추가 해석.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조회와 전체 판단의 반복 경로. B: 항목별 해결과 코드 결합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재판단 token과 폐기 청구. B: 부분 해석 호출과 전체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모델 지침과 검증의 실제 수정. B: 요청 틀과 Engine 규칙의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Context와 조회 buffer의 동시 할당. B: 요청 틀과 해결 상태의 동시 할당.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충분한 typed 근거에서만 A 2호출/B 1호출. B의 추가 해석 또는 A의 cache로 차이가 줄어든다.</a:t>
            </a:r>
          </a:p>
          <a:p xmlns:a="http://schemas.openxmlformats.org/drawingml/2006/main">
            <a:r>
              <a:t>활성화 사례: S2-01, S2-02, S2-03, S2-05, S3-02, S3-03, S4-01, S6-01, S6-02</a:t>
            </a:r>
          </a:p>
          <a:p xmlns:a="http://schemas.openxmlformats.org/drawingml/2006/main">
            <a:r>
              <a:t>지역 계산 S2-01: A 4.197초 / B 2.398초. 충분한 typed 근거와 2/1호출 가정이며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전체 의미 결합과 부분 갱신. B: 요청 틀의 표현 범위와 부분 결합.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조회 후 재판단과 실제 첫 반응. B: 지원 항목의 코드 해결과 추가 해석.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조회와 전체 판단의 반복 경로. B: 항목별 해결과 코드 결합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재판단 token과 폐기 청구. B: 부분 해석 호출과 전체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모델 지침과 검증의 실제 수정. B: 요청 틀과 Engine 규칙의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Context와 조회 buffer의 동시 할당. B: 요청 틀과 해결 상태의 동시 할당.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Task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조건별 정성 비교 / 미선정 / 미측정. 표는 최신 여섯 ASR의 조건부 영향이며 수치 점수 또는 우열 측정이 아니다.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a:p xmlns:a="http://schemas.openxmlformats.org/drawingml/2006/main">
            <a:r>
              <a:t>다음 주제로 연결</a:t>
            </a:r>
          </a:p>
          <a:p xmlns:a="http://schemas.openxmlformats.org/drawingml/2006/main">
            <a:r>
              <a:t>들어온 사건을 처리하는 데 더해, 현재 요청이 가리키는 과거 설명과 업무 결과를 연결해야 합니다. 다음으로, 여러 활동의 과거 맥락을 제공하는 방식을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양안의 async, 우선순위와 병렬 실행을 허용한다. S5-04의 실제 queue와 Join 경합을 확인한다.</a:t>
            </a:r>
          </a:p>
          <a:p xmlns:a="http://schemas.openxmlformats.org/drawingml/2006/main">
            <a:r>
              <a:t>활성화 사례: S3-02, S4-01, S4-02, S5-01, S5-02, S5-04</a:t>
            </a:r>
          </a:p>
          <a:p xmlns:a="http://schemas.openxmlformats.org/drawingml/2006/main">
            <a:r>
              <a:t>지역 계산 S5-04: 전이 6회 A 0.060초 / B 0.050초. 실제 queue와 음성 차례 비용은 별도다.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현재성 검사와 올바른 후속 지시. B: window와 Join의 현재성 검사.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중앙 queue와 회수 대기. B: credit와 Stage 및 Join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완료 회수와 다음 실행의 연결. B: Stage 활성화와 publication Join.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호출과 retry 및 폐기 청구. B: 실제 호출과 retry 및 폐기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후속 규칙과 사건 계약의 수정. B: 단계와 Join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중앙 진행 상태와 실행 대기열. B: window와 credit 및 envelope copy.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양안의 async, 우선순위와 병렬 실행을 허용한다. S5-04의 실제 queue와 Join 경합을 확인한다.</a:t>
            </a:r>
          </a:p>
          <a:p xmlns:a="http://schemas.openxmlformats.org/drawingml/2006/main">
            <a:r>
              <a:t>활성화 사례: S3-02, S4-01, S4-02, S5-01, S5-02, S5-04</a:t>
            </a:r>
          </a:p>
          <a:p xmlns:a="http://schemas.openxmlformats.org/drawingml/2006/main">
            <a:r>
              <a:t>지역 계산 S5-04: 전이 6회 A 0.060초 / B 0.050초. 실제 queue와 음성 차례 비용은 별도다.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현재성 검사와 올바른 후속 지시. B: window와 Join의 현재성 검사.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중앙 queue와 회수 대기. B: credit와 Stage 및 Join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완료 회수와 다음 실행의 연결. B: Stage 활성화와 publication Join.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호출과 retry 및 폐기 청구. B: 실제 호출과 retry 및 폐기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후속 규칙과 사건 계약의 수정. B: 단계와 Join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중앙 진행 상태와 실행 대기열. B: window와 credit 및 envelope copy.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정보의 Request별 구성과 공통 생산 및 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a:p xmlns:a="http://schemas.openxmlformats.org/drawingml/2006/main">
            <a: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p>
          <a:p xmlns:a="http://schemas.openxmlformats.org/drawingml/2006/main">
            <a:r>
              <a:t>다음 주제로 연결</a:t>
            </a:r>
          </a:p>
          <a:p xmlns:a="http://schemas.openxmlformats.org/drawingml/2006/main">
            <a:r>
              <a:t>이 연결을 유지하려면 대화·요청·업무·실행의 상태를 각자의 수명에 맞게 관리해야 합니다. 마지막으로, 서로 다른 수명과 상태 관리 책임을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A의 유효 cache와 부분 갱신을 인정한다. B의 초기/미사용 생산과 backfill도 같은 P21에 포함한다.</a:t>
            </a:r>
          </a:p>
          <a:p xmlns:a="http://schemas.openxmlformats.org/drawingml/2006/main">
            <a:r>
              <a:t>활성화 사례: S2-02, S2-03, S2-04, S2-05, S6-01</a:t>
            </a:r>
          </a:p>
          <a:p xmlns:a="http://schemas.openxmlformats.org/drawingml/2006/main">
            <a:r>
              <a:t>과거 처리만 계산: A 3miss $0.00288, cache 1miss $0.00096 / B 4생산 $0.00608. 중복 청구는 제거한다.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원문과 유효 cache의 조건 보존. B: 게시 관계의 coverage와 예외 보존.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최초 조합과 재사용 cache 대기. B: 준비된 조회와 미게시 backfill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첫 사용과 반복 및 갱신 후 조합. B: 조회와 원문검증 및 동기 backfill.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cache miss와 실제 추가 해석 청구. B: 초기와 미사용 갱신 및 철회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조합과 cache의 철회 처리 수정. B: 생산자와 조회자의 철회 처리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원문 Context와 선택 cache. B: 관계 index와 생산 상태 및 원문.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A의 유효 cache와 부분 갱신을 인정한다. B의 초기/미사용 생산과 backfill도 같은 P21에 포함한다.</a:t>
            </a:r>
          </a:p>
          <a:p xmlns:a="http://schemas.openxmlformats.org/drawingml/2006/main">
            <a:r>
              <a:t>활성화 사례: S2-02, S2-03, S2-04, S2-05, S6-01</a:t>
            </a:r>
          </a:p>
          <a:p xmlns:a="http://schemas.openxmlformats.org/drawingml/2006/main">
            <a:r>
              <a:t>과거 처리만 계산: A 3miss $0.00288, cache 1miss $0.00096 / B 4생산 $0.00608. 중복 청구는 제거한다.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원문과 유효 cache의 조건 보존. B: 게시 관계의 coverage와 예외 보존.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최초 조합과 재사용 cache 대기. B: 준비된 조회와 미게시 backfill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첫 사용과 반복 및 갱신 후 조합. B: 조회와 원문검증 및 동기 backfill.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cache miss와 실제 추가 해석 청구. B: 초기와 미사용 갱신 및 철회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조합과 cache의 철회 처리 수정. B: 생산자와 조회자의 철회 처리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원문 Context와 선택 cache. B: 관계 index와 생산 상태 및 원문.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대화와 Task 상태의 소유 및 확정</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p>
          <a:p xmlns:a="http://schemas.openxmlformats.org/drawingml/2006/main">
            <a: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p>
          <a:p xmlns:a="http://schemas.openxmlformats.org/drawingml/2006/main">
            <a: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p>
          <a:p xmlns:a="http://schemas.openxmlformats.org/drawingml/2006/main">
            <a: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독립 process만으로 정확성이나 모델 비용 이익을 부여하지 않는다. 정상 접수와 경합을 함께 본다.</a:t>
            </a:r>
          </a:p>
          <a:p xmlns:a="http://schemas.openxmlformats.org/drawingml/2006/main">
            <a:r>
              <a:t>활성화 사례: S6-04, S4-03, S5-01, S6-02, S5-03, S5-04</a:t>
            </a:r>
          </a:p>
          <a:p xmlns:a="http://schemas.openxmlformats.org/drawingml/2006/main">
            <a:r>
              <a:t>지역 계산 S6-04: 확정/접수 A 0.010초 / B 0.025초. 모델과 외부 접수는 공통이며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의미와 접수 및 현재성 검사. B: 동일 검사와 receipt의 올바른 반영.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공동 commit과 대화 반영 대기. B: 독립 접수와 receipt 반영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관련 상태의 공동 확정 경로. B: 인계와 reconciliation의 전체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코드 저장 외 실제 모델 청구. B: IPC 외 실제 모델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공동 상태 계약의 실제 수정. B: 독립 인계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통합 실행체의 상태와 대기열. B: 추가 process와 receipt 상태.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독립 process만으로 정확성이나 모델 비용 이익을 부여하지 않는다. 정상 접수와 경합을 함께 본다.</a:t>
            </a:r>
          </a:p>
          <a:p xmlns:a="http://schemas.openxmlformats.org/drawingml/2006/main">
            <a:r>
              <a:t>활성화 사례: S6-04, S4-03, S5-01, S6-02, S5-03, S5-04</a:t>
            </a:r>
          </a:p>
          <a:p xmlns:a="http://schemas.openxmlformats.org/drawingml/2006/main">
            <a:r>
              <a:t>지역 계산 S6-04: 확정/접수 A 0.010초 / B 0.025초. 모델과 외부 접수는 공통이며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의미와 접수 및 현재성 검사. B: 동일 검사와 receipt의 올바른 반영.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공동 commit과 대화 반영 대기. B: 독립 접수와 receipt 반영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관련 상태의 공동 확정 경로. B: 인계와 reconciliation의 전체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코드 저장 외 실제 모델 청구. B: IPC 외 실제 모델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공동 상태 계약의 실제 수정. B: 독립 인계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통합 실행체의 상태와 대기열. B: 추가 process와 receipt 상태.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p>
          <a:p xmlns:a="http://schemas.openxmlformats.org/drawingml/2006/main">
            <a: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p>
          <a:p xmlns:a="http://schemas.openxmlformats.org/drawingml/2006/main">
            <a:r>
              <a:t>기능 근거: docs/architecture/01-system-mission-and-boundary.md; 03-fixed-architecture-scope.md; 05-representative-use-cases.md. 현재 비교는 04-41, 04-44, 04-45, 04-42이며 최종 A/B 선택과 실측은 아직 없다.</a:t>
            </a:r>
          </a:p>
          <a:p xmlns:a="http://schemas.openxmlformats.org/drawingml/2006/main">
            <a: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하나의 대화 안에서 이어지는 다섯 장면이다. 화면의 표 설명은 VIA가 직접 응답하고, 보고서와 메일 초안의 도메인 계획 및 실제 작성은 Downstream Agent가 수행한다.</a:t>
            </a:r>
          </a:p>
          <a:p xmlns:a="http://schemas.openxmlformats.org/drawingml/2006/main">
            <a:r>
              <a:t/>
            </a:r>
          </a:p>
          <a:p xmlns:a="http://schemas.openxmlformats.org/drawingml/2006/main">
            <a: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p>
          <a:p xmlns:a="http://schemas.openxmlformats.org/drawingml/2006/main">
            <a:r>
              <a:t/>
            </a:r>
          </a:p>
          <a:p xmlns:a="http://schemas.openxmlformats.org/drawingml/2006/main">
            <a:r>
              <a:t>④는 메일 Agent의 질문이 사용자 정정 중 도착한 경우다. VIA는 사용자 발화가 끝난 뒤 질문을 전달하고, ‘영업팀’ 답변을 메일 업무에 연결한다. 보고서 업무는 계속 진행한다.</a:t>
            </a:r>
          </a:p>
          <a:p xmlns:a="http://schemas.openxmlformats.org/drawingml/2006/main">
            <a:r>
              <a:t/>
            </a:r>
          </a:p>
          <a:p xmlns:a="http://schemas.openxmlformats.org/drawingml/2006/main">
            <a:r>
              <a:t>⑤는 정상적인 Voice 종료와 Text 전환이다. 기존 Task의 검증된 상태를 확인하는 예이며 재시작 또는 장애 복구 성공의 증거는 아니다.</a:t>
            </a:r>
          </a:p>
          <a:p xmlns:a="http://schemas.openxmlformats.org/drawingml/2006/main">
            <a:r>
              <a:t/>
            </a:r>
          </a:p>
          <a:p xmlns:a="http://schemas.openxmlformats.org/drawingml/2006/main">
            <a: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p>
          <a:p xmlns:a="http://schemas.openxmlformats.org/drawingml/2006/main">
            <a:r>
              <a:t/>
            </a:r>
          </a:p>
          <a:p xmlns:a="http://schemas.openxmlformats.org/drawingml/2006/main">
            <a:r>
              <a:t>그림: docs/presentations_files/requirements-assets/의 기존 FR2, FR3, FR6, FR4, FR1 일러스트를 순서대로 재사용했다. 그림은 장면을 설명하는 독립 이미지 개체이고, 제목·발화·설명 및 업무 상태 표는 PowerPoint에서 편집할 수 있다.</a:t>
            </a:r>
          </a:p>
          <a:p xmlns:a="http://schemas.openxmlformats.org/drawingml/2006/main">
            <a:r>
              <a:t/>
            </a:r>
          </a:p>
          <a:p xmlns:a="http://schemas.openxmlformats.org/drawingml/2006/main">
            <a: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p>
          <a:p xmlns:a="http://schemas.openxmlformats.org/drawingml/2006/main">
            <a:r>
              <a:t/>
            </a:r>
          </a:p>
          <a:p xmlns:a="http://schemas.openxmlformats.org/drawingml/2006/main">
            <a: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p>
          <a:p xmlns:a="http://schemas.openxmlformats.org/drawingml/2006/main">
            <a:r>
              <a:t/>
            </a:r>
          </a:p>
          <a:p xmlns:a="http://schemas.openxmlformats.org/drawingml/2006/main">
            <a:r>
              <a:t>모델 배치는 로컬 VIA 및 로컬 VAD, 별도 클라우드 음성 모델과 의미 LLM이다. 모델 서비스의 임시 session과 VIA의 영속 Request/Task/실제 전달 원장을 구별한다. 모델 선정이나 제품 구현 완료를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 기능 요구사항 및 제약사항</a:t>
            </a:r>
          </a:p>
          <a:p xmlns:a="http://schemas.openxmlformats.org/drawingml/2006/main">
            <a:r>
              <a:t>원문: docs/presentations_files/functional-requirements-and-constraints.md</a:t>
            </a:r>
          </a:p>
          <a:p xmlns:a="http://schemas.openxmlformats.org/drawingml/2006/main">
            <a: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p>
          <a:p xmlns:a="http://schemas.openxmlformats.org/drawingml/2006/main">
            <a:r>
              <a:t/>
            </a:r>
          </a:p>
          <a:p xmlns:a="http://schemas.openxmlformats.org/drawingml/2006/main">
            <a:r>
              <a:t>FR1 지속 대화 처리</a:t>
            </a:r>
          </a:p>
          <a:p xmlns:a="http://schemas.openxmlformats.org/drawingml/2006/main">
            <a:r>
              <a:t>VIA가 요청을 처리하거나 응답하는 동안에도 사용자의 음성 또는 텍스트 입력을 받아 대화를 이어갈 수 있어야 한다.</a:t>
            </a:r>
          </a:p>
          <a:p xmlns:a="http://schemas.openxmlformats.org/drawingml/2006/main">
            <a:r>
              <a:t>관련 DP: 04-44</a:t>
            </a:r>
          </a:p>
          <a:p xmlns:a="http://schemas.openxmlformats.org/drawingml/2006/main">
            <a:r>
              <a:t/>
            </a:r>
          </a:p>
          <a:p xmlns:a="http://schemas.openxmlformats.org/drawingml/2006/main">
            <a:r>
              <a:t>FR2 맥락 기반 요청 해석</a:t>
            </a:r>
          </a:p>
          <a:p xmlns:a="http://schemas.openxmlformats.org/drawingml/2006/main">
            <a:r>
              <a:t>화면, 자료와 대화 맥락을 이용해 사용자 입력을 목표, 대상, 조건과 관련 업무가 식별된 요청으로 해석할 수 있어야 한다.</a:t>
            </a:r>
          </a:p>
          <a:p xmlns:a="http://schemas.openxmlformats.org/drawingml/2006/main">
            <a:r>
              <a:t>관련 DP: 04-41</a:t>
            </a:r>
          </a:p>
          <a:p xmlns:a="http://schemas.openxmlformats.org/drawingml/2006/main">
            <a:r>
              <a:t/>
            </a:r>
          </a:p>
          <a:p xmlns:a="http://schemas.openxmlformats.org/drawingml/2006/main">
            <a:r>
              <a:t>FR3 복합 요청 처리</a:t>
            </a:r>
          </a:p>
          <a:p xmlns:a="http://schemas.openxmlformats.org/drawingml/2006/main">
            <a:r>
              <a:t>한 입력에 포함된 여러 요청을 사용자가 명시한 순서, 조건과 결과 의존 관계에 따라 처리할 수 있어야 한다.</a:t>
            </a:r>
          </a:p>
          <a:p xmlns:a="http://schemas.openxmlformats.org/drawingml/2006/main">
            <a:r>
              <a:t>관련 DP: 04-41, 04-44</a:t>
            </a:r>
          </a:p>
          <a:p xmlns:a="http://schemas.openxmlformats.org/drawingml/2006/main">
            <a:r>
              <a:t/>
            </a:r>
          </a:p>
          <a:p xmlns:a="http://schemas.openxmlformats.org/drawingml/2006/main">
            <a:r>
              <a:t>FR4 다중 업무 상호작용</a:t>
            </a:r>
          </a:p>
          <a:p xmlns:a="http://schemas.openxmlformats.org/drawingml/2006/main">
            <a:r>
              <a:t>여러 업무의 질문, 진행 상황, 결과와 사용자 후속 지시를 각각 해당 업무에 연결할 수 있어야 한다.</a:t>
            </a:r>
          </a:p>
          <a:p xmlns:a="http://schemas.openxmlformats.org/drawingml/2006/main">
            <a:r>
              <a:t>관련 DP: 04-42, 04-44</a:t>
            </a:r>
          </a:p>
          <a:p xmlns:a="http://schemas.openxmlformats.org/drawingml/2006/main">
            <a:r>
              <a:t/>
            </a:r>
          </a:p>
          <a:p xmlns:a="http://schemas.openxmlformats.org/drawingml/2006/main">
            <a:r>
              <a:t>FR5 업무 연속성 유지</a:t>
            </a:r>
          </a:p>
          <a:p xmlns:a="http://schemas.openxmlformats.org/drawingml/2006/main">
            <a:r>
              <a:t>음성 연결 종료, 대화 전환 또는 VIA 재시작 이후에도 기존 업무를 중복 실행 없이 확인 가능한 상태로 이어갈 수 있어야 한다.</a:t>
            </a:r>
          </a:p>
          <a:p xmlns:a="http://schemas.openxmlformats.org/drawingml/2006/main">
            <a:r>
              <a:t>관련 DP: 04-42</a:t>
            </a:r>
          </a:p>
          <a:p xmlns:a="http://schemas.openxmlformats.org/drawingml/2006/main">
            <a:r>
              <a:t/>
            </a:r>
          </a:p>
          <a:p xmlns:a="http://schemas.openxmlformats.org/drawingml/2006/main">
            <a:r>
              <a:t>FR6 과거 맥락 활용</a:t>
            </a:r>
          </a:p>
          <a:p xmlns:a="http://schemas.openxmlformats.org/drawingml/2006/main">
            <a:r>
              <a:t>이전 대화의 정정 내용, 업무 결과와 허용된 사용자 기억을 현재 요청에 필요한 맥락으로 활용할 수 있어야 한다.</a:t>
            </a:r>
          </a:p>
          <a:p xmlns:a="http://schemas.openxmlformats.org/drawingml/2006/main">
            <a:r>
              <a:t>관련 DP: 04-45</a:t>
            </a:r>
          </a:p>
          <a:p xmlns:a="http://schemas.openxmlformats.org/drawingml/2006/main">
            <a:r>
              <a:t/>
            </a:r>
          </a:p>
          <a:p xmlns:a="http://schemas.openxmlformats.org/drawingml/2006/main">
            <a:r>
              <a:t>C1 음성과 의미 모델 분리</a:t>
            </a:r>
          </a:p>
          <a:p xmlns:a="http://schemas.openxmlformats.org/drawingml/2006/main">
            <a:r>
              <a:t>VIA와 VAD는 사용자 PC에서 실행하고, 음성과 의미 해석은 별도 클라우드 모델을 Model Access를 통해 사용해야 한다.</a:t>
            </a:r>
          </a:p>
          <a:p xmlns:a="http://schemas.openxmlformats.org/drawingml/2006/main">
            <a:r>
              <a:t>관련 DP: 04-41, 04-44, 04-45</a:t>
            </a:r>
          </a:p>
          <a:p xmlns:a="http://schemas.openxmlformats.org/drawingml/2006/main">
            <a:r>
              <a:t/>
            </a:r>
          </a:p>
          <a:p xmlns:a="http://schemas.openxmlformats.org/drawingml/2006/main">
            <a:r>
              <a:t>C2 업무 실행 위임</a:t>
            </a:r>
          </a:p>
          <a:p xmlns:a="http://schemas.openxmlformats.org/drawingml/2006/main">
            <a:r>
              <a:t>실제 업무 수행에 필요한 도메인 추론, 계획, 도구 선택과 실행은 Downstream Agent에 위임해야 한다.</a:t>
            </a:r>
          </a:p>
          <a:p xmlns:a="http://schemas.openxmlformats.org/drawingml/2006/main">
            <a:r>
              <a:t>관련 DP: 04-41, 04-42, 04-44</a:t>
            </a:r>
          </a:p>
          <a:p xmlns:a="http://schemas.openxmlformats.org/drawingml/2006/main">
            <a:r>
              <a:t/>
            </a:r>
          </a:p>
          <a:p xmlns:a="http://schemas.openxmlformats.org/drawingml/2006/main">
            <a:r>
              <a:t>관련 설계 문서</a:t>
            </a:r>
          </a:p>
          <a:p xmlns:a="http://schemas.openxmlformats.org/drawingml/2006/main">
            <a:r>
              <a:t/>
            </a:r>
          </a:p>
          <a:p xmlns:a="http://schemas.openxmlformats.org/drawingml/2006/main">
            <a:r>
              <a:t>- [04-41 요청 의미 해결](../architecture/12-decisions/decision-packages/04-41-request-resolution-control.md)</a:t>
            </a:r>
          </a:p>
          <a:p xmlns:a="http://schemas.openxmlformats.org/drawingml/2006/main">
            <a:r>
              <a:t>- [04-42 대화와 업무의 수명](../architecture/12-decisions/decision-packages/04-42-lifecycle-ownership.md)</a:t>
            </a:r>
          </a:p>
          <a:p xmlns:a="http://schemas.openxmlformats.org/drawingml/2006/main">
            <a:r>
              <a:t>- [04-44 지속 대화 실행](../architecture/12-decisions/decision-packages/04-44-continuous-interaction.md)</a:t>
            </a:r>
          </a:p>
          <a:p xmlns:a="http://schemas.openxmlformats.org/drawingml/2006/main">
            <a:r>
              <a:t>- [04-45 기억과 Context](../architecture/12-decisions/decision-packages/04-45-memory-and-context.md)</a:t>
            </a:r>
          </a:p>
          <a:p xmlns:a="http://schemas.openxmlformats.org/drawingml/2006/main">
            <a:r>
              <a:t/>
            </a:r>
          </a:p>
          <a:p xmlns:a="http://schemas.openxmlformats.org/drawingml/2006/main">
            <a:r>
              <a:t>디자인 참고: 사용자 제공 조제현_09_기능요구사항및제약사항.png의 기능 요구사항 상단 표와 제약사항 하단 표. 관련 DP 열을 추가하여 한 장에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Overview: VIA 공통 책임과 41 → 44 → 45 → 42의 주요 비교 위치</a:t>
            </a:r>
          </a:p>
          <a:p xmlns:a="http://schemas.openxmlformats.org/drawingml/2006/main">
            <a:r>
              <a:t/>
            </a:r>
          </a:p>
          <a:p xmlns:a="http://schemas.openxmlformats.org/drawingml/2006/main">
            <a:r>
              <a:t>사용자 제공 VIA overall architecture(1000001540.jpg)의 경계, 영역, Component 이름과 배치를 편집 가능한 도형으로 재구성했다. NOS 레퍼런스(1000001497.png)의 품질 목표, DP 목록, 색상 점선과 반복 번호 표기 방식을 따른다.</a:t>
            </a:r>
          </a:p>
          <a:p xmlns:a="http://schemas.openxmlformats.org/drawingml/2006/main">
            <a:r>
              <a:t/>
            </a:r>
          </a:p>
          <a:p xmlns:a="http://schemas.openxmlformats.org/drawingml/2006/main">
            <a: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p>
          <a:p xmlns:a="http://schemas.openxmlformats.org/drawingml/2006/main">
            <a:r>
              <a:t/>
            </a:r>
          </a:p>
          <a:p xmlns:a="http://schemas.openxmlformats.org/drawingml/2006/main">
            <a: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p>
          <a:p xmlns:a="http://schemas.openxmlformats.org/drawingml/2006/main">
            <a: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p>
          <a:p xmlns:a="http://schemas.openxmlformats.org/drawingml/2006/main">
            <a: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p>
          <a:p xmlns:a="http://schemas.openxmlformats.org/drawingml/2006/main">
            <a: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p>
          <a:p xmlns:a="http://schemas.openxmlformats.org/drawingml/2006/main">
            <a:r>
              <a:t/>
            </a:r>
          </a:p>
          <a:p xmlns:a="http://schemas.openxmlformats.org/drawingml/2006/main">
            <a: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p>
          <a:p xmlns:a="http://schemas.openxmlformats.org/drawingml/2006/main">
            <a: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p>
          <a:p xmlns:a="http://schemas.openxmlformats.org/drawingml/2006/main">
            <a: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p>
          <a:p xmlns:a="http://schemas.openxmlformats.org/drawingml/2006/main">
            <a:r>
              <a:t/>
            </a:r>
          </a:p>
          <a:p xmlns:a="http://schemas.openxmlformats.org/drawingml/2006/main">
            <a:r>
              <a:t>https://github.com/cbyche/via-sw-architecture/blob/main/docs/architecture/12-decisions/decision-packages/04-40-common-execution-contract.md</a:t>
            </a:r>
          </a:p>
          <a:p xmlns:a="http://schemas.openxmlformats.org/drawingml/2006/main">
            <a:r>
              <a:t>https://github.com/cbyche/via-sw-architecture/blob/main/docs/architecture/12-decisions/decision-packages/03-02-quality-attribute-definitions.md</a:t>
            </a:r>
          </a:p>
          <a:p xmlns:a="http://schemas.openxmlformats.org/drawingml/2006/main">
            <a:r>
              <a:t>https://github.com/cbyche/via-sw-architecture/blob/main/docs/architecture/12-decisions/target-architecture/architecture.md#4-component와-상태-소유권</a:t>
            </a:r>
          </a:p>
          <a:p xmlns:a="http://schemas.openxmlformats.org/drawingml/2006/main">
            <a:r>
              <a:t>04-41: https://github.com/cbyche/via-sw-architecture/blob/main/docs/architecture/12-decisions/decision-packages/04-41-request-resolution-control.md</a:t>
            </a:r>
          </a:p>
          <a:p xmlns:a="http://schemas.openxmlformats.org/drawingml/2006/main">
            <a:r>
              <a:t>04-42: https://github.com/cbyche/via-sw-architecture/blob/main/docs/architecture/12-decisions/decision-packages/04-42-lifecycle-ownership.md</a:t>
            </a:r>
          </a:p>
          <a:p xmlns:a="http://schemas.openxmlformats.org/drawingml/2006/main">
            <a:r>
              <a:t>04-44: https://github.com/cbyche/via-sw-architecture/blob/main/docs/architecture/12-decisions/decision-packages/04-44-continuous-interaction.md</a:t>
            </a:r>
          </a:p>
          <a:p xmlns:a="http://schemas.openxmlformats.org/drawingml/2006/main">
            <a:r>
              <a:t>04-45: https://github.com/cbyche/via-sw-architecture/blob/main/docs/architecture/12-decisions/decision-packages/04-45-memory-and-context.md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필요성에서는 QA/DP ID를 직접 언급하지 않는다. 이전 필요성의 정정과 조건 보존, 지속 입력, 변화 수용을 유지하고 모델 비용과 로컬 자원 원인을 추가했다. VIA 내부 기술과 외부 Downstream Agent의 역할을 구별한다.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QA-02는 135관측, QA-03은 95사이클의 기존 정의를 유지한다. 10초 목표를 외부 보고서 작성 완료 보장으로 설명하지 않는다. 병렬 구간의 중복 합산을 피하는 기존 귀속 계약과 보호 조건은 appendix 원본 metric에 남아 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FR/C → DP 직접 영향 표를 유지하며 앞의 필요성, 고정 QA와 실제 구조 질문을 연결한다. 상호작용 응답/처리/비용/메모리의 직접 경로를 숨기지 않는다. 42의 서비스 분리가 자동 정확성/변경 우위라는 주장으로 사용하지 않는다.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22장의 구조/흐름/schema는 appendix에 보존한다. 이 본문은 실제 다른 실행 책임과 반환 상태를 확대했다. A 모델이 다음 조회/전체 의미를 결정하고 B Engine 코드가 항목 상태로 조회/부분 해석/전체 결합을 결정한다. B는 한 번 호출 보장이 아니다. 전체 QA는 평가 전. A/B 메모리는 공통 계약 예산 1792/1760MiB이다.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B의 Request Interpreter 출력이 바로 게시되는 것이 아니다. 의미 제안은 Input Resolution Stage/Request Controller에서 채택하고, 채택 의미 또는 Task Notice Stage의 유효 Notice를 입력으로 Response Composer가 후보를 생산한다. 이후 입력/알림/전달 조건과 Join한다. 중앙 완료 회수와 단계별 진행이 핵심 대비다. 실제 표시/재생 원장을 생성 완료와 구별한다. 지역 0.060/0.050초는 appendix 계산 가정이며 전체 QA-02 실측 차이가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current Query 수명의 구성 책임과 B 공통 관계 생산/Repository/Coverage 유지 및 독립 현재 Reader가 다르다. 원본 owner는 그대로다. 예외 문구와 결과 참조 일부만 생산하는 PARTIAL 예시이며 현재 요청의 정답은 저장하지 않는다. Model Access는 공통 cloud adapter로 B Publisher의 필요한 의미 생산에도 사용된다. 지역 과거 처리 비용은 전체 P21 청구가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DP42 title의 정확성은 semantic model 우위가 아니라 대화/질문/Task 관계와 receipt 반영의 정확성이다. A strong modular local Core retains separate logical lifetimes. B has distinct local state authorities and execution lifetimes; command/receipt and reconciliation are actual costs. No automatic semantic/modifiability win. Local commit 0.010/0.025 seconds in appendix is an assumption, not whole QA03 measurement. ACK 전 DISPATCHING은 UNKNOWN이며 업무 gate 적용 ACK와 hold 요청 시각을 혼동하지 않는다.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요구 매핑을 재확인한다. 여섯 QA 우선순위는 원본 그대로이며 새 기준을 추가하지 않는다. C1/C2와 공통 실행 계약을 유지한다. 이 요약을 최종 Architecture 선택으로 읽지 않는다.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발표자료의 구현/평가/채택 결론을 VIA의 사실로 복사하지 않는다. 현재 단계에 맞는 검토 종료와 향후 확인 사항을 설명한다. 향후 실행을 자동 승인하는 문서가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내용을 삭제하지 말라는 사용자 지시를 위해 원본 32장을 전부 byte-identical로 보존했다. 원본 8~17은 appendix 첫 상세 구역에 배치한다. 새 본문으로 대체된 원본 비교 22/25/28/31도 여기에 남는다.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이번 입력의 지칭, Task 연결, 요청 간 순서와 유지 조건을 함께 완성해야 하는 문제다. 표의 오른쪽은 확인 후 완성해야 할 내용이며 최초 입력에 정답 Task를 제공한다는 뜻이 아니다. 추가 조회와 뜻 해석은 서로 영향을 준다. 최종 의미의 검증/채택과 실제 업무 실행을 구별한다. 보고서 수정과 메일 초안 작성은 Downstream Agent가 담당한다. 45의 과거 근거 공급 방식은 여기서 선택하지 않는다.</a:t>
            </a:r>
          </a:p>
          <a:p>
            <a:r>
              <a:t/>
            </a:r>
          </a:p>
          <a:p>
            <a:r>
              <a:t>출처: docs/architecture/12-decisions/decision-packages/04-41-request-resolution-control.md; 04-40-common-execution-contract.md. A/B 미선정, 미구현, 미측정 상태의 공통 문제를 설명한다.</a:t>
            </a:r>
          </a:p>
          <a:p>
            <a:r>
              <a:t>구조 비교의 비용과 조건: 모델의 유연한 재판단과 반복 비용 / 코드의 추적 가능성, 유한 표현의 지원 범위와 추가 해석 비용</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새 발화 때 로컬 재생을 즉시 중단하며 의미 해석과 외부 Task 취소 완료를 기다리지 않는다. 메일 업무 자체는 별도로 유지된다. 지금 그림은 공통 사건의 예이며 A/B의 Component 배치를 나타내지 않는다. 질문은 input 해결 상태에 맞춰 보류하거나 적절한 차례에 전달할 수 있다. 표 설명 후 질문 전달은 예시이지 모든 상황의 고정 우선순위가 아니다. 늦은 후보의 현재성을 확인하고 실제 표시/재생 결과로 후속 처리를 이어가야 한다. 선의 길이나 간격은 실측 시간이 아니다.</a:t>
            </a:r>
          </a:p>
          <a:p>
            <a:r>
              <a:t/>
            </a:r>
          </a:p>
          <a:p>
            <a:r>
              <a:t>출처: docs/architecture/12-decisions/decision-packages/04-44-continuous-interaction.md; 04-40-common-execution-contract.md. A/B 미선정, 미구현, 미측정 상태의 공통 문제를 설명한다.</a:t>
            </a:r>
          </a:p>
          <a:p>
            <a:r>
              <a:t>구조 비교의 비용과 조건: 양안 모두 비동기 실행과 지속 입력 가능. 중앙 회수/지시 비용과 단계별 Window/Join 상태 비용을 비교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과거 평가 기준은 VIA가 실제 전달한 설명이고 제품 조사와 견적은 서로 다른 Task/Agent의 확인된 결과다. 조회 화살표는 공통 근거 제공 요구를 나타내며 별도 공통 저장소나 사전 생산을 선택하지 않는다. ID/버전은 기존 설명 사례의 참조이고 측정 fixture를 새로 정한 것이 아니다. 현재 Task 사실과 권한은 원본 owner에게 확인한다. 과거 근거를 연결하고 필요한 발췌/참조를 제공하는 일은 VIA, 자료 분석과 제안서 작성은 Downstream Agent의 책임이다. 재사용은 가능한 필요를 보여주며 전부 미리 생산해야 한다는 결론이 아니다. 이번 요청의 최종 대상/의미를 정하는 41과 과거 근거 공급을 구별한다.</a:t>
            </a:r>
          </a:p>
          <a:p>
            <a:r>
              <a:t/>
            </a:r>
          </a:p>
          <a:p>
            <a:r>
              <a:t>출처: docs/architecture/12-decisions/decision-packages/04-45-memory-and-context.md; 04-40-common-execution-contract.md. A/B 미선정, 미구현, 미측정 상태의 공통 문제를 설명한다.</a:t>
            </a:r>
          </a:p>
          <a:p>
            <a:r>
              <a:t>구조 비교의 비용과 조건: A도 유효 cache와 부분 갱신 가능. B는 초기/미사용 생산, 삭제/철회와 게시 범위 관리 비용을 부담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R1은 최초 위임, R2는 기존 보고서의 확인된 진행 조회, R3는 같은 보고서 결론 수정의 개념 사례다. 원본 배경처럼 보고서 Task identity는 유지되며 완료한 첫 작성 X1과 후속 수정 X2를 구별한다. R1의 요청 처리 종료는 외부 Agent의 접수 확인 후이며 업무 실행 완료를 뜻하지 않는다. 음성 연결이 꺼져도 Conversation은 유지한다. 이 선은 데이터/참조의 개념 관계이며 process 배치나 A/B 선택 그림이 아니다. 이번 초점은 해석 후 관련 대화/업무 상태를 어느 권위가 유지하고 확정하는가다. 자연어 해석은 41, 사건 후속 실행은 44에서 다룬다. 의미 모델을 transaction 안에서 실행하거나 서비스 분리를 정확성/변경 우위로 주장하지 않는다.</a:t>
            </a:r>
          </a:p>
          <a:p>
            <a:r>
              <a:t/>
            </a:r>
          </a:p>
          <a:p>
            <a:r>
              <a:t>출처: docs/architecture/12-decisions/decision-packages/04-42-lifecycle-ownership.md; 04-40-common-execution-contract.md. A/B 미선정, 미구현, 미측정 상태의 공통 문제를 설명한다.</a:t>
            </a:r>
          </a:p>
          <a:p>
            <a:r>
              <a:t>구조 비교의 비용과 조건: A도 논리 수명 분리와 모듈화 가능. B의 독립 운영 조건과 인계/재확인, 추가 process와 상태 비용을 비교</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V2Clone_initial01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2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4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6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7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Nativ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3Background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2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4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5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6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7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V2Clone_initial01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V2Clone_initial02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1a9a63be60469d"/>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V2Clone_initial0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ce4c37d09c4e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Clone_initial04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68b1743b848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Clone_initial06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847fe89cb8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Clone_initial07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Nativ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7349d498f64a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3Background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20388dacb748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initial02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1a9a63be60469d"/>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initial0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ce4c37d09c4e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4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68b1743b848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5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0be6436b114e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6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847fe89cb8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7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1.xml" Id="R0f2a51639d8749e0" /></Relationships>
</file>

<file path=ppt/slides/_rels/slide2.xml.rels><?xml version='1.0' encoding='utf-8'?>
<Relationships xmlns="http://schemas.openxmlformats.org/package/2006/relationships"><Relationship Type="http://schemas.openxmlformats.org/officeDocument/2006/relationships/slideLayout" Target="/ppt/slideLayouts/initial01_slideLayout1.xml" Id="Rd0f64148ace44f45" /><Relationship Type="http://schemas.openxmlformats.org/officeDocument/2006/relationships/notesSlide" Target="/ppt/notesSlides/notesSlide2.xml" Id="R2eb99875954241f5" /></Relationships>
</file>

<file path=ppt/slides/_rels/slide3.xml.rels><?xml version='1.0' encoding='utf-8'?>
<Relationships xmlns="http://schemas.openxmlformats.org/package/2006/relationships"><Relationship Type="http://schemas.openxmlformats.org/officeDocument/2006/relationships/slideLayout" Target="/ppt/slideLayouts/initial01_slideLayout1.xml" Id="R4829457547904210" /><Relationship Type="http://schemas.openxmlformats.org/officeDocument/2006/relationships/notesSlide" Target="/ppt/notesSlides/notesSlide3.xml" Id="R5c747439b9b242a7" /></Relationships>
</file>

<file path=ppt/slides/_rels/slide4.xml.rels><?xml version='1.0' encoding='utf-8'?>
<Relationships xmlns="http://schemas.openxmlformats.org/package/2006/relationships"><Relationship Type="http://schemas.openxmlformats.org/officeDocument/2006/relationships/slideLayout" Target="/ppt/slideLayouts/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4.xml" Id="Rf514f23f1304440f" /></Relationships>
</file>

<file path=ppt/slides/_rels/slide5.xml.rels><?xml version='1.0' encoding='utf-8'?>
<Relationships xmlns="http://schemas.openxmlformats.org/package/2006/relationships"><Relationship Type="http://schemas.openxmlformats.org/officeDocument/2006/relationships/slideLayout" Target="/ppt/slideLayouts/initial03_slideLayout1.xml" Id="R9d0162de70694709" /><Relationship Type="http://schemas.openxmlformats.org/officeDocument/2006/relationships/notesSlide" Target="/ppt/notesSlides/notesSlide5.xml" Id="Rcbc28d37b1124b19" /></Relationships>
</file>

<file path=ppt/slides/_rels/slide6.xml.rels><?xml version='1.0' encoding='utf-8'?>
<Relationships xmlns="http://schemas.openxmlformats.org/package/2006/relationships"><Relationship Type="http://schemas.openxmlformats.org/officeDocument/2006/relationships/slideLayout" Target="/ppt/slideLayouts/initial04_slideLayout1.xml" Id="R2214569c2ae44d8c" /><Relationship Type="http://schemas.openxmlformats.org/officeDocument/2006/relationships/notesSlide" Target="/ppt/notesSlides/notesSlide6.xml" Id="Rcf859bf5832c4da9" /></Relationships>
</file>

<file path=ppt/slides/_rels/slide7.xml.rels><?xml version='1.0' encoding='utf-8'?>
<Relationships xmlns="http://schemas.openxmlformats.org/package/2006/relationships"><Relationship Type="http://schemas.openxmlformats.org/officeDocument/2006/relationships/slideLayout" Target="/ppt/slideLayouts/initial04_slideLayout1.xml" Id="Rce24996370bc4668" /><Relationship Type="http://schemas.openxmlformats.org/officeDocument/2006/relationships/notesSlide" Target="/ppt/notesSlides/notesSlide7.xml" Id="Rd4c26c943fae4a96" /></Relationships>
</file>

<file path=ppt/slides/_rels/slide8.xml.rels><?xml version='1.0' encoding='utf-8'?>
<Relationships xmlns="http://schemas.openxmlformats.org/package/2006/relationships"><Relationship Type="http://schemas.openxmlformats.org/officeDocument/2006/relationships/slideLayout" Target="/ppt/slideLayouts/initial04_slideLayout1.xml" Id="R1bfaee4c1fcc4ff6" /><Relationship Type="http://schemas.openxmlformats.org/officeDocument/2006/relationships/notesSlide" Target="/ppt/notesSlides/notesSlide8.xml" Id="R32d396509d35425f" /></Relationships>
</file>

<file path=ppt/slides/_rels/slide9.xml.rels><?xml version='1.0' encoding='utf-8'?>
<Relationships xmlns="http://schemas.openxmlformats.org/package/2006/relationships"><Relationship Type="http://schemas.openxmlformats.org/officeDocument/2006/relationships/slideLayout" Target="/ppt/slideLayouts/initial04_slideLayout1.xml" Id="R7562ff7d0f3d4567" /><Relationship Type="http://schemas.openxmlformats.org/officeDocument/2006/relationships/notesSlide" Target="/ppt/notesSlides/notesSlide9.xml" Id="R85c59196b95d4994" /></Relationships>
</file>

<file path=ppt/slides/_rels/slide10.xml.rels><?xml version='1.0' encoding='utf-8'?>
<Relationships xmlns="http://schemas.openxmlformats.org/package/2006/relationships"><Relationship Type="http://schemas.openxmlformats.org/officeDocument/2006/relationships/slideLayout" Target="/ppt/slideLayouts/initial04_slideLayout1.xml" Id="R57f83f8b387f4d57" /><Relationship Type="http://schemas.openxmlformats.org/officeDocument/2006/relationships/notesSlide" Target="/ppt/notesSlides/notesSlide10.xml" Id="R00838209b4274b6f" /></Relationships>
</file>

<file path=ppt/slides/_rels/slide11.xml.rels><?xml version='1.0' encoding='utf-8'?>
<Relationships xmlns="http://schemas.openxmlformats.org/package/2006/relationships"><Relationship Type="http://schemas.openxmlformats.org/officeDocument/2006/relationships/slideLayout" Target="/ppt/slideLayouts/initial04_slideLayout1.xml" Id="R59e31f4a06de49d1" /><Relationship Type="http://schemas.openxmlformats.org/officeDocument/2006/relationships/notesSlide" Target="/ppt/notesSlides/notesSlide11.xml" Id="Ra6d0092a416b4ccf" /></Relationships>
</file>

<file path=ppt/slides/_rels/slide12.xml.rels><?xml version='1.0' encoding='utf-8'?>
<Relationships xmlns="http://schemas.openxmlformats.org/package/2006/relationships"><Relationship Type="http://schemas.openxmlformats.org/officeDocument/2006/relationships/slideLayout" Target="/ppt/slideLayouts/initial05_slideLayout1.xml" Id="R9dd93ba01d01409a" /><Relationship Type="http://schemas.openxmlformats.org/officeDocument/2006/relationships/notesSlide" Target="/ppt/notesSlides/notesSlide12.xml" Id="Rff7e06d47592458b" /></Relationships>
</file>

<file path=ppt/slides/_rels/slide13.xml.rels><?xml version='1.0' encoding='utf-8'?>
<Relationships xmlns="http://schemas.openxmlformats.org/package/2006/relationships"><Relationship Type="http://schemas.openxmlformats.org/officeDocument/2006/relationships/slideLayout" Target="/ppt/slideLayouts/initial05_slideLayout1.xml" Id="R16853777c1e04b82" /><Relationship Type="http://schemas.openxmlformats.org/officeDocument/2006/relationships/notesSlide" Target="/ppt/notesSlides/notesSlide13.xml" Id="R46ca691da5944e9f" /></Relationships>
</file>

<file path=ppt/slides/_rels/slide14.xml.rels><?xml version='1.0' encoding='utf-8'?>
<Relationships xmlns="http://schemas.openxmlformats.org/package/2006/relationships"><Relationship Type="http://schemas.openxmlformats.org/officeDocument/2006/relationships/slideLayout" Target="/ppt/slideLayouts/initial05_slideLayout1.xml" Id="R2cbdd2c01e554610" /><Relationship Type="http://schemas.openxmlformats.org/officeDocument/2006/relationships/notesSlide" Target="/ppt/notesSlides/notesSlide14.xml" Id="R82c8ecd989a2477f" /></Relationships>
</file>

<file path=ppt/slides/_rels/slide15.xml.rels><?xml version='1.0' encoding='utf-8'?>
<Relationships xmlns="http://schemas.openxmlformats.org/package/2006/relationships"><Relationship Type="http://schemas.openxmlformats.org/officeDocument/2006/relationships/slideLayout" Target="/ppt/slideLayouts/initial05_slideLayout1.xml" Id="R73263e1504684615" /><Relationship Type="http://schemas.openxmlformats.org/officeDocument/2006/relationships/notesSlide" Target="/ppt/notesSlides/notesSlide15.xml" Id="Ra4323febceb24ece" /></Relationships>
</file>

<file path=ppt/slides/_rels/slide16.xml.rels><?xml version='1.0' encoding='utf-8'?>
<Relationships xmlns="http://schemas.openxmlformats.org/package/2006/relationships"><Relationship Type="http://schemas.openxmlformats.org/officeDocument/2006/relationships/slideLayout" Target="/ppt/slideLayouts/initial05_slideLayout1.xml" Id="Re45b00dd19204a08" /><Relationship Type="http://schemas.openxmlformats.org/officeDocument/2006/relationships/notesSlide" Target="/ppt/notesSlides/notesSlide16.xml" Id="R70bca6db5a19418b" /></Relationships>
</file>

<file path=ppt/slides/_rels/slide17.xml.rels><?xml version='1.0' encoding='utf-8'?>
<Relationships xmlns="http://schemas.openxmlformats.org/package/2006/relationships"><Relationship Type="http://schemas.openxmlformats.org/officeDocument/2006/relationships/slideLayout" Target="/ppt/slideLayouts/initial05_slideLayout1.xml" Id="Recb134abe2b54909" /><Relationship Type="http://schemas.openxmlformats.org/officeDocument/2006/relationships/notesSlide" Target="/ppt/notesSlides/notesSlide17.xml" Id="R6d1fc86b163347ce" /></Relationships>
</file>

<file path=ppt/slides/_rels/slide18.xml.rels><?xml version='1.0' encoding='utf-8'?>
<Relationships xmlns="http://schemas.openxmlformats.org/package/2006/relationships"><Relationship Type="http://schemas.openxmlformats.org/officeDocument/2006/relationships/slideLayout" Target="/ppt/slideLayouts/initial06_slideLayout1.xml" Id="R818d34c941a64a51" /><Relationship Type="http://schemas.openxmlformats.org/officeDocument/2006/relationships/notesSlide" Target="/ppt/notesSlides/notesSlide18.xml" Id="R25f18e35b91a4b9d" /></Relationships>
</file>

<file path=ppt/slides/_rels/slide19.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19.xml" Id="R59bf0a34ca3b4002" /><Relationship Id="RviaIntroImage1" Type="http://schemas.openxmlformats.org/officeDocument/2006/relationships/image" Target="/ppt/media/initial07_via-v2-intro-1-1.png" /><Relationship Id="RviaIntroImage2" Type="http://schemas.openxmlformats.org/officeDocument/2006/relationships/image" Target="/ppt/media/initial07_via-v2-intro-1-2.png" /><Relationship Id="RviaIntroImage3" Type="http://schemas.openxmlformats.org/officeDocument/2006/relationships/image" Target="/ppt/media/initial07_via-v2-intro-1-3.png" /></Relationships>
</file>

<file path=ppt/slides/_rels/slide20.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20.xml" Id="R59bf0a34ca3b4002" /><Relationship Id="RviaIntroImage1" Type="http://schemas.openxmlformats.org/officeDocument/2006/relationships/image" Target="/ppt/media/initial07_via-v2-intro-2-1.png" /><Relationship Id="RviaIntroImage2" Type="http://schemas.openxmlformats.org/officeDocument/2006/relationships/image" Target="/ppt/media/initial07_via-v2-intro-2-2.png" /><Relationship Id="RviaIntroImage3" Type="http://schemas.openxmlformats.org/officeDocument/2006/relationships/image" Target="/ppt/media/initial07_via-v2-intro-2-3.png" /></Relationships>
</file>

<file path=ppt/slides/_rels/slide21.xml.rels><?xml version='1.0' encoding='utf-8'?>
<Relationships xmlns="http://schemas.openxmlformats.org/package/2006/relationships"><Relationship Type="http://schemas.openxmlformats.org/officeDocument/2006/relationships/slideLayout" Target="/ppt/slideLayouts/initial07_slideLayout1.xml" Id="R1f054bf24ee64584" /><Relationship Type="http://schemas.openxmlformats.org/officeDocument/2006/relationships/notesSlide" Target="/ppt/notesSlides/notesSlide21.xml" Id="R0fb64cd22d524375" /><Relationship Id="RviaBackgroundImage1" Type="http://schemas.openxmlformats.org/officeDocument/2006/relationships/image" Target="/ppt/media/initial07_via-v2-bg41-1.png" /><Relationship Id="RviaBackgroundImage2" Type="http://schemas.openxmlformats.org/officeDocument/2006/relationships/image" Target="/ppt/media/initial07_via-v2-bg41-2.png" /><Relationship Id="RviaBackgroundImage3" Type="http://schemas.openxmlformats.org/officeDocument/2006/relationships/image" Target="/ppt/media/initial07_via-v2-bg41-3.png" /></Relationships>
</file>

<file path=ppt/slides/_rels/slide22.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2.xml" Id="R704ed05a7b664af2" /></Relationships>
</file>

<file path=ppt/slides/_rels/slide23.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3.xml" Id="R704ed05a7b664af2" /></Relationships>
</file>

<file path=ppt/slides/_rels/slide24.xml.rels><?xml version='1.0' encoding='utf-8'?>
<Relationships xmlns="http://schemas.openxmlformats.org/package/2006/relationships"><Relationship Type="http://schemas.openxmlformats.org/officeDocument/2006/relationships/slideLayout" Target="/ppt/slideLayouts/initial07_slideLayout1.xml" Id="Rb9084e82e5dd4339" /><Relationship Type="http://schemas.openxmlformats.org/officeDocument/2006/relationships/notesSlide" Target="/ppt/notesSlides/notesSlide24.xml" Id="R73212bb7779f42af" /><Relationship Id="RviaBackgroundImage1" Type="http://schemas.openxmlformats.org/officeDocument/2006/relationships/image" Target="/ppt/media/initial07_via-v2-bg44-1.png" /><Relationship Id="RviaBackgroundImage2" Type="http://schemas.openxmlformats.org/officeDocument/2006/relationships/image" Target="/ppt/media/initial07_via-v2-bg44-2.png" /><Relationship Id="RviaBackgroundImage3" Type="http://schemas.openxmlformats.org/officeDocument/2006/relationships/image" Target="/ppt/media/initial07_via-v2-bg44-3.png" /></Relationships>
</file>

<file path=ppt/slides/_rels/slide25.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5.xml" Id="R776926d34d01485a" /></Relationships>
</file>

<file path=ppt/slides/_rels/slide26.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6.xml" Id="R776926d34d01485a" /></Relationships>
</file>

<file path=ppt/slides/_rels/slide27.xml.rels><?xml version='1.0' encoding='utf-8'?>
<Relationships xmlns="http://schemas.openxmlformats.org/package/2006/relationships"><Relationship Type="http://schemas.openxmlformats.org/officeDocument/2006/relationships/slideLayout" Target="/ppt/slideLayouts/initial07_slideLayout1.xml" Id="Re9b73f500e104ec9" /><Relationship Type="http://schemas.openxmlformats.org/officeDocument/2006/relationships/notesSlide" Target="/ppt/notesSlides/notesSlide27.xml" Id="Reb3935ab28774dd7" /><Relationship Id="RviaBackgroundImage1" Type="http://schemas.openxmlformats.org/officeDocument/2006/relationships/image" Target="/ppt/media/initial07_via-v2-bg45-1.png" /><Relationship Id="RviaBackgroundImage2" Type="http://schemas.openxmlformats.org/officeDocument/2006/relationships/image" Target="/ppt/media/initial07_via-v2-bg45-2.png" /><Relationship Id="RviaBackgroundImage3" Type="http://schemas.openxmlformats.org/officeDocument/2006/relationships/image" Target="/ppt/media/initial07_via-v2-bg45-3.png" /></Relationships>
</file>

<file path=ppt/slides/_rels/slide28.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8.xml" Id="Rdf7f7506b1884c7e" /></Relationships>
</file>

<file path=ppt/slides/_rels/slide29.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9.xml" Id="Rdf7f7506b1884c7e" /></Relationships>
</file>

<file path=ppt/slides/_rels/slide30.xml.rels><?xml version='1.0' encoding='utf-8'?>
<Relationships xmlns="http://schemas.openxmlformats.org/package/2006/relationships"><Relationship Type="http://schemas.openxmlformats.org/officeDocument/2006/relationships/slideLayout" Target="/ppt/slideLayouts/initial07_slideLayout1.xml" Id="R4b5772cdc81b41b9" /><Relationship Type="http://schemas.openxmlformats.org/officeDocument/2006/relationships/notesSlide" Target="/ppt/notesSlides/notesSlide30.xml" Id="R22430df242ca4bf6" /><Relationship Id="RviaBackgroundImage1" Type="http://schemas.openxmlformats.org/officeDocument/2006/relationships/image" Target="/ppt/media/initial07_via-v2-bg42-1.png" /><Relationship Id="RviaBackgroundImage2" Type="http://schemas.openxmlformats.org/officeDocument/2006/relationships/image" Target="/ppt/media/initial07_via-v2-bg42-2.png" /><Relationship Id="RviaBackgroundImage3" Type="http://schemas.openxmlformats.org/officeDocument/2006/relationships/image" Target="/ppt/media/initial07_via-v2-bg42-3.png" /></Relationships>
</file>

<file path=ppt/slides/_rels/slide31.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1.xml" Id="Rc06947a345af4d75" /></Relationships>
</file>

<file path=ppt/slides/_rels/slide32.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2.xml" Id="Rc06947a345af4d75" /></Relationships>
</file>

<file path=ppt/slides/_rels/slide33.xml.rels><?xml version='1.0' encoding='utf-8'?>
<Relationships xmlns="http://schemas.openxmlformats.org/package/2006/relationships"><Relationship Type="http://schemas.openxmlformats.org/officeDocument/2006/relationships/slideLayout" Target="/ppt/slideLayouts/V2Clone_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33.xml" Id="R0f2a51639d8749e0"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Type="http://schemas.openxmlformats.org/officeDocument/2006/relationships/slideLayout" Target="/ppt/slideLayouts/V2Clone_initial04_slideLayout1.xml" Id="R2214569c2ae44d8c" /><Relationship Type="http://schemas.openxmlformats.org/officeDocument/2006/relationships/notesSlide" Target="/ppt/notesSlides/notesSlide38.xml" Id="Rcf859bf5832c4da9" /></Relationships>
</file>

<file path=ppt/slides/_rels/slide39.xml.rels><?xml version='1.0' encoding='utf-8'?>
<Relationships xmlns="http://schemas.openxmlformats.org/package/2006/relationships"><Relationship Type="http://schemas.openxmlformats.org/officeDocument/2006/relationships/slideLayout" Target="/ppt/slideLayouts/V2Clone_initial04_slideLayout1.xml" Id="Rce24996370bc4668" /><Relationship Type="http://schemas.openxmlformats.org/officeDocument/2006/relationships/notesSlide" Target="/ppt/notesSlides/notesSlide39.xml" Id="Rd4c26c943fae4a96"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2.xml.rels><?xml version='1.0' encoding='utf-8'?>
<Relationships xmlns="http://schemas.openxmlformats.org/package/2006/relationships"><Relationship Type="http://schemas.openxmlformats.org/officeDocument/2006/relationships/slideLayout" Target="/ppt/slideLayouts/V2Clone_initial07_slideLayout1.xml" Id="R1f054bf24ee64584" /><Relationship Type="http://schemas.openxmlformats.org/officeDocument/2006/relationships/notesSlide" Target="/ppt/notesSlides/notesSlide42.xml" Id="R0fb64cd22d524375" /><Relationship Id="RviaBackgroundImage1" Type="http://schemas.openxmlformats.org/officeDocument/2006/relationships/image" Target="/ppt/media/initial07_via-v2-bg41-3.png" /><Relationship Id="RviaBackgroundImage2" Type="http://schemas.openxmlformats.org/officeDocument/2006/relationships/image" Target="/ppt/media/initial07_via-v2-bg41-3.png" /><Relationship Id="RviaBackgroundImage3" Type="http://schemas.openxmlformats.org/officeDocument/2006/relationships/image" Target="/ppt/media/initial07_via-v2-bg41-3.png" /></Relationships>
</file>

<file path=ppt/slides/_rels/slide43.xml.rels><?xml version='1.0' encoding='utf-8'?>
<Relationships xmlns="http://schemas.openxmlformats.org/package/2006/relationships"><Relationship Type="http://schemas.openxmlformats.org/officeDocument/2006/relationships/slideLayout" Target="/ppt/slideLayouts/V2Clone_initial07_slideLayout1.xml" Id="Rb9084e82e5dd4339" /><Relationship Type="http://schemas.openxmlformats.org/officeDocument/2006/relationships/notesSlide" Target="/ppt/notesSlides/notesSlide43.xml" Id="R73212bb7779f42af" /><Relationship Id="RviaBackgroundImage1" Type="http://schemas.openxmlformats.org/officeDocument/2006/relationships/image" Target="/ppt/media/initial07_via-v2-bg44-3.png" /><Relationship Id="RviaBackgroundImage2" Type="http://schemas.openxmlformats.org/officeDocument/2006/relationships/image" Target="/ppt/media/initial07_via-v2-bg44-3.png" /><Relationship Id="RviaBackgroundImage3" Type="http://schemas.openxmlformats.org/officeDocument/2006/relationships/image" Target="/ppt/media/initial07_via-v2-bg44-3.png" /></Relationships>
</file>

<file path=ppt/slides/_rels/slide44.xml.rels><?xml version='1.0' encoding='utf-8'?>
<Relationships xmlns="http://schemas.openxmlformats.org/package/2006/relationships"><Relationship Type="http://schemas.openxmlformats.org/officeDocument/2006/relationships/slideLayout" Target="/ppt/slideLayouts/V2Clone_initial07_slideLayout1.xml" Id="Re9b73f500e104ec9" /><Relationship Type="http://schemas.openxmlformats.org/officeDocument/2006/relationships/notesSlide" Target="/ppt/notesSlides/notesSlide44.xml" Id="Reb3935ab28774dd7" /><Relationship Id="RviaBackgroundImage1" Type="http://schemas.openxmlformats.org/officeDocument/2006/relationships/image" Target="/ppt/media/initial07_via-v2-bg45-3.png" /><Relationship Id="RviaBackgroundImage2" Type="http://schemas.openxmlformats.org/officeDocument/2006/relationships/image" Target="/ppt/media/initial07_via-v2-bg45-3.png" /><Relationship Id="RviaBackgroundImage3" Type="http://schemas.openxmlformats.org/officeDocument/2006/relationships/image" Target="/ppt/media/initial07_via-v2-bg45-3.png" /></Relationships>
</file>

<file path=ppt/slides/_rels/slide45.xml.rels><?xml version='1.0' encoding='utf-8'?>
<Relationships xmlns="http://schemas.openxmlformats.org/package/2006/relationships"><Relationship Type="http://schemas.openxmlformats.org/officeDocument/2006/relationships/slideLayout" Target="/ppt/slideLayouts/V2Clone_initial07_slideLayout1.xml" Id="R4b5772cdc81b41b9" /><Relationship Type="http://schemas.openxmlformats.org/officeDocument/2006/relationships/notesSlide" Target="/ppt/notesSlides/notesSlide45.xml" Id="R22430df242ca4bf6" /><Relationship Id="RviaBackgroundImage1" Type="http://schemas.openxmlformats.org/officeDocument/2006/relationships/image" Target="/ppt/media/initial07_via-v2-bg42-3.png" /><Relationship Id="RviaBackgroundImage2" Type="http://schemas.openxmlformats.org/officeDocument/2006/relationships/image" Target="/ppt/media/initial07_via-v2-bg42-3.png" /><Relationship Id="RviaBackgroundImage3" Type="http://schemas.openxmlformats.org/officeDocument/2006/relationships/image" Target="/ppt/media/initial07_via-v2-bg42-3.png" /></Relationships>
</file>

<file path=ppt/slides/_rels/slide46.xml.rels><?xml version='1.0' encoding='utf-8'?>
<Relationships xmlns="http://schemas.openxmlformats.org/package/2006/relationships"><Relationship Type="http://schemas.openxmlformats.org/officeDocument/2006/relationships/slideLayout" Target="/ppt/slideLayouts/V2Native_slideLayout1.xml" Id="Rbc0186a28a944a9b" /><Relationship Type="http://schemas.openxmlformats.org/officeDocument/2006/relationships/notesSlide" Target="/ppt/notesSlides/notesSlide46.xml" Id="Rb94a2e00cc304fa5"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Type="http://schemas.openxmlformats.org/officeDocument/2006/relationships/slideLayout" Target="/ppt/slideLayouts/V2Native_slideLayout1.xml" Id="Rd203d21a33bf4380" /><Relationship Type="http://schemas.openxmlformats.org/officeDocument/2006/relationships/notesSlide" Target="/ppt/notesSlides/notesSlide49.xml" Id="Rcadd760b058c4992"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1.xml.rels><?xml version='1.0' encoding='utf-8'?>
<Relationships xmlns="http://schemas.openxmlformats.org/package/2006/relationships"><Relationship Type="http://schemas.openxmlformats.org/officeDocument/2006/relationships/slideLayout" Target="/ppt/slideLayouts/V2Native_slideLayout1.xml" Id="R08de1b7e3e9a4c89" /><Relationship Type="http://schemas.openxmlformats.org/officeDocument/2006/relationships/notesSlide" Target="/ppt/notesSlides/notesSlide51.xml" Id="R8ad761e2691d40bd"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7.xml.rels><?xml version='1.0' encoding='utf-8'?>
<Relationships xmlns="http://schemas.openxmlformats.org/package/2006/relationships"><Relationship Type="http://schemas.openxmlformats.org/officeDocument/2006/relationships/slideLayout" Target="/ppt/slideLayouts/V2Native_slideLayout1.xml" Id="R60c69ee25ee34de7" /><Relationship Type="http://schemas.openxmlformats.org/officeDocument/2006/relationships/notesSlide" Target="/ppt/notesSlides/notesSlide57.xml" Id="R19596b57fef2433b" /></Relationships>
</file>

<file path=ppt/slides/_rels/slide58.xml.rels><?xml version='1.0' encoding='utf-8'?>
<Relationships xmlns="http://schemas.openxmlformats.org/package/2006/relationships"><Relationship Type="http://schemas.openxmlformats.org/officeDocument/2006/relationships/slideLayout" Target="/ppt/slideLayouts/V3Background_slideLayout1.xml" Id="Rf23a624af69c4014" /><Relationship Type="http://schemas.openxmlformats.org/officeDocument/2006/relationships/notesSlide" Target="/ppt/notesSlides/notesSlide58.xml" Id="R992f4e67ae3f4078"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slide1.xml><?xml version="1.0" encoding="utf-8"?>
<p:sld xmlns:p="http://schemas.openxmlformats.org/presentationml/2006/main">
  <p:cSld name="project-backgroun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r3-1">
            <a:extLst xmlns:a="http://schemas.openxmlformats.org/drawingml/2006/main">
              <a:ext uri="{FF2B5EF4-FFF2-40B4-BE49-F238E27FC236}">
                <a16:creationId xmlns:a16="http://schemas.microsoft.com/office/drawing/2014/main" id="{8CAC8117-16F8-4F9D-8317-AAE3EC84E1F0}"/>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배경 | 관련 동향</a:t>
            </a:r>
          </a:p>
        </p:txBody>
      </p:sp>
      <p:sp>
        <p:nvSpPr>
          <p:cNvPr id="2" name="line-2">
            <a:extLst xmlns:a="http://schemas.openxmlformats.org/drawingml/2006/main">
              <a:ext uri="{FF2B5EF4-FFF2-40B4-BE49-F238E27FC236}">
                <a16:creationId xmlns:a16="http://schemas.microsoft.com/office/drawing/2014/main" id="{1F04E5D7-6604-4B32-8D5A-9E70895E6885}"/>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3">
            <a:extLst xmlns:a="http://schemas.openxmlformats.org/drawingml/2006/main">
              <a:ext uri="{FF2B5EF4-FFF2-40B4-BE49-F238E27FC236}">
                <a16:creationId xmlns:a16="http://schemas.microsoft.com/office/drawing/2014/main" id="{5D800A3F-CABC-4308-9166-7DAF8662354C}"/>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4">
            <a:extLst xmlns:a="http://schemas.openxmlformats.org/drawingml/2006/main">
              <a:ext uri="{FF2B5EF4-FFF2-40B4-BE49-F238E27FC236}">
                <a16:creationId xmlns:a16="http://schemas.microsoft.com/office/drawing/2014/main" id="{EE344BD5-A6DC-4CB7-B0B9-BACB68666A2A}"/>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과제 소개</a:t>
            </a:r>
          </a:p>
        </p:txBody>
      </p:sp>
      <p:sp>
        <p:nvSpPr>
          <p:cNvPr id="5" name="r3-5">
            <a:extLst xmlns:a="http://schemas.openxmlformats.org/drawingml/2006/main">
              <a:ext uri="{FF2B5EF4-FFF2-40B4-BE49-F238E27FC236}">
                <a16:creationId xmlns:a16="http://schemas.microsoft.com/office/drawing/2014/main" id="{5ECD5165-4A5E-4669-AB00-85E21B2BA05D}"/>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6">
            <a:extLst xmlns:a="http://schemas.openxmlformats.org/drawingml/2006/main">
              <a:ext uri="{FF2B5EF4-FFF2-40B4-BE49-F238E27FC236}">
                <a16:creationId xmlns:a16="http://schemas.microsoft.com/office/drawing/2014/main" id="{AE7D1F32-45B1-4DA1-971C-5910B03C6135}"/>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요구사항 분석</a:t>
            </a:r>
          </a:p>
        </p:txBody>
      </p:sp>
      <p:sp>
        <p:nvSpPr>
          <p:cNvPr id="7" name="r3-7">
            <a:extLst xmlns:a="http://schemas.openxmlformats.org/drawingml/2006/main">
              <a:ext uri="{FF2B5EF4-FFF2-40B4-BE49-F238E27FC236}">
                <a16:creationId xmlns:a16="http://schemas.microsoft.com/office/drawing/2014/main" id="{194B31F5-3247-439B-8C74-15BBAE0DB6C3}"/>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8">
            <a:extLst xmlns:a="http://schemas.openxmlformats.org/drawingml/2006/main">
              <a:ext uri="{FF2B5EF4-FFF2-40B4-BE49-F238E27FC236}">
                <a16:creationId xmlns:a16="http://schemas.microsoft.com/office/drawing/2014/main" id="{88798B45-16FB-4AB2-ACF7-6E6610600246}"/>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설계</a:t>
            </a:r>
          </a:p>
        </p:txBody>
      </p:sp>
      <p:sp>
        <p:nvSpPr>
          <p:cNvPr id="9" name="r3-9">
            <a:extLst xmlns:a="http://schemas.openxmlformats.org/drawingml/2006/main">
              <a:ext uri="{FF2B5EF4-FFF2-40B4-BE49-F238E27FC236}">
                <a16:creationId xmlns:a16="http://schemas.microsoft.com/office/drawing/2014/main" id="{F6CFE006-9B0B-447D-8A36-45C993829EDA}"/>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10">
            <a:extLst xmlns:a="http://schemas.openxmlformats.org/drawingml/2006/main">
              <a:ext uri="{FF2B5EF4-FFF2-40B4-BE49-F238E27FC236}">
                <a16:creationId xmlns:a16="http://schemas.microsoft.com/office/drawing/2014/main" id="{6B8203DC-D402-43CF-90AB-C3619D54AA55}"/>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구현 및 검증</a:t>
            </a:r>
          </a:p>
        </p:txBody>
      </p:sp>
      <p:sp>
        <p:nvSpPr>
          <p:cNvPr id="11" name="r3-11">
            <a:extLst xmlns:a="http://schemas.openxmlformats.org/drawingml/2006/main">
              <a:ext uri="{FF2B5EF4-FFF2-40B4-BE49-F238E27FC236}">
                <a16:creationId xmlns:a16="http://schemas.microsoft.com/office/drawing/2014/main" id="{47B018C3-A7AC-4BE4-A77F-68B7D6B38E2D}"/>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12">
            <a:extLst xmlns:a="http://schemas.openxmlformats.org/drawingml/2006/main">
              <a:ext uri="{FF2B5EF4-FFF2-40B4-BE49-F238E27FC236}">
                <a16:creationId xmlns:a16="http://schemas.microsoft.com/office/drawing/2014/main" id="{D1CDE218-9368-46CC-976D-B3F71B741ECD}"/>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결론</a:t>
            </a:r>
          </a:p>
        </p:txBody>
      </p:sp>
      <p:sp>
        <p:nvSpPr>
          <p:cNvPr id="13" name="r3-13">
            <a:extLst xmlns:a="http://schemas.openxmlformats.org/drawingml/2006/main">
              <a:ext uri="{FF2B5EF4-FFF2-40B4-BE49-F238E27FC236}">
                <a16:creationId xmlns:a16="http://schemas.microsoft.com/office/drawing/2014/main" id="{AB55F528-45A3-4A2D-8761-301EFBA5BB19}"/>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657079"/>
                </a:solidFill>
                <a:latin typeface="Apple SD Gothic Neo"/>
                <a:ea typeface="Apple SD Gothic Neo"/>
                <a:cs typeface="Apple SD Gothic Neo"/>
              </a:defRPr>
            </a:pPr>
            <a:r>
              <a:rPr sz="1500" b="0">
                <a:solidFill>
                  <a:srgbClr val="657079"/>
                </a:solidFill>
                <a:latin typeface="Apple SD Gothic Neo"/>
                <a:ea typeface="Apple SD Gothic Neo"/>
                <a:cs typeface="Apple SD Gothic Neo"/>
              </a:rPr>
              <a:t>1</a:t>
            </a:r>
          </a:p>
        </p:txBody>
      </p:sp>
      <p:sp>
        <p:nvSpPr>
          <p:cNvPr id="14" name="r3-14">
            <a:extLst xmlns:a="http://schemas.openxmlformats.org/drawingml/2006/main">
              <a:ext uri="{FF2B5EF4-FFF2-40B4-BE49-F238E27FC236}">
                <a16:creationId xmlns:a16="http://schemas.microsoft.com/office/drawing/2014/main" id="{BEF4A735-9C7D-41E2-A1CB-553DC08DA2FF}"/>
              </a:ext>
            </a:extLst>
          </p:cNvPr>
          <p:cNvSpPr>
            <a:spLocks xmlns:a="http://schemas.openxmlformats.org/drawingml/2006/main" noGrp="1"/>
          </p:cNvSpPr>
          <p:nvPr/>
        </p:nvSpPr>
        <p:spPr>
          <a:xfrm xmlns:a="http://schemas.openxmlformats.org/drawingml/2006/main">
            <a:off x="971550" y="1314450"/>
            <a:ext cx="7500938"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5" name="r3-15">
            <a:extLst xmlns:a="http://schemas.openxmlformats.org/drawingml/2006/main">
              <a:ext uri="{FF2B5EF4-FFF2-40B4-BE49-F238E27FC236}">
                <a16:creationId xmlns:a16="http://schemas.microsoft.com/office/drawing/2014/main" id="{43866F53-5468-4287-8E54-A0A623F7C35D}"/>
              </a:ext>
            </a:extLst>
          </p:cNvPr>
          <p:cNvSpPr>
            <a:spLocks xmlns:a="http://schemas.openxmlformats.org/drawingml/2006/main" noGrp="1"/>
          </p:cNvSpPr>
          <p:nvPr/>
        </p:nvSpPr>
        <p:spPr>
          <a:xfrm xmlns:a="http://schemas.openxmlformats.org/drawingml/2006/main">
            <a:off x="1085850" y="1385888"/>
            <a:ext cx="7272338"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00" b="1">
                <a:solidFill>
                  <a:srgbClr val="FFFFFF"/>
                </a:solidFill>
                <a:latin typeface="Apple SD Gothic Neo"/>
                <a:ea typeface="Apple SD Gothic Neo"/>
                <a:cs typeface="Apple SD Gothic Neo"/>
              </a:defRPr>
            </a:pPr>
            <a:r>
              <a:rPr sz="2600" b="1">
                <a:solidFill>
                  <a:srgbClr val="FFFFFF"/>
                </a:solidFill>
                <a:latin typeface="Apple SD Gothic Neo"/>
                <a:ea typeface="Apple SD Gothic Neo"/>
                <a:cs typeface="Apple SD Gothic Neo"/>
              </a:rPr>
              <a:t>PC 업무를 수행하는 AI의 등장</a:t>
            </a:r>
          </a:p>
        </p:txBody>
      </p:sp>
      <p:sp>
        <p:nvSpPr>
          <p:cNvPr id="16" name="r3-16">
            <a:extLst xmlns:a="http://schemas.openxmlformats.org/drawingml/2006/main">
              <a:ext uri="{FF2B5EF4-FFF2-40B4-BE49-F238E27FC236}">
                <a16:creationId xmlns:a16="http://schemas.microsoft.com/office/drawing/2014/main" id="{61C8B37E-4868-4E50-93C4-9E5E29EA9A86}"/>
              </a:ext>
            </a:extLst>
          </p:cNvPr>
          <p:cNvSpPr>
            <a:spLocks xmlns:a="http://schemas.openxmlformats.org/drawingml/2006/main" noGrp="1"/>
          </p:cNvSpPr>
          <p:nvPr/>
        </p:nvSpPr>
        <p:spPr>
          <a:xfrm xmlns:a="http://schemas.openxmlformats.org/drawingml/2006/main">
            <a:off x="9815512" y="1314450"/>
            <a:ext cx="7500938"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7" name="r3-17">
            <a:extLst xmlns:a="http://schemas.openxmlformats.org/drawingml/2006/main">
              <a:ext uri="{FF2B5EF4-FFF2-40B4-BE49-F238E27FC236}">
                <a16:creationId xmlns:a16="http://schemas.microsoft.com/office/drawing/2014/main" id="{7C2B80B6-5FEB-4339-8F7E-9889897F2A62}"/>
              </a:ext>
            </a:extLst>
          </p:cNvPr>
          <p:cNvSpPr>
            <a:spLocks xmlns:a="http://schemas.openxmlformats.org/drawingml/2006/main" noGrp="1"/>
          </p:cNvSpPr>
          <p:nvPr/>
        </p:nvSpPr>
        <p:spPr>
          <a:xfrm xmlns:a="http://schemas.openxmlformats.org/drawingml/2006/main">
            <a:off x="9929812" y="1385888"/>
            <a:ext cx="7272338"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00" b="1">
                <a:solidFill>
                  <a:srgbClr val="FFFFFF"/>
                </a:solidFill>
                <a:latin typeface="Apple SD Gothic Neo"/>
                <a:ea typeface="Apple SD Gothic Neo"/>
                <a:cs typeface="Apple SD Gothic Neo"/>
              </a:defRPr>
            </a:pPr>
            <a:r>
              <a:rPr sz="2600" b="1">
                <a:solidFill>
                  <a:srgbClr val="FFFFFF"/>
                </a:solidFill>
                <a:latin typeface="Apple SD Gothic Neo"/>
                <a:ea typeface="Apple SD Gothic Neo"/>
                <a:cs typeface="Apple SD Gothic Neo"/>
              </a:rPr>
              <a:t>화면을 보며 말로 지시하는 상호작용</a:t>
            </a:r>
          </a:p>
        </p:txBody>
      </p:sp>
      <p:sp>
        <p:nvSpPr>
          <p:cNvPr id="18" name="line-18">
            <a:extLst xmlns:a="http://schemas.openxmlformats.org/drawingml/2006/main">
              <a:ext uri="{FF2B5EF4-FFF2-40B4-BE49-F238E27FC236}">
                <a16:creationId xmlns:a16="http://schemas.microsoft.com/office/drawing/2014/main" id="{C974F878-DB1A-4342-B659-4A99052540B8}"/>
              </a:ext>
            </a:extLst>
          </p:cNvPr>
          <p:cNvSpPr>
            <a:spLocks xmlns:a="http://schemas.openxmlformats.org/drawingml/2006/main" noGrp="1"/>
          </p:cNvSpPr>
          <p:nvPr/>
        </p:nvSpPr>
        <p:spPr>
          <a:xfrm xmlns:a="http://schemas.openxmlformats.org/drawingml/2006/main" flipH="0">
            <a:off x="9144000" y="2157412"/>
            <a:ext cx="0" cy="7386638"/>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19" name="r3-19">
            <a:extLst xmlns:a="http://schemas.openxmlformats.org/drawingml/2006/main">
              <a:ext uri="{FF2B5EF4-FFF2-40B4-BE49-F238E27FC236}">
                <a16:creationId xmlns:a16="http://schemas.microsoft.com/office/drawing/2014/main" id="{84A506B7-C72B-481E-8802-96982FF4C1E1}"/>
              </a:ext>
            </a:extLst>
          </p:cNvPr>
          <p:cNvSpPr>
            <a:spLocks xmlns:a="http://schemas.openxmlformats.org/drawingml/2006/main" noGrp="1"/>
          </p:cNvSpPr>
          <p:nvPr/>
        </p:nvSpPr>
        <p:spPr>
          <a:xfrm xmlns:a="http://schemas.openxmlformats.org/drawingml/2006/main">
            <a:off x="528638" y="23431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0" name="r3-20">
            <a:extLst xmlns:a="http://schemas.openxmlformats.org/drawingml/2006/main">
              <a:ext uri="{FF2B5EF4-FFF2-40B4-BE49-F238E27FC236}">
                <a16:creationId xmlns:a16="http://schemas.microsoft.com/office/drawing/2014/main" id="{50EC78CD-D629-4070-9782-EFF3746CB20E}"/>
              </a:ext>
            </a:extLst>
          </p:cNvPr>
          <p:cNvSpPr>
            <a:spLocks xmlns:a="http://schemas.openxmlformats.org/drawingml/2006/main" noGrp="1"/>
          </p:cNvSpPr>
          <p:nvPr/>
        </p:nvSpPr>
        <p:spPr>
          <a:xfrm xmlns:a="http://schemas.openxmlformats.org/drawingml/2006/main">
            <a:off x="757238" y="21859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20262C"/>
                </a:solidFill>
                <a:latin typeface="Apple SD Gothic Neo"/>
                <a:ea typeface="Apple SD Gothic Neo"/>
                <a:cs typeface="Apple SD Gothic Neo"/>
              </a:defRPr>
            </a:pPr>
            <a:r>
              <a:rPr sz="2500" b="1">
                <a:solidFill>
                  <a:srgbClr val="20262C"/>
                </a:solidFill>
                <a:latin typeface="Apple SD Gothic Neo"/>
                <a:ea typeface="Apple SD Gothic Neo"/>
                <a:cs typeface="Apple SD Gothic Neo"/>
              </a:rPr>
              <a:t>자료를 찾아 업무 앱까지 조작하는 AI</a:t>
            </a:r>
          </a:p>
        </p:txBody>
      </p:sp>
      <p:sp>
        <p:nvSpPr>
          <p:cNvPr id="21" name="r3-21">
            <a:extLst xmlns:a="http://schemas.openxmlformats.org/drawingml/2006/main">
              <a:ext uri="{FF2B5EF4-FFF2-40B4-BE49-F238E27FC236}">
                <a16:creationId xmlns:a16="http://schemas.microsoft.com/office/drawing/2014/main" id="{16AA4A4D-C1BC-471A-A0C1-2709618E782F}"/>
              </a:ext>
            </a:extLst>
          </p:cNvPr>
          <p:cNvSpPr>
            <a:spLocks xmlns:a="http://schemas.openxmlformats.org/drawingml/2006/main" noGrp="1"/>
          </p:cNvSpPr>
          <p:nvPr/>
        </p:nvSpPr>
        <p:spPr>
          <a:xfrm xmlns:a="http://schemas.openxmlformats.org/drawingml/2006/main">
            <a:off x="757238" y="2628900"/>
            <a:ext cx="8001000"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화면을 읽고, 필요한 정보를 찾아 신청서에 입력</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413be209bf6b450f"/>
          <a:stretch xmlns:a="http://schemas.openxmlformats.org/drawingml/2006/main"/>
        </p:blipFill>
        <p:spPr>
          <a:xfrm xmlns:a="http://schemas.openxmlformats.org/drawingml/2006/main">
            <a:off x="1725612" y="3071812"/>
            <a:ext cx="5892800" cy="3314700"/>
          </a:xfrm>
          <a:prstGeom xmlns:a="http://schemas.openxmlformats.org/drawingml/2006/main" prst="rect">
            <a:avLst/>
          </a:prstGeom>
        </p:spPr>
      </p:pic>
      <p:sp>
        <p:nvSpPr>
          <p:cNvPr id="23" name="r3-22">
            <a:extLst xmlns:a="http://schemas.openxmlformats.org/drawingml/2006/main">
              <a:ext uri="{FF2B5EF4-FFF2-40B4-BE49-F238E27FC236}">
                <a16:creationId xmlns:a16="http://schemas.microsoft.com/office/drawing/2014/main" id="{5B55BA97-B98F-45F7-A1C9-E074B279CC81}"/>
              </a:ext>
            </a:extLst>
          </p:cNvPr>
          <p:cNvSpPr>
            <a:spLocks xmlns:a="http://schemas.openxmlformats.org/drawingml/2006/main" noGrp="1"/>
          </p:cNvSpPr>
          <p:nvPr/>
        </p:nvSpPr>
        <p:spPr>
          <a:xfrm xmlns:a="http://schemas.openxmlformats.org/drawingml/2006/main">
            <a:off x="785812" y="6443662"/>
            <a:ext cx="78581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거래처 검색 → 정보 확인 → 신청서 입력</a:t>
            </a:r>
          </a:p>
        </p:txBody>
      </p:sp>
      <p:sp>
        <p:nvSpPr>
          <p:cNvPr id="24" name="r3-23">
            <a:extLst xmlns:a="http://schemas.openxmlformats.org/drawingml/2006/main">
              <a:ext uri="{FF2B5EF4-FFF2-40B4-BE49-F238E27FC236}">
                <a16:creationId xmlns:a16="http://schemas.microsoft.com/office/drawing/2014/main" id="{DABE3B1C-A404-4AF5-8982-3C4E453A15F4}"/>
              </a:ext>
            </a:extLst>
          </p:cNvPr>
          <p:cNvSpPr>
            <a:spLocks xmlns:a="http://schemas.openxmlformats.org/drawingml/2006/main" noGrp="1"/>
          </p:cNvSpPr>
          <p:nvPr/>
        </p:nvSpPr>
        <p:spPr>
          <a:xfrm xmlns:a="http://schemas.openxmlformats.org/drawingml/2006/main">
            <a:off x="642938" y="6829425"/>
            <a:ext cx="80724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657079"/>
                </a:solidFill>
                <a:latin typeface="Apple SD Gothic Neo"/>
                <a:ea typeface="Apple SD Gothic Neo"/>
                <a:cs typeface="Apple SD Gothic Neo"/>
              </a:defRPr>
            </a:pPr>
            <a:r>
              <a:rPr sz="1500" b="0">
                <a:solidFill>
                  <a:srgbClr val="657079"/>
                </a:solidFill>
                <a:latin typeface="Apple SD Gothic Neo"/>
                <a:ea typeface="Apple SD Gothic Neo"/>
                <a:cs typeface="Apple SD Gothic Neo"/>
              </a:rPr>
              <a:t>[ Anthropic computer use 공개 시연, 2024.10 / 발췌, 3배속 ]</a:t>
            </a:r>
          </a:p>
        </p:txBody>
      </p:sp>
      <p:sp>
        <p:nvSpPr>
          <p:cNvPr id="25" name="line-24">
            <a:extLst xmlns:a="http://schemas.openxmlformats.org/drawingml/2006/main">
              <a:ext uri="{FF2B5EF4-FFF2-40B4-BE49-F238E27FC236}">
                <a16:creationId xmlns:a16="http://schemas.microsoft.com/office/drawing/2014/main" id="{231CF7CE-1A9C-421A-8932-22EA46C7245B}"/>
              </a:ext>
            </a:extLst>
          </p:cNvPr>
          <p:cNvSpPr>
            <a:spLocks xmlns:a="http://schemas.openxmlformats.org/drawingml/2006/main" noGrp="1"/>
          </p:cNvSpPr>
          <p:nvPr/>
        </p:nvSpPr>
        <p:spPr>
          <a:xfrm xmlns:a="http://schemas.openxmlformats.org/drawingml/2006/main" flipH="0">
            <a:off x="542925" y="7300912"/>
            <a:ext cx="8201025"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26" name="r3-25">
            <a:extLst xmlns:a="http://schemas.openxmlformats.org/drawingml/2006/main">
              <a:ext uri="{FF2B5EF4-FFF2-40B4-BE49-F238E27FC236}">
                <a16:creationId xmlns:a16="http://schemas.microsoft.com/office/drawing/2014/main" id="{E7A4B1B7-62E3-4E28-907F-C78A10BBE8C7}"/>
              </a:ext>
            </a:extLst>
          </p:cNvPr>
          <p:cNvSpPr>
            <a:spLocks xmlns:a="http://schemas.openxmlformats.org/drawingml/2006/main" noGrp="1"/>
          </p:cNvSpPr>
          <p:nvPr/>
        </p:nvSpPr>
        <p:spPr>
          <a:xfrm xmlns:a="http://schemas.openxmlformats.org/drawingml/2006/main">
            <a:off x="542925" y="76009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7" name="r3-26">
            <a:extLst xmlns:a="http://schemas.openxmlformats.org/drawingml/2006/main">
              <a:ext uri="{FF2B5EF4-FFF2-40B4-BE49-F238E27FC236}">
                <a16:creationId xmlns:a16="http://schemas.microsoft.com/office/drawing/2014/main" id="{2F451365-CB00-4AD6-A81A-61AB976AE3F2}"/>
              </a:ext>
            </a:extLst>
          </p:cNvPr>
          <p:cNvSpPr>
            <a:spLocks xmlns:a="http://schemas.openxmlformats.org/drawingml/2006/main" noGrp="1"/>
          </p:cNvSpPr>
          <p:nvPr/>
        </p:nvSpPr>
        <p:spPr>
          <a:xfrm xmlns:a="http://schemas.openxmlformats.org/drawingml/2006/main">
            <a:off x="771525" y="7443788"/>
            <a:ext cx="8086725"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사무 업무부터 개발 업무까지 적용 영역 확대</a:t>
            </a:r>
          </a:p>
        </p:txBody>
      </p:sp>
      <p:sp>
        <p:nvSpPr>
          <p:cNvPr id="28" name="r3-27">
            <a:extLst xmlns:a="http://schemas.openxmlformats.org/drawingml/2006/main">
              <a:ext uri="{FF2B5EF4-FFF2-40B4-BE49-F238E27FC236}">
                <a16:creationId xmlns:a16="http://schemas.microsoft.com/office/drawing/2014/main" id="{27EF8A4F-288C-484E-81E0-0A870D63EC45}"/>
              </a:ext>
            </a:extLst>
          </p:cNvPr>
          <p:cNvSpPr>
            <a:spLocks xmlns:a="http://schemas.openxmlformats.org/drawingml/2006/main" noGrp="1"/>
          </p:cNvSpPr>
          <p:nvPr/>
        </p:nvSpPr>
        <p:spPr>
          <a:xfrm xmlns:a="http://schemas.openxmlformats.org/drawingml/2006/main">
            <a:off x="785812" y="7986712"/>
            <a:ext cx="3586162"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122445"/>
                </a:solidFill>
                <a:latin typeface="Apple SD Gothic Neo"/>
                <a:ea typeface="Apple SD Gothic Neo"/>
                <a:cs typeface="Apple SD Gothic Neo"/>
              </a:defRPr>
            </a:pPr>
            <a:r>
              <a:rPr sz="2300" b="1">
                <a:solidFill>
                  <a:srgbClr val="122445"/>
                </a:solidFill>
                <a:latin typeface="Apple SD Gothic Neo"/>
                <a:ea typeface="Apple SD Gothic Neo"/>
                <a:cs typeface="Apple SD Gothic Neo"/>
              </a:rPr>
              <a:t>여러 앱을 활용한 사무 업무</a:t>
            </a:r>
          </a:p>
        </p:txBody>
      </p:sp>
      <p:sp>
        <p:nvSpPr>
          <p:cNvPr id="29" name="r3-28">
            <a:extLst xmlns:a="http://schemas.openxmlformats.org/drawingml/2006/main">
              <a:ext uri="{FF2B5EF4-FFF2-40B4-BE49-F238E27FC236}">
                <a16:creationId xmlns:a16="http://schemas.microsoft.com/office/drawing/2014/main" id="{6330F366-2F4A-4B16-AE85-794E022A42E9}"/>
              </a:ext>
            </a:extLst>
          </p:cNvPr>
          <p:cNvSpPr>
            <a:spLocks xmlns:a="http://schemas.openxmlformats.org/drawingml/2006/main" noGrp="1"/>
          </p:cNvSpPr>
          <p:nvPr/>
        </p:nvSpPr>
        <p:spPr>
          <a:xfrm xmlns:a="http://schemas.openxmlformats.org/drawingml/2006/main">
            <a:off x="785812" y="8443912"/>
            <a:ext cx="3457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Cowork 사례</a:t>
            </a:r>
          </a:p>
        </p:txBody>
      </p:sp>
      <p:sp>
        <p:nvSpPr>
          <p:cNvPr id="30" name="r3-29">
            <a:extLst xmlns:a="http://schemas.openxmlformats.org/drawingml/2006/main">
              <a:ext uri="{FF2B5EF4-FFF2-40B4-BE49-F238E27FC236}">
                <a16:creationId xmlns:a16="http://schemas.microsoft.com/office/drawing/2014/main" id="{1B93C5E3-B5D3-452F-B8C1-35571A5F0141}"/>
              </a:ext>
            </a:extLst>
          </p:cNvPr>
          <p:cNvSpPr>
            <a:spLocks xmlns:a="http://schemas.openxmlformats.org/drawingml/2006/main" noGrp="1"/>
          </p:cNvSpPr>
          <p:nvPr/>
        </p:nvSpPr>
        <p:spPr>
          <a:xfrm xmlns:a="http://schemas.openxmlformats.org/drawingml/2006/main">
            <a:off x="4529138" y="7972425"/>
            <a:ext cx="41862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20262C"/>
                </a:solidFill>
                <a:latin typeface="Apple SD Gothic Neo"/>
                <a:ea typeface="Apple SD Gothic Neo"/>
                <a:cs typeface="Apple SD Gothic Neo"/>
              </a:defRPr>
            </a:pPr>
            <a:r>
              <a:rPr sz="2000" b="0">
                <a:solidFill>
                  <a:srgbClr val="20262C"/>
                </a:solidFill>
                <a:latin typeface="Apple SD Gothic Neo"/>
                <a:ea typeface="Apple SD Gothic Neo"/>
                <a:cs typeface="Apple SD Gothic Neo"/>
              </a:rPr>
              <a:t>파일과 앱의 자료로 보고서 작성</a:t>
            </a:r>
          </a:p>
          <a:p xmlns:a="http://schemas.openxmlformats.org/drawingml/2006/main">
            <a:pPr algn="l">
              <a:defRPr sz="2000" b="0">
                <a:solidFill>
                  <a:srgbClr val="20262C"/>
                </a:solidFill>
                <a:latin typeface="Apple SD Gothic Neo"/>
                <a:ea typeface="Apple SD Gothic Neo"/>
                <a:cs typeface="Apple SD Gothic Neo"/>
              </a:defRPr>
            </a:pPr>
            <a:r>
              <a:rPr sz="2000" b="0">
                <a:solidFill>
                  <a:srgbClr val="20262C"/>
                </a:solidFill>
                <a:latin typeface="Apple SD Gothic Neo"/>
                <a:ea typeface="Apple SD Gothic Neo"/>
                <a:cs typeface="Apple SD Gothic Neo"/>
              </a:rPr>
              <a:t>자료를 비교해 표와 발표자료 생성</a:t>
            </a:r>
          </a:p>
        </p:txBody>
      </p:sp>
      <p:sp>
        <p:nvSpPr>
          <p:cNvPr id="31" name="r3-30">
            <a:extLst xmlns:a="http://schemas.openxmlformats.org/drawingml/2006/main">
              <a:ext uri="{FF2B5EF4-FFF2-40B4-BE49-F238E27FC236}">
                <a16:creationId xmlns:a16="http://schemas.microsoft.com/office/drawing/2014/main" id="{316986EB-7558-4CC4-B891-E55FE877AA0C}"/>
              </a:ext>
            </a:extLst>
          </p:cNvPr>
          <p:cNvSpPr>
            <a:spLocks xmlns:a="http://schemas.openxmlformats.org/drawingml/2006/main" noGrp="1"/>
          </p:cNvSpPr>
          <p:nvPr/>
        </p:nvSpPr>
        <p:spPr>
          <a:xfrm xmlns:a="http://schemas.openxmlformats.org/drawingml/2006/main">
            <a:off x="785812" y="8901112"/>
            <a:ext cx="3586162"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122445"/>
                </a:solidFill>
                <a:latin typeface="Apple SD Gothic Neo"/>
                <a:ea typeface="Apple SD Gothic Neo"/>
                <a:cs typeface="Apple SD Gothic Neo"/>
              </a:defRPr>
            </a:pPr>
            <a:r>
              <a:rPr sz="2300" b="1">
                <a:solidFill>
                  <a:srgbClr val="122445"/>
                </a:solidFill>
                <a:latin typeface="Apple SD Gothic Neo"/>
                <a:ea typeface="Apple SD Gothic Neo"/>
                <a:cs typeface="Apple SD Gothic Neo"/>
              </a:rPr>
              <a:t>개발에 필요한 전문 업무</a:t>
            </a:r>
          </a:p>
        </p:txBody>
      </p:sp>
      <p:sp>
        <p:nvSpPr>
          <p:cNvPr id="32" name="r3-31">
            <a:extLst xmlns:a="http://schemas.openxmlformats.org/drawingml/2006/main">
              <a:ext uri="{FF2B5EF4-FFF2-40B4-BE49-F238E27FC236}">
                <a16:creationId xmlns:a16="http://schemas.microsoft.com/office/drawing/2014/main" id="{E452EDDA-800B-402C-AA12-50B6A3D07A8A}"/>
              </a:ext>
            </a:extLst>
          </p:cNvPr>
          <p:cNvSpPr>
            <a:spLocks xmlns:a="http://schemas.openxmlformats.org/drawingml/2006/main" noGrp="1"/>
          </p:cNvSpPr>
          <p:nvPr/>
        </p:nvSpPr>
        <p:spPr>
          <a:xfrm xmlns:a="http://schemas.openxmlformats.org/drawingml/2006/main">
            <a:off x="785812" y="9329738"/>
            <a:ext cx="34575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Code 사례</a:t>
            </a:r>
          </a:p>
        </p:txBody>
      </p:sp>
      <p:sp>
        <p:nvSpPr>
          <p:cNvPr id="33" name="r3-32">
            <a:extLst xmlns:a="http://schemas.openxmlformats.org/drawingml/2006/main">
              <a:ext uri="{FF2B5EF4-FFF2-40B4-BE49-F238E27FC236}">
                <a16:creationId xmlns:a16="http://schemas.microsoft.com/office/drawing/2014/main" id="{C30D22F9-AEEF-40DF-947E-DBA6ED786212}"/>
              </a:ext>
            </a:extLst>
          </p:cNvPr>
          <p:cNvSpPr>
            <a:spLocks xmlns:a="http://schemas.openxmlformats.org/drawingml/2006/main" noGrp="1"/>
          </p:cNvSpPr>
          <p:nvPr/>
        </p:nvSpPr>
        <p:spPr>
          <a:xfrm xmlns:a="http://schemas.openxmlformats.org/drawingml/2006/main">
            <a:off x="4529138" y="8858250"/>
            <a:ext cx="41862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20262C"/>
                </a:solidFill>
                <a:latin typeface="Apple SD Gothic Neo"/>
                <a:ea typeface="Apple SD Gothic Neo"/>
                <a:cs typeface="Apple SD Gothic Neo"/>
              </a:defRPr>
            </a:pPr>
            <a:r>
              <a:rPr sz="2000" b="0">
                <a:solidFill>
                  <a:srgbClr val="20262C"/>
                </a:solidFill>
                <a:latin typeface="Apple SD Gothic Neo"/>
                <a:ea typeface="Apple SD Gothic Neo"/>
                <a:cs typeface="Apple SD Gothic Neo"/>
              </a:rPr>
              <a:t>코드를 탐색하고 수정</a:t>
            </a:r>
          </a:p>
          <a:p xmlns:a="http://schemas.openxmlformats.org/drawingml/2006/main">
            <a:pPr algn="l">
              <a:defRPr sz="2000" b="0">
                <a:solidFill>
                  <a:srgbClr val="20262C"/>
                </a:solidFill>
                <a:latin typeface="Apple SD Gothic Neo"/>
                <a:ea typeface="Apple SD Gothic Neo"/>
                <a:cs typeface="Apple SD Gothic Neo"/>
              </a:defRPr>
            </a:pPr>
            <a:r>
              <a:rPr sz="2000" b="0">
                <a:solidFill>
                  <a:srgbClr val="20262C"/>
                </a:solidFill>
                <a:latin typeface="Apple SD Gothic Neo"/>
                <a:ea typeface="Apple SD Gothic Neo"/>
                <a:cs typeface="Apple SD Gothic Neo"/>
              </a:rPr>
              <a:t>테스트로 문제를 확인하고 보완</a:t>
            </a:r>
          </a:p>
        </p:txBody>
      </p:sp>
      <p:sp>
        <p:nvSpPr>
          <p:cNvPr id="34" name="r3-33">
            <a:extLst xmlns:a="http://schemas.openxmlformats.org/drawingml/2006/main">
              <a:ext uri="{FF2B5EF4-FFF2-40B4-BE49-F238E27FC236}">
                <a16:creationId xmlns:a16="http://schemas.microsoft.com/office/drawing/2014/main" id="{A7944648-61B7-4E08-A627-38FC846E8FAC}"/>
              </a:ext>
            </a:extLst>
          </p:cNvPr>
          <p:cNvSpPr>
            <a:spLocks xmlns:a="http://schemas.openxmlformats.org/drawingml/2006/main" noGrp="1"/>
          </p:cNvSpPr>
          <p:nvPr/>
        </p:nvSpPr>
        <p:spPr>
          <a:xfrm xmlns:a="http://schemas.openxmlformats.org/drawingml/2006/main">
            <a:off x="9444038" y="23431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34">
            <a:extLst xmlns:a="http://schemas.openxmlformats.org/drawingml/2006/main">
              <a:ext uri="{FF2B5EF4-FFF2-40B4-BE49-F238E27FC236}">
                <a16:creationId xmlns:a16="http://schemas.microsoft.com/office/drawing/2014/main" id="{84B4062C-A917-4375-BCDE-44E482943E56}"/>
              </a:ext>
            </a:extLst>
          </p:cNvPr>
          <p:cNvSpPr>
            <a:spLocks xmlns:a="http://schemas.openxmlformats.org/drawingml/2006/main" noGrp="1"/>
          </p:cNvSpPr>
          <p:nvPr/>
        </p:nvSpPr>
        <p:spPr>
          <a:xfrm xmlns:a="http://schemas.openxmlformats.org/drawingml/2006/main">
            <a:off x="9672638" y="21859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20262C"/>
                </a:solidFill>
                <a:latin typeface="Apple SD Gothic Neo"/>
                <a:ea typeface="Apple SD Gothic Neo"/>
                <a:cs typeface="Apple SD Gothic Neo"/>
              </a:defRPr>
            </a:pPr>
            <a:r>
              <a:rPr sz="2500" b="1">
                <a:solidFill>
                  <a:srgbClr val="20262C"/>
                </a:solidFill>
                <a:latin typeface="Apple SD Gothic Neo"/>
                <a:ea typeface="Apple SD Gothic Neo"/>
                <a:cs typeface="Apple SD Gothic Neo"/>
              </a:rPr>
              <a:t>화면의 대상을 가리키며 음성으로 요청</a:t>
            </a:r>
          </a:p>
        </p:txBody>
      </p:sp>
      <p:sp>
        <p:nvSpPr>
          <p:cNvPr id="36" name="r3-35">
            <a:extLst xmlns:a="http://schemas.openxmlformats.org/drawingml/2006/main">
              <a:ext uri="{FF2B5EF4-FFF2-40B4-BE49-F238E27FC236}">
                <a16:creationId xmlns:a16="http://schemas.microsoft.com/office/drawing/2014/main" id="{A8E87FF4-F385-470C-B346-108803DE37C1}"/>
              </a:ext>
            </a:extLst>
          </p:cNvPr>
          <p:cNvSpPr>
            <a:spLocks xmlns:a="http://schemas.openxmlformats.org/drawingml/2006/main" noGrp="1"/>
          </p:cNvSpPr>
          <p:nvPr/>
        </p:nvSpPr>
        <p:spPr>
          <a:xfrm xmlns:a="http://schemas.openxmlformats.org/drawingml/2006/main">
            <a:off x="9672638" y="2628900"/>
            <a:ext cx="8001000"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앞선 결과를 보며 수정하고, 다음 작업으로 연결</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34900b255bd54306"/>
          <a:stretch xmlns:a="http://schemas.openxmlformats.org/drawingml/2006/main"/>
        </p:blipFill>
        <p:spPr>
          <a:xfrm xmlns:a="http://schemas.openxmlformats.org/drawingml/2006/main">
            <a:off x="10641012" y="3071812"/>
            <a:ext cx="5892800" cy="3314700"/>
          </a:xfrm>
          <a:prstGeom xmlns:a="http://schemas.openxmlformats.org/drawingml/2006/main" prst="rect">
            <a:avLst/>
          </a:prstGeom>
        </p:spPr>
      </p:pic>
      <p:sp>
        <p:nvSpPr>
          <p:cNvPr id="38" name="r3-36">
            <a:extLst xmlns:a="http://schemas.openxmlformats.org/drawingml/2006/main">
              <a:ext uri="{FF2B5EF4-FFF2-40B4-BE49-F238E27FC236}">
                <a16:creationId xmlns:a16="http://schemas.microsoft.com/office/drawing/2014/main" id="{9AA92321-4FD3-4FFE-9653-A54A05BBFA1D}"/>
              </a:ext>
            </a:extLst>
          </p:cNvPr>
          <p:cNvSpPr>
            <a:spLocks xmlns:a="http://schemas.openxmlformats.org/drawingml/2006/main" noGrp="1"/>
          </p:cNvSpPr>
          <p:nvPr/>
        </p:nvSpPr>
        <p:spPr>
          <a:xfrm xmlns:a="http://schemas.openxmlformats.org/drawingml/2006/main">
            <a:off x="9601200" y="6443662"/>
            <a:ext cx="80867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원을 로켓 창문으로 수정 → 3D 모델 작업으로 연결</a:t>
            </a:r>
          </a:p>
        </p:txBody>
      </p:sp>
      <p:sp>
        <p:nvSpPr>
          <p:cNvPr id="39" name="r3-37">
            <a:extLst xmlns:a="http://schemas.openxmlformats.org/drawingml/2006/main">
              <a:ext uri="{FF2B5EF4-FFF2-40B4-BE49-F238E27FC236}">
                <a16:creationId xmlns:a16="http://schemas.microsoft.com/office/drawing/2014/main" id="{B5C7B68F-E39C-4C7E-8D6B-4402BDD85459}"/>
              </a:ext>
            </a:extLst>
          </p:cNvPr>
          <p:cNvSpPr>
            <a:spLocks xmlns:a="http://schemas.openxmlformats.org/drawingml/2006/main" noGrp="1"/>
          </p:cNvSpPr>
          <p:nvPr/>
        </p:nvSpPr>
        <p:spPr>
          <a:xfrm xmlns:a="http://schemas.openxmlformats.org/drawingml/2006/main">
            <a:off x="9572625" y="6829425"/>
            <a:ext cx="8101012"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657079"/>
                </a:solidFill>
                <a:latin typeface="Apple SD Gothic Neo"/>
                <a:ea typeface="Apple SD Gothic Neo"/>
                <a:cs typeface="Apple SD Gothic Neo"/>
              </a:defRPr>
            </a:pPr>
            <a:r>
              <a:rPr sz="1500" b="0">
                <a:solidFill>
                  <a:srgbClr val="657079"/>
                </a:solidFill>
                <a:latin typeface="Apple SD Gothic Neo"/>
                <a:ea typeface="Apple SD Gothic Neo"/>
                <a:cs typeface="Apple SD Gothic Neo"/>
              </a:rPr>
              <a:t>[ OpenAI GPT-6 Astra 공개 시연 / 발췌, 1.5배속 ]</a:t>
            </a:r>
          </a:p>
        </p:txBody>
      </p:sp>
      <p:sp>
        <p:nvSpPr>
          <p:cNvPr id="40" name="line-38">
            <a:extLst xmlns:a="http://schemas.openxmlformats.org/drawingml/2006/main">
              <a:ext uri="{FF2B5EF4-FFF2-40B4-BE49-F238E27FC236}">
                <a16:creationId xmlns:a16="http://schemas.microsoft.com/office/drawing/2014/main" id="{564B0083-A8EE-498F-99EC-388616B7ECD6}"/>
              </a:ext>
            </a:extLst>
          </p:cNvPr>
          <p:cNvSpPr>
            <a:spLocks xmlns:a="http://schemas.openxmlformats.org/drawingml/2006/main" noGrp="1"/>
          </p:cNvSpPr>
          <p:nvPr/>
        </p:nvSpPr>
        <p:spPr>
          <a:xfrm xmlns:a="http://schemas.openxmlformats.org/drawingml/2006/main" flipH="0">
            <a:off x="9472612" y="7300912"/>
            <a:ext cx="8258175"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41" name="r3-39">
            <a:extLst xmlns:a="http://schemas.openxmlformats.org/drawingml/2006/main">
              <a:ext uri="{FF2B5EF4-FFF2-40B4-BE49-F238E27FC236}">
                <a16:creationId xmlns:a16="http://schemas.microsoft.com/office/drawing/2014/main" id="{EC5D3A82-B1FE-459D-85A9-26B246119ABF}"/>
              </a:ext>
            </a:extLst>
          </p:cNvPr>
          <p:cNvSpPr>
            <a:spLocks xmlns:a="http://schemas.openxmlformats.org/drawingml/2006/main" noGrp="1"/>
          </p:cNvSpPr>
          <p:nvPr/>
        </p:nvSpPr>
        <p:spPr>
          <a:xfrm xmlns:a="http://schemas.openxmlformats.org/drawingml/2006/main">
            <a:off x="9458325" y="76009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2" name="r3-40">
            <a:extLst xmlns:a="http://schemas.openxmlformats.org/drawingml/2006/main">
              <a:ext uri="{FF2B5EF4-FFF2-40B4-BE49-F238E27FC236}">
                <a16:creationId xmlns:a16="http://schemas.microsoft.com/office/drawing/2014/main" id="{36348711-F72A-46A0-BB6A-78115DBFD9E9}"/>
              </a:ext>
            </a:extLst>
          </p:cNvPr>
          <p:cNvSpPr>
            <a:spLocks xmlns:a="http://schemas.openxmlformats.org/drawingml/2006/main" noGrp="1"/>
          </p:cNvSpPr>
          <p:nvPr/>
        </p:nvSpPr>
        <p:spPr>
          <a:xfrm xmlns:a="http://schemas.openxmlformats.org/drawingml/2006/main">
            <a:off x="9686925" y="74437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당사 PC에서 시작하고 이어가는 음성 사용자 접점</a:t>
            </a:r>
          </a:p>
        </p:txBody>
      </p:sp>
      <p:sp>
        <p:nvSpPr>
          <p:cNvPr id="43" name="r3-41">
            <a:extLst xmlns:a="http://schemas.openxmlformats.org/drawingml/2006/main">
              <a:ext uri="{FF2B5EF4-FFF2-40B4-BE49-F238E27FC236}">
                <a16:creationId xmlns:a16="http://schemas.microsoft.com/office/drawing/2014/main" id="{2300BCE2-BB9A-44C1-9B72-7D224AD151AA}"/>
              </a:ext>
            </a:extLst>
          </p:cNvPr>
          <p:cNvSpPr>
            <a:spLocks xmlns:a="http://schemas.openxmlformats.org/drawingml/2006/main" noGrp="1"/>
          </p:cNvSpPr>
          <p:nvPr/>
        </p:nvSpPr>
        <p:spPr>
          <a:xfrm xmlns:a="http://schemas.openxmlformats.org/drawingml/2006/main">
            <a:off x="9758362" y="8029575"/>
            <a:ext cx="1328738"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사용자</a:t>
            </a:r>
          </a:p>
        </p:txBody>
      </p:sp>
      <p:sp>
        <p:nvSpPr>
          <p:cNvPr id="44" name="line-42">
            <a:extLst xmlns:a="http://schemas.openxmlformats.org/drawingml/2006/main">
              <a:ext uri="{FF2B5EF4-FFF2-40B4-BE49-F238E27FC236}">
                <a16:creationId xmlns:a16="http://schemas.microsoft.com/office/drawing/2014/main" id="{73C5E6C1-8A8B-4EF7-BE80-02E4104DAB5E}"/>
              </a:ext>
            </a:extLst>
          </p:cNvPr>
          <p:cNvSpPr>
            <a:spLocks xmlns:a="http://schemas.openxmlformats.org/drawingml/2006/main" noGrp="1"/>
          </p:cNvSpPr>
          <p:nvPr/>
        </p:nvSpPr>
        <p:spPr>
          <a:xfrm xmlns:a="http://schemas.openxmlformats.org/drawingml/2006/main" flipH="0">
            <a:off x="11144250" y="8229600"/>
            <a:ext cx="471488" cy="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5" name="line-43">
            <a:extLst xmlns:a="http://schemas.openxmlformats.org/drawingml/2006/main">
              <a:ext uri="{FF2B5EF4-FFF2-40B4-BE49-F238E27FC236}">
                <a16:creationId xmlns:a16="http://schemas.microsoft.com/office/drawing/2014/main" id="{B2EF9791-C410-48FC-A314-5A5EFA255C9D}"/>
              </a:ext>
            </a:extLst>
          </p:cNvPr>
          <p:cNvSpPr>
            <a:spLocks xmlns:a="http://schemas.openxmlformats.org/drawingml/2006/main" noGrp="1"/>
          </p:cNvSpPr>
          <p:nvPr/>
        </p:nvSpPr>
        <p:spPr>
          <a:xfrm xmlns:a="http://schemas.openxmlformats.org/drawingml/2006/main" flipH="0">
            <a:off x="11515725" y="817245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6" name="line-44">
            <a:extLst xmlns:a="http://schemas.openxmlformats.org/drawingml/2006/main">
              <a:ext uri="{FF2B5EF4-FFF2-40B4-BE49-F238E27FC236}">
                <a16:creationId xmlns:a16="http://schemas.microsoft.com/office/drawing/2014/main" id="{D742EDBC-825D-4CB4-A1BC-DEB68A47001E}"/>
              </a:ext>
            </a:extLst>
          </p:cNvPr>
          <p:cNvSpPr>
            <a:spLocks xmlns:a="http://schemas.openxmlformats.org/drawingml/2006/main" noGrp="1"/>
          </p:cNvSpPr>
          <p:nvPr/>
        </p:nvSpPr>
        <p:spPr>
          <a:xfrm xmlns:a="http://schemas.openxmlformats.org/drawingml/2006/main" flipH="1">
            <a:off x="11515725" y="822960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7" name="r3-45">
            <a:extLst xmlns:a="http://schemas.openxmlformats.org/drawingml/2006/main">
              <a:ext uri="{FF2B5EF4-FFF2-40B4-BE49-F238E27FC236}">
                <a16:creationId xmlns:a16="http://schemas.microsoft.com/office/drawing/2014/main" id="{23621611-551D-49AB-AB12-82F7CBBF2D7A}"/>
              </a:ext>
            </a:extLst>
          </p:cNvPr>
          <p:cNvSpPr>
            <a:spLocks xmlns:a="http://schemas.openxmlformats.org/drawingml/2006/main" noGrp="1"/>
          </p:cNvSpPr>
          <p:nvPr/>
        </p:nvSpPr>
        <p:spPr>
          <a:xfrm xmlns:a="http://schemas.openxmlformats.org/drawingml/2006/main">
            <a:off x="11730038" y="7943850"/>
            <a:ext cx="3228975" cy="5572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122445"/>
                </a:solidFill>
                <a:latin typeface="Apple SD Gothic Neo"/>
                <a:ea typeface="Apple SD Gothic Neo"/>
                <a:cs typeface="Apple SD Gothic Neo"/>
              </a:defRPr>
            </a:pPr>
            <a:r>
              <a:rPr sz="2300" b="1">
                <a:solidFill>
                  <a:srgbClr val="122445"/>
                </a:solidFill>
                <a:latin typeface="Apple SD Gothic Neo"/>
                <a:ea typeface="Apple SD Gothic Neo"/>
                <a:cs typeface="Apple SD Gothic Neo"/>
              </a:rPr>
              <a:t>당사 PC의 대화 접점</a:t>
            </a:r>
          </a:p>
        </p:txBody>
      </p:sp>
      <p:sp>
        <p:nvSpPr>
          <p:cNvPr id="48" name="line-46">
            <a:extLst xmlns:a="http://schemas.openxmlformats.org/drawingml/2006/main">
              <a:ext uri="{FF2B5EF4-FFF2-40B4-BE49-F238E27FC236}">
                <a16:creationId xmlns:a16="http://schemas.microsoft.com/office/drawing/2014/main" id="{2BB66DF6-A73C-4141-A022-DF984FB5EF5D}"/>
              </a:ext>
            </a:extLst>
          </p:cNvPr>
          <p:cNvSpPr>
            <a:spLocks xmlns:a="http://schemas.openxmlformats.org/drawingml/2006/main" noGrp="1"/>
          </p:cNvSpPr>
          <p:nvPr/>
        </p:nvSpPr>
        <p:spPr>
          <a:xfrm xmlns:a="http://schemas.openxmlformats.org/drawingml/2006/main" flipH="0">
            <a:off x="11772900" y="8486775"/>
            <a:ext cx="3171825" cy="0"/>
          </a:xfrm>
          <a:prstGeom xmlns:a="http://schemas.openxmlformats.org/drawingml/2006/main" prst="line">
            <a:avLst/>
          </a:prstGeom>
          <a:noFill xmlns:a="http://schemas.openxmlformats.org/drawingml/2006/main"/>
          <a:ln xmlns:a="http://schemas.openxmlformats.org/drawingml/2006/main" w="42862">
            <a:solidFill>
              <a:srgbClr val="258FAF"/>
            </a:solidFill>
          </a:ln>
        </p:spPr>
      </p:sp>
      <p:sp>
        <p:nvSpPr>
          <p:cNvPr id="49" name="line-47">
            <a:extLst xmlns:a="http://schemas.openxmlformats.org/drawingml/2006/main">
              <a:ext uri="{FF2B5EF4-FFF2-40B4-BE49-F238E27FC236}">
                <a16:creationId xmlns:a16="http://schemas.microsoft.com/office/drawing/2014/main" id="{2FDCE490-5E8B-4311-9D90-48E8BFD886A2}"/>
              </a:ext>
            </a:extLst>
          </p:cNvPr>
          <p:cNvSpPr>
            <a:spLocks xmlns:a="http://schemas.openxmlformats.org/drawingml/2006/main" noGrp="1"/>
          </p:cNvSpPr>
          <p:nvPr/>
        </p:nvSpPr>
        <p:spPr>
          <a:xfrm xmlns:a="http://schemas.openxmlformats.org/drawingml/2006/main" flipH="0">
            <a:off x="15116175" y="8229600"/>
            <a:ext cx="500062" cy="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0" name="line-48">
            <a:extLst xmlns:a="http://schemas.openxmlformats.org/drawingml/2006/main">
              <a:ext uri="{FF2B5EF4-FFF2-40B4-BE49-F238E27FC236}">
                <a16:creationId xmlns:a16="http://schemas.microsoft.com/office/drawing/2014/main" id="{4FF32530-C279-432C-BBE0-F06FB0A1C0B1}"/>
              </a:ext>
            </a:extLst>
          </p:cNvPr>
          <p:cNvSpPr>
            <a:spLocks xmlns:a="http://schemas.openxmlformats.org/drawingml/2006/main" noGrp="1"/>
          </p:cNvSpPr>
          <p:nvPr/>
        </p:nvSpPr>
        <p:spPr>
          <a:xfrm xmlns:a="http://schemas.openxmlformats.org/drawingml/2006/main" flipH="0">
            <a:off x="15516225" y="817245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1" name="line-49">
            <a:extLst xmlns:a="http://schemas.openxmlformats.org/drawingml/2006/main">
              <a:ext uri="{FF2B5EF4-FFF2-40B4-BE49-F238E27FC236}">
                <a16:creationId xmlns:a16="http://schemas.microsoft.com/office/drawing/2014/main" id="{E52BA8A0-EA87-4430-BE84-AC0C9408A40D}"/>
              </a:ext>
            </a:extLst>
          </p:cNvPr>
          <p:cNvSpPr>
            <a:spLocks xmlns:a="http://schemas.openxmlformats.org/drawingml/2006/main" noGrp="1"/>
          </p:cNvSpPr>
          <p:nvPr/>
        </p:nvSpPr>
        <p:spPr>
          <a:xfrm xmlns:a="http://schemas.openxmlformats.org/drawingml/2006/main" flipH="1">
            <a:off x="15516225" y="822960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2" name="r3-50">
            <a:extLst xmlns:a="http://schemas.openxmlformats.org/drawingml/2006/main">
              <a:ext uri="{FF2B5EF4-FFF2-40B4-BE49-F238E27FC236}">
                <a16:creationId xmlns:a16="http://schemas.microsoft.com/office/drawing/2014/main" id="{68805C55-94CB-482C-9BFC-F074F6560010}"/>
              </a:ext>
            </a:extLst>
          </p:cNvPr>
          <p:cNvSpPr>
            <a:spLocks xmlns:a="http://schemas.openxmlformats.org/drawingml/2006/main" noGrp="1"/>
          </p:cNvSpPr>
          <p:nvPr/>
        </p:nvSpPr>
        <p:spPr>
          <a:xfrm xmlns:a="http://schemas.openxmlformats.org/drawingml/2006/main">
            <a:off x="15730538" y="8029575"/>
            <a:ext cx="20288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다양한 업무 AI</a:t>
            </a:r>
          </a:p>
        </p:txBody>
      </p:sp>
      <p:sp>
        <p:nvSpPr>
          <p:cNvPr id="53" name="r3-51">
            <a:extLst xmlns:a="http://schemas.openxmlformats.org/drawingml/2006/main">
              <a:ext uri="{FF2B5EF4-FFF2-40B4-BE49-F238E27FC236}">
                <a16:creationId xmlns:a16="http://schemas.microsoft.com/office/drawing/2014/main" id="{841ABB6A-B999-476F-952D-03233F1C2705}"/>
              </a:ext>
            </a:extLst>
          </p:cNvPr>
          <p:cNvSpPr>
            <a:spLocks xmlns:a="http://schemas.openxmlformats.org/drawingml/2006/main" noGrp="1"/>
          </p:cNvSpPr>
          <p:nvPr/>
        </p:nvSpPr>
        <p:spPr>
          <a:xfrm xmlns:a="http://schemas.openxmlformats.org/drawingml/2006/main">
            <a:off x="9715500" y="8586788"/>
            <a:ext cx="7972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20262C"/>
                </a:solidFill>
                <a:latin typeface="Apple SD Gothic Neo"/>
                <a:ea typeface="Apple SD Gothic Neo"/>
                <a:cs typeface="Apple SD Gothic Neo"/>
              </a:defRPr>
            </a:pPr>
            <a:r>
              <a:rPr sz="2300" b="0">
                <a:solidFill>
                  <a:srgbClr val="20262C"/>
                </a:solidFill>
                <a:latin typeface="Apple SD Gothic Neo"/>
                <a:ea typeface="Apple SD Gothic Neo"/>
                <a:cs typeface="Apple SD Gothic Neo"/>
              </a:rPr>
              <a:t>화면과 대화의 맥락을 기기 경험과 연결하고,</a:t>
            </a:r>
          </a:p>
        </p:txBody>
      </p:sp>
      <p:sp>
        <p:nvSpPr>
          <p:cNvPr id="54" name="r3-52">
            <a:extLst xmlns:a="http://schemas.openxmlformats.org/drawingml/2006/main">
              <a:ext uri="{FF2B5EF4-FFF2-40B4-BE49-F238E27FC236}">
                <a16:creationId xmlns:a16="http://schemas.microsoft.com/office/drawing/2014/main" id="{20F49BFE-5DEA-42C5-A84F-D7E8800E8A93}"/>
              </a:ext>
            </a:extLst>
          </p:cNvPr>
          <p:cNvSpPr>
            <a:spLocks xmlns:a="http://schemas.openxmlformats.org/drawingml/2006/main" noGrp="1"/>
          </p:cNvSpPr>
          <p:nvPr/>
        </p:nvSpPr>
        <p:spPr>
          <a:xfrm xmlns:a="http://schemas.openxmlformats.org/drawingml/2006/main">
            <a:off x="9715500" y="9329738"/>
            <a:ext cx="7943850" cy="17145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55" name="r3-53">
            <a:extLst xmlns:a="http://schemas.openxmlformats.org/drawingml/2006/main">
              <a:ext uri="{FF2B5EF4-FFF2-40B4-BE49-F238E27FC236}">
                <a16:creationId xmlns:a16="http://schemas.microsoft.com/office/drawing/2014/main" id="{2E26D995-0B1C-4856-BC72-44FB678EBD05}"/>
              </a:ext>
            </a:extLst>
          </p:cNvPr>
          <p:cNvSpPr>
            <a:spLocks xmlns:a="http://schemas.openxmlformats.org/drawingml/2006/main" noGrp="1"/>
          </p:cNvSpPr>
          <p:nvPr/>
        </p:nvSpPr>
        <p:spPr>
          <a:xfrm xmlns:a="http://schemas.openxmlformats.org/drawingml/2006/main">
            <a:off x="9715500" y="9072562"/>
            <a:ext cx="7943850"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20262C"/>
                </a:solidFill>
                <a:latin typeface="Apple SD Gothic Neo"/>
                <a:ea typeface="Apple SD Gothic Neo"/>
                <a:cs typeface="Apple SD Gothic Neo"/>
              </a:defRPr>
            </a:pPr>
            <a:r>
              <a:rPr sz="230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xmlns:a="http://schemas.openxmlformats.org/drawingml/2006/main">
              <a:ext uri="{FF2B5EF4-FFF2-40B4-BE49-F238E27FC236}">
                <a16:creationId xmlns:a16="http://schemas.microsoft.com/office/drawing/2014/main" id="{3507CB38-7C61-41ED-8BA4-75D8965A2F4B}"/>
              </a:ext>
            </a:extLst>
          </p:cNvPr>
          <p:cNvSpPr>
            <a:spLocks xmlns:a="http://schemas.openxmlformats.org/drawingml/2006/main" noGrp="1"/>
          </p:cNvSpPr>
          <p:nvPr/>
        </p:nvSpPr>
        <p:spPr>
          <a:xfrm xmlns:a="http://schemas.openxmlformats.org/drawingml/2006/main">
            <a:off x="657225" y="9786938"/>
            <a:ext cx="1600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좌: Anthropic 공개 제품 사례 / 우: 사용자가 전달한 CTO 방향을 바탕으로 정리</a:t>
            </a:r>
          </a:p>
        </p:txBody>
      </p:sp>
    </p:spTree>
    <p:extLst>
      <p:ext uri="{BB962C8B-B14F-4D97-AF65-F5344CB8AC3E}">
        <p14:creationId xmlns:p14="http://schemas.microsoft.com/office/powerpoint/2010/main" val="182525647"/>
      </p:ext>
    </p:extLst>
  </p:cSld>
</p:sld>
</file>

<file path=ppt/slides/slide2.xml><?xml version="1.0" encoding="utf-8"?>
<p:sld xmlns:p="http://schemas.openxmlformats.org/presentationml/2006/main">
  <p:cSld name="via-role">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r3-55">
            <a:extLst xmlns:a="http://schemas.openxmlformats.org/drawingml/2006/main">
              <a:ext uri="{FF2B5EF4-FFF2-40B4-BE49-F238E27FC236}">
                <a16:creationId xmlns:a16="http://schemas.microsoft.com/office/drawing/2014/main" id="{4F10A4B6-5D16-454B-8BB5-D264799AED9B}"/>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VIA의 역할과 범위</a:t>
            </a:r>
          </a:p>
        </p:txBody>
      </p:sp>
      <p:sp>
        <p:nvSpPr>
          <p:cNvPr id="2" name="line-56">
            <a:extLst xmlns:a="http://schemas.openxmlformats.org/drawingml/2006/main">
              <a:ext uri="{FF2B5EF4-FFF2-40B4-BE49-F238E27FC236}">
                <a16:creationId xmlns:a16="http://schemas.microsoft.com/office/drawing/2014/main" id="{6CCC342C-0EED-4D43-8536-FFD24DC0A115}"/>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57">
            <a:extLst xmlns:a="http://schemas.openxmlformats.org/drawingml/2006/main">
              <a:ext uri="{FF2B5EF4-FFF2-40B4-BE49-F238E27FC236}">
                <a16:creationId xmlns:a16="http://schemas.microsoft.com/office/drawing/2014/main" id="{1A9B2A83-A38B-4986-ADDC-729D6C4CB177}"/>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58">
            <a:extLst xmlns:a="http://schemas.openxmlformats.org/drawingml/2006/main">
              <a:ext uri="{FF2B5EF4-FFF2-40B4-BE49-F238E27FC236}">
                <a16:creationId xmlns:a16="http://schemas.microsoft.com/office/drawing/2014/main" id="{9398A36F-0235-4D32-82BE-271C56710EB4}"/>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과제 소개</a:t>
            </a:r>
          </a:p>
        </p:txBody>
      </p:sp>
      <p:sp>
        <p:nvSpPr>
          <p:cNvPr id="5" name="r3-59">
            <a:extLst xmlns:a="http://schemas.openxmlformats.org/drawingml/2006/main">
              <a:ext uri="{FF2B5EF4-FFF2-40B4-BE49-F238E27FC236}">
                <a16:creationId xmlns:a16="http://schemas.microsoft.com/office/drawing/2014/main" id="{FB20379E-8FA2-4019-8608-07FD1432E489}"/>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60">
            <a:extLst xmlns:a="http://schemas.openxmlformats.org/drawingml/2006/main">
              <a:ext uri="{FF2B5EF4-FFF2-40B4-BE49-F238E27FC236}">
                <a16:creationId xmlns:a16="http://schemas.microsoft.com/office/drawing/2014/main" id="{FA822008-FA24-4B4D-AF89-55979FBB9513}"/>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요구사항 분석</a:t>
            </a:r>
          </a:p>
        </p:txBody>
      </p:sp>
      <p:sp>
        <p:nvSpPr>
          <p:cNvPr id="7" name="r3-61">
            <a:extLst xmlns:a="http://schemas.openxmlformats.org/drawingml/2006/main">
              <a:ext uri="{FF2B5EF4-FFF2-40B4-BE49-F238E27FC236}">
                <a16:creationId xmlns:a16="http://schemas.microsoft.com/office/drawing/2014/main" id="{6EA1C1AE-C7F9-4BD4-9B6D-51582AC1D383}"/>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62">
            <a:extLst xmlns:a="http://schemas.openxmlformats.org/drawingml/2006/main">
              <a:ext uri="{FF2B5EF4-FFF2-40B4-BE49-F238E27FC236}">
                <a16:creationId xmlns:a16="http://schemas.microsoft.com/office/drawing/2014/main" id="{321E688F-4A70-49BB-B0D0-39BA71F6F574}"/>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설계</a:t>
            </a:r>
          </a:p>
        </p:txBody>
      </p:sp>
      <p:sp>
        <p:nvSpPr>
          <p:cNvPr id="9" name="r3-63">
            <a:extLst xmlns:a="http://schemas.openxmlformats.org/drawingml/2006/main">
              <a:ext uri="{FF2B5EF4-FFF2-40B4-BE49-F238E27FC236}">
                <a16:creationId xmlns:a16="http://schemas.microsoft.com/office/drawing/2014/main" id="{84726BA7-2CEF-416F-8A44-1E8C2509AF07}"/>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64">
            <a:extLst xmlns:a="http://schemas.openxmlformats.org/drawingml/2006/main">
              <a:ext uri="{FF2B5EF4-FFF2-40B4-BE49-F238E27FC236}">
                <a16:creationId xmlns:a16="http://schemas.microsoft.com/office/drawing/2014/main" id="{F1D4221E-EF21-4AB0-9DE0-FA7E942F7741}"/>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구현 및 검증</a:t>
            </a:r>
          </a:p>
        </p:txBody>
      </p:sp>
      <p:sp>
        <p:nvSpPr>
          <p:cNvPr id="11" name="r3-65">
            <a:extLst xmlns:a="http://schemas.openxmlformats.org/drawingml/2006/main">
              <a:ext uri="{FF2B5EF4-FFF2-40B4-BE49-F238E27FC236}">
                <a16:creationId xmlns:a16="http://schemas.microsoft.com/office/drawing/2014/main" id="{6AC10B34-3669-4AF2-8EA1-207CD83D43E0}"/>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66">
            <a:extLst xmlns:a="http://schemas.openxmlformats.org/drawingml/2006/main">
              <a:ext uri="{FF2B5EF4-FFF2-40B4-BE49-F238E27FC236}">
                <a16:creationId xmlns:a16="http://schemas.microsoft.com/office/drawing/2014/main" id="{4F8EB712-84F7-41A3-9A45-5CAFB06A2111}"/>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결론</a:t>
            </a:r>
          </a:p>
        </p:txBody>
      </p:sp>
      <p:sp>
        <p:nvSpPr>
          <p:cNvPr id="13" name="r3-67">
            <a:extLst xmlns:a="http://schemas.openxmlformats.org/drawingml/2006/main">
              <a:ext uri="{FF2B5EF4-FFF2-40B4-BE49-F238E27FC236}">
                <a16:creationId xmlns:a16="http://schemas.microsoft.com/office/drawing/2014/main" id="{9F97487A-F1C4-41C1-8065-DC043571BB71}"/>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657079"/>
                </a:solidFill>
                <a:latin typeface="Apple SD Gothic Neo"/>
                <a:ea typeface="Apple SD Gothic Neo"/>
                <a:cs typeface="Apple SD Gothic Neo"/>
              </a:defRPr>
            </a:pPr>
            <a:r>
              <a:rPr sz="1500" b="0">
                <a:solidFill>
                  <a:srgbClr val="657079"/>
                </a:solidFill>
                <a:latin typeface="Apple SD Gothic Neo"/>
                <a:ea typeface="Apple SD Gothic Neo"/>
                <a:cs typeface="Apple SD Gothic Neo"/>
              </a:rPr>
              <a:t>2</a:t>
            </a:r>
          </a:p>
        </p:txBody>
      </p:sp>
      <p:sp>
        <p:nvSpPr>
          <p:cNvPr id="14" name="r3-68">
            <a:extLst xmlns:a="http://schemas.openxmlformats.org/drawingml/2006/main">
              <a:ext uri="{FF2B5EF4-FFF2-40B4-BE49-F238E27FC236}">
                <a16:creationId xmlns:a16="http://schemas.microsoft.com/office/drawing/2014/main" id="{40E96CE0-40F7-4FC2-8C60-11A6F666980B}"/>
              </a:ext>
            </a:extLst>
          </p:cNvPr>
          <p:cNvSpPr>
            <a:spLocks xmlns:a="http://schemas.openxmlformats.org/drawingml/2006/main" noGrp="1"/>
          </p:cNvSpPr>
          <p:nvPr/>
        </p:nvSpPr>
        <p:spPr>
          <a:xfrm xmlns:a="http://schemas.openxmlformats.org/drawingml/2006/main">
            <a:off x="614362" y="1314450"/>
            <a:ext cx="1711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00" b="1">
                <a:solidFill>
                  <a:srgbClr val="122445"/>
                </a:solidFill>
                <a:latin typeface="Apple SD Gothic Neo"/>
                <a:ea typeface="Apple SD Gothic Neo"/>
                <a:cs typeface="Apple SD Gothic Neo"/>
              </a:defRPr>
            </a:pPr>
            <a:r>
              <a:rPr sz="320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xmlns:a="http://schemas.openxmlformats.org/drawingml/2006/main">
              <a:ext uri="{FF2B5EF4-FFF2-40B4-BE49-F238E27FC236}">
                <a16:creationId xmlns:a16="http://schemas.microsoft.com/office/drawing/2014/main" id="{A49D47A5-50EE-4DAB-88F2-6085862A3268}"/>
              </a:ext>
            </a:extLst>
          </p:cNvPr>
          <p:cNvSpPr>
            <a:spLocks xmlns:a="http://schemas.openxmlformats.org/drawingml/2006/main" noGrp="1"/>
          </p:cNvSpPr>
          <p:nvPr/>
        </p:nvSpPr>
        <p:spPr>
          <a:xfrm xmlns:a="http://schemas.openxmlformats.org/drawingml/2006/main">
            <a:off x="671512" y="2243138"/>
            <a:ext cx="10544175"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6" name="r3-70">
            <a:extLst xmlns:a="http://schemas.openxmlformats.org/drawingml/2006/main">
              <a:ext uri="{FF2B5EF4-FFF2-40B4-BE49-F238E27FC236}">
                <a16:creationId xmlns:a16="http://schemas.microsoft.com/office/drawing/2014/main" id="{6E18A2A2-C644-4E28-9F32-4FF1CE83DB78}"/>
              </a:ext>
            </a:extLst>
          </p:cNvPr>
          <p:cNvSpPr>
            <a:spLocks xmlns:a="http://schemas.openxmlformats.org/drawingml/2006/main" noGrp="1"/>
          </p:cNvSpPr>
          <p:nvPr/>
        </p:nvSpPr>
        <p:spPr>
          <a:xfrm xmlns:a="http://schemas.openxmlformats.org/drawingml/2006/main">
            <a:off x="785812" y="2314575"/>
            <a:ext cx="103155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00" b="1">
                <a:solidFill>
                  <a:srgbClr val="FFFFFF"/>
                </a:solidFill>
                <a:latin typeface="Apple SD Gothic Neo"/>
                <a:ea typeface="Apple SD Gothic Neo"/>
                <a:cs typeface="Apple SD Gothic Neo"/>
              </a:defRPr>
            </a:pPr>
            <a:r>
              <a:rPr sz="2600" b="1">
                <a:solidFill>
                  <a:srgbClr val="FFFFFF"/>
                </a:solidFill>
                <a:latin typeface="Apple SD Gothic Neo"/>
                <a:ea typeface="Apple SD Gothic Neo"/>
                <a:cs typeface="Apple SD Gothic Neo"/>
              </a:rPr>
              <a:t>VIA: PC에서 대화와 업무 연결을 담당</a:t>
            </a:r>
          </a:p>
        </p:txBody>
      </p:sp>
      <p:sp>
        <p:nvSpPr>
          <p:cNvPr id="17" name="r3-71">
            <a:extLst xmlns:a="http://schemas.openxmlformats.org/drawingml/2006/main">
              <a:ext uri="{FF2B5EF4-FFF2-40B4-BE49-F238E27FC236}">
                <a16:creationId xmlns:a16="http://schemas.microsoft.com/office/drawing/2014/main" id="{D643B815-6F76-4A8B-965B-C816B50B3C6E}"/>
              </a:ext>
            </a:extLst>
          </p:cNvPr>
          <p:cNvSpPr>
            <a:spLocks xmlns:a="http://schemas.openxmlformats.org/drawingml/2006/main" noGrp="1"/>
          </p:cNvSpPr>
          <p:nvPr/>
        </p:nvSpPr>
        <p:spPr>
          <a:xfrm xmlns:a="http://schemas.openxmlformats.org/drawingml/2006/main">
            <a:off x="12530138" y="2243138"/>
            <a:ext cx="5143500"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8" name="r3-72">
            <a:extLst xmlns:a="http://schemas.openxmlformats.org/drawingml/2006/main">
              <a:ext uri="{FF2B5EF4-FFF2-40B4-BE49-F238E27FC236}">
                <a16:creationId xmlns:a16="http://schemas.microsoft.com/office/drawing/2014/main" id="{E1A06081-B3D9-4326-93D4-AA213D3D281C}"/>
              </a:ext>
            </a:extLst>
          </p:cNvPr>
          <p:cNvSpPr>
            <a:spLocks xmlns:a="http://schemas.openxmlformats.org/drawingml/2006/main" noGrp="1"/>
          </p:cNvSpPr>
          <p:nvPr/>
        </p:nvSpPr>
        <p:spPr>
          <a:xfrm xmlns:a="http://schemas.openxmlformats.org/drawingml/2006/main">
            <a:off x="12644438" y="2314575"/>
            <a:ext cx="49149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00" b="1">
                <a:solidFill>
                  <a:srgbClr val="FFFFFF"/>
                </a:solidFill>
                <a:latin typeface="Apple SD Gothic Neo"/>
                <a:ea typeface="Apple SD Gothic Neo"/>
                <a:cs typeface="Apple SD Gothic Neo"/>
              </a:defRPr>
            </a:pPr>
            <a:r>
              <a:rPr sz="2500" b="1">
                <a:solidFill>
                  <a:srgbClr val="FFFFFF"/>
                </a:solidFill>
                <a:latin typeface="Apple SD Gothic Neo"/>
                <a:ea typeface="Apple SD Gothic Neo"/>
                <a:cs typeface="Apple SD Gothic Neo"/>
              </a:rPr>
              <a:t>연결된 AI: 맡은 업무를 수행</a:t>
            </a:r>
          </a:p>
        </p:txBody>
      </p:sp>
      <p:sp>
        <p:nvSpPr>
          <p:cNvPr id="19" name="r3-73">
            <a:extLst xmlns:a="http://schemas.openxmlformats.org/drawingml/2006/main">
              <a:ext uri="{FF2B5EF4-FFF2-40B4-BE49-F238E27FC236}">
                <a16:creationId xmlns:a16="http://schemas.microsoft.com/office/drawing/2014/main" id="{550DD2E1-D50D-410B-9F07-A3F15DB41D56}"/>
              </a:ext>
            </a:extLst>
          </p:cNvPr>
          <p:cNvSpPr>
            <a:spLocks xmlns:a="http://schemas.openxmlformats.org/drawingml/2006/main" noGrp="1"/>
          </p:cNvSpPr>
          <p:nvPr/>
        </p:nvSpPr>
        <p:spPr>
          <a:xfrm xmlns:a="http://schemas.openxmlformats.org/drawingml/2006/main">
            <a:off x="957262" y="3114675"/>
            <a:ext cx="9772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58FAF"/>
                </a:solidFill>
                <a:latin typeface="Apple SD Gothic Neo"/>
                <a:ea typeface="Apple SD Gothic Neo"/>
                <a:cs typeface="Apple SD Gothic Neo"/>
              </a:defRPr>
            </a:pPr>
            <a:r>
              <a:rPr sz="2400"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xmlns:a="http://schemas.openxmlformats.org/drawingml/2006/main">
              <a:ext uri="{FF2B5EF4-FFF2-40B4-BE49-F238E27FC236}">
                <a16:creationId xmlns:a16="http://schemas.microsoft.com/office/drawing/2014/main" id="{9DA5F896-06A3-46B1-A6CE-D25DF6892C10}"/>
              </a:ext>
            </a:extLst>
          </p:cNvPr>
          <p:cNvSpPr>
            <a:spLocks xmlns:a="http://schemas.openxmlformats.org/drawingml/2006/main" noGrp="1"/>
          </p:cNvSpPr>
          <p:nvPr/>
        </p:nvSpPr>
        <p:spPr>
          <a:xfrm xmlns:a="http://schemas.openxmlformats.org/drawingml/2006/main" flipH="0">
            <a:off x="957262" y="3686175"/>
            <a:ext cx="9929812"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21" name="r3-75">
            <a:extLst xmlns:a="http://schemas.openxmlformats.org/drawingml/2006/main">
              <a:ext uri="{FF2B5EF4-FFF2-40B4-BE49-F238E27FC236}">
                <a16:creationId xmlns:a16="http://schemas.microsoft.com/office/drawing/2014/main" id="{3052DF42-A9AE-454A-816D-A8441D9B47FE}"/>
              </a:ext>
            </a:extLst>
          </p:cNvPr>
          <p:cNvSpPr>
            <a:spLocks xmlns:a="http://schemas.openxmlformats.org/drawingml/2006/main" noGrp="1"/>
          </p:cNvSpPr>
          <p:nvPr/>
        </p:nvSpPr>
        <p:spPr>
          <a:xfrm xmlns:a="http://schemas.openxmlformats.org/drawingml/2006/main">
            <a:off x="957262" y="3900488"/>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2" name="r3-76">
            <a:extLst xmlns:a="http://schemas.openxmlformats.org/drawingml/2006/main">
              <a:ext uri="{FF2B5EF4-FFF2-40B4-BE49-F238E27FC236}">
                <a16:creationId xmlns:a16="http://schemas.microsoft.com/office/drawing/2014/main" id="{B1F82549-7471-4B25-B99C-719B1F269AD6}"/>
              </a:ext>
            </a:extLst>
          </p:cNvPr>
          <p:cNvSpPr>
            <a:spLocks xmlns:a="http://schemas.openxmlformats.org/drawingml/2006/main" noGrp="1"/>
          </p:cNvSpPr>
          <p:nvPr/>
        </p:nvSpPr>
        <p:spPr>
          <a:xfrm xmlns:a="http://schemas.openxmlformats.org/drawingml/2006/main">
            <a:off x="957262" y="3900488"/>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1">
                <a:solidFill>
                  <a:srgbClr val="FFFFFF"/>
                </a:solidFill>
                <a:latin typeface="Apple SD Gothic Neo"/>
                <a:ea typeface="Apple SD Gothic Neo"/>
                <a:cs typeface="Apple SD Gothic Neo"/>
              </a:defRPr>
            </a:pPr>
            <a:r>
              <a:rPr sz="1900" b="1">
                <a:solidFill>
                  <a:srgbClr val="FFFFFF"/>
                </a:solidFill>
                <a:latin typeface="Apple SD Gothic Neo"/>
                <a:ea typeface="Apple SD Gothic Neo"/>
                <a:cs typeface="Apple SD Gothic Neo"/>
              </a:rPr>
              <a:t>1</a:t>
            </a:r>
          </a:p>
        </p:txBody>
      </p:sp>
      <p:sp>
        <p:nvSpPr>
          <p:cNvPr id="23" name="r3-77">
            <a:extLst xmlns:a="http://schemas.openxmlformats.org/drawingml/2006/main">
              <a:ext uri="{FF2B5EF4-FFF2-40B4-BE49-F238E27FC236}">
                <a16:creationId xmlns:a16="http://schemas.microsoft.com/office/drawing/2014/main" id="{025E0116-580B-4B74-9D19-D24966F4D020}"/>
              </a:ext>
            </a:extLst>
          </p:cNvPr>
          <p:cNvSpPr>
            <a:spLocks xmlns:a="http://schemas.openxmlformats.org/drawingml/2006/main" noGrp="1"/>
          </p:cNvSpPr>
          <p:nvPr/>
        </p:nvSpPr>
        <p:spPr>
          <a:xfrm xmlns:a="http://schemas.openxmlformats.org/drawingml/2006/main">
            <a:off x="1543050" y="3843338"/>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122445"/>
                </a:solidFill>
                <a:latin typeface="Apple SD Gothic Neo"/>
                <a:ea typeface="Apple SD Gothic Neo"/>
                <a:cs typeface="Apple SD Gothic Neo"/>
              </a:defRPr>
            </a:pPr>
            <a:r>
              <a:rPr sz="2500" b="1">
                <a:solidFill>
                  <a:srgbClr val="122445"/>
                </a:solidFill>
                <a:latin typeface="Apple SD Gothic Neo"/>
                <a:ea typeface="Apple SD Gothic Neo"/>
                <a:cs typeface="Apple SD Gothic Neo"/>
              </a:rPr>
              <a:t>요청의 의미와 대상 확정</a:t>
            </a:r>
          </a:p>
        </p:txBody>
      </p:sp>
      <p:sp>
        <p:nvSpPr>
          <p:cNvPr id="24" name="r3-78">
            <a:extLst xmlns:a="http://schemas.openxmlformats.org/drawingml/2006/main">
              <a:ext uri="{FF2B5EF4-FFF2-40B4-BE49-F238E27FC236}">
                <a16:creationId xmlns:a16="http://schemas.microsoft.com/office/drawing/2014/main" id="{5E78FC7F-9277-4A39-82A4-77BC781926E1}"/>
              </a:ext>
            </a:extLst>
          </p:cNvPr>
          <p:cNvSpPr>
            <a:spLocks xmlns:a="http://schemas.openxmlformats.org/drawingml/2006/main" noGrp="1"/>
          </p:cNvSpPr>
          <p:nvPr/>
        </p:nvSpPr>
        <p:spPr>
          <a:xfrm xmlns:a="http://schemas.openxmlformats.org/drawingml/2006/main">
            <a:off x="1543050" y="4271962"/>
            <a:ext cx="9215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목표와 조건, 정정 내용 파악</a:t>
            </a:r>
          </a:p>
          <a:p xmlns:a="http://schemas.openxmlformats.org/drawingml/2006/main">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새 업무인지 기존 업무인지 판단</a:t>
            </a:r>
          </a:p>
        </p:txBody>
      </p:sp>
      <p:sp>
        <p:nvSpPr>
          <p:cNvPr id="25" name="r3-79">
            <a:extLst xmlns:a="http://schemas.openxmlformats.org/drawingml/2006/main">
              <a:ext uri="{FF2B5EF4-FFF2-40B4-BE49-F238E27FC236}">
                <a16:creationId xmlns:a16="http://schemas.microsoft.com/office/drawing/2014/main" id="{D923310E-189D-499C-9DD1-483D843ACD58}"/>
              </a:ext>
            </a:extLst>
          </p:cNvPr>
          <p:cNvSpPr>
            <a:spLocks xmlns:a="http://schemas.openxmlformats.org/drawingml/2006/main" noGrp="1"/>
          </p:cNvSpPr>
          <p:nvPr/>
        </p:nvSpPr>
        <p:spPr>
          <a:xfrm xmlns:a="http://schemas.openxmlformats.org/drawingml/2006/main">
            <a:off x="957262" y="5014912"/>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6" name="r3-80">
            <a:extLst xmlns:a="http://schemas.openxmlformats.org/drawingml/2006/main">
              <a:ext uri="{FF2B5EF4-FFF2-40B4-BE49-F238E27FC236}">
                <a16:creationId xmlns:a16="http://schemas.microsoft.com/office/drawing/2014/main" id="{93AD9379-ED6A-42A1-8E4F-E289506218D9}"/>
              </a:ext>
            </a:extLst>
          </p:cNvPr>
          <p:cNvSpPr>
            <a:spLocks xmlns:a="http://schemas.openxmlformats.org/drawingml/2006/main" noGrp="1"/>
          </p:cNvSpPr>
          <p:nvPr/>
        </p:nvSpPr>
        <p:spPr>
          <a:xfrm xmlns:a="http://schemas.openxmlformats.org/drawingml/2006/main">
            <a:off x="957262" y="5014912"/>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1">
                <a:solidFill>
                  <a:srgbClr val="FFFFFF"/>
                </a:solidFill>
                <a:latin typeface="Apple SD Gothic Neo"/>
                <a:ea typeface="Apple SD Gothic Neo"/>
                <a:cs typeface="Apple SD Gothic Neo"/>
              </a:defRPr>
            </a:pPr>
            <a:r>
              <a:rPr sz="1900" b="1">
                <a:solidFill>
                  <a:srgbClr val="FFFFFF"/>
                </a:solidFill>
                <a:latin typeface="Apple SD Gothic Neo"/>
                <a:ea typeface="Apple SD Gothic Neo"/>
                <a:cs typeface="Apple SD Gothic Neo"/>
              </a:rPr>
              <a:t>2</a:t>
            </a:r>
          </a:p>
        </p:txBody>
      </p:sp>
      <p:sp>
        <p:nvSpPr>
          <p:cNvPr id="27" name="r3-81">
            <a:extLst xmlns:a="http://schemas.openxmlformats.org/drawingml/2006/main">
              <a:ext uri="{FF2B5EF4-FFF2-40B4-BE49-F238E27FC236}">
                <a16:creationId xmlns:a16="http://schemas.microsoft.com/office/drawing/2014/main" id="{A65A87E2-DBAB-4C51-A9D9-463319B64B5B}"/>
              </a:ext>
            </a:extLst>
          </p:cNvPr>
          <p:cNvSpPr>
            <a:spLocks xmlns:a="http://schemas.openxmlformats.org/drawingml/2006/main" noGrp="1"/>
          </p:cNvSpPr>
          <p:nvPr/>
        </p:nvSpPr>
        <p:spPr>
          <a:xfrm xmlns:a="http://schemas.openxmlformats.org/drawingml/2006/main">
            <a:off x="1543050" y="4957762"/>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122445"/>
                </a:solidFill>
                <a:latin typeface="Apple SD Gothic Neo"/>
                <a:ea typeface="Apple SD Gothic Neo"/>
                <a:cs typeface="Apple SD Gothic Neo"/>
              </a:defRPr>
            </a:pPr>
            <a:r>
              <a:rPr sz="2500" b="1">
                <a:solidFill>
                  <a:srgbClr val="122445"/>
                </a:solidFill>
                <a:latin typeface="Apple SD Gothic Neo"/>
                <a:ea typeface="Apple SD Gothic Neo"/>
                <a:cs typeface="Apple SD Gothic Neo"/>
              </a:rPr>
              <a:t>직접 응답 또는 업무 위임</a:t>
            </a:r>
          </a:p>
        </p:txBody>
      </p:sp>
      <p:sp>
        <p:nvSpPr>
          <p:cNvPr id="28" name="r3-82">
            <a:extLst xmlns:a="http://schemas.openxmlformats.org/drawingml/2006/main">
              <a:ext uri="{FF2B5EF4-FFF2-40B4-BE49-F238E27FC236}">
                <a16:creationId xmlns:a16="http://schemas.microsoft.com/office/drawing/2014/main" id="{A15D4FFA-CDB2-4D02-8BCA-39986E1F1A94}"/>
              </a:ext>
            </a:extLst>
          </p:cNvPr>
          <p:cNvSpPr>
            <a:spLocks xmlns:a="http://schemas.openxmlformats.org/drawingml/2006/main" noGrp="1"/>
          </p:cNvSpPr>
          <p:nvPr/>
        </p:nvSpPr>
        <p:spPr>
          <a:xfrm xmlns:a="http://schemas.openxmlformats.org/drawingml/2006/main">
            <a:off x="1543050" y="5414962"/>
            <a:ext cx="92154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xmlns:a="http://schemas.openxmlformats.org/drawingml/2006/main">
              <a:ext uri="{FF2B5EF4-FFF2-40B4-BE49-F238E27FC236}">
                <a16:creationId xmlns:a16="http://schemas.microsoft.com/office/drawing/2014/main" id="{F0062F88-022F-467E-8BEB-072935757D4D}"/>
              </a:ext>
            </a:extLst>
          </p:cNvPr>
          <p:cNvSpPr>
            <a:spLocks xmlns:a="http://schemas.openxmlformats.org/drawingml/2006/main" noGrp="1"/>
          </p:cNvSpPr>
          <p:nvPr/>
        </p:nvSpPr>
        <p:spPr>
          <a:xfrm xmlns:a="http://schemas.openxmlformats.org/drawingml/2006/main">
            <a:off x="957262" y="5972175"/>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30" name="r3-84">
            <a:extLst xmlns:a="http://schemas.openxmlformats.org/drawingml/2006/main">
              <a:ext uri="{FF2B5EF4-FFF2-40B4-BE49-F238E27FC236}">
                <a16:creationId xmlns:a16="http://schemas.microsoft.com/office/drawing/2014/main" id="{473D0A13-E8CD-4C0A-BBC7-766A6E3FBD92}"/>
              </a:ext>
            </a:extLst>
          </p:cNvPr>
          <p:cNvSpPr>
            <a:spLocks xmlns:a="http://schemas.openxmlformats.org/drawingml/2006/main" noGrp="1"/>
          </p:cNvSpPr>
          <p:nvPr/>
        </p:nvSpPr>
        <p:spPr>
          <a:xfrm xmlns:a="http://schemas.openxmlformats.org/drawingml/2006/main">
            <a:off x="957262" y="5972175"/>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1">
                <a:solidFill>
                  <a:srgbClr val="FFFFFF"/>
                </a:solidFill>
                <a:latin typeface="Apple SD Gothic Neo"/>
                <a:ea typeface="Apple SD Gothic Neo"/>
                <a:cs typeface="Apple SD Gothic Neo"/>
              </a:defRPr>
            </a:pPr>
            <a:r>
              <a:rPr sz="1900" b="1">
                <a:solidFill>
                  <a:srgbClr val="FFFFFF"/>
                </a:solidFill>
                <a:latin typeface="Apple SD Gothic Neo"/>
                <a:ea typeface="Apple SD Gothic Neo"/>
                <a:cs typeface="Apple SD Gothic Neo"/>
              </a:rPr>
              <a:t>3</a:t>
            </a:r>
          </a:p>
        </p:txBody>
      </p:sp>
      <p:sp>
        <p:nvSpPr>
          <p:cNvPr id="31" name="r3-85">
            <a:extLst xmlns:a="http://schemas.openxmlformats.org/drawingml/2006/main">
              <a:ext uri="{FF2B5EF4-FFF2-40B4-BE49-F238E27FC236}">
                <a16:creationId xmlns:a16="http://schemas.microsoft.com/office/drawing/2014/main" id="{63C45FC8-7F2D-41AE-A7D7-4B823AC48EB4}"/>
              </a:ext>
            </a:extLst>
          </p:cNvPr>
          <p:cNvSpPr>
            <a:spLocks xmlns:a="http://schemas.openxmlformats.org/drawingml/2006/main" noGrp="1"/>
          </p:cNvSpPr>
          <p:nvPr/>
        </p:nvSpPr>
        <p:spPr>
          <a:xfrm xmlns:a="http://schemas.openxmlformats.org/drawingml/2006/main">
            <a:off x="1543050" y="5915025"/>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122445"/>
                </a:solidFill>
                <a:latin typeface="Apple SD Gothic Neo"/>
                <a:ea typeface="Apple SD Gothic Neo"/>
                <a:cs typeface="Apple SD Gothic Neo"/>
              </a:defRPr>
            </a:pPr>
            <a:r>
              <a:rPr sz="2500" b="1">
                <a:solidFill>
                  <a:srgbClr val="122445"/>
                </a:solidFill>
                <a:latin typeface="Apple SD Gothic Neo"/>
                <a:ea typeface="Apple SD Gothic Neo"/>
                <a:cs typeface="Apple SD Gothic Neo"/>
              </a:rPr>
              <a:t>대화와 업무 상태 관리</a:t>
            </a:r>
          </a:p>
        </p:txBody>
      </p:sp>
      <p:sp>
        <p:nvSpPr>
          <p:cNvPr id="32" name="r3-86">
            <a:extLst xmlns:a="http://schemas.openxmlformats.org/drawingml/2006/main">
              <a:ext uri="{FF2B5EF4-FFF2-40B4-BE49-F238E27FC236}">
                <a16:creationId xmlns:a16="http://schemas.microsoft.com/office/drawing/2014/main" id="{B6CE67E3-DB03-4E92-8702-A61469EDC549}"/>
              </a:ext>
            </a:extLst>
          </p:cNvPr>
          <p:cNvSpPr>
            <a:spLocks xmlns:a="http://schemas.openxmlformats.org/drawingml/2006/main" noGrp="1"/>
          </p:cNvSpPr>
          <p:nvPr/>
        </p:nvSpPr>
        <p:spPr>
          <a:xfrm xmlns:a="http://schemas.openxmlformats.org/drawingml/2006/main">
            <a:off x="1543050" y="6372225"/>
            <a:ext cx="9215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질문과 추가 지시, 취소를 해당 업무에 연결</a:t>
            </a:r>
          </a:p>
          <a:p xmlns:a="http://schemas.openxmlformats.org/drawingml/2006/main">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진행 상황과 결과도 같은 업무에서 관리</a:t>
            </a:r>
          </a:p>
        </p:txBody>
      </p:sp>
      <p:sp>
        <p:nvSpPr>
          <p:cNvPr id="33" name="r3-87">
            <a:extLst xmlns:a="http://schemas.openxmlformats.org/drawingml/2006/main">
              <a:ext uri="{FF2B5EF4-FFF2-40B4-BE49-F238E27FC236}">
                <a16:creationId xmlns:a16="http://schemas.microsoft.com/office/drawing/2014/main" id="{F8FDDC4A-7A5C-45E7-9EE8-199AE9514DC2}"/>
              </a:ext>
            </a:extLst>
          </p:cNvPr>
          <p:cNvSpPr>
            <a:spLocks xmlns:a="http://schemas.openxmlformats.org/drawingml/2006/main" noGrp="1"/>
          </p:cNvSpPr>
          <p:nvPr/>
        </p:nvSpPr>
        <p:spPr>
          <a:xfrm xmlns:a="http://schemas.openxmlformats.org/drawingml/2006/main">
            <a:off x="11215688" y="3971925"/>
            <a:ext cx="1385888"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657079"/>
                </a:solidFill>
                <a:latin typeface="Apple SD Gothic Neo"/>
                <a:ea typeface="Apple SD Gothic Neo"/>
                <a:cs typeface="Apple SD Gothic Neo"/>
              </a:defRPr>
            </a:pPr>
            <a:r>
              <a:rPr sz="1700" b="1">
                <a:solidFill>
                  <a:srgbClr val="657079"/>
                </a:solidFill>
                <a:latin typeface="Apple SD Gothic Neo"/>
                <a:ea typeface="Apple SD Gothic Neo"/>
                <a:cs typeface="Apple SD Gothic Neo"/>
              </a:rPr>
              <a:t>목표와 조건</a:t>
            </a:r>
          </a:p>
        </p:txBody>
      </p:sp>
      <p:sp>
        <p:nvSpPr>
          <p:cNvPr id="34" name="line-88">
            <a:extLst xmlns:a="http://schemas.openxmlformats.org/drawingml/2006/main">
              <a:ext uri="{FF2B5EF4-FFF2-40B4-BE49-F238E27FC236}">
                <a16:creationId xmlns:a16="http://schemas.microsoft.com/office/drawing/2014/main" id="{F65DB34C-2CFB-4F69-AFA4-DF6DBE81C915}"/>
              </a:ext>
            </a:extLst>
          </p:cNvPr>
          <p:cNvSpPr>
            <a:spLocks xmlns:a="http://schemas.openxmlformats.org/drawingml/2006/main" noGrp="1"/>
          </p:cNvSpPr>
          <p:nvPr/>
        </p:nvSpPr>
        <p:spPr>
          <a:xfrm xmlns:a="http://schemas.openxmlformats.org/drawingml/2006/main" flipH="0">
            <a:off x="11244262" y="4471988"/>
            <a:ext cx="1243012"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5" name="line-89">
            <a:extLst xmlns:a="http://schemas.openxmlformats.org/drawingml/2006/main">
              <a:ext uri="{FF2B5EF4-FFF2-40B4-BE49-F238E27FC236}">
                <a16:creationId xmlns:a16="http://schemas.microsoft.com/office/drawing/2014/main" id="{58996F9C-CAA2-442F-A7F8-77FAF118416C}"/>
              </a:ext>
            </a:extLst>
          </p:cNvPr>
          <p:cNvSpPr>
            <a:spLocks xmlns:a="http://schemas.openxmlformats.org/drawingml/2006/main" noGrp="1"/>
          </p:cNvSpPr>
          <p:nvPr/>
        </p:nvSpPr>
        <p:spPr>
          <a:xfrm xmlns:a="http://schemas.openxmlformats.org/drawingml/2006/main" flipH="0">
            <a:off x="12387262" y="4414838"/>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6" name="line-90">
            <a:extLst xmlns:a="http://schemas.openxmlformats.org/drawingml/2006/main">
              <a:ext uri="{FF2B5EF4-FFF2-40B4-BE49-F238E27FC236}">
                <a16:creationId xmlns:a16="http://schemas.microsoft.com/office/drawing/2014/main" id="{7991858B-2EEF-4BCB-8B75-3835EEC5755F}"/>
              </a:ext>
            </a:extLst>
          </p:cNvPr>
          <p:cNvSpPr>
            <a:spLocks xmlns:a="http://schemas.openxmlformats.org/drawingml/2006/main" noGrp="1"/>
          </p:cNvSpPr>
          <p:nvPr/>
        </p:nvSpPr>
        <p:spPr>
          <a:xfrm xmlns:a="http://schemas.openxmlformats.org/drawingml/2006/main" flipH="1">
            <a:off x="12387262" y="4471988"/>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7" name="line-91">
            <a:extLst xmlns:a="http://schemas.openxmlformats.org/drawingml/2006/main">
              <a:ext uri="{FF2B5EF4-FFF2-40B4-BE49-F238E27FC236}">
                <a16:creationId xmlns:a16="http://schemas.microsoft.com/office/drawing/2014/main" id="{666D66A2-8A43-4C3F-88DF-0E02D97174C3}"/>
              </a:ext>
            </a:extLst>
          </p:cNvPr>
          <p:cNvSpPr>
            <a:spLocks xmlns:a="http://schemas.openxmlformats.org/drawingml/2006/main" noGrp="1"/>
          </p:cNvSpPr>
          <p:nvPr/>
        </p:nvSpPr>
        <p:spPr>
          <a:xfrm xmlns:a="http://schemas.openxmlformats.org/drawingml/2006/main" flipH="0">
            <a:off x="11244262" y="5757862"/>
            <a:ext cx="1243012"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8" name="line-92">
            <a:extLst xmlns:a="http://schemas.openxmlformats.org/drawingml/2006/main">
              <a:ext uri="{FF2B5EF4-FFF2-40B4-BE49-F238E27FC236}">
                <a16:creationId xmlns:a16="http://schemas.microsoft.com/office/drawing/2014/main" id="{1EA8433E-026E-4591-A3FF-6532C023B2EA}"/>
              </a:ext>
            </a:extLst>
          </p:cNvPr>
          <p:cNvSpPr>
            <a:spLocks xmlns:a="http://schemas.openxmlformats.org/drawingml/2006/main" noGrp="1"/>
          </p:cNvSpPr>
          <p:nvPr/>
        </p:nvSpPr>
        <p:spPr>
          <a:xfrm xmlns:a="http://schemas.openxmlformats.org/drawingml/2006/main" flipH="1">
            <a:off x="11244262" y="5700712"/>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9" name="line-93">
            <a:extLst xmlns:a="http://schemas.openxmlformats.org/drawingml/2006/main">
              <a:ext uri="{FF2B5EF4-FFF2-40B4-BE49-F238E27FC236}">
                <a16:creationId xmlns:a16="http://schemas.microsoft.com/office/drawing/2014/main" id="{82A8FDDE-4730-4DFA-8464-791F6FE48436}"/>
              </a:ext>
            </a:extLst>
          </p:cNvPr>
          <p:cNvSpPr>
            <a:spLocks xmlns:a="http://schemas.openxmlformats.org/drawingml/2006/main" noGrp="1"/>
          </p:cNvSpPr>
          <p:nvPr/>
        </p:nvSpPr>
        <p:spPr>
          <a:xfrm xmlns:a="http://schemas.openxmlformats.org/drawingml/2006/main" flipH="0">
            <a:off x="11244262" y="5757862"/>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40" name="r3-94">
            <a:extLst xmlns:a="http://schemas.openxmlformats.org/drawingml/2006/main">
              <a:ext uri="{FF2B5EF4-FFF2-40B4-BE49-F238E27FC236}">
                <a16:creationId xmlns:a16="http://schemas.microsoft.com/office/drawing/2014/main" id="{E31C9647-E896-4611-B221-0B4DCB01017C}"/>
              </a:ext>
            </a:extLst>
          </p:cNvPr>
          <p:cNvSpPr>
            <a:spLocks xmlns:a="http://schemas.openxmlformats.org/drawingml/2006/main" noGrp="1"/>
          </p:cNvSpPr>
          <p:nvPr/>
        </p:nvSpPr>
        <p:spPr>
          <a:xfrm xmlns:a="http://schemas.openxmlformats.org/drawingml/2006/main">
            <a:off x="11215688" y="5900738"/>
            <a:ext cx="1385888"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657079"/>
                </a:solidFill>
                <a:latin typeface="Apple SD Gothic Neo"/>
                <a:ea typeface="Apple SD Gothic Neo"/>
                <a:cs typeface="Apple SD Gothic Neo"/>
              </a:defRPr>
            </a:pPr>
            <a:r>
              <a:rPr sz="1700" b="1">
                <a:solidFill>
                  <a:srgbClr val="657079"/>
                </a:solidFill>
                <a:latin typeface="Apple SD Gothic Neo"/>
                <a:ea typeface="Apple SD Gothic Neo"/>
                <a:cs typeface="Apple SD Gothic Neo"/>
              </a:rPr>
              <a:t>질문과 상태</a:t>
            </a:r>
          </a:p>
        </p:txBody>
      </p:sp>
      <p:sp>
        <p:nvSpPr>
          <p:cNvPr id="41" name="r3-95">
            <a:extLst xmlns:a="http://schemas.openxmlformats.org/drawingml/2006/main">
              <a:ext uri="{FF2B5EF4-FFF2-40B4-BE49-F238E27FC236}">
                <a16:creationId xmlns:a16="http://schemas.microsoft.com/office/drawing/2014/main" id="{D1230799-3BF4-415F-9CF7-BD6E5B405CB8}"/>
              </a:ext>
            </a:extLst>
          </p:cNvPr>
          <p:cNvSpPr>
            <a:spLocks xmlns:a="http://schemas.openxmlformats.org/drawingml/2006/main" noGrp="1"/>
          </p:cNvSpPr>
          <p:nvPr/>
        </p:nvSpPr>
        <p:spPr>
          <a:xfrm xmlns:a="http://schemas.openxmlformats.org/drawingml/2006/main">
            <a:off x="11215688" y="6243638"/>
            <a:ext cx="1385888"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657079"/>
                </a:solidFill>
                <a:latin typeface="Apple SD Gothic Neo"/>
                <a:ea typeface="Apple SD Gothic Neo"/>
                <a:cs typeface="Apple SD Gothic Neo"/>
              </a:defRPr>
            </a:pPr>
            <a:r>
              <a:rPr sz="1700" b="1">
                <a:solidFill>
                  <a:srgbClr val="657079"/>
                </a:solidFill>
                <a:latin typeface="Apple SD Gothic Neo"/>
                <a:ea typeface="Apple SD Gothic Neo"/>
                <a:cs typeface="Apple SD Gothic Neo"/>
              </a:rPr>
              <a:t>결과</a:t>
            </a:r>
          </a:p>
        </p:txBody>
      </p:sp>
      <p:sp>
        <p:nvSpPr>
          <p:cNvPr id="42" name="r3-96">
            <a:extLst xmlns:a="http://schemas.openxmlformats.org/drawingml/2006/main">
              <a:ext uri="{FF2B5EF4-FFF2-40B4-BE49-F238E27FC236}">
                <a16:creationId xmlns:a16="http://schemas.microsoft.com/office/drawing/2014/main" id="{CC4784CC-B8CB-4E7E-B6EF-A8E27A9071AA}"/>
              </a:ext>
            </a:extLst>
          </p:cNvPr>
          <p:cNvSpPr>
            <a:spLocks xmlns:a="http://schemas.openxmlformats.org/drawingml/2006/main" noGrp="1"/>
          </p:cNvSpPr>
          <p:nvPr/>
        </p:nvSpPr>
        <p:spPr>
          <a:xfrm xmlns:a="http://schemas.openxmlformats.org/drawingml/2006/main">
            <a:off x="12844462" y="3414712"/>
            <a:ext cx="4586288" cy="500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00" b="1">
                <a:solidFill>
                  <a:srgbClr val="122445"/>
                </a:solidFill>
                <a:latin typeface="Apple SD Gothic Neo"/>
                <a:ea typeface="Apple SD Gothic Neo"/>
                <a:cs typeface="Apple SD Gothic Neo"/>
              </a:defRPr>
            </a:pPr>
            <a:r>
              <a:rPr sz="2600" b="1">
                <a:solidFill>
                  <a:srgbClr val="122445"/>
                </a:solidFill>
                <a:latin typeface="Apple SD Gothic Neo"/>
                <a:ea typeface="Apple SD Gothic Neo"/>
                <a:cs typeface="Apple SD Gothic Neo"/>
              </a:rPr>
              <a:t>업무 방법과 도구 선택</a:t>
            </a:r>
          </a:p>
        </p:txBody>
      </p:sp>
      <p:sp>
        <p:nvSpPr>
          <p:cNvPr id="43" name="line-97">
            <a:extLst xmlns:a="http://schemas.openxmlformats.org/drawingml/2006/main">
              <a:ext uri="{FF2B5EF4-FFF2-40B4-BE49-F238E27FC236}">
                <a16:creationId xmlns:a16="http://schemas.microsoft.com/office/drawing/2014/main" id="{E256A8AA-9488-49D8-BEB7-7E5BE2E90EC4}"/>
              </a:ext>
            </a:extLst>
          </p:cNvPr>
          <p:cNvSpPr>
            <a:spLocks xmlns:a="http://schemas.openxmlformats.org/drawingml/2006/main" noGrp="1"/>
          </p:cNvSpPr>
          <p:nvPr/>
        </p:nvSpPr>
        <p:spPr>
          <a:xfrm xmlns:a="http://schemas.openxmlformats.org/drawingml/2006/main" flipH="0">
            <a:off x="15144750" y="4029075"/>
            <a:ext cx="0" cy="4000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4" name="line-98">
            <a:extLst xmlns:a="http://schemas.openxmlformats.org/drawingml/2006/main">
              <a:ext uri="{FF2B5EF4-FFF2-40B4-BE49-F238E27FC236}">
                <a16:creationId xmlns:a16="http://schemas.microsoft.com/office/drawing/2014/main" id="{39A4B293-284C-459F-BC36-69B4F143C33C}"/>
              </a:ext>
            </a:extLst>
          </p:cNvPr>
          <p:cNvSpPr>
            <a:spLocks xmlns:a="http://schemas.openxmlformats.org/drawingml/2006/main" noGrp="1"/>
          </p:cNvSpPr>
          <p:nvPr/>
        </p:nvSpPr>
        <p:spPr>
          <a:xfrm xmlns:a="http://schemas.openxmlformats.org/drawingml/2006/main" flipH="0">
            <a:off x="15087600" y="4329112"/>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5" name="line-99">
            <a:extLst xmlns:a="http://schemas.openxmlformats.org/drawingml/2006/main">
              <a:ext uri="{FF2B5EF4-FFF2-40B4-BE49-F238E27FC236}">
                <a16:creationId xmlns:a16="http://schemas.microsoft.com/office/drawing/2014/main" id="{0437A239-626D-44D8-91DE-98E3973B65A7}"/>
              </a:ext>
            </a:extLst>
          </p:cNvPr>
          <p:cNvSpPr>
            <a:spLocks xmlns:a="http://schemas.openxmlformats.org/drawingml/2006/main" noGrp="1"/>
          </p:cNvSpPr>
          <p:nvPr/>
        </p:nvSpPr>
        <p:spPr>
          <a:xfrm xmlns:a="http://schemas.openxmlformats.org/drawingml/2006/main" flipH="1">
            <a:off x="15144750" y="4329112"/>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6" name="r3-100">
            <a:extLst xmlns:a="http://schemas.openxmlformats.org/drawingml/2006/main">
              <a:ext uri="{FF2B5EF4-FFF2-40B4-BE49-F238E27FC236}">
                <a16:creationId xmlns:a16="http://schemas.microsoft.com/office/drawing/2014/main" id="{083BB3A9-902D-4B48-9FAF-C5FBDEB45BE1}"/>
              </a:ext>
            </a:extLst>
          </p:cNvPr>
          <p:cNvSpPr>
            <a:spLocks xmlns:a="http://schemas.openxmlformats.org/drawingml/2006/main" noGrp="1"/>
          </p:cNvSpPr>
          <p:nvPr/>
        </p:nvSpPr>
        <p:spPr>
          <a:xfrm xmlns:a="http://schemas.openxmlformats.org/drawingml/2006/main">
            <a:off x="12787312" y="4586288"/>
            <a:ext cx="467201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00" b="1">
                <a:solidFill>
                  <a:srgbClr val="122445"/>
                </a:solidFill>
                <a:latin typeface="Apple SD Gothic Neo"/>
                <a:ea typeface="Apple SD Gothic Neo"/>
                <a:cs typeface="Apple SD Gothic Neo"/>
              </a:defRPr>
            </a:pPr>
            <a:r>
              <a:rPr sz="2500" b="1">
                <a:solidFill>
                  <a:srgbClr val="122445"/>
                </a:solidFill>
                <a:latin typeface="Apple SD Gothic Neo"/>
                <a:ea typeface="Apple SD Gothic Neo"/>
                <a:cs typeface="Apple SD Gothic Neo"/>
              </a:rPr>
              <a:t>자료 조사와 문서 작성</a:t>
            </a:r>
          </a:p>
        </p:txBody>
      </p:sp>
      <p:sp>
        <p:nvSpPr>
          <p:cNvPr id="47" name="r3-101">
            <a:extLst xmlns:a="http://schemas.openxmlformats.org/drawingml/2006/main">
              <a:ext uri="{FF2B5EF4-FFF2-40B4-BE49-F238E27FC236}">
                <a16:creationId xmlns:a16="http://schemas.microsoft.com/office/drawing/2014/main" id="{48A4984D-00C5-4DE3-A661-93E02598DE4B}"/>
              </a:ext>
            </a:extLst>
          </p:cNvPr>
          <p:cNvSpPr>
            <a:spLocks xmlns:a="http://schemas.openxmlformats.org/drawingml/2006/main" noGrp="1"/>
          </p:cNvSpPr>
          <p:nvPr/>
        </p:nvSpPr>
        <p:spPr>
          <a:xfrm xmlns:a="http://schemas.openxmlformats.org/drawingml/2006/main">
            <a:off x="12787312" y="5043488"/>
            <a:ext cx="467201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0">
                <a:solidFill>
                  <a:srgbClr val="20262C"/>
                </a:solidFill>
                <a:latin typeface="Apple SD Gothic Neo"/>
                <a:ea typeface="Apple SD Gothic Neo"/>
                <a:cs typeface="Apple SD Gothic Neo"/>
              </a:defRPr>
            </a:pPr>
            <a:r>
              <a:rPr sz="2300" b="0">
                <a:solidFill>
                  <a:srgbClr val="20262C"/>
                </a:solidFill>
                <a:latin typeface="Apple SD Gothic Neo"/>
                <a:ea typeface="Apple SD Gothic Neo"/>
                <a:cs typeface="Apple SD Gothic Neo"/>
              </a:rPr>
              <a:t>앱 조작, 코드 수정과 시험 등</a:t>
            </a:r>
          </a:p>
        </p:txBody>
      </p:sp>
      <p:sp>
        <p:nvSpPr>
          <p:cNvPr id="48" name="line-102">
            <a:extLst xmlns:a="http://schemas.openxmlformats.org/drawingml/2006/main">
              <a:ext uri="{FF2B5EF4-FFF2-40B4-BE49-F238E27FC236}">
                <a16:creationId xmlns:a16="http://schemas.microsoft.com/office/drawing/2014/main" id="{052B5794-0D1C-491A-A20C-BEFB7C022802}"/>
              </a:ext>
            </a:extLst>
          </p:cNvPr>
          <p:cNvSpPr>
            <a:spLocks xmlns:a="http://schemas.openxmlformats.org/drawingml/2006/main" noGrp="1"/>
          </p:cNvSpPr>
          <p:nvPr/>
        </p:nvSpPr>
        <p:spPr>
          <a:xfrm xmlns:a="http://schemas.openxmlformats.org/drawingml/2006/main" flipH="0">
            <a:off x="15144750" y="5586412"/>
            <a:ext cx="0" cy="4000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9" name="line-103">
            <a:extLst xmlns:a="http://schemas.openxmlformats.org/drawingml/2006/main">
              <a:ext uri="{FF2B5EF4-FFF2-40B4-BE49-F238E27FC236}">
                <a16:creationId xmlns:a16="http://schemas.microsoft.com/office/drawing/2014/main" id="{730E5816-ED30-4FD2-BFFF-2D5C05EBD78F}"/>
              </a:ext>
            </a:extLst>
          </p:cNvPr>
          <p:cNvSpPr>
            <a:spLocks xmlns:a="http://schemas.openxmlformats.org/drawingml/2006/main" noGrp="1"/>
          </p:cNvSpPr>
          <p:nvPr/>
        </p:nvSpPr>
        <p:spPr>
          <a:xfrm xmlns:a="http://schemas.openxmlformats.org/drawingml/2006/main" flipH="0">
            <a:off x="15087600" y="5886450"/>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0" name="line-104">
            <a:extLst xmlns:a="http://schemas.openxmlformats.org/drawingml/2006/main">
              <a:ext uri="{FF2B5EF4-FFF2-40B4-BE49-F238E27FC236}">
                <a16:creationId xmlns:a16="http://schemas.microsoft.com/office/drawing/2014/main" id="{177ACB4A-DB5E-4B09-950C-4A602EC636E8}"/>
              </a:ext>
            </a:extLst>
          </p:cNvPr>
          <p:cNvSpPr>
            <a:spLocks xmlns:a="http://schemas.openxmlformats.org/drawingml/2006/main" noGrp="1"/>
          </p:cNvSpPr>
          <p:nvPr/>
        </p:nvSpPr>
        <p:spPr>
          <a:xfrm xmlns:a="http://schemas.openxmlformats.org/drawingml/2006/main" flipH="1">
            <a:off x="15144750" y="5886450"/>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1" name="r3-105">
            <a:extLst xmlns:a="http://schemas.openxmlformats.org/drawingml/2006/main">
              <a:ext uri="{FF2B5EF4-FFF2-40B4-BE49-F238E27FC236}">
                <a16:creationId xmlns:a16="http://schemas.microsoft.com/office/drawing/2014/main" id="{798D6441-C4D2-46AD-B37C-2890EB8E92BF}"/>
              </a:ext>
            </a:extLst>
          </p:cNvPr>
          <p:cNvSpPr>
            <a:spLocks xmlns:a="http://schemas.openxmlformats.org/drawingml/2006/main" noGrp="1"/>
          </p:cNvSpPr>
          <p:nvPr/>
        </p:nvSpPr>
        <p:spPr>
          <a:xfrm xmlns:a="http://schemas.openxmlformats.org/drawingml/2006/main">
            <a:off x="12744450" y="6157912"/>
            <a:ext cx="4772025"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122445"/>
                </a:solidFill>
                <a:latin typeface="Apple SD Gothic Neo"/>
                <a:ea typeface="Apple SD Gothic Neo"/>
                <a:cs typeface="Apple SD Gothic Neo"/>
              </a:defRPr>
            </a:pPr>
            <a:r>
              <a:rPr sz="2300" b="1">
                <a:solidFill>
                  <a:srgbClr val="122445"/>
                </a:solidFill>
                <a:latin typeface="Apple SD Gothic Neo"/>
                <a:ea typeface="Apple SD Gothic Neo"/>
                <a:cs typeface="Apple SD Gothic Neo"/>
              </a:rPr>
              <a:t>결과를 확인하고 작업을 이어감</a:t>
            </a:r>
          </a:p>
        </p:txBody>
      </p:sp>
      <p:sp>
        <p:nvSpPr>
          <p:cNvPr id="52" name="line-106">
            <a:extLst xmlns:a="http://schemas.openxmlformats.org/drawingml/2006/main">
              <a:ext uri="{FF2B5EF4-FFF2-40B4-BE49-F238E27FC236}">
                <a16:creationId xmlns:a16="http://schemas.microsoft.com/office/drawing/2014/main" id="{F1F78D25-F197-4E57-9F2F-0E09CF9CE618}"/>
              </a:ext>
            </a:extLst>
          </p:cNvPr>
          <p:cNvSpPr>
            <a:spLocks xmlns:a="http://schemas.openxmlformats.org/drawingml/2006/main" noGrp="1"/>
          </p:cNvSpPr>
          <p:nvPr/>
        </p:nvSpPr>
        <p:spPr>
          <a:xfrm xmlns:a="http://schemas.openxmlformats.org/drawingml/2006/main" flipH="0">
            <a:off x="600075" y="7086600"/>
            <a:ext cx="17073562"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53" name="r3-107">
            <a:extLst xmlns:a="http://schemas.openxmlformats.org/drawingml/2006/main">
              <a:ext uri="{FF2B5EF4-FFF2-40B4-BE49-F238E27FC236}">
                <a16:creationId xmlns:a16="http://schemas.microsoft.com/office/drawing/2014/main" id="{C0871C85-E493-43F7-B3A9-E9748A43F307}"/>
              </a:ext>
            </a:extLst>
          </p:cNvPr>
          <p:cNvSpPr>
            <a:spLocks xmlns:a="http://schemas.openxmlformats.org/drawingml/2006/main" noGrp="1"/>
          </p:cNvSpPr>
          <p:nvPr/>
        </p:nvSpPr>
        <p:spPr>
          <a:xfrm xmlns:a="http://schemas.openxmlformats.org/drawingml/2006/main">
            <a:off x="657225" y="7272338"/>
            <a:ext cx="16959262"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122445"/>
                </a:solidFill>
                <a:latin typeface="Apple SD Gothic Neo"/>
                <a:ea typeface="Apple SD Gothic Neo"/>
                <a:cs typeface="Apple SD Gothic Neo"/>
              </a:defRPr>
            </a:pPr>
            <a:r>
              <a:rPr sz="2500" b="1">
                <a:solidFill>
                  <a:srgbClr val="122445"/>
                </a:solidFill>
                <a:latin typeface="Apple SD Gothic Neo"/>
                <a:ea typeface="Apple SD Gothic Neo"/>
                <a:cs typeface="Apple SD Gothic Neo"/>
              </a:rPr>
              <a:t>같은 대화 안에서 두 업무를 구분하는 예</a:t>
            </a:r>
          </a:p>
        </p:txBody>
      </p:sp>
      <p:sp>
        <p:nvSpPr>
          <p:cNvPr id="54" name="r3-108">
            <a:extLst xmlns:a="http://schemas.openxmlformats.org/drawingml/2006/main">
              <a:ext uri="{FF2B5EF4-FFF2-40B4-BE49-F238E27FC236}">
                <a16:creationId xmlns:a16="http://schemas.microsoft.com/office/drawing/2014/main" id="{C0A6B9A1-FFC4-43DA-B774-46267B5DDDF9}"/>
              </a:ext>
            </a:extLst>
          </p:cNvPr>
          <p:cNvSpPr>
            <a:spLocks xmlns:a="http://schemas.openxmlformats.org/drawingml/2006/main" noGrp="1"/>
          </p:cNvSpPr>
          <p:nvPr/>
        </p:nvSpPr>
        <p:spPr>
          <a:xfrm xmlns:a="http://schemas.openxmlformats.org/drawingml/2006/main">
            <a:off x="685800" y="7929562"/>
            <a:ext cx="1828800"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657079"/>
                </a:solidFill>
                <a:latin typeface="Apple SD Gothic Neo"/>
                <a:ea typeface="Apple SD Gothic Neo"/>
                <a:cs typeface="Apple SD Gothic Neo"/>
              </a:defRPr>
            </a:pPr>
            <a:r>
              <a:rPr sz="2100" b="1">
                <a:solidFill>
                  <a:srgbClr val="657079"/>
                </a:solidFill>
                <a:latin typeface="Apple SD Gothic Neo"/>
                <a:ea typeface="Apple SD Gothic Neo"/>
                <a:cs typeface="Apple SD Gothic Neo"/>
              </a:rPr>
              <a:t>사용자 요청</a:t>
            </a:r>
          </a:p>
        </p:txBody>
      </p:sp>
      <p:sp>
        <p:nvSpPr>
          <p:cNvPr id="55" name="r3-109">
            <a:extLst xmlns:a="http://schemas.openxmlformats.org/drawingml/2006/main">
              <a:ext uri="{FF2B5EF4-FFF2-40B4-BE49-F238E27FC236}">
                <a16:creationId xmlns:a16="http://schemas.microsoft.com/office/drawing/2014/main" id="{63DE9316-8F24-40C3-945B-481297795F63}"/>
              </a:ext>
            </a:extLst>
          </p:cNvPr>
          <p:cNvSpPr>
            <a:spLocks xmlns:a="http://schemas.openxmlformats.org/drawingml/2006/main" noGrp="1"/>
          </p:cNvSpPr>
          <p:nvPr/>
        </p:nvSpPr>
        <p:spPr>
          <a:xfrm xmlns:a="http://schemas.openxmlformats.org/drawingml/2006/main">
            <a:off x="2743200" y="7829550"/>
            <a:ext cx="5514975"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122445"/>
                </a:solidFill>
                <a:latin typeface="Apple SD Gothic Neo"/>
                <a:ea typeface="Apple SD Gothic Neo"/>
                <a:cs typeface="Apple SD Gothic Neo"/>
              </a:defRPr>
            </a:pPr>
            <a:r>
              <a:rPr sz="2600" b="1">
                <a:solidFill>
                  <a:srgbClr val="122445"/>
                </a:solidFill>
                <a:latin typeface="Apple SD Gothic Neo"/>
                <a:ea typeface="Apple SD Gothic Neo"/>
                <a:cs typeface="Apple SD Gothic Neo"/>
              </a:rPr>
              <a:t>“이 표로 보고서 만들어줘.</a:t>
            </a:r>
          </a:p>
          <a:p xmlns:a="http://schemas.openxmlformats.org/drawingml/2006/main">
            <a:pPr algn="l">
              <a:defRPr sz="2600" b="1">
                <a:solidFill>
                  <a:srgbClr val="122445"/>
                </a:solidFill>
                <a:latin typeface="Apple SD Gothic Neo"/>
                <a:ea typeface="Apple SD Gothic Neo"/>
                <a:cs typeface="Apple SD Gothic Neo"/>
              </a:defRPr>
            </a:pPr>
            <a:r>
              <a:rPr sz="2600" b="1">
                <a:solidFill>
                  <a:srgbClr val="122445"/>
                </a:solidFill>
                <a:latin typeface="Apple SD Gothic Neo"/>
                <a:ea typeface="Apple SD Gothic Neo"/>
                <a:cs typeface="Apple SD Gothic Neo"/>
              </a:rPr>
              <a:t>아까 자료 조사는 계속해.”</a:t>
            </a:r>
          </a:p>
        </p:txBody>
      </p:sp>
      <p:sp>
        <p:nvSpPr>
          <p:cNvPr id="56" name="line-110">
            <a:extLst xmlns:a="http://schemas.openxmlformats.org/drawingml/2006/main">
              <a:ext uri="{FF2B5EF4-FFF2-40B4-BE49-F238E27FC236}">
                <a16:creationId xmlns:a16="http://schemas.microsoft.com/office/drawing/2014/main" id="{9165C477-AA8C-4826-8D89-B6E6ABFFEEDD}"/>
              </a:ext>
            </a:extLst>
          </p:cNvPr>
          <p:cNvSpPr>
            <a:spLocks xmlns:a="http://schemas.openxmlformats.org/drawingml/2006/main" noGrp="1"/>
          </p:cNvSpPr>
          <p:nvPr/>
        </p:nvSpPr>
        <p:spPr>
          <a:xfrm xmlns:a="http://schemas.openxmlformats.org/drawingml/2006/main" flipH="0">
            <a:off x="8329612" y="8286750"/>
            <a:ext cx="542925"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7" name="line-111">
            <a:extLst xmlns:a="http://schemas.openxmlformats.org/drawingml/2006/main">
              <a:ext uri="{FF2B5EF4-FFF2-40B4-BE49-F238E27FC236}">
                <a16:creationId xmlns:a16="http://schemas.microsoft.com/office/drawing/2014/main" id="{BC6DBE98-C8F7-48DB-AC44-1C28F24F2A4B}"/>
              </a:ext>
            </a:extLst>
          </p:cNvPr>
          <p:cNvSpPr>
            <a:spLocks xmlns:a="http://schemas.openxmlformats.org/drawingml/2006/main" noGrp="1"/>
          </p:cNvSpPr>
          <p:nvPr/>
        </p:nvSpPr>
        <p:spPr>
          <a:xfrm xmlns:a="http://schemas.openxmlformats.org/drawingml/2006/main" flipH="0">
            <a:off x="8772525" y="8229600"/>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8" name="line-112">
            <a:extLst xmlns:a="http://schemas.openxmlformats.org/drawingml/2006/main">
              <a:ext uri="{FF2B5EF4-FFF2-40B4-BE49-F238E27FC236}">
                <a16:creationId xmlns:a16="http://schemas.microsoft.com/office/drawing/2014/main" id="{BEDD854A-1459-416B-8554-917A14071099}"/>
              </a:ext>
            </a:extLst>
          </p:cNvPr>
          <p:cNvSpPr>
            <a:spLocks xmlns:a="http://schemas.openxmlformats.org/drawingml/2006/main" noGrp="1"/>
          </p:cNvSpPr>
          <p:nvPr/>
        </p:nvSpPr>
        <p:spPr>
          <a:xfrm xmlns:a="http://schemas.openxmlformats.org/drawingml/2006/main" flipH="1">
            <a:off x="8772525" y="8286750"/>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9" name="r3-113">
            <a:extLst xmlns:a="http://schemas.openxmlformats.org/drawingml/2006/main">
              <a:ext uri="{FF2B5EF4-FFF2-40B4-BE49-F238E27FC236}">
                <a16:creationId xmlns:a16="http://schemas.microsoft.com/office/drawing/2014/main" id="{7A9AB08B-356C-44EA-91CD-54EE45CD69AA}"/>
              </a:ext>
            </a:extLst>
          </p:cNvPr>
          <p:cNvSpPr>
            <a:spLocks xmlns:a="http://schemas.openxmlformats.org/drawingml/2006/main" noGrp="1"/>
          </p:cNvSpPr>
          <p:nvPr/>
        </p:nvSpPr>
        <p:spPr>
          <a:xfrm xmlns:a="http://schemas.openxmlformats.org/drawingml/2006/main">
            <a:off x="9158288" y="78295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보고서 작성</a:t>
            </a:r>
          </a:p>
        </p:txBody>
      </p:sp>
      <p:sp>
        <p:nvSpPr>
          <p:cNvPr id="60" name="r3-114">
            <a:extLst xmlns:a="http://schemas.openxmlformats.org/drawingml/2006/main">
              <a:ext uri="{FF2B5EF4-FFF2-40B4-BE49-F238E27FC236}">
                <a16:creationId xmlns:a16="http://schemas.microsoft.com/office/drawing/2014/main" id="{7351902C-416E-434B-8212-026AB1FF0252}"/>
              </a:ext>
            </a:extLst>
          </p:cNvPr>
          <p:cNvSpPr>
            <a:spLocks xmlns:a="http://schemas.openxmlformats.org/drawingml/2006/main" noGrp="1"/>
          </p:cNvSpPr>
          <p:nvPr/>
        </p:nvSpPr>
        <p:spPr>
          <a:xfrm xmlns:a="http://schemas.openxmlformats.org/drawingml/2006/main">
            <a:off x="11715750" y="7829550"/>
            <a:ext cx="5514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0262C"/>
                </a:solidFill>
                <a:latin typeface="Apple SD Gothic Neo"/>
                <a:ea typeface="Apple SD Gothic Neo"/>
                <a:cs typeface="Apple SD Gothic Neo"/>
              </a:defRPr>
            </a:pPr>
            <a:r>
              <a:rPr sz="2400" b="0">
                <a:solidFill>
                  <a:srgbClr val="20262C"/>
                </a:solidFill>
                <a:latin typeface="Apple SD Gothic Neo"/>
                <a:ea typeface="Apple SD Gothic Neo"/>
                <a:cs typeface="Apple SD Gothic Neo"/>
              </a:rPr>
              <a:t>새 업무로 위임</a:t>
            </a:r>
          </a:p>
        </p:txBody>
      </p:sp>
      <p:sp>
        <p:nvSpPr>
          <p:cNvPr id="61" name="r3-115">
            <a:extLst xmlns:a="http://schemas.openxmlformats.org/drawingml/2006/main">
              <a:ext uri="{FF2B5EF4-FFF2-40B4-BE49-F238E27FC236}">
                <a16:creationId xmlns:a16="http://schemas.microsoft.com/office/drawing/2014/main" id="{9A2A461E-FC36-42EE-99EA-C95157AF9EA1}"/>
              </a:ext>
            </a:extLst>
          </p:cNvPr>
          <p:cNvSpPr>
            <a:spLocks xmlns:a="http://schemas.openxmlformats.org/drawingml/2006/main" noGrp="1"/>
          </p:cNvSpPr>
          <p:nvPr/>
        </p:nvSpPr>
        <p:spPr>
          <a:xfrm xmlns:a="http://schemas.openxmlformats.org/drawingml/2006/main">
            <a:off x="9158288" y="8386762"/>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기존 자료 조사</a:t>
            </a:r>
          </a:p>
        </p:txBody>
      </p:sp>
      <p:sp>
        <p:nvSpPr>
          <p:cNvPr id="62" name="r3-116">
            <a:extLst xmlns:a="http://schemas.openxmlformats.org/drawingml/2006/main">
              <a:ext uri="{FF2B5EF4-FFF2-40B4-BE49-F238E27FC236}">
                <a16:creationId xmlns:a16="http://schemas.microsoft.com/office/drawing/2014/main" id="{7770F0DE-D709-438A-AFC9-6716CC78C5DE}"/>
              </a:ext>
            </a:extLst>
          </p:cNvPr>
          <p:cNvSpPr>
            <a:spLocks xmlns:a="http://schemas.openxmlformats.org/drawingml/2006/main" noGrp="1"/>
          </p:cNvSpPr>
          <p:nvPr/>
        </p:nvSpPr>
        <p:spPr>
          <a:xfrm xmlns:a="http://schemas.openxmlformats.org/drawingml/2006/main">
            <a:off x="11715750" y="8386762"/>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0262C"/>
                </a:solidFill>
                <a:latin typeface="Apple SD Gothic Neo"/>
                <a:ea typeface="Apple SD Gothic Neo"/>
                <a:cs typeface="Apple SD Gothic Neo"/>
              </a:defRPr>
            </a:pPr>
            <a:r>
              <a:rPr sz="2400" b="0">
                <a:solidFill>
                  <a:srgbClr val="20262C"/>
                </a:solidFill>
                <a:latin typeface="Apple SD Gothic Neo"/>
                <a:ea typeface="Apple SD Gothic Neo"/>
                <a:cs typeface="Apple SD Gothic Neo"/>
              </a:rPr>
              <a:t>진행 상태를 유지하며 별도로 추적</a:t>
            </a:r>
          </a:p>
        </p:txBody>
      </p:sp>
      <p:sp>
        <p:nvSpPr>
          <p:cNvPr id="63" name="r3-117">
            <a:extLst xmlns:a="http://schemas.openxmlformats.org/drawingml/2006/main">
              <a:ext uri="{FF2B5EF4-FFF2-40B4-BE49-F238E27FC236}">
                <a16:creationId xmlns:a16="http://schemas.microsoft.com/office/drawing/2014/main" id="{F232015C-7A9E-45D9-B384-21EF82077322}"/>
              </a:ext>
            </a:extLst>
          </p:cNvPr>
          <p:cNvSpPr>
            <a:spLocks xmlns:a="http://schemas.openxmlformats.org/drawingml/2006/main" noGrp="1"/>
          </p:cNvSpPr>
          <p:nvPr/>
        </p:nvSpPr>
        <p:spPr>
          <a:xfrm xmlns:a="http://schemas.openxmlformats.org/drawingml/2006/main">
            <a:off x="671512" y="9358312"/>
            <a:ext cx="16873538" cy="17145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4" name="r3-118">
            <a:extLst xmlns:a="http://schemas.openxmlformats.org/drawingml/2006/main">
              <a:ext uri="{FF2B5EF4-FFF2-40B4-BE49-F238E27FC236}">
                <a16:creationId xmlns:a16="http://schemas.microsoft.com/office/drawing/2014/main" id="{1A77A7AB-92D7-4735-9916-0F1D0E24D2A8}"/>
              </a:ext>
            </a:extLst>
          </p:cNvPr>
          <p:cNvSpPr>
            <a:spLocks xmlns:a="http://schemas.openxmlformats.org/drawingml/2006/main" noGrp="1"/>
          </p:cNvSpPr>
          <p:nvPr/>
        </p:nvSpPr>
        <p:spPr>
          <a:xfrm xmlns:a="http://schemas.openxmlformats.org/drawingml/2006/main">
            <a:off x="671512" y="9101138"/>
            <a:ext cx="16873538"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20262C"/>
                </a:solidFill>
                <a:latin typeface="Apple SD Gothic Neo"/>
                <a:ea typeface="Apple SD Gothic Neo"/>
                <a:cs typeface="Apple SD Gothic Neo"/>
              </a:defRPr>
            </a:pPr>
            <a:r>
              <a:rPr sz="2600"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xmlns:a="http://schemas.openxmlformats.org/drawingml/2006/main">
              <a:ext uri="{FF2B5EF4-FFF2-40B4-BE49-F238E27FC236}">
                <a16:creationId xmlns:a16="http://schemas.microsoft.com/office/drawing/2014/main" id="{D2B565C3-54D1-4DF3-9AF1-DFD6EE4EEBC4}"/>
              </a:ext>
            </a:extLst>
          </p:cNvPr>
          <p:cNvSpPr>
            <a:spLocks xmlns:a="http://schemas.openxmlformats.org/drawingml/2006/main" noGrp="1"/>
          </p:cNvSpPr>
          <p:nvPr/>
        </p:nvSpPr>
        <p:spPr>
          <a:xfrm xmlns:a="http://schemas.openxmlformats.org/drawingml/2006/main">
            <a:off x="671512" y="9786938"/>
            <a:ext cx="1600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657079"/>
                </a:solidFill>
                <a:latin typeface="Apple SD Gothic Neo"/>
                <a:ea typeface="Apple SD Gothic Neo"/>
                <a:cs typeface="Apple SD Gothic Neo"/>
              </a:defRPr>
            </a:pPr>
            <a:r>
              <a:rPr sz="1400" b="0">
                <a:solidFill>
                  <a:srgbClr val="657079"/>
                </a:solidFill>
                <a:latin typeface="Apple SD Gothic Neo"/>
                <a:ea typeface="Apple SD Gothic Neo"/>
                <a:cs typeface="Apple SD Gothic Neo"/>
              </a:rPr>
              <a:t>본 과제 범위: 요청 판단과 상호작용, 업무 연결과 상태 관리</a:t>
            </a:r>
          </a:p>
        </p:txBody>
      </p:sp>
    </p:spTree>
    <p:extLst>
      <p:ext uri="{BB962C8B-B14F-4D97-AF65-F5344CB8AC3E}">
        <p14:creationId xmlns:p14="http://schemas.microsoft.com/office/powerpoint/2010/main" val="763265530"/>
      </p:ext>
    </p:extLst>
  </p:cSld>
</p:sld>
</file>

<file path=ppt/slides/slide3.xml><?xml version="1.0" encoding="utf-8"?>
<p:sld xmlns:p="http://schemas.openxmlformats.org/presentationml/2006/main">
  <p:cSld name="project-necessity">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r3-120">
            <a:extLst xmlns:a="http://schemas.openxmlformats.org/drawingml/2006/main">
              <a:ext uri="{FF2B5EF4-FFF2-40B4-BE49-F238E27FC236}">
                <a16:creationId xmlns:a16="http://schemas.microsoft.com/office/drawing/2014/main" id="{79938AC9-7988-4911-A169-5A612A4BC8D0}"/>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필요성</a:t>
            </a:r>
          </a:p>
        </p:txBody>
      </p:sp>
      <p:sp>
        <p:nvSpPr>
          <p:cNvPr id="2" name="line-121">
            <a:extLst xmlns:a="http://schemas.openxmlformats.org/drawingml/2006/main">
              <a:ext uri="{FF2B5EF4-FFF2-40B4-BE49-F238E27FC236}">
                <a16:creationId xmlns:a16="http://schemas.microsoft.com/office/drawing/2014/main" id="{7F75D080-77EA-446A-8594-78D9DAFE1E76}"/>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122">
            <a:extLst xmlns:a="http://schemas.openxmlformats.org/drawingml/2006/main">
              <a:ext uri="{FF2B5EF4-FFF2-40B4-BE49-F238E27FC236}">
                <a16:creationId xmlns:a16="http://schemas.microsoft.com/office/drawing/2014/main" id="{CC39F6D7-A9ED-46BC-ACDF-A772A6644084}"/>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123">
            <a:extLst xmlns:a="http://schemas.openxmlformats.org/drawingml/2006/main">
              <a:ext uri="{FF2B5EF4-FFF2-40B4-BE49-F238E27FC236}">
                <a16:creationId xmlns:a16="http://schemas.microsoft.com/office/drawing/2014/main" id="{10B5EB16-ACE8-4DF4-91E2-5D4A5CC8ED9C}"/>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과제 소개</a:t>
            </a:r>
          </a:p>
        </p:txBody>
      </p:sp>
      <p:sp>
        <p:nvSpPr>
          <p:cNvPr id="5" name="r3-124">
            <a:extLst xmlns:a="http://schemas.openxmlformats.org/drawingml/2006/main">
              <a:ext uri="{FF2B5EF4-FFF2-40B4-BE49-F238E27FC236}">
                <a16:creationId xmlns:a16="http://schemas.microsoft.com/office/drawing/2014/main" id="{1B7D5BAC-D760-40A5-873C-A185E12900C1}"/>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125">
            <a:extLst xmlns:a="http://schemas.openxmlformats.org/drawingml/2006/main">
              <a:ext uri="{FF2B5EF4-FFF2-40B4-BE49-F238E27FC236}">
                <a16:creationId xmlns:a16="http://schemas.microsoft.com/office/drawing/2014/main" id="{E341AE14-735E-404E-8B0D-9F824B04618D}"/>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요구사항 분석</a:t>
            </a:r>
          </a:p>
        </p:txBody>
      </p:sp>
      <p:sp>
        <p:nvSpPr>
          <p:cNvPr id="7" name="r3-126">
            <a:extLst xmlns:a="http://schemas.openxmlformats.org/drawingml/2006/main">
              <a:ext uri="{FF2B5EF4-FFF2-40B4-BE49-F238E27FC236}">
                <a16:creationId xmlns:a16="http://schemas.microsoft.com/office/drawing/2014/main" id="{7A73B6C8-828A-4028-BDF8-A7FE45606445}"/>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127">
            <a:extLst xmlns:a="http://schemas.openxmlformats.org/drawingml/2006/main">
              <a:ext uri="{FF2B5EF4-FFF2-40B4-BE49-F238E27FC236}">
                <a16:creationId xmlns:a16="http://schemas.microsoft.com/office/drawing/2014/main" id="{7D1B32F9-2BE2-4CB6-BF46-746305D3DBE8}"/>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설계</a:t>
            </a:r>
          </a:p>
        </p:txBody>
      </p:sp>
      <p:sp>
        <p:nvSpPr>
          <p:cNvPr id="9" name="r3-128">
            <a:extLst xmlns:a="http://schemas.openxmlformats.org/drawingml/2006/main">
              <a:ext uri="{FF2B5EF4-FFF2-40B4-BE49-F238E27FC236}">
                <a16:creationId xmlns:a16="http://schemas.microsoft.com/office/drawing/2014/main" id="{40D16FFB-6FE9-4D14-A7DE-7B80C76FB166}"/>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129">
            <a:extLst xmlns:a="http://schemas.openxmlformats.org/drawingml/2006/main">
              <a:ext uri="{FF2B5EF4-FFF2-40B4-BE49-F238E27FC236}">
                <a16:creationId xmlns:a16="http://schemas.microsoft.com/office/drawing/2014/main" id="{61A5E572-CA7F-4D3D-BB04-9B332B9060C4}"/>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구현 및 검증</a:t>
            </a:r>
          </a:p>
        </p:txBody>
      </p:sp>
      <p:sp>
        <p:nvSpPr>
          <p:cNvPr id="11" name="r3-130">
            <a:extLst xmlns:a="http://schemas.openxmlformats.org/drawingml/2006/main">
              <a:ext uri="{FF2B5EF4-FFF2-40B4-BE49-F238E27FC236}">
                <a16:creationId xmlns:a16="http://schemas.microsoft.com/office/drawing/2014/main" id="{65535DF5-2567-4035-8573-C214352078CA}"/>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131">
            <a:extLst xmlns:a="http://schemas.openxmlformats.org/drawingml/2006/main">
              <a:ext uri="{FF2B5EF4-FFF2-40B4-BE49-F238E27FC236}">
                <a16:creationId xmlns:a16="http://schemas.microsoft.com/office/drawing/2014/main" id="{5C7C9C7A-1BC7-43F5-9967-EC43FFF2A567}"/>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결론</a:t>
            </a:r>
          </a:p>
        </p:txBody>
      </p:sp>
      <p:sp>
        <p:nvSpPr>
          <p:cNvPr id="13" name="r3-132">
            <a:extLst xmlns:a="http://schemas.openxmlformats.org/drawingml/2006/main">
              <a:ext uri="{FF2B5EF4-FFF2-40B4-BE49-F238E27FC236}">
                <a16:creationId xmlns:a16="http://schemas.microsoft.com/office/drawing/2014/main" id="{9C914759-83B1-4DA9-B1B3-9DBD0CB3AE44}"/>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657079"/>
                </a:solidFill>
                <a:latin typeface="Apple SD Gothic Neo"/>
                <a:ea typeface="Apple SD Gothic Neo"/>
                <a:cs typeface="Apple SD Gothic Neo"/>
              </a:defRPr>
            </a:pPr>
            <a:r>
              <a:rPr sz="1500" b="0">
                <a:solidFill>
                  <a:srgbClr val="657079"/>
                </a:solidFill>
                <a:latin typeface="Apple SD Gothic Neo"/>
                <a:ea typeface="Apple SD Gothic Neo"/>
                <a:cs typeface="Apple SD Gothic Neo"/>
              </a:rPr>
              <a:t>3</a:t>
            </a:r>
          </a:p>
        </p:txBody>
      </p:sp>
      <p:sp>
        <p:nvSpPr>
          <p:cNvPr id="1000" name="necessity-v7-frame-0">
            <a:extLst xmlns:a="http://schemas.openxmlformats.org/drawingml/2006/main">
              <a:ext uri="{FF2B5EF4-FFF2-40B4-BE49-F238E27FC236}">
                <a16:creationId xmlns:a16="http://schemas.microsoft.com/office/drawing/2014/main" id="{FC0BF294-337D-464D-BEF8-3C5A69E2A1A4}"/>
              </a:ext>
            </a:extLst>
          </p:cNvPr>
          <p:cNvSpPr>
            <a:spLocks xmlns:a="http://schemas.openxmlformats.org/drawingml/2006/main" noGrp="1"/>
          </p:cNvSpPr>
          <p:nvPr/>
        </p:nvSpPr>
        <p:spPr>
          <a:xfrm xmlns:a="http://schemas.openxmlformats.org/drawingml/2006/main">
            <a:off x="228600"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1" name="necessity-v7-tab-0">
            <a:extLst xmlns:a="http://schemas.openxmlformats.org/drawingml/2006/main">
              <a:ext uri="{FF2B5EF4-FFF2-40B4-BE49-F238E27FC236}">
                <a16:creationId xmlns:a16="http://schemas.microsoft.com/office/drawing/2014/main" id="{4B263459-A8F1-4334-9264-5701B92C7787}"/>
              </a:ext>
            </a:extLst>
          </p:cNvPr>
          <p:cNvSpPr>
            <a:spLocks xmlns:a="http://schemas.openxmlformats.org/drawingml/2006/main" noGrp="1"/>
          </p:cNvSpPr>
          <p:nvPr/>
        </p:nvSpPr>
        <p:spPr>
          <a:xfrm xmlns:a="http://schemas.openxmlformats.org/drawingml/2006/main">
            <a:off x="571500"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2" name="necessity-v7-tab-text-0">
            <a:extLst xmlns:a="http://schemas.openxmlformats.org/drawingml/2006/main">
              <a:ext uri="{FF2B5EF4-FFF2-40B4-BE49-F238E27FC236}">
                <a16:creationId xmlns:a16="http://schemas.microsoft.com/office/drawing/2014/main" id="{4C5A6A7E-3374-41E9-B387-7A6C40FE85F9}"/>
              </a:ext>
            </a:extLst>
          </p:cNvPr>
          <p:cNvSpPr>
            <a:spLocks xmlns:a="http://schemas.openxmlformats.org/drawingml/2006/main" noGrp="1"/>
          </p:cNvSpPr>
          <p:nvPr/>
        </p:nvSpPr>
        <p:spPr>
          <a:xfrm xmlns:a="http://schemas.openxmlformats.org/drawingml/2006/main">
            <a:off x="671512"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00" b="1">
                <a:solidFill>
                  <a:srgbClr val="FFFFFF"/>
                </a:solidFill>
                <a:latin typeface="Apple SD Gothic Neo"/>
                <a:ea typeface="Apple SD Gothic Neo"/>
                <a:cs typeface="Apple SD Gothic Neo"/>
              </a:defRPr>
            </a:pPr>
            <a:r>
              <a:rPr sz="2500" b="1">
                <a:solidFill>
                  <a:srgbClr val="FFFFFF"/>
                </a:solidFill>
                <a:latin typeface="Apple SD Gothic Neo"/>
                <a:ea typeface="Apple SD Gothic Neo"/>
                <a:cs typeface="Apple SD Gothic Neo"/>
              </a:rPr>
              <a:t>의도에 맞는 정확한 처리 필요</a:t>
            </a:r>
          </a:p>
        </p:txBody>
      </p:sp>
      <p:sp>
        <p:nvSpPr>
          <p:cNvPr id="1003" name="necessity-v7-frame-1">
            <a:extLst xmlns:a="http://schemas.openxmlformats.org/drawingml/2006/main">
              <a:ext uri="{FF2B5EF4-FFF2-40B4-BE49-F238E27FC236}">
                <a16:creationId xmlns:a16="http://schemas.microsoft.com/office/drawing/2014/main" id="{CA8FCD03-0459-4702-99FE-AFA05D615BE3}"/>
              </a:ext>
            </a:extLst>
          </p:cNvPr>
          <p:cNvSpPr>
            <a:spLocks xmlns:a="http://schemas.openxmlformats.org/drawingml/2006/main" noGrp="1"/>
          </p:cNvSpPr>
          <p:nvPr/>
        </p:nvSpPr>
        <p:spPr>
          <a:xfrm xmlns:a="http://schemas.openxmlformats.org/drawingml/2006/main">
            <a:off x="6257925"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4" name="necessity-v7-tab-1">
            <a:extLst xmlns:a="http://schemas.openxmlformats.org/drawingml/2006/main">
              <a:ext uri="{FF2B5EF4-FFF2-40B4-BE49-F238E27FC236}">
                <a16:creationId xmlns:a16="http://schemas.microsoft.com/office/drawing/2014/main" id="{1F248CD0-8EC7-40AD-9F5F-765FAF558C5E}"/>
              </a:ext>
            </a:extLst>
          </p:cNvPr>
          <p:cNvSpPr>
            <a:spLocks xmlns:a="http://schemas.openxmlformats.org/drawingml/2006/main" noGrp="1"/>
          </p:cNvSpPr>
          <p:nvPr/>
        </p:nvSpPr>
        <p:spPr>
          <a:xfrm xmlns:a="http://schemas.openxmlformats.org/drawingml/2006/main">
            <a:off x="6600825"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5" name="necessity-v7-tab-text-1">
            <a:extLst xmlns:a="http://schemas.openxmlformats.org/drawingml/2006/main">
              <a:ext uri="{FF2B5EF4-FFF2-40B4-BE49-F238E27FC236}">
                <a16:creationId xmlns:a16="http://schemas.microsoft.com/office/drawing/2014/main" id="{1D67BE0D-62F9-4102-B79D-3327770347B0}"/>
              </a:ext>
            </a:extLst>
          </p:cNvPr>
          <p:cNvSpPr>
            <a:spLocks xmlns:a="http://schemas.openxmlformats.org/drawingml/2006/main" noGrp="1"/>
          </p:cNvSpPr>
          <p:nvPr/>
        </p:nvSpPr>
        <p:spPr>
          <a:xfrm xmlns:a="http://schemas.openxmlformats.org/drawingml/2006/main">
            <a:off x="6700838"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00" b="1">
                <a:solidFill>
                  <a:srgbClr val="FFFFFF"/>
                </a:solidFill>
                <a:latin typeface="Apple SD Gothic Neo"/>
                <a:ea typeface="Apple SD Gothic Neo"/>
                <a:cs typeface="Apple SD Gothic Neo"/>
              </a:defRPr>
            </a:pPr>
            <a:r>
              <a:rPr sz="2500" b="1">
                <a:solidFill>
                  <a:srgbClr val="FFFFFF"/>
                </a:solidFill>
                <a:latin typeface="Apple SD Gothic Neo"/>
                <a:ea typeface="Apple SD Gothic Neo"/>
                <a:cs typeface="Apple SD Gothic Neo"/>
              </a:rPr>
              <a:t>대화를 이어가는 빠른 처리 필요</a:t>
            </a:r>
          </a:p>
        </p:txBody>
      </p:sp>
      <p:sp>
        <p:nvSpPr>
          <p:cNvPr id="1006" name="necessity-v7-frame-2">
            <a:extLst xmlns:a="http://schemas.openxmlformats.org/drawingml/2006/main">
              <a:ext uri="{FF2B5EF4-FFF2-40B4-BE49-F238E27FC236}">
                <a16:creationId xmlns:a16="http://schemas.microsoft.com/office/drawing/2014/main" id="{C76E352C-EF75-4750-A727-B51A2EFA1875}"/>
              </a:ext>
            </a:extLst>
          </p:cNvPr>
          <p:cNvSpPr>
            <a:spLocks xmlns:a="http://schemas.openxmlformats.org/drawingml/2006/main" noGrp="1"/>
          </p:cNvSpPr>
          <p:nvPr/>
        </p:nvSpPr>
        <p:spPr>
          <a:xfrm xmlns:a="http://schemas.openxmlformats.org/drawingml/2006/main">
            <a:off x="12287250"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7" name="necessity-v7-tab-2">
            <a:extLst xmlns:a="http://schemas.openxmlformats.org/drawingml/2006/main">
              <a:ext uri="{FF2B5EF4-FFF2-40B4-BE49-F238E27FC236}">
                <a16:creationId xmlns:a16="http://schemas.microsoft.com/office/drawing/2014/main" id="{AEF38FB8-D7DB-4313-B180-79337923E5FE}"/>
              </a:ext>
            </a:extLst>
          </p:cNvPr>
          <p:cNvSpPr>
            <a:spLocks xmlns:a="http://schemas.openxmlformats.org/drawingml/2006/main" noGrp="1"/>
          </p:cNvSpPr>
          <p:nvPr/>
        </p:nvSpPr>
        <p:spPr>
          <a:xfrm xmlns:a="http://schemas.openxmlformats.org/drawingml/2006/main">
            <a:off x="12630150"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8" name="necessity-v7-tab-text-2">
            <a:extLst xmlns:a="http://schemas.openxmlformats.org/drawingml/2006/main">
              <a:ext uri="{FF2B5EF4-FFF2-40B4-BE49-F238E27FC236}">
                <a16:creationId xmlns:a16="http://schemas.microsoft.com/office/drawing/2014/main" id="{D752F9E4-653F-4DD9-B4A1-EDE57608E197}"/>
              </a:ext>
            </a:extLst>
          </p:cNvPr>
          <p:cNvSpPr>
            <a:spLocks xmlns:a="http://schemas.openxmlformats.org/drawingml/2006/main" noGrp="1"/>
          </p:cNvSpPr>
          <p:nvPr/>
        </p:nvSpPr>
        <p:spPr>
          <a:xfrm xmlns:a="http://schemas.openxmlformats.org/drawingml/2006/main">
            <a:off x="12730162"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00" b="1">
                <a:solidFill>
                  <a:srgbClr val="FFFFFF"/>
                </a:solidFill>
                <a:latin typeface="Apple SD Gothic Neo"/>
                <a:ea typeface="Apple SD Gothic Neo"/>
                <a:cs typeface="Apple SD Gothic Neo"/>
              </a:defRPr>
            </a:pPr>
            <a:r>
              <a:rPr sz="2500" b="1">
                <a:solidFill>
                  <a:srgbClr val="FFFFFF"/>
                </a:solidFill>
                <a:latin typeface="Apple SD Gothic Neo"/>
                <a:ea typeface="Apple SD Gothic Neo"/>
                <a:cs typeface="Apple SD Gothic Neo"/>
              </a:rPr>
              <a:t>Agent 기술 발전에 대응 필요</a:t>
            </a:r>
          </a:p>
        </p:txBody>
      </p:sp>
      <p:sp>
        <p:nvSpPr>
          <p:cNvPr id="1009" name="necessity-v7-accuracy-heading-1">
            <a:extLst xmlns:a="http://schemas.openxmlformats.org/drawingml/2006/main">
              <a:ext uri="{FF2B5EF4-FFF2-40B4-BE49-F238E27FC236}">
                <a16:creationId xmlns:a16="http://schemas.microsoft.com/office/drawing/2014/main" id="{9E713DAB-C456-4763-A34A-637690E29ED6}"/>
              </a:ext>
            </a:extLst>
          </p:cNvPr>
          <p:cNvSpPr>
            <a:spLocks xmlns:a="http://schemas.openxmlformats.org/drawingml/2006/main" noGrp="1"/>
          </p:cNvSpPr>
          <p:nvPr/>
        </p:nvSpPr>
        <p:spPr>
          <a:xfrm xmlns:a="http://schemas.openxmlformats.org/drawingml/2006/main">
            <a:off x="414338"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400" b="1">
                <a:solidFill>
                  <a:srgbClr val="171B20"/>
                </a:solidFill>
                <a:latin typeface="Apple SD Gothic Neo"/>
                <a:ea typeface="Apple SD Gothic Neo"/>
                <a:cs typeface="Apple SD Gothic Neo"/>
              </a:defRPr>
            </a:pPr>
            <a:r>
              <a:rPr sz="2400" b="1">
                <a:solidFill>
                  <a:srgbClr val="171B20"/>
                </a:solidFill>
                <a:latin typeface="Apple SD Gothic Neo"/>
                <a:ea typeface="Apple SD Gothic Neo"/>
                <a:cs typeface="Apple SD Gothic Neo"/>
              </a:rPr>
              <a:t>짧은 요청에도 여러 판단이 필요</a:t>
            </a:r>
          </a:p>
        </p:txBody>
      </p:sp>
      <p:sp>
        <p:nvSpPr>
          <p:cNvPr id="1010" name="necessity-v7-accuracy-desc-1">
            <a:extLst xmlns:a="http://schemas.openxmlformats.org/drawingml/2006/main">
              <a:ext uri="{FF2B5EF4-FFF2-40B4-BE49-F238E27FC236}">
                <a16:creationId xmlns:a16="http://schemas.microsoft.com/office/drawing/2014/main" id="{CACDB8CC-4A3B-46D4-BAF0-79892FFAB262}"/>
              </a:ext>
            </a:extLst>
          </p:cNvPr>
          <p:cNvSpPr>
            <a:spLocks xmlns:a="http://schemas.openxmlformats.org/drawingml/2006/main" noGrp="1"/>
          </p:cNvSpPr>
          <p:nvPr/>
        </p:nvSpPr>
        <p:spPr>
          <a:xfrm xmlns:a="http://schemas.openxmlformats.org/drawingml/2006/main">
            <a:off x="671512"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00" b="0">
                <a:solidFill>
                  <a:srgbClr val="171B20"/>
                </a:solidFill>
                <a:latin typeface="Apple SD Gothic Neo"/>
                <a:ea typeface="Apple SD Gothic Neo"/>
                <a:cs typeface="Apple SD Gothic Neo"/>
              </a:defRPr>
            </a:pPr>
            <a:r>
              <a:rPr sz="2000" b="0">
                <a:solidFill>
                  <a:srgbClr val="171B20"/>
                </a:solidFill>
                <a:latin typeface="Apple SD Gothic Neo"/>
                <a:ea typeface="Apple SD Gothic Neo"/>
                <a:cs typeface="Apple SD Gothic Neo"/>
              </a:rPr>
              <a:t>화면과 대화, 진행 중인 Task를
함께 해석</a:t>
            </a:r>
          </a:p>
        </p:txBody>
      </p:sp>
      <p:sp>
        <p:nvSpPr>
          <p:cNvPr id="1011" name="necessity-v7-screen-label">
            <a:extLst xmlns:a="http://schemas.openxmlformats.org/drawingml/2006/main">
              <a:ext uri="{FF2B5EF4-FFF2-40B4-BE49-F238E27FC236}">
                <a16:creationId xmlns:a16="http://schemas.microsoft.com/office/drawing/2014/main" id="{C54FFCE3-C3F0-485F-998B-C18171DE5E5D}"/>
              </a:ext>
            </a:extLst>
          </p:cNvPr>
          <p:cNvSpPr>
            <a:spLocks xmlns:a="http://schemas.openxmlformats.org/drawingml/2006/main" noGrp="1"/>
          </p:cNvSpPr>
          <p:nvPr/>
        </p:nvSpPr>
        <p:spPr>
          <a:xfrm xmlns:a="http://schemas.openxmlformats.org/drawingml/2006/main">
            <a:off x="671512" y="3986212"/>
            <a:ext cx="1585912" cy="328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화면</a:t>
            </a:r>
          </a:p>
        </p:txBody>
      </p:sp>
      <p:sp>
        <p:nvSpPr>
          <p:cNvPr id="1012" name="necessity-v7-conversation-label">
            <a:extLst xmlns:a="http://schemas.openxmlformats.org/drawingml/2006/main">
              <a:ext uri="{FF2B5EF4-FFF2-40B4-BE49-F238E27FC236}">
                <a16:creationId xmlns:a16="http://schemas.microsoft.com/office/drawing/2014/main" id="{8F5F3459-D000-4948-BA5E-F757331030D6}"/>
              </a:ext>
            </a:extLst>
          </p:cNvPr>
          <p:cNvSpPr>
            <a:spLocks xmlns:a="http://schemas.openxmlformats.org/drawingml/2006/main" noGrp="1"/>
          </p:cNvSpPr>
          <p:nvPr/>
        </p:nvSpPr>
        <p:spPr>
          <a:xfrm xmlns:a="http://schemas.openxmlformats.org/drawingml/2006/main">
            <a:off x="2586038" y="3986212"/>
            <a:ext cx="3100388" cy="328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Conversation</a:t>
            </a:r>
          </a:p>
        </p:txBody>
      </p:sp>
      <p:sp>
        <p:nvSpPr>
          <p:cNvPr id="1013" name="necessity-v7-screen-evidence">
            <a:extLst xmlns:a="http://schemas.openxmlformats.org/drawingml/2006/main">
              <a:ext uri="{FF2B5EF4-FFF2-40B4-BE49-F238E27FC236}">
                <a16:creationId xmlns:a16="http://schemas.microsoft.com/office/drawing/2014/main" id="{D99F6DFA-22F4-4AFF-92A1-37E833ACCFA1}"/>
              </a:ext>
            </a:extLst>
          </p:cNvPr>
          <p:cNvSpPr>
            <a:spLocks xmlns:a="http://schemas.openxmlformats.org/drawingml/2006/main" noGrp="1"/>
          </p:cNvSpPr>
          <p:nvPr/>
        </p:nvSpPr>
        <p:spPr>
          <a:xfrm xmlns:a="http://schemas.openxmlformats.org/drawingml/2006/main">
            <a:off x="671512" y="4386262"/>
            <a:ext cx="1614488" cy="1042988"/>
          </a:xfrm>
          <a:prstGeom xmlns:a="http://schemas.openxmlformats.org/drawingml/2006/main" prst="roundRect">
            <a:avLst>
              <a:gd name="adj" fmla="val 4110"/>
            </a:avLst>
          </a:prstGeom>
          <a:solidFill xmlns:a="http://schemas.openxmlformats.org/drawingml/2006/main">
            <a:srgbClr val="FFFFFF"/>
          </a:solidFill>
          <a:ln xmlns:a="http://schemas.openxmlformats.org/drawingml/2006/main" w="14288">
            <a:solidFill>
              <a:srgbClr val="AEBBC8"/>
            </a:solidFill>
            <a:prstDash val="solid"/>
          </a:ln>
        </p:spPr>
      </p:sp>
      <p:sp>
        <p:nvSpPr>
          <p:cNvPr id="1014" name="necessity-v7-screen-titlebar">
            <a:extLst xmlns:a="http://schemas.openxmlformats.org/drawingml/2006/main">
              <a:ext uri="{FF2B5EF4-FFF2-40B4-BE49-F238E27FC236}">
                <a16:creationId xmlns:a16="http://schemas.microsoft.com/office/drawing/2014/main" id="{7A2CAE18-E637-4F15-9005-74083D50E503}"/>
              </a:ext>
            </a:extLst>
          </p:cNvPr>
          <p:cNvSpPr>
            <a:spLocks xmlns:a="http://schemas.openxmlformats.org/drawingml/2006/main" noGrp="1"/>
          </p:cNvSpPr>
          <p:nvPr/>
        </p:nvSpPr>
        <p:spPr>
          <a:xfrm xmlns:a="http://schemas.openxmlformats.org/drawingml/2006/main">
            <a:off x="671512" y="4386262"/>
            <a:ext cx="1614488" cy="17145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015" name="necessity-v7-table-grid-h-1">
            <a:extLst xmlns:a="http://schemas.openxmlformats.org/drawingml/2006/main">
              <a:ext uri="{FF2B5EF4-FFF2-40B4-BE49-F238E27FC236}">
                <a16:creationId xmlns:a16="http://schemas.microsoft.com/office/drawing/2014/main" id="{CDDE4B5A-0F83-4199-A022-CC8981034A16}"/>
              </a:ext>
            </a:extLst>
          </p:cNvPr>
          <p:cNvSpPr>
            <a:spLocks xmlns:a="http://schemas.openxmlformats.org/drawingml/2006/main" noGrp="1"/>
          </p:cNvSpPr>
          <p:nvPr/>
        </p:nvSpPr>
        <p:spPr>
          <a:xfrm xmlns:a="http://schemas.openxmlformats.org/drawingml/2006/main">
            <a:off x="814388" y="4714875"/>
            <a:ext cx="1328738" cy="0"/>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6" name="necessity-v7-table-grid-h-2">
            <a:extLst xmlns:a="http://schemas.openxmlformats.org/drawingml/2006/main">
              <a:ext uri="{FF2B5EF4-FFF2-40B4-BE49-F238E27FC236}">
                <a16:creationId xmlns:a16="http://schemas.microsoft.com/office/drawing/2014/main" id="{59D72349-605F-4F77-8107-82381B576ACF}"/>
              </a:ext>
            </a:extLst>
          </p:cNvPr>
          <p:cNvSpPr>
            <a:spLocks xmlns:a="http://schemas.openxmlformats.org/drawingml/2006/main" noGrp="1"/>
          </p:cNvSpPr>
          <p:nvPr/>
        </p:nvSpPr>
        <p:spPr>
          <a:xfrm xmlns:a="http://schemas.openxmlformats.org/drawingml/2006/main">
            <a:off x="814388" y="4914900"/>
            <a:ext cx="1328738" cy="0"/>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7" name="necessity-v7-table-grid-v">
            <a:extLst xmlns:a="http://schemas.openxmlformats.org/drawingml/2006/main">
              <a:ext uri="{FF2B5EF4-FFF2-40B4-BE49-F238E27FC236}">
                <a16:creationId xmlns:a16="http://schemas.microsoft.com/office/drawing/2014/main" id="{B52831AA-93C9-4656-9FBB-8819C79D7D33}"/>
              </a:ext>
            </a:extLst>
          </p:cNvPr>
          <p:cNvSpPr>
            <a:spLocks xmlns:a="http://schemas.openxmlformats.org/drawingml/2006/main" noGrp="1"/>
          </p:cNvSpPr>
          <p:nvPr/>
        </p:nvSpPr>
        <p:spPr>
          <a:xfrm xmlns:a="http://schemas.openxmlformats.org/drawingml/2006/main">
            <a:off x="1371600" y="4600575"/>
            <a:ext cx="0" cy="700088"/>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8" name="necessity-v7-selected-table">
            <a:extLst xmlns:a="http://schemas.openxmlformats.org/drawingml/2006/main">
              <a:ext uri="{FF2B5EF4-FFF2-40B4-BE49-F238E27FC236}">
                <a16:creationId xmlns:a16="http://schemas.microsoft.com/office/drawing/2014/main" id="{D7AF5EA7-B61E-4CF9-B90C-90FEDA65C511}"/>
              </a:ext>
            </a:extLst>
          </p:cNvPr>
          <p:cNvSpPr>
            <a:spLocks xmlns:a="http://schemas.openxmlformats.org/drawingml/2006/main" noGrp="1"/>
          </p:cNvSpPr>
          <p:nvPr/>
        </p:nvSpPr>
        <p:spPr>
          <a:xfrm xmlns:a="http://schemas.openxmlformats.org/drawingml/2006/main">
            <a:off x="785812" y="4943475"/>
            <a:ext cx="1385888" cy="371475"/>
          </a:xfrm>
          <a:prstGeom xmlns:a="http://schemas.openxmlformats.org/drawingml/2006/main" prst="rect">
            <a:avLst/>
          </a:prstGeom>
          <a:solidFill xmlns:a="http://schemas.openxmlformats.org/drawingml/2006/main">
            <a:srgbClr val="E7F3F8"/>
          </a:solidFill>
          <a:ln xmlns:a="http://schemas.openxmlformats.org/drawingml/2006/main" w="20002">
            <a:solidFill>
              <a:srgbClr val="218FAF"/>
            </a:solidFill>
            <a:prstDash val="solid"/>
          </a:ln>
        </p:spPr>
      </p:sp>
      <p:sp>
        <p:nvSpPr>
          <p:cNvPr id="1019" name="necessity-v7-selected-table-label">
            <a:extLst xmlns:a="http://schemas.openxmlformats.org/drawingml/2006/main">
              <a:ext uri="{FF2B5EF4-FFF2-40B4-BE49-F238E27FC236}">
                <a16:creationId xmlns:a16="http://schemas.microsoft.com/office/drawing/2014/main" id="{50A02D1A-6A2D-49F5-86D5-F7D1F564219A}"/>
              </a:ext>
            </a:extLst>
          </p:cNvPr>
          <p:cNvSpPr>
            <a:spLocks xmlns:a="http://schemas.openxmlformats.org/drawingml/2006/main" noGrp="1"/>
          </p:cNvSpPr>
          <p:nvPr/>
        </p:nvSpPr>
        <p:spPr>
          <a:xfrm xmlns:a="http://schemas.openxmlformats.org/drawingml/2006/main">
            <a:off x="814388" y="4957762"/>
            <a:ext cx="1328738"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218FAF"/>
                </a:solidFill>
                <a:latin typeface="Apple SD Gothic Neo"/>
                <a:ea typeface="Apple SD Gothic Neo"/>
                <a:cs typeface="Apple SD Gothic Neo"/>
              </a:defRPr>
            </a:pPr>
            <a:r>
              <a:rPr sz="1700" b="1">
                <a:solidFill>
                  <a:srgbClr val="218FAF"/>
                </a:solidFill>
                <a:latin typeface="Apple SD Gothic Neo"/>
                <a:ea typeface="Apple SD Gothic Neo"/>
                <a:cs typeface="Apple SD Gothic Neo"/>
              </a:rPr>
              <a:t>선택한 표</a:t>
            </a:r>
          </a:p>
        </p:txBody>
      </p:sp>
      <p:sp>
        <p:nvSpPr>
          <p:cNvPr id="1020" name="necessity-v7-previous-request">
            <a:extLst xmlns:a="http://schemas.openxmlformats.org/drawingml/2006/main">
              <a:ext uri="{FF2B5EF4-FFF2-40B4-BE49-F238E27FC236}">
                <a16:creationId xmlns:a16="http://schemas.microsoft.com/office/drawing/2014/main" id="{436931CA-1B56-4A73-B7C5-944C45C14686}"/>
              </a:ext>
            </a:extLst>
          </p:cNvPr>
          <p:cNvSpPr>
            <a:spLocks xmlns:a="http://schemas.openxmlformats.org/drawingml/2006/main" noGrp="1"/>
          </p:cNvSpPr>
          <p:nvPr/>
        </p:nvSpPr>
        <p:spPr>
          <a:xfrm xmlns:a="http://schemas.openxmlformats.org/drawingml/2006/main">
            <a:off x="2586038" y="4386262"/>
            <a:ext cx="3100388"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171B20"/>
                </a:solidFill>
                <a:latin typeface="Apple SD Gothic Neo"/>
                <a:ea typeface="Apple SD Gothic Neo"/>
                <a:cs typeface="Apple SD Gothic Neo"/>
              </a:defRPr>
            </a:pPr>
            <a:r>
              <a:rPr sz="2000" b="0">
                <a:solidFill>
                  <a:srgbClr val="171B20"/>
                </a:solidFill>
                <a:latin typeface="Apple SD Gothic Neo"/>
                <a:ea typeface="Apple SD Gothic Neo"/>
                <a:cs typeface="Apple SD Gothic Neo"/>
              </a:rPr>
              <a:t>“보고서는 PDF로,</a:t>
            </a:r>
          </a:p>
          <a:p xmlns:a="http://schemas.openxmlformats.org/drawingml/2006/main">
            <a:pPr algn="l">
              <a:defRPr sz="2000" b="0">
                <a:solidFill>
                  <a:srgbClr val="171B20"/>
                </a:solidFill>
                <a:latin typeface="Apple SD Gothic Neo"/>
                <a:ea typeface="Apple SD Gothic Neo"/>
                <a:cs typeface="Apple SD Gothic Neo"/>
              </a:defRPr>
            </a:pPr>
            <a:r>
              <a:rPr sz="2000" b="0">
                <a:solidFill>
                  <a:srgbClr val="171B20"/>
                </a:solidFill>
                <a:latin typeface="Apple SD Gothic Neo"/>
                <a:ea typeface="Apple SD Gothic Neo"/>
                <a:cs typeface="Apple SD Gothic Neo"/>
              </a:rPr>
              <a:t>메일은 결론으로 초안만”</a:t>
            </a:r>
          </a:p>
        </p:txBody>
      </p:sp>
      <p:sp>
        <p:nvSpPr>
          <p:cNvPr id="1021" name="necessity-v7-correction">
            <a:extLst xmlns:a="http://schemas.openxmlformats.org/drawingml/2006/main">
              <a:ext uri="{FF2B5EF4-FFF2-40B4-BE49-F238E27FC236}">
                <a16:creationId xmlns:a16="http://schemas.microsoft.com/office/drawing/2014/main" id="{8E3342E3-2074-4F1A-BD01-FED042991145}"/>
              </a:ext>
            </a:extLst>
          </p:cNvPr>
          <p:cNvSpPr>
            <a:spLocks xmlns:a="http://schemas.openxmlformats.org/drawingml/2006/main" noGrp="1"/>
          </p:cNvSpPr>
          <p:nvPr/>
        </p:nvSpPr>
        <p:spPr>
          <a:xfrm xmlns:a="http://schemas.openxmlformats.org/drawingml/2006/main">
            <a:off x="1000125" y="5572125"/>
            <a:ext cx="4600575" cy="4714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218FAF"/>
                </a:solidFill>
                <a:latin typeface="Apple SD Gothic Neo"/>
                <a:ea typeface="Apple SD Gothic Neo"/>
                <a:cs typeface="Apple SD Gothic Neo"/>
              </a:defRPr>
            </a:pPr>
            <a:r>
              <a:rPr sz="2300" b="1">
                <a:solidFill>
                  <a:srgbClr val="218FAF"/>
                </a:solidFill>
                <a:latin typeface="Apple SD Gothic Neo"/>
                <a:ea typeface="Apple SD Gothic Neo"/>
                <a:cs typeface="Apple SD Gothic Neo"/>
              </a:rPr>
              <a:t>“메일에는 이 표를 넣어줘”</a:t>
            </a:r>
          </a:p>
        </p:txBody>
      </p:sp>
      <p:cxnSp>
        <p:nvCxnSpPr>
          <p:cNvPr id="1022" name=""/>
          <p:cNvCxnSpPr>
            <a:stCxn xmlns:a="http://schemas.openxmlformats.org/drawingml/2006/main" id="1013" idx="2"/>
            <a:endCxn xmlns:a="http://schemas.openxmlformats.org/drawingml/2006/main" id="1021" idx="1"/>
          </p:cNvCxnSpPr>
          <p:nvPr/>
        </p:nvCxnSpPr>
        <p:spPr>
          <a:xfrm xmlns:a="http://schemas.openxmlformats.org/drawingml/2006/main" flipH="1">
            <a:off x="1000125" y="5429250"/>
            <a:ext cx="478632" cy="378620"/>
          </a:xfrm>
          <a:prstGeom xmlns:a="http://schemas.openxmlformats.org/drawingml/2006/main" prst="straightConnector1">
            <a:avLst/>
          </a:prstGeom>
          <a:ln xmlns:a="http://schemas.openxmlformats.org/drawingml/2006/main" w="20002">
            <a:solidFill>
              <a:srgbClr val="218FAF"/>
            </a:solidFill>
            <a:prstDash val="dash"/>
          </a:ln>
        </p:spPr>
      </p:cxnSp>
      <p:sp>
        <p:nvSpPr>
          <p:cNvPr id="1023" name="necessity-v7-accuracy-heading-2">
            <a:extLst xmlns:a="http://schemas.openxmlformats.org/drawingml/2006/main">
              <a:ext uri="{FF2B5EF4-FFF2-40B4-BE49-F238E27FC236}">
                <a16:creationId xmlns:a16="http://schemas.microsoft.com/office/drawing/2014/main" id="{0E48B659-6E5E-4F2A-A3FE-E16D36A1716E}"/>
              </a:ext>
            </a:extLst>
          </p:cNvPr>
          <p:cNvSpPr>
            <a:spLocks xmlns:a="http://schemas.openxmlformats.org/drawingml/2006/main" noGrp="1"/>
          </p:cNvSpPr>
          <p:nvPr/>
        </p:nvSpPr>
        <p:spPr>
          <a:xfrm xmlns:a="http://schemas.openxmlformats.org/drawingml/2006/main">
            <a:off x="414338" y="6343650"/>
            <a:ext cx="534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400" b="1">
                <a:solidFill>
                  <a:srgbClr val="171B20"/>
                </a:solidFill>
                <a:latin typeface="Apple SD Gothic Neo"/>
                <a:ea typeface="Apple SD Gothic Neo"/>
                <a:cs typeface="Apple SD Gothic Neo"/>
              </a:defRPr>
            </a:pPr>
            <a:r>
              <a:rPr sz="2400" b="1">
                <a:solidFill>
                  <a:srgbClr val="171B20"/>
                </a:solidFill>
                <a:latin typeface="Apple SD Gothic Neo"/>
                <a:ea typeface="Apple SD Gothic Neo"/>
                <a:cs typeface="Apple SD Gothic Neo"/>
              </a:rPr>
              <a:t>정정 범위와 기존 조건을 함께 반영</a:t>
            </a:r>
          </a:p>
        </p:txBody>
      </p:sp>
      <p:sp>
        <p:nvSpPr>
          <p:cNvPr id="1024" name="necessity-v7-accuracy-desc-2">
            <a:extLst xmlns:a="http://schemas.openxmlformats.org/drawingml/2006/main">
              <a:ext uri="{FF2B5EF4-FFF2-40B4-BE49-F238E27FC236}">
                <a16:creationId xmlns:a16="http://schemas.microsoft.com/office/drawing/2014/main" id="{ED584EFD-21CE-40DD-8129-A8A928B17989}"/>
              </a:ext>
            </a:extLst>
          </p:cNvPr>
          <p:cNvSpPr>
            <a:spLocks xmlns:a="http://schemas.openxmlformats.org/drawingml/2006/main" noGrp="1"/>
          </p:cNvSpPr>
          <p:nvPr/>
        </p:nvSpPr>
        <p:spPr>
          <a:xfrm xmlns:a="http://schemas.openxmlformats.org/drawingml/2006/main">
            <a:off x="671512" y="6929438"/>
            <a:ext cx="5000625" cy="3857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00" b="0">
                <a:solidFill>
                  <a:srgbClr val="171B20"/>
                </a:solidFill>
                <a:latin typeface="Apple SD Gothic Neo"/>
                <a:ea typeface="Apple SD Gothic Neo"/>
                <a:cs typeface="Apple SD Gothic Neo"/>
              </a:defRPr>
            </a:pPr>
            <a:r>
              <a:rPr sz="2000" b="0">
                <a:solidFill>
                  <a:srgbClr val="171B20"/>
                </a:solidFill>
                <a:latin typeface="Apple SD Gothic Neo"/>
                <a:ea typeface="Apple SD Gothic Neo"/>
                <a:cs typeface="Apple SD Gothic Neo"/>
              </a:rPr>
              <a:t>메일 내용은 바꾸고 다른 조건은 보존</a:t>
            </a:r>
          </a:p>
        </p:txBody>
      </p:sp>
      <p:graphicFrame>
        <p:nvGraphicFramePr>
          <p:cNvPr id="1025" name=""/>
          <p:cNvGraphicFramePr/>
          <p:nvPr/>
        </p:nvGraphicFramePr>
        <p:xfrm>
          <a:off xmlns:a="http://schemas.openxmlformats.org/drawingml/2006/main" x="628650" y="7400925"/>
          <a:ext xmlns:a="http://schemas.openxmlformats.org/drawingml/2006/main" cx="5000625" cy="1571625"/>
        </p:xfrm>
        <a:graphic xmlns:a="http://schemas.openxmlformats.org/drawingml/2006/main">
          <a:graphicData uri="http://schemas.openxmlformats.org/drawingml/2006/table">
            <a:tbl>
              <a:tblPr firstRow="0" firstCol="0" bandRow="0" bandCol="0"/>
              <a:tblGrid>
                <a:gridCol w="1571625"/>
                <a:gridCol w="1714500"/>
                <a:gridCol w="1714500"/>
              </a:tblGrid>
              <a:tr h="392907">
                <a:tc>
                  <a:txBody>
                    <a:bodyPr lIns="42862" tIns="28575" rIns="42862" bIns="28575">
                      <a:noAutofit/>
                    </a:bodyPr>
                    <a:lstStyle/>
                    <a:p>
                      <a:pPr algn="ctr"/>
                      <a:r>
                        <a:rPr sz="1900" b="1">
                          <a:solidFill>
                            <a:srgbClr val="171B20"/>
                          </a:solidFill>
                          <a:latin typeface="Apple SD Gothic Neo"/>
                          <a:ea typeface="Apple SD Gothic Neo"/>
                          <a:cs typeface="Apple SD Gothic Neo"/>
                        </a:rPr>
                        <a:t>항목</a:t>
                      </a:r>
                    </a:p>
                  </a:txBody>
                  <a:tcPr marL="42862" marR="42862" marT="28575" marB="28575" anchor="ctr">
                    <a:solidFill>
                      <a:srgbClr val="F2F4F6"/>
                    </a:solidFill>
                  </a:tcPr>
                </a:tc>
                <a:tc>
                  <a:txBody>
                    <a:bodyPr lIns="42862" tIns="28575" rIns="42862" bIns="28575">
                      <a:noAutofit/>
                    </a:bodyPr>
                    <a:lstStyle/>
                    <a:p>
                      <a:pPr algn="ctr"/>
                      <a:r>
                        <a:rPr sz="1900" b="1">
                          <a:solidFill>
                            <a:srgbClr val="171B20"/>
                          </a:solidFill>
                          <a:latin typeface="Apple SD Gothic Neo"/>
                          <a:ea typeface="Apple SD Gothic Neo"/>
                          <a:cs typeface="Apple SD Gothic Neo"/>
                        </a:rPr>
                        <a:t>정정 전</a:t>
                      </a:r>
                    </a:p>
                  </a:txBody>
                  <a:tcPr marL="42862" marR="42862" marT="28575" marB="28575" anchor="ctr">
                    <a:solidFill>
                      <a:srgbClr val="F2F4F6"/>
                    </a:solidFill>
                  </a:tcPr>
                </a:tc>
                <a:tc>
                  <a:txBody>
                    <a:bodyPr lIns="42862" tIns="28575" rIns="42862" bIns="28575">
                      <a:noAutofit/>
                    </a:bodyPr>
                    <a:lstStyle/>
                    <a:p>
                      <a:pPr algn="ctr"/>
                      <a:r>
                        <a:rPr sz="1900" b="1">
                          <a:solidFill>
                            <a:srgbClr val="171B20"/>
                          </a:solidFill>
                          <a:latin typeface="Apple SD Gothic Neo"/>
                          <a:ea typeface="Apple SD Gothic Neo"/>
                          <a:cs typeface="Apple SD Gothic Neo"/>
                        </a:rPr>
                        <a:t>정정 후</a:t>
                      </a:r>
                    </a:p>
                  </a:txBody>
                  <a:tcPr marL="42862" marR="42862" marT="28575" marB="28575" anchor="ctr">
                    <a:solidFill>
                      <a:srgbClr val="F2F4F6"/>
                    </a:solidFill>
                  </a:tcPr>
                </a:tc>
              </a:tr>
              <a:tr h="392907">
                <a:tc>
                  <a:txBody>
                    <a:bodyPr lIns="42862" tIns="28575" rIns="42862" bIns="28575">
                      <a:noAutofit/>
                    </a:bodyPr>
                    <a:lstStyle/>
                    <a:p>
                      <a:pPr algn="ctr"/>
                      <a:r>
                        <a:rPr sz="1900" b="0">
                          <a:solidFill>
                            <a:srgbClr val="171B20"/>
                          </a:solidFill>
                          <a:latin typeface="Apple SD Gothic Neo"/>
                          <a:ea typeface="Apple SD Gothic Neo"/>
                          <a:cs typeface="Apple SD Gothic Neo"/>
                        </a:rPr>
                        <a:t>메일 내용</a:t>
                      </a:r>
                    </a:p>
                  </a:txBody>
                  <a:tcPr marL="42862" marR="42862" marT="28575" marB="28575" anchor="ctr">
                    <a:solidFill>
                      <a:srgbClr val="FFFFFF"/>
                    </a:solidFill>
                  </a:tcPr>
                </a:tc>
                <a:tc>
                  <a:txBody>
                    <a:bodyPr lIns="42862" tIns="28575" rIns="42862" bIns="28575">
                      <a:noAutofit/>
                    </a:bodyPr>
                    <a:lstStyle/>
                    <a:p>
                      <a:pPr algn="ctr"/>
                      <a:r>
                        <a:rPr sz="1900" b="0">
                          <a:solidFill>
                            <a:srgbClr val="171B20"/>
                          </a:solidFill>
                          <a:latin typeface="Apple SD Gothic Neo"/>
                          <a:ea typeface="Apple SD Gothic Neo"/>
                          <a:cs typeface="Apple SD Gothic Neo"/>
                        </a:rPr>
                        <a:t>보고서 결론</a:t>
                      </a:r>
                    </a:p>
                  </a:txBody>
                  <a:tcPr marL="42862" marR="42862" marT="28575" marB="28575" anchor="ctr">
                    <a:solidFill>
                      <a:srgbClr val="FFFFFF"/>
                    </a:solidFill>
                  </a:tcPr>
                </a:tc>
                <a:tc>
                  <a:txBody>
                    <a:bodyPr lIns="42862" tIns="28575" rIns="42862" bIns="28575">
                      <a:noAutofit/>
                    </a:bodyPr>
                    <a:lstStyle/>
                    <a:p>
                      <a:pPr algn="ctr"/>
                      <a:r>
                        <a:rPr sz="1900" b="1">
                          <a:solidFill>
                            <a:srgbClr val="218FAF"/>
                          </a:solidFill>
                          <a:latin typeface="Apple SD Gothic Neo"/>
                          <a:ea typeface="Apple SD Gothic Neo"/>
                          <a:cs typeface="Apple SD Gothic Neo"/>
                        </a:rPr>
                        <a:t>선택한 표</a:t>
                      </a:r>
                    </a:p>
                  </a:txBody>
                  <a:tcPr marL="42862" marR="42862" marT="28575" marB="28575" anchor="ctr">
                    <a:solidFill>
                      <a:srgbClr val="E7F3F8"/>
                    </a:solidFill>
                  </a:tcPr>
                </a:tc>
              </a:tr>
              <a:tr h="392907">
                <a:tc>
                  <a:txBody>
                    <a:bodyPr lIns="42862" tIns="28575" rIns="42862" bIns="28575">
                      <a:noAutofit/>
                    </a:bodyPr>
                    <a:lstStyle/>
                    <a:p>
                      <a:pPr algn="ctr"/>
                      <a:r>
                        <a:rPr sz="1900" b="0">
                          <a:solidFill>
                            <a:srgbClr val="171B20"/>
                          </a:solidFill>
                          <a:latin typeface="Apple SD Gothic Neo"/>
                          <a:ea typeface="Apple SD Gothic Neo"/>
                          <a:cs typeface="Apple SD Gothic Neo"/>
                        </a:rPr>
                        <a:t>보고서 형식</a:t>
                      </a:r>
                    </a:p>
                  </a:txBody>
                  <a:tcPr marL="42862" marR="42862" marT="28575" marB="28575" anchor="ctr">
                    <a:solidFill>
                      <a:srgbClr val="FFFFFF"/>
                    </a:solidFill>
                  </a:tcPr>
                </a:tc>
                <a:tc>
                  <a:txBody>
                    <a:bodyPr lIns="42862" tIns="28575" rIns="42862" bIns="28575">
                      <a:noAutofit/>
                    </a:bodyPr>
                    <a:lstStyle/>
                    <a:p>
                      <a:pPr algn="ctr"/>
                      <a:r>
                        <a:rPr sz="1900" b="0">
                          <a:solidFill>
                            <a:srgbClr val="171B20"/>
                          </a:solidFill>
                          <a:latin typeface="Apple SD Gothic Neo"/>
                          <a:ea typeface="Apple SD Gothic Neo"/>
                          <a:cs typeface="Apple SD Gothic Neo"/>
                        </a:rPr>
                        <a:t>PDF</a:t>
                      </a:r>
                    </a:p>
                  </a:txBody>
                  <a:tcPr marL="42862" marR="42862" marT="28575" marB="28575" anchor="ctr">
                    <a:solidFill>
                      <a:srgbClr val="FFFFFF"/>
                    </a:solidFill>
                  </a:tcPr>
                </a:tc>
                <a:tc>
                  <a:txBody>
                    <a:bodyPr lIns="42862" tIns="28575" rIns="42862" bIns="28575">
                      <a:noAutofit/>
                    </a:bodyPr>
                    <a:lstStyle/>
                    <a:p>
                      <a:pPr algn="ctr"/>
                      <a:r>
                        <a:rPr sz="1900" b="1">
                          <a:solidFill>
                            <a:srgbClr val="171B20"/>
                          </a:solidFill>
                          <a:latin typeface="Apple SD Gothic Neo"/>
                          <a:ea typeface="Apple SD Gothic Neo"/>
                          <a:cs typeface="Apple SD Gothic Neo"/>
                        </a:rPr>
                        <a:t>PDF 유지</a:t>
                      </a:r>
                    </a:p>
                  </a:txBody>
                  <a:tcPr marL="42862" marR="42862" marT="28575" marB="28575" anchor="ctr">
                    <a:solidFill>
                      <a:srgbClr val="EAF3E2"/>
                    </a:solidFill>
                  </a:tcPr>
                </a:tc>
              </a:tr>
              <a:tr h="392907">
                <a:tc>
                  <a:txBody>
                    <a:bodyPr lIns="42862" tIns="28575" rIns="42862" bIns="28575">
                      <a:noAutofit/>
                    </a:bodyPr>
                    <a:lstStyle/>
                    <a:p>
                      <a:pPr algn="ctr"/>
                      <a:r>
                        <a:rPr sz="1900" b="0">
                          <a:solidFill>
                            <a:srgbClr val="171B20"/>
                          </a:solidFill>
                          <a:latin typeface="Apple SD Gothic Neo"/>
                          <a:ea typeface="Apple SD Gothic Neo"/>
                          <a:cs typeface="Apple SD Gothic Neo"/>
                        </a:rPr>
                        <a:t>메일 처리</a:t>
                      </a:r>
                    </a:p>
                  </a:txBody>
                  <a:tcPr marL="42862" marR="42862" marT="28575" marB="28575" anchor="ctr">
                    <a:solidFill>
                      <a:srgbClr val="FFFFFF"/>
                    </a:solidFill>
                  </a:tcPr>
                </a:tc>
                <a:tc>
                  <a:txBody>
                    <a:bodyPr lIns="42862" tIns="28575" rIns="42862" bIns="28575">
                      <a:noAutofit/>
                    </a:bodyPr>
                    <a:lstStyle/>
                    <a:p>
                      <a:pPr algn="ctr"/>
                      <a:r>
                        <a:rPr sz="1900" b="0">
                          <a:solidFill>
                            <a:srgbClr val="171B20"/>
                          </a:solidFill>
                          <a:latin typeface="Apple SD Gothic Neo"/>
                          <a:ea typeface="Apple SD Gothic Neo"/>
                          <a:cs typeface="Apple SD Gothic Neo"/>
                        </a:rPr>
                        <a:t>초안만</a:t>
                      </a:r>
                    </a:p>
                  </a:txBody>
                  <a:tcPr marL="42862" marR="42862" marT="28575" marB="28575" anchor="ctr">
                    <a:solidFill>
                      <a:srgbClr val="FFFFFF"/>
                    </a:solidFill>
                  </a:tcPr>
                </a:tc>
                <a:tc>
                  <a:txBody>
                    <a:bodyPr lIns="42862" tIns="28575" rIns="42862" bIns="28575">
                      <a:noAutofit/>
                    </a:bodyPr>
                    <a:lstStyle/>
                    <a:p>
                      <a:pPr algn="ctr"/>
                      <a:r>
                        <a:rPr sz="1900" b="1">
                          <a:solidFill>
                            <a:srgbClr val="171B20"/>
                          </a:solidFill>
                          <a:latin typeface="Apple SD Gothic Neo"/>
                          <a:ea typeface="Apple SD Gothic Neo"/>
                          <a:cs typeface="Apple SD Gothic Neo"/>
                        </a:rPr>
                        <a:t>초안만 유지</a:t>
                      </a:r>
                    </a:p>
                  </a:txBody>
                  <a:tcPr marL="42862" marR="42862" marT="28575" marB="28575" anchor="ctr">
                    <a:solidFill>
                      <a:srgbClr val="EAF3E2"/>
                    </a:solidFill>
                  </a:tcPr>
                </a:tc>
              </a:tr>
            </a:tbl>
          </a:graphicData>
        </a:graphic>
      </p:graphicFrame>
      <p:sp>
        <p:nvSpPr>
          <p:cNvPr id="1026" name="necessity-v7-accuracy-conclusion-green">
            <a:extLst xmlns:a="http://schemas.openxmlformats.org/drawingml/2006/main">
              <a:ext uri="{FF2B5EF4-FFF2-40B4-BE49-F238E27FC236}">
                <a16:creationId xmlns:a16="http://schemas.microsoft.com/office/drawing/2014/main" id="{5EB2E91E-BED0-4C66-A5F6-676A2E8B5B09}"/>
              </a:ext>
            </a:extLst>
          </p:cNvPr>
          <p:cNvSpPr>
            <a:spLocks xmlns:a="http://schemas.openxmlformats.org/drawingml/2006/main" noGrp="1"/>
          </p:cNvSpPr>
          <p:nvPr/>
        </p:nvSpPr>
        <p:spPr>
          <a:xfrm xmlns:a="http://schemas.openxmlformats.org/drawingml/2006/main">
            <a:off x="671512"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027" name="necessity-v7-accuracy-conclusion">
            <a:extLst xmlns:a="http://schemas.openxmlformats.org/drawingml/2006/main">
              <a:ext uri="{FF2B5EF4-FFF2-40B4-BE49-F238E27FC236}">
                <a16:creationId xmlns:a16="http://schemas.microsoft.com/office/drawing/2014/main" id="{088C0EBF-D971-4D03-AED9-44BA5530AD9B}"/>
              </a:ext>
            </a:extLst>
          </p:cNvPr>
          <p:cNvSpPr>
            <a:spLocks xmlns:a="http://schemas.openxmlformats.org/drawingml/2006/main" noGrp="1"/>
          </p:cNvSpPr>
          <p:nvPr/>
        </p:nvSpPr>
        <p:spPr>
          <a:xfrm xmlns:a="http://schemas.openxmlformats.org/drawingml/2006/main">
            <a:off x="671512"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171B20"/>
                </a:solidFill>
                <a:latin typeface="Apple SD Gothic Neo"/>
                <a:ea typeface="Apple SD Gothic Neo"/>
                <a:cs typeface="Apple SD Gothic Neo"/>
              </a:defRPr>
            </a:pPr>
            <a:r>
              <a:rPr sz="2100" b="1">
                <a:solidFill>
                  <a:srgbClr val="171B20"/>
                </a:solidFill>
                <a:latin typeface="Apple SD Gothic Neo"/>
                <a:ea typeface="Apple SD Gothic Neo"/>
                <a:cs typeface="Apple SD Gothic Neo"/>
              </a:rPr>
              <a:t>바꿀 부분과 유지할 조건을 정확히 구분</a:t>
            </a:r>
          </a:p>
        </p:txBody>
      </p:sp>
      <p:sp>
        <p:nvSpPr>
          <p:cNvPr id="1028" name="necessity-v7-speed-heading-1">
            <a:extLst xmlns:a="http://schemas.openxmlformats.org/drawingml/2006/main">
              <a:ext uri="{FF2B5EF4-FFF2-40B4-BE49-F238E27FC236}">
                <a16:creationId xmlns:a16="http://schemas.microsoft.com/office/drawing/2014/main" id="{6D35BAB1-4856-4CAA-9A88-6F74073B467A}"/>
              </a:ext>
            </a:extLst>
          </p:cNvPr>
          <p:cNvSpPr>
            <a:spLocks xmlns:a="http://schemas.openxmlformats.org/drawingml/2006/main" noGrp="1"/>
          </p:cNvSpPr>
          <p:nvPr/>
        </p:nvSpPr>
        <p:spPr>
          <a:xfrm xmlns:a="http://schemas.openxmlformats.org/drawingml/2006/main">
            <a:off x="6443662"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400" b="1">
                <a:solidFill>
                  <a:srgbClr val="171B20"/>
                </a:solidFill>
                <a:latin typeface="Apple SD Gothic Neo"/>
                <a:ea typeface="Apple SD Gothic Neo"/>
                <a:cs typeface="Apple SD Gothic Neo"/>
              </a:defRPr>
            </a:pPr>
            <a:r>
              <a:rPr sz="2400" b="1">
                <a:solidFill>
                  <a:srgbClr val="171B20"/>
                </a:solidFill>
                <a:latin typeface="Apple SD Gothic Neo"/>
                <a:ea typeface="Apple SD Gothic Neo"/>
                <a:cs typeface="Apple SD Gothic Neo"/>
              </a:rPr>
              <a:t>업무 진행 중에도 대화는 계속됨</a:t>
            </a:r>
          </a:p>
        </p:txBody>
      </p:sp>
      <p:sp>
        <p:nvSpPr>
          <p:cNvPr id="1029" name="necessity-v7-speed-desc-1">
            <a:extLst xmlns:a="http://schemas.openxmlformats.org/drawingml/2006/main">
              <a:ext uri="{FF2B5EF4-FFF2-40B4-BE49-F238E27FC236}">
                <a16:creationId xmlns:a16="http://schemas.microsoft.com/office/drawing/2014/main" id="{055459E9-9284-432B-A9CD-54B755624B27}"/>
              </a:ext>
            </a:extLst>
          </p:cNvPr>
          <p:cNvSpPr>
            <a:spLocks xmlns:a="http://schemas.openxmlformats.org/drawingml/2006/main" noGrp="1"/>
          </p:cNvSpPr>
          <p:nvPr/>
        </p:nvSpPr>
        <p:spPr>
          <a:xfrm xmlns:a="http://schemas.openxmlformats.org/drawingml/2006/main">
            <a:off x="6700838"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00" b="0">
                <a:solidFill>
                  <a:srgbClr val="171B20"/>
                </a:solidFill>
                <a:latin typeface="Apple SD Gothic Neo"/>
                <a:ea typeface="Apple SD Gothic Neo"/>
                <a:cs typeface="Apple SD Gothic Neo"/>
              </a:defRPr>
            </a:pPr>
            <a:r>
              <a:rPr sz="2000" b="0">
                <a:solidFill>
                  <a:srgbClr val="171B20"/>
                </a:solidFill>
                <a:latin typeface="Apple SD Gothic Neo"/>
                <a:ea typeface="Apple SD Gothic Neo"/>
                <a:cs typeface="Apple SD Gothic Neo"/>
              </a:rPr>
              <a:t>새 발화와 Agent의 질문, 결과가
서로 다른 시점에 도착</a:t>
            </a:r>
          </a:p>
        </p:txBody>
      </p:sp>
      <p:sp>
        <p:nvSpPr>
          <p:cNvPr id="1030" name="necessity-v7-event-request">
            <a:extLst xmlns:a="http://schemas.openxmlformats.org/drawingml/2006/main">
              <a:ext uri="{FF2B5EF4-FFF2-40B4-BE49-F238E27FC236}">
                <a16:creationId xmlns:a16="http://schemas.microsoft.com/office/drawing/2014/main" id="{BAAC2C2A-D90E-422D-8364-2A927A3BB114}"/>
              </a:ext>
            </a:extLst>
          </p:cNvPr>
          <p:cNvSpPr>
            <a:spLocks xmlns:a="http://schemas.openxmlformats.org/drawingml/2006/main" noGrp="1"/>
          </p:cNvSpPr>
          <p:nvPr/>
        </p:nvSpPr>
        <p:spPr>
          <a:xfrm xmlns:a="http://schemas.openxmlformats.org/drawingml/2006/main">
            <a:off x="6972300"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업무 요청</a:t>
            </a:r>
          </a:p>
        </p:txBody>
      </p:sp>
      <p:sp>
        <p:nvSpPr>
          <p:cNvPr id="1031" name="necessity-v7-event-query">
            <a:extLst xmlns:a="http://schemas.openxmlformats.org/drawingml/2006/main">
              <a:ext uri="{FF2B5EF4-FFF2-40B4-BE49-F238E27FC236}">
                <a16:creationId xmlns:a16="http://schemas.microsoft.com/office/drawing/2014/main" id="{230E2869-D5FC-470E-BBE0-4548282E6E7D}"/>
              </a:ext>
            </a:extLst>
          </p:cNvPr>
          <p:cNvSpPr>
            <a:spLocks xmlns:a="http://schemas.openxmlformats.org/drawingml/2006/main" noGrp="1"/>
          </p:cNvSpPr>
          <p:nvPr/>
        </p:nvSpPr>
        <p:spPr>
          <a:xfrm xmlns:a="http://schemas.openxmlformats.org/drawingml/2006/main">
            <a:off x="8729662"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진행 확인</a:t>
            </a:r>
          </a:p>
        </p:txBody>
      </p:sp>
      <p:sp>
        <p:nvSpPr>
          <p:cNvPr id="1032" name="necessity-v7-event-result">
            <a:extLst xmlns:a="http://schemas.openxmlformats.org/drawingml/2006/main">
              <a:ext uri="{FF2B5EF4-FFF2-40B4-BE49-F238E27FC236}">
                <a16:creationId xmlns:a16="http://schemas.microsoft.com/office/drawing/2014/main" id="{D400CF83-3142-4E04-9A12-7799A1B6CC32}"/>
              </a:ext>
            </a:extLst>
          </p:cNvPr>
          <p:cNvSpPr>
            <a:spLocks xmlns:a="http://schemas.openxmlformats.org/drawingml/2006/main" noGrp="1"/>
          </p:cNvSpPr>
          <p:nvPr/>
        </p:nvSpPr>
        <p:spPr>
          <a:xfrm xmlns:a="http://schemas.openxmlformats.org/drawingml/2006/main">
            <a:off x="10086975"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결과 도착</a:t>
            </a:r>
          </a:p>
        </p:txBody>
      </p:sp>
      <p:sp>
        <p:nvSpPr>
          <p:cNvPr id="1033" name="necessity-v7-guide-request">
            <a:extLst xmlns:a="http://schemas.openxmlformats.org/drawingml/2006/main">
              <a:ext uri="{FF2B5EF4-FFF2-40B4-BE49-F238E27FC236}">
                <a16:creationId xmlns:a16="http://schemas.microsoft.com/office/drawing/2014/main" id="{096932ED-64FC-4B20-8C23-6B8CFC02AAC7}"/>
              </a:ext>
            </a:extLst>
          </p:cNvPr>
          <p:cNvSpPr>
            <a:spLocks xmlns:a="http://schemas.openxmlformats.org/drawingml/2006/main" noGrp="1"/>
          </p:cNvSpPr>
          <p:nvPr/>
        </p:nvSpPr>
        <p:spPr>
          <a:xfrm xmlns:a="http://schemas.openxmlformats.org/drawingml/2006/main">
            <a:off x="7558088"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4" name="necessity-v7-guide-query">
            <a:extLst xmlns:a="http://schemas.openxmlformats.org/drawingml/2006/main">
              <a:ext uri="{FF2B5EF4-FFF2-40B4-BE49-F238E27FC236}">
                <a16:creationId xmlns:a16="http://schemas.microsoft.com/office/drawing/2014/main" id="{AC895DC4-2FE8-4778-AF6D-3305B17A5DEF}"/>
              </a:ext>
            </a:extLst>
          </p:cNvPr>
          <p:cNvSpPr>
            <a:spLocks xmlns:a="http://schemas.openxmlformats.org/drawingml/2006/main" noGrp="1"/>
          </p:cNvSpPr>
          <p:nvPr/>
        </p:nvSpPr>
        <p:spPr>
          <a:xfrm xmlns:a="http://schemas.openxmlformats.org/drawingml/2006/main">
            <a:off x="9315450"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5" name="necessity-v7-guide-result">
            <a:extLst xmlns:a="http://schemas.openxmlformats.org/drawingml/2006/main">
              <a:ext uri="{FF2B5EF4-FFF2-40B4-BE49-F238E27FC236}">
                <a16:creationId xmlns:a16="http://schemas.microsoft.com/office/drawing/2014/main" id="{ED3D8580-B3FC-4BAE-9984-ABADEA18E0A1}"/>
              </a:ext>
            </a:extLst>
          </p:cNvPr>
          <p:cNvSpPr>
            <a:spLocks xmlns:a="http://schemas.openxmlformats.org/drawingml/2006/main" noGrp="1"/>
          </p:cNvSpPr>
          <p:nvPr/>
        </p:nvSpPr>
        <p:spPr>
          <a:xfrm xmlns:a="http://schemas.openxmlformats.org/drawingml/2006/main">
            <a:off x="10672762"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6" name="necessity-v7-lane-user">
            <a:extLst xmlns:a="http://schemas.openxmlformats.org/drawingml/2006/main">
              <a:ext uri="{FF2B5EF4-FFF2-40B4-BE49-F238E27FC236}">
                <a16:creationId xmlns:a16="http://schemas.microsoft.com/office/drawing/2014/main" id="{E44072D5-689B-4FD7-99C1-B40BFA378EC3}"/>
              </a:ext>
            </a:extLst>
          </p:cNvPr>
          <p:cNvSpPr>
            <a:spLocks xmlns:a="http://schemas.openxmlformats.org/drawingml/2006/main" noGrp="1"/>
          </p:cNvSpPr>
          <p:nvPr/>
        </p:nvSpPr>
        <p:spPr>
          <a:xfrm xmlns:a="http://schemas.openxmlformats.org/drawingml/2006/main">
            <a:off x="6529388" y="4557712"/>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1">
                <a:solidFill>
                  <a:srgbClr val="697783"/>
                </a:solidFill>
                <a:latin typeface="Apple SD Gothic Neo"/>
                <a:ea typeface="Apple SD Gothic Neo"/>
                <a:cs typeface="Apple SD Gothic Neo"/>
              </a:defRPr>
            </a:pPr>
            <a:r>
              <a:rPr sz="1900" b="1">
                <a:solidFill>
                  <a:srgbClr val="697783"/>
                </a:solidFill>
                <a:latin typeface="Apple SD Gothic Neo"/>
                <a:ea typeface="Apple SD Gothic Neo"/>
                <a:cs typeface="Apple SD Gothic Neo"/>
              </a:rPr>
              <a:t>사용자</a:t>
            </a:r>
          </a:p>
        </p:txBody>
      </p:sp>
      <p:sp>
        <p:nvSpPr>
          <p:cNvPr id="1037" name="necessity-v7-lane-via">
            <a:extLst xmlns:a="http://schemas.openxmlformats.org/drawingml/2006/main">
              <a:ext uri="{FF2B5EF4-FFF2-40B4-BE49-F238E27FC236}">
                <a16:creationId xmlns:a16="http://schemas.microsoft.com/office/drawing/2014/main" id="{00DAA73D-DAD7-4873-A907-998FB2FA9A7D}"/>
              </a:ext>
            </a:extLst>
          </p:cNvPr>
          <p:cNvSpPr>
            <a:spLocks xmlns:a="http://schemas.openxmlformats.org/drawingml/2006/main" noGrp="1"/>
          </p:cNvSpPr>
          <p:nvPr/>
        </p:nvSpPr>
        <p:spPr>
          <a:xfrm xmlns:a="http://schemas.openxmlformats.org/drawingml/2006/main">
            <a:off x="6529388" y="5214938"/>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1">
                <a:solidFill>
                  <a:srgbClr val="218FAF"/>
                </a:solidFill>
                <a:latin typeface="Apple SD Gothic Neo"/>
                <a:ea typeface="Apple SD Gothic Neo"/>
                <a:cs typeface="Apple SD Gothic Neo"/>
              </a:defRPr>
            </a:pPr>
            <a:r>
              <a:rPr sz="1900" b="1">
                <a:solidFill>
                  <a:srgbClr val="218FAF"/>
                </a:solidFill>
                <a:latin typeface="Apple SD Gothic Neo"/>
                <a:ea typeface="Apple SD Gothic Neo"/>
                <a:cs typeface="Apple SD Gothic Neo"/>
              </a:rPr>
              <a:t>VIA</a:t>
            </a:r>
          </a:p>
        </p:txBody>
      </p:sp>
      <p:sp>
        <p:nvSpPr>
          <p:cNvPr id="1038" name="necessity-v7-lane-agent">
            <a:extLst xmlns:a="http://schemas.openxmlformats.org/drawingml/2006/main">
              <a:ext uri="{FF2B5EF4-FFF2-40B4-BE49-F238E27FC236}">
                <a16:creationId xmlns:a16="http://schemas.microsoft.com/office/drawing/2014/main" id="{1F99EF9A-1C8F-42AF-9027-E059609B0F47}"/>
              </a:ext>
            </a:extLst>
          </p:cNvPr>
          <p:cNvSpPr>
            <a:spLocks xmlns:a="http://schemas.openxmlformats.org/drawingml/2006/main" noGrp="1"/>
          </p:cNvSpPr>
          <p:nvPr/>
        </p:nvSpPr>
        <p:spPr>
          <a:xfrm xmlns:a="http://schemas.openxmlformats.org/drawingml/2006/main">
            <a:off x="6529388" y="5915025"/>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1">
                <a:solidFill>
                  <a:srgbClr val="06255C"/>
                </a:solidFill>
                <a:latin typeface="Apple SD Gothic Neo"/>
                <a:ea typeface="Apple SD Gothic Neo"/>
                <a:cs typeface="Apple SD Gothic Neo"/>
              </a:defRPr>
            </a:pPr>
            <a:r>
              <a:rPr sz="1900" b="1">
                <a:solidFill>
                  <a:srgbClr val="06255C"/>
                </a:solidFill>
                <a:latin typeface="Apple SD Gothic Neo"/>
                <a:ea typeface="Apple SD Gothic Neo"/>
                <a:cs typeface="Apple SD Gothic Neo"/>
              </a:rPr>
              <a:t>Agent</a:t>
            </a:r>
          </a:p>
        </p:txBody>
      </p:sp>
      <p:sp>
        <p:nvSpPr>
          <p:cNvPr id="1039" name="necessity-v7-user-lane">
            <a:extLst xmlns:a="http://schemas.openxmlformats.org/drawingml/2006/main">
              <a:ext uri="{FF2B5EF4-FFF2-40B4-BE49-F238E27FC236}">
                <a16:creationId xmlns:a16="http://schemas.microsoft.com/office/drawing/2014/main" id="{9B7071E6-A24A-4C6D-9748-E9EDB5F5803F}"/>
              </a:ext>
            </a:extLst>
          </p:cNvPr>
          <p:cNvSpPr>
            <a:spLocks xmlns:a="http://schemas.openxmlformats.org/drawingml/2006/main" noGrp="1"/>
          </p:cNvSpPr>
          <p:nvPr/>
        </p:nvSpPr>
        <p:spPr>
          <a:xfrm xmlns:a="http://schemas.openxmlformats.org/drawingml/2006/main">
            <a:off x="7558088" y="4729162"/>
            <a:ext cx="4286250" cy="0"/>
          </a:xfrm>
          <a:prstGeom xmlns:a="http://schemas.openxmlformats.org/drawingml/2006/main" prst="line">
            <a:avLst/>
          </a:prstGeom>
          <a:noFill xmlns:a="http://schemas.openxmlformats.org/drawingml/2006/main"/>
          <a:ln xmlns:a="http://schemas.openxmlformats.org/drawingml/2006/main" w="17145">
            <a:solidFill>
              <a:srgbClr val="AEBBC8"/>
            </a:solidFill>
            <a:prstDash val="solid"/>
          </a:ln>
        </p:spPr>
      </p:sp>
      <p:sp>
        <p:nvSpPr>
          <p:cNvPr id="1040" name="necessity-v7-user-request">
            <a:extLst xmlns:a="http://schemas.openxmlformats.org/drawingml/2006/main">
              <a:ext uri="{FF2B5EF4-FFF2-40B4-BE49-F238E27FC236}">
                <a16:creationId xmlns:a16="http://schemas.microsoft.com/office/drawing/2014/main" id="{1B735936-40F5-45EA-98E3-E121EA3B7213}"/>
              </a:ext>
            </a:extLst>
          </p:cNvPr>
          <p:cNvSpPr>
            <a:spLocks xmlns:a="http://schemas.openxmlformats.org/drawingml/2006/main" noGrp="1"/>
          </p:cNvSpPr>
          <p:nvPr/>
        </p:nvSpPr>
        <p:spPr>
          <a:xfrm xmlns:a="http://schemas.openxmlformats.org/drawingml/2006/main">
            <a:off x="7500938"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1" name="necessity-v7-user-query">
            <a:extLst xmlns:a="http://schemas.openxmlformats.org/drawingml/2006/main">
              <a:ext uri="{FF2B5EF4-FFF2-40B4-BE49-F238E27FC236}">
                <a16:creationId xmlns:a16="http://schemas.microsoft.com/office/drawing/2014/main" id="{D4CC6BCF-E84E-40DD-A33D-5437217A5E1B}"/>
              </a:ext>
            </a:extLst>
          </p:cNvPr>
          <p:cNvSpPr>
            <a:spLocks xmlns:a="http://schemas.openxmlformats.org/drawingml/2006/main" noGrp="1"/>
          </p:cNvSpPr>
          <p:nvPr/>
        </p:nvSpPr>
        <p:spPr>
          <a:xfrm xmlns:a="http://schemas.openxmlformats.org/drawingml/2006/main">
            <a:off x="9258300"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2" name="necessity-v7-user-result">
            <a:extLst xmlns:a="http://schemas.openxmlformats.org/drawingml/2006/main">
              <a:ext uri="{FF2B5EF4-FFF2-40B4-BE49-F238E27FC236}">
                <a16:creationId xmlns:a16="http://schemas.microsoft.com/office/drawing/2014/main" id="{CCE4E654-2E6D-4CAE-A5FD-A3605CD7694B}"/>
              </a:ext>
            </a:extLst>
          </p:cNvPr>
          <p:cNvSpPr>
            <a:spLocks xmlns:a="http://schemas.openxmlformats.org/drawingml/2006/main" noGrp="1"/>
          </p:cNvSpPr>
          <p:nvPr/>
        </p:nvSpPr>
        <p:spPr>
          <a:xfrm xmlns:a="http://schemas.openxmlformats.org/drawingml/2006/main">
            <a:off x="11701462"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3" name="necessity-v7-via-request-work">
            <a:extLst xmlns:a="http://schemas.openxmlformats.org/drawingml/2006/main">
              <a:ext uri="{FF2B5EF4-FFF2-40B4-BE49-F238E27FC236}">
                <a16:creationId xmlns:a16="http://schemas.microsoft.com/office/drawing/2014/main" id="{686F9E3E-3205-4C4B-BD5C-A70A870EE3E7}"/>
              </a:ext>
            </a:extLst>
          </p:cNvPr>
          <p:cNvSpPr>
            <a:spLocks xmlns:a="http://schemas.openxmlformats.org/drawingml/2006/main" noGrp="1"/>
          </p:cNvSpPr>
          <p:nvPr/>
        </p:nvSpPr>
        <p:spPr>
          <a:xfrm xmlns:a="http://schemas.openxmlformats.org/drawingml/2006/main">
            <a:off x="7443788" y="5214938"/>
            <a:ext cx="1328738"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4" name="necessity-v7-via-query-work">
            <a:extLst xmlns:a="http://schemas.openxmlformats.org/drawingml/2006/main">
              <a:ext uri="{FF2B5EF4-FFF2-40B4-BE49-F238E27FC236}">
                <a16:creationId xmlns:a16="http://schemas.microsoft.com/office/drawing/2014/main" id="{478E46BD-5478-4344-96B5-B9747E5A730E}"/>
              </a:ext>
            </a:extLst>
          </p:cNvPr>
          <p:cNvSpPr>
            <a:spLocks xmlns:a="http://schemas.openxmlformats.org/drawingml/2006/main" noGrp="1"/>
          </p:cNvSpPr>
          <p:nvPr/>
        </p:nvSpPr>
        <p:spPr>
          <a:xfrm xmlns:a="http://schemas.openxmlformats.org/drawingml/2006/main">
            <a:off x="8886825" y="5214938"/>
            <a:ext cx="1228725"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5" name="necessity-v7-via-result-work">
            <a:extLst xmlns:a="http://schemas.openxmlformats.org/drawingml/2006/main">
              <a:ext uri="{FF2B5EF4-FFF2-40B4-BE49-F238E27FC236}">
                <a16:creationId xmlns:a16="http://schemas.microsoft.com/office/drawing/2014/main" id="{6333A53C-1C2D-4DA6-92AE-BA1C86DDAA39}"/>
              </a:ext>
            </a:extLst>
          </p:cNvPr>
          <p:cNvSpPr>
            <a:spLocks xmlns:a="http://schemas.openxmlformats.org/drawingml/2006/main" noGrp="1"/>
          </p:cNvSpPr>
          <p:nvPr/>
        </p:nvSpPr>
        <p:spPr>
          <a:xfrm xmlns:a="http://schemas.openxmlformats.org/drawingml/2006/main">
            <a:off x="10672762" y="5214938"/>
            <a:ext cx="1157288"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6" name="necessity-v7-request-work-label">
            <a:extLst xmlns:a="http://schemas.openxmlformats.org/drawingml/2006/main">
              <a:ext uri="{FF2B5EF4-FFF2-40B4-BE49-F238E27FC236}">
                <a16:creationId xmlns:a16="http://schemas.microsoft.com/office/drawing/2014/main" id="{A12DDDB1-EF02-4F16-B3BC-349D18FD2ECA}"/>
              </a:ext>
            </a:extLst>
          </p:cNvPr>
          <p:cNvSpPr>
            <a:spLocks xmlns:a="http://schemas.openxmlformats.org/drawingml/2006/main" noGrp="1"/>
          </p:cNvSpPr>
          <p:nvPr/>
        </p:nvSpPr>
        <p:spPr>
          <a:xfrm xmlns:a="http://schemas.openxmlformats.org/drawingml/2006/main">
            <a:off x="7443788" y="5229225"/>
            <a:ext cx="1328738"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218FAF"/>
                </a:solidFill>
                <a:latin typeface="Apple SD Gothic Neo"/>
                <a:ea typeface="Apple SD Gothic Neo"/>
                <a:cs typeface="Apple SD Gothic Neo"/>
              </a:defRPr>
            </a:pPr>
            <a:r>
              <a:rPr sz="1700" b="1">
                <a:solidFill>
                  <a:srgbClr val="218FAF"/>
                </a:solidFill>
                <a:latin typeface="Apple SD Gothic Neo"/>
                <a:ea typeface="Apple SD Gothic Neo"/>
                <a:cs typeface="Apple SD Gothic Neo"/>
              </a:rPr>
              <a:t>해석과 위임</a:t>
            </a:r>
          </a:p>
        </p:txBody>
      </p:sp>
      <p:sp>
        <p:nvSpPr>
          <p:cNvPr id="1047" name="necessity-v7-query-work-label">
            <a:extLst xmlns:a="http://schemas.openxmlformats.org/drawingml/2006/main">
              <a:ext uri="{FF2B5EF4-FFF2-40B4-BE49-F238E27FC236}">
                <a16:creationId xmlns:a16="http://schemas.microsoft.com/office/drawing/2014/main" id="{647FA020-1E01-47BB-9921-272A1699DEDB}"/>
              </a:ext>
            </a:extLst>
          </p:cNvPr>
          <p:cNvSpPr>
            <a:spLocks xmlns:a="http://schemas.openxmlformats.org/drawingml/2006/main" noGrp="1"/>
          </p:cNvSpPr>
          <p:nvPr/>
        </p:nvSpPr>
        <p:spPr>
          <a:xfrm xmlns:a="http://schemas.openxmlformats.org/drawingml/2006/main">
            <a:off x="8886825" y="5229225"/>
            <a:ext cx="122872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218FAF"/>
                </a:solidFill>
                <a:latin typeface="Apple SD Gothic Neo"/>
                <a:ea typeface="Apple SD Gothic Neo"/>
                <a:cs typeface="Apple SD Gothic Neo"/>
              </a:defRPr>
            </a:pPr>
            <a:r>
              <a:rPr sz="1700" b="1">
                <a:solidFill>
                  <a:srgbClr val="218FAF"/>
                </a:solidFill>
                <a:latin typeface="Apple SD Gothic Neo"/>
                <a:ea typeface="Apple SD Gothic Neo"/>
                <a:cs typeface="Apple SD Gothic Neo"/>
              </a:rPr>
              <a:t>상태 안내</a:t>
            </a:r>
          </a:p>
        </p:txBody>
      </p:sp>
      <p:sp>
        <p:nvSpPr>
          <p:cNvPr id="1048" name="necessity-v7-result-work-label">
            <a:extLst xmlns:a="http://schemas.openxmlformats.org/drawingml/2006/main">
              <a:ext uri="{FF2B5EF4-FFF2-40B4-BE49-F238E27FC236}">
                <a16:creationId xmlns:a16="http://schemas.microsoft.com/office/drawing/2014/main" id="{F3F8406A-A1AB-4F9D-9D3F-0FE2E1C35FC8}"/>
              </a:ext>
            </a:extLst>
          </p:cNvPr>
          <p:cNvSpPr>
            <a:spLocks xmlns:a="http://schemas.openxmlformats.org/drawingml/2006/main" noGrp="1"/>
          </p:cNvSpPr>
          <p:nvPr/>
        </p:nvSpPr>
        <p:spPr>
          <a:xfrm xmlns:a="http://schemas.openxmlformats.org/drawingml/2006/main">
            <a:off x="10672762" y="5229225"/>
            <a:ext cx="1157288"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218FAF"/>
                </a:solidFill>
                <a:latin typeface="Apple SD Gothic Neo"/>
                <a:ea typeface="Apple SD Gothic Neo"/>
                <a:cs typeface="Apple SD Gothic Neo"/>
              </a:defRPr>
            </a:pPr>
            <a:r>
              <a:rPr sz="1700" b="1">
                <a:solidFill>
                  <a:srgbClr val="218FAF"/>
                </a:solidFill>
                <a:latin typeface="Apple SD Gothic Neo"/>
                <a:ea typeface="Apple SD Gothic Neo"/>
                <a:cs typeface="Apple SD Gothic Neo"/>
              </a:rPr>
              <a:t>결과 전달</a:t>
            </a:r>
          </a:p>
        </p:txBody>
      </p:sp>
      <p:sp>
        <p:nvSpPr>
          <p:cNvPr id="1049" name="necessity-v7-agent-running-work">
            <a:extLst xmlns:a="http://schemas.openxmlformats.org/drawingml/2006/main">
              <a:ext uri="{FF2B5EF4-FFF2-40B4-BE49-F238E27FC236}">
                <a16:creationId xmlns:a16="http://schemas.microsoft.com/office/drawing/2014/main" id="{94335B9B-CB6E-4BA0-844E-E0F22E254EB3}"/>
              </a:ext>
            </a:extLst>
          </p:cNvPr>
          <p:cNvSpPr>
            <a:spLocks xmlns:a="http://schemas.openxmlformats.org/drawingml/2006/main" noGrp="1"/>
          </p:cNvSpPr>
          <p:nvPr/>
        </p:nvSpPr>
        <p:spPr>
          <a:xfrm xmlns:a="http://schemas.openxmlformats.org/drawingml/2006/main">
            <a:off x="8672512" y="5957888"/>
            <a:ext cx="2000250" cy="385762"/>
          </a:xfrm>
          <a:prstGeom xmlns:a="http://schemas.openxmlformats.org/drawingml/2006/main" prst="roundRect">
            <a:avLst>
              <a:gd name="adj" fmla="val 11111"/>
            </a:avLst>
          </a:prstGeom>
          <a:solidFill xmlns:a="http://schemas.openxmlformats.org/drawingml/2006/main">
            <a:srgbClr val="06255C"/>
          </a:solidFill>
          <a:ln xmlns:a="http://schemas.openxmlformats.org/drawingml/2006/main" w="0">
            <a:noFill/>
            <a:prstDash val="solid"/>
          </a:ln>
        </p:spPr>
      </p:sp>
      <p:sp>
        <p:nvSpPr>
          <p:cNvPr id="1050" name="necessity-v7-agent-running-label">
            <a:extLst xmlns:a="http://schemas.openxmlformats.org/drawingml/2006/main">
              <a:ext uri="{FF2B5EF4-FFF2-40B4-BE49-F238E27FC236}">
                <a16:creationId xmlns:a16="http://schemas.microsoft.com/office/drawing/2014/main" id="{78F93CD1-63B7-4313-B433-B11D3FAA5CE9}"/>
              </a:ext>
            </a:extLst>
          </p:cNvPr>
          <p:cNvSpPr>
            <a:spLocks xmlns:a="http://schemas.openxmlformats.org/drawingml/2006/main" noGrp="1"/>
          </p:cNvSpPr>
          <p:nvPr/>
        </p:nvSpPr>
        <p:spPr>
          <a:xfrm xmlns:a="http://schemas.openxmlformats.org/drawingml/2006/main">
            <a:off x="8672512" y="5972175"/>
            <a:ext cx="200025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1">
                <a:solidFill>
                  <a:srgbClr val="FFFFFF"/>
                </a:solidFill>
                <a:latin typeface="Apple SD Gothic Neo"/>
                <a:ea typeface="Apple SD Gothic Neo"/>
                <a:cs typeface="Apple SD Gothic Neo"/>
              </a:defRPr>
            </a:pPr>
            <a:r>
              <a:rPr sz="1900" b="1">
                <a:solidFill>
                  <a:srgbClr val="FFFFFF"/>
                </a:solidFill>
                <a:latin typeface="Apple SD Gothic Neo"/>
                <a:ea typeface="Apple SD Gothic Neo"/>
                <a:cs typeface="Apple SD Gothic Neo"/>
              </a:rPr>
              <a:t>보고서 작성</a:t>
            </a:r>
          </a:p>
        </p:txBody>
      </p:sp>
      <p:sp>
        <p:nvSpPr>
          <p:cNvPr id="1051" name="necessity-v7-via-request-in">
            <a:extLst xmlns:a="http://schemas.openxmlformats.org/drawingml/2006/main">
              <a:ext uri="{FF2B5EF4-FFF2-40B4-BE49-F238E27FC236}">
                <a16:creationId xmlns:a16="http://schemas.microsoft.com/office/drawing/2014/main" id="{B16159C5-2668-424D-A71F-BA42DB3ECFC9}"/>
              </a:ext>
            </a:extLst>
          </p:cNvPr>
          <p:cNvSpPr>
            <a:spLocks xmlns:a="http://schemas.openxmlformats.org/drawingml/2006/main" noGrp="1"/>
          </p:cNvSpPr>
          <p:nvPr/>
        </p:nvSpPr>
        <p:spPr>
          <a:xfrm xmlns:a="http://schemas.openxmlformats.org/drawingml/2006/main">
            <a:off x="7550944"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2" name=""/>
          <p:cNvCxnSpPr>
            <a:stCxn xmlns:a="http://schemas.openxmlformats.org/drawingml/2006/main" id="1040" idx="4"/>
            <a:endCxn xmlns:a="http://schemas.openxmlformats.org/drawingml/2006/main" id="1051" idx="0"/>
          </p:cNvCxnSpPr>
          <p:nvPr/>
        </p:nvCxnSpPr>
        <p:spPr>
          <a:xfrm xmlns:a="http://schemas.openxmlformats.org/drawingml/2006/main">
            <a:off x="7558088"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3" name="necessity-v7-via-query-in">
            <a:extLst xmlns:a="http://schemas.openxmlformats.org/drawingml/2006/main">
              <a:ext uri="{FF2B5EF4-FFF2-40B4-BE49-F238E27FC236}">
                <a16:creationId xmlns:a16="http://schemas.microsoft.com/office/drawing/2014/main" id="{7F2CBCB2-360F-412B-8143-E146816ED308}"/>
              </a:ext>
            </a:extLst>
          </p:cNvPr>
          <p:cNvSpPr>
            <a:spLocks xmlns:a="http://schemas.openxmlformats.org/drawingml/2006/main" noGrp="1"/>
          </p:cNvSpPr>
          <p:nvPr/>
        </p:nvSpPr>
        <p:spPr>
          <a:xfrm xmlns:a="http://schemas.openxmlformats.org/drawingml/2006/main">
            <a:off x="9308307"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4" name=""/>
          <p:cNvCxnSpPr>
            <a:stCxn xmlns:a="http://schemas.openxmlformats.org/drawingml/2006/main" id="1041" idx="4"/>
            <a:endCxn xmlns:a="http://schemas.openxmlformats.org/drawingml/2006/main" id="1053" idx="0"/>
          </p:cNvCxnSpPr>
          <p:nvPr/>
        </p:nvCxnSpPr>
        <p:spPr>
          <a:xfrm xmlns:a="http://schemas.openxmlformats.org/drawingml/2006/main">
            <a:off x="9315450"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5" name="necessity-v7-via-result-out">
            <a:extLst xmlns:a="http://schemas.openxmlformats.org/drawingml/2006/main">
              <a:ext uri="{FF2B5EF4-FFF2-40B4-BE49-F238E27FC236}">
                <a16:creationId xmlns:a16="http://schemas.microsoft.com/office/drawing/2014/main" id="{6447D944-FEF3-4C2D-BB7C-88778ECE1674}"/>
              </a:ext>
            </a:extLst>
          </p:cNvPr>
          <p:cNvSpPr>
            <a:spLocks xmlns:a="http://schemas.openxmlformats.org/drawingml/2006/main" noGrp="1"/>
          </p:cNvSpPr>
          <p:nvPr/>
        </p:nvSpPr>
        <p:spPr>
          <a:xfrm xmlns:a="http://schemas.openxmlformats.org/drawingml/2006/main">
            <a:off x="11751470"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6" name=""/>
          <p:cNvCxnSpPr>
            <a:stCxn xmlns:a="http://schemas.openxmlformats.org/drawingml/2006/main" id="1055" idx="0"/>
            <a:endCxn xmlns:a="http://schemas.openxmlformats.org/drawingml/2006/main" id="1042" idx="4"/>
          </p:cNvCxnSpPr>
          <p:nvPr/>
        </p:nvCxnSpPr>
        <p:spPr>
          <a:xfrm xmlns:a="http://schemas.openxmlformats.org/drawingml/2006/main" flipH="1" flipV="1">
            <a:off x="11758612"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7" name="necessity-v7-user-progress-reply">
            <a:extLst xmlns:a="http://schemas.openxmlformats.org/drawingml/2006/main">
              <a:ext uri="{FF2B5EF4-FFF2-40B4-BE49-F238E27FC236}">
                <a16:creationId xmlns:a16="http://schemas.microsoft.com/office/drawing/2014/main" id="{B0A57132-B939-46CA-AC9D-E67FCB2F0BEE}"/>
              </a:ext>
            </a:extLst>
          </p:cNvPr>
          <p:cNvSpPr>
            <a:spLocks xmlns:a="http://schemas.openxmlformats.org/drawingml/2006/main" noGrp="1"/>
          </p:cNvSpPr>
          <p:nvPr/>
        </p:nvSpPr>
        <p:spPr>
          <a:xfrm xmlns:a="http://schemas.openxmlformats.org/drawingml/2006/main">
            <a:off x="9915525"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58" name="necessity-v7-via-query-out">
            <a:extLst xmlns:a="http://schemas.openxmlformats.org/drawingml/2006/main">
              <a:ext uri="{FF2B5EF4-FFF2-40B4-BE49-F238E27FC236}">
                <a16:creationId xmlns:a16="http://schemas.microsoft.com/office/drawing/2014/main" id="{57CB692F-F742-4C86-94D5-8F2A0E7E4421}"/>
              </a:ext>
            </a:extLst>
          </p:cNvPr>
          <p:cNvSpPr>
            <a:spLocks xmlns:a="http://schemas.openxmlformats.org/drawingml/2006/main" noGrp="1"/>
          </p:cNvSpPr>
          <p:nvPr/>
        </p:nvSpPr>
        <p:spPr>
          <a:xfrm xmlns:a="http://schemas.openxmlformats.org/drawingml/2006/main">
            <a:off x="9965532"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9" name=""/>
          <p:cNvCxnSpPr>
            <a:stCxn xmlns:a="http://schemas.openxmlformats.org/drawingml/2006/main" id="1058" idx="0"/>
            <a:endCxn xmlns:a="http://schemas.openxmlformats.org/drawingml/2006/main" id="1057" idx="4"/>
          </p:cNvCxnSpPr>
          <p:nvPr/>
        </p:nvCxnSpPr>
        <p:spPr>
          <a:xfrm xmlns:a="http://schemas.openxmlformats.org/drawingml/2006/main" flipH="1" flipV="1">
            <a:off x="9972675"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60" name="necessity-v7-delegate-from">
            <a:extLst xmlns:a="http://schemas.openxmlformats.org/drawingml/2006/main">
              <a:ext uri="{FF2B5EF4-FFF2-40B4-BE49-F238E27FC236}">
                <a16:creationId xmlns:a16="http://schemas.microsoft.com/office/drawing/2014/main" id="{10D83ABE-E809-4E83-AC79-3797A17C4A49}"/>
              </a:ext>
            </a:extLst>
          </p:cNvPr>
          <p:cNvSpPr>
            <a:spLocks xmlns:a="http://schemas.openxmlformats.org/drawingml/2006/main" noGrp="1"/>
          </p:cNvSpPr>
          <p:nvPr/>
        </p:nvSpPr>
        <p:spPr>
          <a:xfrm xmlns:a="http://schemas.openxmlformats.org/drawingml/2006/main">
            <a:off x="8665370" y="5593557"/>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1" name="necessity-v7-delegate-to">
            <a:extLst xmlns:a="http://schemas.openxmlformats.org/drawingml/2006/main">
              <a:ext uri="{FF2B5EF4-FFF2-40B4-BE49-F238E27FC236}">
                <a16:creationId xmlns:a16="http://schemas.microsoft.com/office/drawing/2014/main" id="{3A024DE9-6035-45ED-ADB3-B6B8EA500F72}"/>
              </a:ext>
            </a:extLst>
          </p:cNvPr>
          <p:cNvSpPr>
            <a:spLocks xmlns:a="http://schemas.openxmlformats.org/drawingml/2006/main" noGrp="1"/>
          </p:cNvSpPr>
          <p:nvPr/>
        </p:nvSpPr>
        <p:spPr>
          <a:xfrm xmlns:a="http://schemas.openxmlformats.org/drawingml/2006/main">
            <a:off x="8665370" y="5950744"/>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2" name="necessity-v7-result-from">
            <a:extLst xmlns:a="http://schemas.openxmlformats.org/drawingml/2006/main">
              <a:ext uri="{FF2B5EF4-FFF2-40B4-BE49-F238E27FC236}">
                <a16:creationId xmlns:a16="http://schemas.microsoft.com/office/drawing/2014/main" id="{F540D682-D638-42F1-B638-2FD57FF3AF92}"/>
              </a:ext>
            </a:extLst>
          </p:cNvPr>
          <p:cNvSpPr>
            <a:spLocks xmlns:a="http://schemas.openxmlformats.org/drawingml/2006/main" noGrp="1"/>
          </p:cNvSpPr>
          <p:nvPr/>
        </p:nvSpPr>
        <p:spPr>
          <a:xfrm xmlns:a="http://schemas.openxmlformats.org/drawingml/2006/main">
            <a:off x="10665620" y="5950744"/>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3" name="necessity-v7-result-to">
            <a:extLst xmlns:a="http://schemas.openxmlformats.org/drawingml/2006/main">
              <a:ext uri="{FF2B5EF4-FFF2-40B4-BE49-F238E27FC236}">
                <a16:creationId xmlns:a16="http://schemas.microsoft.com/office/drawing/2014/main" id="{FAD98E1D-493A-4CD6-9483-730AA8B54B68}"/>
              </a:ext>
            </a:extLst>
          </p:cNvPr>
          <p:cNvSpPr>
            <a:spLocks xmlns:a="http://schemas.openxmlformats.org/drawingml/2006/main" noGrp="1"/>
          </p:cNvSpPr>
          <p:nvPr/>
        </p:nvSpPr>
        <p:spPr>
          <a:xfrm xmlns:a="http://schemas.openxmlformats.org/drawingml/2006/main">
            <a:off x="10665620" y="5593557"/>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64" name=""/>
          <p:cNvCxnSpPr>
            <a:stCxn xmlns:a="http://schemas.openxmlformats.org/drawingml/2006/main" id="1060" idx="2"/>
            <a:endCxn xmlns:a="http://schemas.openxmlformats.org/drawingml/2006/main" id="1061" idx="0"/>
          </p:cNvCxnSpPr>
          <p:nvPr/>
        </p:nvCxnSpPr>
        <p:spPr>
          <a:xfrm xmlns:a="http://schemas.openxmlformats.org/drawingml/2006/main">
            <a:off x="8672514" y="5607844"/>
            <a:ext cx="0" cy="342900"/>
          </a:xfrm>
          <a:prstGeom xmlns:a="http://schemas.openxmlformats.org/drawingml/2006/main" prst="straightConnector1">
            <a:avLst/>
          </a:prstGeom>
          <a:ln xmlns:a="http://schemas.openxmlformats.org/drawingml/2006/main" w="20002">
            <a:solidFill>
              <a:srgbClr val="06255C"/>
            </a:solidFill>
            <a:prstDash val="solid"/>
            <a:tailEnd type="triangle" w="sm" len="sm"/>
          </a:ln>
        </p:spPr>
      </p:cxnSp>
      <p:cxnSp>
        <p:nvCxnSpPr>
          <p:cNvPr id="1065" name=""/>
          <p:cNvCxnSpPr>
            <a:stCxn xmlns:a="http://schemas.openxmlformats.org/drawingml/2006/main" id="1062" idx="0"/>
            <a:endCxn xmlns:a="http://schemas.openxmlformats.org/drawingml/2006/main" id="1063" idx="2"/>
          </p:cNvCxnSpPr>
          <p:nvPr/>
        </p:nvCxnSpPr>
        <p:spPr>
          <a:xfrm xmlns:a="http://schemas.openxmlformats.org/drawingml/2006/main" flipV="1">
            <a:off x="10672764" y="5607844"/>
            <a:ext cx="0" cy="342900"/>
          </a:xfrm>
          <a:prstGeom xmlns:a="http://schemas.openxmlformats.org/drawingml/2006/main" prst="straightConnector1">
            <a:avLst/>
          </a:prstGeom>
          <a:ln xmlns:a="http://schemas.openxmlformats.org/drawingml/2006/main" w="20002">
            <a:solidFill>
              <a:srgbClr val="06255C"/>
            </a:solidFill>
            <a:prstDash val="solid"/>
            <a:tailEnd type="triangle" w="sm" len="sm"/>
          </a:ln>
        </p:spPr>
      </p:cxnSp>
      <p:sp>
        <p:nvSpPr>
          <p:cNvPr id="1066" name="necessity-v7-work-query-caption">
            <a:extLst xmlns:a="http://schemas.openxmlformats.org/drawingml/2006/main">
              <a:ext uri="{FF2B5EF4-FFF2-40B4-BE49-F238E27FC236}">
                <a16:creationId xmlns:a16="http://schemas.microsoft.com/office/drawing/2014/main" id="{9BF0F9DA-39A2-42FB-8736-631A71841F45}"/>
              </a:ext>
            </a:extLst>
          </p:cNvPr>
          <p:cNvSpPr>
            <a:spLocks xmlns:a="http://schemas.openxmlformats.org/drawingml/2006/main" noGrp="1"/>
          </p:cNvSpPr>
          <p:nvPr/>
        </p:nvSpPr>
        <p:spPr>
          <a:xfrm xmlns:a="http://schemas.openxmlformats.org/drawingml/2006/main">
            <a:off x="6629400" y="6572250"/>
            <a:ext cx="5100638"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0">
                <a:solidFill>
                  <a:srgbClr val="697783"/>
                </a:solidFill>
                <a:latin typeface="Apple SD Gothic Neo"/>
                <a:ea typeface="Apple SD Gothic Neo"/>
                <a:cs typeface="Apple SD Gothic Neo"/>
              </a:defRPr>
            </a:pPr>
            <a:r>
              <a:rPr sz="1900" b="0">
                <a:solidFill>
                  <a:srgbClr val="697783"/>
                </a:solidFill>
                <a:latin typeface="Apple SD Gothic Neo"/>
                <a:ea typeface="Apple SD Gothic Neo"/>
                <a:cs typeface="Apple SD Gothic Neo"/>
              </a:rPr>
              <a:t>진행 질문에 답하는 동안에도 업무는 계속</a:t>
            </a:r>
          </a:p>
        </p:txBody>
      </p:sp>
      <p:sp>
        <p:nvSpPr>
          <p:cNvPr id="1067" name="necessity-v7-speed-heading-2">
            <a:extLst xmlns:a="http://schemas.openxmlformats.org/drawingml/2006/main">
              <a:ext uri="{FF2B5EF4-FFF2-40B4-BE49-F238E27FC236}">
                <a16:creationId xmlns:a16="http://schemas.microsoft.com/office/drawing/2014/main" id="{807F0C52-39ED-422A-A249-980499250F47}"/>
              </a:ext>
            </a:extLst>
          </p:cNvPr>
          <p:cNvSpPr>
            <a:spLocks xmlns:a="http://schemas.openxmlformats.org/drawingml/2006/main" noGrp="1"/>
          </p:cNvSpPr>
          <p:nvPr/>
        </p:nvSpPr>
        <p:spPr>
          <a:xfrm xmlns:a="http://schemas.openxmlformats.org/drawingml/2006/main">
            <a:off x="6443662" y="7243762"/>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400" b="1">
                <a:solidFill>
                  <a:srgbClr val="171B20"/>
                </a:solidFill>
                <a:latin typeface="Apple SD Gothic Neo"/>
                <a:ea typeface="Apple SD Gothic Neo"/>
                <a:cs typeface="Apple SD Gothic Neo"/>
              </a:defRPr>
            </a:pPr>
            <a:r>
              <a:rPr sz="2400" b="1">
                <a:solidFill>
                  <a:srgbClr val="171B20"/>
                </a:solidFill>
                <a:latin typeface="Apple SD Gothic Neo"/>
                <a:ea typeface="Apple SD Gothic Neo"/>
                <a:cs typeface="Apple SD Gothic Neo"/>
              </a:rPr>
              <a:t>반응과 결과 전달까지 빠르게</a:t>
            </a:r>
          </a:p>
        </p:txBody>
      </p:sp>
      <p:sp>
        <p:nvSpPr>
          <p:cNvPr id="1068" name="necessity-v7-speed-desc-2">
            <a:extLst xmlns:a="http://schemas.openxmlformats.org/drawingml/2006/main">
              <a:ext uri="{FF2B5EF4-FFF2-40B4-BE49-F238E27FC236}">
                <a16:creationId xmlns:a16="http://schemas.microsoft.com/office/drawing/2014/main" id="{FA20A37A-CC0D-47F2-A555-6CDE64F67426}"/>
              </a:ext>
            </a:extLst>
          </p:cNvPr>
          <p:cNvSpPr>
            <a:spLocks xmlns:a="http://schemas.openxmlformats.org/drawingml/2006/main" noGrp="1"/>
          </p:cNvSpPr>
          <p:nvPr/>
        </p:nvSpPr>
        <p:spPr>
          <a:xfrm xmlns:a="http://schemas.openxmlformats.org/drawingml/2006/main">
            <a:off x="6700838" y="78152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00" b="0">
                <a:solidFill>
                  <a:srgbClr val="171B20"/>
                </a:solidFill>
                <a:latin typeface="Apple SD Gothic Neo"/>
                <a:ea typeface="Apple SD Gothic Neo"/>
                <a:cs typeface="Apple SD Gothic Neo"/>
              </a:defRPr>
            </a:pPr>
            <a:r>
              <a:rPr sz="2000" b="0">
                <a:solidFill>
                  <a:srgbClr val="171B20"/>
                </a:solidFill>
                <a:latin typeface="Apple SD Gothic Neo"/>
                <a:ea typeface="Apple SD Gothic Neo"/>
                <a:cs typeface="Apple SD Gothic Neo"/>
              </a:rPr>
              <a:t>입력에 반응하고 준비된 결과를
전달하는 VIA 처리시간을 줄여야 함</a:t>
            </a:r>
          </a:p>
        </p:txBody>
      </p:sp>
      <p:sp>
        <p:nvSpPr>
          <p:cNvPr id="1069" name="necessity-v7-external-cost-distinction">
            <a:extLst xmlns:a="http://schemas.openxmlformats.org/drawingml/2006/main">
              <a:ext uri="{FF2B5EF4-FFF2-40B4-BE49-F238E27FC236}">
                <a16:creationId xmlns:a16="http://schemas.microsoft.com/office/drawing/2014/main" id="{AFE12C3F-B3A1-4838-BD63-9AF56A9FA9EB}"/>
              </a:ext>
            </a:extLst>
          </p:cNvPr>
          <p:cNvSpPr>
            <a:spLocks xmlns:a="http://schemas.openxmlformats.org/drawingml/2006/main" noGrp="1"/>
          </p:cNvSpPr>
          <p:nvPr/>
        </p:nvSpPr>
        <p:spPr>
          <a:xfrm xmlns:a="http://schemas.openxmlformats.org/drawingml/2006/main">
            <a:off x="6700838" y="8672512"/>
            <a:ext cx="500062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697783"/>
                </a:solidFill>
                <a:latin typeface="Apple SD Gothic Neo"/>
                <a:ea typeface="Apple SD Gothic Neo"/>
                <a:cs typeface="Apple SD Gothic Neo"/>
              </a:defRPr>
            </a:pPr>
            <a:r>
              <a:rPr sz="1900" b="0">
                <a:solidFill>
                  <a:srgbClr val="697783"/>
                </a:solidFill>
                <a:latin typeface="Apple SD Gothic Neo"/>
                <a:ea typeface="Apple SD Gothic Neo"/>
                <a:cs typeface="Apple SD Gothic Neo"/>
              </a:rPr>
              <a:t>실제 업무 실행시간과 VIA 처리시간을 구분</a:t>
            </a:r>
          </a:p>
        </p:txBody>
      </p:sp>
      <p:sp>
        <p:nvSpPr>
          <p:cNvPr id="1070" name="necessity-v7-speed-conclusion-green">
            <a:extLst xmlns:a="http://schemas.openxmlformats.org/drawingml/2006/main">
              <a:ext uri="{FF2B5EF4-FFF2-40B4-BE49-F238E27FC236}">
                <a16:creationId xmlns:a16="http://schemas.microsoft.com/office/drawing/2014/main" id="{73C760FD-6514-4070-9ED1-B0FD5837C18E}"/>
              </a:ext>
            </a:extLst>
          </p:cNvPr>
          <p:cNvSpPr>
            <a:spLocks xmlns:a="http://schemas.openxmlformats.org/drawingml/2006/main" noGrp="1"/>
          </p:cNvSpPr>
          <p:nvPr/>
        </p:nvSpPr>
        <p:spPr>
          <a:xfrm xmlns:a="http://schemas.openxmlformats.org/drawingml/2006/main">
            <a:off x="6700838"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071" name="necessity-v7-speed-conclusion">
            <a:extLst xmlns:a="http://schemas.openxmlformats.org/drawingml/2006/main">
              <a:ext uri="{FF2B5EF4-FFF2-40B4-BE49-F238E27FC236}">
                <a16:creationId xmlns:a16="http://schemas.microsoft.com/office/drawing/2014/main" id="{FE4B9B11-39CB-47DB-BD27-0B1D903F02C6}"/>
              </a:ext>
            </a:extLst>
          </p:cNvPr>
          <p:cNvSpPr>
            <a:spLocks xmlns:a="http://schemas.openxmlformats.org/drawingml/2006/main" noGrp="1"/>
          </p:cNvSpPr>
          <p:nvPr/>
        </p:nvSpPr>
        <p:spPr>
          <a:xfrm xmlns:a="http://schemas.openxmlformats.org/drawingml/2006/main">
            <a:off x="6700838"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171B20"/>
                </a:solidFill>
                <a:latin typeface="Apple SD Gothic Neo"/>
                <a:ea typeface="Apple SD Gothic Neo"/>
                <a:cs typeface="Apple SD Gothic Neo"/>
              </a:defRPr>
            </a:pPr>
            <a:r>
              <a:rPr sz="2100" b="1">
                <a:solidFill>
                  <a:srgbClr val="171B20"/>
                </a:solidFill>
                <a:latin typeface="Apple SD Gothic Neo"/>
                <a:ea typeface="Apple SD Gothic Neo"/>
                <a:cs typeface="Apple SD Gothic Neo"/>
              </a:rPr>
              <a:t>VIA 처리시간을 줄여 대화 흐름 유지</a:t>
            </a:r>
          </a:p>
        </p:txBody>
      </p:sp>
      <p:sp>
        <p:nvSpPr>
          <p:cNvPr id="1072" name="necessity-v7-change-heading-1">
            <a:extLst xmlns:a="http://schemas.openxmlformats.org/drawingml/2006/main">
              <a:ext uri="{FF2B5EF4-FFF2-40B4-BE49-F238E27FC236}">
                <a16:creationId xmlns:a16="http://schemas.microsoft.com/office/drawing/2014/main" id="{E89318EF-F55E-4648-A496-AD0441FA92BB}"/>
              </a:ext>
            </a:extLst>
          </p:cNvPr>
          <p:cNvSpPr>
            <a:spLocks xmlns:a="http://schemas.openxmlformats.org/drawingml/2006/main" noGrp="1"/>
          </p:cNvSpPr>
          <p:nvPr/>
        </p:nvSpPr>
        <p:spPr>
          <a:xfrm xmlns:a="http://schemas.openxmlformats.org/drawingml/2006/main">
            <a:off x="12472988"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400" b="1">
                <a:solidFill>
                  <a:srgbClr val="171B20"/>
                </a:solidFill>
                <a:latin typeface="Apple SD Gothic Neo"/>
                <a:ea typeface="Apple SD Gothic Neo"/>
                <a:cs typeface="Apple SD Gothic Neo"/>
              </a:defRPr>
            </a:pPr>
            <a:r>
              <a:rPr sz="2400" b="1">
                <a:solidFill>
                  <a:srgbClr val="171B20"/>
                </a:solidFill>
                <a:latin typeface="Apple SD Gothic Neo"/>
                <a:ea typeface="Apple SD Gothic Neo"/>
                <a:cs typeface="Apple SD Gothic Neo"/>
              </a:rPr>
              <a:t>VIA 내부의 Agent 기술도 발전</a:t>
            </a:r>
          </a:p>
        </p:txBody>
      </p:sp>
      <p:sp>
        <p:nvSpPr>
          <p:cNvPr id="1073" name="necessity-v7-change-desc-1">
            <a:extLst xmlns:a="http://schemas.openxmlformats.org/drawingml/2006/main">
              <a:ext uri="{FF2B5EF4-FFF2-40B4-BE49-F238E27FC236}">
                <a16:creationId xmlns:a16="http://schemas.microsoft.com/office/drawing/2014/main" id="{C474007C-BA48-4456-B8C1-020D23BC176B}"/>
              </a:ext>
            </a:extLst>
          </p:cNvPr>
          <p:cNvSpPr>
            <a:spLocks xmlns:a="http://schemas.openxmlformats.org/drawingml/2006/main" noGrp="1"/>
          </p:cNvSpPr>
          <p:nvPr/>
        </p:nvSpPr>
        <p:spPr>
          <a:xfrm xmlns:a="http://schemas.openxmlformats.org/drawingml/2006/main">
            <a:off x="12730162"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00" b="0">
                <a:solidFill>
                  <a:srgbClr val="171B20"/>
                </a:solidFill>
                <a:latin typeface="Apple SD Gothic Neo"/>
                <a:ea typeface="Apple SD Gothic Neo"/>
                <a:cs typeface="Apple SD Gothic Neo"/>
              </a:defRPr>
            </a:pPr>
            <a:r>
              <a:rPr sz="2000" b="0">
                <a:solidFill>
                  <a:srgbClr val="171B20"/>
                </a:solidFill>
                <a:latin typeface="Apple SD Gothic Neo"/>
                <a:ea typeface="Apple SD Gothic Neo"/>
                <a:cs typeface="Apple SD Gothic Neo"/>
              </a:rPr>
              <a:t>요청 이해와 기억, Context,
상호작용 방식의 변화를 수용</a:t>
            </a:r>
          </a:p>
        </p:txBody>
      </p:sp>
      <p:sp>
        <p:nvSpPr>
          <p:cNvPr id="1074" name="necessity-v7-technology-scope-label">
            <a:extLst xmlns:a="http://schemas.openxmlformats.org/drawingml/2006/main">
              <a:ext uri="{FF2B5EF4-FFF2-40B4-BE49-F238E27FC236}">
                <a16:creationId xmlns:a16="http://schemas.microsoft.com/office/drawing/2014/main" id="{E94C2921-D2C7-42BA-B630-9E4D107E3B19}"/>
              </a:ext>
            </a:extLst>
          </p:cNvPr>
          <p:cNvSpPr>
            <a:spLocks xmlns:a="http://schemas.openxmlformats.org/drawingml/2006/main" noGrp="1"/>
          </p:cNvSpPr>
          <p:nvPr/>
        </p:nvSpPr>
        <p:spPr>
          <a:xfrm xmlns:a="http://schemas.openxmlformats.org/drawingml/2006/main">
            <a:off x="12815888" y="4029075"/>
            <a:ext cx="4914900" cy="3857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06255C"/>
                </a:solidFill>
                <a:latin typeface="Apple SD Gothic Neo"/>
                <a:ea typeface="Apple SD Gothic Neo"/>
                <a:cs typeface="Apple SD Gothic Neo"/>
              </a:defRPr>
            </a:pPr>
            <a:r>
              <a:rPr sz="2400" b="1">
                <a:solidFill>
                  <a:srgbClr val="06255C"/>
                </a:solidFill>
                <a:latin typeface="Apple SD Gothic Neo"/>
                <a:ea typeface="Apple SD Gothic Neo"/>
                <a:cs typeface="Apple SD Gothic Neo"/>
              </a:rPr>
              <a:t>VIA</a:t>
            </a:r>
          </a:p>
        </p:txBody>
      </p:sp>
      <p:sp>
        <p:nvSpPr>
          <p:cNvPr id="1075" name="necessity-v7-technology-scope">
            <a:extLst xmlns:a="http://schemas.openxmlformats.org/drawingml/2006/main">
              <a:ext uri="{FF2B5EF4-FFF2-40B4-BE49-F238E27FC236}">
                <a16:creationId xmlns:a16="http://schemas.microsoft.com/office/drawing/2014/main" id="{1BA43815-939E-4D2F-A475-E6E73732DDE3}"/>
              </a:ext>
            </a:extLst>
          </p:cNvPr>
          <p:cNvSpPr>
            <a:spLocks xmlns:a="http://schemas.openxmlformats.org/drawingml/2006/main" noGrp="1"/>
          </p:cNvSpPr>
          <p:nvPr/>
        </p:nvSpPr>
        <p:spPr>
          <a:xfrm xmlns:a="http://schemas.openxmlformats.org/drawingml/2006/main">
            <a:off x="12730162" y="4500562"/>
            <a:ext cx="4943475" cy="1585912"/>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7145">
            <a:solidFill>
              <a:srgbClr val="AEBBC8"/>
            </a:solidFill>
            <a:prstDash val="solid"/>
          </a:ln>
        </p:spPr>
      </p:sp>
      <p:sp>
        <p:nvSpPr>
          <p:cNvPr id="1076" name="necessity-v7-scope-middle">
            <a:extLst xmlns:a="http://schemas.openxmlformats.org/drawingml/2006/main">
              <a:ext uri="{FF2B5EF4-FFF2-40B4-BE49-F238E27FC236}">
                <a16:creationId xmlns:a16="http://schemas.microsoft.com/office/drawing/2014/main" id="{7D88DD82-4476-41D4-B4CE-B9514B6604C0}"/>
              </a:ext>
            </a:extLst>
          </p:cNvPr>
          <p:cNvSpPr>
            <a:spLocks xmlns:a="http://schemas.openxmlformats.org/drawingml/2006/main" noGrp="1"/>
          </p:cNvSpPr>
          <p:nvPr/>
        </p:nvSpPr>
        <p:spPr>
          <a:xfrm xmlns:a="http://schemas.openxmlformats.org/drawingml/2006/main">
            <a:off x="15201900" y="4700588"/>
            <a:ext cx="0" cy="1185862"/>
          </a:xfrm>
          <a:prstGeom xmlns:a="http://schemas.openxmlformats.org/drawingml/2006/main" prst="line">
            <a:avLst/>
          </a:prstGeom>
          <a:noFill xmlns:a="http://schemas.openxmlformats.org/drawingml/2006/main"/>
          <a:ln xmlns:a="http://schemas.openxmlformats.org/drawingml/2006/main" w="14288">
            <a:solidFill>
              <a:srgbClr val="DCE3E9"/>
            </a:solidFill>
            <a:prstDash val="solid"/>
          </a:ln>
        </p:spPr>
      </p:sp>
      <p:sp>
        <p:nvSpPr>
          <p:cNvPr id="1077" name="necessity-v7-scope-horizontal">
            <a:extLst xmlns:a="http://schemas.openxmlformats.org/drawingml/2006/main">
              <a:ext uri="{FF2B5EF4-FFF2-40B4-BE49-F238E27FC236}">
                <a16:creationId xmlns:a16="http://schemas.microsoft.com/office/drawing/2014/main" id="{32C8606C-B2A5-4202-8CAC-1B385B0F7A09}"/>
              </a:ext>
            </a:extLst>
          </p:cNvPr>
          <p:cNvSpPr>
            <a:spLocks xmlns:a="http://schemas.openxmlformats.org/drawingml/2006/main" noGrp="1"/>
          </p:cNvSpPr>
          <p:nvPr/>
        </p:nvSpPr>
        <p:spPr>
          <a:xfrm xmlns:a="http://schemas.openxmlformats.org/drawingml/2006/main">
            <a:off x="12930188" y="5286375"/>
            <a:ext cx="4543425" cy="0"/>
          </a:xfrm>
          <a:prstGeom xmlns:a="http://schemas.openxmlformats.org/drawingml/2006/main" prst="line">
            <a:avLst/>
          </a:prstGeom>
          <a:noFill xmlns:a="http://schemas.openxmlformats.org/drawingml/2006/main"/>
          <a:ln xmlns:a="http://schemas.openxmlformats.org/drawingml/2006/main" w="14288">
            <a:solidFill>
              <a:srgbClr val="DCE3E9"/>
            </a:solidFill>
            <a:prstDash val="solid"/>
          </a:ln>
        </p:spPr>
      </p:sp>
      <p:sp>
        <p:nvSpPr>
          <p:cNvPr id="1078" name="necessity-v7-technology-model">
            <a:extLst xmlns:a="http://schemas.openxmlformats.org/drawingml/2006/main">
              <a:ext uri="{FF2B5EF4-FFF2-40B4-BE49-F238E27FC236}">
                <a16:creationId xmlns:a16="http://schemas.microsoft.com/office/drawing/2014/main" id="{D24EC2E3-CB7B-4DAC-9556-164E54EEEB9A}"/>
              </a:ext>
            </a:extLst>
          </p:cNvPr>
          <p:cNvSpPr>
            <a:spLocks xmlns:a="http://schemas.openxmlformats.org/drawingml/2006/main" noGrp="1"/>
          </p:cNvSpPr>
          <p:nvPr/>
        </p:nvSpPr>
        <p:spPr>
          <a:xfrm xmlns:a="http://schemas.openxmlformats.org/drawingml/2006/main">
            <a:off x="12873038" y="4714875"/>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06255C"/>
                </a:solidFill>
                <a:latin typeface="Apple SD Gothic Neo"/>
                <a:ea typeface="Apple SD Gothic Neo"/>
                <a:cs typeface="Apple SD Gothic Neo"/>
              </a:defRPr>
            </a:pPr>
            <a:r>
              <a:rPr sz="2000" b="0">
                <a:solidFill>
                  <a:srgbClr val="06255C"/>
                </a:solidFill>
                <a:latin typeface="Apple SD Gothic Neo"/>
                <a:ea typeface="Apple SD Gothic Neo"/>
                <a:cs typeface="Apple SD Gothic Neo"/>
              </a:rPr>
              <a:t>모델과 Runtime</a:t>
            </a:r>
          </a:p>
        </p:txBody>
      </p:sp>
      <p:sp>
        <p:nvSpPr>
          <p:cNvPr id="1079" name="necessity-v7-technology-meaning">
            <a:extLst xmlns:a="http://schemas.openxmlformats.org/drawingml/2006/main">
              <a:ext uri="{FF2B5EF4-FFF2-40B4-BE49-F238E27FC236}">
                <a16:creationId xmlns:a16="http://schemas.microsoft.com/office/drawing/2014/main" id="{C4D20125-88A5-4886-B8CD-7284F9BCD91B}"/>
              </a:ext>
            </a:extLst>
          </p:cNvPr>
          <p:cNvSpPr>
            <a:spLocks xmlns:a="http://schemas.openxmlformats.org/drawingml/2006/main" noGrp="1"/>
          </p:cNvSpPr>
          <p:nvPr/>
        </p:nvSpPr>
        <p:spPr>
          <a:xfrm xmlns:a="http://schemas.openxmlformats.org/drawingml/2006/main">
            <a:off x="15301912" y="4714875"/>
            <a:ext cx="222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06255C"/>
                </a:solidFill>
                <a:latin typeface="Apple SD Gothic Neo"/>
                <a:ea typeface="Apple SD Gothic Neo"/>
                <a:cs typeface="Apple SD Gothic Neo"/>
              </a:defRPr>
            </a:pPr>
            <a:r>
              <a:rPr sz="2000" b="0">
                <a:solidFill>
                  <a:srgbClr val="06255C"/>
                </a:solidFill>
                <a:latin typeface="Apple SD Gothic Neo"/>
                <a:ea typeface="Apple SD Gothic Neo"/>
                <a:cs typeface="Apple SD Gothic Neo"/>
              </a:rPr>
              <a:t>요청 이해</a:t>
            </a:r>
          </a:p>
        </p:txBody>
      </p:sp>
      <p:sp>
        <p:nvSpPr>
          <p:cNvPr id="1080" name="necessity-v7-changed-context">
            <a:extLst xmlns:a="http://schemas.openxmlformats.org/drawingml/2006/main">
              <a:ext uri="{FF2B5EF4-FFF2-40B4-BE49-F238E27FC236}">
                <a16:creationId xmlns:a16="http://schemas.microsoft.com/office/drawing/2014/main" id="{70BE06C4-3741-4171-9704-FE580A766FF6}"/>
              </a:ext>
            </a:extLst>
          </p:cNvPr>
          <p:cNvSpPr>
            <a:spLocks xmlns:a="http://schemas.openxmlformats.org/drawingml/2006/main" noGrp="1"/>
          </p:cNvSpPr>
          <p:nvPr/>
        </p:nvSpPr>
        <p:spPr>
          <a:xfrm xmlns:a="http://schemas.openxmlformats.org/drawingml/2006/main">
            <a:off x="12844462" y="5386388"/>
            <a:ext cx="2314575" cy="485775"/>
          </a:xfrm>
          <a:prstGeom xmlns:a="http://schemas.openxmlformats.org/drawingml/2006/main" prst="roundRect">
            <a:avLst>
              <a:gd name="adj" fmla="val 8824"/>
            </a:avLst>
          </a:prstGeom>
          <a:solidFill xmlns:a="http://schemas.openxmlformats.org/drawingml/2006/main">
            <a:srgbClr val="EAF3E2"/>
          </a:solidFill>
          <a:ln xmlns:a="http://schemas.openxmlformats.org/drawingml/2006/main" w="0">
            <a:noFill/>
            <a:prstDash val="solid"/>
          </a:ln>
        </p:spPr>
      </p:sp>
      <p:sp>
        <p:nvSpPr>
          <p:cNvPr id="1081" name="necessity-v7-technology-context">
            <a:extLst xmlns:a="http://schemas.openxmlformats.org/drawingml/2006/main">
              <a:ext uri="{FF2B5EF4-FFF2-40B4-BE49-F238E27FC236}">
                <a16:creationId xmlns:a16="http://schemas.microsoft.com/office/drawing/2014/main" id="{E29BD903-1114-4BB1-9F1E-56081B016991}"/>
              </a:ext>
            </a:extLst>
          </p:cNvPr>
          <p:cNvSpPr>
            <a:spLocks xmlns:a="http://schemas.openxmlformats.org/drawingml/2006/main" noGrp="1"/>
          </p:cNvSpPr>
          <p:nvPr/>
        </p:nvSpPr>
        <p:spPr>
          <a:xfrm xmlns:a="http://schemas.openxmlformats.org/drawingml/2006/main">
            <a:off x="12873038" y="5414962"/>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1">
                <a:solidFill>
                  <a:srgbClr val="06255C"/>
                </a:solidFill>
                <a:latin typeface="Apple SD Gothic Neo"/>
                <a:ea typeface="Apple SD Gothic Neo"/>
                <a:cs typeface="Apple SD Gothic Neo"/>
              </a:defRPr>
            </a:pPr>
            <a:r>
              <a:rPr sz="2000" b="1">
                <a:solidFill>
                  <a:srgbClr val="06255C"/>
                </a:solidFill>
                <a:latin typeface="Apple SD Gothic Neo"/>
                <a:ea typeface="Apple SD Gothic Neo"/>
                <a:cs typeface="Apple SD Gothic Neo"/>
              </a:rPr>
              <a:t>기억과 Context</a:t>
            </a:r>
          </a:p>
        </p:txBody>
      </p:sp>
      <p:sp>
        <p:nvSpPr>
          <p:cNvPr id="1082" name="necessity-v7-technology-interaction">
            <a:extLst xmlns:a="http://schemas.openxmlformats.org/drawingml/2006/main">
              <a:ext uri="{FF2B5EF4-FFF2-40B4-BE49-F238E27FC236}">
                <a16:creationId xmlns:a16="http://schemas.microsoft.com/office/drawing/2014/main" id="{527F0424-4AA4-411C-9120-A6162EE40B1A}"/>
              </a:ext>
            </a:extLst>
          </p:cNvPr>
          <p:cNvSpPr>
            <a:spLocks xmlns:a="http://schemas.openxmlformats.org/drawingml/2006/main" noGrp="1"/>
          </p:cNvSpPr>
          <p:nvPr/>
        </p:nvSpPr>
        <p:spPr>
          <a:xfrm xmlns:a="http://schemas.openxmlformats.org/drawingml/2006/main">
            <a:off x="15301912" y="5414962"/>
            <a:ext cx="222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06255C"/>
                </a:solidFill>
                <a:latin typeface="Apple SD Gothic Neo"/>
                <a:ea typeface="Apple SD Gothic Neo"/>
                <a:cs typeface="Apple SD Gothic Neo"/>
              </a:defRPr>
            </a:pPr>
            <a:r>
              <a:rPr sz="2000" b="0">
                <a:solidFill>
                  <a:srgbClr val="06255C"/>
                </a:solidFill>
                <a:latin typeface="Apple SD Gothic Neo"/>
                <a:ea typeface="Apple SD Gothic Neo"/>
                <a:cs typeface="Apple SD Gothic Neo"/>
              </a:rPr>
              <a:t>연속 상호작용</a:t>
            </a:r>
          </a:p>
        </p:txBody>
      </p:sp>
      <p:sp>
        <p:nvSpPr>
          <p:cNvPr id="1083" name="necessity-v7-technology-change-caption">
            <a:extLst xmlns:a="http://schemas.openxmlformats.org/drawingml/2006/main">
              <a:ext uri="{FF2B5EF4-FFF2-40B4-BE49-F238E27FC236}">
                <a16:creationId xmlns:a16="http://schemas.microsoft.com/office/drawing/2014/main" id="{31BD7A7C-A8FC-4F2F-917B-17B09F9A11A5}"/>
              </a:ext>
            </a:extLst>
          </p:cNvPr>
          <p:cNvSpPr>
            <a:spLocks xmlns:a="http://schemas.openxmlformats.org/drawingml/2006/main" noGrp="1"/>
          </p:cNvSpPr>
          <p:nvPr/>
        </p:nvSpPr>
        <p:spPr>
          <a:xfrm xmlns:a="http://schemas.openxmlformats.org/drawingml/2006/main">
            <a:off x="12730162" y="6257925"/>
            <a:ext cx="49434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0">
                <a:solidFill>
                  <a:srgbClr val="697783"/>
                </a:solidFill>
                <a:latin typeface="Apple SD Gothic Neo"/>
                <a:ea typeface="Apple SD Gothic Neo"/>
                <a:cs typeface="Apple SD Gothic Neo"/>
              </a:defRPr>
            </a:pPr>
            <a:r>
              <a:rPr sz="1900" b="0">
                <a:solidFill>
                  <a:srgbClr val="697783"/>
                </a:solidFill>
                <a:latin typeface="Apple SD Gothic Neo"/>
                <a:ea typeface="Apple SD Gothic Neo"/>
                <a:cs typeface="Apple SD Gothic Neo"/>
              </a:rPr>
              <a:t>새 기술의 적용 범위를 필요한 부분에 한정</a:t>
            </a:r>
          </a:p>
        </p:txBody>
      </p:sp>
      <p:sp>
        <p:nvSpPr>
          <p:cNvPr id="1084" name="necessity-v7-change-heading-2">
            <a:extLst xmlns:a="http://schemas.openxmlformats.org/drawingml/2006/main">
              <a:ext uri="{FF2B5EF4-FFF2-40B4-BE49-F238E27FC236}">
                <a16:creationId xmlns:a16="http://schemas.microsoft.com/office/drawing/2014/main" id="{DC379961-8C7D-4DFF-AC93-0CA086D9EBDC}"/>
              </a:ext>
            </a:extLst>
          </p:cNvPr>
          <p:cNvSpPr>
            <a:spLocks xmlns:a="http://schemas.openxmlformats.org/drawingml/2006/main" noGrp="1"/>
          </p:cNvSpPr>
          <p:nvPr/>
        </p:nvSpPr>
        <p:spPr>
          <a:xfrm xmlns:a="http://schemas.openxmlformats.org/drawingml/2006/main">
            <a:off x="12472988" y="67722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400" b="1">
                <a:solidFill>
                  <a:srgbClr val="171B20"/>
                </a:solidFill>
                <a:latin typeface="Apple SD Gothic Neo"/>
                <a:ea typeface="Apple SD Gothic Neo"/>
                <a:cs typeface="Apple SD Gothic Neo"/>
              </a:defRPr>
            </a:pPr>
            <a:r>
              <a:rPr sz="2400" b="1">
                <a:solidFill>
                  <a:srgbClr val="171B20"/>
                </a:solidFill>
                <a:latin typeface="Apple SD Gothic Neo"/>
                <a:ea typeface="Apple SD Gothic Neo"/>
                <a:cs typeface="Apple SD Gothic Neo"/>
              </a:rPr>
              <a:t>새로운 Agent와 연동 방식도 등장</a:t>
            </a:r>
          </a:p>
        </p:txBody>
      </p:sp>
      <p:sp>
        <p:nvSpPr>
          <p:cNvPr id="1085" name="necessity-v7-change-desc-2">
            <a:extLst xmlns:a="http://schemas.openxmlformats.org/drawingml/2006/main">
              <a:ext uri="{FF2B5EF4-FFF2-40B4-BE49-F238E27FC236}">
                <a16:creationId xmlns:a16="http://schemas.microsoft.com/office/drawing/2014/main" id="{0A83B57D-CB98-49CB-B8FD-68B54D2F3B27}"/>
              </a:ext>
            </a:extLst>
          </p:cNvPr>
          <p:cNvSpPr>
            <a:spLocks xmlns:a="http://schemas.openxmlformats.org/drawingml/2006/main" noGrp="1"/>
          </p:cNvSpPr>
          <p:nvPr/>
        </p:nvSpPr>
        <p:spPr>
          <a:xfrm xmlns:a="http://schemas.openxmlformats.org/drawingml/2006/main">
            <a:off x="12730162" y="7343775"/>
            <a:ext cx="5000625" cy="671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00" b="0">
                <a:solidFill>
                  <a:srgbClr val="171B20"/>
                </a:solidFill>
                <a:latin typeface="Apple SD Gothic Neo"/>
                <a:ea typeface="Apple SD Gothic Neo"/>
                <a:cs typeface="Apple SD Gothic Neo"/>
              </a:defRPr>
            </a:pPr>
            <a:r>
              <a:rPr sz="2000" b="0">
                <a:solidFill>
                  <a:srgbClr val="171B20"/>
                </a:solidFill>
                <a:latin typeface="Apple SD Gothic Neo"/>
                <a:ea typeface="Apple SD Gothic Neo"/>
                <a:cs typeface="Apple SD Gothic Neo"/>
              </a:rPr>
              <a:t>Downstream Agent의 추가와
연동 방식 변화에 대응</a:t>
            </a:r>
          </a:p>
        </p:txBody>
      </p:sp>
      <p:sp>
        <p:nvSpPr>
          <p:cNvPr id="1086" name="necessity-v7-integration-via">
            <a:extLst xmlns:a="http://schemas.openxmlformats.org/drawingml/2006/main">
              <a:ext uri="{FF2B5EF4-FFF2-40B4-BE49-F238E27FC236}">
                <a16:creationId xmlns:a16="http://schemas.microsoft.com/office/drawing/2014/main" id="{7F08B833-7789-4542-8A6F-30A4F6D22EE8}"/>
              </a:ext>
            </a:extLst>
          </p:cNvPr>
          <p:cNvSpPr>
            <a:spLocks xmlns:a="http://schemas.openxmlformats.org/drawingml/2006/main" noGrp="1"/>
          </p:cNvSpPr>
          <p:nvPr/>
        </p:nvSpPr>
        <p:spPr>
          <a:xfrm xmlns:a="http://schemas.openxmlformats.org/drawingml/2006/main">
            <a:off x="12887325" y="8243888"/>
            <a:ext cx="1085850" cy="614362"/>
          </a:xfrm>
          <a:prstGeom xmlns:a="http://schemas.openxmlformats.org/drawingml/2006/main" prst="roundRect">
            <a:avLst>
              <a:gd name="adj" fmla="val 9302"/>
            </a:avLst>
          </a:prstGeom>
          <a:solidFill xmlns:a="http://schemas.openxmlformats.org/drawingml/2006/main">
            <a:srgbClr val="06255C"/>
          </a:solidFill>
          <a:ln xmlns:a="http://schemas.openxmlformats.org/drawingml/2006/main" w="0">
            <a:noFill/>
            <a:prstDash val="solid"/>
          </a:ln>
        </p:spPr>
      </p:sp>
      <p:sp>
        <p:nvSpPr>
          <p:cNvPr id="1087" name="necessity-v7-integration-via-label">
            <a:extLst xmlns:a="http://schemas.openxmlformats.org/drawingml/2006/main">
              <a:ext uri="{FF2B5EF4-FFF2-40B4-BE49-F238E27FC236}">
                <a16:creationId xmlns:a16="http://schemas.microsoft.com/office/drawing/2014/main" id="{452FDE1F-5570-463A-ADED-D8D3F01AC83E}"/>
              </a:ext>
            </a:extLst>
          </p:cNvPr>
          <p:cNvSpPr>
            <a:spLocks xmlns:a="http://schemas.openxmlformats.org/drawingml/2006/main" noGrp="1"/>
          </p:cNvSpPr>
          <p:nvPr/>
        </p:nvSpPr>
        <p:spPr>
          <a:xfrm xmlns:a="http://schemas.openxmlformats.org/drawingml/2006/main">
            <a:off x="12887325" y="8258175"/>
            <a:ext cx="1085850"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VIA</a:t>
            </a:r>
          </a:p>
        </p:txBody>
      </p:sp>
      <p:sp>
        <p:nvSpPr>
          <p:cNvPr id="1088" name="necessity-v7-integration-junction">
            <a:extLst xmlns:a="http://schemas.openxmlformats.org/drawingml/2006/main">
              <a:ext uri="{FF2B5EF4-FFF2-40B4-BE49-F238E27FC236}">
                <a16:creationId xmlns:a16="http://schemas.microsoft.com/office/drawing/2014/main" id="{65C80AE5-3DEF-41BA-ABC9-FC000B456E47}"/>
              </a:ext>
            </a:extLst>
          </p:cNvPr>
          <p:cNvSpPr>
            <a:spLocks xmlns:a="http://schemas.openxmlformats.org/drawingml/2006/main" noGrp="1"/>
          </p:cNvSpPr>
          <p:nvPr/>
        </p:nvSpPr>
        <p:spPr>
          <a:xfrm xmlns:a="http://schemas.openxmlformats.org/drawingml/2006/main">
            <a:off x="14380370" y="8543925"/>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89" name=""/>
          <p:cNvCxnSpPr>
            <a:stCxn xmlns:a="http://schemas.openxmlformats.org/drawingml/2006/main" id="1086" idx="3"/>
            <a:endCxn xmlns:a="http://schemas.openxmlformats.org/drawingml/2006/main" id="1088" idx="1"/>
          </p:cNvCxnSpPr>
          <p:nvPr/>
        </p:nvCxnSpPr>
        <p:spPr>
          <a:xfrm xmlns:a="http://schemas.openxmlformats.org/drawingml/2006/main">
            <a:off x="13973175" y="8551070"/>
            <a:ext cx="407194" cy="0"/>
          </a:xfrm>
          <a:prstGeom xmlns:a="http://schemas.openxmlformats.org/drawingml/2006/main" prst="straightConnector1">
            <a:avLst/>
          </a:prstGeom>
          <a:ln xmlns:a="http://schemas.openxmlformats.org/drawingml/2006/main" w="20002">
            <a:solidFill>
              <a:srgbClr val="697783"/>
            </a:solidFill>
            <a:prstDash val="solid"/>
          </a:ln>
        </p:spPr>
      </p:cxnSp>
      <p:sp>
        <p:nvSpPr>
          <p:cNvPr id="1090" name="necessity-v7-integration-agent-0">
            <a:extLst xmlns:a="http://schemas.openxmlformats.org/drawingml/2006/main">
              <a:ext uri="{FF2B5EF4-FFF2-40B4-BE49-F238E27FC236}">
                <a16:creationId xmlns:a16="http://schemas.microsoft.com/office/drawing/2014/main" id="{97882924-D104-4292-89FF-E588FC1B14DC}"/>
              </a:ext>
            </a:extLst>
          </p:cNvPr>
          <p:cNvSpPr>
            <a:spLocks xmlns:a="http://schemas.openxmlformats.org/drawingml/2006/main" noGrp="1"/>
          </p:cNvSpPr>
          <p:nvPr/>
        </p:nvSpPr>
        <p:spPr>
          <a:xfrm xmlns:a="http://schemas.openxmlformats.org/drawingml/2006/main">
            <a:off x="15230475" y="8015288"/>
            <a:ext cx="2300288" cy="328612"/>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4288">
            <a:solidFill>
              <a:srgbClr val="AEBBC8"/>
            </a:solidFill>
            <a:prstDash val="solid"/>
          </a:ln>
        </p:spPr>
      </p:sp>
      <p:sp>
        <p:nvSpPr>
          <p:cNvPr id="1091" name="necessity-v7-integration-agent-label-0">
            <a:extLst xmlns:a="http://schemas.openxmlformats.org/drawingml/2006/main">
              <a:ext uri="{FF2B5EF4-FFF2-40B4-BE49-F238E27FC236}">
                <a16:creationId xmlns:a16="http://schemas.microsoft.com/office/drawing/2014/main" id="{74FE5727-59BB-43D0-98D9-2A32368149A6}"/>
              </a:ext>
            </a:extLst>
          </p:cNvPr>
          <p:cNvSpPr>
            <a:spLocks xmlns:a="http://schemas.openxmlformats.org/drawingml/2006/main" noGrp="1"/>
          </p:cNvSpPr>
          <p:nvPr/>
        </p:nvSpPr>
        <p:spPr>
          <a:xfrm xmlns:a="http://schemas.openxmlformats.org/drawingml/2006/main">
            <a:off x="15230475" y="8029575"/>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0">
                <a:solidFill>
                  <a:srgbClr val="697783"/>
                </a:solidFill>
                <a:latin typeface="Apple SD Gothic Neo"/>
                <a:ea typeface="Apple SD Gothic Neo"/>
                <a:cs typeface="Apple SD Gothic Neo"/>
              </a:defRPr>
            </a:pPr>
            <a:r>
              <a:rPr sz="1900" b="0">
                <a:solidFill>
                  <a:srgbClr val="697783"/>
                </a:solidFill>
                <a:latin typeface="Apple SD Gothic Neo"/>
                <a:ea typeface="Apple SD Gothic Neo"/>
                <a:cs typeface="Apple SD Gothic Neo"/>
              </a:rPr>
              <a:t>Agent A</a:t>
            </a:r>
          </a:p>
        </p:txBody>
      </p:sp>
      <p:sp>
        <p:nvSpPr>
          <p:cNvPr id="1092" name="necessity-v7-integration-branch-0">
            <a:extLst xmlns:a="http://schemas.openxmlformats.org/drawingml/2006/main">
              <a:ext uri="{FF2B5EF4-FFF2-40B4-BE49-F238E27FC236}">
                <a16:creationId xmlns:a16="http://schemas.microsoft.com/office/drawing/2014/main" id="{A85DAA69-09B9-4884-B751-BB34C49F35A8}"/>
              </a:ext>
            </a:extLst>
          </p:cNvPr>
          <p:cNvSpPr>
            <a:spLocks xmlns:a="http://schemas.openxmlformats.org/drawingml/2006/main" noGrp="1"/>
          </p:cNvSpPr>
          <p:nvPr/>
        </p:nvSpPr>
        <p:spPr>
          <a:xfrm xmlns:a="http://schemas.openxmlformats.org/drawingml/2006/main">
            <a:off x="14380370" y="8172450"/>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93" name="necessity-v7-integration-spine-0">
            <a:extLst xmlns:a="http://schemas.openxmlformats.org/drawingml/2006/main">
              <a:ext uri="{FF2B5EF4-FFF2-40B4-BE49-F238E27FC236}">
                <a16:creationId xmlns:a16="http://schemas.microsoft.com/office/drawing/2014/main" id="{8CEA9925-8CC8-49FD-B840-F145169DC5B6}"/>
              </a:ext>
            </a:extLst>
          </p:cNvPr>
          <p:cNvSpPr>
            <a:spLocks xmlns:a="http://schemas.openxmlformats.org/drawingml/2006/main" noGrp="1"/>
          </p:cNvSpPr>
          <p:nvPr/>
        </p:nvSpPr>
        <p:spPr>
          <a:xfrm xmlns:a="http://schemas.openxmlformats.org/drawingml/2006/main">
            <a:off x="14387512" y="8179594"/>
            <a:ext cx="0" cy="371475"/>
          </a:xfrm>
          <a:prstGeom xmlns:a="http://schemas.openxmlformats.org/drawingml/2006/main" prst="line">
            <a:avLst/>
          </a:prstGeom>
          <a:noFill xmlns:a="http://schemas.openxmlformats.org/drawingml/2006/main"/>
          <a:ln xmlns:a="http://schemas.openxmlformats.org/drawingml/2006/main" w="17145">
            <a:solidFill>
              <a:srgbClr val="697783"/>
            </a:solidFill>
            <a:prstDash val="solid"/>
          </a:ln>
        </p:spPr>
      </p:sp>
      <p:cxnSp>
        <p:nvCxnSpPr>
          <p:cNvPr id="1094" name=""/>
          <p:cNvCxnSpPr>
            <a:stCxn xmlns:a="http://schemas.openxmlformats.org/drawingml/2006/main" id="1092" idx="3"/>
            <a:endCxn xmlns:a="http://schemas.openxmlformats.org/drawingml/2006/main" id="1090" idx="1"/>
          </p:cNvCxnSpPr>
          <p:nvPr/>
        </p:nvCxnSpPr>
        <p:spPr>
          <a:xfrm xmlns:a="http://schemas.openxmlformats.org/drawingml/2006/main">
            <a:off x="14394657" y="8179594"/>
            <a:ext cx="835818" cy="0"/>
          </a:xfrm>
          <a:prstGeom xmlns:a="http://schemas.openxmlformats.org/drawingml/2006/main" prst="straightConnector1">
            <a:avLst/>
          </a:prstGeom>
          <a:ln xmlns:a="http://schemas.openxmlformats.org/drawingml/2006/main" w="20002">
            <a:solidFill>
              <a:srgbClr val="697783"/>
            </a:solidFill>
            <a:prstDash val="solid"/>
            <a:tailEnd type="triangle" w="sm" len="sm"/>
          </a:ln>
        </p:spPr>
      </p:cxnSp>
      <p:sp>
        <p:nvSpPr>
          <p:cNvPr id="1095" name="necessity-v7-integration-agent-1">
            <a:extLst xmlns:a="http://schemas.openxmlformats.org/drawingml/2006/main">
              <a:ext uri="{FF2B5EF4-FFF2-40B4-BE49-F238E27FC236}">
                <a16:creationId xmlns:a16="http://schemas.microsoft.com/office/drawing/2014/main" id="{E2290987-B8ED-48B0-860A-A52174A107A6}"/>
              </a:ext>
            </a:extLst>
          </p:cNvPr>
          <p:cNvSpPr>
            <a:spLocks xmlns:a="http://schemas.openxmlformats.org/drawingml/2006/main" noGrp="1"/>
          </p:cNvSpPr>
          <p:nvPr/>
        </p:nvSpPr>
        <p:spPr>
          <a:xfrm xmlns:a="http://schemas.openxmlformats.org/drawingml/2006/main">
            <a:off x="15230475" y="8386762"/>
            <a:ext cx="2300288" cy="328612"/>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4288">
            <a:solidFill>
              <a:srgbClr val="AEBBC8"/>
            </a:solidFill>
            <a:prstDash val="solid"/>
          </a:ln>
        </p:spPr>
      </p:sp>
      <p:sp>
        <p:nvSpPr>
          <p:cNvPr id="1096" name="necessity-v7-integration-agent-label-1">
            <a:extLst xmlns:a="http://schemas.openxmlformats.org/drawingml/2006/main">
              <a:ext uri="{FF2B5EF4-FFF2-40B4-BE49-F238E27FC236}">
                <a16:creationId xmlns:a16="http://schemas.microsoft.com/office/drawing/2014/main" id="{9136FA42-A4E0-45E7-BCF3-2B6BBDB5A860}"/>
              </a:ext>
            </a:extLst>
          </p:cNvPr>
          <p:cNvSpPr>
            <a:spLocks xmlns:a="http://schemas.openxmlformats.org/drawingml/2006/main" noGrp="1"/>
          </p:cNvSpPr>
          <p:nvPr/>
        </p:nvSpPr>
        <p:spPr>
          <a:xfrm xmlns:a="http://schemas.openxmlformats.org/drawingml/2006/main">
            <a:off x="15230475" y="8401050"/>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0">
                <a:solidFill>
                  <a:srgbClr val="697783"/>
                </a:solidFill>
                <a:latin typeface="Apple SD Gothic Neo"/>
                <a:ea typeface="Apple SD Gothic Neo"/>
                <a:cs typeface="Apple SD Gothic Neo"/>
              </a:defRPr>
            </a:pPr>
            <a:r>
              <a:rPr sz="1900" b="0">
                <a:solidFill>
                  <a:srgbClr val="697783"/>
                </a:solidFill>
                <a:latin typeface="Apple SD Gothic Neo"/>
                <a:ea typeface="Apple SD Gothic Neo"/>
                <a:cs typeface="Apple SD Gothic Neo"/>
              </a:rPr>
              <a:t>Agent B</a:t>
            </a:r>
          </a:p>
        </p:txBody>
      </p:sp>
      <p:sp>
        <p:nvSpPr>
          <p:cNvPr id="1097" name="necessity-v7-integration-branch-1">
            <a:extLst xmlns:a="http://schemas.openxmlformats.org/drawingml/2006/main">
              <a:ext uri="{FF2B5EF4-FFF2-40B4-BE49-F238E27FC236}">
                <a16:creationId xmlns:a16="http://schemas.microsoft.com/office/drawing/2014/main" id="{D985E603-4F30-47BB-BB52-54FD76C96989}"/>
              </a:ext>
            </a:extLst>
          </p:cNvPr>
          <p:cNvSpPr>
            <a:spLocks xmlns:a="http://schemas.openxmlformats.org/drawingml/2006/main" noGrp="1"/>
          </p:cNvSpPr>
          <p:nvPr/>
        </p:nvSpPr>
        <p:spPr>
          <a:xfrm xmlns:a="http://schemas.openxmlformats.org/drawingml/2006/main">
            <a:off x="14380370" y="8543925"/>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98" name=""/>
          <p:cNvCxnSpPr>
            <a:stCxn xmlns:a="http://schemas.openxmlformats.org/drawingml/2006/main" id="1097" idx="3"/>
            <a:endCxn xmlns:a="http://schemas.openxmlformats.org/drawingml/2006/main" id="1095" idx="1"/>
          </p:cNvCxnSpPr>
          <p:nvPr/>
        </p:nvCxnSpPr>
        <p:spPr>
          <a:xfrm xmlns:a="http://schemas.openxmlformats.org/drawingml/2006/main">
            <a:off x="14394657" y="8551070"/>
            <a:ext cx="835818" cy="0"/>
          </a:xfrm>
          <a:prstGeom xmlns:a="http://schemas.openxmlformats.org/drawingml/2006/main" prst="straightConnector1">
            <a:avLst/>
          </a:prstGeom>
          <a:ln xmlns:a="http://schemas.openxmlformats.org/drawingml/2006/main" w="20002">
            <a:solidFill>
              <a:srgbClr val="697783"/>
            </a:solidFill>
            <a:prstDash val="solid"/>
            <a:tailEnd type="triangle" w="sm" len="sm"/>
          </a:ln>
        </p:spPr>
      </p:cxnSp>
      <p:sp>
        <p:nvSpPr>
          <p:cNvPr id="1099" name="necessity-v7-integration-agent-2">
            <a:extLst xmlns:a="http://schemas.openxmlformats.org/drawingml/2006/main">
              <a:ext uri="{FF2B5EF4-FFF2-40B4-BE49-F238E27FC236}">
                <a16:creationId xmlns:a16="http://schemas.microsoft.com/office/drawing/2014/main" id="{6120ED2B-BF5E-480A-8CBB-E94E1DC26F52}"/>
              </a:ext>
            </a:extLst>
          </p:cNvPr>
          <p:cNvSpPr>
            <a:spLocks xmlns:a="http://schemas.openxmlformats.org/drawingml/2006/main" noGrp="1"/>
          </p:cNvSpPr>
          <p:nvPr/>
        </p:nvSpPr>
        <p:spPr>
          <a:xfrm xmlns:a="http://schemas.openxmlformats.org/drawingml/2006/main">
            <a:off x="15230475" y="8758238"/>
            <a:ext cx="2300288" cy="328612"/>
          </a:xfrm>
          <a:prstGeom xmlns:a="http://schemas.openxmlformats.org/drawingml/2006/main" prst="roundRect">
            <a:avLst>
              <a:gd name="adj" fmla="val 13043"/>
            </a:avLst>
          </a:prstGeom>
          <a:solidFill xmlns:a="http://schemas.openxmlformats.org/drawingml/2006/main">
            <a:srgbClr val="EAF3E2"/>
          </a:solidFill>
          <a:ln xmlns:a="http://schemas.openxmlformats.org/drawingml/2006/main" w="14288">
            <a:solidFill>
              <a:srgbClr val="218FAF"/>
            </a:solidFill>
            <a:prstDash val="solid"/>
          </a:ln>
        </p:spPr>
      </p:sp>
      <p:sp>
        <p:nvSpPr>
          <p:cNvPr id="1100" name="necessity-v7-integration-agent-label-2">
            <a:extLst xmlns:a="http://schemas.openxmlformats.org/drawingml/2006/main">
              <a:ext uri="{FF2B5EF4-FFF2-40B4-BE49-F238E27FC236}">
                <a16:creationId xmlns:a16="http://schemas.microsoft.com/office/drawing/2014/main" id="{3FC5F8DD-6359-42D1-9E1F-9C48EC8F7F42}"/>
              </a:ext>
            </a:extLst>
          </p:cNvPr>
          <p:cNvSpPr>
            <a:spLocks xmlns:a="http://schemas.openxmlformats.org/drawingml/2006/main" noGrp="1"/>
          </p:cNvSpPr>
          <p:nvPr/>
        </p:nvSpPr>
        <p:spPr>
          <a:xfrm xmlns:a="http://schemas.openxmlformats.org/drawingml/2006/main">
            <a:off x="15230475" y="8772525"/>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1">
                <a:solidFill>
                  <a:srgbClr val="218FAF"/>
                </a:solidFill>
                <a:latin typeface="Apple SD Gothic Neo"/>
                <a:ea typeface="Apple SD Gothic Neo"/>
                <a:cs typeface="Apple SD Gothic Neo"/>
              </a:defRPr>
            </a:pPr>
            <a:r>
              <a:rPr sz="1900" b="1">
                <a:solidFill>
                  <a:srgbClr val="218FAF"/>
                </a:solidFill>
                <a:latin typeface="Apple SD Gothic Neo"/>
                <a:ea typeface="Apple SD Gothic Neo"/>
                <a:cs typeface="Apple SD Gothic Neo"/>
              </a:rPr>
              <a:t>새 Agent</a:t>
            </a:r>
          </a:p>
        </p:txBody>
      </p:sp>
      <p:sp>
        <p:nvSpPr>
          <p:cNvPr id="1101" name="necessity-v7-integration-branch-2">
            <a:extLst xmlns:a="http://schemas.openxmlformats.org/drawingml/2006/main">
              <a:ext uri="{FF2B5EF4-FFF2-40B4-BE49-F238E27FC236}">
                <a16:creationId xmlns:a16="http://schemas.microsoft.com/office/drawing/2014/main" id="{CEF3B099-2C6A-47C9-8DFC-BC535B8CA562}"/>
              </a:ext>
            </a:extLst>
          </p:cNvPr>
          <p:cNvSpPr>
            <a:spLocks xmlns:a="http://schemas.openxmlformats.org/drawingml/2006/main" noGrp="1"/>
          </p:cNvSpPr>
          <p:nvPr/>
        </p:nvSpPr>
        <p:spPr>
          <a:xfrm xmlns:a="http://schemas.openxmlformats.org/drawingml/2006/main">
            <a:off x="14380370" y="8915400"/>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102" name="necessity-v7-integration-spine-2">
            <a:extLst xmlns:a="http://schemas.openxmlformats.org/drawingml/2006/main">
              <a:ext uri="{FF2B5EF4-FFF2-40B4-BE49-F238E27FC236}">
                <a16:creationId xmlns:a16="http://schemas.microsoft.com/office/drawing/2014/main" id="{E38C354A-812E-48C4-8842-9FCEE56F2334}"/>
              </a:ext>
            </a:extLst>
          </p:cNvPr>
          <p:cNvSpPr>
            <a:spLocks xmlns:a="http://schemas.openxmlformats.org/drawingml/2006/main" noGrp="1"/>
          </p:cNvSpPr>
          <p:nvPr/>
        </p:nvSpPr>
        <p:spPr>
          <a:xfrm xmlns:a="http://schemas.openxmlformats.org/drawingml/2006/main">
            <a:off x="14387512" y="8551070"/>
            <a:ext cx="0" cy="371475"/>
          </a:xfrm>
          <a:prstGeom xmlns:a="http://schemas.openxmlformats.org/drawingml/2006/main" prst="line">
            <a:avLst/>
          </a:prstGeom>
          <a:noFill xmlns:a="http://schemas.openxmlformats.org/drawingml/2006/main"/>
          <a:ln xmlns:a="http://schemas.openxmlformats.org/drawingml/2006/main" w="17145">
            <a:solidFill>
              <a:srgbClr val="218FAF"/>
            </a:solidFill>
            <a:prstDash val="solid"/>
          </a:ln>
        </p:spPr>
      </p:sp>
      <p:cxnSp>
        <p:nvCxnSpPr>
          <p:cNvPr id="1103" name=""/>
          <p:cNvCxnSpPr>
            <a:stCxn xmlns:a="http://schemas.openxmlformats.org/drawingml/2006/main" id="1101" idx="3"/>
            <a:endCxn xmlns:a="http://schemas.openxmlformats.org/drawingml/2006/main" id="1099" idx="1"/>
          </p:cNvCxnSpPr>
          <p:nvPr/>
        </p:nvCxnSpPr>
        <p:spPr>
          <a:xfrm xmlns:a="http://schemas.openxmlformats.org/drawingml/2006/main">
            <a:off x="14394657" y="8922544"/>
            <a:ext cx="835818" cy="0"/>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104" name="necessity-v7-change-conclusion-green">
            <a:extLst xmlns:a="http://schemas.openxmlformats.org/drawingml/2006/main">
              <a:ext uri="{FF2B5EF4-FFF2-40B4-BE49-F238E27FC236}">
                <a16:creationId xmlns:a16="http://schemas.microsoft.com/office/drawing/2014/main" id="{40B34D24-87FC-478E-9432-830B40180665}"/>
              </a:ext>
            </a:extLst>
          </p:cNvPr>
          <p:cNvSpPr>
            <a:spLocks xmlns:a="http://schemas.openxmlformats.org/drawingml/2006/main" noGrp="1"/>
          </p:cNvSpPr>
          <p:nvPr/>
        </p:nvSpPr>
        <p:spPr>
          <a:xfrm xmlns:a="http://schemas.openxmlformats.org/drawingml/2006/main">
            <a:off x="12730162"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105" name="necessity-v7-change-conclusion">
            <a:extLst xmlns:a="http://schemas.openxmlformats.org/drawingml/2006/main">
              <a:ext uri="{FF2B5EF4-FFF2-40B4-BE49-F238E27FC236}">
                <a16:creationId xmlns:a16="http://schemas.microsoft.com/office/drawing/2014/main" id="{F0572FE0-3119-4FF7-B41D-D9900848F705}"/>
              </a:ext>
            </a:extLst>
          </p:cNvPr>
          <p:cNvSpPr>
            <a:spLocks xmlns:a="http://schemas.openxmlformats.org/drawingml/2006/main" noGrp="1"/>
          </p:cNvSpPr>
          <p:nvPr/>
        </p:nvSpPr>
        <p:spPr>
          <a:xfrm xmlns:a="http://schemas.openxmlformats.org/drawingml/2006/main">
            <a:off x="12730162"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171B20"/>
                </a:solidFill>
                <a:latin typeface="Apple SD Gothic Neo"/>
                <a:ea typeface="Apple SD Gothic Neo"/>
                <a:cs typeface="Apple SD Gothic Neo"/>
              </a:defRPr>
            </a:pPr>
            <a:r>
              <a:rPr sz="2100" b="1">
                <a:solidFill>
                  <a:srgbClr val="171B20"/>
                </a:solidFill>
                <a:latin typeface="Apple SD Gothic Neo"/>
                <a:ea typeface="Apple SD Gothic Neo"/>
                <a:cs typeface="Apple SD Gothic Neo"/>
              </a:rPr>
              <a:t>기존 기능을 유지하며 기술 발전 수용</a:t>
            </a:r>
          </a:p>
        </p:txBody>
      </p:sp>
    </p:spTree>
    <p:extLst>
      <p:ext uri="{BB962C8B-B14F-4D97-AF65-F5344CB8AC3E}">
        <p14:creationId xmlns:p14="http://schemas.microsoft.com/office/powerpoint/2010/main" val="665895680"/>
      </p:ext>
    </p:extLst>
  </p:cSld>
</p:sld>
</file>

<file path=ppt/slides/slide4.xml><?xml version="1.0" encoding="utf-8"?>
<p:sld xmlns:p="http://schemas.openxmlformats.org/presentationml/2006/main">
  <p:cSld name="representative-scenario">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itle">
            <a:extLst xmlns:a="http://schemas.openxmlformats.org/drawingml/2006/main">
              <a:ext uri="{FF2B5EF4-FFF2-40B4-BE49-F238E27FC236}">
                <a16:creationId xmlns:a16="http://schemas.microsoft.com/office/drawing/2014/main" id="{46F7D485-C964-46E9-A0CE-CDC23268F0C7}"/>
              </a:ext>
            </a:extLst>
          </p:cNvPr>
          <p:cNvSpPr>
            <a:spLocks xmlns:a="http://schemas.openxmlformats.org/drawingml/2006/main" noGrp="1"/>
          </p:cNvSpPr>
          <p:nvPr/>
        </p:nvSpPr>
        <p:spPr>
          <a:xfrm xmlns:a="http://schemas.openxmlformats.org/drawingml/2006/main">
            <a:off x="571500" y="214312"/>
            <a:ext cx="10058400"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대표 시나리오</a:t>
            </a:r>
          </a:p>
        </p:txBody>
      </p:sp>
      <p:sp>
        <p:nvSpPr>
          <p:cNvPr id="2" name="section-0">
            <a:extLst xmlns:a="http://schemas.openxmlformats.org/drawingml/2006/main">
              <a:ext uri="{FF2B5EF4-FFF2-40B4-BE49-F238E27FC236}">
                <a16:creationId xmlns:a16="http://schemas.microsoft.com/office/drawing/2014/main" id="{20627BC3-C17E-4ECB-8D90-84B3CDD85147}"/>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3" name="section-label-0">
            <a:extLst xmlns:a="http://schemas.openxmlformats.org/drawingml/2006/main">
              <a:ext uri="{FF2B5EF4-FFF2-40B4-BE49-F238E27FC236}">
                <a16:creationId xmlns:a16="http://schemas.microsoft.com/office/drawing/2014/main" id="{594294E0-16A6-4BF9-84BC-3A17ABB9236F}"/>
              </a:ext>
            </a:extLst>
          </p:cNvPr>
          <p:cNvSpPr>
            <a:spLocks xmlns:a="http://schemas.openxmlformats.org/drawingml/2006/main" noGrp="1"/>
          </p:cNvSpPr>
          <p:nvPr/>
        </p:nvSpPr>
        <p:spPr>
          <a:xfrm xmlns:a="http://schemas.openxmlformats.org/drawingml/2006/main">
            <a:off x="1104423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과제 소개</a:t>
            </a:r>
          </a:p>
        </p:txBody>
      </p:sp>
      <p:sp>
        <p:nvSpPr>
          <p:cNvPr id="4" name="section-1">
            <a:extLst xmlns:a="http://schemas.openxmlformats.org/drawingml/2006/main">
              <a:ext uri="{FF2B5EF4-FFF2-40B4-BE49-F238E27FC236}">
                <a16:creationId xmlns:a16="http://schemas.microsoft.com/office/drawing/2014/main" id="{97AB402B-EC30-4A94-87A4-96FBB07F024A}"/>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5" name="section-label-1">
            <a:extLst xmlns:a="http://schemas.openxmlformats.org/drawingml/2006/main">
              <a:ext uri="{FF2B5EF4-FFF2-40B4-BE49-F238E27FC236}">
                <a16:creationId xmlns:a16="http://schemas.microsoft.com/office/drawing/2014/main" id="{F8B2CBA6-5C2F-48E7-A45B-F7F4937EAD27}"/>
              </a:ext>
            </a:extLst>
          </p:cNvPr>
          <p:cNvSpPr>
            <a:spLocks xmlns:a="http://schemas.openxmlformats.org/drawingml/2006/main" noGrp="1"/>
          </p:cNvSpPr>
          <p:nvPr/>
        </p:nvSpPr>
        <p:spPr>
          <a:xfrm xmlns:a="http://schemas.openxmlformats.org/drawingml/2006/main">
            <a:off x="12387262"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요구사항 분석</a:t>
            </a:r>
          </a:p>
        </p:txBody>
      </p:sp>
      <p:sp>
        <p:nvSpPr>
          <p:cNvPr id="6" name="section-2">
            <a:extLst xmlns:a="http://schemas.openxmlformats.org/drawingml/2006/main">
              <a:ext uri="{FF2B5EF4-FFF2-40B4-BE49-F238E27FC236}">
                <a16:creationId xmlns:a16="http://schemas.microsoft.com/office/drawing/2014/main" id="{5D16BE09-CF50-44BB-BEFD-FBDA196F12C4}"/>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7" name="section-label-2">
            <a:extLst xmlns:a="http://schemas.openxmlformats.org/drawingml/2006/main">
              <a:ext uri="{FF2B5EF4-FFF2-40B4-BE49-F238E27FC236}">
                <a16:creationId xmlns:a16="http://schemas.microsoft.com/office/drawing/2014/main" id="{D842BAC8-B832-47D2-8D12-6BDD33D3CC9D}"/>
              </a:ext>
            </a:extLst>
          </p:cNvPr>
          <p:cNvSpPr>
            <a:spLocks xmlns:a="http://schemas.openxmlformats.org/drawingml/2006/main" noGrp="1"/>
          </p:cNvSpPr>
          <p:nvPr/>
        </p:nvSpPr>
        <p:spPr>
          <a:xfrm xmlns:a="http://schemas.openxmlformats.org/drawingml/2006/main">
            <a:off x="1373028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설계</a:t>
            </a:r>
          </a:p>
        </p:txBody>
      </p:sp>
      <p:sp>
        <p:nvSpPr>
          <p:cNvPr id="8" name="section-3">
            <a:extLst xmlns:a="http://schemas.openxmlformats.org/drawingml/2006/main">
              <a:ext uri="{FF2B5EF4-FFF2-40B4-BE49-F238E27FC236}">
                <a16:creationId xmlns:a16="http://schemas.microsoft.com/office/drawing/2014/main" id="{B6F9D7ED-363F-4286-BDD4-67556B86292D}"/>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9" name="section-label-3">
            <a:extLst xmlns:a="http://schemas.openxmlformats.org/drawingml/2006/main">
              <a:ext uri="{FF2B5EF4-FFF2-40B4-BE49-F238E27FC236}">
                <a16:creationId xmlns:a16="http://schemas.microsoft.com/office/drawing/2014/main" id="{B467D0E6-2704-4D2E-8C2C-E5592A943B84}"/>
              </a:ext>
            </a:extLst>
          </p:cNvPr>
          <p:cNvSpPr>
            <a:spLocks xmlns:a="http://schemas.openxmlformats.org/drawingml/2006/main" noGrp="1"/>
          </p:cNvSpPr>
          <p:nvPr/>
        </p:nvSpPr>
        <p:spPr>
          <a:xfrm xmlns:a="http://schemas.openxmlformats.org/drawingml/2006/main">
            <a:off x="15073312"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구현 및 검증</a:t>
            </a:r>
          </a:p>
        </p:txBody>
      </p:sp>
      <p:sp>
        <p:nvSpPr>
          <p:cNvPr id="10" name="section-4">
            <a:extLst xmlns:a="http://schemas.openxmlformats.org/drawingml/2006/main">
              <a:ext uri="{FF2B5EF4-FFF2-40B4-BE49-F238E27FC236}">
                <a16:creationId xmlns:a16="http://schemas.microsoft.com/office/drawing/2014/main" id="{DF6231EB-4064-404D-AC37-EE49327DC1EE}"/>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1" name="section-label-4">
            <a:extLst xmlns:a="http://schemas.openxmlformats.org/drawingml/2006/main">
              <a:ext uri="{FF2B5EF4-FFF2-40B4-BE49-F238E27FC236}">
                <a16:creationId xmlns:a16="http://schemas.microsoft.com/office/drawing/2014/main" id="{796213A6-DC64-4F3D-9652-57DC33BFCF91}"/>
              </a:ext>
            </a:extLst>
          </p:cNvPr>
          <p:cNvSpPr>
            <a:spLocks xmlns:a="http://schemas.openxmlformats.org/drawingml/2006/main" noGrp="1"/>
          </p:cNvSpPr>
          <p:nvPr/>
        </p:nvSpPr>
        <p:spPr>
          <a:xfrm xmlns:a="http://schemas.openxmlformats.org/drawingml/2006/main">
            <a:off x="1641633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결론</a:t>
            </a:r>
          </a:p>
        </p:txBody>
      </p:sp>
      <p:sp>
        <p:nvSpPr>
          <p:cNvPr id="12" name="header-rule">
            <a:extLst xmlns:a="http://schemas.openxmlformats.org/drawingml/2006/main">
              <a:ext uri="{FF2B5EF4-FFF2-40B4-BE49-F238E27FC236}">
                <a16:creationId xmlns:a16="http://schemas.microsoft.com/office/drawing/2014/main" id="{B2FFB637-6F21-40C6-93AB-2459860B94D3}"/>
              </a:ext>
            </a:extLst>
          </p:cNvPr>
          <p:cNvSpPr>
            <a:spLocks xmlns:a="http://schemas.openxmlformats.org/drawingml/2006/main" noGrp="1"/>
          </p:cNvSpPr>
          <p:nvPr/>
        </p:nvSpPr>
        <p:spPr>
          <a:xfrm xmlns:a="http://schemas.openxmlformats.org/drawingml/2006/main">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13" name="story-subtitle">
            <a:extLst xmlns:a="http://schemas.openxmlformats.org/drawingml/2006/main">
              <a:ext uri="{FF2B5EF4-FFF2-40B4-BE49-F238E27FC236}">
                <a16:creationId xmlns:a16="http://schemas.microsoft.com/office/drawing/2014/main" id="{47F356DB-9521-48F7-85C3-C5F3CD458536}"/>
              </a:ext>
            </a:extLst>
          </p:cNvPr>
          <p:cNvSpPr>
            <a:spLocks xmlns:a="http://schemas.openxmlformats.org/drawingml/2006/main" noGrp="1"/>
          </p:cNvSpPr>
          <p:nvPr/>
        </p:nvSpPr>
        <p:spPr>
          <a:xfrm xmlns:a="http://schemas.openxmlformats.org/drawingml/2006/main">
            <a:off x="600075" y="1357312"/>
            <a:ext cx="17087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3200" b="1">
                <a:solidFill>
                  <a:srgbClr val="122445"/>
                </a:solidFill>
                <a:latin typeface="Apple SD Gothic Neo"/>
                <a:ea typeface="Apple SD Gothic Neo"/>
                <a:cs typeface="Apple SD Gothic Neo"/>
              </a:defRPr>
            </a:pPr>
            <a:r>
              <a:rPr sz="3200" b="1">
                <a:solidFill>
                  <a:srgbClr val="122445"/>
                </a:solidFill>
                <a:latin typeface="Apple SD Gothic Neo"/>
                <a:ea typeface="Apple SD Gothic Neo"/>
                <a:cs typeface="Apple SD Gothic Neo"/>
              </a:rPr>
              <a:t>표를 설명받고, 보고서와 메일 초안을 맡긴 뒤 대화로 작업을 이어가는 상황</a:t>
            </a:r>
          </a:p>
        </p:txBody>
      </p:sp>
      <p:sp>
        <p:nvSpPr>
          <p:cNvPr id="14" name="scene-1-heading">
            <a:extLst xmlns:a="http://schemas.openxmlformats.org/drawingml/2006/main">
              <a:ext uri="{FF2B5EF4-FFF2-40B4-BE49-F238E27FC236}">
                <a16:creationId xmlns:a16="http://schemas.microsoft.com/office/drawing/2014/main" id="{C5511969-CEC3-491E-AB61-000EC3136B73}"/>
              </a:ext>
            </a:extLst>
          </p:cNvPr>
          <p:cNvSpPr>
            <a:spLocks xmlns:a="http://schemas.openxmlformats.org/drawingml/2006/main" noGrp="1"/>
          </p:cNvSpPr>
          <p:nvPr/>
        </p:nvSpPr>
        <p:spPr>
          <a:xfrm xmlns:a="http://schemas.openxmlformats.org/drawingml/2006/main">
            <a:off x="5715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600" b="1">
                <a:solidFill>
                  <a:srgbClr val="258FAF"/>
                </a:solidFill>
                <a:latin typeface="Apple SD Gothic Neo"/>
                <a:ea typeface="Apple SD Gothic Neo"/>
                <a:cs typeface="Apple SD Gothic Neo"/>
              </a:defRPr>
            </a:pPr>
            <a:r>
              <a:rPr sz="2600" b="1">
                <a:solidFill>
                  <a:srgbClr val="258FAF"/>
                </a:solidFill>
                <a:latin typeface="Apple SD Gothic Neo"/>
                <a:ea typeface="Apple SD Gothic Neo"/>
                <a:cs typeface="Apple SD Gothic Neo"/>
              </a:rPr>
              <a:t>① 화면을 짚어 질문</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12e7293f74449f5"/>
          <a:stretch xmlns:a="http://schemas.openxmlformats.org/drawingml/2006/main"/>
        </p:blipFill>
        <p:spPr>
          <a:xfrm xmlns:a="http://schemas.openxmlformats.org/drawingml/2006/main">
            <a:off x="571500" y="2686050"/>
            <a:ext cx="3200400" cy="2400300"/>
          </a:xfrm>
          <a:prstGeom xmlns:a="http://schemas.openxmlformats.org/drawingml/2006/main" prst="rect">
            <a:avLst/>
          </a:prstGeom>
        </p:spPr>
      </p:pic>
      <p:sp>
        <p:nvSpPr>
          <p:cNvPr id="16" name="scene-1-quote">
            <a:extLst xmlns:a="http://schemas.openxmlformats.org/drawingml/2006/main">
              <a:ext uri="{FF2B5EF4-FFF2-40B4-BE49-F238E27FC236}">
                <a16:creationId xmlns:a16="http://schemas.microsoft.com/office/drawing/2014/main" id="{691EB006-7091-4E58-A0DB-372F04BD0BE7}"/>
              </a:ext>
            </a:extLst>
          </p:cNvPr>
          <p:cNvSpPr>
            <a:spLocks xmlns:a="http://schemas.openxmlformats.org/drawingml/2006/main" noGrp="1"/>
          </p:cNvSpPr>
          <p:nvPr/>
        </p:nvSpPr>
        <p:spPr>
          <a:xfrm xmlns:a="http://schemas.openxmlformats.org/drawingml/2006/main">
            <a:off x="5715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“이 표의 핵심을</a:t>
            </a:r>
          </a:p>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설명해줘.”</a:t>
            </a:r>
          </a:p>
        </p:txBody>
      </p:sp>
      <p:sp>
        <p:nvSpPr>
          <p:cNvPr id="17" name="scene-1-behavior">
            <a:extLst xmlns:a="http://schemas.openxmlformats.org/drawingml/2006/main">
              <a:ext uri="{FF2B5EF4-FFF2-40B4-BE49-F238E27FC236}">
                <a16:creationId xmlns:a16="http://schemas.microsoft.com/office/drawing/2014/main" id="{D24BD105-AA78-44A0-83C1-FE0B8B4F10B1}"/>
              </a:ext>
            </a:extLst>
          </p:cNvPr>
          <p:cNvSpPr>
            <a:spLocks xmlns:a="http://schemas.openxmlformats.org/drawingml/2006/main" noGrp="1"/>
          </p:cNvSpPr>
          <p:nvPr/>
        </p:nvSpPr>
        <p:spPr>
          <a:xfrm xmlns:a="http://schemas.openxmlformats.org/drawingml/2006/main">
            <a:off x="5715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당시 화면의 표를 지정</a:t>
            </a:r>
          </a:p>
          <a:p xmlns:a="http://schemas.openxmlformats.org/drawingml/2006/main">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VIA가 핵심을 직접 설명</a:t>
            </a:r>
          </a:p>
        </p:txBody>
      </p:sp>
      <p:sp>
        <p:nvSpPr>
          <p:cNvPr id="18" name="scene-2-heading">
            <a:extLst xmlns:a="http://schemas.openxmlformats.org/drawingml/2006/main">
              <a:ext uri="{FF2B5EF4-FFF2-40B4-BE49-F238E27FC236}">
                <a16:creationId xmlns:a16="http://schemas.microsoft.com/office/drawing/2014/main" id="{F444B45D-43D8-4C1A-8A6A-75510E1BFE21}"/>
              </a:ext>
            </a:extLst>
          </p:cNvPr>
          <p:cNvSpPr>
            <a:spLocks xmlns:a="http://schemas.openxmlformats.org/drawingml/2006/main" noGrp="1"/>
          </p:cNvSpPr>
          <p:nvPr/>
        </p:nvSpPr>
        <p:spPr>
          <a:xfrm xmlns:a="http://schemas.openxmlformats.org/drawingml/2006/main">
            <a:off x="405765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600" b="1">
                <a:solidFill>
                  <a:srgbClr val="258FAF"/>
                </a:solidFill>
                <a:latin typeface="Apple SD Gothic Neo"/>
                <a:ea typeface="Apple SD Gothic Neo"/>
                <a:cs typeface="Apple SD Gothic Neo"/>
              </a:defRPr>
            </a:pPr>
            <a:r>
              <a:rPr sz="2600" b="1">
                <a:solidFill>
                  <a:srgbClr val="258FAF"/>
                </a:solidFill>
                <a:latin typeface="Apple SD Gothic Neo"/>
                <a:ea typeface="Apple SD Gothic Neo"/>
                <a:cs typeface="Apple SD Gothic Neo"/>
              </a:rPr>
              <a:t>② 두 업무를 위임</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7d0fe689e32e4185"/>
          <a:stretch xmlns:a="http://schemas.openxmlformats.org/drawingml/2006/main"/>
        </p:blipFill>
        <p:spPr>
          <a:xfrm xmlns:a="http://schemas.openxmlformats.org/drawingml/2006/main">
            <a:off x="4057650" y="2686050"/>
            <a:ext cx="3200400" cy="2400300"/>
          </a:xfrm>
          <a:prstGeom xmlns:a="http://schemas.openxmlformats.org/drawingml/2006/main" prst="rect">
            <a:avLst/>
          </a:prstGeom>
        </p:spPr>
      </p:pic>
      <p:sp>
        <p:nvSpPr>
          <p:cNvPr id="20" name="scene-2-quote">
            <a:extLst xmlns:a="http://schemas.openxmlformats.org/drawingml/2006/main">
              <a:ext uri="{FF2B5EF4-FFF2-40B4-BE49-F238E27FC236}">
                <a16:creationId xmlns:a16="http://schemas.microsoft.com/office/drawing/2014/main" id="{5C2FC624-B809-4890-B7CF-A40661BCF06A}"/>
              </a:ext>
            </a:extLst>
          </p:cNvPr>
          <p:cNvSpPr>
            <a:spLocks xmlns:a="http://schemas.openxmlformats.org/drawingml/2006/main" noGrp="1"/>
          </p:cNvSpPr>
          <p:nvPr/>
        </p:nvSpPr>
        <p:spPr>
          <a:xfrm xmlns:a="http://schemas.openxmlformats.org/drawingml/2006/main">
            <a:off x="405765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“이 내용으로 PDF</a:t>
            </a:r>
          </a:p>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보고서 만들어줘.</a:t>
            </a:r>
          </a:p>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회의 안내 메일은</a:t>
            </a:r>
          </a:p>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초안만 작성해줘.”</a:t>
            </a:r>
          </a:p>
        </p:txBody>
      </p:sp>
      <p:sp>
        <p:nvSpPr>
          <p:cNvPr id="21" name="scene-2-behavior">
            <a:extLst xmlns:a="http://schemas.openxmlformats.org/drawingml/2006/main">
              <a:ext uri="{FF2B5EF4-FFF2-40B4-BE49-F238E27FC236}">
                <a16:creationId xmlns:a16="http://schemas.microsoft.com/office/drawing/2014/main" id="{B49DEA0C-5527-4A70-B806-7F62CFCE5A8F}"/>
              </a:ext>
            </a:extLst>
          </p:cNvPr>
          <p:cNvSpPr>
            <a:spLocks xmlns:a="http://schemas.openxmlformats.org/drawingml/2006/main" noGrp="1"/>
          </p:cNvSpPr>
          <p:nvPr/>
        </p:nvSpPr>
        <p:spPr>
          <a:xfrm xmlns:a="http://schemas.openxmlformats.org/drawingml/2006/main">
            <a:off x="405765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앞선 설명으로 두 업무 위임</a:t>
            </a:r>
          </a:p>
          <a:p xmlns:a="http://schemas.openxmlformats.org/drawingml/2006/main">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PDF와 ‘초안만’ 조건 보존</a:t>
            </a:r>
          </a:p>
        </p:txBody>
      </p:sp>
      <p:sp>
        <p:nvSpPr>
          <p:cNvPr id="22" name="scene-3-heading">
            <a:extLst xmlns:a="http://schemas.openxmlformats.org/drawingml/2006/main">
              <a:ext uri="{FF2B5EF4-FFF2-40B4-BE49-F238E27FC236}">
                <a16:creationId xmlns:a16="http://schemas.microsoft.com/office/drawing/2014/main" id="{5955D440-3682-4EF4-BF97-B254C94F2564}"/>
              </a:ext>
            </a:extLst>
          </p:cNvPr>
          <p:cNvSpPr>
            <a:spLocks xmlns:a="http://schemas.openxmlformats.org/drawingml/2006/main" noGrp="1"/>
          </p:cNvSpPr>
          <p:nvPr/>
        </p:nvSpPr>
        <p:spPr>
          <a:xfrm xmlns:a="http://schemas.openxmlformats.org/drawingml/2006/main">
            <a:off x="75438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600" b="1">
                <a:solidFill>
                  <a:srgbClr val="258FAF"/>
                </a:solidFill>
                <a:latin typeface="Apple SD Gothic Neo"/>
                <a:ea typeface="Apple SD Gothic Neo"/>
                <a:cs typeface="Apple SD Gothic Neo"/>
              </a:defRPr>
            </a:pPr>
            <a:r>
              <a:rPr sz="2600" b="1">
                <a:solidFill>
                  <a:srgbClr val="258FAF"/>
                </a:solidFill>
                <a:latin typeface="Apple SD Gothic Neo"/>
                <a:ea typeface="Apple SD Gothic Neo"/>
                <a:cs typeface="Apple SD Gothic Neo"/>
              </a:rPr>
              <a:t>③ 말하는 도중 정정</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c14f194c893430b"/>
          <a:stretch xmlns:a="http://schemas.openxmlformats.org/drawingml/2006/main"/>
        </p:blipFill>
        <p:spPr>
          <a:xfrm xmlns:a="http://schemas.openxmlformats.org/drawingml/2006/main">
            <a:off x="7543800" y="2686050"/>
            <a:ext cx="3200400" cy="2400300"/>
          </a:xfrm>
          <a:prstGeom xmlns:a="http://schemas.openxmlformats.org/drawingml/2006/main" prst="rect">
            <a:avLst/>
          </a:prstGeom>
        </p:spPr>
      </p:pic>
      <p:sp>
        <p:nvSpPr>
          <p:cNvPr id="24" name="scene-3-quote">
            <a:extLst xmlns:a="http://schemas.openxmlformats.org/drawingml/2006/main">
              <a:ext uri="{FF2B5EF4-FFF2-40B4-BE49-F238E27FC236}">
                <a16:creationId xmlns:a16="http://schemas.microsoft.com/office/drawing/2014/main" id="{CCE8EA90-40AF-42D8-8483-731D01F7CDF7}"/>
              </a:ext>
            </a:extLst>
          </p:cNvPr>
          <p:cNvSpPr>
            <a:spLocks xmlns:a="http://schemas.openxmlformats.org/drawingml/2006/main" noGrp="1"/>
          </p:cNvSpPr>
          <p:nvPr/>
        </p:nvSpPr>
        <p:spPr>
          <a:xfrm xmlns:a="http://schemas.openxmlformats.org/drawingml/2006/main">
            <a:off x="75438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“잠깐, 보고서는 지난번</a:t>
            </a:r>
          </a:p>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고친 형식으로 만들어줘.</a:t>
            </a:r>
          </a:p>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메일은 그대로 진행해.”</a:t>
            </a:r>
          </a:p>
        </p:txBody>
      </p:sp>
      <p:sp>
        <p:nvSpPr>
          <p:cNvPr id="25" name="scene-3-behavior">
            <a:extLst xmlns:a="http://schemas.openxmlformats.org/drawingml/2006/main">
              <a:ext uri="{FF2B5EF4-FFF2-40B4-BE49-F238E27FC236}">
                <a16:creationId xmlns:a16="http://schemas.microsoft.com/office/drawing/2014/main" id="{CCA6DEBB-4F56-42DC-AD0B-4607FC971EBD}"/>
              </a:ext>
            </a:extLst>
          </p:cNvPr>
          <p:cNvSpPr>
            <a:spLocks xmlns:a="http://schemas.openxmlformats.org/drawingml/2006/main" noGrp="1"/>
          </p:cNvSpPr>
          <p:nvPr/>
        </p:nvSpPr>
        <p:spPr>
          <a:xfrm xmlns:a="http://schemas.openxmlformats.org/drawingml/2006/main">
            <a:off x="75438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음성 응답을 즉시 중단</a:t>
            </a:r>
          </a:p>
          <a:p xmlns:a="http://schemas.openxmlformats.org/drawingml/2006/main">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보고서의 형식만 변경</a:t>
            </a:r>
          </a:p>
        </p:txBody>
      </p:sp>
      <p:sp>
        <p:nvSpPr>
          <p:cNvPr id="26" name="scene-4-heading">
            <a:extLst xmlns:a="http://schemas.openxmlformats.org/drawingml/2006/main">
              <a:ext uri="{FF2B5EF4-FFF2-40B4-BE49-F238E27FC236}">
                <a16:creationId xmlns:a16="http://schemas.microsoft.com/office/drawing/2014/main" id="{9DB00A0E-71FC-453F-80B7-2DD7772B4A75}"/>
              </a:ext>
            </a:extLst>
          </p:cNvPr>
          <p:cNvSpPr>
            <a:spLocks xmlns:a="http://schemas.openxmlformats.org/drawingml/2006/main" noGrp="1"/>
          </p:cNvSpPr>
          <p:nvPr/>
        </p:nvSpPr>
        <p:spPr>
          <a:xfrm xmlns:a="http://schemas.openxmlformats.org/drawingml/2006/main">
            <a:off x="1102995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600" b="1">
                <a:solidFill>
                  <a:srgbClr val="258FAF"/>
                </a:solidFill>
                <a:latin typeface="Apple SD Gothic Neo"/>
                <a:ea typeface="Apple SD Gothic Neo"/>
                <a:cs typeface="Apple SD Gothic Neo"/>
              </a:defRPr>
            </a:pPr>
            <a:r>
              <a:rPr sz="2600" b="1">
                <a:solidFill>
                  <a:srgbClr val="258FAF"/>
                </a:solidFill>
                <a:latin typeface="Apple SD Gothic Neo"/>
                <a:ea typeface="Apple SD Gothic Neo"/>
                <a:cs typeface="Apple SD Gothic Neo"/>
              </a:rPr>
              <a:t>④ 해당 업무에 답변</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926c21a837c1492e"/>
          <a:stretch xmlns:a="http://schemas.openxmlformats.org/drawingml/2006/main"/>
        </p:blipFill>
        <p:spPr>
          <a:xfrm xmlns:a="http://schemas.openxmlformats.org/drawingml/2006/main">
            <a:off x="11029950" y="2686050"/>
            <a:ext cx="3200400" cy="2400300"/>
          </a:xfrm>
          <a:prstGeom xmlns:a="http://schemas.openxmlformats.org/drawingml/2006/main" prst="rect">
            <a:avLst/>
          </a:prstGeom>
        </p:spPr>
      </p:pic>
      <p:sp>
        <p:nvSpPr>
          <p:cNvPr id="28" name="scene-4-quote">
            <a:extLst xmlns:a="http://schemas.openxmlformats.org/drawingml/2006/main">
              <a:ext uri="{FF2B5EF4-FFF2-40B4-BE49-F238E27FC236}">
                <a16:creationId xmlns:a16="http://schemas.microsoft.com/office/drawing/2014/main" id="{4D94570C-5467-41D6-8C6E-E2AAAF0ADD90}"/>
              </a:ext>
            </a:extLst>
          </p:cNvPr>
          <p:cNvSpPr>
            <a:spLocks xmlns:a="http://schemas.openxmlformats.org/drawingml/2006/main" noGrp="1"/>
          </p:cNvSpPr>
          <p:nvPr/>
        </p:nvSpPr>
        <p:spPr>
          <a:xfrm xmlns:a="http://schemas.openxmlformats.org/drawingml/2006/main">
            <a:off x="1102995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VIA “초안의</a:t>
            </a:r>
          </a:p>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받는 사람은?”</a:t>
            </a:r>
          </a:p>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사용자 “영업팀.”</a:t>
            </a:r>
          </a:p>
        </p:txBody>
      </p:sp>
      <p:sp>
        <p:nvSpPr>
          <p:cNvPr id="29" name="scene-4-behavior">
            <a:extLst xmlns:a="http://schemas.openxmlformats.org/drawingml/2006/main">
              <a:ext uri="{FF2B5EF4-FFF2-40B4-BE49-F238E27FC236}">
                <a16:creationId xmlns:a16="http://schemas.microsoft.com/office/drawing/2014/main" id="{35249B1C-946B-40EB-964E-37DBC59AE3A6}"/>
              </a:ext>
            </a:extLst>
          </p:cNvPr>
          <p:cNvSpPr>
            <a:spLocks xmlns:a="http://schemas.openxmlformats.org/drawingml/2006/main" noGrp="1"/>
          </p:cNvSpPr>
          <p:nvPr/>
        </p:nvSpPr>
        <p:spPr>
          <a:xfrm xmlns:a="http://schemas.openxmlformats.org/drawingml/2006/main">
            <a:off x="1102995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정정 중 도착한 질문을 보류</a:t>
            </a:r>
          </a:p>
          <a:p xmlns:a="http://schemas.openxmlformats.org/drawingml/2006/main">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발화 후 메일에 답변 연결</a:t>
            </a:r>
          </a:p>
        </p:txBody>
      </p:sp>
      <p:sp>
        <p:nvSpPr>
          <p:cNvPr id="30" name="scene-5-heading">
            <a:extLst xmlns:a="http://schemas.openxmlformats.org/drawingml/2006/main">
              <a:ext uri="{FF2B5EF4-FFF2-40B4-BE49-F238E27FC236}">
                <a16:creationId xmlns:a16="http://schemas.microsoft.com/office/drawing/2014/main" id="{D2E74A05-3BE2-41CD-A790-11D160FBE758}"/>
              </a:ext>
            </a:extLst>
          </p:cNvPr>
          <p:cNvSpPr>
            <a:spLocks xmlns:a="http://schemas.openxmlformats.org/drawingml/2006/main" noGrp="1"/>
          </p:cNvSpPr>
          <p:nvPr/>
        </p:nvSpPr>
        <p:spPr>
          <a:xfrm xmlns:a="http://schemas.openxmlformats.org/drawingml/2006/main">
            <a:off x="145161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600" b="1">
                <a:solidFill>
                  <a:srgbClr val="258FAF"/>
                </a:solidFill>
                <a:latin typeface="Apple SD Gothic Neo"/>
                <a:ea typeface="Apple SD Gothic Neo"/>
                <a:cs typeface="Apple SD Gothic Neo"/>
              </a:defRPr>
            </a:pPr>
            <a:r>
              <a:rPr sz="2600" b="1">
                <a:solidFill>
                  <a:srgbClr val="258FAF"/>
                </a:solidFill>
                <a:latin typeface="Apple SD Gothic Neo"/>
                <a:ea typeface="Apple SD Gothic Neo"/>
                <a:cs typeface="Apple SD Gothic Neo"/>
              </a:rPr>
              <a:t>⑤ Text로 상태 확인</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e7e7daa896bb48e9"/>
          <a:stretch xmlns:a="http://schemas.openxmlformats.org/drawingml/2006/main"/>
        </p:blipFill>
        <p:spPr>
          <a:xfrm xmlns:a="http://schemas.openxmlformats.org/drawingml/2006/main">
            <a:off x="14516100" y="2686050"/>
            <a:ext cx="3200400" cy="2400300"/>
          </a:xfrm>
          <a:prstGeom xmlns:a="http://schemas.openxmlformats.org/drawingml/2006/main" prst="rect">
            <a:avLst/>
          </a:prstGeom>
        </p:spPr>
      </p:pic>
      <p:sp>
        <p:nvSpPr>
          <p:cNvPr id="32" name="scene-5-quote">
            <a:extLst xmlns:a="http://schemas.openxmlformats.org/drawingml/2006/main">
              <a:ext uri="{FF2B5EF4-FFF2-40B4-BE49-F238E27FC236}">
                <a16:creationId xmlns:a16="http://schemas.microsoft.com/office/drawing/2014/main" id="{893A4672-D5DF-455D-940A-8A6C3023211E}"/>
              </a:ext>
            </a:extLst>
          </p:cNvPr>
          <p:cNvSpPr>
            <a:spLocks xmlns:a="http://schemas.openxmlformats.org/drawingml/2006/main" noGrp="1"/>
          </p:cNvSpPr>
          <p:nvPr/>
        </p:nvSpPr>
        <p:spPr>
          <a:xfrm xmlns:a="http://schemas.openxmlformats.org/drawingml/2006/main">
            <a:off x="145161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“아까 보고서</a:t>
            </a:r>
          </a:p>
          <a:p xmlns:a="http://schemas.openxmlformats.org/drawingml/2006/main">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어디까지 됐어?”</a:t>
            </a:r>
          </a:p>
        </p:txBody>
      </p:sp>
      <p:sp>
        <p:nvSpPr>
          <p:cNvPr id="33" name="scene-5-behavior">
            <a:extLst xmlns:a="http://schemas.openxmlformats.org/drawingml/2006/main">
              <a:ext uri="{FF2B5EF4-FFF2-40B4-BE49-F238E27FC236}">
                <a16:creationId xmlns:a16="http://schemas.microsoft.com/office/drawing/2014/main" id="{58D903F9-C2B1-4D00-91ED-95DE64352D92}"/>
              </a:ext>
            </a:extLst>
          </p:cNvPr>
          <p:cNvSpPr>
            <a:spLocks xmlns:a="http://schemas.openxmlformats.org/drawingml/2006/main" noGrp="1"/>
          </p:cNvSpPr>
          <p:nvPr/>
        </p:nvSpPr>
        <p:spPr>
          <a:xfrm xmlns:a="http://schemas.openxmlformats.org/drawingml/2006/main">
            <a:off x="145161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음성을 끄고 Text로 전환</a:t>
            </a:r>
          </a:p>
          <a:p xmlns:a="http://schemas.openxmlformats.org/drawingml/2006/main">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기존 업무의 확인된 상태 전달</a:t>
            </a:r>
          </a:p>
        </p:txBody>
      </p:sp>
      <p:graphicFrame>
        <p:nvGraphicFramePr>
          <p:cNvPr id="70" name=""/>
          <p:cNvGraphicFramePr/>
          <p:nvPr/>
        </p:nvGraphicFramePr>
        <p:xfrm>
          <a:off xmlns:a="http://schemas.openxmlformats.org/drawingml/2006/main" x="571500" y="8343900"/>
          <a:ext xmlns:a="http://schemas.openxmlformats.org/drawingml/2006/main" cx="17145000" cy="1285875"/>
        </p:xfrm>
        <a:graphic xmlns:a="http://schemas.openxmlformats.org/drawingml/2006/main">
          <a:graphicData uri="http://schemas.openxmlformats.org/drawingml/2006/table">
            <a:tbl>
              <a:tblPr firstRow="0" bandRow="0"/>
              <a:tblGrid>
                <a:gridCol w="3486150"/>
                <a:gridCol w="3414712"/>
                <a:gridCol w="3414712"/>
                <a:gridCol w="3414712"/>
                <a:gridCol w="3414712"/>
              </a:tblGrid>
              <a:tr h="428625">
                <a:tc>
                  <a:txBody>
                    <a:bodyPr/>
                    <a:lstStyle/>
                    <a:p>
                      <a:pPr algn="l"/>
                      <a:r>
                        <a:rPr sz="1900" b="1">
                          <a:solidFill>
                            <a:srgbClr val="FFFFFF"/>
                          </a:solidFill>
                          <a:latin typeface="Apple SD Gothic Neo"/>
                          <a:ea typeface="Apple SD Gothic Neo"/>
                          <a:cs typeface="Apple SD Gothic Neo"/>
                        </a:rPr>
                        <a:t>업무 상태</a:t>
                      </a:r>
                    </a:p>
                  </a:txBody>
                  <a:tcPr marL="128588" marR="128588" marT="14288" marB="14288" anchor="ctr">
                    <a:solidFill>
                      <a:srgbClr val="122445"/>
                    </a:solidFill>
                  </a:tcPr>
                </a:tc>
                <a:tc>
                  <a:txBody>
                    <a:bodyPr/>
                    <a:lstStyle/>
                    <a:p>
                      <a:pPr algn="l"/>
                      <a:r>
                        <a:rPr sz="1900" b="1">
                          <a:solidFill>
                            <a:srgbClr val="FFFFFF"/>
                          </a:solidFill>
                          <a:latin typeface="Apple SD Gothic Neo"/>
                          <a:ea typeface="Apple SD Gothic Neo"/>
                          <a:cs typeface="Apple SD Gothic Neo"/>
                        </a:rPr>
                        <a:t>② 위임</a:t>
                      </a:r>
                    </a:p>
                  </a:txBody>
                  <a:tcPr marL="128588" marR="128588" marT="14288" marB="14288" anchor="ctr">
                    <a:solidFill>
                      <a:srgbClr val="122445"/>
                    </a:solidFill>
                  </a:tcPr>
                </a:tc>
                <a:tc>
                  <a:txBody>
                    <a:bodyPr/>
                    <a:lstStyle/>
                    <a:p>
                      <a:pPr algn="l"/>
                      <a:r>
                        <a:rPr sz="1900" b="1">
                          <a:solidFill>
                            <a:srgbClr val="FFFFFF"/>
                          </a:solidFill>
                          <a:latin typeface="Apple SD Gothic Neo"/>
                          <a:ea typeface="Apple SD Gothic Neo"/>
                          <a:cs typeface="Apple SD Gothic Neo"/>
                        </a:rPr>
                        <a:t>③ 부분 정정</a:t>
                      </a:r>
                    </a:p>
                  </a:txBody>
                  <a:tcPr marL="128588" marR="128588" marT="14288" marB="14288" anchor="ctr">
                    <a:solidFill>
                      <a:srgbClr val="122445"/>
                    </a:solidFill>
                  </a:tcPr>
                </a:tc>
                <a:tc>
                  <a:txBody>
                    <a:bodyPr/>
                    <a:lstStyle/>
                    <a:p>
                      <a:pPr algn="l"/>
                      <a:r>
                        <a:rPr sz="1900" b="1">
                          <a:solidFill>
                            <a:srgbClr val="FFFFFF"/>
                          </a:solidFill>
                          <a:latin typeface="Apple SD Gothic Neo"/>
                          <a:ea typeface="Apple SD Gothic Neo"/>
                          <a:cs typeface="Apple SD Gothic Neo"/>
                        </a:rPr>
                        <a:t>④ 질문·답변</a:t>
                      </a:r>
                    </a:p>
                  </a:txBody>
                  <a:tcPr marL="128588" marR="128588" marT="14288" marB="14288" anchor="ctr">
                    <a:solidFill>
                      <a:srgbClr val="122445"/>
                    </a:solidFill>
                  </a:tcPr>
                </a:tc>
                <a:tc>
                  <a:txBody>
                    <a:bodyPr/>
                    <a:lstStyle/>
                    <a:p>
                      <a:pPr algn="l"/>
                      <a:r>
                        <a:rPr sz="1900" b="1">
                          <a:solidFill>
                            <a:srgbClr val="FFFFFF"/>
                          </a:solidFill>
                          <a:latin typeface="Apple SD Gothic Neo"/>
                          <a:ea typeface="Apple SD Gothic Neo"/>
                          <a:cs typeface="Apple SD Gothic Neo"/>
                        </a:rPr>
                        <a:t>⑤ 상태 확인</a:t>
                      </a:r>
                    </a:p>
                  </a:txBody>
                  <a:tcPr marL="128588" marR="128588" marT="14288" marB="14288" anchor="ctr">
                    <a:solidFill>
                      <a:srgbClr val="122445"/>
                    </a:solidFill>
                  </a:tcPr>
                </a:tc>
              </a:tr>
              <a:tr h="428625">
                <a:tc>
                  <a:txBody>
                    <a:bodyPr/>
                    <a:lstStyle/>
                    <a:p>
                      <a:pPr algn="l"/>
                      <a:r>
                        <a:rPr sz="1900" b="1">
                          <a:solidFill>
                            <a:srgbClr val="20262C"/>
                          </a:solidFill>
                          <a:latin typeface="Apple SD Gothic Neo"/>
                          <a:ea typeface="Apple SD Gothic Neo"/>
                          <a:cs typeface="Apple SD Gothic Neo"/>
                        </a:rPr>
                        <a:t>보고서</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PDF 작성</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이전 형식 적용, PDF 유지</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작성 계속</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확인된 진행 상태 전달</a:t>
                      </a:r>
                    </a:p>
                  </a:txBody>
                  <a:tcPr marL="128588" marR="128588" marT="14288" marB="14288" anchor="ctr">
                    <a:solidFill>
                      <a:srgbClr val="FFFFFF"/>
                    </a:solidFill>
                  </a:tcPr>
                </a:tc>
              </a:tr>
              <a:tr h="428625">
                <a:tc>
                  <a:txBody>
                    <a:bodyPr/>
                    <a:lstStyle/>
                    <a:p>
                      <a:pPr algn="l"/>
                      <a:r>
                        <a:rPr sz="1900" b="1">
                          <a:solidFill>
                            <a:srgbClr val="20262C"/>
                          </a:solidFill>
                          <a:latin typeface="Apple SD Gothic Neo"/>
                          <a:ea typeface="Apple SD Gothic Neo"/>
                          <a:cs typeface="Apple SD Gothic Neo"/>
                        </a:rPr>
                        <a:t>메일 초안</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초안만 작성</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기존 지시 유지</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받는 사람: 영업팀</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초안 상태 유지</a:t>
                      </a:r>
                    </a:p>
                  </a:txBody>
                  <a:tcPr marL="128588" marR="128588" marT="14288" marB="14288" anchor="ctr">
                    <a:solidFill>
                      <a:srgbClr val="FFFFFF"/>
                    </a:solidFill>
                  </a:tcPr>
                </a:tc>
              </a:tr>
            </a:tbl>
          </a:graphicData>
        </a:graphic>
      </p:graphicFrame>
      <p:sp>
        <p:nvSpPr>
          <p:cNvPr id="35" name="role-boundary">
            <a:extLst xmlns:a="http://schemas.openxmlformats.org/drawingml/2006/main">
              <a:ext uri="{FF2B5EF4-FFF2-40B4-BE49-F238E27FC236}">
                <a16:creationId xmlns:a16="http://schemas.microsoft.com/office/drawing/2014/main" id="{18F976E7-BC2C-4ABE-97FC-1718E9E62D45}"/>
              </a:ext>
            </a:extLst>
          </p:cNvPr>
          <p:cNvSpPr>
            <a:spLocks xmlns:a="http://schemas.openxmlformats.org/drawingml/2006/main" noGrp="1"/>
          </p:cNvSpPr>
          <p:nvPr/>
        </p:nvSpPr>
        <p:spPr>
          <a:xfrm xmlns:a="http://schemas.openxmlformats.org/drawingml/2006/main">
            <a:off x="671512" y="9858375"/>
            <a:ext cx="16573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700" b="0">
                <a:solidFill>
                  <a:srgbClr val="657079"/>
                </a:solidFill>
                <a:latin typeface="Apple SD Gothic Neo"/>
                <a:ea typeface="Apple SD Gothic Neo"/>
                <a:cs typeface="Apple SD Gothic Neo"/>
              </a:defRPr>
            </a:pPr>
            <a:r>
              <a:rPr sz="1700" b="0">
                <a:solidFill>
                  <a:srgbClr val="657079"/>
                </a:solidFill>
                <a:latin typeface="Apple SD Gothic Neo"/>
                <a:ea typeface="Apple SD Gothic Neo"/>
                <a:cs typeface="Apple SD Gothic Neo"/>
              </a:rPr>
              <a:t>VIA: 요청 이해와 대화·업무 연결     Downstream Agent: 보고서·메일 초안의 실제 작성</a:t>
            </a:r>
          </a:p>
        </p:txBody>
      </p:sp>
      <p:sp>
        <p:nvSpPr>
          <p:cNvPr id="36" name="page-number">
            <a:extLst xmlns:a="http://schemas.openxmlformats.org/drawingml/2006/main">
              <a:ext uri="{FF2B5EF4-FFF2-40B4-BE49-F238E27FC236}">
                <a16:creationId xmlns:a16="http://schemas.microsoft.com/office/drawing/2014/main" id="{0247B05C-8071-4B4A-91A2-F4EFB8862C21}"/>
              </a:ext>
            </a:extLst>
          </p:cNvPr>
          <p:cNvSpPr>
            <a:spLocks xmlns:a="http://schemas.openxmlformats.org/drawingml/2006/main" noGrp="1"/>
          </p:cNvSpPr>
          <p:nvPr/>
        </p:nvSpPr>
        <p:spPr>
          <a:xfrm xmlns:a="http://schemas.openxmlformats.org/drawingml/2006/main">
            <a:off x="17630775" y="9858375"/>
            <a:ext cx="228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500" b="0">
                <a:solidFill>
                  <a:srgbClr val="657079"/>
                </a:solidFill>
                <a:latin typeface="Apple SD Gothic Neo"/>
                <a:ea typeface="Apple SD Gothic Neo"/>
                <a:cs typeface="Apple SD Gothic Neo"/>
              </a:defRPr>
            </a:pPr>
            <a:r>
              <a:rPr sz="1500" b="0">
                <a:solidFill>
                  <a:srgbClr val="657079"/>
                </a:solidFill>
                <a:latin typeface="Apple SD Gothic Neo"/>
                <a:ea typeface="Apple SD Gothic Neo"/>
                <a:cs typeface="Apple SD Gothic Neo"/>
              </a:rPr>
              <a:t>4</a:t>
            </a:r>
          </a:p>
        </p:txBody>
      </p:sp>
    </p:spTree>
    <p:extLst>
      <p:ext uri="{BB962C8B-B14F-4D97-AF65-F5344CB8AC3E}">
        <p14:creationId xmlns:p14="http://schemas.microsoft.com/office/powerpoint/2010/main" val="679796911"/>
      </p:ext>
    </p:extLst>
  </p:cSld>
</p:sld>
</file>

<file path=ppt/slides/slide5.xml><?xml version="1.0" encoding="utf-8"?>
<p:sld xmlns:p="http://schemas.openxmlformats.org/presentationml/2006/main">
  <p:cSld name="functional-requirements">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092BEB7-8E0A-41CB-A00E-B902962BF04A}"/>
              </a:ext>
            </a:extLst>
          </p:cNvPr>
          <p:cNvSpPr>
            <a:spLocks xmlns:a="http://schemas.openxmlformats.org/drawingml/2006/main" noGrp="1"/>
          </p:cNvSpPr>
          <p:nvPr/>
        </p:nvSpPr>
        <p:spPr>
          <a:xfrm xmlns:a="http://schemas.openxmlformats.org/drawingml/2006/main">
            <a:off x="457200" y="304800"/>
            <a:ext cx="17373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B35"/>
                </a:solidFill>
                <a:latin typeface="Apple SD Gothic Neo"/>
                <a:ea typeface="Apple SD Gothic Neo"/>
                <a:cs typeface="Apple SD Gothic Neo"/>
              </a:defRPr>
            </a:pPr>
            <a:r>
              <a:rPr sz="4800" b="1">
                <a:solidFill>
                  <a:srgbClr val="202B35"/>
                </a:solidFill>
                <a:latin typeface="Apple SD Gothic Neo"/>
                <a:ea typeface="Apple SD Gothic Neo"/>
                <a:cs typeface="Apple SD Gothic Neo"/>
              </a:rPr>
              <a:t>기능 요구사항 및 제약사항</a:t>
            </a:r>
          </a:p>
        </p:txBody>
      </p:sp>
      <p:sp>
        <p:nvSpPr>
          <p:cNvPr id="2" name="functional-heading">
            <a:extLst xmlns:a="http://schemas.openxmlformats.org/drawingml/2006/main">
              <a:ext uri="{FF2B5EF4-FFF2-40B4-BE49-F238E27FC236}">
                <a16:creationId xmlns:a16="http://schemas.microsoft.com/office/drawing/2014/main" id="{D342F900-6824-479E-8844-5EB8A5366A74}"/>
              </a:ext>
            </a:extLst>
          </p:cNvPr>
          <p:cNvSpPr>
            <a:spLocks xmlns:a="http://schemas.openxmlformats.org/drawingml/2006/main" noGrp="1"/>
          </p:cNvSpPr>
          <p:nvPr/>
        </p:nvSpPr>
        <p:spPr>
          <a:xfrm xmlns:a="http://schemas.openxmlformats.org/drawingml/2006/main">
            <a:off x="457200" y="1266825"/>
            <a:ext cx="1737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2873B9"/>
                </a:solidFill>
                <a:latin typeface="Apple SD Gothic Neo"/>
                <a:ea typeface="Apple SD Gothic Neo"/>
                <a:cs typeface="Apple SD Gothic Neo"/>
              </a:defRPr>
            </a:pPr>
            <a:r>
              <a:rPr sz="2700" b="1">
                <a:solidFill>
                  <a:srgbClr val="2873B9"/>
                </a:solidFill>
                <a:latin typeface="Apple SD Gothic Neo"/>
                <a:ea typeface="Apple SD Gothic Neo"/>
                <a:cs typeface="Apple SD Gothic Neo"/>
              </a:rPr>
              <a:t>기능 요구사항</a:t>
            </a:r>
          </a:p>
        </p:txBody>
      </p:sp>
      <p:graphicFrame>
        <p:nvGraphicFramePr>
          <p:cNvPr id="9" name=""/>
          <p:cNvGraphicFramePr/>
          <p:nvPr/>
        </p:nvGraphicFramePr>
        <p:xfrm>
          <a:off xmlns:a="http://schemas.openxmlformats.org/drawingml/2006/main" x="457200" y="1809750"/>
          <a:ext xmlns:a="http://schemas.openxmlformats.org/drawingml/2006/main" cx="17373600" cy="4991100"/>
        </p:xfrm>
        <a:graphic xmlns:a="http://schemas.openxmlformats.org/drawingml/2006/main">
          <a:graphicData uri="http://schemas.openxmlformats.org/drawingml/2006/table">
            <a:tbl>
              <a:tblPr firstRow="0" bandRow="0"/>
              <a:tblGrid>
                <a:gridCol w="952500"/>
                <a:gridCol w="3333750"/>
                <a:gridCol w="10572750"/>
                <a:gridCol w="2514600"/>
              </a:tblGrid>
              <a:tr h="476250">
                <a:tc>
                  <a:txBody>
                    <a:bodyPr/>
                    <a:lstStyle/>
                    <a:p>
                      <a:pPr algn="ctr"/>
                      <a:r>
                        <a:rPr sz="2000" b="1">
                          <a:solidFill>
                            <a:srgbClr val="FFFFFF"/>
                          </a:solidFill>
                          <a:latin typeface="Apple SD Gothic Neo"/>
                          <a:ea typeface="Apple SD Gothic Neo"/>
                          <a:cs typeface="Apple SD Gothic Neo"/>
                        </a:rPr>
                        <a:t>ID</a:t>
                      </a:r>
                    </a:p>
                  </a:txBody>
                  <a:tcPr marL="95250" marR="95250" marT="19050" marB="19050" anchor="ctr">
                    <a:solidFill>
                      <a:srgbClr val="2873B9"/>
                    </a:solidFill>
                  </a:tcPr>
                </a:tc>
                <a:tc>
                  <a:txBody>
                    <a:bodyPr/>
                    <a:lstStyle/>
                    <a:p>
                      <a:pPr algn="ctr"/>
                      <a:r>
                        <a:rPr sz="2000" b="1">
                          <a:solidFill>
                            <a:srgbClr val="FFFFFF"/>
                          </a:solidFill>
                          <a:latin typeface="Apple SD Gothic Neo"/>
                          <a:ea typeface="Apple SD Gothic Neo"/>
                          <a:cs typeface="Apple SD Gothic Neo"/>
                        </a:rPr>
                        <a:t>기능 요구사항명</a:t>
                      </a:r>
                    </a:p>
                  </a:txBody>
                  <a:tcPr marL="95250" marR="95250" marT="19050" marB="19050" anchor="ctr">
                    <a:solidFill>
                      <a:srgbClr val="2873B9"/>
                    </a:solidFill>
                  </a:tcPr>
                </a:tc>
                <a:tc>
                  <a:txBody>
                    <a:bodyPr/>
                    <a:lstStyle/>
                    <a:p>
                      <a:pPr algn="l"/>
                      <a:r>
                        <a:rPr sz="2000" b="1">
                          <a:solidFill>
                            <a:srgbClr val="FFFFFF"/>
                          </a:solidFill>
                          <a:latin typeface="Apple SD Gothic Neo"/>
                          <a:ea typeface="Apple SD Gothic Neo"/>
                          <a:cs typeface="Apple SD Gothic Neo"/>
                        </a:rPr>
                        <a:t>설명</a:t>
                      </a:r>
                    </a:p>
                  </a:txBody>
                  <a:tcPr marL="152400" marR="152400" marT="19050" marB="19050" anchor="ctr">
                    <a:solidFill>
                      <a:srgbClr val="2873B9"/>
                    </a:solidFill>
                  </a:tcPr>
                </a:tc>
                <a:tc>
                  <a:txBody>
                    <a:bodyPr/>
                    <a:lstStyle/>
                    <a:p>
                      <a:pPr algn="ctr"/>
                      <a:r>
                        <a:rPr sz="2000" b="1">
                          <a:solidFill>
                            <a:srgbClr val="FFFFFF"/>
                          </a:solidFill>
                          <a:latin typeface="Apple SD Gothic Neo"/>
                          <a:ea typeface="Apple SD Gothic Neo"/>
                          <a:cs typeface="Apple SD Gothic Neo"/>
                        </a:rPr>
                        <a:t>관련 DP</a:t>
                      </a:r>
                    </a:p>
                  </a:txBody>
                  <a:tcPr marL="95250" marR="95250" marT="19050" marB="19050" anchor="ctr">
                    <a:solidFill>
                      <a:srgbClr val="2873B9"/>
                    </a:solidFill>
                  </a:tcPr>
                </a:tc>
              </a:tr>
              <a:tr h="752475">
                <a:tc>
                  <a:txBody>
                    <a:bodyPr/>
                    <a:lstStyle/>
                    <a:p>
                      <a:pPr algn="ctr"/>
                      <a:r>
                        <a:rPr sz="2200" b="1">
                          <a:solidFill>
                            <a:srgbClr val="2873B9"/>
                          </a:solidFill>
                          <a:latin typeface="Apple SD Gothic Neo"/>
                          <a:ea typeface="Apple SD Gothic Neo"/>
                          <a:cs typeface="Apple SD Gothic Neo"/>
                        </a:rPr>
                        <a:t>FR1</a:t>
                      </a:r>
                    </a:p>
                  </a:txBody>
                  <a:tcPr marL="95250" marR="95250" marT="19050" marB="19050" anchor="ctr">
                    <a:solidFill>
                      <a:srgbClr val="EEF4F9"/>
                    </a:solidFill>
                  </a:tcPr>
                </a:tc>
                <a:tc>
                  <a:txBody>
                    <a:bodyPr/>
                    <a:lstStyle/>
                    <a:p>
                      <a:pPr algn="ctr"/>
                      <a:r>
                        <a:rPr sz="2200" b="1">
                          <a:solidFill>
                            <a:srgbClr val="202B35"/>
                          </a:solidFill>
                          <a:latin typeface="Apple SD Gothic Neo"/>
                          <a:ea typeface="Apple SD Gothic Neo"/>
                          <a:cs typeface="Apple SD Gothic Neo"/>
                        </a:rPr>
                        <a:t>지속 대화 처리</a:t>
                      </a:r>
                    </a:p>
                  </a:txBody>
                  <a:tcPr marL="95250" marR="95250" marT="19050" marB="19050" anchor="ctr">
                    <a:solidFill>
                      <a:srgbClr val="EEF4F9"/>
                    </a:solidFill>
                  </a:tcPr>
                </a:tc>
                <a:tc>
                  <a:txBody>
                    <a:bodyPr/>
                    <a:lstStyle/>
                    <a:p>
                      <a:pPr algn="l"/>
                      <a:r>
                        <a:rPr sz="2200" b="0">
                          <a:solidFill>
                            <a:srgbClr val="202B35"/>
                          </a:solidFill>
                          <a:latin typeface="Apple SD Gothic Neo"/>
                          <a:ea typeface="Apple SD Gothic Neo"/>
                          <a:cs typeface="Apple SD Gothic Neo"/>
                        </a:rPr>
                        <a:t>VIA가 요청을 처리하거나 응답하는 동안에도 사용자의 음성 또는 텍스트 입력을 받아</a:t>
                      </a:r>
                    </a:p>
                    <a:p>
                      <a:pPr algn="l"/>
                      <a:r>
                        <a:rPr sz="2200" b="0">
                          <a:solidFill>
                            <a:srgbClr val="202B35"/>
                          </a:solidFill>
                          <a:latin typeface="Apple SD Gothic Neo"/>
                          <a:ea typeface="Apple SD Gothic Neo"/>
                          <a:cs typeface="Apple SD Gothic Neo"/>
                        </a:rPr>
                        <a:t>대화를 이어갈 수 있어야 한다.</a:t>
                      </a:r>
                    </a:p>
                  </a:txBody>
                  <a:tcPr marL="152400" marR="152400" marT="19050" marB="19050" anchor="ctr">
                    <a:solidFill>
                      <a:srgbClr val="EEF4F9"/>
                    </a:solidFill>
                  </a:tcPr>
                </a:tc>
                <a:tc>
                  <a:txBody>
                    <a:bodyPr/>
                    <a:lstStyle/>
                    <a:p>
                      <a:pPr algn="ctr"/>
                      <a:r>
                        <a:rPr sz="2000" b="0">
                          <a:solidFill>
                            <a:srgbClr val="202B35"/>
                          </a:solidFill>
                          <a:latin typeface="Apple SD Gothic Neo"/>
                          <a:ea typeface="Apple SD Gothic Neo"/>
                          <a:cs typeface="Apple SD Gothic Neo"/>
                        </a:rPr>
                        <a:t>04-44</a:t>
                      </a:r>
                    </a:p>
                  </a:txBody>
                  <a:tcPr marL="95250" marR="95250" marT="19050" marB="19050" anchor="ctr">
                    <a:solidFill>
                      <a:srgbClr val="EEF4F9"/>
                    </a:solidFill>
                  </a:tcPr>
                </a:tc>
              </a:tr>
              <a:tr h="752475">
                <a:tc>
                  <a:txBody>
                    <a:bodyPr/>
                    <a:lstStyle/>
                    <a:p>
                      <a:pPr algn="ctr"/>
                      <a:r>
                        <a:rPr sz="2200" b="1">
                          <a:solidFill>
                            <a:srgbClr val="2873B9"/>
                          </a:solidFill>
                          <a:latin typeface="Apple SD Gothic Neo"/>
                          <a:ea typeface="Apple SD Gothic Neo"/>
                          <a:cs typeface="Apple SD Gothic Neo"/>
                        </a:rPr>
                        <a:t>FR2</a:t>
                      </a:r>
                    </a:p>
                  </a:txBody>
                  <a:tcPr marL="95250" marR="95250" marT="19050" marB="19050" anchor="ctr">
                    <a:solidFill>
                      <a:srgbClr val="F8FAFC"/>
                    </a:solidFill>
                  </a:tcPr>
                </a:tc>
                <a:tc>
                  <a:txBody>
                    <a:bodyPr/>
                    <a:lstStyle/>
                    <a:p>
                      <a:pPr algn="ctr"/>
                      <a:r>
                        <a:rPr sz="2200" b="1">
                          <a:solidFill>
                            <a:srgbClr val="202B35"/>
                          </a:solidFill>
                          <a:latin typeface="Apple SD Gothic Neo"/>
                          <a:ea typeface="Apple SD Gothic Neo"/>
                          <a:cs typeface="Apple SD Gothic Neo"/>
                        </a:rPr>
                        <a:t>맥락 기반 요청 해석</a:t>
                      </a:r>
                    </a:p>
                  </a:txBody>
                  <a:tcPr marL="95250" marR="95250" marT="19050" marB="19050" anchor="ctr">
                    <a:solidFill>
                      <a:srgbClr val="F8FAFC"/>
                    </a:solidFill>
                  </a:tcPr>
                </a:tc>
                <a:tc>
                  <a:txBody>
                    <a:bodyPr/>
                    <a:lstStyle/>
                    <a:p>
                      <a:pPr algn="l"/>
                      <a:r>
                        <a:rPr sz="2200" b="0">
                          <a:solidFill>
                            <a:srgbClr val="202B35"/>
                          </a:solidFill>
                          <a:latin typeface="Apple SD Gothic Neo"/>
                          <a:ea typeface="Apple SD Gothic Neo"/>
                          <a:cs typeface="Apple SD Gothic Neo"/>
                        </a:rPr>
                        <a:t>화면, 자료와 대화 맥락을 이용해 사용자 입력을 목표, 대상, 조건과 관련 업무가</a:t>
                      </a:r>
                    </a:p>
                    <a:p>
                      <a:pPr algn="l"/>
                      <a:r>
                        <a:rPr sz="2200" b="0">
                          <a:solidFill>
                            <a:srgbClr val="202B35"/>
                          </a:solidFill>
                          <a:latin typeface="Apple SD Gothic Neo"/>
                          <a:ea typeface="Apple SD Gothic Neo"/>
                          <a:cs typeface="Apple SD Gothic Neo"/>
                        </a:rPr>
                        <a:t>식별된 요청으로 해석할 수 있어야 한다.</a:t>
                      </a:r>
                    </a:p>
                  </a:txBody>
                  <a:tcPr marL="152400" marR="152400" marT="19050" marB="19050" anchor="ctr">
                    <a:solidFill>
                      <a:srgbClr val="F8FAFC"/>
                    </a:solidFill>
                  </a:tcPr>
                </a:tc>
                <a:tc>
                  <a:txBody>
                    <a:bodyPr/>
                    <a:lstStyle/>
                    <a:p>
                      <a:pPr algn="ctr"/>
                      <a:r>
                        <a:rPr sz="2000" b="0">
                          <a:solidFill>
                            <a:srgbClr val="202B35"/>
                          </a:solidFill>
                          <a:latin typeface="Apple SD Gothic Neo"/>
                          <a:ea typeface="Apple SD Gothic Neo"/>
                          <a:cs typeface="Apple SD Gothic Neo"/>
                        </a:rPr>
                        <a:t>04-41</a:t>
                      </a:r>
                    </a:p>
                  </a:txBody>
                  <a:tcPr marL="95250" marR="95250" marT="19050" marB="19050" anchor="ctr">
                    <a:solidFill>
                      <a:srgbClr val="F8FAFC"/>
                    </a:solidFill>
                  </a:tcPr>
                </a:tc>
              </a:tr>
              <a:tr h="752475">
                <a:tc>
                  <a:txBody>
                    <a:bodyPr/>
                    <a:lstStyle/>
                    <a:p>
                      <a:pPr algn="ctr"/>
                      <a:r>
                        <a:rPr sz="2200" b="1">
                          <a:solidFill>
                            <a:srgbClr val="2873B9"/>
                          </a:solidFill>
                          <a:latin typeface="Apple SD Gothic Neo"/>
                          <a:ea typeface="Apple SD Gothic Neo"/>
                          <a:cs typeface="Apple SD Gothic Neo"/>
                        </a:rPr>
                        <a:t>FR3</a:t>
                      </a:r>
                    </a:p>
                  </a:txBody>
                  <a:tcPr marL="95250" marR="95250" marT="19050" marB="19050" anchor="ctr">
                    <a:solidFill>
                      <a:srgbClr val="EEF4F9"/>
                    </a:solidFill>
                  </a:tcPr>
                </a:tc>
                <a:tc>
                  <a:txBody>
                    <a:bodyPr/>
                    <a:lstStyle/>
                    <a:p>
                      <a:pPr algn="ctr"/>
                      <a:r>
                        <a:rPr sz="2200" b="1">
                          <a:solidFill>
                            <a:srgbClr val="202B35"/>
                          </a:solidFill>
                          <a:latin typeface="Apple SD Gothic Neo"/>
                          <a:ea typeface="Apple SD Gothic Neo"/>
                          <a:cs typeface="Apple SD Gothic Neo"/>
                        </a:rPr>
                        <a:t>복합 요청 처리</a:t>
                      </a:r>
                    </a:p>
                  </a:txBody>
                  <a:tcPr marL="95250" marR="95250" marT="19050" marB="19050" anchor="ctr">
                    <a:solidFill>
                      <a:srgbClr val="EEF4F9"/>
                    </a:solidFill>
                  </a:tcPr>
                </a:tc>
                <a:tc>
                  <a:txBody>
                    <a:bodyPr/>
                    <a:lstStyle/>
                    <a:p>
                      <a:pPr algn="l"/>
                      <a:r>
                        <a:rPr sz="2200" b="0">
                          <a:solidFill>
                            <a:srgbClr val="202B35"/>
                          </a:solidFill>
                          <a:latin typeface="Apple SD Gothic Neo"/>
                          <a:ea typeface="Apple SD Gothic Neo"/>
                          <a:cs typeface="Apple SD Gothic Neo"/>
                        </a:rPr>
                        <a:t>한 입력에 포함된 여러 요청을 사용자가 명시한 순서, 조건과 결과 의존 관계에 따라</a:t>
                      </a:r>
                    </a:p>
                    <a:p>
                      <a:pPr algn="l"/>
                      <a:r>
                        <a:rPr sz="2200" b="0">
                          <a:solidFill>
                            <a:srgbClr val="202B35"/>
                          </a:solidFill>
                          <a:latin typeface="Apple SD Gothic Neo"/>
                          <a:ea typeface="Apple SD Gothic Neo"/>
                          <a:cs typeface="Apple SD Gothic Neo"/>
                        </a:rPr>
                        <a:t>처리할 수 있어야 한다.</a:t>
                      </a:r>
                    </a:p>
                  </a:txBody>
                  <a:tcPr marL="152400" marR="152400" marT="19050" marB="19050" anchor="ctr">
                    <a:solidFill>
                      <a:srgbClr val="EEF4F9"/>
                    </a:solidFill>
                  </a:tcPr>
                </a:tc>
                <a:tc>
                  <a:txBody>
                    <a:bodyPr/>
                    <a:lstStyle/>
                    <a:p>
                      <a:pPr algn="ctr"/>
                      <a:r>
                        <a:rPr sz="2000" b="0">
                          <a:solidFill>
                            <a:srgbClr val="202B35"/>
                          </a:solidFill>
                          <a:latin typeface="Apple SD Gothic Neo"/>
                          <a:ea typeface="Apple SD Gothic Neo"/>
                          <a:cs typeface="Apple SD Gothic Neo"/>
                        </a:rPr>
                        <a:t>04-41, 04-44</a:t>
                      </a:r>
                    </a:p>
                  </a:txBody>
                  <a:tcPr marL="95250" marR="95250" marT="19050" marB="19050" anchor="ctr">
                    <a:solidFill>
                      <a:srgbClr val="EEF4F9"/>
                    </a:solidFill>
                  </a:tcPr>
                </a:tc>
              </a:tr>
              <a:tr h="752475">
                <a:tc>
                  <a:txBody>
                    <a:bodyPr/>
                    <a:lstStyle/>
                    <a:p>
                      <a:pPr algn="ctr"/>
                      <a:r>
                        <a:rPr sz="2200" b="1">
                          <a:solidFill>
                            <a:srgbClr val="2873B9"/>
                          </a:solidFill>
                          <a:latin typeface="Apple SD Gothic Neo"/>
                          <a:ea typeface="Apple SD Gothic Neo"/>
                          <a:cs typeface="Apple SD Gothic Neo"/>
                        </a:rPr>
                        <a:t>FR4</a:t>
                      </a:r>
                    </a:p>
                  </a:txBody>
                  <a:tcPr marL="95250" marR="95250" marT="19050" marB="19050" anchor="ctr">
                    <a:solidFill>
                      <a:srgbClr val="F8FAFC"/>
                    </a:solidFill>
                  </a:tcPr>
                </a:tc>
                <a:tc>
                  <a:txBody>
                    <a:bodyPr/>
                    <a:lstStyle/>
                    <a:p>
                      <a:pPr algn="ctr"/>
                      <a:r>
                        <a:rPr sz="2200" b="1">
                          <a:solidFill>
                            <a:srgbClr val="202B35"/>
                          </a:solidFill>
                          <a:latin typeface="Apple SD Gothic Neo"/>
                          <a:ea typeface="Apple SD Gothic Neo"/>
                          <a:cs typeface="Apple SD Gothic Neo"/>
                        </a:rPr>
                        <a:t>다중 업무 상호작용</a:t>
                      </a:r>
                    </a:p>
                  </a:txBody>
                  <a:tcPr marL="95250" marR="95250" marT="19050" marB="19050" anchor="ctr">
                    <a:solidFill>
                      <a:srgbClr val="F8FAFC"/>
                    </a:solidFill>
                  </a:tcPr>
                </a:tc>
                <a:tc>
                  <a:txBody>
                    <a:bodyPr/>
                    <a:lstStyle/>
                    <a:p>
                      <a:pPr algn="l"/>
                      <a:r>
                        <a:rPr sz="2200" b="0">
                          <a:solidFill>
                            <a:srgbClr val="202B35"/>
                          </a:solidFill>
                          <a:latin typeface="Apple SD Gothic Neo"/>
                          <a:ea typeface="Apple SD Gothic Neo"/>
                          <a:cs typeface="Apple SD Gothic Neo"/>
                        </a:rPr>
                        <a:t>여러 업무의 질문, 진행 상황, 결과와 사용자 후속 지시를 각각</a:t>
                      </a:r>
                    </a:p>
                    <a:p>
                      <a:pPr algn="l"/>
                      <a:r>
                        <a:rPr sz="2200" b="0">
                          <a:solidFill>
                            <a:srgbClr val="202B35"/>
                          </a:solidFill>
                          <a:latin typeface="Apple SD Gothic Neo"/>
                          <a:ea typeface="Apple SD Gothic Neo"/>
                          <a:cs typeface="Apple SD Gothic Neo"/>
                        </a:rPr>
                        <a:t>해당 업무에 연결할 수 있어야 한다.</a:t>
                      </a:r>
                    </a:p>
                  </a:txBody>
                  <a:tcPr marL="152400" marR="152400" marT="19050" marB="19050" anchor="ctr">
                    <a:solidFill>
                      <a:srgbClr val="F8FAFC"/>
                    </a:solidFill>
                  </a:tcPr>
                </a:tc>
                <a:tc>
                  <a:txBody>
                    <a:bodyPr/>
                    <a:lstStyle/>
                    <a:p>
                      <a:pPr algn="ctr"/>
                      <a:r>
                        <a:rPr sz="2000" b="0">
                          <a:solidFill>
                            <a:srgbClr val="202B35"/>
                          </a:solidFill>
                          <a:latin typeface="Apple SD Gothic Neo"/>
                          <a:ea typeface="Apple SD Gothic Neo"/>
                          <a:cs typeface="Apple SD Gothic Neo"/>
                        </a:rPr>
                        <a:t>04-42, 04-44</a:t>
                      </a:r>
                    </a:p>
                  </a:txBody>
                  <a:tcPr marL="95250" marR="95250" marT="19050" marB="19050" anchor="ctr">
                    <a:solidFill>
                      <a:srgbClr val="F8FAFC"/>
                    </a:solidFill>
                  </a:tcPr>
                </a:tc>
              </a:tr>
              <a:tr h="752475">
                <a:tc>
                  <a:txBody>
                    <a:bodyPr/>
                    <a:lstStyle/>
                    <a:p>
                      <a:pPr algn="ctr"/>
                      <a:r>
                        <a:rPr sz="2200" b="1">
                          <a:solidFill>
                            <a:srgbClr val="2873B9"/>
                          </a:solidFill>
                          <a:latin typeface="Apple SD Gothic Neo"/>
                          <a:ea typeface="Apple SD Gothic Neo"/>
                          <a:cs typeface="Apple SD Gothic Neo"/>
                        </a:rPr>
                        <a:t>FR5</a:t>
                      </a:r>
                    </a:p>
                  </a:txBody>
                  <a:tcPr marL="95250" marR="95250" marT="19050" marB="19050" anchor="ctr">
                    <a:solidFill>
                      <a:srgbClr val="EEF4F9"/>
                    </a:solidFill>
                  </a:tcPr>
                </a:tc>
                <a:tc>
                  <a:txBody>
                    <a:bodyPr/>
                    <a:lstStyle/>
                    <a:p>
                      <a:pPr algn="ctr"/>
                      <a:r>
                        <a:rPr sz="2200" b="1">
                          <a:solidFill>
                            <a:srgbClr val="202B35"/>
                          </a:solidFill>
                          <a:latin typeface="Apple SD Gothic Neo"/>
                          <a:ea typeface="Apple SD Gothic Neo"/>
                          <a:cs typeface="Apple SD Gothic Neo"/>
                        </a:rPr>
                        <a:t>업무 연속성 유지</a:t>
                      </a:r>
                    </a:p>
                  </a:txBody>
                  <a:tcPr marL="95250" marR="95250" marT="19050" marB="19050" anchor="ctr">
                    <a:solidFill>
                      <a:srgbClr val="EEF4F9"/>
                    </a:solidFill>
                  </a:tcPr>
                </a:tc>
                <a:tc>
                  <a:txBody>
                    <a:bodyPr/>
                    <a:lstStyle/>
                    <a:p>
                      <a:pPr algn="l"/>
                      <a:r>
                        <a:rPr sz="2200" b="0">
                          <a:solidFill>
                            <a:srgbClr val="202B35"/>
                          </a:solidFill>
                          <a:latin typeface="Apple SD Gothic Neo"/>
                          <a:ea typeface="Apple SD Gothic Neo"/>
                          <a:cs typeface="Apple SD Gothic Neo"/>
                        </a:rPr>
                        <a:t>음성 연결 종료, 대화 전환 또는 VIA 재시작 이후에도 기존 업무를</a:t>
                      </a:r>
                    </a:p>
                    <a:p>
                      <a:pPr algn="l"/>
                      <a:r>
                        <a:rPr sz="2200" b="0">
                          <a:solidFill>
                            <a:srgbClr val="202B35"/>
                          </a:solidFill>
                          <a:latin typeface="Apple SD Gothic Neo"/>
                          <a:ea typeface="Apple SD Gothic Neo"/>
                          <a:cs typeface="Apple SD Gothic Neo"/>
                        </a:rPr>
                        <a:t>중복 실행 없이 확인 가능한 상태로 이어갈 수 있어야 한다.</a:t>
                      </a:r>
                    </a:p>
                  </a:txBody>
                  <a:tcPr marL="152400" marR="152400" marT="19050" marB="19050" anchor="ctr">
                    <a:solidFill>
                      <a:srgbClr val="EEF4F9"/>
                    </a:solidFill>
                  </a:tcPr>
                </a:tc>
                <a:tc>
                  <a:txBody>
                    <a:bodyPr/>
                    <a:lstStyle/>
                    <a:p>
                      <a:pPr algn="ctr"/>
                      <a:r>
                        <a:rPr sz="2000" b="0">
                          <a:solidFill>
                            <a:srgbClr val="202B35"/>
                          </a:solidFill>
                          <a:latin typeface="Apple SD Gothic Neo"/>
                          <a:ea typeface="Apple SD Gothic Neo"/>
                          <a:cs typeface="Apple SD Gothic Neo"/>
                        </a:rPr>
                        <a:t>04-42</a:t>
                      </a:r>
                    </a:p>
                  </a:txBody>
                  <a:tcPr marL="95250" marR="95250" marT="19050" marB="19050" anchor="ctr">
                    <a:solidFill>
                      <a:srgbClr val="EEF4F9"/>
                    </a:solidFill>
                  </a:tcPr>
                </a:tc>
              </a:tr>
              <a:tr h="752475">
                <a:tc>
                  <a:txBody>
                    <a:bodyPr/>
                    <a:lstStyle/>
                    <a:p>
                      <a:pPr algn="ctr"/>
                      <a:r>
                        <a:rPr sz="2200" b="1">
                          <a:solidFill>
                            <a:srgbClr val="2873B9"/>
                          </a:solidFill>
                          <a:latin typeface="Apple SD Gothic Neo"/>
                          <a:ea typeface="Apple SD Gothic Neo"/>
                          <a:cs typeface="Apple SD Gothic Neo"/>
                        </a:rPr>
                        <a:t>FR6</a:t>
                      </a:r>
                    </a:p>
                  </a:txBody>
                  <a:tcPr marL="95250" marR="95250" marT="19050" marB="19050" anchor="ctr">
                    <a:solidFill>
                      <a:srgbClr val="F8FAFC"/>
                    </a:solidFill>
                  </a:tcPr>
                </a:tc>
                <a:tc>
                  <a:txBody>
                    <a:bodyPr/>
                    <a:lstStyle/>
                    <a:p>
                      <a:pPr algn="ctr"/>
                      <a:r>
                        <a:rPr sz="2200" b="1">
                          <a:solidFill>
                            <a:srgbClr val="202B35"/>
                          </a:solidFill>
                          <a:latin typeface="Apple SD Gothic Neo"/>
                          <a:ea typeface="Apple SD Gothic Neo"/>
                          <a:cs typeface="Apple SD Gothic Neo"/>
                        </a:rPr>
                        <a:t>과거 맥락 활용</a:t>
                      </a:r>
                    </a:p>
                  </a:txBody>
                  <a:tcPr marL="95250" marR="95250" marT="19050" marB="19050" anchor="ctr">
                    <a:solidFill>
                      <a:srgbClr val="F8FAFC"/>
                    </a:solidFill>
                  </a:tcPr>
                </a:tc>
                <a:tc>
                  <a:txBody>
                    <a:bodyPr/>
                    <a:lstStyle/>
                    <a:p>
                      <a:pPr algn="l"/>
                      <a:r>
                        <a:rPr sz="2200" b="0">
                          <a:solidFill>
                            <a:srgbClr val="202B35"/>
                          </a:solidFill>
                          <a:latin typeface="Apple SD Gothic Neo"/>
                          <a:ea typeface="Apple SD Gothic Neo"/>
                          <a:cs typeface="Apple SD Gothic Neo"/>
                        </a:rPr>
                        <a:t>이전 대화의 정정 내용, 업무 결과와 허용된 사용자 기억을</a:t>
                      </a:r>
                    </a:p>
                    <a:p>
                      <a:pPr algn="l"/>
                      <a:r>
                        <a:rPr sz="2200" b="0">
                          <a:solidFill>
                            <a:srgbClr val="202B35"/>
                          </a:solidFill>
                          <a:latin typeface="Apple SD Gothic Neo"/>
                          <a:ea typeface="Apple SD Gothic Neo"/>
                          <a:cs typeface="Apple SD Gothic Neo"/>
                        </a:rPr>
                        <a:t>현재 요청에 필요한 맥락으로 활용할 수 있어야 한다.</a:t>
                      </a:r>
                    </a:p>
                  </a:txBody>
                  <a:tcPr marL="152400" marR="152400" marT="19050" marB="19050" anchor="ctr">
                    <a:solidFill>
                      <a:srgbClr val="F8FAFC"/>
                    </a:solidFill>
                  </a:tcPr>
                </a:tc>
                <a:tc>
                  <a:txBody>
                    <a:bodyPr/>
                    <a:lstStyle/>
                    <a:p>
                      <a:pPr algn="ctr"/>
                      <a:r>
                        <a:rPr sz="2000" b="0">
                          <a:solidFill>
                            <a:srgbClr val="202B35"/>
                          </a:solidFill>
                          <a:latin typeface="Apple SD Gothic Neo"/>
                          <a:ea typeface="Apple SD Gothic Neo"/>
                          <a:cs typeface="Apple SD Gothic Neo"/>
                        </a:rPr>
                        <a:t>04-45</a:t>
                      </a:r>
                    </a:p>
                  </a:txBody>
                  <a:tcPr marL="95250" marR="95250" marT="19050" marB="19050" anchor="ctr">
                    <a:solidFill>
                      <a:srgbClr val="F8FAFC"/>
                    </a:solidFill>
                  </a:tcPr>
                </a:tc>
              </a:tr>
            </a:tbl>
          </a:graphicData>
        </a:graphic>
      </p:graphicFrame>
      <p:sp>
        <p:nvSpPr>
          <p:cNvPr id="4" name="constraints-heading">
            <a:extLst xmlns:a="http://schemas.openxmlformats.org/drawingml/2006/main">
              <a:ext uri="{FF2B5EF4-FFF2-40B4-BE49-F238E27FC236}">
                <a16:creationId xmlns:a16="http://schemas.microsoft.com/office/drawing/2014/main" id="{D36FAAF4-C26E-41F6-BBE5-D3138EC855F1}"/>
              </a:ext>
            </a:extLst>
          </p:cNvPr>
          <p:cNvSpPr>
            <a:spLocks xmlns:a="http://schemas.openxmlformats.org/drawingml/2006/main" noGrp="1"/>
          </p:cNvSpPr>
          <p:nvPr/>
        </p:nvSpPr>
        <p:spPr>
          <a:xfrm xmlns:a="http://schemas.openxmlformats.org/drawingml/2006/main">
            <a:off x="457200" y="7162800"/>
            <a:ext cx="1737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B96D14"/>
                </a:solidFill>
                <a:latin typeface="Apple SD Gothic Neo"/>
                <a:ea typeface="Apple SD Gothic Neo"/>
                <a:cs typeface="Apple SD Gothic Neo"/>
              </a:defRPr>
            </a:pPr>
            <a:r>
              <a:rPr sz="2700" b="1">
                <a:solidFill>
                  <a:srgbClr val="B96D14"/>
                </a:solidFill>
                <a:latin typeface="Apple SD Gothic Neo"/>
                <a:ea typeface="Apple SD Gothic Neo"/>
                <a:cs typeface="Apple SD Gothic Neo"/>
              </a:rPr>
              <a:t>제약사항</a:t>
            </a:r>
          </a:p>
        </p:txBody>
      </p:sp>
      <p:graphicFrame>
        <p:nvGraphicFramePr>
          <p:cNvPr id="11" name=""/>
          <p:cNvGraphicFramePr/>
          <p:nvPr/>
        </p:nvGraphicFramePr>
        <p:xfrm>
          <a:off xmlns:a="http://schemas.openxmlformats.org/drawingml/2006/main" x="457200" y="7686675"/>
          <a:ext xmlns:a="http://schemas.openxmlformats.org/drawingml/2006/main" cx="17373600" cy="2076450"/>
        </p:xfrm>
        <a:graphic xmlns:a="http://schemas.openxmlformats.org/drawingml/2006/main">
          <a:graphicData uri="http://schemas.openxmlformats.org/drawingml/2006/table">
            <a:tbl>
              <a:tblPr firstRow="0" bandRow="0"/>
              <a:tblGrid>
                <a:gridCol w="952500"/>
                <a:gridCol w="3333750"/>
                <a:gridCol w="10572750"/>
                <a:gridCol w="2514600"/>
              </a:tblGrid>
              <a:tr h="476250">
                <a:tc>
                  <a:txBody>
                    <a:bodyPr/>
                    <a:lstStyle/>
                    <a:p>
                      <a:pPr algn="ctr"/>
                      <a:r>
                        <a:rPr sz="2000" b="1">
                          <a:solidFill>
                            <a:srgbClr val="FFFFFF"/>
                          </a:solidFill>
                          <a:latin typeface="Apple SD Gothic Neo"/>
                          <a:ea typeface="Apple SD Gothic Neo"/>
                          <a:cs typeface="Apple SD Gothic Neo"/>
                        </a:rPr>
                        <a:t>ID</a:t>
                      </a:r>
                    </a:p>
                  </a:txBody>
                  <a:tcPr marL="95250" marR="95250" marT="19050" marB="19050" anchor="ctr">
                    <a:solidFill>
                      <a:srgbClr val="B96D14"/>
                    </a:solidFill>
                  </a:tcPr>
                </a:tc>
                <a:tc>
                  <a:txBody>
                    <a:bodyPr/>
                    <a:lstStyle/>
                    <a:p>
                      <a:pPr algn="ctr"/>
                      <a:r>
                        <a:rPr sz="2000" b="1">
                          <a:solidFill>
                            <a:srgbClr val="FFFFFF"/>
                          </a:solidFill>
                          <a:latin typeface="Apple SD Gothic Neo"/>
                          <a:ea typeface="Apple SD Gothic Neo"/>
                          <a:cs typeface="Apple SD Gothic Neo"/>
                        </a:rPr>
                        <a:t>제약사항명</a:t>
                      </a:r>
                    </a:p>
                  </a:txBody>
                  <a:tcPr marL="95250" marR="95250" marT="19050" marB="19050" anchor="ctr">
                    <a:solidFill>
                      <a:srgbClr val="B96D14"/>
                    </a:solidFill>
                  </a:tcPr>
                </a:tc>
                <a:tc>
                  <a:txBody>
                    <a:bodyPr/>
                    <a:lstStyle/>
                    <a:p>
                      <a:pPr algn="l"/>
                      <a:r>
                        <a:rPr sz="2000" b="1">
                          <a:solidFill>
                            <a:srgbClr val="FFFFFF"/>
                          </a:solidFill>
                          <a:latin typeface="Apple SD Gothic Neo"/>
                          <a:ea typeface="Apple SD Gothic Neo"/>
                          <a:cs typeface="Apple SD Gothic Neo"/>
                        </a:rPr>
                        <a:t>설명</a:t>
                      </a:r>
                    </a:p>
                  </a:txBody>
                  <a:tcPr marL="152400" marR="152400" marT="19050" marB="19050" anchor="ctr">
                    <a:solidFill>
                      <a:srgbClr val="B96D14"/>
                    </a:solidFill>
                  </a:tcPr>
                </a:tc>
                <a:tc>
                  <a:txBody>
                    <a:bodyPr/>
                    <a:lstStyle/>
                    <a:p>
                      <a:pPr algn="ctr"/>
                      <a:r>
                        <a:rPr sz="2000" b="1">
                          <a:solidFill>
                            <a:srgbClr val="FFFFFF"/>
                          </a:solidFill>
                          <a:latin typeface="Apple SD Gothic Neo"/>
                          <a:ea typeface="Apple SD Gothic Neo"/>
                          <a:cs typeface="Apple SD Gothic Neo"/>
                        </a:rPr>
                        <a:t>관련 DP</a:t>
                      </a:r>
                    </a:p>
                  </a:txBody>
                  <a:tcPr marL="95250" marR="95250" marT="19050" marB="19050" anchor="ctr">
                    <a:solidFill>
                      <a:srgbClr val="B96D14"/>
                    </a:solidFill>
                  </a:tcPr>
                </a:tc>
              </a:tr>
              <a:tr h="800100">
                <a:tc>
                  <a:txBody>
                    <a:bodyPr/>
                    <a:lstStyle/>
                    <a:p>
                      <a:pPr algn="ctr"/>
                      <a:r>
                        <a:rPr sz="2200" b="1">
                          <a:solidFill>
                            <a:srgbClr val="B96D14"/>
                          </a:solidFill>
                          <a:latin typeface="Apple SD Gothic Neo"/>
                          <a:ea typeface="Apple SD Gothic Neo"/>
                          <a:cs typeface="Apple SD Gothic Neo"/>
                        </a:rPr>
                        <a:t>C1</a:t>
                      </a:r>
                    </a:p>
                  </a:txBody>
                  <a:tcPr marL="95250" marR="95250" marT="19050" marB="19050" anchor="ctr">
                    <a:solidFill>
                      <a:srgbClr val="FCF4E8"/>
                    </a:solidFill>
                  </a:tcPr>
                </a:tc>
                <a:tc>
                  <a:txBody>
                    <a:bodyPr/>
                    <a:lstStyle/>
                    <a:p>
                      <a:pPr algn="ctr"/>
                      <a:r>
                        <a:rPr sz="2200" b="1">
                          <a:solidFill>
                            <a:srgbClr val="202B35"/>
                          </a:solidFill>
                          <a:latin typeface="Apple SD Gothic Neo"/>
                          <a:ea typeface="Apple SD Gothic Neo"/>
                          <a:cs typeface="Apple SD Gothic Neo"/>
                        </a:rPr>
                        <a:t>음성과 의미 모델 분리</a:t>
                      </a:r>
                    </a:p>
                  </a:txBody>
                  <a:tcPr marL="95250" marR="95250" marT="19050" marB="19050" anchor="ctr">
                    <a:solidFill>
                      <a:srgbClr val="FCF4E8"/>
                    </a:solidFill>
                  </a:tcPr>
                </a:tc>
                <a:tc>
                  <a:txBody>
                    <a:bodyPr/>
                    <a:lstStyle/>
                    <a:p>
                      <a:pPr algn="l"/>
                      <a:r>
                        <a:rPr sz="2200" b="0">
                          <a:solidFill>
                            <a:srgbClr val="202B35"/>
                          </a:solidFill>
                          <a:latin typeface="Apple SD Gothic Neo"/>
                          <a:ea typeface="Apple SD Gothic Neo"/>
                          <a:cs typeface="Apple SD Gothic Neo"/>
                        </a:rPr>
                        <a:t>VIA와 VAD는 사용자 PC에서 실행하고, 음성과 의미 해석은 별도 클라우드 모델을</a:t>
                      </a:r>
                    </a:p>
                    <a:p>
                      <a:pPr algn="l"/>
                      <a:r>
                        <a:rPr sz="2200" b="0">
                          <a:solidFill>
                            <a:srgbClr val="202B35"/>
                          </a:solidFill>
                          <a:latin typeface="Apple SD Gothic Neo"/>
                          <a:ea typeface="Apple SD Gothic Neo"/>
                          <a:cs typeface="Apple SD Gothic Neo"/>
                        </a:rPr>
                        <a:t>Model Access를 통해 사용해야 한다.</a:t>
                      </a:r>
                    </a:p>
                  </a:txBody>
                  <a:tcPr marL="152400" marR="152400" marT="19050" marB="19050" anchor="ctr">
                    <a:solidFill>
                      <a:srgbClr val="FCF4E8"/>
                    </a:solidFill>
                  </a:tcPr>
                </a:tc>
                <a:tc>
                  <a:txBody>
                    <a:bodyPr/>
                    <a:lstStyle/>
                    <a:p>
                      <a:pPr algn="ctr"/>
                      <a:r>
                        <a:rPr sz="2000" b="0">
                          <a:solidFill>
                            <a:srgbClr val="202B35"/>
                          </a:solidFill>
                          <a:latin typeface="Apple SD Gothic Neo"/>
                          <a:ea typeface="Apple SD Gothic Neo"/>
                          <a:cs typeface="Apple SD Gothic Neo"/>
                        </a:rPr>
                        <a:t>04-41, 04-44,</a:t>
                      </a:r>
                    </a:p>
                    <a:p>
                      <a:pPr algn="ctr"/>
                      <a:r>
                        <a:rPr sz="2000" b="0">
                          <a:solidFill>
                            <a:srgbClr val="202B35"/>
                          </a:solidFill>
                          <a:latin typeface="Apple SD Gothic Neo"/>
                          <a:ea typeface="Apple SD Gothic Neo"/>
                          <a:cs typeface="Apple SD Gothic Neo"/>
                        </a:rPr>
                        <a:t>04-45</a:t>
                      </a:r>
                    </a:p>
                  </a:txBody>
                  <a:tcPr marL="95250" marR="95250" marT="19050" marB="19050" anchor="ctr">
                    <a:solidFill>
                      <a:srgbClr val="FCF4E8"/>
                    </a:solidFill>
                  </a:tcPr>
                </a:tc>
              </a:tr>
              <a:tr h="800100">
                <a:tc>
                  <a:txBody>
                    <a:bodyPr/>
                    <a:lstStyle/>
                    <a:p>
                      <a:pPr algn="ctr"/>
                      <a:r>
                        <a:rPr sz="2200" b="1">
                          <a:solidFill>
                            <a:srgbClr val="B96D14"/>
                          </a:solidFill>
                          <a:latin typeface="Apple SD Gothic Neo"/>
                          <a:ea typeface="Apple SD Gothic Neo"/>
                          <a:cs typeface="Apple SD Gothic Neo"/>
                        </a:rPr>
                        <a:t>C2</a:t>
                      </a:r>
                    </a:p>
                  </a:txBody>
                  <a:tcPr marL="95250" marR="95250" marT="19050" marB="19050" anchor="ctr">
                    <a:solidFill>
                      <a:srgbClr val="FEFAF3"/>
                    </a:solidFill>
                  </a:tcPr>
                </a:tc>
                <a:tc>
                  <a:txBody>
                    <a:bodyPr/>
                    <a:lstStyle/>
                    <a:p>
                      <a:pPr algn="ctr"/>
                      <a:r>
                        <a:rPr sz="2200" b="1">
                          <a:solidFill>
                            <a:srgbClr val="202B35"/>
                          </a:solidFill>
                          <a:latin typeface="Apple SD Gothic Neo"/>
                          <a:ea typeface="Apple SD Gothic Neo"/>
                          <a:cs typeface="Apple SD Gothic Neo"/>
                        </a:rPr>
                        <a:t>업무 실행 위임</a:t>
                      </a:r>
                    </a:p>
                  </a:txBody>
                  <a:tcPr marL="95250" marR="95250" marT="19050" marB="19050" anchor="ctr">
                    <a:solidFill>
                      <a:srgbClr val="FEFAF3"/>
                    </a:solidFill>
                  </a:tcPr>
                </a:tc>
                <a:tc>
                  <a:txBody>
                    <a:bodyPr/>
                    <a:lstStyle/>
                    <a:p>
                      <a:pPr algn="l"/>
                      <a:r>
                        <a:rPr sz="2200" b="0">
                          <a:solidFill>
                            <a:srgbClr val="202B35"/>
                          </a:solidFill>
                          <a:latin typeface="Apple SD Gothic Neo"/>
                          <a:ea typeface="Apple SD Gothic Neo"/>
                          <a:cs typeface="Apple SD Gothic Neo"/>
                        </a:rPr>
                        <a:t>실제 업무 수행에 필요한 도메인 추론, 계획, 도구 선택과 실행은</a:t>
                      </a:r>
                    </a:p>
                    <a:p>
                      <a:pPr algn="l"/>
                      <a:r>
                        <a:rPr sz="2200" b="0">
                          <a:solidFill>
                            <a:srgbClr val="202B35"/>
                          </a:solidFill>
                          <a:latin typeface="Apple SD Gothic Neo"/>
                          <a:ea typeface="Apple SD Gothic Neo"/>
                          <a:cs typeface="Apple SD Gothic Neo"/>
                        </a:rPr>
                        <a:t>Downstream Agent에 위임해야 한다.</a:t>
                      </a:r>
                    </a:p>
                  </a:txBody>
                  <a:tcPr marL="152400" marR="152400" marT="19050" marB="19050" anchor="ctr">
                    <a:solidFill>
                      <a:srgbClr val="FEFAF3"/>
                    </a:solidFill>
                  </a:tcPr>
                </a:tc>
                <a:tc>
                  <a:txBody>
                    <a:bodyPr/>
                    <a:lstStyle/>
                    <a:p>
                      <a:pPr algn="ctr"/>
                      <a:r>
                        <a:rPr sz="2000" b="0">
                          <a:solidFill>
                            <a:srgbClr val="202B35"/>
                          </a:solidFill>
                          <a:latin typeface="Apple SD Gothic Neo"/>
                          <a:ea typeface="Apple SD Gothic Neo"/>
                          <a:cs typeface="Apple SD Gothic Neo"/>
                        </a:rPr>
                        <a:t>04-41, 04-42,</a:t>
                      </a:r>
                    </a:p>
                    <a:p>
                      <a:pPr algn="ctr"/>
                      <a:r>
                        <a:rPr sz="2000" b="0">
                          <a:solidFill>
                            <a:srgbClr val="202B35"/>
                          </a:solidFill>
                          <a:latin typeface="Apple SD Gothic Neo"/>
                          <a:ea typeface="Apple SD Gothic Neo"/>
                          <a:cs typeface="Apple SD Gothic Neo"/>
                        </a:rPr>
                        <a:t>04-44</a:t>
                      </a:r>
                    </a:p>
                  </a:txBody>
                  <a:tcPr marL="95250" marR="95250" marT="19050" marB="19050" anchor="ctr">
                    <a:solidFill>
                      <a:srgbClr val="FEFAF3"/>
                    </a:solidFill>
                  </a:tcPr>
                </a:tc>
              </a:tr>
            </a:tbl>
          </a:graphicData>
        </a:graphic>
      </p:graphicFrame>
      <p:sp>
        <p:nvSpPr>
          <p:cNvPr id="6" name="mapping-boundary">
            <a:extLst xmlns:a="http://schemas.openxmlformats.org/drawingml/2006/main">
              <a:ext uri="{FF2B5EF4-FFF2-40B4-BE49-F238E27FC236}">
                <a16:creationId xmlns:a16="http://schemas.microsoft.com/office/drawing/2014/main" id="{07A64B9E-7E9D-41F7-8E41-80C979F479CA}"/>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86878"/>
                </a:solidFill>
                <a:latin typeface="Apple SD Gothic Neo"/>
                <a:ea typeface="Apple SD Gothic Neo"/>
                <a:cs typeface="Apple SD Gothic Neo"/>
              </a:defRPr>
            </a:pPr>
            <a:r>
              <a:rPr sz="1700" b="0">
                <a:solidFill>
                  <a:srgbClr val="586878"/>
                </a:solidFill>
                <a:latin typeface="Apple SD Gothic Neo"/>
                <a:ea typeface="Apple SD Gothic Neo"/>
                <a:cs typeface="Apple SD Gothic Neo"/>
              </a:rPr>
              <a:t>관련 DP는 직접 설계 영향만 표시한다. 로컬 VAD와 업무 상태의 권위는 VIA에 있으며 모델 공급자는 별도 reference다.</a:t>
            </a:r>
          </a:p>
        </p:txBody>
      </p:sp>
    </p:spTree>
    <p:extLst>
      <p:ext uri="{BB962C8B-B14F-4D97-AF65-F5344CB8AC3E}">
        <p14:creationId xmlns:p14="http://schemas.microsoft.com/office/powerpoint/2010/main" val="1503880560"/>
      </p:ext>
    </p:extLst>
  </p:cSld>
</p:sld>
</file>

<file path=ppt/slides/slide6.xml><?xml version="1.0" encoding="utf-8"?>
<p:sld xmlns:p="http://schemas.openxmlformats.org/presentationml/2006/main">
  <p:cSld name="quality-01-03">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47C90FA-CC78-4FE4-BB65-C5695A80957C}"/>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1AE99F0D-1516-4243-8AA2-E5731C72807E}"/>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4DB649A-571F-4189-B090-07C989DEC29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1 / 6</a:t>
            </a:r>
          </a:p>
        </p:txBody>
      </p:sp>
      <p:sp>
        <p:nvSpPr>
          <p:cNvPr id="4" name="headline">
            <a:extLst xmlns:a="http://schemas.openxmlformats.org/drawingml/2006/main">
              <a:ext uri="{FF2B5EF4-FFF2-40B4-BE49-F238E27FC236}">
                <a16:creationId xmlns:a16="http://schemas.microsoft.com/office/drawing/2014/main" id="{08F1D3F3-1A1B-4338-87BE-7C207667BD52}"/>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00" b="1">
                <a:solidFill>
                  <a:srgbClr val="4472C4"/>
                </a:solidFill>
                <a:latin typeface="Apple SD Gothic Neo"/>
                <a:ea typeface="Apple SD Gothic Neo"/>
                <a:cs typeface="Apple SD Gothic Neo"/>
              </a:defRPr>
            </a:pPr>
            <a:r>
              <a:rPr sz="3200" b="1">
                <a:solidFill>
                  <a:srgbClr val="4472C4"/>
                </a:solidFill>
                <a:latin typeface="Apple SD Gothic Neo"/>
                <a:ea typeface="Apple SD Gothic Neo"/>
                <a:cs typeface="Apple SD Gothic Neo"/>
              </a:rPr>
              <a:t>핵심 품질속성: 정확성과 응답시간</a:t>
            </a:r>
          </a:p>
        </p:txBody>
      </p:sp>
      <p:sp>
        <p:nvSpPr>
          <p:cNvPr id="5" name="scope">
            <a:extLst xmlns:a="http://schemas.openxmlformats.org/drawingml/2006/main">
              <a:ext uri="{FF2B5EF4-FFF2-40B4-BE49-F238E27FC236}">
                <a16:creationId xmlns:a16="http://schemas.microsoft.com/office/drawing/2014/main" id="{064941F4-6E33-466E-95E4-0C2FC73BDA93}"/>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00"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900"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요청 처리</a:t>
                      </a:r>
                    </a:p>
                    <a:p>
                      <a:pPr algn="ctr"/>
                      <a:r>
                        <a:rPr sz="260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00" b="1">
                          <a:solidFill>
                            <a:srgbClr val="43AACC"/>
                          </a:solidFill>
                          <a:latin typeface="Apple SD Gothic Neo"/>
                          <a:ea typeface="Apple SD Gothic Neo"/>
                          <a:cs typeface="Apple SD Gothic Neo"/>
                        </a:rPr>
                        <a:t>필수 정답 조건 충족률 ≥ 98%</a:t>
                      </a:r>
                    </a:p>
                    <a:p>
                      <a:pPr algn="l"/>
                      <a:r>
                        <a:rPr sz="2000" b="0">
                          <a:solidFill>
                            <a:srgbClr val="222A35"/>
                          </a:solidFill>
                          <a:latin typeface="Apple SD Gothic Neo"/>
                          <a:ea typeface="Apple SD Gothic Neo"/>
                          <a:cs typeface="Apple SD Gothic Neo"/>
                        </a:rPr>
                        <a:t>측정: 21개 Voice/Agent 사례 × 5회 × 6조건 = 630개</a:t>
                      </a:r>
                    </a:p>
                    <a:p>
                      <a:pPr algn="l"/>
                      <a:r>
                        <a:rPr sz="2000" b="0">
                          <a:solidFill>
                            <a:srgbClr val="56606B"/>
                          </a:solidFill>
                          <a:latin typeface="Apple SD Gothic Neo"/>
                          <a:ea typeface="Apple SD Gothic Neo"/>
                          <a:cs typeface="Apple SD Gothic Neo"/>
                        </a:rPr>
                        <a:t>근거: 50개 조건당 오류 1개 이하, 전체 시나리오 실패 ≤5%</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900"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상호작용</a:t>
                      </a:r>
                    </a:p>
                    <a:p>
                      <a:pPr algn="ctr"/>
                      <a:r>
                        <a:rPr sz="260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00" b="1">
                          <a:solidFill>
                            <a:srgbClr val="43AACC"/>
                          </a:solidFill>
                          <a:latin typeface="Apple SD Gothic Neo"/>
                          <a:ea typeface="Apple SD Gothic Neo"/>
                          <a:cs typeface="Apple SD Gothic Neo"/>
                        </a:rPr>
                        <a:t>평균 상호작용 응답시간 ≤ 1초</a:t>
                      </a:r>
                    </a:p>
                    <a:p>
                      <a:pPr algn="l"/>
                      <a:r>
                        <a:rPr sz="2000" b="0">
                          <a:solidFill>
                            <a:srgbClr val="222A35"/>
                          </a:solidFill>
                          <a:latin typeface="Apple SD Gothic Neo"/>
                          <a:ea typeface="Apple SD Gothic Neo"/>
                          <a:cs typeface="Apple SD Gothic Neo"/>
                        </a:rPr>
                        <a:t>측정: 모든 사례의 지정 반응 27개 × 5회 = 135관측</a:t>
                      </a:r>
                    </a:p>
                    <a:p>
                      <a:pPr algn="l"/>
                      <a:r>
                        <a:rPr sz="2000" b="0">
                          <a:solidFill>
                            <a:srgbClr val="56606B"/>
                          </a:solidFill>
                          <a:latin typeface="Apple SD Gothic Neo"/>
                          <a:ea typeface="Apple SD Gothic Neo"/>
                          <a:cs typeface="Apple SD Gothic Neo"/>
                        </a:rPr>
                        <a:t>근거: 대화 흐름 1초, 끼어들기 local stop 0.1초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900"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VIA 요청</a:t>
                      </a:r>
                    </a:p>
                    <a:p>
                      <a:pPr algn="ctr"/>
                      <a:r>
                        <a:rPr sz="260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00" b="1">
                          <a:solidFill>
                            <a:srgbClr val="43AACC"/>
                          </a:solidFill>
                          <a:latin typeface="Apple SD Gothic Neo"/>
                          <a:ea typeface="Apple SD Gothic Neo"/>
                          <a:cs typeface="Apple SD Gothic Neo"/>
                        </a:rPr>
                        <a:t>평균 VIA 요청 처리시간 ≤ 10초</a:t>
                      </a:r>
                    </a:p>
                    <a:p>
                      <a:pPr algn="l"/>
                      <a:r>
                        <a:rPr sz="2000" b="0">
                          <a:solidFill>
                            <a:srgbClr val="222A35"/>
                          </a:solidFill>
                          <a:latin typeface="Apple SD Gothic Neo"/>
                          <a:ea typeface="Apple SD Gothic Neo"/>
                          <a:cs typeface="Apple SD Gothic Neo"/>
                        </a:rPr>
                        <a:t>측정: 사용자 목표 19개 × 5회 = 95사이클</a:t>
                      </a:r>
                    </a:p>
                    <a:p>
                      <a:pPr algn="l"/>
                      <a:r>
                        <a:rPr sz="2000" b="0">
                          <a:solidFill>
                            <a:srgbClr val="56606B"/>
                          </a:solidFill>
                          <a:latin typeface="Apple SD Gothic Neo"/>
                          <a:ea typeface="Apple SD Gothic Neo"/>
                          <a:cs typeface="Apple SD Gothic Neo"/>
                        </a:rPr>
                        <a:t>근거: 의미 6초 + 연결 1초 + 전달 1초 + 재검증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CF41FBD7-DE2E-4A7B-B884-B8962A1AE515}"/>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354158922"/>
      </p:ext>
    </p:extLst>
  </p:cSld>
</p:sld>
</file>

<file path=ppt/slides/slide7.xml><?xml version="1.0" encoding="utf-8"?>
<p:sld xmlns:p="http://schemas.openxmlformats.org/presentationml/2006/main">
  <p:cSld name="quality-04-06">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7C103DE-C20F-43E0-AFE4-8567DC06D3B9}"/>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3B5E52BE-6306-46D5-8F90-0A9C27BA5EB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100A0F0-E488-48F8-A363-788164D86B29}"/>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2 / 6</a:t>
            </a:r>
          </a:p>
        </p:txBody>
      </p:sp>
      <p:sp>
        <p:nvSpPr>
          <p:cNvPr id="4" name="headline">
            <a:extLst xmlns:a="http://schemas.openxmlformats.org/drawingml/2006/main">
              <a:ext uri="{FF2B5EF4-FFF2-40B4-BE49-F238E27FC236}">
                <a16:creationId xmlns:a16="http://schemas.microsoft.com/office/drawing/2014/main" id="{5FCFC1A5-4B22-4A58-A4BA-F5FC31B34612}"/>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00" b="1">
                <a:solidFill>
                  <a:srgbClr val="4472C4"/>
                </a:solidFill>
                <a:latin typeface="Apple SD Gothic Neo"/>
                <a:ea typeface="Apple SD Gothic Neo"/>
                <a:cs typeface="Apple SD Gothic Neo"/>
              </a:defRPr>
            </a:pPr>
            <a:r>
              <a:rPr sz="3200" b="1">
                <a:solidFill>
                  <a:srgbClr val="4472C4"/>
                </a:solidFill>
                <a:latin typeface="Apple SD Gothic Neo"/>
                <a:ea typeface="Apple SD Gothic Neo"/>
                <a:cs typeface="Apple SD Gothic Neo"/>
              </a:rPr>
              <a:t>핵심 품질속성: 비용, 변경 용이성과 메모리</a:t>
            </a:r>
          </a:p>
        </p:txBody>
      </p:sp>
      <p:sp>
        <p:nvSpPr>
          <p:cNvPr id="5" name="scope">
            <a:extLst xmlns:a="http://schemas.openxmlformats.org/drawingml/2006/main">
              <a:ext uri="{FF2B5EF4-FFF2-40B4-BE49-F238E27FC236}">
                <a16:creationId xmlns:a16="http://schemas.microsoft.com/office/drawing/2014/main" id="{43F222AB-BDF3-43BE-B5EA-191BCB45DCB2}"/>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00"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900"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VIA 모델</a:t>
                      </a:r>
                    </a:p>
                    <a:p>
                      <a:pPr algn="ctr"/>
                      <a:r>
                        <a:rPr sz="260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00" b="1">
                          <a:solidFill>
                            <a:srgbClr val="43AACC"/>
                          </a:solidFill>
                          <a:latin typeface="Apple SD Gothic Neo"/>
                          <a:ea typeface="Apple SD Gothic Neo"/>
                          <a:cs typeface="Apple SD Gothic Neo"/>
                        </a:rPr>
                        <a:t>P21 1묶음 평균 모델 비용 ≤ $0.50</a:t>
                      </a:r>
                    </a:p>
                    <a:p>
                      <a:pPr algn="l"/>
                      <a:r>
                        <a:rPr sz="2000" b="0">
                          <a:solidFill>
                            <a:srgbClr val="222A35"/>
                          </a:solidFill>
                          <a:latin typeface="Apple SD Gothic Neo"/>
                          <a:ea typeface="Apple SD Gothic Neo"/>
                          <a:cs typeface="Apple SD Gothic Neo"/>
                        </a:rPr>
                        <a:t>측정: 동일 P21 전체 5회 총 청구량의 평균 × 단가</a:t>
                      </a:r>
                    </a:p>
                    <a:p>
                      <a:pPr algn="l"/>
                      <a:r>
                        <a:rPr sz="2000" b="0">
                          <a:solidFill>
                            <a:srgbClr val="56606B"/>
                          </a:solidFill>
                          <a:latin typeface="Apple SD Gothic Neo"/>
                          <a:ea typeface="Apple SD Gothic Neo"/>
                          <a:cs typeface="Apple SD Gothic Neo"/>
                        </a:rPr>
                        <a:t>근거: 신규 audio·Text 기본 $0.351840 + 추가 여유 $0.148160</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900"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VIA 변경</a:t>
                      </a:r>
                    </a:p>
                    <a:p>
                      <a:pPr algn="ctr"/>
                      <a:r>
                        <a:rPr sz="260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00" b="1">
                          <a:solidFill>
                            <a:srgbClr val="43AACC"/>
                          </a:solidFill>
                          <a:latin typeface="Apple SD Gothic Neo"/>
                          <a:ea typeface="Apple SD Gothic Neo"/>
                          <a:cs typeface="Apple SD Gothic Neo"/>
                        </a:rPr>
                        <a:t>평균 변경 책임 단위 수 ≤ 3개</a:t>
                      </a:r>
                    </a:p>
                    <a:p>
                      <a:pPr algn="l"/>
                      <a:r>
                        <a:rPr sz="2000" b="0">
                          <a:solidFill>
                            <a:srgbClr val="222A35"/>
                          </a:solidFill>
                          <a:latin typeface="Apple SD Gothic Neo"/>
                          <a:ea typeface="Apple SD Gothic Neo"/>
                          <a:cs typeface="Apple SD Gothic Neo"/>
                        </a:rPr>
                        <a:t>측정: 6개 변경 과제의 고유 수정 책임 수 평균</a:t>
                      </a:r>
                    </a:p>
                    <a:p>
                      <a:pPr algn="l"/>
                      <a:r>
                        <a:rPr sz="200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900"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로컬 VIA</a:t>
                      </a:r>
                    </a:p>
                    <a:p>
                      <a:pPr algn="ctr"/>
                      <a:r>
                        <a:rPr sz="260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00" b="1">
                          <a:solidFill>
                            <a:srgbClr val="43AACC"/>
                          </a:solidFill>
                          <a:latin typeface="Apple SD Gothic Neo"/>
                          <a:ea typeface="Apple SD Gothic Neo"/>
                          <a:cs typeface="Apple SD Gothic Neo"/>
                        </a:rPr>
                        <a:t>최대 전체 commit 메모리 ≤ 4GiB</a:t>
                      </a:r>
                    </a:p>
                    <a:p>
                      <a:pPr algn="l"/>
                      <a:r>
                        <a:rPr sz="2000" b="0">
                          <a:solidFill>
                            <a:srgbClr val="222A35"/>
                          </a:solidFill>
                          <a:latin typeface="Apple SD Gothic Neo"/>
                          <a:ea typeface="Apple SD Gothic Neo"/>
                          <a:cs typeface="Apple SD Gothic Neo"/>
                        </a:rPr>
                        <a:t>측정: 동일 P21 전체 5회 중 최대 동시 commit량</a:t>
                      </a:r>
                    </a:p>
                    <a:p>
                      <a:pPr algn="l"/>
                      <a:r>
                        <a:rPr sz="200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69BC8A58-5AA0-4B2D-847A-805E0A30BBBB}"/>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472402474"/>
      </p:ext>
    </p:extLst>
  </p:cSld>
</p:sld>
</file>

<file path=ppt/slides/slide8.xml><?xml version="1.0" encoding="utf-8"?>
<p:sld xmlns:p="http://schemas.openxmlformats.org/presentationml/2006/main">
  <p:cSld name="quality-workloa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9BF6C8A-36F1-448D-9E16-98D569923FA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공통 평가 활동</a:t>
            </a:r>
          </a:p>
        </p:txBody>
      </p:sp>
      <p:sp>
        <p:nvSpPr>
          <p:cNvPr id="2" name="header-rule">
            <a:extLst xmlns:a="http://schemas.openxmlformats.org/drawingml/2006/main">
              <a:ext uri="{FF2B5EF4-FFF2-40B4-BE49-F238E27FC236}">
                <a16:creationId xmlns:a16="http://schemas.microsoft.com/office/drawing/2014/main" id="{1D162C15-51BB-482C-8E83-01F46E021371}"/>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725B0E3C-3659-4308-9767-B6A2E3CC0F66}"/>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3 / 6</a:t>
            </a:r>
          </a:p>
        </p:txBody>
      </p:sp>
      <p:sp>
        <p:nvSpPr>
          <p:cNvPr id="4" name="headline">
            <a:extLst xmlns:a="http://schemas.openxmlformats.org/drawingml/2006/main">
              <a:ext uri="{FF2B5EF4-FFF2-40B4-BE49-F238E27FC236}">
                <a16:creationId xmlns:a16="http://schemas.microsoft.com/office/drawing/2014/main" id="{715F801B-A56C-4EF6-8168-D77794205A93}"/>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00" b="1">
                <a:solidFill>
                  <a:srgbClr val="4472C4"/>
                </a:solidFill>
                <a:latin typeface="Apple SD Gothic Neo"/>
                <a:ea typeface="Apple SD Gothic Neo"/>
                <a:cs typeface="Apple SD Gothic Neo"/>
              </a:defRPr>
            </a:pPr>
            <a:r>
              <a:rPr sz="3200" b="1">
                <a:solidFill>
                  <a:srgbClr val="4472C4"/>
                </a:solidFill>
                <a:latin typeface="Apple SD Gothic Neo"/>
                <a:ea typeface="Apple SD Gothic Neo"/>
                <a:cs typeface="Apple SD Gothic Neo"/>
              </a:rPr>
              <a:t>P21: 모든 QA가 같은 사례와 후속 사건을 평가</a:t>
            </a:r>
          </a:p>
        </p:txBody>
      </p:sp>
      <p:sp>
        <p:nvSpPr>
          <p:cNvPr id="5" name="scope">
            <a:extLst xmlns:a="http://schemas.openxmlformats.org/drawingml/2006/main">
              <a:ext uri="{FF2B5EF4-FFF2-40B4-BE49-F238E27FC236}">
                <a16:creationId xmlns:a16="http://schemas.microsoft.com/office/drawing/2014/main" id="{7B1BEB6F-27EB-4E38-8BAA-4D03DD34B145}"/>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00" b="0">
                <a:solidFill>
                  <a:srgbClr val="222A35"/>
                </a:solidFill>
                <a:latin typeface="Apple SD Gothic Neo"/>
                <a:ea typeface="Apple SD Gothic Neo"/>
                <a:cs typeface="Apple SD Gothic Neo"/>
              </a:defRPr>
            </a:pPr>
            <a:r>
              <a:rPr sz="2200" b="0">
                <a:solidFill>
                  <a:srgbClr val="222A35"/>
                </a:solidFill>
                <a:latin typeface="Apple SD Gothic Neo"/>
                <a:ea typeface="Apple SD Gothic Neo"/>
                <a:cs typeface="Apple SD Gothic Neo"/>
              </a:rPr>
              <a:t>DP-41/42/44/45의 실제 기제와 오류 경로로 선정한 사례를 동일 조건에서 평가</a:t>
            </a:r>
          </a:p>
        </p:txBody>
      </p:sp>
      <p:graphicFrame>
        <p:nvGraphicFramePr>
          <p:cNvPr id="13" name=""/>
          <p:cNvGraphicFramePr/>
          <p:nvPr/>
        </p:nvGraphicFramePr>
        <p:xfrm>
          <a:off xmlns:a="http://schemas.openxmlformats.org/drawingml/2006/main" x="457200" y="2286000"/>
          <a:ext xmlns:a="http://schemas.openxmlformats.org/drawingml/2006/main" cx="17373600" cy="7486650"/>
        </p:xfrm>
        <a:graphic xmlns:a="http://schemas.openxmlformats.org/drawingml/2006/main">
          <a:graphicData uri="http://schemas.openxmlformats.org/drawingml/2006/table">
            <a:tbl>
              <a:tblPr firstRow="0" bandRow="0"/>
              <a:tblGrid>
                <a:gridCol w="2667000"/>
                <a:gridCol w="8001000"/>
                <a:gridCol w="6705600"/>
              </a:tblGrid>
              <a:tr h="476250">
                <a:tc>
                  <a:txBody>
                    <a:bodyPr/>
                    <a:lstStyle/>
                    <a:p>
                      <a:pPr algn="l"/>
                      <a:r>
                        <a:rPr sz="2000" b="1">
                          <a:solidFill>
                            <a:srgbClr val="FFFFFF"/>
                          </a:solidFill>
                          <a:latin typeface="Apple SD Gothic Neo"/>
                          <a:ea typeface="Apple SD Gothic Neo"/>
                          <a:cs typeface="Apple SD Gothic Neo"/>
                        </a:rPr>
                        <a:t>활동 / 관측</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고정 조건</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QA에서 읽는 값</a:t>
                      </a:r>
                    </a:p>
                  </a:txBody>
                  <a:tcPr marL="133350" marR="114300" marT="57150" marB="57150" anchor="ctr">
                    <a:solidFill>
                      <a:srgbClr val="4472C4"/>
                    </a:solidFill>
                  </a:tcPr>
                </a:tc>
              </a:tr>
              <a:tr h="1162050">
                <a:tc>
                  <a:txBody>
                    <a:bodyPr/>
                    <a:lstStyle/>
                    <a:p>
                      <a:pPr algn="l"/>
                      <a:r>
                        <a:rPr sz="2000" b="0">
                          <a:solidFill>
                            <a:srgbClr val="222A35"/>
                          </a:solidFill>
                          <a:latin typeface="Apple SD Gothic Neo"/>
                          <a:ea typeface="Apple SD Gothic Neo"/>
                          <a:cs typeface="Apple SD Gothic Neo"/>
                        </a:rPr>
                        <a:t>사례 선정</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S1~S6: 2 / 5 / 3 / 3 / 4 / 4개 = 21개</a:t>
                      </a:r>
                    </a:p>
                    <a:p>
                      <a:pPr algn="l"/>
                      <a:r>
                        <a:rPr sz="2000" b="0">
                          <a:solidFill>
                            <a:srgbClr val="222A35"/>
                          </a:solidFill>
                          <a:latin typeface="Apple SD Gothic Neo"/>
                          <a:ea typeface="Apple SD Gothic Neo"/>
                          <a:cs typeface="Apple SD Gothic Neo"/>
                        </a:rPr>
                        <a:t>기존 17 유지, 선호 등록은 회귀, 민감 사례 4개 추가</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DP-41/42/44/45의 실제 기제 경로</a:t>
                      </a:r>
                    </a:p>
                    <a:p>
                      <a:pPr algn="l"/>
                      <a:r>
                        <a:rPr sz="2000" b="0">
                          <a:solidFill>
                            <a:srgbClr val="222A35"/>
                          </a:solidFill>
                          <a:latin typeface="Apple SD Gothic Neo"/>
                          <a:ea typeface="Apple SD Gothic Neo"/>
                          <a:cs typeface="Apple SD Gothic Neo"/>
                        </a:rPr>
                        <a:t>공통 기준 경로와 차이를 활성화하는 경로 포함</a:t>
                      </a:r>
                    </a:p>
                  </a:txBody>
                  <a:tcPr marL="133350" marR="114300" marT="57150" marB="57150" anchor="ctr">
                    <a:solidFill>
                      <a:srgbClr val="FFF6DE"/>
                    </a:solidFill>
                  </a:tcPr>
                </a:tc>
              </a:tr>
              <a:tr h="1162050">
                <a:tc>
                  <a:txBody>
                    <a:bodyPr/>
                    <a:lstStyle/>
                    <a:p>
                      <a:pPr algn="l"/>
                      <a:r>
                        <a:rPr sz="2000" b="0">
                          <a:solidFill>
                            <a:srgbClr val="222A35"/>
                          </a:solidFill>
                          <a:latin typeface="Apple SD Gothic Neo"/>
                          <a:ea typeface="Apple SD Gothic Neo"/>
                          <a:cs typeface="Apple SD Gothic Neo"/>
                        </a:rPr>
                        <a:t>같은 활동 5회</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각 활동에서 21개를 한 번씩, 전체 5회 독립 초기화</a:t>
                      </a:r>
                    </a:p>
                    <a:p>
                      <a:pPr algn="l"/>
                      <a:r>
                        <a:rPr sz="2000" b="0">
                          <a:solidFill>
                            <a:srgbClr val="222A35"/>
                          </a:solidFill>
                          <a:latin typeface="Apple SD Gothic Neo"/>
                          <a:ea typeface="Apple SD Gothic Neo"/>
                          <a:cs typeface="Apple SD Gothic Neo"/>
                        </a:rPr>
                        <a:t>S2-02 → S2-04 실제 재사용의 선후는 고정</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사용자 목표 19 + Agent 단독 2장면</a:t>
                      </a:r>
                    </a:p>
                    <a:p>
                      <a:pPr algn="l"/>
                      <a:r>
                        <a:rPr sz="2000" b="0">
                          <a:solidFill>
                            <a:srgbClr val="222A35"/>
                          </a:solidFill>
                          <a:latin typeface="Apple SD Gothic Neo"/>
                          <a:ea typeface="Apple SD Gothic Neo"/>
                          <a:cs typeface="Apple SD Gothic Neo"/>
                        </a:rPr>
                        <a:t>네 Agent 동시 사건은 S5-04 내부에 포함</a:t>
                      </a:r>
                    </a:p>
                  </a:txBody>
                  <a:tcPr marL="133350" marR="114300" marT="57150" marB="57150" anchor="ctr">
                    <a:solidFill>
                      <a:srgbClr val="FFF6DE"/>
                    </a:solidFill>
                  </a:tcPr>
                </a:tc>
              </a:tr>
              <a:tr h="1162050">
                <a:tc>
                  <a:txBody>
                    <a:bodyPr/>
                    <a:lstStyle/>
                    <a:p>
                      <a:pPr algn="l"/>
                      <a:r>
                        <a:rPr sz="2000" b="0">
                          <a:solidFill>
                            <a:srgbClr val="222A35"/>
                          </a:solidFill>
                          <a:latin typeface="Apple SD Gothic Neo"/>
                          <a:ea typeface="Apple SD Gothic Neo"/>
                          <a:cs typeface="Apple SD Gothic Neo"/>
                        </a:rPr>
                        <a:t>모든 정확성과 시간</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정확성: 모든 21사례의 6조건 × 5회</a:t>
                      </a:r>
                    </a:p>
                    <a:p>
                      <a:pPr algn="l"/>
                      <a:r>
                        <a:rPr sz="2000" b="0">
                          <a:solidFill>
                            <a:srgbClr val="222A35"/>
                          </a:solidFill>
                          <a:latin typeface="Apple SD Gothic Neo"/>
                          <a:ea typeface="Apple SD Gothic Neo"/>
                          <a:cs typeface="Apple SD Gothic Neo"/>
                        </a:rPr>
                        <a:t>시간: 같은 사례의 첫 반응과 전체 완료</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정확성 105시나리오 / 630조건</a:t>
                      </a:r>
                    </a:p>
                    <a:p>
                      <a:pPr algn="l"/>
                      <a:r>
                        <a:rPr sz="2000" b="0">
                          <a:solidFill>
                            <a:srgbClr val="222A35"/>
                          </a:solidFill>
                          <a:latin typeface="Apple SD Gothic Neo"/>
                          <a:ea typeface="Apple SD Gothic Neo"/>
                          <a:cs typeface="Apple SD Gothic Neo"/>
                        </a:rPr>
                        <a:t>반응 27×5=135 / 처리 19×5=95</a:t>
                      </a:r>
                    </a:p>
                  </a:txBody>
                  <a:tcPr marL="133350" marR="114300" marT="57150" marB="57150" anchor="ctr">
                    <a:solidFill>
                      <a:srgbClr val="FFF6DE"/>
                    </a:solidFill>
                  </a:tcPr>
                </a:tc>
              </a:tr>
              <a:tr h="1352550">
                <a:tc>
                  <a:txBody>
                    <a:bodyPr/>
                    <a:lstStyle/>
                    <a:p>
                      <a:pPr algn="l"/>
                      <a:r>
                        <a:rPr sz="2000" b="0">
                          <a:solidFill>
                            <a:srgbClr val="222A35"/>
                          </a:solidFill>
                          <a:latin typeface="Apple SD Gothic Neo"/>
                          <a:ea typeface="Apple SD Gothic Neo"/>
                          <a:cs typeface="Apple SD Gothic Neo"/>
                        </a:rPr>
                        <a:t>같은 비용과 메모리</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P21 전체 5회: 비용 평균 / 메모리 최대</a:t>
                      </a:r>
                    </a:p>
                    <a:p>
                      <a:pPr algn="l"/>
                      <a:r>
                        <a:rPr sz="2000" b="0">
                          <a:solidFill>
                            <a:srgbClr val="222A35"/>
                          </a:solidFill>
                          <a:latin typeface="Apple SD Gothic Neo"/>
                          <a:ea typeface="Apple SD Gothic Neo"/>
                          <a:cs typeface="Apple SD Gothic Neo"/>
                        </a:rPr>
                        <a:t>음성 입력 50초 / 출력 179초 / 의미 62호출 예산</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비용 ≤$0.50/P21 / commit ≤4GiB</a:t>
                      </a:r>
                    </a:p>
                    <a:p>
                      <a:pPr algn="l"/>
                      <a:r>
                        <a:rPr sz="2000" b="0">
                          <a:solidFill>
                            <a:srgbClr val="222A35"/>
                          </a:solidFill>
                          <a:latin typeface="Apple SD Gothic Neo"/>
                          <a:ea typeface="Apple SD Gothic Neo"/>
                          <a:cs typeface="Apple SD Gothic Neo"/>
                        </a:rPr>
                        <a:t>실제 호출·청구·할당은 후보 경로의 결과</a:t>
                      </a:r>
                    </a:p>
                  </a:txBody>
                  <a:tcPr marL="133350" marR="114300" marT="57150" marB="57150" anchor="ctr">
                    <a:solidFill>
                      <a:srgbClr val="FFF6DE"/>
                    </a:solidFill>
                  </a:tcPr>
                </a:tc>
              </a:tr>
              <a:tr h="1162050">
                <a:tc>
                  <a:txBody>
                    <a:bodyPr/>
                    <a:lstStyle/>
                    <a:p>
                      <a:pPr algn="l"/>
                      <a:r>
                        <a:rPr sz="2000" b="0">
                          <a:solidFill>
                            <a:srgbClr val="222A35"/>
                          </a:solidFill>
                          <a:latin typeface="Apple SD Gothic Neo"/>
                          <a:ea typeface="Apple SD Gothic Neo"/>
                          <a:cs typeface="Apple SD Gothic Neo"/>
                        </a:rPr>
                        <a:t>초기 자료와 집중 부하</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과거 2,000turn / 완료 Task 200 / 원본 30개</a:t>
                      </a:r>
                    </a:p>
                    <a:p>
                      <a:pPr algn="l"/>
                      <a:r>
                        <a:rPr sz="2000" b="0">
                          <a:solidFill>
                            <a:srgbClr val="222A35"/>
                          </a:solidFill>
                          <a:latin typeface="Apple SD Gothic Neo"/>
                          <a:ea typeface="Apple SD Gothic Neo"/>
                          <a:cs typeface="Apple SD Gothic Neo"/>
                        </a:rPr>
                        <a:t>Task 최대 10 / cloud 호출 최대 4</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초기/미사용 생산, 재사용, 첫 사용, 집중 도착</a:t>
                      </a:r>
                    </a:p>
                    <a:p>
                      <a:pPr algn="l"/>
                      <a:r>
                        <a:rPr sz="2000" b="0">
                          <a:solidFill>
                            <a:srgbClr val="222A35"/>
                          </a:solidFill>
                          <a:latin typeface="Apple SD Gothic Neo"/>
                          <a:ea typeface="Apple SD Gothic Neo"/>
                          <a:cs typeface="Apple SD Gothic Neo"/>
                        </a:rPr>
                        <a:t>동일 원천·허용·외부 응답·모델/기능 조건</a:t>
                      </a:r>
                    </a:p>
                  </a:txBody>
                  <a:tcPr marL="133350" marR="114300" marT="57150" marB="57150" anchor="ctr">
                    <a:solidFill>
                      <a:srgbClr val="FFF6DE"/>
                    </a:solidFill>
                  </a:tcPr>
                </a:tc>
              </a:tr>
              <a:tr h="1009650">
                <a:tc>
                  <a:txBody>
                    <a:bodyPr/>
                    <a:lstStyle/>
                    <a:p>
                      <a:pPr algn="l"/>
                      <a:r>
                        <a:rPr sz="2000" b="0">
                          <a:solidFill>
                            <a:srgbClr val="222A35"/>
                          </a:solidFill>
                          <a:latin typeface="Apple SD Gothic Neo"/>
                          <a:ea typeface="Apple SD Gothic Neo"/>
                          <a:cs typeface="Apple SD Gothic Neo"/>
                        </a:rPr>
                        <a:t>회수와 보호</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원본 갱신 4건 / maintenance 2회 / B04 철회</a:t>
                      </a:r>
                    </a:p>
                    <a:p>
                      <a:pPr algn="l"/>
                      <a:r>
                        <a:rPr sz="2000" b="0">
                          <a:solidFill>
                            <a:srgbClr val="222A35"/>
                          </a:solidFill>
                          <a:latin typeface="Apple SD Gothic Neo"/>
                          <a:ea typeface="Apple SD Gothic Neo"/>
                          <a:cs typeface="Apple SD Gothic Neo"/>
                        </a:rPr>
                        <a:t>drain ≤30초 + idle 10초, 실제 실패는 보존</a:t>
                      </a:r>
                    </a:p>
                  </a:txBody>
                  <a:tcPr marL="133350" marR="114300" marT="57150" marB="57150" anchor="ctr">
                    <a:solidFill>
                      <a:srgbClr val="FFF6DE"/>
                    </a:solidFill>
                  </a:tcPr>
                </a:tc>
                <a:tc>
                  <a:txBody>
                    <a:bodyPr/>
                    <a:lstStyle/>
                    <a:p>
                      <a:pPr algn="l"/>
                      <a:r>
                        <a:rPr sz="2000" b="0">
                          <a:solidFill>
                            <a:srgbClr val="222A35"/>
                          </a:solidFill>
                          <a:latin typeface="Apple SD Gothic Neo"/>
                          <a:ea typeface="Apple SD Gothic Neo"/>
                          <a:cs typeface="Apple SD Gothic Neo"/>
                        </a:rPr>
                        <a:t>일반 ≥100/105 ≤2초 / 집중 30/30 ≤5초</a:t>
                      </a:r>
                    </a:p>
                    <a:p>
                      <a:pPr algn="l"/>
                      <a:r>
                        <a:rPr sz="2000" b="0">
                          <a:solidFill>
                            <a:srgbClr val="222A35"/>
                          </a:solidFill>
                          <a:latin typeface="Apple SD Gothic Neo"/>
                          <a:ea typeface="Apple SD Gothic Neo"/>
                          <a:cs typeface="Apple SD Gothic Neo"/>
                        </a:rPr>
                        <a:t>local stop 모두 ≤0.1초 / 유휴 증가 ≤16MiB</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39BA2169-894D-41BA-AEB7-90A442B854A3}"/>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03-02 §3.2 선정/대응표, §8 공통 실행 / 다음 3장은 21개 전체 대응표 / 작성자 설계 PoC, 미실측</a:t>
            </a:r>
          </a:p>
        </p:txBody>
      </p:sp>
    </p:spTree>
    <p:extLst>
      <p:ext uri="{BB962C8B-B14F-4D97-AF65-F5344CB8AC3E}">
        <p14:creationId xmlns:p14="http://schemas.microsoft.com/office/powerpoint/2010/main" val="69634054"/>
      </p:ext>
    </p:extLst>
  </p:cSld>
</p:sld>
</file>

<file path=ppt/slides/slide9.xml><?xml version="1.0" encoding="utf-8"?>
<p:sld xmlns:p="http://schemas.openxmlformats.org/presentationml/2006/main">
  <p:cSld name="quality-cases-01-07">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CA25E5A-8AF1-4A85-BFAE-128D0EAED6B6}"/>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D8B2BF30-10F8-4666-A991-DD69AEFAA043}"/>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5DD6C4A9-68D5-4069-BFD1-361F0136587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4 / 6</a:t>
            </a:r>
          </a:p>
        </p:txBody>
      </p:sp>
      <p:sp>
        <p:nvSpPr>
          <p:cNvPr id="4" name="headline">
            <a:extLst xmlns:a="http://schemas.openxmlformats.org/drawingml/2006/main">
              <a:ext uri="{FF2B5EF4-FFF2-40B4-BE49-F238E27FC236}">
                <a16:creationId xmlns:a16="http://schemas.microsoft.com/office/drawing/2014/main" id="{6B5013C6-3440-4E93-BEE4-A554673FA597}"/>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00" b="1">
                <a:solidFill>
                  <a:srgbClr val="4472C4"/>
                </a:solidFill>
                <a:latin typeface="Apple SD Gothic Neo"/>
                <a:ea typeface="Apple SD Gothic Neo"/>
                <a:cs typeface="Apple SD Gothic Neo"/>
              </a:defRPr>
            </a:pPr>
            <a:r>
              <a:rPr sz="3200" b="1">
                <a:solidFill>
                  <a:srgbClr val="4472C4"/>
                </a:solidFill>
                <a:latin typeface="Apple SD Gothic Neo"/>
                <a:ea typeface="Apple SD Gothic Neo"/>
                <a:cs typeface="Apple SD Gothic Neo"/>
              </a:rPr>
              <a:t>21개 전체 사례: 1~7 / 21</a:t>
            </a:r>
          </a:p>
        </p:txBody>
      </p:sp>
      <p:sp>
        <p:nvSpPr>
          <p:cNvPr id="5" name="scope">
            <a:extLst xmlns:a="http://schemas.openxmlformats.org/drawingml/2006/main">
              <a:ext uri="{FF2B5EF4-FFF2-40B4-BE49-F238E27FC236}">
                <a16:creationId xmlns:a16="http://schemas.microsoft.com/office/drawing/2014/main" id="{1BA199DD-AF3B-4188-AA0B-0A5549459B40}"/>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00" b="0">
                <a:solidFill>
                  <a:srgbClr val="222A35"/>
                </a:solidFill>
                <a:latin typeface="Apple SD Gothic Neo"/>
                <a:ea typeface="Apple SD Gothic Neo"/>
                <a:cs typeface="Apple SD Gothic Neo"/>
              </a:defRPr>
            </a:pPr>
            <a:r>
              <a:rPr sz="2000"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900"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900" b="0">
                          <a:solidFill>
                            <a:srgbClr val="222A35"/>
                          </a:solidFill>
                          <a:latin typeface="Apple SD Gothic Neo"/>
                          <a:ea typeface="Apple SD Gothic Neo"/>
                          <a:cs typeface="Apple SD Gothic Neo"/>
                        </a:rPr>
                        <a:t>S1-01</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제한된 정보 조회</a:t>
                      </a:r>
                    </a:p>
                    <a:p>
                      <a:pPr algn="l"/>
                      <a:r>
                        <a:rPr sz="1900" b="0">
                          <a:solidFill>
                            <a:srgbClr val="222A35"/>
                          </a:solidFill>
                          <a:latin typeface="Apple SD Gothic Neo"/>
                          <a:ea typeface="Apple SD Gothic Neo"/>
                          <a:cs typeface="Apple SD Gothic Neo"/>
                        </a:rPr>
                        <a:t>단순 직접/위임의 공통 기준 경로</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41/42/44</a:t>
                      </a:r>
                    </a:p>
                    <a:p>
                      <a:pPr algn="l"/>
                      <a:r>
                        <a:rPr sz="1900"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D1의 정확한 날짜 답변 전달</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D1 마감일 최종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S1-02</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새 보고서 업무 위임</a:t>
                      </a:r>
                    </a:p>
                    <a:p>
                      <a:pPr algn="l"/>
                      <a:r>
                        <a:rPr sz="1900" b="0">
                          <a:solidFill>
                            <a:srgbClr val="222A35"/>
                          </a:solidFill>
                          <a:latin typeface="Apple SD Gothic Neo"/>
                          <a:ea typeface="Apple SD Gothic Neo"/>
                          <a:cs typeface="Apple SD Gothic Neo"/>
                        </a:rPr>
                        <a:t>신규 업무 인계와 정상 접수의 기준 경로</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41/42/44</a:t>
                      </a:r>
                    </a:p>
                    <a:p>
                      <a:pPr algn="l"/>
                      <a:r>
                        <a:rPr sz="1900"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해당 보고서의 실제 접수/진행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ReportQ3@v1 최종 결과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S2-01</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중 두 표 지칭</a:t>
                      </a:r>
                    </a:p>
                    <a:p>
                      <a:pPr algn="l"/>
                      <a:r>
                        <a:rPr sz="1900" b="0">
                          <a:solidFill>
                            <a:srgbClr val="222A35"/>
                          </a:solidFill>
                          <a:latin typeface="Apple SD Gothic Neo"/>
                          <a:ea typeface="Apple SD Gothic Neo"/>
                          <a:cs typeface="Apple SD Gothic Neo"/>
                        </a:rPr>
                        <a:t>동일 발화의 복수 지칭을 실제 근거에 결합</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발화 당시 두 표의 올바른 비교/위임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지정 두 표 비교 결과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S2-02</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과거 설명과 두 업무 결과 재사용</a:t>
                      </a:r>
                    </a:p>
                    <a:p>
                      <a:pPr algn="l"/>
                      <a:r>
                        <a:rPr sz="1900" b="0">
                          <a:solidFill>
                            <a:srgbClr val="222A35"/>
                          </a:solidFill>
                          <a:latin typeface="Apple SD Gothic Neo"/>
                          <a:ea typeface="Apple SD Gothic Neo"/>
                          <a:cs typeface="Apple SD Gothic Neo"/>
                        </a:rPr>
                        <a:t>예외를 포함하는 세 과거 원본의 실제 연결</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41/45</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과거 근거/조건이 맞는 제안서 실제 접수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Proposal@v1 최종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S2-03</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갱신된 원본의 과거 값 지정</a:t>
                      </a:r>
                    </a:p>
                    <a:p>
                      <a:pPr algn="l"/>
                      <a:r>
                        <a:rPr sz="1900" b="0">
                          <a:solidFill>
                            <a:srgbClr val="222A35"/>
                          </a:solidFill>
                          <a:latin typeface="Apple SD Gothic Neo"/>
                          <a:ea typeface="Apple SD Gothic Neo"/>
                          <a:cs typeface="Apple SD Gothic Neo"/>
                        </a:rPr>
                        <a:t>원본 갱신 뒤 과거 revision의 보존/검증</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41/45</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과거 v1 값 지정이 맞는 실제 작성 접수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TablePast@v1 최종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S2-04</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같은 과거 근거의 두 번째 사용</a:t>
                      </a:r>
                    </a:p>
                    <a:p>
                      <a:pPr algn="l"/>
                      <a:r>
                        <a:rPr sz="1900" b="0">
                          <a:solidFill>
                            <a:srgbClr val="222A35"/>
                          </a:solidFill>
                          <a:latin typeface="Apple SD Gothic Neo"/>
                          <a:ea typeface="Apple SD Gothic Neo"/>
                          <a:cs typeface="Apple SD Gothic Neo"/>
                        </a:rPr>
                        <a:t>같은 원본 재사용의 cache/관계 hit와 전체 생산 비용</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45</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두 번째 새 제안서의 실제 접수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ProposalRepeat@v1 최종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S2-05</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새로 도착한 과거 근거의 첫 사용</a:t>
                      </a:r>
                    </a:p>
                    <a:p>
                      <a:pPr algn="l"/>
                      <a:r>
                        <a:rPr sz="1900" b="0">
                          <a:solidFill>
                            <a:srgbClr val="222A35"/>
                          </a:solidFill>
                          <a:latin typeface="Apple SD Gothic Neo"/>
                          <a:ea typeface="Apple SD Gothic Neo"/>
                          <a:cs typeface="Apple SD Gothic Neo"/>
                        </a:rPr>
                        <a:t>새 원본 첫 사용의 조합/미게시 backfill 대기</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41/45</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새 근거를 확보한 실제 제안서 접수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ProposalFresh@v1 최종 전달</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A6B92724-953C-4F37-94B1-B29C9617062A}"/>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824767429"/>
      </p:ext>
    </p:extLst>
  </p:cSld>
</p:sld>
</file>

<file path=ppt/slides/slide10.xml><?xml version="1.0" encoding="utf-8"?>
<p:sld xmlns:p="http://schemas.openxmlformats.org/presentationml/2006/main">
  <p:cSld name="quality-cases-08-14">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3F8AE79-2A44-428B-9C43-C56254567502}"/>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83645662-0D03-4338-9BD3-D926F34AFFE6}"/>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8EF74869-695E-40BF-8AE2-F2DAB4DE3D7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5 / 6</a:t>
            </a:r>
          </a:p>
        </p:txBody>
      </p:sp>
      <p:sp>
        <p:nvSpPr>
          <p:cNvPr id="4" name="headline">
            <a:extLst xmlns:a="http://schemas.openxmlformats.org/drawingml/2006/main">
              <a:ext uri="{FF2B5EF4-FFF2-40B4-BE49-F238E27FC236}">
                <a16:creationId xmlns:a16="http://schemas.microsoft.com/office/drawing/2014/main" id="{772EAC89-9866-45D3-9B68-B1616A6F3F4C}"/>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00" b="1">
                <a:solidFill>
                  <a:srgbClr val="4472C4"/>
                </a:solidFill>
                <a:latin typeface="Apple SD Gothic Neo"/>
                <a:ea typeface="Apple SD Gothic Neo"/>
                <a:cs typeface="Apple SD Gothic Neo"/>
              </a:defRPr>
            </a:pPr>
            <a:r>
              <a:rPr sz="3200" b="1">
                <a:solidFill>
                  <a:srgbClr val="4472C4"/>
                </a:solidFill>
                <a:latin typeface="Apple SD Gothic Neo"/>
                <a:ea typeface="Apple SD Gothic Neo"/>
                <a:cs typeface="Apple SD Gothic Neo"/>
              </a:rPr>
              <a:t>21개 전체 사례: 8~14 / 21</a:t>
            </a:r>
          </a:p>
        </p:txBody>
      </p:sp>
      <p:sp>
        <p:nvSpPr>
          <p:cNvPr id="5" name="scope">
            <a:extLst xmlns:a="http://schemas.openxmlformats.org/drawingml/2006/main">
              <a:ext uri="{FF2B5EF4-FFF2-40B4-BE49-F238E27FC236}">
                <a16:creationId xmlns:a16="http://schemas.microsoft.com/office/drawing/2014/main" id="{6D24104C-4BAD-4D68-BA51-2D7766489DF9}"/>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00" b="0">
                <a:solidFill>
                  <a:srgbClr val="222A35"/>
                </a:solidFill>
                <a:latin typeface="Apple SD Gothic Neo"/>
                <a:ea typeface="Apple SD Gothic Neo"/>
                <a:cs typeface="Apple SD Gothic Neo"/>
              </a:defRPr>
            </a:pPr>
            <a:r>
              <a:rPr sz="2000"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900"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900" b="0">
                          <a:solidFill>
                            <a:srgbClr val="222A35"/>
                          </a:solidFill>
                          <a:latin typeface="Apple SD Gothic Neo"/>
                          <a:ea typeface="Apple SD Gothic Neo"/>
                          <a:cs typeface="Apple SD Gothic Neo"/>
                        </a:rPr>
                        <a:t>S3-01</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독립된 두 조회 요청</a:t>
                      </a:r>
                    </a:p>
                    <a:p>
                      <a:pPr algn="l"/>
                      <a:r>
                        <a:rPr sz="1900" b="0">
                          <a:solidFill>
                            <a:srgbClr val="222A35"/>
                          </a:solidFill>
                          <a:latin typeface="Apple SD Gothic Neo"/>
                          <a:ea typeface="Apple SD Gothic Neo"/>
                          <a:cs typeface="Apple SD Gothic Neo"/>
                        </a:rPr>
                        <a:t>독립 read의 병렬 진행을 양안에 허용하는 기준</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41/44</a:t>
                      </a:r>
                    </a:p>
                    <a:p>
                      <a:pPr algn="l"/>
                      <a:r>
                        <a:rPr sz="1900"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독립 두 목표의 구분된 유효 답변/실제 접수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독립 두 조회 결과 모두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S3-02</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요약 산출물에 의존하는 메일</a:t>
                      </a:r>
                    </a:p>
                    <a:p>
                      <a:pPr algn="l"/>
                      <a:r>
                        <a:rPr sz="1900" b="0">
                          <a:solidFill>
                            <a:srgbClr val="222A35"/>
                          </a:solidFill>
                          <a:latin typeface="Apple SD Gothic Neo"/>
                          <a:ea typeface="Apple SD Gothic Neo"/>
                          <a:cs typeface="Apple SD Gothic Neo"/>
                        </a:rPr>
                        <a:t>결과 의존/중복 반환의 전체 continuation</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41/44</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현재 요약/의존 메일의 유효 처리 사실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현재 요약의 민수 메일 발송 확인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S3-03</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일정 조건의 변경 재확인</a:t>
                      </a:r>
                    </a:p>
                    <a:p>
                      <a:pPr algn="l"/>
                      <a:r>
                        <a:rPr sz="1900" b="0">
                          <a:solidFill>
                            <a:srgbClr val="222A35"/>
                          </a:solidFill>
                          <a:latin typeface="Apple SD Gothic Neo"/>
                          <a:ea typeface="Apple SD Gothic Neo"/>
                          <a:cs typeface="Apple SD Gothic Neo"/>
                        </a:rPr>
                        <a:t>해석 뒤 조건 변경의 재조회/재확정</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41/42/44</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최신 BUSY와 일정 생성 안 함의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최신 BUSY/미생성 확인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S4-01</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부분 정정과 늦은 후보</a:t>
                      </a:r>
                    </a:p>
                    <a:p>
                      <a:pPr algn="l"/>
                      <a:r>
                        <a:rPr sz="1900" b="0">
                          <a:solidFill>
                            <a:srgbClr val="222A35"/>
                          </a:solidFill>
                          <a:latin typeface="Apple SD Gothic Neo"/>
                          <a:ea typeface="Apple SD Gothic Neo"/>
                          <a:cs typeface="Apple SD Gothic Neo"/>
                        </a:rPr>
                        <a:t>부분 정정과 옛 후보의 늦은 반환</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41/42/44</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보고서 변경 접수와 메일 보존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ReportRevised@v2 최종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S4-02</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음성 중단 뒤 지정 수치 설명</a:t>
                      </a:r>
                    </a:p>
                    <a:p>
                      <a:pPr algn="l"/>
                      <a:r>
                        <a:rPr sz="1900" b="0">
                          <a:solidFill>
                            <a:srgbClr val="222A35"/>
                          </a:solidFill>
                          <a:latin typeface="Apple SD Gothic Neo"/>
                          <a:ea typeface="Apple SD Gothic Neo"/>
                          <a:cs typeface="Apple SD Gothic Neo"/>
                        </a:rPr>
                        <a:t>local stop와 새 설명의 분리, input 지속</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44</a:t>
                      </a:r>
                    </a:p>
                    <a:p>
                      <a:pPr algn="l"/>
                      <a:r>
                        <a:rPr sz="1900"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새 발화 acoustic onset → 옛 음성의 마지막 재생 sample</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지정 수치의 새 설명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S4-03</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특정 업무 취소와 접수 미확인</a:t>
                      </a:r>
                    </a:p>
                    <a:p>
                      <a:pPr algn="l"/>
                      <a:r>
                        <a:rPr sz="1900" b="0">
                          <a:solidFill>
                            <a:srgbClr val="222A35"/>
                          </a:solidFill>
                          <a:latin typeface="Apple SD Gothic Neo"/>
                          <a:ea typeface="Apple SD Gothic Neo"/>
                          <a:cs typeface="Apple SD Gothic Neo"/>
                        </a:rPr>
                        <a:t>hold/취소 접수/외부 미확인의 실제 순서</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42/44</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메일 취소 전달/미확인 상태의 정직한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명세된 취소 접수/미확인 disposition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S5-01</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교차 질문과 철회</a:t>
                      </a:r>
                    </a:p>
                    <a:p>
                      <a:pPr algn="l"/>
                      <a:r>
                        <a:rPr sz="1900" b="0">
                          <a:solidFill>
                            <a:srgbClr val="222A35"/>
                          </a:solidFill>
                          <a:latin typeface="Apple SD Gothic Neo"/>
                          <a:ea typeface="Apple SD Gothic Neo"/>
                          <a:cs typeface="Apple SD Gothic Neo"/>
                        </a:rPr>
                        <a:t>질문 교차/철회와 실제 제시의 연결</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42/44</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유효 메일 질문 source availability → 올바른 수신자 질문 실제 제시</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새 사용자 목표 없음</a:t>
                      </a:r>
                    </a:p>
                    <a:p>
                      <a:pPr algn="l"/>
                      <a:r>
                        <a:rPr sz="1900"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519DFFFF-4FC5-46B4-9804-E4C74916C347}"/>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281329138"/>
      </p:ext>
    </p:extLst>
  </p:cSld>
</p:sld>
</file>

<file path=ppt/slides/slide11.xml><?xml version="1.0" encoding="utf-8"?>
<p:sld xmlns:p="http://schemas.openxmlformats.org/presentationml/2006/main">
  <p:cSld name="quality-cases-15-21">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61AAF9F-987B-4066-AD76-7B41C886997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B08C06BE-DC12-4369-B694-4C12A1C9C4F8}"/>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BFEC782-46B0-40E3-82F7-0BF23FA44705}"/>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6 / 6</a:t>
            </a:r>
          </a:p>
        </p:txBody>
      </p:sp>
      <p:sp>
        <p:nvSpPr>
          <p:cNvPr id="4" name="headline">
            <a:extLst xmlns:a="http://schemas.openxmlformats.org/drawingml/2006/main">
              <a:ext uri="{FF2B5EF4-FFF2-40B4-BE49-F238E27FC236}">
                <a16:creationId xmlns:a16="http://schemas.microsoft.com/office/drawing/2014/main" id="{1CF8123F-5FA8-4B92-8A5C-1CB2DFED53DC}"/>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00" b="1">
                <a:solidFill>
                  <a:srgbClr val="4472C4"/>
                </a:solidFill>
                <a:latin typeface="Apple SD Gothic Neo"/>
                <a:ea typeface="Apple SD Gothic Neo"/>
                <a:cs typeface="Apple SD Gothic Neo"/>
              </a:defRPr>
            </a:pPr>
            <a:r>
              <a:rPr sz="3200" b="1">
                <a:solidFill>
                  <a:srgbClr val="4472C4"/>
                </a:solidFill>
                <a:latin typeface="Apple SD Gothic Neo"/>
                <a:ea typeface="Apple SD Gothic Neo"/>
                <a:cs typeface="Apple SD Gothic Neo"/>
              </a:rPr>
              <a:t>21개 전체 사례: 15~21 / 21</a:t>
            </a:r>
          </a:p>
        </p:txBody>
      </p:sp>
      <p:sp>
        <p:nvSpPr>
          <p:cNvPr id="5" name="scope">
            <a:extLst xmlns:a="http://schemas.openxmlformats.org/drawingml/2006/main">
              <a:ext uri="{FF2B5EF4-FFF2-40B4-BE49-F238E27FC236}">
                <a16:creationId xmlns:a16="http://schemas.microsoft.com/office/drawing/2014/main" id="{D4BD1A16-64DC-4C7E-B119-4D44B42C895D}"/>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00" b="0">
                <a:solidFill>
                  <a:srgbClr val="222A35"/>
                </a:solidFill>
                <a:latin typeface="Apple SD Gothic Neo"/>
                <a:ea typeface="Apple SD Gothic Neo"/>
                <a:cs typeface="Apple SD Gothic Neo"/>
              </a:defRPr>
            </a:pPr>
            <a:r>
              <a:rPr sz="2000"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900"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900"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900" b="0">
                          <a:solidFill>
                            <a:srgbClr val="222A35"/>
                          </a:solidFill>
                          <a:latin typeface="Apple SD Gothic Neo"/>
                          <a:ea typeface="Apple SD Gothic Neo"/>
                          <a:cs typeface="Apple SD Gothic Neo"/>
                        </a:rPr>
                        <a:t>S5-02</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결과 역전과 중복</a:t>
                      </a:r>
                    </a:p>
                    <a:p>
                      <a:pPr algn="l"/>
                      <a:r>
                        <a:rPr sz="1900" b="0">
                          <a:solidFill>
                            <a:srgbClr val="222A35"/>
                          </a:solidFill>
                          <a:latin typeface="Apple SD Gothic Neo"/>
                          <a:ea typeface="Apple SD Gothic Neo"/>
                          <a:cs typeface="Apple SD Gothic Neo"/>
                        </a:rPr>
                        <a:t>결과 역전/중복의 현재성 및 publication</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42/44</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최신 유효 결과 source availability → 올바른 현재 결과 실제 전달</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새 사용자 목표 없음</a:t>
                      </a:r>
                    </a:p>
                    <a:p>
                      <a:pPr algn="l"/>
                      <a:r>
                        <a:rPr sz="1900"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S5-03</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음성 종료 중 결과와 재연결</a:t>
                      </a:r>
                    </a:p>
                    <a:p>
                      <a:pPr algn="l"/>
                      <a:r>
                        <a:rPr sz="1900" b="0">
                          <a:solidFill>
                            <a:srgbClr val="222A35"/>
                          </a:solidFill>
                          <a:latin typeface="Apple SD Gothic Neo"/>
                          <a:ea typeface="Apple SD Gothic Neo"/>
                          <a:cs typeface="Apple SD Gothic Neo"/>
                        </a:rPr>
                        <a:t>Voice Connection과 Task/결과의 독립 수명</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42/44</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결과 도착 → Text 전달 (1)</a:t>
                      </a:r>
                    </a:p>
                    <a:p>
                      <a:pPr algn="l"/>
                      <a:r>
                        <a:rPr sz="1900" b="0">
                          <a:solidFill>
                            <a:srgbClr val="222A35"/>
                          </a:solidFill>
                          <a:latin typeface="Apple SD Gothic Neo"/>
                          <a:ea typeface="Apple SD Gothic Neo"/>
                          <a:cs typeface="Apple SD Gothic Neo"/>
                        </a:rPr>
                        <a:t>재연결 발화 끝 → Voice 전달 (1)</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재연결 요청에 기존 결과 안내</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S5-04</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중 네 Agent 사건과 보고서 정정</a:t>
                      </a:r>
                    </a:p>
                    <a:p>
                      <a:pPr algn="l"/>
                      <a:r>
                        <a:rPr sz="1900" b="0">
                          <a:solidFill>
                            <a:srgbClr val="222A35"/>
                          </a:solidFill>
                          <a:latin typeface="Apple SD Gothic Neo"/>
                          <a:ea typeface="Apple SD Gothic Neo"/>
                          <a:cs typeface="Apple SD Gothic Neo"/>
                        </a:rPr>
                        <a:t>입력+네 Agent 사건의 queue/join/폐기/동시 할당</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42/44</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끼어들기 → local stop (1)</a:t>
                      </a:r>
                    </a:p>
                    <a:p>
                      <a:pPr algn="l"/>
                      <a:r>
                        <a:rPr sz="1900" b="0">
                          <a:solidFill>
                            <a:srgbClr val="222A35"/>
                          </a:solidFill>
                          <a:latin typeface="Apple SD Gothic Neo"/>
                          <a:ea typeface="Apple SD Gothic Neo"/>
                          <a:cs typeface="Apple SD Gothic Neo"/>
                        </a:rPr>
                        <a:t>정정 → 접수 (1), 질문 2 / 결과 2 → 제시 (4)</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ReportBurst@v2 전달 및 지정 독립 반응 유지</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S6-01</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모호한 과거 보고서 확인</a:t>
                      </a:r>
                    </a:p>
                    <a:p>
                      <a:pPr algn="l"/>
                      <a:r>
                        <a:rPr sz="1900" b="0">
                          <a:solidFill>
                            <a:srgbClr val="222A35"/>
                          </a:solidFill>
                          <a:latin typeface="Apple SD Gothic Neo"/>
                          <a:ea typeface="Apple SD Gothic Neo"/>
                          <a:cs typeface="Apple SD Gothic Neo"/>
                        </a:rPr>
                        <a:t>모호한 대상의 확인과 후속 변경 전체 cycle</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41/45</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최초 발화 종료 → 보고서 대상/수정 내용 확인 질문 실제 제시</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ConfirmedRevision@v2 최종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S6-02</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철회된 질문 답변과 승인 범위</a:t>
                      </a:r>
                    </a:p>
                    <a:p>
                      <a:pPr algn="l"/>
                      <a:r>
                        <a:rPr sz="1900" b="0">
                          <a:solidFill>
                            <a:srgbClr val="222A35"/>
                          </a:solidFill>
                          <a:latin typeface="Apple SD Gothic Neo"/>
                          <a:ea typeface="Apple SD Gothic Neo"/>
                          <a:cs typeface="Apple SD Gothic Neo"/>
                        </a:rPr>
                        <a:t>미제시/철회 질문의 답변과 승인 scope 분리</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41/42/44</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최초 발화 종료 → 현재 정보 동의의 재확인 질문 실제 제시</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허용된 연락처 제공/발송 미승인 확인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S6-03</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필요한 자료의 접근 거부</a:t>
                      </a:r>
                    </a:p>
                    <a:p>
                      <a:pPr algn="l"/>
                      <a:r>
                        <a:rPr sz="1900" b="0">
                          <a:solidFill>
                            <a:srgbClr val="222A35"/>
                          </a:solidFill>
                          <a:latin typeface="Apple SD Gothic Neo"/>
                          <a:ea typeface="Apple SD Gothic Neo"/>
                          <a:cs typeface="Apple SD Gothic Neo"/>
                        </a:rPr>
                        <a:t>허용 부족에서 조기 차단되는 공통 기준</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41/42/45</a:t>
                      </a:r>
                    </a:p>
                    <a:p>
                      <a:pPr algn="l"/>
                      <a:r>
                        <a:rPr sz="1900"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접근 권한 부족/금액 확인 불가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접근 거부와 확인 불가의 정당한 처리 전달</a:t>
                      </a:r>
                    </a:p>
                  </a:txBody>
                  <a:tcPr marL="133350" marR="114300" marT="57150" marB="57150" anchor="ctr">
                    <a:solidFill>
                      <a:srgbClr val="FFF6DE"/>
                    </a:solidFill>
                  </a:tcPr>
                </a:tc>
              </a:tr>
              <a:tr h="942975">
                <a:tc>
                  <a:txBody>
                    <a:bodyPr/>
                    <a:lstStyle/>
                    <a:p>
                      <a:pPr algn="l"/>
                      <a:r>
                        <a:rPr sz="1900" b="0">
                          <a:solidFill>
                            <a:srgbClr val="222A35"/>
                          </a:solidFill>
                          <a:latin typeface="Apple SD Gothic Neo"/>
                          <a:ea typeface="Apple SD Gothic Neo"/>
                          <a:cs typeface="Apple SD Gothic Neo"/>
                        </a:rPr>
                        <a:t>S6-04</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실제 제시된 유효 질문에 답변</a:t>
                      </a:r>
                    </a:p>
                    <a:p>
                      <a:pPr algn="l"/>
                      <a:r>
                        <a:rPr sz="1900" b="0">
                          <a:solidFill>
                            <a:srgbClr val="222A35"/>
                          </a:solidFill>
                          <a:latin typeface="Apple SD Gothic Neo"/>
                          <a:ea typeface="Apple SD Gothic Neo"/>
                          <a:cs typeface="Apple SD Gothic Neo"/>
                        </a:rPr>
                        <a:t>유효 질문 답변의 정상 조회/확정/receipt 비용</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42</a:t>
                      </a:r>
                    </a:p>
                    <a:p>
                      <a:pPr algn="l"/>
                      <a:r>
                        <a:rPr sz="1900"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발화 종료 → 상반기 답변의 실제 접수와 기간 안내</a:t>
                      </a:r>
                    </a:p>
                  </a:txBody>
                  <a:tcPr marL="133350" marR="114300" marT="57150" marB="57150" anchor="ctr">
                    <a:solidFill>
                      <a:srgbClr val="FFF6DE"/>
                    </a:solidFill>
                  </a:tcPr>
                </a:tc>
                <a:tc>
                  <a:txBody>
                    <a:bodyPr/>
                    <a:lstStyle/>
                    <a:p>
                      <a:pPr algn="l"/>
                      <a:r>
                        <a:rPr sz="1900" b="0">
                          <a:solidFill>
                            <a:srgbClr val="222A35"/>
                          </a:solidFill>
                          <a:latin typeface="Apple SD Gothic Neo"/>
                          <a:ea typeface="Apple SD Gothic Neo"/>
                          <a:cs typeface="Apple SD Gothic Neo"/>
                        </a:rPr>
                        <a:t>유효 기간 답변의 접수/확정 안내</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EBA1B850-67B8-452E-9A4A-32B3B7F45FF3}"/>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816452385"/>
      </p:ext>
    </p:extLst>
  </p:cSld>
</p:sld>
</file>

<file path=ppt/slides/slide12.xml><?xml version="1.0" encoding="utf-8"?>
<p:sld xmlns:p="http://schemas.openxmlformats.org/presentationml/2006/main">
  <p:cSld name="qa01-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2EE25C06-E5CA-476F-A633-2BD1B10D710A}"/>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08BDB15C-A627-4787-88F7-325CA60B121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D045F8D-FC6C-4437-B489-2E9C0B9D8FE3}"/>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1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200"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200"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FFF"/>
                    </a:solidFill>
                  </a:tcPr>
                </a:tc>
                <a:tc>
                  <a:txBody>
                    <a:bodyPr/>
                    <a:lstStyle/>
                    <a:p>
                      <a:pPr algn="ctr"/>
                      <a:r>
                        <a:rPr sz="2500" b="0">
                          <a:solidFill>
                            <a:srgbClr val="222A35"/>
                          </a:solidFill>
                          <a:latin typeface="Apple SD Gothic Neo"/>
                          <a:ea typeface="Apple SD Gothic Neo"/>
                          <a:cs typeface="Apple SD Gothic Neo"/>
                        </a:rPr>
                        <a:t>요청 처리</a:t>
                      </a:r>
                    </a:p>
                    <a:p>
                      <a:pPr algn="ctr"/>
                      <a:r>
                        <a:rPr sz="2500" b="0">
                          <a:solidFill>
                            <a:srgbClr val="222A35"/>
                          </a:solidFill>
                          <a:latin typeface="Apple SD Gothic Neo"/>
                          <a:ea typeface="Apple SD Gothic Neo"/>
                          <a:cs typeface="Apple SD Gothic Neo"/>
                        </a:rPr>
                        <a:t>정확성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00" b="1">
                          <a:solidFill>
                            <a:srgbClr val="43AACC"/>
                          </a:solidFill>
                          <a:latin typeface="Apple SD Gothic Neo"/>
                          <a:ea typeface="Apple SD Gothic Neo"/>
                          <a:cs typeface="Apple SD Gothic Neo"/>
                        </a:rPr>
                        <a:t>필수 정답 조건 충족률 ≥ 98%</a:t>
                      </a:r>
                    </a:p>
                    <a:p>
                      <a:pPr algn="l"/>
                      <a:r>
                        <a:rPr sz="1900" b="0">
                          <a:solidFill>
                            <a:srgbClr val="56606B"/>
                          </a:solidFill>
                          <a:latin typeface="Apple SD Gothic Neo"/>
                          <a:ea typeface="Apple SD Gothic Neo"/>
                          <a:cs typeface="Apple SD Gothic Neo"/>
                        </a:rPr>
                        <a:t>측정: 21개 Voice/Agent 사례 × 5회 × 6조건 = 630개</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8250E3C5-71A5-4491-A172-D73A9B188B88}"/>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00" b="1">
                <a:solidFill>
                  <a:srgbClr val="4472C4"/>
                </a:solidFill>
                <a:latin typeface="Apple SD Gothic Neo"/>
                <a:ea typeface="Apple SD Gothic Neo"/>
                <a:cs typeface="Apple SD Gothic Neo"/>
              </a:defRPr>
            </a:pPr>
            <a:r>
              <a:rPr sz="2200" b="1">
                <a:solidFill>
                  <a:srgbClr val="4472C4"/>
                </a:solidFill>
                <a:latin typeface="Apple SD Gothic Neo"/>
                <a:ea typeface="Apple SD Gothic Neo"/>
                <a:cs typeface="Apple SD Gothic Neo"/>
              </a:rPr>
              <a:t>ASR-QA-01</a:t>
            </a:r>
          </a:p>
        </p:txBody>
      </p:sp>
      <p:sp>
        <p:nvSpPr>
          <p:cNvPr id="6" name="basis-label">
            <a:extLst xmlns:a="http://schemas.openxmlformats.org/drawingml/2006/main">
              <a:ext uri="{FF2B5EF4-FFF2-40B4-BE49-F238E27FC236}">
                <a16:creationId xmlns:a16="http://schemas.microsoft.com/office/drawing/2014/main" id="{E4F4FBA4-7775-4007-8FE5-74D06BEB2A4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222A35"/>
                </a:solidFill>
                <a:latin typeface="Apple SD Gothic Neo"/>
                <a:ea typeface="Apple SD Gothic Neo"/>
                <a:cs typeface="Apple SD Gothic Neo"/>
              </a:defRPr>
            </a:pPr>
            <a:r>
              <a:rPr sz="260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2101B979-2A7C-4A84-B8D1-3DC0ECB552F7}"/>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VIA는 업무, 근거, 조건과 실제 전달을 연결한다.</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잘못 연결하면 사용자가 업무를 다시 식별하고 수정해야 한다.</a:t>
            </a:r>
          </a:p>
        </p:txBody>
      </p:sp>
      <p:sp>
        <p:nvSpPr>
          <p:cNvPr id="8" name="choice">
            <a:extLst xmlns:a="http://schemas.openxmlformats.org/drawingml/2006/main">
              <a:ext uri="{FF2B5EF4-FFF2-40B4-BE49-F238E27FC236}">
                <a16:creationId xmlns:a16="http://schemas.microsoft.com/office/drawing/2014/main" id="{5C11987B-6FDE-46CB-893D-F9C842254C9A}"/>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필수 조건 오류 ≤2%, 전체 시나리오 실패 ≤5%를 선택.</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21개 모든 사례와 재사용/집중 도착/최종 tail을 채점.</a:t>
            </a:r>
          </a:p>
        </p:txBody>
      </p:sp>
      <p:sp>
        <p:nvSpPr>
          <p:cNvPr id="9" name="calculation-title">
            <a:extLst xmlns:a="http://schemas.openxmlformats.org/drawingml/2006/main">
              <a:ext uri="{FF2B5EF4-FFF2-40B4-BE49-F238E27FC236}">
                <a16:creationId xmlns:a16="http://schemas.microsoft.com/office/drawing/2014/main" id="{E4A2EFBA-7912-4515-B776-C159B66A17B4}"/>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1">
                <a:solidFill>
                  <a:srgbClr val="4472C4"/>
                </a:solidFill>
                <a:latin typeface="Apple SD Gothic Neo"/>
                <a:ea typeface="Apple SD Gothic Neo"/>
                <a:cs typeface="Apple SD Gothic Neo"/>
              </a:defRPr>
            </a:pPr>
            <a:r>
              <a:rPr sz="230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900"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900"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900" b="0">
                          <a:solidFill>
                            <a:srgbClr val="222A35"/>
                          </a:solidFill>
                          <a:latin typeface="Apple SD Gothic Neo"/>
                          <a:ea typeface="Apple SD Gothic Neo"/>
                          <a:cs typeface="Apple SD Gothic Neo"/>
                        </a:rPr>
                        <a:t>대표 분모</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21 × 5 × 6 = 630조건, 모든 필수 사실 통과 시 1</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대표 목표</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정답 618개 이상 / 오답 최대 12개</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시나리오 보호</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6조건 모두 정답인 시나리오 ≥100/105</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S / C 보호</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상황군별 / 조건 유형별 각각 ≥95%</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필수 위반</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무관 업무/중복 효과/잘못된 승인/무허용 사용 0건</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평균 ≥1pp + 5쌍 같은 방향; 원값/최소/최대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692DFC6E-BF15-4B84-9457-7232D6A878D8}"/>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21개 명세/6조건/최종 tail은 03-02 §3·8.2.</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실제 출력으로 채점하며 가정 정답률을 생성하지 않음.</a:t>
            </a:r>
          </a:p>
        </p:txBody>
      </p:sp>
      <p:sp>
        <p:nvSpPr>
          <p:cNvPr id="12" name="score-label">
            <a:extLst xmlns:a="http://schemas.openxmlformats.org/drawingml/2006/main">
              <a:ext uri="{FF2B5EF4-FFF2-40B4-BE49-F238E27FC236}">
                <a16:creationId xmlns:a16="http://schemas.microsoft.com/office/drawing/2014/main" id="{BA5601A4-4272-48B1-92A9-5CD8B24700B5}"/>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4472C4"/>
                </a:solidFill>
                <a:latin typeface="Apple SD Gothic Neo"/>
                <a:ea typeface="Apple SD Gothic Neo"/>
                <a:cs typeface="Apple SD Gothic Neo"/>
              </a:defRPr>
            </a:pPr>
            <a:r>
              <a:rPr sz="260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200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정확히 100%</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99.6% ≤ x &lt; 100%</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99.2% ≤ x &lt; 99.6%</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98.8% ≤ x &lt; 99.2%</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98.4% ≤ x &lt; 98.8%</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2000" b="1">
                          <a:solidFill>
                            <a:srgbClr val="222A35"/>
                          </a:solidFill>
                          <a:latin typeface="Apple SD Gothic Neo"/>
                          <a:ea typeface="Apple SD Gothic Neo"/>
                          <a:cs typeface="Apple SD Gothic Neo"/>
                        </a:rPr>
                        <a:t>98% ≤ x &lt; 98.4%</a:t>
                      </a:r>
                    </a:p>
                  </a:txBody>
                  <a:tcPr marL="133350" marR="114300" marT="57150" marB="57150" anchor="ctr">
                    <a:solidFill>
                      <a:srgbClr val="D9E9F8"/>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2000" b="0">
                          <a:solidFill>
                            <a:srgbClr val="AF2E33"/>
                          </a:solidFill>
                          <a:latin typeface="Apple SD Gothic Neo"/>
                          <a:ea typeface="Apple SD Gothic Neo"/>
                          <a:cs typeface="Apple SD Gothic Neo"/>
                        </a:rPr>
                        <a:t>0% ≤ x &lt; 98%</a:t>
                      </a:r>
                    </a:p>
                  </a:txBody>
                  <a:tcPr marL="133350" marR="114300" marT="57150" marB="57150" anchor="ctr">
                    <a:solidFill>
                      <a:srgbClr val="FAECEC"/>
                    </a:solidFill>
                  </a:tcPr>
                </a:tc>
                <a:tc>
                  <a:txBody>
                    <a:bodyPr/>
                    <a:lstStyle/>
                    <a:p>
                      <a:pPr algn="ctr"/>
                      <a:r>
                        <a:rPr sz="200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8BDB9455-1F15-4287-8C18-0F72A9C49BD4}"/>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보호 조건: 전체/S/C ≥95%, 필수 위반 0건</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B2F6EF77-1DEB-4104-9688-F546DC919A1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657752641"/>
      </p:ext>
    </p:extLst>
  </p:cSld>
</p:sld>
</file>

<file path=ppt/slides/slide13.xml><?xml version="1.0" encoding="utf-8"?>
<p:sld xmlns:p="http://schemas.openxmlformats.org/presentationml/2006/main">
  <p:cSld name="qa02-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2ED914C-9A92-4FAA-830C-04ECB4D70FC8}"/>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59DE3ACC-D15F-40C4-A07D-E8DDFCA79207}"/>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C7C2DDAF-5705-4A8E-8556-126DCA9FCE4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2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200"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200"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500" b="0">
                          <a:solidFill>
                            <a:srgbClr val="222A35"/>
                          </a:solidFill>
                          <a:latin typeface="Apple SD Gothic Neo"/>
                          <a:ea typeface="Apple SD Gothic Neo"/>
                          <a:cs typeface="Apple SD Gothic Neo"/>
                        </a:rPr>
                        <a:t>상호작용</a:t>
                      </a:r>
                    </a:p>
                    <a:p>
                      <a:pPr algn="ctr"/>
                      <a:r>
                        <a:rPr sz="2500" b="0">
                          <a:solidFill>
                            <a:srgbClr val="222A35"/>
                          </a:solidFill>
                          <a:latin typeface="Apple SD Gothic Neo"/>
                          <a:ea typeface="Apple SD Gothic Neo"/>
                          <a:cs typeface="Apple SD Gothic Neo"/>
                        </a:rPr>
                        <a:t>응답시간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00" b="1">
                          <a:solidFill>
                            <a:srgbClr val="43AACC"/>
                          </a:solidFill>
                          <a:latin typeface="Apple SD Gothic Neo"/>
                          <a:ea typeface="Apple SD Gothic Neo"/>
                          <a:cs typeface="Apple SD Gothic Neo"/>
                        </a:rPr>
                        <a:t>평균 상호작용 응답시간 ≤ 1초</a:t>
                      </a:r>
                    </a:p>
                    <a:p>
                      <a:pPr algn="l"/>
                      <a:r>
                        <a:rPr sz="1900" b="0">
                          <a:solidFill>
                            <a:srgbClr val="56606B"/>
                          </a:solidFill>
                          <a:latin typeface="Apple SD Gothic Neo"/>
                          <a:ea typeface="Apple SD Gothic Neo"/>
                          <a:cs typeface="Apple SD Gothic Neo"/>
                        </a:rPr>
                        <a:t>측정: 모든 사례의 지정 반응 27개 × 5회 = 135관측</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27A0E684-A37B-49C0-8580-331DED886D71}"/>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00" b="1">
                <a:solidFill>
                  <a:srgbClr val="4472C4"/>
                </a:solidFill>
                <a:latin typeface="Apple SD Gothic Neo"/>
                <a:ea typeface="Apple SD Gothic Neo"/>
                <a:cs typeface="Apple SD Gothic Neo"/>
              </a:defRPr>
            </a:pPr>
            <a:r>
              <a:rPr sz="2200" b="1">
                <a:solidFill>
                  <a:srgbClr val="4472C4"/>
                </a:solidFill>
                <a:latin typeface="Apple SD Gothic Neo"/>
                <a:ea typeface="Apple SD Gothic Neo"/>
                <a:cs typeface="Apple SD Gothic Neo"/>
              </a:rPr>
              <a:t>ASR-QA-02</a:t>
            </a:r>
          </a:p>
        </p:txBody>
      </p:sp>
      <p:sp>
        <p:nvSpPr>
          <p:cNvPr id="6" name="basis-label">
            <a:extLst xmlns:a="http://schemas.openxmlformats.org/drawingml/2006/main">
              <a:ext uri="{FF2B5EF4-FFF2-40B4-BE49-F238E27FC236}">
                <a16:creationId xmlns:a16="http://schemas.microsoft.com/office/drawing/2014/main" id="{F3293F1B-DAA8-4775-A158-F9B38DE4589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222A35"/>
                </a:solidFill>
                <a:latin typeface="Apple SD Gothic Neo"/>
                <a:ea typeface="Apple SD Gothic Neo"/>
                <a:cs typeface="Apple SD Gothic Neo"/>
              </a:defRPr>
            </a:pPr>
            <a:r>
              <a:rPr sz="260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A230FCCF-A31F-45F7-9ED4-420D94528AE6}"/>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Nielsen 응답시간 참조: 즉각 제어 0.1초,</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대화 흐름 1초, 주의 유지 10초.</a:t>
            </a:r>
          </a:p>
        </p:txBody>
      </p:sp>
      <p:sp>
        <p:nvSpPr>
          <p:cNvPr id="8" name="choice">
            <a:extLst xmlns:a="http://schemas.openxmlformats.org/drawingml/2006/main">
              <a:ext uri="{FF2B5EF4-FFF2-40B4-BE49-F238E27FC236}">
                <a16:creationId xmlns:a16="http://schemas.microsoft.com/office/drawing/2014/main" id="{1D6EB1E0-BE90-4A60-AECE-E0AA9E63226E}"/>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평균 1초, local stop 0.1초를 과제 예산으로 선택.</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생성률 100/130/160 token/s는 가정, 목표 달성 미입증.</a:t>
            </a:r>
          </a:p>
        </p:txBody>
      </p:sp>
      <p:sp>
        <p:nvSpPr>
          <p:cNvPr id="9" name="calculation-title">
            <a:extLst xmlns:a="http://schemas.openxmlformats.org/drawingml/2006/main">
              <a:ext uri="{FF2B5EF4-FFF2-40B4-BE49-F238E27FC236}">
                <a16:creationId xmlns:a16="http://schemas.microsoft.com/office/drawing/2014/main" id="{6FD247FA-E006-4202-8592-C6F7A7F36139}"/>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1">
                <a:solidFill>
                  <a:srgbClr val="4472C4"/>
                </a:solidFill>
                <a:latin typeface="Apple SD Gothic Neo"/>
                <a:ea typeface="Apple SD Gothic Neo"/>
                <a:cs typeface="Apple SD Gothic Neo"/>
              </a:defRPr>
            </a:pPr>
            <a:r>
              <a:rPr sz="230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900"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900"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900" b="0">
                          <a:solidFill>
                            <a:srgbClr val="222A35"/>
                          </a:solidFill>
                          <a:latin typeface="Apple SD Gothic Neo"/>
                          <a:ea typeface="Apple SD Gothic Neo"/>
                          <a:cs typeface="Apple SD Gothic Neo"/>
                        </a:rPr>
                        <a:t>시작</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발화 끝 / Agent 원천 도착 / 끼어들기 onset</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종료</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실제 제어 효과 또는 Text + 첫 핵심 음성</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21개 사례의 27반응 × 5회 = 135관측</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일반 / 집중</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일반 ≥100/105회 ≤2초; 집중 30회 전부 ≤5초</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실패 / stop</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미전달 0건, 실패 5초 cap; stop 10회 모두 ≤0.1초</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평균 ≥0.10초 + 5쌍 같은 방향; 귀속 DAG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FA67FD97-402E-414C-BD17-9859CC60DBDB}"/>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모든 사례 → 반응 mapping은 요약 4~6장과 03-02 §3.2.</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사건 평균의 비중과 사례별 값/voice queue도 공개.</a:t>
            </a:r>
          </a:p>
        </p:txBody>
      </p:sp>
      <p:sp>
        <p:nvSpPr>
          <p:cNvPr id="12" name="score-label">
            <a:extLst xmlns:a="http://schemas.openxmlformats.org/drawingml/2006/main">
              <a:ext uri="{FF2B5EF4-FFF2-40B4-BE49-F238E27FC236}">
                <a16:creationId xmlns:a16="http://schemas.microsoft.com/office/drawing/2014/main" id="{6026D55C-A68D-43D1-8DA1-F7B7D00960B1}"/>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4472C4"/>
                </a:solidFill>
                <a:latin typeface="Apple SD Gothic Neo"/>
                <a:ea typeface="Apple SD Gothic Neo"/>
                <a:cs typeface="Apple SD Gothic Neo"/>
              </a:defRPr>
            </a:pPr>
            <a:r>
              <a:rPr sz="260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200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 ≤ x ≤ 0.2초</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0.2초 &lt; x ≤ 0.36초</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0.36초 &lt; x ≤ 0.52초</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0.52초 &lt; x ≤ 0.68초</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0.68초 &lt; x ≤ 0.84초</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2000" b="1">
                          <a:solidFill>
                            <a:srgbClr val="222A35"/>
                          </a:solidFill>
                          <a:latin typeface="Apple SD Gothic Neo"/>
                          <a:ea typeface="Apple SD Gothic Neo"/>
                          <a:cs typeface="Apple SD Gothic Neo"/>
                        </a:rPr>
                        <a:t>0.84초 &lt; x ≤ 1초</a:t>
                      </a:r>
                    </a:p>
                  </a:txBody>
                  <a:tcPr marL="133350" marR="114300" marT="57150" marB="57150" anchor="ctr">
                    <a:solidFill>
                      <a:srgbClr val="D9E9F8"/>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2000" b="0">
                          <a:solidFill>
                            <a:srgbClr val="AF2E33"/>
                          </a:solidFill>
                          <a:latin typeface="Apple SD Gothic Neo"/>
                          <a:ea typeface="Apple SD Gothic Neo"/>
                          <a:cs typeface="Apple SD Gothic Neo"/>
                        </a:rPr>
                        <a:t>x &gt; 1초</a:t>
                      </a:r>
                    </a:p>
                  </a:txBody>
                  <a:tcPr marL="133350" marR="114300" marT="57150" marB="57150" anchor="ctr">
                    <a:solidFill>
                      <a:srgbClr val="FAECEC"/>
                    </a:solidFill>
                  </a:tcPr>
                </a:tc>
                <a:tc>
                  <a:txBody>
                    <a:bodyPr/>
                    <a:lstStyle/>
                    <a:p>
                      <a:pPr algn="ctr"/>
                      <a:r>
                        <a:rPr sz="200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FB865EAA-81A1-4504-B2C5-0C2E99469C40}"/>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보호 조건: 일반 ≥100/105 ≤2초; 집중 30/30 ≤5초; stop ≤0.1초</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CBF7E74E-74DC-4424-9EC7-FF7B4263E7B8}"/>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Qwen 공식 H20 속도 benchmark / 목표와 등급은 작성자 PoC 규칙, 실측 전</a:t>
            </a:r>
          </a:p>
        </p:txBody>
      </p:sp>
    </p:spTree>
    <p:extLst>
      <p:ext uri="{BB962C8B-B14F-4D97-AF65-F5344CB8AC3E}">
        <p14:creationId xmlns:p14="http://schemas.microsoft.com/office/powerpoint/2010/main" val="1176566213"/>
      </p:ext>
    </p:extLst>
  </p:cSld>
</p:sld>
</file>

<file path=ppt/slides/slide14.xml><?xml version="1.0" encoding="utf-8"?>
<p:sld xmlns:p="http://schemas.openxmlformats.org/presentationml/2006/main">
  <p:cSld name="qa03-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918B7C88-FDCC-4FC6-BB6F-2B7FF86FACDB}"/>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A61FF89D-28A2-451D-8AB2-8B69CC3DD235}"/>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40325CC-6665-4F18-8ABB-79A2F32923BB}"/>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3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200"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200"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500" b="0">
                          <a:solidFill>
                            <a:srgbClr val="222A35"/>
                          </a:solidFill>
                          <a:latin typeface="Apple SD Gothic Neo"/>
                          <a:ea typeface="Apple SD Gothic Neo"/>
                          <a:cs typeface="Apple SD Gothic Neo"/>
                        </a:rPr>
                        <a:t>VIA 요청</a:t>
                      </a:r>
                    </a:p>
                    <a:p>
                      <a:pPr algn="ctr"/>
                      <a:r>
                        <a:rPr sz="2500" b="0">
                          <a:solidFill>
                            <a:srgbClr val="222A35"/>
                          </a:solidFill>
                          <a:latin typeface="Apple SD Gothic Neo"/>
                          <a:ea typeface="Apple SD Gothic Neo"/>
                          <a:cs typeface="Apple SD Gothic Neo"/>
                        </a:rPr>
                        <a:t>처리시간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00" b="1">
                          <a:solidFill>
                            <a:srgbClr val="43AACC"/>
                          </a:solidFill>
                          <a:latin typeface="Apple SD Gothic Neo"/>
                          <a:ea typeface="Apple SD Gothic Neo"/>
                          <a:cs typeface="Apple SD Gothic Neo"/>
                        </a:rPr>
                        <a:t>평균 VIA 요청 처리시간 ≤ 10초</a:t>
                      </a:r>
                    </a:p>
                    <a:p>
                      <a:pPr algn="l"/>
                      <a:r>
                        <a:rPr sz="1900" b="0">
                          <a:solidFill>
                            <a:srgbClr val="56606B"/>
                          </a:solidFill>
                          <a:latin typeface="Apple SD Gothic Neo"/>
                          <a:ea typeface="Apple SD Gothic Neo"/>
                          <a:cs typeface="Apple SD Gothic Neo"/>
                        </a:rPr>
                        <a:t>측정: 사용자 목표 19개 × 5회 = 95사이클</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F4F16A2D-0D85-4FA6-A751-F5F74829C814}"/>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00" b="1">
                <a:solidFill>
                  <a:srgbClr val="4472C4"/>
                </a:solidFill>
                <a:latin typeface="Apple SD Gothic Neo"/>
                <a:ea typeface="Apple SD Gothic Neo"/>
                <a:cs typeface="Apple SD Gothic Neo"/>
              </a:defRPr>
            </a:pPr>
            <a:r>
              <a:rPr sz="2200" b="1">
                <a:solidFill>
                  <a:srgbClr val="4472C4"/>
                </a:solidFill>
                <a:latin typeface="Apple SD Gothic Neo"/>
                <a:ea typeface="Apple SD Gothic Neo"/>
                <a:cs typeface="Apple SD Gothic Neo"/>
              </a:rPr>
              <a:t>ASR-QA-03</a:t>
            </a:r>
          </a:p>
        </p:txBody>
      </p:sp>
      <p:sp>
        <p:nvSpPr>
          <p:cNvPr id="6" name="basis-label">
            <a:extLst xmlns:a="http://schemas.openxmlformats.org/drawingml/2006/main">
              <a:ext uri="{FF2B5EF4-FFF2-40B4-BE49-F238E27FC236}">
                <a16:creationId xmlns:a16="http://schemas.microsoft.com/office/drawing/2014/main" id="{BE4E38CB-A096-4214-B340-D696B4E8A90F}"/>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222A35"/>
                </a:solidFill>
                <a:latin typeface="Apple SD Gothic Neo"/>
                <a:ea typeface="Apple SD Gothic Neo"/>
                <a:cs typeface="Apple SD Gothic Neo"/>
              </a:defRPr>
            </a:pPr>
            <a:r>
              <a:rPr sz="260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10D927EF-CB14-4348-A018-F43A76BC0020}"/>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외부 Agent 업무와 사람의 입력/답변 대기는 제외한다.</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VIA 해석, 연결, queue와 실제 전달 시간은 남긴다.</a:t>
            </a:r>
          </a:p>
        </p:txBody>
      </p:sp>
      <p:sp>
        <p:nvSpPr>
          <p:cNvPr id="8" name="choice">
            <a:extLst xmlns:a="http://schemas.openxmlformats.org/drawingml/2006/main">
              <a:ext uri="{FF2B5EF4-FFF2-40B4-BE49-F238E27FC236}">
                <a16:creationId xmlns:a16="http://schemas.microsoft.com/office/drawing/2014/main" id="{8B9FE781-8F4C-4888-92D9-D81036CF197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의미 6 + 연결 1 + 전달 1 + 재검증 2 = 10초.</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첫 접수 안내 이후의 전체 후속 처리까지 포함.</a:t>
            </a:r>
          </a:p>
        </p:txBody>
      </p:sp>
      <p:sp>
        <p:nvSpPr>
          <p:cNvPr id="9" name="calculation-title">
            <a:extLst xmlns:a="http://schemas.openxmlformats.org/drawingml/2006/main">
              <a:ext uri="{FF2B5EF4-FFF2-40B4-BE49-F238E27FC236}">
                <a16:creationId xmlns:a16="http://schemas.microsoft.com/office/drawing/2014/main" id="{54799991-2DB3-47CD-BFD3-C9F9F206514E}"/>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1">
                <a:solidFill>
                  <a:srgbClr val="4472C4"/>
                </a:solidFill>
                <a:latin typeface="Apple SD Gothic Neo"/>
                <a:ea typeface="Apple SD Gothic Neo"/>
                <a:cs typeface="Apple SD Gothic Neo"/>
              </a:defRPr>
            </a:pPr>
            <a:r>
              <a:rPr sz="230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900"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900"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900" b="0">
                          <a:solidFill>
                            <a:srgbClr val="222A35"/>
                          </a:solidFill>
                          <a:latin typeface="Apple SD Gothic Neo"/>
                          <a:ea typeface="Apple SD Gothic Neo"/>
                          <a:cs typeface="Apple SD Gothic Neo"/>
                        </a:rPr>
                        <a:t>전체 사이클</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요청 → 해석 → 인계 → 결과 수신 → 실제 전달</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대표 집계</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19개 사용자 목표 × 5회 = 95사이클</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적용 제외</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Agent 단독 S5-01/02: 새 사용자 목표 시작 없음</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귀속 계산</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같은 DAG의 외부 업무/사람 입력·대기만 0</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실패 처리</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30초 cap + 미전달 기록; ≥91/95회 ≤15초</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평균 ≥0.50초 + 5쌍 같은 방향; 최종 결과 관측</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08C13A1D-9D5E-4A01-955C-CB1524CAE9EC}"/>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19개 전체 사이클을 동일 사례에서 관측한다.</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wall-clock / 제외 구간 / 병렬 DAG를 함께 보고.</a:t>
            </a:r>
          </a:p>
        </p:txBody>
      </p:sp>
      <p:sp>
        <p:nvSpPr>
          <p:cNvPr id="12" name="score-label">
            <a:extLst xmlns:a="http://schemas.openxmlformats.org/drawingml/2006/main">
              <a:ext uri="{FF2B5EF4-FFF2-40B4-BE49-F238E27FC236}">
                <a16:creationId xmlns:a16="http://schemas.microsoft.com/office/drawing/2014/main" id="{4F86AF1F-4B5C-43C2-817D-C301CD9812B1}"/>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4472C4"/>
                </a:solidFill>
                <a:latin typeface="Apple SD Gothic Neo"/>
                <a:ea typeface="Apple SD Gothic Neo"/>
                <a:cs typeface="Apple SD Gothic Neo"/>
              </a:defRPr>
            </a:pPr>
            <a:r>
              <a:rPr sz="260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200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 ≤ x ≤ 2초</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2초 &lt; x ≤ 3.6초</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3.6초 &lt; x ≤ 5.2초</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5.2초 &lt; x ≤ 6.8초</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6.8초 &lt; x ≤ 8.4초</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2000" b="1">
                          <a:solidFill>
                            <a:srgbClr val="222A35"/>
                          </a:solidFill>
                          <a:latin typeface="Apple SD Gothic Neo"/>
                          <a:ea typeface="Apple SD Gothic Neo"/>
                          <a:cs typeface="Apple SD Gothic Neo"/>
                        </a:rPr>
                        <a:t>8.4초 &lt; x ≤ 10초</a:t>
                      </a:r>
                    </a:p>
                  </a:txBody>
                  <a:tcPr marL="133350" marR="114300" marT="57150" marB="57150" anchor="ctr">
                    <a:solidFill>
                      <a:srgbClr val="D9E9F8"/>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2000" b="0">
                          <a:solidFill>
                            <a:srgbClr val="AF2E33"/>
                          </a:solidFill>
                          <a:latin typeface="Apple SD Gothic Neo"/>
                          <a:ea typeface="Apple SD Gothic Neo"/>
                          <a:cs typeface="Apple SD Gothic Neo"/>
                        </a:rPr>
                        <a:t>x &gt; 10초</a:t>
                      </a:r>
                    </a:p>
                  </a:txBody>
                  <a:tcPr marL="133350" marR="114300" marT="57150" marB="57150" anchor="ctr">
                    <a:solidFill>
                      <a:srgbClr val="FAECEC"/>
                    </a:solidFill>
                  </a:tcPr>
                </a:tc>
                <a:tc>
                  <a:txBody>
                    <a:bodyPr/>
                    <a:lstStyle/>
                    <a:p>
                      <a:pPr algn="ctr"/>
                      <a:r>
                        <a:rPr sz="200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A207BE52-2DEE-4680-927E-683B870324CC}"/>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보호 조건: ≥91/95 ≤15초, 미전달 0건</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FD712462-2EFC-4536-AF47-1D1E000975D4}"/>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목표와 등급은 작성자 PoC 규칙, 실측 전</a:t>
            </a:r>
          </a:p>
        </p:txBody>
      </p:sp>
    </p:spTree>
    <p:extLst>
      <p:ext uri="{BB962C8B-B14F-4D97-AF65-F5344CB8AC3E}">
        <p14:creationId xmlns:p14="http://schemas.microsoft.com/office/powerpoint/2010/main" val="1003761077"/>
      </p:ext>
    </p:extLst>
  </p:cSld>
</p:sld>
</file>

<file path=ppt/slides/slide15.xml><?xml version="1.0" encoding="utf-8"?>
<p:sld xmlns:p="http://schemas.openxmlformats.org/presentationml/2006/main">
  <p:cSld name="qa04-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DAD576D-C979-4135-99B8-BA7C6B4C557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D5B12D1B-78F2-4585-A297-B7D5927D0B99}"/>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D0936E6F-5DD9-45F9-96EB-714319273ACE}"/>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4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200"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200"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Cost Efficiency</a:t>
                      </a:r>
                    </a:p>
                  </a:txBody>
                  <a:tcPr marL="133350" marR="114300" marT="57150" marB="57150" anchor="ctr">
                    <a:solidFill>
                      <a:srgbClr val="FFFFFF"/>
                    </a:solidFill>
                  </a:tcPr>
                </a:tc>
                <a:tc>
                  <a:txBody>
                    <a:bodyPr/>
                    <a:lstStyle/>
                    <a:p>
                      <a:pPr algn="ctr"/>
                      <a:r>
                        <a:rPr sz="2500" b="0">
                          <a:solidFill>
                            <a:srgbClr val="222A35"/>
                          </a:solidFill>
                          <a:latin typeface="Apple SD Gothic Neo"/>
                          <a:ea typeface="Apple SD Gothic Neo"/>
                          <a:cs typeface="Apple SD Gothic Neo"/>
                        </a:rPr>
                        <a:t>VIA 모델</a:t>
                      </a:r>
                    </a:p>
                    <a:p>
                      <a:pPr algn="ctr"/>
                      <a:r>
                        <a:rPr sz="2500" b="0">
                          <a:solidFill>
                            <a:srgbClr val="222A35"/>
                          </a:solidFill>
                          <a:latin typeface="Apple SD Gothic Neo"/>
                          <a:ea typeface="Apple SD Gothic Neo"/>
                          <a:cs typeface="Apple SD Gothic Neo"/>
                        </a:rPr>
                        <a:t>사용 비용</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00" b="1">
                          <a:solidFill>
                            <a:srgbClr val="43AACC"/>
                          </a:solidFill>
                          <a:latin typeface="Apple SD Gothic Neo"/>
                          <a:ea typeface="Apple SD Gothic Neo"/>
                          <a:cs typeface="Apple SD Gothic Neo"/>
                        </a:rPr>
                        <a:t>P21 1묶음 평균 모델 비용 ≤ $0.50</a:t>
                      </a:r>
                    </a:p>
                    <a:p>
                      <a:pPr algn="l"/>
                      <a:r>
                        <a:rPr sz="1900" b="0">
                          <a:solidFill>
                            <a:srgbClr val="56606B"/>
                          </a:solidFill>
                          <a:latin typeface="Apple SD Gothic Neo"/>
                          <a:ea typeface="Apple SD Gothic Neo"/>
                          <a:cs typeface="Apple SD Gothic Neo"/>
                        </a:rPr>
                        <a:t>측정: 동일 P21 전체 5회 총 청구량의 평균 × 단가</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175B4D79-CF6E-477A-8AE9-71CAB47310CA}"/>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00" b="1">
                <a:solidFill>
                  <a:srgbClr val="4472C4"/>
                </a:solidFill>
                <a:latin typeface="Apple SD Gothic Neo"/>
                <a:ea typeface="Apple SD Gothic Neo"/>
                <a:cs typeface="Apple SD Gothic Neo"/>
              </a:defRPr>
            </a:pPr>
            <a:r>
              <a:rPr sz="2200" b="1">
                <a:solidFill>
                  <a:srgbClr val="4472C4"/>
                </a:solidFill>
                <a:latin typeface="Apple SD Gothic Neo"/>
                <a:ea typeface="Apple SD Gothic Neo"/>
                <a:cs typeface="Apple SD Gothic Neo"/>
              </a:rPr>
              <a:t>ASR-QA-04</a:t>
            </a:r>
          </a:p>
        </p:txBody>
      </p:sp>
      <p:sp>
        <p:nvSpPr>
          <p:cNvPr id="6" name="basis-label">
            <a:extLst xmlns:a="http://schemas.openxmlformats.org/drawingml/2006/main">
              <a:ext uri="{FF2B5EF4-FFF2-40B4-BE49-F238E27FC236}">
                <a16:creationId xmlns:a16="http://schemas.microsoft.com/office/drawing/2014/main" id="{14DC0587-8EFF-4799-89CC-883AF85EB3F4}"/>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222A35"/>
                </a:solidFill>
                <a:latin typeface="Apple SD Gothic Neo"/>
                <a:ea typeface="Apple SD Gothic Neo"/>
                <a:cs typeface="Apple SD Gothic Neo"/>
              </a:defRPr>
            </a:pPr>
            <a:r>
              <a:rPr sz="260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E256D646-5CF8-41D6-850E-AD0AB4E6B708}"/>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의미 Qwen3-30B-A3B: $0.20 / $0.80 (1M token).</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음성 GPT Realtime: audio $32 / $64, Text $4 / $16.</a:t>
            </a:r>
          </a:p>
        </p:txBody>
      </p:sp>
      <p:sp>
        <p:nvSpPr>
          <p:cNvPr id="8" name="choice">
            <a:extLst xmlns:a="http://schemas.openxmlformats.org/drawingml/2006/main">
              <a:ext uri="{FF2B5EF4-FFF2-40B4-BE49-F238E27FC236}">
                <a16:creationId xmlns:a16="http://schemas.microsoft.com/office/drawing/2014/main" id="{57EF6D6D-87A6-4B0A-9C43-CD561B0E0FF9}"/>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동일 P21 기본 소계 $0.351840에 $0.148160 여유.</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추가 audio 이력, 배경 생산·재시도까지 실제 청구.</a:t>
            </a:r>
          </a:p>
        </p:txBody>
      </p:sp>
      <p:sp>
        <p:nvSpPr>
          <p:cNvPr id="9" name="calculation-title">
            <a:extLst xmlns:a="http://schemas.openxmlformats.org/drawingml/2006/main">
              <a:ext uri="{FF2B5EF4-FFF2-40B4-BE49-F238E27FC236}">
                <a16:creationId xmlns:a16="http://schemas.microsoft.com/office/drawing/2014/main" id="{FAD5339A-6B07-4CEE-BD22-775ED40C7902}"/>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1">
                <a:solidFill>
                  <a:srgbClr val="4472C4"/>
                </a:solidFill>
                <a:latin typeface="Apple SD Gothic Neo"/>
                <a:ea typeface="Apple SD Gothic Neo"/>
                <a:cs typeface="Apple SD Gothic Neo"/>
              </a:defRPr>
            </a:pPr>
            <a:r>
              <a:rPr sz="230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900"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900"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900" b="0">
                          <a:solidFill>
                            <a:srgbClr val="222A35"/>
                          </a:solidFill>
                          <a:latin typeface="Apple SD Gothic Neo"/>
                          <a:ea typeface="Apple SD Gothic Neo"/>
                          <a:cs typeface="Apple SD Gothic Neo"/>
                        </a:rPr>
                        <a:t>의미 모델</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62호출 예산: 124k 입력 / 12.4k 출력 = $0.03472</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음성 신규 audio</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입력 50초 / 출력 179초 예산 = $0.245120</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음성 Text/context</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총 청구 입력 10k / 출력 2k = $0.072000</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기본 소계</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$0.03472 + $0.24512 + $0.072 = $0.351840</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추가 예산</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$0.50 - $0.35184 = $0.14816; 이력 audio 등</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≥$0.03/P21; 실제 cache/생산/재시도 청구 비교</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DE4244E5-D00D-4DCB-98CA-423E3FF39C15}"/>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역할별 call ID로 중복 제거, 청구된 폐기 출력 포함.</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179초와 62호출은 예산; 실제 사용량으로 대체.</a:t>
            </a:r>
          </a:p>
        </p:txBody>
      </p:sp>
      <p:sp>
        <p:nvSpPr>
          <p:cNvPr id="12" name="score-label">
            <a:extLst xmlns:a="http://schemas.openxmlformats.org/drawingml/2006/main">
              <a:ext uri="{FF2B5EF4-FFF2-40B4-BE49-F238E27FC236}">
                <a16:creationId xmlns:a16="http://schemas.microsoft.com/office/drawing/2014/main" id="{C38D4682-AB11-4284-9A21-9A573D0DA440}"/>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4472C4"/>
                </a:solidFill>
                <a:latin typeface="Apple SD Gothic Neo"/>
                <a:ea typeface="Apple SD Gothic Neo"/>
                <a:cs typeface="Apple SD Gothic Neo"/>
              </a:defRPr>
            </a:pPr>
            <a:r>
              <a:rPr sz="260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200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 ≤ x ≤ $0.20</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$0.20 &lt; x ≤ $0.26</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$0.26 &lt; x ≤ $0.32</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$0.32 &lt; x ≤ $0.38</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$0.38 &lt; x ≤ $0.44</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2000" b="1">
                          <a:solidFill>
                            <a:srgbClr val="222A35"/>
                          </a:solidFill>
                          <a:latin typeface="Apple SD Gothic Neo"/>
                          <a:ea typeface="Apple SD Gothic Neo"/>
                          <a:cs typeface="Apple SD Gothic Neo"/>
                        </a:rPr>
                        <a:t>$0.44 &lt; x ≤ $0.50</a:t>
                      </a:r>
                    </a:p>
                  </a:txBody>
                  <a:tcPr marL="133350" marR="114300" marT="57150" marB="57150" anchor="ctr">
                    <a:solidFill>
                      <a:srgbClr val="D9E9F8"/>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2000" b="0">
                          <a:solidFill>
                            <a:srgbClr val="AF2E33"/>
                          </a:solidFill>
                          <a:latin typeface="Apple SD Gothic Neo"/>
                          <a:ea typeface="Apple SD Gothic Neo"/>
                          <a:cs typeface="Apple SD Gothic Neo"/>
                        </a:rPr>
                        <a:t>x &gt; $0.50</a:t>
                      </a:r>
                    </a:p>
                  </a:txBody>
                  <a:tcPr marL="133350" marR="114300" marT="57150" marB="57150" anchor="ctr">
                    <a:solidFill>
                      <a:srgbClr val="FAECEC"/>
                    </a:solidFill>
                  </a:tcPr>
                </a:tc>
                <a:tc>
                  <a:txBody>
                    <a:bodyPr/>
                    <a:lstStyle/>
                    <a:p>
                      <a:pPr algn="ctr"/>
                      <a:r>
                        <a:rPr sz="200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513992D8-43BE-43A0-8E3F-E19030D63E61}"/>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보호 조건: 초기/재시도/폐기/배경/context 누락 없음</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59BD4EA7-896C-4649-9435-D10E02355029}"/>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Alibaba Qwen Instruct-2507 공식 단가 / OpenAI GPT Realtime 공식 단가 / OpenAI Realtime 청구 / 목표와 등급은 작성자 PoC 규칙, 실측 전</a:t>
            </a:r>
          </a:p>
        </p:txBody>
      </p:sp>
    </p:spTree>
    <p:extLst>
      <p:ext uri="{BB962C8B-B14F-4D97-AF65-F5344CB8AC3E}">
        <p14:creationId xmlns:p14="http://schemas.microsoft.com/office/powerpoint/2010/main" val="2017234442"/>
      </p:ext>
    </p:extLst>
  </p:cSld>
</p:sld>
</file>

<file path=ppt/slides/slide16.xml><?xml version="1.0" encoding="utf-8"?>
<p:sld xmlns:p="http://schemas.openxmlformats.org/presentationml/2006/main">
  <p:cSld name="qa05-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9BA548C-5566-4104-B3F0-784E8CBE633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7F1E6375-4049-406E-9F7F-9B4B64FE17C2}"/>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548301D-A10D-4AA7-9922-C07B356A16F8}"/>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5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200"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200"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FFF"/>
                    </a:solidFill>
                  </a:tcPr>
                </a:tc>
                <a:tc>
                  <a:txBody>
                    <a:bodyPr/>
                    <a:lstStyle/>
                    <a:p>
                      <a:pPr algn="ctr"/>
                      <a:r>
                        <a:rPr sz="2500" b="0">
                          <a:solidFill>
                            <a:srgbClr val="222A35"/>
                          </a:solidFill>
                          <a:latin typeface="Apple SD Gothic Neo"/>
                          <a:ea typeface="Apple SD Gothic Neo"/>
                          <a:cs typeface="Apple SD Gothic Neo"/>
                        </a:rPr>
                        <a:t>VIA 변경</a:t>
                      </a:r>
                    </a:p>
                    <a:p>
                      <a:pPr algn="ctr"/>
                      <a:r>
                        <a:rPr sz="2500" b="0">
                          <a:solidFill>
                            <a:srgbClr val="222A35"/>
                          </a:solidFill>
                          <a:latin typeface="Apple SD Gothic Neo"/>
                          <a:ea typeface="Apple SD Gothic Neo"/>
                          <a:cs typeface="Apple SD Gothic Neo"/>
                        </a:rPr>
                        <a:t>용이성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00" b="1">
                          <a:solidFill>
                            <a:srgbClr val="43AACC"/>
                          </a:solidFill>
                          <a:latin typeface="Apple SD Gothic Neo"/>
                          <a:ea typeface="Apple SD Gothic Neo"/>
                          <a:cs typeface="Apple SD Gothic Neo"/>
                        </a:rPr>
                        <a:t>평균 변경 책임 단위 수 ≤ 3개</a:t>
                      </a:r>
                    </a:p>
                    <a:p>
                      <a:pPr algn="l"/>
                      <a:r>
                        <a:rPr sz="1900" b="0">
                          <a:solidFill>
                            <a:srgbClr val="56606B"/>
                          </a:solidFill>
                          <a:latin typeface="Apple SD Gothic Neo"/>
                          <a:ea typeface="Apple SD Gothic Neo"/>
                          <a:cs typeface="Apple SD Gothic Neo"/>
                        </a:rPr>
                        <a:t>측정: 6개 변경 과제의 고유 수정 책임 수 평균</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CE3D3AED-F16D-4ED2-A829-EE1D401AB20E}"/>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00" b="1">
                <a:solidFill>
                  <a:srgbClr val="4472C4"/>
                </a:solidFill>
                <a:latin typeface="Apple SD Gothic Neo"/>
                <a:ea typeface="Apple SD Gothic Neo"/>
                <a:cs typeface="Apple SD Gothic Neo"/>
              </a:defRPr>
            </a:pPr>
            <a:r>
              <a:rPr sz="2200" b="1">
                <a:solidFill>
                  <a:srgbClr val="4472C4"/>
                </a:solidFill>
                <a:latin typeface="Apple SD Gothic Neo"/>
                <a:ea typeface="Apple SD Gothic Neo"/>
                <a:cs typeface="Apple SD Gothic Neo"/>
              </a:rPr>
              <a:t>ASR-QA-05</a:t>
            </a:r>
          </a:p>
        </p:txBody>
      </p:sp>
      <p:sp>
        <p:nvSpPr>
          <p:cNvPr id="6" name="basis-label">
            <a:extLst xmlns:a="http://schemas.openxmlformats.org/drawingml/2006/main">
              <a:ext uri="{FF2B5EF4-FFF2-40B4-BE49-F238E27FC236}">
                <a16:creationId xmlns:a16="http://schemas.microsoft.com/office/drawing/2014/main" id="{D8594834-F174-4156-AB7F-4175470E69C5}"/>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222A35"/>
                </a:solidFill>
                <a:latin typeface="Apple SD Gothic Neo"/>
                <a:ea typeface="Apple SD Gothic Neo"/>
                <a:cs typeface="Apple SD Gothic Neo"/>
              </a:defRPr>
            </a:pPr>
            <a:r>
              <a:rPr sz="260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56406966-C2EA-4111-8876-B22A8F5B00BC}"/>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모델/Agent/source 교체와 의미/상태 계약 확장을 구별.</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같은 책임 registry로 양안의 실제 수정 범위를 센다.</a:t>
            </a:r>
          </a:p>
        </p:txBody>
      </p:sp>
      <p:sp>
        <p:nvSpPr>
          <p:cNvPr id="8" name="choice">
            <a:extLst xmlns:a="http://schemas.openxmlformats.org/drawingml/2006/main">
              <a:ext uri="{FF2B5EF4-FFF2-40B4-BE49-F238E27FC236}">
                <a16:creationId xmlns:a16="http://schemas.microsoft.com/office/drawing/2014/main" id="{9EA3F7CC-04F3-4A4C-9C67-D8E02A4A69C5}"/>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평균 3개, 과제별 최대 5개로 변경 전파를 제한.</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파일/박스 수 대신 수정된 기능 책임으로 판정.</a:t>
            </a:r>
          </a:p>
        </p:txBody>
      </p:sp>
      <p:sp>
        <p:nvSpPr>
          <p:cNvPr id="9" name="calculation-title">
            <a:extLst xmlns:a="http://schemas.openxmlformats.org/drawingml/2006/main">
              <a:ext uri="{FF2B5EF4-FFF2-40B4-BE49-F238E27FC236}">
                <a16:creationId xmlns:a16="http://schemas.microsoft.com/office/drawing/2014/main" id="{4DABFD60-66EC-40A1-8805-40B7D55D917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1">
                <a:solidFill>
                  <a:srgbClr val="4472C4"/>
                </a:solidFill>
                <a:latin typeface="Apple SD Gothic Neo"/>
                <a:ea typeface="Apple SD Gothic Neo"/>
                <a:cs typeface="Apple SD Gothic Neo"/>
              </a:defRPr>
            </a:pPr>
            <a:r>
              <a:rPr sz="230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900"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900"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900" b="0">
                          <a:solidFill>
                            <a:srgbClr val="222A35"/>
                          </a:solidFill>
                          <a:latin typeface="Apple SD Gothic Neo"/>
                          <a:ea typeface="Apple SD Gothic Neo"/>
                          <a:cs typeface="Apple SD Gothic Neo"/>
                        </a:rPr>
                        <a:t>공통 과제</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provider / Agent / source 교체, 관계/질문/철회</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공통 단위</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U01~18 기능 책임 registry, 동일 수정 중복 금지</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여섯 수정 집합의 크기 합 / 6</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설명 예시</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M-04 A: U01/U03/U07, B: U01/U02/U03/U07</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완료 조건</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새 요구 충족 + P21/선호/권한/중복 회귀 유지</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평균 ≥0.5개, 여섯 과제 합계 차이 ≥3개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BFE60DD9-CCC9-409B-B2E3-A3BCB315BDF5}"/>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구체 patch/diff와 완료 oracle로 수정 책임 검수.</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개발 시간이나 Component 수로 점수를 만들지 않음.</a:t>
            </a:r>
          </a:p>
        </p:txBody>
      </p:sp>
      <p:sp>
        <p:nvSpPr>
          <p:cNvPr id="12" name="score-label">
            <a:extLst xmlns:a="http://schemas.openxmlformats.org/drawingml/2006/main">
              <a:ext uri="{FF2B5EF4-FFF2-40B4-BE49-F238E27FC236}">
                <a16:creationId xmlns:a16="http://schemas.microsoft.com/office/drawing/2014/main" id="{892A4081-7C11-4634-8CCC-8D7AE6BC9CB8}"/>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4472C4"/>
                </a:solidFill>
                <a:latin typeface="Apple SD Gothic Neo"/>
                <a:ea typeface="Apple SD Gothic Neo"/>
                <a:cs typeface="Apple SD Gothic Neo"/>
              </a:defRPr>
            </a:pPr>
            <a:r>
              <a:rPr sz="260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200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 ≤ x ≤ 1개</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1개 &lt; x ≤ 1.4개</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1.4개 &lt; x ≤ 1.8개</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1.8개 &lt; x ≤ 2.2개</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2.2개 &lt; x ≤ 2.6개</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2000" b="1">
                          <a:solidFill>
                            <a:srgbClr val="222A35"/>
                          </a:solidFill>
                          <a:latin typeface="Apple SD Gothic Neo"/>
                          <a:ea typeface="Apple SD Gothic Neo"/>
                          <a:cs typeface="Apple SD Gothic Neo"/>
                        </a:rPr>
                        <a:t>2.6개 &lt; x ≤ 3개</a:t>
                      </a:r>
                    </a:p>
                  </a:txBody>
                  <a:tcPr marL="133350" marR="114300" marT="57150" marB="57150" anchor="ctr">
                    <a:solidFill>
                      <a:srgbClr val="D9E9F8"/>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2000" b="0">
                          <a:solidFill>
                            <a:srgbClr val="AF2E33"/>
                          </a:solidFill>
                          <a:latin typeface="Apple SD Gothic Neo"/>
                          <a:ea typeface="Apple SD Gothic Neo"/>
                          <a:cs typeface="Apple SD Gothic Neo"/>
                        </a:rPr>
                        <a:t>x &gt; 3개</a:t>
                      </a:r>
                    </a:p>
                  </a:txBody>
                  <a:tcPr marL="133350" marR="114300" marT="57150" marB="57150" anchor="ctr">
                    <a:solidFill>
                      <a:srgbClr val="FAECEC"/>
                    </a:solidFill>
                  </a:tcPr>
                </a:tc>
                <a:tc>
                  <a:txBody>
                    <a:bodyPr/>
                    <a:lstStyle/>
                    <a:p>
                      <a:pPr algn="ctr"/>
                      <a:r>
                        <a:rPr sz="200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75C49639-2243-4A32-8DBC-46C31209A12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보호 조건: 과제별 ≤5개, 6개 완료/필수 회귀 충족</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C8F275B0-3C74-4A04-8BAC-BD5F32056DC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268461223"/>
      </p:ext>
    </p:extLst>
  </p:cSld>
</p:sld>
</file>

<file path=ppt/slides/slide17.xml><?xml version="1.0" encoding="utf-8"?>
<p:sld xmlns:p="http://schemas.openxmlformats.org/presentationml/2006/main">
  <p:cSld name="qa06-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554801D6-BB9D-45B0-9534-3FF9F2D3524E}"/>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97B89034-3A51-44CB-81E7-8F9A811E0E6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B5A8387-63CD-4A80-B891-0B74AA39161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6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200"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200"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Resource Efficiency</a:t>
                      </a:r>
                    </a:p>
                  </a:txBody>
                  <a:tcPr marL="133350" marR="114300" marT="57150" marB="57150" anchor="ctr">
                    <a:solidFill>
                      <a:srgbClr val="FFFFFF"/>
                    </a:solidFill>
                  </a:tcPr>
                </a:tc>
                <a:tc>
                  <a:txBody>
                    <a:bodyPr/>
                    <a:lstStyle/>
                    <a:p>
                      <a:pPr algn="ctr"/>
                      <a:r>
                        <a:rPr sz="2500" b="0">
                          <a:solidFill>
                            <a:srgbClr val="222A35"/>
                          </a:solidFill>
                          <a:latin typeface="Apple SD Gothic Neo"/>
                          <a:ea typeface="Apple SD Gothic Neo"/>
                          <a:cs typeface="Apple SD Gothic Neo"/>
                        </a:rPr>
                        <a:t>로컬 VIA</a:t>
                      </a:r>
                    </a:p>
                    <a:p>
                      <a:pPr algn="ctr"/>
                      <a:r>
                        <a:rPr sz="2500" b="0">
                          <a:solidFill>
                            <a:srgbClr val="222A35"/>
                          </a:solidFill>
                          <a:latin typeface="Apple SD Gothic Neo"/>
                          <a:ea typeface="Apple SD Gothic Neo"/>
                          <a:cs typeface="Apple SD Gothic Neo"/>
                        </a:rPr>
                        <a:t>메모리 사용량</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00" b="1">
                          <a:solidFill>
                            <a:srgbClr val="43AACC"/>
                          </a:solidFill>
                          <a:latin typeface="Apple SD Gothic Neo"/>
                          <a:ea typeface="Apple SD Gothic Neo"/>
                          <a:cs typeface="Apple SD Gothic Neo"/>
                        </a:rPr>
                        <a:t>최대 전체 commit 메모리 ≤ 4GiB</a:t>
                      </a:r>
                    </a:p>
                    <a:p>
                      <a:pPr algn="l"/>
                      <a:r>
                        <a:rPr sz="1900" b="0">
                          <a:solidFill>
                            <a:srgbClr val="56606B"/>
                          </a:solidFill>
                          <a:latin typeface="Apple SD Gothic Neo"/>
                          <a:ea typeface="Apple SD Gothic Neo"/>
                          <a:cs typeface="Apple SD Gothic Neo"/>
                        </a:rPr>
                        <a:t>측정: 동일 P21 전체 5회 중 최대 동시 commit량</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EB7A545F-2181-4947-9C5D-1147FD867C79}"/>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00" b="1">
                <a:solidFill>
                  <a:srgbClr val="4472C4"/>
                </a:solidFill>
                <a:latin typeface="Apple SD Gothic Neo"/>
                <a:ea typeface="Apple SD Gothic Neo"/>
                <a:cs typeface="Apple SD Gothic Neo"/>
              </a:defRPr>
            </a:pPr>
            <a:r>
              <a:rPr sz="2200" b="1">
                <a:solidFill>
                  <a:srgbClr val="4472C4"/>
                </a:solidFill>
                <a:latin typeface="Apple SD Gothic Neo"/>
                <a:ea typeface="Apple SD Gothic Neo"/>
                <a:cs typeface="Apple SD Gothic Neo"/>
              </a:rPr>
              <a:t>ASR-QA-06</a:t>
            </a:r>
          </a:p>
        </p:txBody>
      </p:sp>
      <p:sp>
        <p:nvSpPr>
          <p:cNvPr id="6" name="basis-label">
            <a:extLst xmlns:a="http://schemas.openxmlformats.org/drawingml/2006/main">
              <a:ext uri="{FF2B5EF4-FFF2-40B4-BE49-F238E27FC236}">
                <a16:creationId xmlns:a16="http://schemas.microsoft.com/office/drawing/2014/main" id="{0C1F4897-F8EF-4C97-93DC-FE848E623E52}"/>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222A35"/>
                </a:solidFill>
                <a:latin typeface="Apple SD Gothic Neo"/>
                <a:ea typeface="Apple SD Gothic Neo"/>
                <a:cs typeface="Apple SD Gothic Neo"/>
              </a:defRPr>
            </a:pPr>
            <a:r>
              <a:rPr sz="260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D1C670AD-3199-4828-9F7B-123F410ED049}"/>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삼성 reference PC: Windows 11, RAM 32GB급.</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Windows commit과 실제 resident RAM을 구별한다.</a:t>
            </a:r>
          </a:p>
        </p:txBody>
      </p:sp>
      <p:sp>
        <p:nvSpPr>
          <p:cNvPr id="8" name="choice">
            <a:extLst xmlns:a="http://schemas.openxmlformats.org/drawingml/2006/main">
              <a:ext uri="{FF2B5EF4-FFF2-40B4-BE49-F238E27FC236}">
                <a16:creationId xmlns:a16="http://schemas.microsoft.com/office/drawing/2014/main" id="{9868C741-5CCA-41AF-AB8C-3AD3EF97237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OS 8 + 사용자 앱 16 + VIA 4 + 여유 4 = 32GiB 가정.</a:t>
            </a:r>
          </a:p>
          <a:p xmlns:a="http://schemas.openxmlformats.org/drawingml/2006/main">
            <a:pPr>
              <a:defRPr sz="2300" b="0">
                <a:solidFill>
                  <a:srgbClr val="222A35"/>
                </a:solidFill>
                <a:latin typeface="Apple SD Gothic Neo"/>
                <a:ea typeface="Apple SD Gothic Neo"/>
                <a:cs typeface="Apple SD Gothic Neo"/>
              </a:defRPr>
            </a:pPr>
            <a:r>
              <a:rPr sz="2300" b="0">
                <a:solidFill>
                  <a:srgbClr val="222A35"/>
                </a:solidFill>
                <a:latin typeface="Apple SD Gothic Neo"/>
                <a:ea typeface="Apple SD Gothic Neo"/>
                <a:cs typeface="Apple SD Gothic Neo"/>
              </a:rPr>
              <a:t>장치의 실측 가용량이나 후보 peak가 아니다.</a:t>
            </a:r>
          </a:p>
        </p:txBody>
      </p:sp>
      <p:sp>
        <p:nvSpPr>
          <p:cNvPr id="9" name="calculation-title">
            <a:extLst xmlns:a="http://schemas.openxmlformats.org/drawingml/2006/main">
              <a:ext uri="{FF2B5EF4-FFF2-40B4-BE49-F238E27FC236}">
                <a16:creationId xmlns:a16="http://schemas.microsoft.com/office/drawing/2014/main" id="{A1D02E1A-253C-45B5-BA48-06BC432E052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00" b="1">
                <a:solidFill>
                  <a:srgbClr val="4472C4"/>
                </a:solidFill>
                <a:latin typeface="Apple SD Gothic Neo"/>
                <a:ea typeface="Apple SD Gothic Neo"/>
                <a:cs typeface="Apple SD Gothic Neo"/>
              </a:defRPr>
            </a:pPr>
            <a:r>
              <a:rPr sz="230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900"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900"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900" b="0">
                          <a:solidFill>
                            <a:srgbClr val="222A35"/>
                          </a:solidFill>
                          <a:latin typeface="Apple SD Gothic Neo"/>
                          <a:ea typeface="Apple SD Gothic Neo"/>
                          <a:cs typeface="Apple SD Gothic Neo"/>
                        </a:rPr>
                        <a:t>대표 관측</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전체 process private + 고유 shared commit</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공통 부하</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동일 P21, Task 최대 10 / cloud 호출 최대 4</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기본 할당 예산</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동시 8개 할당 항목 합 = 1,792MiB (§7.3)</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추가/변동 여유</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4,096 - 1,792 = 2,304MiB</a:t>
                      </a:r>
                    </a:p>
                  </a:txBody>
                  <a:tcPr marL="133350" marR="114300" marT="19050" marB="19050" anchor="ctr">
                    <a:solidFill>
                      <a:srgbClr val="F3F5FA"/>
                    </a:solidFill>
                  </a:tcPr>
                </a:tc>
              </a:tr>
              <a:tr h="409575">
                <a:tc>
                  <a:txBody>
                    <a:bodyPr/>
                    <a:lstStyle/>
                    <a:p>
                      <a:pPr algn="l"/>
                      <a:r>
                        <a:rPr sz="1900" b="0">
                          <a:solidFill>
                            <a:srgbClr val="222A35"/>
                          </a:solidFill>
                          <a:latin typeface="Apple SD Gothic Neo"/>
                          <a:ea typeface="Apple SD Gothic Neo"/>
                          <a:cs typeface="Apple SD Gothic Neo"/>
                        </a:rPr>
                        <a:t>관측/보호</a:t>
                      </a:r>
                    </a:p>
                  </a:txBody>
                  <a:tcPr marL="133350" marR="114300" marT="19050" marB="19050" anchor="ctr">
                    <a:solidFill>
                      <a:srgbClr val="E8ECF5"/>
                    </a:solidFill>
                  </a:tcPr>
                </a:tc>
                <a:tc>
                  <a:txBody>
                    <a:bodyPr/>
                    <a:lstStyle/>
                    <a:p>
                      <a:pPr algn="l"/>
                      <a:r>
                        <a:rPr sz="1900" b="0">
                          <a:solidFill>
                            <a:srgbClr val="222A35"/>
                          </a:solidFill>
                          <a:latin typeface="Apple SD Gothic Neo"/>
                          <a:ea typeface="Apple SD Gothic Neo"/>
                          <a:cs typeface="Apple SD Gothic Neo"/>
                        </a:rPr>
                        <a:t>50ms + allocation event, 5회 최대 / WS ≤6GiB</a:t>
                      </a:r>
                    </a:p>
                  </a:txBody>
                  <a:tcPr marL="133350" marR="114300" marT="19050" marB="19050" anchor="ctr">
                    <a:solidFill>
                      <a:srgbClr val="E8ECF5"/>
                    </a:solidFill>
                  </a:tcPr>
                </a:tc>
              </a:tr>
              <a:tr h="409575">
                <a:tc>
                  <a:txBody>
                    <a:bodyPr/>
                    <a:lstStyle/>
                    <a:p>
                      <a:pPr algn="l"/>
                      <a:r>
                        <a:rPr sz="1900"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900" b="0">
                          <a:solidFill>
                            <a:srgbClr val="222A35"/>
                          </a:solidFill>
                          <a:latin typeface="Apple SD Gothic Neo"/>
                          <a:ea typeface="Apple SD Gothic Neo"/>
                          <a:cs typeface="Apple SD Gothic Neo"/>
                        </a:rPr>
                        <a:t>≥128MiB; 동일 기능/보관, 실제 process copy 포함</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76C1D97F-F289-4F9E-A919-38FC2FB9DE31}"/>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초기 생산/재사용/집중/철회/drain/idle 모두 포함.</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미완료 상태를 지워 비용과 peak를 낮추지 않음.</a:t>
            </a:r>
          </a:p>
        </p:txBody>
      </p:sp>
      <p:sp>
        <p:nvSpPr>
          <p:cNvPr id="12" name="score-label">
            <a:extLst xmlns:a="http://schemas.openxmlformats.org/drawingml/2006/main">
              <a:ext uri="{FF2B5EF4-FFF2-40B4-BE49-F238E27FC236}">
                <a16:creationId xmlns:a16="http://schemas.microsoft.com/office/drawing/2014/main" id="{C43D5218-D003-479C-8055-80DA96CB556F}"/>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00" b="1">
                <a:solidFill>
                  <a:srgbClr val="4472C4"/>
                </a:solidFill>
                <a:latin typeface="Apple SD Gothic Neo"/>
                <a:ea typeface="Apple SD Gothic Neo"/>
                <a:cs typeface="Apple SD Gothic Neo"/>
              </a:defRPr>
            </a:pPr>
            <a:r>
              <a:rPr sz="260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200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200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0 ≤ x ≤ 1GiB</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1GiB &lt; x ≤ 1.6GiB</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1.6GiB &lt; x ≤ 2.2GiB</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2.2GiB &lt; x ≤ 2.8GiB</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2000" b="0">
                          <a:solidFill>
                            <a:srgbClr val="222A35"/>
                          </a:solidFill>
                          <a:latin typeface="Apple SD Gothic Neo"/>
                          <a:ea typeface="Apple SD Gothic Neo"/>
                          <a:cs typeface="Apple SD Gothic Neo"/>
                        </a:rPr>
                        <a:t>2.8GiB &lt; x ≤ 3.4GiB</a:t>
                      </a:r>
                    </a:p>
                  </a:txBody>
                  <a:tcPr marL="133350" marR="114300" marT="57150" marB="57150" anchor="ctr">
                    <a:solidFill>
                      <a:srgbClr val="E8ECF5"/>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2000" b="1">
                          <a:solidFill>
                            <a:srgbClr val="222A35"/>
                          </a:solidFill>
                          <a:latin typeface="Apple SD Gothic Neo"/>
                          <a:ea typeface="Apple SD Gothic Neo"/>
                          <a:cs typeface="Apple SD Gothic Neo"/>
                        </a:rPr>
                        <a:t>3.4GiB &lt; x ≤ 4GiB</a:t>
                      </a:r>
                    </a:p>
                  </a:txBody>
                  <a:tcPr marL="133350" marR="114300" marT="57150" marB="57150" anchor="ctr">
                    <a:solidFill>
                      <a:srgbClr val="D9E9F8"/>
                    </a:solidFill>
                  </a:tcPr>
                </a:tc>
                <a:tc>
                  <a:txBody>
                    <a:bodyPr/>
                    <a:lstStyle/>
                    <a:p>
                      <a:pPr algn="ctr"/>
                      <a:r>
                        <a:rPr sz="200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2000" b="0">
                          <a:solidFill>
                            <a:srgbClr val="AF2E33"/>
                          </a:solidFill>
                          <a:latin typeface="Apple SD Gothic Neo"/>
                          <a:ea typeface="Apple SD Gothic Neo"/>
                          <a:cs typeface="Apple SD Gothic Neo"/>
                        </a:rPr>
                        <a:t>x &gt; 4GiB</a:t>
                      </a:r>
                    </a:p>
                  </a:txBody>
                  <a:tcPr marL="133350" marR="114300" marT="57150" marB="57150" anchor="ctr">
                    <a:solidFill>
                      <a:srgbClr val="FAECEC"/>
                    </a:solidFill>
                  </a:tcPr>
                </a:tc>
                <a:tc>
                  <a:txBody>
                    <a:bodyPr/>
                    <a:lstStyle/>
                    <a:p>
                      <a:pPr algn="ctr"/>
                      <a:r>
                        <a:rPr sz="200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036A6B81-5556-41F8-9371-930E073EE0E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보호 조건: working-set ≤6GiB, 유휴 증가 ≤16MiB</a:t>
            </a:r>
          </a:p>
          <a:p xmlns:a="http://schemas.openxmlformats.org/drawingml/2006/main">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A655E04C-3E14-4B0F-89D3-CCDC5E9EBD85}"/>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Samsung NP960UJH-XG3IN 공식 사양 / Microsoft PrivateUsage/commit 정의 / 목표와 등급은 작성자 PoC 규칙, 실측 전</a:t>
            </a:r>
          </a:p>
        </p:txBody>
      </p:sp>
    </p:spTree>
    <p:extLst>
      <p:ext uri="{BB962C8B-B14F-4D97-AF65-F5344CB8AC3E}">
        <p14:creationId xmlns:p14="http://schemas.microsoft.com/office/powerpoint/2010/main" val="48766421"/>
      </p:ext>
    </p:extLst>
  </p:cSld>
</p:sld>
</file>

<file path=ppt/slides/slide18.xml><?xml version="1.0" encoding="utf-8"?>
<p:sld xmlns:p="http://schemas.openxmlformats.org/presentationml/2006/main">
  <p:cSld name="design-overview">
    <p:bg>
      <p:bgPr>
        <a:solidFill xmlns:a="http://schemas.openxmlformats.org/drawingml/2006/main">
          <a:srgbClr val="FFFFFF"/>
        </a:solidFill>
      </p:bgPr>
    </p:bg>
    <p:spTree>
      <p:nvGrpSpPr>
        <p:cNvPr id="1" name=""/>
        <p:cNvGrpSpPr/>
        <p:nvPr/>
      </p:nvGrpSpPr>
      <p:grpSpPr>
        <a:xfrm xmlns:a="http://schemas.openxmlformats.org/drawingml/2006/main"/>
      </p:grpSpPr>
      <p:sp>
        <p:nvSpPr>
          <p:cNvPr id="129" name="overview-title">
            <a:extLst xmlns:a="http://schemas.openxmlformats.org/drawingml/2006/main">
              <a:ext uri="{FF2B5EF4-FFF2-40B4-BE49-F238E27FC236}">
                <a16:creationId xmlns:a16="http://schemas.microsoft.com/office/drawing/2014/main" id="{3FA9B9E0-1721-440B-B414-98E51D89BDE8}"/>
              </a:ext>
            </a:extLst>
          </p:cNvPr>
          <p:cNvSpPr>
            <a:spLocks xmlns:a="http://schemas.openxmlformats.org/drawingml/2006/main" noGrp="1"/>
          </p:cNvSpPr>
          <p:nvPr/>
        </p:nvSpPr>
        <p:spPr>
          <a:xfrm xmlns:a="http://schemas.openxmlformats.org/drawingml/2006/main">
            <a:off x="495300" y="228600"/>
            <a:ext cx="666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800" b="1">
                <a:solidFill>
                  <a:srgbClr val="141414"/>
                </a:solidFill>
                <a:latin typeface="Apple SD Gothic Neo"/>
                <a:ea typeface="Apple SD Gothic Neo"/>
                <a:cs typeface="Apple SD Gothic Neo"/>
              </a:defRPr>
            </a:pPr>
            <a:r>
              <a:rPr sz="4800" b="1">
                <a:solidFill>
                  <a:srgbClr val="141414"/>
                </a:solidFill>
                <a:latin typeface="Apple SD Gothic Neo"/>
                <a:ea typeface="Apple SD Gothic Neo"/>
                <a:cs typeface="Apple SD Gothic Neo"/>
              </a:rPr>
              <a:t>설계 Overview</a:t>
            </a:r>
          </a:p>
        </p:txBody>
      </p:sp>
      <p:sp>
        <p:nvSpPr>
          <p:cNvPr id="2" name="overview-step-0">
            <a:extLst xmlns:a="http://schemas.openxmlformats.org/drawingml/2006/main">
              <a:ext uri="{FF2B5EF4-FFF2-40B4-BE49-F238E27FC236}">
                <a16:creationId xmlns:a16="http://schemas.microsoft.com/office/drawing/2014/main" id="{5D2C6240-291B-463B-B74F-9D4C53059BC2}"/>
              </a:ext>
            </a:extLst>
          </p:cNvPr>
          <p:cNvSpPr>
            <a:spLocks xmlns:a="http://schemas.openxmlformats.org/drawingml/2006/main" noGrp="1"/>
          </p:cNvSpPr>
          <p:nvPr/>
        </p:nvSpPr>
        <p:spPr>
          <a:xfrm xmlns:a="http://schemas.openxmlformats.org/drawingml/2006/main">
            <a:off x="107632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3" name="overview-step-label-0">
            <a:extLst xmlns:a="http://schemas.openxmlformats.org/drawingml/2006/main">
              <a:ext uri="{FF2B5EF4-FFF2-40B4-BE49-F238E27FC236}">
                <a16:creationId xmlns:a16="http://schemas.microsoft.com/office/drawing/2014/main" id="{FBA08701-9047-4A3A-8332-AFBAB7D43ECD}"/>
              </a:ext>
            </a:extLst>
          </p:cNvPr>
          <p:cNvSpPr>
            <a:spLocks xmlns:a="http://schemas.openxmlformats.org/drawingml/2006/main" noGrp="1"/>
          </p:cNvSpPr>
          <p:nvPr/>
        </p:nvSpPr>
        <p:spPr>
          <a:xfrm xmlns:a="http://schemas.openxmlformats.org/drawingml/2006/main">
            <a:off x="10763250" y="276225"/>
            <a:ext cx="13716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FFFFFF"/>
                </a:solidFill>
                <a:latin typeface="Apple SD Gothic Neo"/>
                <a:ea typeface="Apple SD Gothic Neo"/>
                <a:cs typeface="Apple SD Gothic Neo"/>
              </a:defRPr>
            </a:pPr>
            <a:r>
              <a:rPr sz="1700" b="1">
                <a:solidFill>
                  <a:srgbClr val="FFFFFF"/>
                </a:solidFill>
                <a:latin typeface="Apple SD Gothic Neo"/>
                <a:ea typeface="Apple SD Gothic Neo"/>
                <a:cs typeface="Apple SD Gothic Neo"/>
              </a:rPr>
              <a:t>과제 소개</a:t>
            </a:r>
          </a:p>
        </p:txBody>
      </p:sp>
      <p:sp>
        <p:nvSpPr>
          <p:cNvPr id="4" name="overview-step-1">
            <a:extLst xmlns:a="http://schemas.openxmlformats.org/drawingml/2006/main">
              <a:ext uri="{FF2B5EF4-FFF2-40B4-BE49-F238E27FC236}">
                <a16:creationId xmlns:a16="http://schemas.microsoft.com/office/drawing/2014/main" id="{7F812109-A2ED-4705-90C6-57E5683CB498}"/>
              </a:ext>
            </a:extLst>
          </p:cNvPr>
          <p:cNvSpPr>
            <a:spLocks xmlns:a="http://schemas.openxmlformats.org/drawingml/2006/main" noGrp="1"/>
          </p:cNvSpPr>
          <p:nvPr/>
        </p:nvSpPr>
        <p:spPr>
          <a:xfrm xmlns:a="http://schemas.openxmlformats.org/drawingml/2006/main">
            <a:off x="121729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5" name="overview-step-label-1">
            <a:extLst xmlns:a="http://schemas.openxmlformats.org/drawingml/2006/main">
              <a:ext uri="{FF2B5EF4-FFF2-40B4-BE49-F238E27FC236}">
                <a16:creationId xmlns:a16="http://schemas.microsoft.com/office/drawing/2014/main" id="{E1774CA4-3A78-4AD3-B8C6-82F52180399B}"/>
              </a:ext>
            </a:extLst>
          </p:cNvPr>
          <p:cNvSpPr>
            <a:spLocks xmlns:a="http://schemas.openxmlformats.org/drawingml/2006/main" noGrp="1"/>
          </p:cNvSpPr>
          <p:nvPr/>
        </p:nvSpPr>
        <p:spPr>
          <a:xfrm xmlns:a="http://schemas.openxmlformats.org/drawingml/2006/main">
            <a:off x="123253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FFFFFF"/>
                </a:solidFill>
                <a:latin typeface="Apple SD Gothic Neo"/>
                <a:ea typeface="Apple SD Gothic Neo"/>
                <a:cs typeface="Apple SD Gothic Neo"/>
              </a:defRPr>
            </a:pPr>
            <a:r>
              <a:rPr sz="1700" b="1">
                <a:solidFill>
                  <a:srgbClr val="FFFFFF"/>
                </a:solidFill>
                <a:latin typeface="Apple SD Gothic Neo"/>
                <a:ea typeface="Apple SD Gothic Neo"/>
                <a:cs typeface="Apple SD Gothic Neo"/>
              </a:rPr>
              <a:t>요구사항 분석</a:t>
            </a:r>
          </a:p>
        </p:txBody>
      </p:sp>
      <p:sp>
        <p:nvSpPr>
          <p:cNvPr id="6" name="overview-step-2">
            <a:extLst xmlns:a="http://schemas.openxmlformats.org/drawingml/2006/main">
              <a:ext uri="{FF2B5EF4-FFF2-40B4-BE49-F238E27FC236}">
                <a16:creationId xmlns:a16="http://schemas.microsoft.com/office/drawing/2014/main" id="{E71D2F5C-FEEF-4FB5-BE94-3CBAE5FDFF8D}"/>
              </a:ext>
            </a:extLst>
          </p:cNvPr>
          <p:cNvSpPr>
            <a:spLocks xmlns:a="http://schemas.openxmlformats.org/drawingml/2006/main" noGrp="1"/>
          </p:cNvSpPr>
          <p:nvPr/>
        </p:nvSpPr>
        <p:spPr>
          <a:xfrm xmlns:a="http://schemas.openxmlformats.org/drawingml/2006/main">
            <a:off x="135826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38A9C9"/>
          </a:solidFill>
          <a:ln xmlns:a="http://schemas.openxmlformats.org/drawingml/2006/main" w="28575">
            <a:solidFill>
              <a:srgbClr val="FFFFFF"/>
            </a:solidFill>
            <a:prstDash val="solid"/>
          </a:ln>
        </p:spPr>
      </p:sp>
      <p:sp>
        <p:nvSpPr>
          <p:cNvPr id="7" name="overview-step-label-2">
            <a:extLst xmlns:a="http://schemas.openxmlformats.org/drawingml/2006/main">
              <a:ext uri="{FF2B5EF4-FFF2-40B4-BE49-F238E27FC236}">
                <a16:creationId xmlns:a16="http://schemas.microsoft.com/office/drawing/2014/main" id="{C0026E30-CF2D-4517-916D-EA0847A5D744}"/>
              </a:ext>
            </a:extLst>
          </p:cNvPr>
          <p:cNvSpPr>
            <a:spLocks xmlns:a="http://schemas.openxmlformats.org/drawingml/2006/main" noGrp="1"/>
          </p:cNvSpPr>
          <p:nvPr/>
        </p:nvSpPr>
        <p:spPr>
          <a:xfrm xmlns:a="http://schemas.openxmlformats.org/drawingml/2006/main">
            <a:off x="137350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FFFFFF"/>
                </a:solidFill>
                <a:latin typeface="Apple SD Gothic Neo"/>
                <a:ea typeface="Apple SD Gothic Neo"/>
                <a:cs typeface="Apple SD Gothic Neo"/>
              </a:defRPr>
            </a:pPr>
            <a:r>
              <a:rPr sz="1700" b="1">
                <a:solidFill>
                  <a:srgbClr val="FFFFFF"/>
                </a:solidFill>
                <a:latin typeface="Apple SD Gothic Neo"/>
                <a:ea typeface="Apple SD Gothic Neo"/>
                <a:cs typeface="Apple SD Gothic Neo"/>
              </a:rPr>
              <a:t>설계</a:t>
            </a:r>
          </a:p>
        </p:txBody>
      </p:sp>
      <p:sp>
        <p:nvSpPr>
          <p:cNvPr id="8" name="overview-step-3">
            <a:extLst xmlns:a="http://schemas.openxmlformats.org/drawingml/2006/main">
              <a:ext uri="{FF2B5EF4-FFF2-40B4-BE49-F238E27FC236}">
                <a16:creationId xmlns:a16="http://schemas.microsoft.com/office/drawing/2014/main" id="{1778232F-241B-45F6-BBC9-98DA0627FFAB}"/>
              </a:ext>
            </a:extLst>
          </p:cNvPr>
          <p:cNvSpPr>
            <a:spLocks xmlns:a="http://schemas.openxmlformats.org/drawingml/2006/main" noGrp="1"/>
          </p:cNvSpPr>
          <p:nvPr/>
        </p:nvSpPr>
        <p:spPr>
          <a:xfrm xmlns:a="http://schemas.openxmlformats.org/drawingml/2006/main">
            <a:off x="149923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9" name="overview-step-label-3">
            <a:extLst xmlns:a="http://schemas.openxmlformats.org/drawingml/2006/main">
              <a:ext uri="{FF2B5EF4-FFF2-40B4-BE49-F238E27FC236}">
                <a16:creationId xmlns:a16="http://schemas.microsoft.com/office/drawing/2014/main" id="{4733DE92-EA7E-4D20-A6B5-D0BEE3E3AF28}"/>
              </a:ext>
            </a:extLst>
          </p:cNvPr>
          <p:cNvSpPr>
            <a:spLocks xmlns:a="http://schemas.openxmlformats.org/drawingml/2006/main" noGrp="1"/>
          </p:cNvSpPr>
          <p:nvPr/>
        </p:nvSpPr>
        <p:spPr>
          <a:xfrm xmlns:a="http://schemas.openxmlformats.org/drawingml/2006/main">
            <a:off x="151447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FFFFFF"/>
                </a:solidFill>
                <a:latin typeface="Apple SD Gothic Neo"/>
                <a:ea typeface="Apple SD Gothic Neo"/>
                <a:cs typeface="Apple SD Gothic Neo"/>
              </a:defRPr>
            </a:pPr>
            <a:r>
              <a:rPr sz="1700" b="1">
                <a:solidFill>
                  <a:srgbClr val="FFFFFF"/>
                </a:solidFill>
                <a:latin typeface="Apple SD Gothic Neo"/>
                <a:ea typeface="Apple SD Gothic Neo"/>
                <a:cs typeface="Apple SD Gothic Neo"/>
              </a:rPr>
              <a:t>구현 및 검증</a:t>
            </a:r>
          </a:p>
        </p:txBody>
      </p:sp>
      <p:sp>
        <p:nvSpPr>
          <p:cNvPr id="10" name="overview-step-4">
            <a:extLst xmlns:a="http://schemas.openxmlformats.org/drawingml/2006/main">
              <a:ext uri="{FF2B5EF4-FFF2-40B4-BE49-F238E27FC236}">
                <a16:creationId xmlns:a16="http://schemas.microsoft.com/office/drawing/2014/main" id="{CF850C3C-2294-4B70-9961-8E240595230D}"/>
              </a:ext>
            </a:extLst>
          </p:cNvPr>
          <p:cNvSpPr>
            <a:spLocks xmlns:a="http://schemas.openxmlformats.org/drawingml/2006/main" noGrp="1"/>
          </p:cNvSpPr>
          <p:nvPr/>
        </p:nvSpPr>
        <p:spPr>
          <a:xfrm xmlns:a="http://schemas.openxmlformats.org/drawingml/2006/main">
            <a:off x="164020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11" name="overview-step-label-4">
            <a:extLst xmlns:a="http://schemas.openxmlformats.org/drawingml/2006/main">
              <a:ext uri="{FF2B5EF4-FFF2-40B4-BE49-F238E27FC236}">
                <a16:creationId xmlns:a16="http://schemas.microsoft.com/office/drawing/2014/main" id="{FD3E9190-E72A-4E7F-AF59-74AE2F0C60E2}"/>
              </a:ext>
            </a:extLst>
          </p:cNvPr>
          <p:cNvSpPr>
            <a:spLocks xmlns:a="http://schemas.openxmlformats.org/drawingml/2006/main" noGrp="1"/>
          </p:cNvSpPr>
          <p:nvPr/>
        </p:nvSpPr>
        <p:spPr>
          <a:xfrm xmlns:a="http://schemas.openxmlformats.org/drawingml/2006/main">
            <a:off x="165544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1">
                <a:solidFill>
                  <a:srgbClr val="FFFFFF"/>
                </a:solidFill>
                <a:latin typeface="Apple SD Gothic Neo"/>
                <a:ea typeface="Apple SD Gothic Neo"/>
                <a:cs typeface="Apple SD Gothic Neo"/>
              </a:defRPr>
            </a:pPr>
            <a:r>
              <a:rPr sz="1700" b="1">
                <a:solidFill>
                  <a:srgbClr val="FFFFFF"/>
                </a:solidFill>
                <a:latin typeface="Apple SD Gothic Neo"/>
                <a:ea typeface="Apple SD Gothic Neo"/>
                <a:cs typeface="Apple SD Gothic Neo"/>
              </a:rPr>
              <a:t>결론</a:t>
            </a:r>
          </a:p>
        </p:txBody>
      </p:sp>
      <p:sp>
        <p:nvSpPr>
          <p:cNvPr id="12" name="overview-header-rule">
            <a:extLst xmlns:a="http://schemas.openxmlformats.org/drawingml/2006/main">
              <a:ext uri="{FF2B5EF4-FFF2-40B4-BE49-F238E27FC236}">
                <a16:creationId xmlns:a16="http://schemas.microsoft.com/office/drawing/2014/main" id="{C6FAA2DD-FEF1-4097-9C91-131E4BE11434}"/>
              </a:ext>
            </a:extLst>
          </p:cNvPr>
          <p:cNvSpPr>
            <a:spLocks xmlns:a="http://schemas.openxmlformats.org/drawingml/2006/main" noGrp="1"/>
          </p:cNvSpPr>
          <p:nvPr/>
        </p:nvSpPr>
        <p:spPr>
          <a:xfrm xmlns:a="http://schemas.openxmlformats.org/drawingml/2006/main">
            <a:off x="495300" y="1009650"/>
            <a:ext cx="17335500" cy="953"/>
          </a:xfrm>
          <a:custGeom xmlns:a="http://schemas.openxmlformats.org/drawingml/2006/main">
            <a:pathLst>
              <a:path w="17335500" h="953">
                <a:moveTo>
                  <a:pt x="0" y="0"/>
                </a:moveTo>
                <a:lnTo>
                  <a:pt x="17335500" y="0"/>
                </a:lnTo>
              </a:path>
            </a:pathLst>
          </a:custGeom>
          <a:noFill xmlns:a="http://schemas.openxmlformats.org/drawingml/2006/main"/>
          <a:ln xmlns:a="http://schemas.openxmlformats.org/drawingml/2006/main" w="23813">
            <a:solidFill>
              <a:srgbClr val="9A9A9A"/>
            </a:solidFill>
            <a:prstDash val="solid"/>
          </a:ln>
        </p:spPr>
      </p:sp>
      <p:sp>
        <p:nvSpPr>
          <p:cNvPr id="13" name="overview-left-heading">
            <a:extLst xmlns:a="http://schemas.openxmlformats.org/drawingml/2006/main">
              <a:ext uri="{FF2B5EF4-FFF2-40B4-BE49-F238E27FC236}">
                <a16:creationId xmlns:a16="http://schemas.microsoft.com/office/drawing/2014/main" id="{B1FA0C3E-E018-4953-854E-03F4CFA7E889}"/>
              </a:ext>
            </a:extLst>
          </p:cNvPr>
          <p:cNvSpPr>
            <a:spLocks xmlns:a="http://schemas.openxmlformats.org/drawingml/2006/main" noGrp="1"/>
          </p:cNvSpPr>
          <p:nvPr/>
        </p:nvSpPr>
        <p:spPr>
          <a:xfrm xmlns:a="http://schemas.openxmlformats.org/drawingml/2006/main">
            <a:off x="495300" y="1571625"/>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354354"/>
                </a:solidFill>
                <a:latin typeface="Apple SD Gothic Neo"/>
                <a:ea typeface="Apple SD Gothic Neo"/>
                <a:cs typeface="Apple SD Gothic Neo"/>
              </a:defRPr>
            </a:pPr>
            <a:r>
              <a:rPr sz="2600" b="1">
                <a:solidFill>
                  <a:srgbClr val="354354"/>
                </a:solidFill>
                <a:latin typeface="Apple SD Gothic Neo"/>
                <a:ea typeface="Apple SD Gothic Neo"/>
                <a:cs typeface="Apple SD Gothic Neo"/>
              </a:rPr>
              <a:t>품질 목표와 주요 설계 질문</a:t>
            </a:r>
          </a:p>
        </p:txBody>
      </p:sp>
      <p:sp>
        <p:nvSpPr>
          <p:cNvPr id="14" name="overview-quality-contract">
            <a:extLst xmlns:a="http://schemas.openxmlformats.org/drawingml/2006/main">
              <a:ext uri="{FF2B5EF4-FFF2-40B4-BE49-F238E27FC236}">
                <a16:creationId xmlns:a16="http://schemas.microsoft.com/office/drawing/2014/main" id="{6F52088C-2D65-4F63-8B41-AC849B3D4C0C}"/>
              </a:ext>
            </a:extLst>
          </p:cNvPr>
          <p:cNvSpPr>
            <a:spLocks xmlns:a="http://schemas.openxmlformats.org/drawingml/2006/main" noGrp="1"/>
          </p:cNvSpPr>
          <p:nvPr/>
        </p:nvSpPr>
        <p:spPr>
          <a:xfrm xmlns:a="http://schemas.openxmlformats.org/drawingml/2006/main">
            <a:off x="495300" y="20574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9616B"/>
                </a:solidFill>
                <a:latin typeface="Apple SD Gothic Neo"/>
                <a:ea typeface="Apple SD Gothic Neo"/>
                <a:cs typeface="Apple SD Gothic Neo"/>
              </a:defRPr>
            </a:pPr>
            <a:r>
              <a:rPr sz="1700" b="0">
                <a:solidFill>
                  <a:srgbClr val="59616B"/>
                </a:solidFill>
                <a:latin typeface="Apple SD Gothic Neo"/>
                <a:ea typeface="Apple SD Gothic Neo"/>
                <a:cs typeface="Apple SD Gothic Neo"/>
              </a:rPr>
              <a:t>ASR-QA-v6 / 번호순 우선순위</a:t>
            </a:r>
          </a:p>
        </p:txBody>
      </p:sp>
      <p:sp>
        <p:nvSpPr>
          <p:cNvPr id="15" name="overview-goal-1-41">
            <a:extLst xmlns:a="http://schemas.openxmlformats.org/drawingml/2006/main">
              <a:ext uri="{FF2B5EF4-FFF2-40B4-BE49-F238E27FC236}">
                <a16:creationId xmlns:a16="http://schemas.microsoft.com/office/drawing/2014/main" id="{48048AF6-B46C-4AC6-A145-98ACCAEA01DA}"/>
              </a:ext>
            </a:extLst>
          </p:cNvPr>
          <p:cNvSpPr>
            <a:spLocks xmlns:a="http://schemas.openxmlformats.org/drawingml/2006/main" noGrp="1"/>
          </p:cNvSpPr>
          <p:nvPr/>
        </p:nvSpPr>
        <p:spPr>
          <a:xfrm xmlns:a="http://schemas.openxmlformats.org/drawingml/2006/main">
            <a:off x="3238500" y="2686050"/>
            <a:ext cx="257175" cy="104775"/>
          </a:xfrm>
          <a:custGeom xmlns:a="http://schemas.openxmlformats.org/drawingml/2006/main">
            <a:pathLst>
              <a:path w="257175" h="104775">
                <a:moveTo>
                  <a:pt x="0" y="104775"/>
                </a:moveTo>
                <a:lnTo>
                  <a:pt x="257175" y="0"/>
                </a:lnTo>
              </a:path>
            </a:pathLst>
          </a:custGeom>
          <a:noFill xmlns:a="http://schemas.openxmlformats.org/drawingml/2006/main"/>
          <a:ln xmlns:a="http://schemas.openxmlformats.org/drawingml/2006/main" w="24765">
            <a:solidFill>
              <a:srgbClr val="E5A700"/>
            </a:solidFill>
            <a:prstDash val="solid"/>
          </a:ln>
        </p:spPr>
      </p:sp>
      <p:sp>
        <p:nvSpPr>
          <p:cNvPr id="16" name="overview-goal-1-45">
            <a:extLst xmlns:a="http://schemas.openxmlformats.org/drawingml/2006/main">
              <a:ext uri="{FF2B5EF4-FFF2-40B4-BE49-F238E27FC236}">
                <a16:creationId xmlns:a16="http://schemas.microsoft.com/office/drawing/2014/main" id="{B85A7F82-6AB9-4A6F-A70F-F75BA6FACF82}"/>
              </a:ext>
            </a:extLst>
          </p:cNvPr>
          <p:cNvSpPr>
            <a:spLocks xmlns:a="http://schemas.openxmlformats.org/drawingml/2006/main" noGrp="1"/>
          </p:cNvSpPr>
          <p:nvPr/>
        </p:nvSpPr>
        <p:spPr>
          <a:xfrm xmlns:a="http://schemas.openxmlformats.org/drawingml/2006/main">
            <a:off x="3238500" y="2790825"/>
            <a:ext cx="257175" cy="3133725"/>
          </a:xfrm>
          <a:custGeom xmlns:a="http://schemas.openxmlformats.org/drawingml/2006/main">
            <a:pathLst>
              <a:path w="257175" h="3133725">
                <a:moveTo>
                  <a:pt x="0" y="0"/>
                </a:moveTo>
                <a:lnTo>
                  <a:pt x="257175" y="3133725"/>
                </a:lnTo>
              </a:path>
            </a:pathLst>
          </a:custGeom>
          <a:noFill xmlns:a="http://schemas.openxmlformats.org/drawingml/2006/main"/>
          <a:ln xmlns:a="http://schemas.openxmlformats.org/drawingml/2006/main" w="24765">
            <a:solidFill>
              <a:srgbClr val="8D49B8"/>
            </a:solidFill>
            <a:prstDash val="solid"/>
          </a:ln>
        </p:spPr>
      </p:sp>
      <p:sp>
        <p:nvSpPr>
          <p:cNvPr id="17" name="overview-goal-ASR-QA-01">
            <a:extLst xmlns:a="http://schemas.openxmlformats.org/drawingml/2006/main">
              <a:ext uri="{FF2B5EF4-FFF2-40B4-BE49-F238E27FC236}">
                <a16:creationId xmlns:a16="http://schemas.microsoft.com/office/drawing/2014/main" id="{C40B0269-1EE0-45CA-9A6A-AADAF6EF1E0F}"/>
              </a:ext>
            </a:extLst>
          </p:cNvPr>
          <p:cNvSpPr>
            <a:spLocks xmlns:a="http://schemas.openxmlformats.org/drawingml/2006/main" noGrp="1"/>
          </p:cNvSpPr>
          <p:nvPr/>
        </p:nvSpPr>
        <p:spPr>
          <a:xfrm xmlns:a="http://schemas.openxmlformats.org/drawingml/2006/main">
            <a:off x="495300" y="240982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18" name="overview-goal-name-ASR-QA-01">
            <a:extLst xmlns:a="http://schemas.openxmlformats.org/drawingml/2006/main">
              <a:ext uri="{FF2B5EF4-FFF2-40B4-BE49-F238E27FC236}">
                <a16:creationId xmlns:a16="http://schemas.microsoft.com/office/drawing/2014/main" id="{33A893EF-0B93-4ED0-86C7-D8266512AF2C}"/>
              </a:ext>
            </a:extLst>
          </p:cNvPr>
          <p:cNvSpPr>
            <a:spLocks xmlns:a="http://schemas.openxmlformats.org/drawingml/2006/main" noGrp="1"/>
          </p:cNvSpPr>
          <p:nvPr/>
        </p:nvSpPr>
        <p:spPr>
          <a:xfrm xmlns:a="http://schemas.openxmlformats.org/drawingml/2006/main">
            <a:off x="581025" y="24574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01 요청 처리 정확성</a:t>
            </a:r>
          </a:p>
        </p:txBody>
      </p:sp>
      <p:sp>
        <p:nvSpPr>
          <p:cNvPr id="19" name="overview-goal-target-ASR-QA-01">
            <a:extLst xmlns:a="http://schemas.openxmlformats.org/drawingml/2006/main">
              <a:ext uri="{FF2B5EF4-FFF2-40B4-BE49-F238E27FC236}">
                <a16:creationId xmlns:a16="http://schemas.microsoft.com/office/drawing/2014/main" id="{786B7EAC-9562-4918-B9B6-1D0F83B8F30F}"/>
              </a:ext>
            </a:extLst>
          </p:cNvPr>
          <p:cNvSpPr>
            <a:spLocks xmlns:a="http://schemas.openxmlformats.org/drawingml/2006/main" noGrp="1"/>
          </p:cNvSpPr>
          <p:nvPr/>
        </p:nvSpPr>
        <p:spPr>
          <a:xfrm xmlns:a="http://schemas.openxmlformats.org/drawingml/2006/main">
            <a:off x="552450" y="280987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0">
                <a:solidFill>
                  <a:srgbClr val="FFFFFF"/>
                </a:solidFill>
                <a:latin typeface="Apple SD Gothic Neo"/>
                <a:ea typeface="Apple SD Gothic Neo"/>
                <a:cs typeface="Apple SD Gothic Neo"/>
              </a:defRPr>
            </a:pPr>
            <a:r>
              <a:rPr sz="1700" b="0">
                <a:solidFill>
                  <a:srgbClr val="FFFFFF"/>
                </a:solidFill>
                <a:latin typeface="Apple SD Gothic Neo"/>
                <a:ea typeface="Apple SD Gothic Neo"/>
                <a:cs typeface="Apple SD Gothic Neo"/>
              </a:rPr>
              <a:t>98% 이상</a:t>
            </a:r>
          </a:p>
        </p:txBody>
      </p:sp>
      <p:sp>
        <p:nvSpPr>
          <p:cNvPr id="20" name="overview-goal-2-44">
            <a:extLst xmlns:a="http://schemas.openxmlformats.org/drawingml/2006/main">
              <a:ext uri="{FF2B5EF4-FFF2-40B4-BE49-F238E27FC236}">
                <a16:creationId xmlns:a16="http://schemas.microsoft.com/office/drawing/2014/main" id="{3EA41C85-312E-49A5-9884-0AB37F3DFE83}"/>
              </a:ext>
            </a:extLst>
          </p:cNvPr>
          <p:cNvSpPr>
            <a:spLocks xmlns:a="http://schemas.openxmlformats.org/drawingml/2006/main" noGrp="1"/>
          </p:cNvSpPr>
          <p:nvPr/>
        </p:nvSpPr>
        <p:spPr>
          <a:xfrm xmlns:a="http://schemas.openxmlformats.org/drawingml/2006/main">
            <a:off x="3238500" y="3714750"/>
            <a:ext cx="257175" cy="590550"/>
          </a:xfrm>
          <a:custGeom xmlns:a="http://schemas.openxmlformats.org/drawingml/2006/main">
            <a:pathLst>
              <a:path w="257175" h="590550">
                <a:moveTo>
                  <a:pt x="0" y="0"/>
                </a:moveTo>
                <a:lnTo>
                  <a:pt x="257175" y="590550"/>
                </a:lnTo>
              </a:path>
            </a:pathLst>
          </a:custGeom>
          <a:noFill xmlns:a="http://schemas.openxmlformats.org/drawingml/2006/main"/>
          <a:ln xmlns:a="http://schemas.openxmlformats.org/drawingml/2006/main" w="24765">
            <a:solidFill>
              <a:srgbClr val="00A65A"/>
            </a:solidFill>
            <a:prstDash val="solid"/>
          </a:ln>
        </p:spPr>
      </p:sp>
      <p:sp>
        <p:nvSpPr>
          <p:cNvPr id="21" name="overview-goal-ASR-QA-02">
            <a:extLst xmlns:a="http://schemas.openxmlformats.org/drawingml/2006/main">
              <a:ext uri="{FF2B5EF4-FFF2-40B4-BE49-F238E27FC236}">
                <a16:creationId xmlns:a16="http://schemas.microsoft.com/office/drawing/2014/main" id="{47DE8FFE-70BC-4BE8-A3BD-98E8EC716A87}"/>
              </a:ext>
            </a:extLst>
          </p:cNvPr>
          <p:cNvSpPr>
            <a:spLocks xmlns:a="http://schemas.openxmlformats.org/drawingml/2006/main" noGrp="1"/>
          </p:cNvSpPr>
          <p:nvPr/>
        </p:nvSpPr>
        <p:spPr>
          <a:xfrm xmlns:a="http://schemas.openxmlformats.org/drawingml/2006/main">
            <a:off x="495300" y="333375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22" name="overview-goal-name-ASR-QA-02">
            <a:extLst xmlns:a="http://schemas.openxmlformats.org/drawingml/2006/main">
              <a:ext uri="{FF2B5EF4-FFF2-40B4-BE49-F238E27FC236}">
                <a16:creationId xmlns:a16="http://schemas.microsoft.com/office/drawing/2014/main" id="{B08B77C5-75BE-484E-BC51-4F51D121D082}"/>
              </a:ext>
            </a:extLst>
          </p:cNvPr>
          <p:cNvSpPr>
            <a:spLocks xmlns:a="http://schemas.openxmlformats.org/drawingml/2006/main" noGrp="1"/>
          </p:cNvSpPr>
          <p:nvPr/>
        </p:nvSpPr>
        <p:spPr>
          <a:xfrm xmlns:a="http://schemas.openxmlformats.org/drawingml/2006/main">
            <a:off x="581025" y="33813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02 상호작용 응답시간</a:t>
            </a:r>
          </a:p>
        </p:txBody>
      </p:sp>
      <p:sp>
        <p:nvSpPr>
          <p:cNvPr id="23" name="overview-goal-target-ASR-QA-02">
            <a:extLst xmlns:a="http://schemas.openxmlformats.org/drawingml/2006/main">
              <a:ext uri="{FF2B5EF4-FFF2-40B4-BE49-F238E27FC236}">
                <a16:creationId xmlns:a16="http://schemas.microsoft.com/office/drawing/2014/main" id="{9D55656E-45B0-45D9-854D-ED28EC7575F5}"/>
              </a:ext>
            </a:extLst>
          </p:cNvPr>
          <p:cNvSpPr>
            <a:spLocks xmlns:a="http://schemas.openxmlformats.org/drawingml/2006/main" noGrp="1"/>
          </p:cNvSpPr>
          <p:nvPr/>
        </p:nvSpPr>
        <p:spPr>
          <a:xfrm xmlns:a="http://schemas.openxmlformats.org/drawingml/2006/main">
            <a:off x="552450" y="373380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0">
                <a:solidFill>
                  <a:srgbClr val="FFFFFF"/>
                </a:solidFill>
                <a:latin typeface="Apple SD Gothic Neo"/>
                <a:ea typeface="Apple SD Gothic Neo"/>
                <a:cs typeface="Apple SD Gothic Neo"/>
              </a:defRPr>
            </a:pPr>
            <a:r>
              <a:rPr sz="1400" b="0">
                <a:solidFill>
                  <a:srgbClr val="FFFFFF"/>
                </a:solidFill>
                <a:latin typeface="Apple SD Gothic Neo"/>
                <a:ea typeface="Apple SD Gothic Neo"/>
                <a:cs typeface="Apple SD Gothic Neo"/>
              </a:rPr>
              <a:t>평균 1초 이하, stop 0.1초 이하</a:t>
            </a:r>
          </a:p>
        </p:txBody>
      </p:sp>
      <p:sp>
        <p:nvSpPr>
          <p:cNvPr id="24" name="overview-goal-3-44">
            <a:extLst xmlns:a="http://schemas.openxmlformats.org/drawingml/2006/main">
              <a:ext uri="{FF2B5EF4-FFF2-40B4-BE49-F238E27FC236}">
                <a16:creationId xmlns:a16="http://schemas.microsoft.com/office/drawing/2014/main" id="{5A7432CB-123F-419B-AD5C-459087272C61}"/>
              </a:ext>
            </a:extLst>
          </p:cNvPr>
          <p:cNvSpPr>
            <a:spLocks xmlns:a="http://schemas.openxmlformats.org/drawingml/2006/main" noGrp="1"/>
          </p:cNvSpPr>
          <p:nvPr/>
        </p:nvSpPr>
        <p:spPr>
          <a:xfrm xmlns:a="http://schemas.openxmlformats.org/drawingml/2006/main">
            <a:off x="3238500" y="4305300"/>
            <a:ext cx="257175" cy="333375"/>
          </a:xfrm>
          <a:custGeom xmlns:a="http://schemas.openxmlformats.org/drawingml/2006/main">
            <a:pathLst>
              <a:path w="257175" h="333375">
                <a:moveTo>
                  <a:pt x="0" y="333375"/>
                </a:moveTo>
                <a:lnTo>
                  <a:pt x="257175" y="0"/>
                </a:lnTo>
              </a:path>
            </a:pathLst>
          </a:custGeom>
          <a:noFill xmlns:a="http://schemas.openxmlformats.org/drawingml/2006/main"/>
          <a:ln xmlns:a="http://schemas.openxmlformats.org/drawingml/2006/main" w="24765">
            <a:solidFill>
              <a:srgbClr val="00A65A"/>
            </a:solidFill>
            <a:prstDash val="solid"/>
          </a:ln>
        </p:spPr>
      </p:sp>
      <p:sp>
        <p:nvSpPr>
          <p:cNvPr id="25" name="overview-goal-ASR-QA-03">
            <a:extLst xmlns:a="http://schemas.openxmlformats.org/drawingml/2006/main">
              <a:ext uri="{FF2B5EF4-FFF2-40B4-BE49-F238E27FC236}">
                <a16:creationId xmlns:a16="http://schemas.microsoft.com/office/drawing/2014/main" id="{94039416-4C98-455A-81FF-820108EF8A6C}"/>
              </a:ext>
            </a:extLst>
          </p:cNvPr>
          <p:cNvSpPr>
            <a:spLocks xmlns:a="http://schemas.openxmlformats.org/drawingml/2006/main" noGrp="1"/>
          </p:cNvSpPr>
          <p:nvPr/>
        </p:nvSpPr>
        <p:spPr>
          <a:xfrm xmlns:a="http://schemas.openxmlformats.org/drawingml/2006/main">
            <a:off x="495300" y="425767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26" name="overview-goal-name-ASR-QA-03">
            <a:extLst xmlns:a="http://schemas.openxmlformats.org/drawingml/2006/main">
              <a:ext uri="{FF2B5EF4-FFF2-40B4-BE49-F238E27FC236}">
                <a16:creationId xmlns:a16="http://schemas.microsoft.com/office/drawing/2014/main" id="{B75D278C-1D79-4BFF-87BE-A0008E5E0B9A}"/>
              </a:ext>
            </a:extLst>
          </p:cNvPr>
          <p:cNvSpPr>
            <a:spLocks xmlns:a="http://schemas.openxmlformats.org/drawingml/2006/main" noGrp="1"/>
          </p:cNvSpPr>
          <p:nvPr/>
        </p:nvSpPr>
        <p:spPr>
          <a:xfrm xmlns:a="http://schemas.openxmlformats.org/drawingml/2006/main">
            <a:off x="581025" y="4305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03 VIA 요청 처리시간</a:t>
            </a:r>
          </a:p>
        </p:txBody>
      </p:sp>
      <p:sp>
        <p:nvSpPr>
          <p:cNvPr id="27" name="overview-goal-target-ASR-QA-03">
            <a:extLst xmlns:a="http://schemas.openxmlformats.org/drawingml/2006/main">
              <a:ext uri="{FF2B5EF4-FFF2-40B4-BE49-F238E27FC236}">
                <a16:creationId xmlns:a16="http://schemas.microsoft.com/office/drawing/2014/main" id="{A58BBC63-821F-4642-A8CC-F0F1C84026B3}"/>
              </a:ext>
            </a:extLst>
          </p:cNvPr>
          <p:cNvSpPr>
            <a:spLocks xmlns:a="http://schemas.openxmlformats.org/drawingml/2006/main" noGrp="1"/>
          </p:cNvSpPr>
          <p:nvPr/>
        </p:nvSpPr>
        <p:spPr>
          <a:xfrm xmlns:a="http://schemas.openxmlformats.org/drawingml/2006/main">
            <a:off x="552450" y="465772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0">
                <a:solidFill>
                  <a:srgbClr val="FFFFFF"/>
                </a:solidFill>
                <a:latin typeface="Apple SD Gothic Neo"/>
                <a:ea typeface="Apple SD Gothic Neo"/>
                <a:cs typeface="Apple SD Gothic Neo"/>
              </a:defRPr>
            </a:pPr>
            <a:r>
              <a:rPr sz="1700" b="0">
                <a:solidFill>
                  <a:srgbClr val="FFFFFF"/>
                </a:solidFill>
                <a:latin typeface="Apple SD Gothic Neo"/>
                <a:ea typeface="Apple SD Gothic Neo"/>
                <a:cs typeface="Apple SD Gothic Neo"/>
              </a:rPr>
              <a:t>평균 10초 이하</a:t>
            </a:r>
          </a:p>
        </p:txBody>
      </p:sp>
      <p:sp>
        <p:nvSpPr>
          <p:cNvPr id="28" name="overview-goal-4-41">
            <a:extLst xmlns:a="http://schemas.openxmlformats.org/drawingml/2006/main">
              <a:ext uri="{FF2B5EF4-FFF2-40B4-BE49-F238E27FC236}">
                <a16:creationId xmlns:a16="http://schemas.microsoft.com/office/drawing/2014/main" id="{73AB4624-8CAB-41EC-8E84-9A40F6DE61C3}"/>
              </a:ext>
            </a:extLst>
          </p:cNvPr>
          <p:cNvSpPr>
            <a:spLocks xmlns:a="http://schemas.openxmlformats.org/drawingml/2006/main" noGrp="1"/>
          </p:cNvSpPr>
          <p:nvPr/>
        </p:nvSpPr>
        <p:spPr>
          <a:xfrm xmlns:a="http://schemas.openxmlformats.org/drawingml/2006/main">
            <a:off x="3238500" y="2686050"/>
            <a:ext cx="257175" cy="2876550"/>
          </a:xfrm>
          <a:custGeom xmlns:a="http://schemas.openxmlformats.org/drawingml/2006/main">
            <a:pathLst>
              <a:path w="257175" h="2876550">
                <a:moveTo>
                  <a:pt x="0" y="2876550"/>
                </a:moveTo>
                <a:lnTo>
                  <a:pt x="257175" y="0"/>
                </a:lnTo>
              </a:path>
            </a:pathLst>
          </a:custGeom>
          <a:noFill xmlns:a="http://schemas.openxmlformats.org/drawingml/2006/main"/>
          <a:ln xmlns:a="http://schemas.openxmlformats.org/drawingml/2006/main" w="24765">
            <a:solidFill>
              <a:srgbClr val="E5A700"/>
            </a:solidFill>
            <a:prstDash val="solid"/>
          </a:ln>
        </p:spPr>
      </p:sp>
      <p:sp>
        <p:nvSpPr>
          <p:cNvPr id="29" name="overview-goal-4-45">
            <a:extLst xmlns:a="http://schemas.openxmlformats.org/drawingml/2006/main">
              <a:ext uri="{FF2B5EF4-FFF2-40B4-BE49-F238E27FC236}">
                <a16:creationId xmlns:a16="http://schemas.microsoft.com/office/drawing/2014/main" id="{62342AAF-0482-49F4-BCFC-9018640F9854}"/>
              </a:ext>
            </a:extLst>
          </p:cNvPr>
          <p:cNvSpPr>
            <a:spLocks xmlns:a="http://schemas.openxmlformats.org/drawingml/2006/main" noGrp="1"/>
          </p:cNvSpPr>
          <p:nvPr/>
        </p:nvSpPr>
        <p:spPr>
          <a:xfrm xmlns:a="http://schemas.openxmlformats.org/drawingml/2006/main">
            <a:off x="3238500" y="5562600"/>
            <a:ext cx="257175" cy="361950"/>
          </a:xfrm>
          <a:custGeom xmlns:a="http://schemas.openxmlformats.org/drawingml/2006/main">
            <a:pathLst>
              <a:path w="257175" h="361950">
                <a:moveTo>
                  <a:pt x="0" y="0"/>
                </a:moveTo>
                <a:lnTo>
                  <a:pt x="257175" y="361950"/>
                </a:lnTo>
              </a:path>
            </a:pathLst>
          </a:custGeom>
          <a:noFill xmlns:a="http://schemas.openxmlformats.org/drawingml/2006/main"/>
          <a:ln xmlns:a="http://schemas.openxmlformats.org/drawingml/2006/main" w="24765">
            <a:solidFill>
              <a:srgbClr val="8D49B8"/>
            </a:solidFill>
            <a:prstDash val="solid"/>
          </a:ln>
        </p:spPr>
      </p:sp>
      <p:sp>
        <p:nvSpPr>
          <p:cNvPr id="30" name="overview-goal-ASR-QA-04">
            <a:extLst xmlns:a="http://schemas.openxmlformats.org/drawingml/2006/main">
              <a:ext uri="{FF2B5EF4-FFF2-40B4-BE49-F238E27FC236}">
                <a16:creationId xmlns:a16="http://schemas.microsoft.com/office/drawing/2014/main" id="{A5442B45-AF8D-431B-BA53-B1FFF3A95BC4}"/>
              </a:ext>
            </a:extLst>
          </p:cNvPr>
          <p:cNvSpPr>
            <a:spLocks xmlns:a="http://schemas.openxmlformats.org/drawingml/2006/main" noGrp="1"/>
          </p:cNvSpPr>
          <p:nvPr/>
        </p:nvSpPr>
        <p:spPr>
          <a:xfrm xmlns:a="http://schemas.openxmlformats.org/drawingml/2006/main">
            <a:off x="495300" y="518160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1" name="overview-goal-name-ASR-QA-04">
            <a:extLst xmlns:a="http://schemas.openxmlformats.org/drawingml/2006/main">
              <a:ext uri="{FF2B5EF4-FFF2-40B4-BE49-F238E27FC236}">
                <a16:creationId xmlns:a16="http://schemas.microsoft.com/office/drawing/2014/main" id="{8A745147-861A-49A7-9133-65F7CD4D8997}"/>
              </a:ext>
            </a:extLst>
          </p:cNvPr>
          <p:cNvSpPr>
            <a:spLocks xmlns:a="http://schemas.openxmlformats.org/drawingml/2006/main" noGrp="1"/>
          </p:cNvSpPr>
          <p:nvPr/>
        </p:nvSpPr>
        <p:spPr>
          <a:xfrm xmlns:a="http://schemas.openxmlformats.org/drawingml/2006/main">
            <a:off x="581025" y="5229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04 VIA 모델 사용 비용</a:t>
            </a:r>
          </a:p>
        </p:txBody>
      </p:sp>
      <p:sp>
        <p:nvSpPr>
          <p:cNvPr id="32" name="overview-goal-target-ASR-QA-04">
            <a:extLst xmlns:a="http://schemas.openxmlformats.org/drawingml/2006/main">
              <a:ext uri="{FF2B5EF4-FFF2-40B4-BE49-F238E27FC236}">
                <a16:creationId xmlns:a16="http://schemas.microsoft.com/office/drawing/2014/main" id="{A1E7A340-E402-44F5-AB96-7EFD356DE24E}"/>
              </a:ext>
            </a:extLst>
          </p:cNvPr>
          <p:cNvSpPr>
            <a:spLocks xmlns:a="http://schemas.openxmlformats.org/drawingml/2006/main" noGrp="1"/>
          </p:cNvSpPr>
          <p:nvPr/>
        </p:nvSpPr>
        <p:spPr>
          <a:xfrm xmlns:a="http://schemas.openxmlformats.org/drawingml/2006/main">
            <a:off x="552450" y="558165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0">
                <a:solidFill>
                  <a:srgbClr val="FFFFFF"/>
                </a:solidFill>
                <a:latin typeface="Apple SD Gothic Neo"/>
                <a:ea typeface="Apple SD Gothic Neo"/>
                <a:cs typeface="Apple SD Gothic Neo"/>
              </a:defRPr>
            </a:pPr>
            <a:r>
              <a:rPr sz="1700" b="0">
                <a:solidFill>
                  <a:srgbClr val="FFFFFF"/>
                </a:solidFill>
                <a:latin typeface="Apple SD Gothic Neo"/>
                <a:ea typeface="Apple SD Gothic Neo"/>
                <a:cs typeface="Apple SD Gothic Neo"/>
              </a:rPr>
              <a:t>$0.50/P21 이하</a:t>
            </a:r>
          </a:p>
        </p:txBody>
      </p:sp>
      <p:sp>
        <p:nvSpPr>
          <p:cNvPr id="33" name="overview-goal-5-42">
            <a:extLst xmlns:a="http://schemas.openxmlformats.org/drawingml/2006/main">
              <a:ext uri="{FF2B5EF4-FFF2-40B4-BE49-F238E27FC236}">
                <a16:creationId xmlns:a16="http://schemas.microsoft.com/office/drawing/2014/main" id="{B14483C5-9D05-4439-AE28-21AD64D93E42}"/>
              </a:ext>
            </a:extLst>
          </p:cNvPr>
          <p:cNvSpPr>
            <a:spLocks xmlns:a="http://schemas.openxmlformats.org/drawingml/2006/main" noGrp="1"/>
          </p:cNvSpPr>
          <p:nvPr/>
        </p:nvSpPr>
        <p:spPr>
          <a:xfrm xmlns:a="http://schemas.openxmlformats.org/drawingml/2006/main">
            <a:off x="3238500" y="6486525"/>
            <a:ext cx="257175" cy="866775"/>
          </a:xfrm>
          <a:custGeom xmlns:a="http://schemas.openxmlformats.org/drawingml/2006/main">
            <a:pathLst>
              <a:path w="257175" h="866775">
                <a:moveTo>
                  <a:pt x="0" y="0"/>
                </a:moveTo>
                <a:lnTo>
                  <a:pt x="257175" y="866775"/>
                </a:lnTo>
              </a:path>
            </a:pathLst>
          </a:custGeom>
          <a:noFill xmlns:a="http://schemas.openxmlformats.org/drawingml/2006/main"/>
          <a:ln xmlns:a="http://schemas.openxmlformats.org/drawingml/2006/main" w="24765">
            <a:solidFill>
              <a:srgbClr val="2463DD"/>
            </a:solidFill>
            <a:prstDash val="solid"/>
          </a:ln>
        </p:spPr>
      </p:sp>
      <p:sp>
        <p:nvSpPr>
          <p:cNvPr id="34" name="overview-goal-ASR-QA-05">
            <a:extLst xmlns:a="http://schemas.openxmlformats.org/drawingml/2006/main">
              <a:ext uri="{FF2B5EF4-FFF2-40B4-BE49-F238E27FC236}">
                <a16:creationId xmlns:a16="http://schemas.microsoft.com/office/drawing/2014/main" id="{0A55BD03-61FF-4CB6-9B47-5BA39B81C553}"/>
              </a:ext>
            </a:extLst>
          </p:cNvPr>
          <p:cNvSpPr>
            <a:spLocks xmlns:a="http://schemas.openxmlformats.org/drawingml/2006/main" noGrp="1"/>
          </p:cNvSpPr>
          <p:nvPr/>
        </p:nvSpPr>
        <p:spPr>
          <a:xfrm xmlns:a="http://schemas.openxmlformats.org/drawingml/2006/main">
            <a:off x="495300" y="610552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5" name="overview-goal-name-ASR-QA-05">
            <a:extLst xmlns:a="http://schemas.openxmlformats.org/drawingml/2006/main">
              <a:ext uri="{FF2B5EF4-FFF2-40B4-BE49-F238E27FC236}">
                <a16:creationId xmlns:a16="http://schemas.microsoft.com/office/drawing/2014/main" id="{9A39E249-2325-48F7-AC3C-69EAA8EAAB22}"/>
              </a:ext>
            </a:extLst>
          </p:cNvPr>
          <p:cNvSpPr>
            <a:spLocks xmlns:a="http://schemas.openxmlformats.org/drawingml/2006/main" noGrp="1"/>
          </p:cNvSpPr>
          <p:nvPr/>
        </p:nvSpPr>
        <p:spPr>
          <a:xfrm xmlns:a="http://schemas.openxmlformats.org/drawingml/2006/main">
            <a:off x="581025" y="6153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05 VIA 변경 용이성</a:t>
            </a:r>
          </a:p>
        </p:txBody>
      </p:sp>
      <p:sp>
        <p:nvSpPr>
          <p:cNvPr id="36" name="overview-goal-target-ASR-QA-05">
            <a:extLst xmlns:a="http://schemas.openxmlformats.org/drawingml/2006/main">
              <a:ext uri="{FF2B5EF4-FFF2-40B4-BE49-F238E27FC236}">
                <a16:creationId xmlns:a16="http://schemas.microsoft.com/office/drawing/2014/main" id="{CB22923C-2C12-432C-9600-06704B1B768A}"/>
              </a:ext>
            </a:extLst>
          </p:cNvPr>
          <p:cNvSpPr>
            <a:spLocks xmlns:a="http://schemas.openxmlformats.org/drawingml/2006/main" noGrp="1"/>
          </p:cNvSpPr>
          <p:nvPr/>
        </p:nvSpPr>
        <p:spPr>
          <a:xfrm xmlns:a="http://schemas.openxmlformats.org/drawingml/2006/main">
            <a:off x="552450" y="650557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0">
                <a:solidFill>
                  <a:srgbClr val="FFFFFF"/>
                </a:solidFill>
                <a:latin typeface="Apple SD Gothic Neo"/>
                <a:ea typeface="Apple SD Gothic Neo"/>
                <a:cs typeface="Apple SD Gothic Neo"/>
              </a:defRPr>
            </a:pPr>
            <a:r>
              <a:rPr sz="1400" b="0">
                <a:solidFill>
                  <a:srgbClr val="FFFFFF"/>
                </a:solidFill>
                <a:latin typeface="Apple SD Gothic Neo"/>
                <a:ea typeface="Apple SD Gothic Neo"/>
                <a:cs typeface="Apple SD Gothic Neo"/>
              </a:rPr>
              <a:t>평균 3개 이하, 과제별 5개 이하</a:t>
            </a:r>
          </a:p>
        </p:txBody>
      </p:sp>
      <p:sp>
        <p:nvSpPr>
          <p:cNvPr id="37" name="overview-goal-6-42">
            <a:extLst xmlns:a="http://schemas.openxmlformats.org/drawingml/2006/main">
              <a:ext uri="{FF2B5EF4-FFF2-40B4-BE49-F238E27FC236}">
                <a16:creationId xmlns:a16="http://schemas.microsoft.com/office/drawing/2014/main" id="{7DAC7C8E-AC07-4FC9-B641-A62DBFB9C865}"/>
              </a:ext>
            </a:extLst>
          </p:cNvPr>
          <p:cNvSpPr>
            <a:spLocks xmlns:a="http://schemas.openxmlformats.org/drawingml/2006/main" noGrp="1"/>
          </p:cNvSpPr>
          <p:nvPr/>
        </p:nvSpPr>
        <p:spPr>
          <a:xfrm xmlns:a="http://schemas.openxmlformats.org/drawingml/2006/main">
            <a:off x="3238500" y="7353300"/>
            <a:ext cx="257175" cy="57150"/>
          </a:xfrm>
          <a:custGeom xmlns:a="http://schemas.openxmlformats.org/drawingml/2006/main">
            <a:pathLst>
              <a:path w="257175" h="57150">
                <a:moveTo>
                  <a:pt x="0" y="57150"/>
                </a:moveTo>
                <a:lnTo>
                  <a:pt x="257175" y="0"/>
                </a:lnTo>
              </a:path>
            </a:pathLst>
          </a:custGeom>
          <a:noFill xmlns:a="http://schemas.openxmlformats.org/drawingml/2006/main"/>
          <a:ln xmlns:a="http://schemas.openxmlformats.org/drawingml/2006/main" w="24765">
            <a:solidFill>
              <a:srgbClr val="2463DD"/>
            </a:solidFill>
            <a:prstDash val="solid"/>
          </a:ln>
        </p:spPr>
      </p:sp>
      <p:sp>
        <p:nvSpPr>
          <p:cNvPr id="38" name="overview-goal-ASR-QA-06">
            <a:extLst xmlns:a="http://schemas.openxmlformats.org/drawingml/2006/main">
              <a:ext uri="{FF2B5EF4-FFF2-40B4-BE49-F238E27FC236}">
                <a16:creationId xmlns:a16="http://schemas.microsoft.com/office/drawing/2014/main" id="{FB062707-8159-4FC1-B8B7-81A8266AC0ED}"/>
              </a:ext>
            </a:extLst>
          </p:cNvPr>
          <p:cNvSpPr>
            <a:spLocks xmlns:a="http://schemas.openxmlformats.org/drawingml/2006/main" noGrp="1"/>
          </p:cNvSpPr>
          <p:nvPr/>
        </p:nvSpPr>
        <p:spPr>
          <a:xfrm xmlns:a="http://schemas.openxmlformats.org/drawingml/2006/main">
            <a:off x="495300" y="702945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9" name="overview-goal-name-ASR-QA-06">
            <a:extLst xmlns:a="http://schemas.openxmlformats.org/drawingml/2006/main">
              <a:ext uri="{FF2B5EF4-FFF2-40B4-BE49-F238E27FC236}">
                <a16:creationId xmlns:a16="http://schemas.microsoft.com/office/drawing/2014/main" id="{25FDCD8E-FD7C-4D0D-A29F-3AB509674788}"/>
              </a:ext>
            </a:extLst>
          </p:cNvPr>
          <p:cNvSpPr>
            <a:spLocks xmlns:a="http://schemas.openxmlformats.org/drawingml/2006/main" noGrp="1"/>
          </p:cNvSpPr>
          <p:nvPr/>
        </p:nvSpPr>
        <p:spPr>
          <a:xfrm xmlns:a="http://schemas.openxmlformats.org/drawingml/2006/main">
            <a:off x="581025" y="70770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06 로컬 VIA 메모리 사용량</a:t>
            </a:r>
          </a:p>
        </p:txBody>
      </p:sp>
      <p:sp>
        <p:nvSpPr>
          <p:cNvPr id="40" name="overview-goal-target-ASR-QA-06">
            <a:extLst xmlns:a="http://schemas.openxmlformats.org/drawingml/2006/main">
              <a:ext uri="{FF2B5EF4-FFF2-40B4-BE49-F238E27FC236}">
                <a16:creationId xmlns:a16="http://schemas.microsoft.com/office/drawing/2014/main" id="{8DA9633C-43BB-499E-A772-A079C4BB6379}"/>
              </a:ext>
            </a:extLst>
          </p:cNvPr>
          <p:cNvSpPr>
            <a:spLocks xmlns:a="http://schemas.openxmlformats.org/drawingml/2006/main" noGrp="1"/>
          </p:cNvSpPr>
          <p:nvPr/>
        </p:nvSpPr>
        <p:spPr>
          <a:xfrm xmlns:a="http://schemas.openxmlformats.org/drawingml/2006/main">
            <a:off x="552450" y="742950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0">
                <a:solidFill>
                  <a:srgbClr val="FFFFFF"/>
                </a:solidFill>
                <a:latin typeface="Apple SD Gothic Neo"/>
                <a:ea typeface="Apple SD Gothic Neo"/>
                <a:cs typeface="Apple SD Gothic Neo"/>
              </a:defRPr>
            </a:pPr>
            <a:r>
              <a:rPr sz="1700" b="0">
                <a:solidFill>
                  <a:srgbClr val="FFFFFF"/>
                </a:solidFill>
                <a:latin typeface="Apple SD Gothic Neo"/>
                <a:ea typeface="Apple SD Gothic Neo"/>
                <a:cs typeface="Apple SD Gothic Neo"/>
              </a:rPr>
              <a:t>4,096MiB 이하 (commit)</a:t>
            </a:r>
          </a:p>
        </p:txBody>
      </p:sp>
      <p:sp>
        <p:nvSpPr>
          <p:cNvPr id="41" name="overview-swatch-41">
            <a:extLst xmlns:a="http://schemas.openxmlformats.org/drawingml/2006/main">
              <a:ext uri="{FF2B5EF4-FFF2-40B4-BE49-F238E27FC236}">
                <a16:creationId xmlns:a16="http://schemas.microsoft.com/office/drawing/2014/main" id="{4FE98749-1B01-4D16-8D0F-AC39908EE617}"/>
              </a:ext>
            </a:extLst>
          </p:cNvPr>
          <p:cNvSpPr>
            <a:spLocks xmlns:a="http://schemas.openxmlformats.org/drawingml/2006/main" noGrp="1"/>
          </p:cNvSpPr>
          <p:nvPr/>
        </p:nvSpPr>
        <p:spPr>
          <a:xfrm xmlns:a="http://schemas.openxmlformats.org/drawingml/2006/main">
            <a:off x="3276600" y="2486025"/>
            <a:ext cx="228600" cy="400050"/>
          </a:xfrm>
          <a:prstGeom xmlns:a="http://schemas.openxmlformats.org/drawingml/2006/main" prst="rect">
            <a:avLst/>
          </a:prstGeom>
          <a:solidFill xmlns:a="http://schemas.openxmlformats.org/drawingml/2006/main">
            <a:srgbClr val="E5A700"/>
          </a:solidFill>
          <a:ln xmlns:a="http://schemas.openxmlformats.org/drawingml/2006/main" w="0">
            <a:solidFill>
              <a:srgbClr val="E5A700"/>
            </a:solidFill>
            <a:prstDash val="solid"/>
          </a:ln>
        </p:spPr>
      </p:sp>
      <p:sp>
        <p:nvSpPr>
          <p:cNvPr id="42" name="overview-decision-title-41">
            <a:extLst xmlns:a="http://schemas.openxmlformats.org/drawingml/2006/main">
              <a:ext uri="{FF2B5EF4-FFF2-40B4-BE49-F238E27FC236}">
                <a16:creationId xmlns:a16="http://schemas.microsoft.com/office/drawing/2014/main" id="{8793EE45-9E91-4D78-917A-FE44C52A39E5}"/>
              </a:ext>
            </a:extLst>
          </p:cNvPr>
          <p:cNvSpPr>
            <a:spLocks xmlns:a="http://schemas.openxmlformats.org/drawingml/2006/main" noGrp="1"/>
          </p:cNvSpPr>
          <p:nvPr/>
        </p:nvSpPr>
        <p:spPr>
          <a:xfrm xmlns:a="http://schemas.openxmlformats.org/drawingml/2006/main">
            <a:off x="3714750" y="23812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141414"/>
                </a:solidFill>
                <a:latin typeface="Apple SD Gothic Neo"/>
                <a:ea typeface="Apple SD Gothic Neo"/>
                <a:cs typeface="Apple SD Gothic Neo"/>
              </a:defRPr>
            </a:pPr>
            <a:r>
              <a:rPr sz="2500" b="1">
                <a:solidFill>
                  <a:srgbClr val="141414"/>
                </a:solidFill>
                <a:latin typeface="Apple SD Gothic Neo"/>
                <a:ea typeface="Apple SD Gothic Neo"/>
                <a:cs typeface="Apple SD Gothic Neo"/>
              </a:rPr>
              <a:t>04-41. Request 해석 제어</a:t>
            </a:r>
          </a:p>
        </p:txBody>
      </p:sp>
      <p:sp>
        <p:nvSpPr>
          <p:cNvPr id="43" name="overview-decision-detail-41">
            <a:extLst xmlns:a="http://schemas.openxmlformats.org/drawingml/2006/main">
              <a:ext uri="{FF2B5EF4-FFF2-40B4-BE49-F238E27FC236}">
                <a16:creationId xmlns:a16="http://schemas.microsoft.com/office/drawing/2014/main" id="{8F0BF26E-F29A-4D5A-B4E2-1D6FF876EE05}"/>
              </a:ext>
            </a:extLst>
          </p:cNvPr>
          <p:cNvSpPr>
            <a:spLocks xmlns:a="http://schemas.openxmlformats.org/drawingml/2006/main" noGrp="1"/>
          </p:cNvSpPr>
          <p:nvPr/>
        </p:nvSpPr>
        <p:spPr>
          <a:xfrm xmlns:a="http://schemas.openxmlformats.org/drawingml/2006/main">
            <a:off x="3714750" y="287655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05760"/>
                </a:solidFill>
                <a:latin typeface="Apple SD Gothic Neo"/>
                <a:ea typeface="Apple SD Gothic Neo"/>
                <a:cs typeface="Apple SD Gothic Neo"/>
              </a:defRPr>
            </a:pPr>
            <a:r>
              <a:rPr sz="2000" b="0">
                <a:solidFill>
                  <a:srgbClr val="505760"/>
                </a:solidFill>
                <a:latin typeface="Apple SD Gothic Neo"/>
                <a:ea typeface="Apple SD Gothic Neo"/>
                <a:cs typeface="Apple SD Gothic Neo"/>
              </a:rPr>
              <a:t>조회와 의미 완성의 진행 책임</a:t>
            </a:r>
          </a:p>
        </p:txBody>
      </p:sp>
      <p:sp>
        <p:nvSpPr>
          <p:cNvPr id="44" name="overview-swatch-44">
            <a:extLst xmlns:a="http://schemas.openxmlformats.org/drawingml/2006/main">
              <a:ext uri="{FF2B5EF4-FFF2-40B4-BE49-F238E27FC236}">
                <a16:creationId xmlns:a16="http://schemas.microsoft.com/office/drawing/2014/main" id="{396106B6-E4BB-48FB-A36B-16A5D0EDE0EA}"/>
              </a:ext>
            </a:extLst>
          </p:cNvPr>
          <p:cNvSpPr>
            <a:spLocks xmlns:a="http://schemas.openxmlformats.org/drawingml/2006/main" noGrp="1"/>
          </p:cNvSpPr>
          <p:nvPr/>
        </p:nvSpPr>
        <p:spPr>
          <a:xfrm xmlns:a="http://schemas.openxmlformats.org/drawingml/2006/main">
            <a:off x="3276600" y="4105275"/>
            <a:ext cx="228600" cy="400050"/>
          </a:xfrm>
          <a:prstGeom xmlns:a="http://schemas.openxmlformats.org/drawingml/2006/main" prst="rect">
            <a:avLst/>
          </a:prstGeom>
          <a:solidFill xmlns:a="http://schemas.openxmlformats.org/drawingml/2006/main">
            <a:srgbClr val="00A65A"/>
          </a:solidFill>
          <a:ln xmlns:a="http://schemas.openxmlformats.org/drawingml/2006/main" w="0">
            <a:solidFill>
              <a:srgbClr val="00A65A"/>
            </a:solidFill>
            <a:prstDash val="solid"/>
          </a:ln>
        </p:spPr>
      </p:sp>
      <p:sp>
        <p:nvSpPr>
          <p:cNvPr id="45" name="overview-decision-title-44">
            <a:extLst xmlns:a="http://schemas.openxmlformats.org/drawingml/2006/main">
              <a:ext uri="{FF2B5EF4-FFF2-40B4-BE49-F238E27FC236}">
                <a16:creationId xmlns:a16="http://schemas.microsoft.com/office/drawing/2014/main" id="{D8ADDD93-DD7E-4DE8-A135-B1840395FD00}"/>
              </a:ext>
            </a:extLst>
          </p:cNvPr>
          <p:cNvSpPr>
            <a:spLocks xmlns:a="http://schemas.openxmlformats.org/drawingml/2006/main" noGrp="1"/>
          </p:cNvSpPr>
          <p:nvPr/>
        </p:nvSpPr>
        <p:spPr>
          <a:xfrm xmlns:a="http://schemas.openxmlformats.org/drawingml/2006/main">
            <a:off x="3714750" y="400050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141414"/>
                </a:solidFill>
                <a:latin typeface="Apple SD Gothic Neo"/>
                <a:ea typeface="Apple SD Gothic Neo"/>
                <a:cs typeface="Apple SD Gothic Neo"/>
              </a:defRPr>
            </a:pPr>
            <a:r>
              <a:rPr sz="2500" b="1">
                <a:solidFill>
                  <a:srgbClr val="141414"/>
                </a:solidFill>
                <a:latin typeface="Apple SD Gothic Neo"/>
                <a:ea typeface="Apple SD Gothic Neo"/>
                <a:cs typeface="Apple SD Gothic Neo"/>
              </a:rPr>
              <a:t>04-44. 지속 대화 실행</a:t>
            </a:r>
          </a:p>
        </p:txBody>
      </p:sp>
      <p:sp>
        <p:nvSpPr>
          <p:cNvPr id="46" name="overview-decision-detail-44">
            <a:extLst xmlns:a="http://schemas.openxmlformats.org/drawingml/2006/main">
              <a:ext uri="{FF2B5EF4-FFF2-40B4-BE49-F238E27FC236}">
                <a16:creationId xmlns:a16="http://schemas.microsoft.com/office/drawing/2014/main" id="{A4BF74CB-1700-46F4-BD48-A33A11BFC304}"/>
              </a:ext>
            </a:extLst>
          </p:cNvPr>
          <p:cNvSpPr>
            <a:spLocks xmlns:a="http://schemas.openxmlformats.org/drawingml/2006/main" noGrp="1"/>
          </p:cNvSpPr>
          <p:nvPr/>
        </p:nvSpPr>
        <p:spPr>
          <a:xfrm xmlns:a="http://schemas.openxmlformats.org/drawingml/2006/main">
            <a:off x="3714750" y="449580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05760"/>
                </a:solidFill>
                <a:latin typeface="Apple SD Gothic Neo"/>
                <a:ea typeface="Apple SD Gothic Neo"/>
                <a:cs typeface="Apple SD Gothic Neo"/>
              </a:defRPr>
            </a:pPr>
            <a:r>
              <a:rPr sz="2000" b="0">
                <a:solidFill>
                  <a:srgbClr val="505760"/>
                </a:solidFill>
                <a:latin typeface="Apple SD Gothic Neo"/>
                <a:ea typeface="Apple SD Gothic Neo"/>
                <a:cs typeface="Apple SD Gothic Neo"/>
              </a:rPr>
              <a:t>입력과 질문 및 결과의 후속 실행</a:t>
            </a:r>
          </a:p>
        </p:txBody>
      </p:sp>
      <p:sp>
        <p:nvSpPr>
          <p:cNvPr id="47" name="overview-swatch-45">
            <a:extLst xmlns:a="http://schemas.openxmlformats.org/drawingml/2006/main">
              <a:ext uri="{FF2B5EF4-FFF2-40B4-BE49-F238E27FC236}">
                <a16:creationId xmlns:a16="http://schemas.microsoft.com/office/drawing/2014/main" id="{7631732F-1137-4649-9478-389F0E363914}"/>
              </a:ext>
            </a:extLst>
          </p:cNvPr>
          <p:cNvSpPr>
            <a:spLocks xmlns:a="http://schemas.openxmlformats.org/drawingml/2006/main" noGrp="1"/>
          </p:cNvSpPr>
          <p:nvPr/>
        </p:nvSpPr>
        <p:spPr>
          <a:xfrm xmlns:a="http://schemas.openxmlformats.org/drawingml/2006/main">
            <a:off x="3276600" y="5724525"/>
            <a:ext cx="228600" cy="400050"/>
          </a:xfrm>
          <a:prstGeom xmlns:a="http://schemas.openxmlformats.org/drawingml/2006/main" prst="rect">
            <a:avLst/>
          </a:prstGeom>
          <a:solidFill xmlns:a="http://schemas.openxmlformats.org/drawingml/2006/main">
            <a:srgbClr val="8D49B8"/>
          </a:solidFill>
          <a:ln xmlns:a="http://schemas.openxmlformats.org/drawingml/2006/main" w="0">
            <a:solidFill>
              <a:srgbClr val="8D49B8"/>
            </a:solidFill>
            <a:prstDash val="solid"/>
          </a:ln>
        </p:spPr>
      </p:sp>
      <p:sp>
        <p:nvSpPr>
          <p:cNvPr id="48" name="overview-decision-title-45">
            <a:extLst xmlns:a="http://schemas.openxmlformats.org/drawingml/2006/main">
              <a:ext uri="{FF2B5EF4-FFF2-40B4-BE49-F238E27FC236}">
                <a16:creationId xmlns:a16="http://schemas.microsoft.com/office/drawing/2014/main" id="{E52F407F-FDC8-4EFC-A9D2-E53C5F03CC76}"/>
              </a:ext>
            </a:extLst>
          </p:cNvPr>
          <p:cNvSpPr>
            <a:spLocks xmlns:a="http://schemas.openxmlformats.org/drawingml/2006/main" noGrp="1"/>
          </p:cNvSpPr>
          <p:nvPr/>
        </p:nvSpPr>
        <p:spPr>
          <a:xfrm xmlns:a="http://schemas.openxmlformats.org/drawingml/2006/main">
            <a:off x="3714750" y="56197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141414"/>
                </a:solidFill>
                <a:latin typeface="Apple SD Gothic Neo"/>
                <a:ea typeface="Apple SD Gothic Neo"/>
                <a:cs typeface="Apple SD Gothic Neo"/>
              </a:defRPr>
            </a:pPr>
            <a:r>
              <a:rPr sz="2500" b="1">
                <a:solidFill>
                  <a:srgbClr val="141414"/>
                </a:solidFill>
                <a:latin typeface="Apple SD Gothic Neo"/>
                <a:ea typeface="Apple SD Gothic Neo"/>
                <a:cs typeface="Apple SD Gothic Neo"/>
              </a:rPr>
              <a:t>04-45. 기억과 Context</a:t>
            </a:r>
          </a:p>
        </p:txBody>
      </p:sp>
      <p:sp>
        <p:nvSpPr>
          <p:cNvPr id="49" name="overview-decision-detail-45">
            <a:extLst xmlns:a="http://schemas.openxmlformats.org/drawingml/2006/main">
              <a:ext uri="{FF2B5EF4-FFF2-40B4-BE49-F238E27FC236}">
                <a16:creationId xmlns:a16="http://schemas.microsoft.com/office/drawing/2014/main" id="{6DB70456-EF81-48E7-A9F0-F58A943556D5}"/>
              </a:ext>
            </a:extLst>
          </p:cNvPr>
          <p:cNvSpPr>
            <a:spLocks xmlns:a="http://schemas.openxmlformats.org/drawingml/2006/main" noGrp="1"/>
          </p:cNvSpPr>
          <p:nvPr/>
        </p:nvSpPr>
        <p:spPr>
          <a:xfrm xmlns:a="http://schemas.openxmlformats.org/drawingml/2006/main">
            <a:off x="3714750" y="611505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05760"/>
                </a:solidFill>
                <a:latin typeface="Apple SD Gothic Neo"/>
                <a:ea typeface="Apple SD Gothic Neo"/>
                <a:cs typeface="Apple SD Gothic Neo"/>
              </a:defRPr>
            </a:pPr>
            <a:r>
              <a:rPr sz="2000" b="0">
                <a:solidFill>
                  <a:srgbClr val="505760"/>
                </a:solidFill>
                <a:latin typeface="Apple SD Gothic Neo"/>
                <a:ea typeface="Apple SD Gothic Neo"/>
                <a:cs typeface="Apple SD Gothic Neo"/>
              </a:rPr>
              <a:t>과거 근거의 구성 및 공통 기억 제공</a:t>
            </a:r>
          </a:p>
        </p:txBody>
      </p:sp>
      <p:sp>
        <p:nvSpPr>
          <p:cNvPr id="50" name="overview-swatch-42">
            <a:extLst xmlns:a="http://schemas.openxmlformats.org/drawingml/2006/main">
              <a:ext uri="{FF2B5EF4-FFF2-40B4-BE49-F238E27FC236}">
                <a16:creationId xmlns:a16="http://schemas.microsoft.com/office/drawing/2014/main" id="{D9B0A4C1-2205-4E7E-9E07-3F1217E974EE}"/>
              </a:ext>
            </a:extLst>
          </p:cNvPr>
          <p:cNvSpPr>
            <a:spLocks xmlns:a="http://schemas.openxmlformats.org/drawingml/2006/main" noGrp="1"/>
          </p:cNvSpPr>
          <p:nvPr/>
        </p:nvSpPr>
        <p:spPr>
          <a:xfrm xmlns:a="http://schemas.openxmlformats.org/drawingml/2006/main">
            <a:off x="3276600" y="7153275"/>
            <a:ext cx="228600" cy="400050"/>
          </a:xfrm>
          <a:prstGeom xmlns:a="http://schemas.openxmlformats.org/drawingml/2006/main" prst="rect">
            <a:avLst/>
          </a:prstGeom>
          <a:solidFill xmlns:a="http://schemas.openxmlformats.org/drawingml/2006/main">
            <a:srgbClr val="2463DD"/>
          </a:solidFill>
          <a:ln xmlns:a="http://schemas.openxmlformats.org/drawingml/2006/main" w="0">
            <a:solidFill>
              <a:srgbClr val="2463DD"/>
            </a:solidFill>
            <a:prstDash val="solid"/>
          </a:ln>
        </p:spPr>
      </p:sp>
      <p:sp>
        <p:nvSpPr>
          <p:cNvPr id="51" name="overview-decision-title-42">
            <a:extLst xmlns:a="http://schemas.openxmlformats.org/drawingml/2006/main">
              <a:ext uri="{FF2B5EF4-FFF2-40B4-BE49-F238E27FC236}">
                <a16:creationId xmlns:a16="http://schemas.microsoft.com/office/drawing/2014/main" id="{58124065-1888-4363-BE35-0F6260A72F08}"/>
              </a:ext>
            </a:extLst>
          </p:cNvPr>
          <p:cNvSpPr>
            <a:spLocks xmlns:a="http://schemas.openxmlformats.org/drawingml/2006/main" noGrp="1"/>
          </p:cNvSpPr>
          <p:nvPr/>
        </p:nvSpPr>
        <p:spPr>
          <a:xfrm xmlns:a="http://schemas.openxmlformats.org/drawingml/2006/main">
            <a:off x="3714750" y="704850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1">
                <a:solidFill>
                  <a:srgbClr val="141414"/>
                </a:solidFill>
                <a:latin typeface="Apple SD Gothic Neo"/>
                <a:ea typeface="Apple SD Gothic Neo"/>
                <a:cs typeface="Apple SD Gothic Neo"/>
              </a:defRPr>
            </a:pPr>
            <a:r>
              <a:rPr sz="2200" b="1">
                <a:solidFill>
                  <a:srgbClr val="141414"/>
                </a:solidFill>
                <a:latin typeface="Apple SD Gothic Neo"/>
                <a:ea typeface="Apple SD Gothic Neo"/>
                <a:cs typeface="Apple SD Gothic Neo"/>
              </a:rPr>
              <a:t>04-42. Conversation과 Task 관리</a:t>
            </a:r>
          </a:p>
        </p:txBody>
      </p:sp>
      <p:sp>
        <p:nvSpPr>
          <p:cNvPr id="52" name="overview-decision-detail-42">
            <a:extLst xmlns:a="http://schemas.openxmlformats.org/drawingml/2006/main">
              <a:ext uri="{FF2B5EF4-FFF2-40B4-BE49-F238E27FC236}">
                <a16:creationId xmlns:a16="http://schemas.microsoft.com/office/drawing/2014/main" id="{466D25E9-1831-40FB-80F8-1D449E64168E}"/>
              </a:ext>
            </a:extLst>
          </p:cNvPr>
          <p:cNvSpPr>
            <a:spLocks xmlns:a="http://schemas.openxmlformats.org/drawingml/2006/main" noGrp="1"/>
          </p:cNvSpPr>
          <p:nvPr/>
        </p:nvSpPr>
        <p:spPr>
          <a:xfrm xmlns:a="http://schemas.openxmlformats.org/drawingml/2006/main">
            <a:off x="3714750" y="754380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05760"/>
                </a:solidFill>
                <a:latin typeface="Apple SD Gothic Neo"/>
                <a:ea typeface="Apple SD Gothic Neo"/>
                <a:cs typeface="Apple SD Gothic Neo"/>
              </a:defRPr>
            </a:pPr>
            <a:r>
              <a:rPr sz="2000" b="0">
                <a:solidFill>
                  <a:srgbClr val="505760"/>
                </a:solidFill>
                <a:latin typeface="Apple SD Gothic Neo"/>
                <a:ea typeface="Apple SD Gothic Neo"/>
                <a:cs typeface="Apple SD Gothic Neo"/>
              </a:rPr>
              <a:t>상태 소유와 실행 수명의 분리 방식</a:t>
            </a:r>
          </a:p>
        </p:txBody>
      </p:sp>
      <p:sp>
        <p:nvSpPr>
          <p:cNvPr id="53" name="overview-VIA-boundary">
            <a:extLst xmlns:a="http://schemas.openxmlformats.org/drawingml/2006/main">
              <a:ext uri="{FF2B5EF4-FFF2-40B4-BE49-F238E27FC236}">
                <a16:creationId xmlns:a16="http://schemas.microsoft.com/office/drawing/2014/main" id="{0667F901-341B-44E1-B622-EDA03A2B690A}"/>
              </a:ext>
            </a:extLst>
          </p:cNvPr>
          <p:cNvSpPr>
            <a:spLocks xmlns:a="http://schemas.openxmlformats.org/drawingml/2006/main" noGrp="1"/>
          </p:cNvSpPr>
          <p:nvPr/>
        </p:nvSpPr>
        <p:spPr>
          <a:xfrm xmlns:a="http://schemas.openxmlformats.org/drawingml/2006/main">
            <a:off x="8439150" y="1285875"/>
            <a:ext cx="9372600" cy="732472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54" name="overview-VIA-label">
            <a:extLst xmlns:a="http://schemas.openxmlformats.org/drawingml/2006/main">
              <a:ext uri="{FF2B5EF4-FFF2-40B4-BE49-F238E27FC236}">
                <a16:creationId xmlns:a16="http://schemas.microsoft.com/office/drawing/2014/main" id="{D4B1B01E-411B-48FB-B131-F0A731EA7F93}"/>
              </a:ext>
            </a:extLst>
          </p:cNvPr>
          <p:cNvSpPr>
            <a:spLocks xmlns:a="http://schemas.openxmlformats.org/drawingml/2006/main" noGrp="1"/>
          </p:cNvSpPr>
          <p:nvPr/>
        </p:nvSpPr>
        <p:spPr>
          <a:xfrm xmlns:a="http://schemas.openxmlformats.org/drawingml/2006/main">
            <a:off x="8658225" y="1381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141414"/>
                </a:solidFill>
                <a:latin typeface="Apple SD Gothic Neo"/>
                <a:ea typeface="Apple SD Gothic Neo"/>
                <a:cs typeface="Apple SD Gothic Neo"/>
              </a:defRPr>
            </a:pPr>
            <a:r>
              <a:rPr sz="2600" b="0">
                <a:solidFill>
                  <a:srgbClr val="141414"/>
                </a:solidFill>
                <a:latin typeface="Apple SD Gothic Neo"/>
                <a:ea typeface="Apple SD Gothic Neo"/>
                <a:cs typeface="Apple SD Gothic Neo"/>
              </a:rPr>
              <a:t>VIA</a:t>
            </a:r>
          </a:p>
        </p:txBody>
      </p:sp>
      <p:sp>
        <p:nvSpPr>
          <p:cNvPr id="55" name="overview-Interaction">
            <a:extLst xmlns:a="http://schemas.openxmlformats.org/drawingml/2006/main">
              <a:ext uri="{FF2B5EF4-FFF2-40B4-BE49-F238E27FC236}">
                <a16:creationId xmlns:a16="http://schemas.microsoft.com/office/drawing/2014/main" id="{05444503-736C-4A46-88AE-BAF5E3E47471}"/>
              </a:ext>
            </a:extLst>
          </p:cNvPr>
          <p:cNvSpPr>
            <a:spLocks xmlns:a="http://schemas.openxmlformats.org/drawingml/2006/main" noGrp="1"/>
          </p:cNvSpPr>
          <p:nvPr/>
        </p:nvSpPr>
        <p:spPr>
          <a:xfrm xmlns:a="http://schemas.openxmlformats.org/drawingml/2006/main">
            <a:off x="8620125" y="1857375"/>
            <a:ext cx="9001125" cy="138112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56" name="overview-Interaction-label">
            <a:extLst xmlns:a="http://schemas.openxmlformats.org/drawingml/2006/main">
              <a:ext uri="{FF2B5EF4-FFF2-40B4-BE49-F238E27FC236}">
                <a16:creationId xmlns:a16="http://schemas.microsoft.com/office/drawing/2014/main" id="{B4C83EED-8672-4B9F-99C8-3C29E33D4909}"/>
              </a:ext>
            </a:extLst>
          </p:cNvPr>
          <p:cNvSpPr>
            <a:spLocks xmlns:a="http://schemas.openxmlformats.org/drawingml/2006/main" noGrp="1"/>
          </p:cNvSpPr>
          <p:nvPr/>
        </p:nvSpPr>
        <p:spPr>
          <a:xfrm xmlns:a="http://schemas.openxmlformats.org/drawingml/2006/main">
            <a:off x="8801100" y="18859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141414"/>
                </a:solidFill>
                <a:latin typeface="Apple SD Gothic Neo"/>
                <a:ea typeface="Apple SD Gothic Neo"/>
                <a:cs typeface="Apple SD Gothic Neo"/>
              </a:defRPr>
            </a:pPr>
            <a:r>
              <a:rPr sz="2200" b="0">
                <a:solidFill>
                  <a:srgbClr val="141414"/>
                </a:solidFill>
                <a:latin typeface="Apple SD Gothic Neo"/>
                <a:ea typeface="Apple SD Gothic Neo"/>
                <a:cs typeface="Apple SD Gothic Neo"/>
              </a:rPr>
              <a:t>Interaction</a:t>
            </a:r>
          </a:p>
        </p:txBody>
      </p:sp>
      <p:sp>
        <p:nvSpPr>
          <p:cNvPr id="57" name="overview-component-Interaction Manager">
            <a:extLst xmlns:a="http://schemas.openxmlformats.org/drawingml/2006/main">
              <a:ext uri="{FF2B5EF4-FFF2-40B4-BE49-F238E27FC236}">
                <a16:creationId xmlns:a16="http://schemas.microsoft.com/office/drawing/2014/main" id="{B311954B-3254-4B9A-B492-21E04BEA0852}"/>
              </a:ext>
            </a:extLst>
          </p:cNvPr>
          <p:cNvSpPr>
            <a:spLocks xmlns:a="http://schemas.openxmlformats.org/drawingml/2006/main" noGrp="1"/>
          </p:cNvSpPr>
          <p:nvPr/>
        </p:nvSpPr>
        <p:spPr>
          <a:xfrm xmlns:a="http://schemas.openxmlformats.org/drawingml/2006/main">
            <a:off x="8915400" y="2400300"/>
            <a:ext cx="4105275" cy="5334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58" name="overview-name-Interaction Manager">
            <a:extLst xmlns:a="http://schemas.openxmlformats.org/drawingml/2006/main">
              <a:ext uri="{FF2B5EF4-FFF2-40B4-BE49-F238E27FC236}">
                <a16:creationId xmlns:a16="http://schemas.microsoft.com/office/drawing/2014/main" id="{C9EDC35C-F628-4FF9-BF4D-8AD712C66390}"/>
              </a:ext>
            </a:extLst>
          </p:cNvPr>
          <p:cNvSpPr>
            <a:spLocks xmlns:a="http://schemas.openxmlformats.org/drawingml/2006/main" noGrp="1"/>
          </p:cNvSpPr>
          <p:nvPr/>
        </p:nvSpPr>
        <p:spPr>
          <a:xfrm xmlns:a="http://schemas.openxmlformats.org/drawingml/2006/main">
            <a:off x="8982075" y="2400300"/>
            <a:ext cx="39719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Interaction Manager</a:t>
            </a:r>
          </a:p>
        </p:txBody>
      </p:sp>
      <p:sp>
        <p:nvSpPr>
          <p:cNvPr id="59" name="overview-component-Response Manager">
            <a:extLst xmlns:a="http://schemas.openxmlformats.org/drawingml/2006/main">
              <a:ext uri="{FF2B5EF4-FFF2-40B4-BE49-F238E27FC236}">
                <a16:creationId xmlns:a16="http://schemas.microsoft.com/office/drawing/2014/main" id="{7452EC8B-254E-4254-94E5-6DC88F7E64B3}"/>
              </a:ext>
            </a:extLst>
          </p:cNvPr>
          <p:cNvSpPr>
            <a:spLocks xmlns:a="http://schemas.openxmlformats.org/drawingml/2006/main" noGrp="1"/>
          </p:cNvSpPr>
          <p:nvPr/>
        </p:nvSpPr>
        <p:spPr>
          <a:xfrm xmlns:a="http://schemas.openxmlformats.org/drawingml/2006/main">
            <a:off x="13296900" y="2400300"/>
            <a:ext cx="4105275" cy="5334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0" name="overview-name-Response Manager">
            <a:extLst xmlns:a="http://schemas.openxmlformats.org/drawingml/2006/main">
              <a:ext uri="{FF2B5EF4-FFF2-40B4-BE49-F238E27FC236}">
                <a16:creationId xmlns:a16="http://schemas.microsoft.com/office/drawing/2014/main" id="{A7068843-721B-4A60-AD45-332B9611AF67}"/>
              </a:ext>
            </a:extLst>
          </p:cNvPr>
          <p:cNvSpPr>
            <a:spLocks xmlns:a="http://schemas.openxmlformats.org/drawingml/2006/main" noGrp="1"/>
          </p:cNvSpPr>
          <p:nvPr/>
        </p:nvSpPr>
        <p:spPr>
          <a:xfrm xmlns:a="http://schemas.openxmlformats.org/drawingml/2006/main">
            <a:off x="13363575" y="2400300"/>
            <a:ext cx="39719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Response Manager</a:t>
            </a:r>
          </a:p>
        </p:txBody>
      </p:sp>
      <p:sp>
        <p:nvSpPr>
          <p:cNvPr id="61" name="overview-Orchestration">
            <a:extLst xmlns:a="http://schemas.openxmlformats.org/drawingml/2006/main">
              <a:ext uri="{FF2B5EF4-FFF2-40B4-BE49-F238E27FC236}">
                <a16:creationId xmlns:a16="http://schemas.microsoft.com/office/drawing/2014/main" id="{AEBA02E5-2698-46DB-93E7-C9282787FD6E}"/>
              </a:ext>
            </a:extLst>
          </p:cNvPr>
          <p:cNvSpPr>
            <a:spLocks xmlns:a="http://schemas.openxmlformats.org/drawingml/2006/main" noGrp="1"/>
          </p:cNvSpPr>
          <p:nvPr/>
        </p:nvSpPr>
        <p:spPr>
          <a:xfrm xmlns:a="http://schemas.openxmlformats.org/drawingml/2006/main">
            <a:off x="8620125" y="3371850"/>
            <a:ext cx="9001125" cy="3486150"/>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62" name="overview-Orchestration-label">
            <a:extLst xmlns:a="http://schemas.openxmlformats.org/drawingml/2006/main">
              <a:ext uri="{FF2B5EF4-FFF2-40B4-BE49-F238E27FC236}">
                <a16:creationId xmlns:a16="http://schemas.microsoft.com/office/drawing/2014/main" id="{F7FA0B2B-F1C8-4AB6-AA80-D94EFD0B90C5}"/>
              </a:ext>
            </a:extLst>
          </p:cNvPr>
          <p:cNvSpPr>
            <a:spLocks xmlns:a="http://schemas.openxmlformats.org/drawingml/2006/main" noGrp="1"/>
          </p:cNvSpPr>
          <p:nvPr/>
        </p:nvSpPr>
        <p:spPr>
          <a:xfrm xmlns:a="http://schemas.openxmlformats.org/drawingml/2006/main">
            <a:off x="8801100" y="3400425"/>
            <a:ext cx="233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141414"/>
                </a:solidFill>
                <a:latin typeface="Apple SD Gothic Neo"/>
                <a:ea typeface="Apple SD Gothic Neo"/>
                <a:cs typeface="Apple SD Gothic Neo"/>
              </a:defRPr>
            </a:pPr>
            <a:r>
              <a:rPr sz="2200" b="0">
                <a:solidFill>
                  <a:srgbClr val="141414"/>
                </a:solidFill>
                <a:latin typeface="Apple SD Gothic Neo"/>
                <a:ea typeface="Apple SD Gothic Neo"/>
                <a:cs typeface="Apple SD Gothic Neo"/>
              </a:rPr>
              <a:t>Orchestration</a:t>
            </a:r>
          </a:p>
        </p:txBody>
      </p:sp>
      <p:sp>
        <p:nvSpPr>
          <p:cNvPr id="63" name="overview-component-Request Controller">
            <a:extLst xmlns:a="http://schemas.openxmlformats.org/drawingml/2006/main">
              <a:ext uri="{FF2B5EF4-FFF2-40B4-BE49-F238E27FC236}">
                <a16:creationId xmlns:a16="http://schemas.microsoft.com/office/drawing/2014/main" id="{DF4BE49B-E898-4802-91C1-CDCB6CCF8989}"/>
              </a:ext>
            </a:extLst>
          </p:cNvPr>
          <p:cNvSpPr>
            <a:spLocks xmlns:a="http://schemas.openxmlformats.org/drawingml/2006/main" noGrp="1"/>
          </p:cNvSpPr>
          <p:nvPr/>
        </p:nvSpPr>
        <p:spPr>
          <a:xfrm xmlns:a="http://schemas.openxmlformats.org/drawingml/2006/main">
            <a:off x="8915400" y="407670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4" name="overview-name-Request Controller">
            <a:extLst xmlns:a="http://schemas.openxmlformats.org/drawingml/2006/main">
              <a:ext uri="{FF2B5EF4-FFF2-40B4-BE49-F238E27FC236}">
                <a16:creationId xmlns:a16="http://schemas.microsoft.com/office/drawing/2014/main" id="{0BD89C5D-2909-4652-9B57-929FAEE069A2}"/>
              </a:ext>
            </a:extLst>
          </p:cNvPr>
          <p:cNvSpPr>
            <a:spLocks xmlns:a="http://schemas.openxmlformats.org/drawingml/2006/main" noGrp="1"/>
          </p:cNvSpPr>
          <p:nvPr/>
        </p:nvSpPr>
        <p:spPr>
          <a:xfrm xmlns:a="http://schemas.openxmlformats.org/drawingml/2006/main">
            <a:off x="8982075" y="407670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Controller</a:t>
            </a:r>
          </a:p>
        </p:txBody>
      </p:sp>
      <p:sp>
        <p:nvSpPr>
          <p:cNvPr id="65" name="overview-component-Request Interpreter">
            <a:extLst xmlns:a="http://schemas.openxmlformats.org/drawingml/2006/main">
              <a:ext uri="{FF2B5EF4-FFF2-40B4-BE49-F238E27FC236}">
                <a16:creationId xmlns:a16="http://schemas.microsoft.com/office/drawing/2014/main" id="{29E90C18-0D26-48D1-B96C-57CFD1F364AF}"/>
              </a:ext>
            </a:extLst>
          </p:cNvPr>
          <p:cNvSpPr>
            <a:spLocks xmlns:a="http://schemas.openxmlformats.org/drawingml/2006/main" noGrp="1"/>
          </p:cNvSpPr>
          <p:nvPr/>
        </p:nvSpPr>
        <p:spPr>
          <a:xfrm xmlns:a="http://schemas.openxmlformats.org/drawingml/2006/main">
            <a:off x="13296900" y="407670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6" name="overview-name-Request Interpreter">
            <a:extLst xmlns:a="http://schemas.openxmlformats.org/drawingml/2006/main">
              <a:ext uri="{FF2B5EF4-FFF2-40B4-BE49-F238E27FC236}">
                <a16:creationId xmlns:a16="http://schemas.microsoft.com/office/drawing/2014/main" id="{C7DE6FB3-F4ED-4273-A692-B5D4E85938E1}"/>
              </a:ext>
            </a:extLst>
          </p:cNvPr>
          <p:cNvSpPr>
            <a:spLocks xmlns:a="http://schemas.openxmlformats.org/drawingml/2006/main" noGrp="1"/>
          </p:cNvSpPr>
          <p:nvPr/>
        </p:nvSpPr>
        <p:spPr>
          <a:xfrm xmlns:a="http://schemas.openxmlformats.org/drawingml/2006/main">
            <a:off x="13363575" y="407670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Interpreter</a:t>
            </a:r>
          </a:p>
        </p:txBody>
      </p:sp>
      <p:sp>
        <p:nvSpPr>
          <p:cNvPr id="67" name="overview-component-Context Manager">
            <a:extLst xmlns:a="http://schemas.openxmlformats.org/drawingml/2006/main">
              <a:ext uri="{FF2B5EF4-FFF2-40B4-BE49-F238E27FC236}">
                <a16:creationId xmlns:a16="http://schemas.microsoft.com/office/drawing/2014/main" id="{CC588BA3-0092-4123-BD68-119001462853}"/>
              </a:ext>
            </a:extLst>
          </p:cNvPr>
          <p:cNvSpPr>
            <a:spLocks xmlns:a="http://schemas.openxmlformats.org/drawingml/2006/main" noGrp="1"/>
          </p:cNvSpPr>
          <p:nvPr/>
        </p:nvSpPr>
        <p:spPr>
          <a:xfrm xmlns:a="http://schemas.openxmlformats.org/drawingml/2006/main">
            <a:off x="8915400" y="4981575"/>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8" name="overview-name-Context Manager">
            <a:extLst xmlns:a="http://schemas.openxmlformats.org/drawingml/2006/main">
              <a:ext uri="{FF2B5EF4-FFF2-40B4-BE49-F238E27FC236}">
                <a16:creationId xmlns:a16="http://schemas.microsoft.com/office/drawing/2014/main" id="{5DDCC5D7-62AD-43D5-A518-69A59D4BF05C}"/>
              </a:ext>
            </a:extLst>
          </p:cNvPr>
          <p:cNvSpPr>
            <a:spLocks xmlns:a="http://schemas.openxmlformats.org/drawingml/2006/main" noGrp="1"/>
          </p:cNvSpPr>
          <p:nvPr/>
        </p:nvSpPr>
        <p:spPr>
          <a:xfrm xmlns:a="http://schemas.openxmlformats.org/drawingml/2006/main">
            <a:off x="8982075" y="4981575"/>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Context Manager</a:t>
            </a:r>
          </a:p>
        </p:txBody>
      </p:sp>
      <p:sp>
        <p:nvSpPr>
          <p:cNvPr id="69" name="overview-component-Policy Manager">
            <a:extLst xmlns:a="http://schemas.openxmlformats.org/drawingml/2006/main">
              <a:ext uri="{FF2B5EF4-FFF2-40B4-BE49-F238E27FC236}">
                <a16:creationId xmlns:a16="http://schemas.microsoft.com/office/drawing/2014/main" id="{B3071E9C-F3B5-4F3F-AC3C-BE3E74A2379B}"/>
              </a:ext>
            </a:extLst>
          </p:cNvPr>
          <p:cNvSpPr>
            <a:spLocks xmlns:a="http://schemas.openxmlformats.org/drawingml/2006/main" noGrp="1"/>
          </p:cNvSpPr>
          <p:nvPr/>
        </p:nvSpPr>
        <p:spPr>
          <a:xfrm xmlns:a="http://schemas.openxmlformats.org/drawingml/2006/main">
            <a:off x="13296900" y="4981575"/>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0" name="overview-name-Policy Manager">
            <a:extLst xmlns:a="http://schemas.openxmlformats.org/drawingml/2006/main">
              <a:ext uri="{FF2B5EF4-FFF2-40B4-BE49-F238E27FC236}">
                <a16:creationId xmlns:a16="http://schemas.microsoft.com/office/drawing/2014/main" id="{4C489507-5C88-47E3-B463-24C64B16F6E8}"/>
              </a:ext>
            </a:extLst>
          </p:cNvPr>
          <p:cNvSpPr>
            <a:spLocks xmlns:a="http://schemas.openxmlformats.org/drawingml/2006/main" noGrp="1"/>
          </p:cNvSpPr>
          <p:nvPr/>
        </p:nvSpPr>
        <p:spPr>
          <a:xfrm xmlns:a="http://schemas.openxmlformats.org/drawingml/2006/main">
            <a:off x="13363575" y="4981575"/>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Policy Manager</a:t>
            </a:r>
          </a:p>
        </p:txBody>
      </p:sp>
      <p:sp>
        <p:nvSpPr>
          <p:cNvPr id="71" name="overview-component-Task Manager">
            <a:extLst xmlns:a="http://schemas.openxmlformats.org/drawingml/2006/main">
              <a:ext uri="{FF2B5EF4-FFF2-40B4-BE49-F238E27FC236}">
                <a16:creationId xmlns:a16="http://schemas.microsoft.com/office/drawing/2014/main" id="{05DADF7B-2DA2-4E57-AAA1-8107E13776E1}"/>
              </a:ext>
            </a:extLst>
          </p:cNvPr>
          <p:cNvSpPr>
            <a:spLocks xmlns:a="http://schemas.openxmlformats.org/drawingml/2006/main" noGrp="1"/>
          </p:cNvSpPr>
          <p:nvPr/>
        </p:nvSpPr>
        <p:spPr>
          <a:xfrm xmlns:a="http://schemas.openxmlformats.org/drawingml/2006/main">
            <a:off x="8915400" y="588645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2" name="overview-name-Task Manager">
            <a:extLst xmlns:a="http://schemas.openxmlformats.org/drawingml/2006/main">
              <a:ext uri="{FF2B5EF4-FFF2-40B4-BE49-F238E27FC236}">
                <a16:creationId xmlns:a16="http://schemas.microsoft.com/office/drawing/2014/main" id="{3DE7176D-B17C-4FE8-A02A-6A566C6721E0}"/>
              </a:ext>
            </a:extLst>
          </p:cNvPr>
          <p:cNvSpPr>
            <a:spLocks xmlns:a="http://schemas.openxmlformats.org/drawingml/2006/main" noGrp="1"/>
          </p:cNvSpPr>
          <p:nvPr/>
        </p:nvSpPr>
        <p:spPr>
          <a:xfrm xmlns:a="http://schemas.openxmlformats.org/drawingml/2006/main">
            <a:off x="8982075" y="588645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Task Manager</a:t>
            </a:r>
          </a:p>
        </p:txBody>
      </p:sp>
      <p:sp>
        <p:nvSpPr>
          <p:cNvPr id="73" name="overview-component-Agent Gateway">
            <a:extLst xmlns:a="http://schemas.openxmlformats.org/drawingml/2006/main">
              <a:ext uri="{FF2B5EF4-FFF2-40B4-BE49-F238E27FC236}">
                <a16:creationId xmlns:a16="http://schemas.microsoft.com/office/drawing/2014/main" id="{8C58E22E-3D1B-4AAD-B5F8-66B4250D6F51}"/>
              </a:ext>
            </a:extLst>
          </p:cNvPr>
          <p:cNvSpPr>
            <a:spLocks xmlns:a="http://schemas.openxmlformats.org/drawingml/2006/main" noGrp="1"/>
          </p:cNvSpPr>
          <p:nvPr/>
        </p:nvSpPr>
        <p:spPr>
          <a:xfrm xmlns:a="http://schemas.openxmlformats.org/drawingml/2006/main">
            <a:off x="13296900" y="588645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4" name="overview-name-Agent Gateway">
            <a:extLst xmlns:a="http://schemas.openxmlformats.org/drawingml/2006/main">
              <a:ext uri="{FF2B5EF4-FFF2-40B4-BE49-F238E27FC236}">
                <a16:creationId xmlns:a16="http://schemas.microsoft.com/office/drawing/2014/main" id="{049E4586-44AB-4EC4-9BE6-59A688F09B55}"/>
              </a:ext>
            </a:extLst>
          </p:cNvPr>
          <p:cNvSpPr>
            <a:spLocks xmlns:a="http://schemas.openxmlformats.org/drawingml/2006/main" noGrp="1"/>
          </p:cNvSpPr>
          <p:nvPr/>
        </p:nvSpPr>
        <p:spPr>
          <a:xfrm xmlns:a="http://schemas.openxmlformats.org/drawingml/2006/main">
            <a:off x="13363575" y="588645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Agent Gateway</a:t>
            </a:r>
          </a:p>
        </p:txBody>
      </p:sp>
      <p:sp>
        <p:nvSpPr>
          <p:cNvPr id="75" name="overview-Shared">
            <a:extLst xmlns:a="http://schemas.openxmlformats.org/drawingml/2006/main">
              <a:ext uri="{FF2B5EF4-FFF2-40B4-BE49-F238E27FC236}">
                <a16:creationId xmlns:a16="http://schemas.microsoft.com/office/drawing/2014/main" id="{7DCACDBD-8F04-48D7-A14C-B4352ED1E801}"/>
              </a:ext>
            </a:extLst>
          </p:cNvPr>
          <p:cNvSpPr>
            <a:spLocks xmlns:a="http://schemas.openxmlformats.org/drawingml/2006/main" noGrp="1"/>
          </p:cNvSpPr>
          <p:nvPr/>
        </p:nvSpPr>
        <p:spPr>
          <a:xfrm xmlns:a="http://schemas.openxmlformats.org/drawingml/2006/main">
            <a:off x="8620125" y="7029450"/>
            <a:ext cx="9001125" cy="140017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76" name="overview-Shared-label">
            <a:extLst xmlns:a="http://schemas.openxmlformats.org/drawingml/2006/main">
              <a:ext uri="{FF2B5EF4-FFF2-40B4-BE49-F238E27FC236}">
                <a16:creationId xmlns:a16="http://schemas.microsoft.com/office/drawing/2014/main" id="{35118724-3179-4EDC-8CF3-0CE5DC055862}"/>
              </a:ext>
            </a:extLst>
          </p:cNvPr>
          <p:cNvSpPr>
            <a:spLocks xmlns:a="http://schemas.openxmlformats.org/drawingml/2006/main" noGrp="1"/>
          </p:cNvSpPr>
          <p:nvPr/>
        </p:nvSpPr>
        <p:spPr>
          <a:xfrm xmlns:a="http://schemas.openxmlformats.org/drawingml/2006/main">
            <a:off x="8801100" y="7086600"/>
            <a:ext cx="1905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141414"/>
                </a:solidFill>
                <a:latin typeface="Apple SD Gothic Neo"/>
                <a:ea typeface="Apple SD Gothic Neo"/>
                <a:cs typeface="Apple SD Gothic Neo"/>
              </a:defRPr>
            </a:pPr>
            <a:r>
              <a:rPr sz="2200" b="0">
                <a:solidFill>
                  <a:srgbClr val="141414"/>
                </a:solidFill>
                <a:latin typeface="Apple SD Gothic Neo"/>
                <a:ea typeface="Apple SD Gothic Neo"/>
                <a:cs typeface="Apple SD Gothic Neo"/>
              </a:rPr>
              <a:t>Shared</a:t>
            </a:r>
          </a:p>
        </p:txBody>
      </p:sp>
      <p:sp>
        <p:nvSpPr>
          <p:cNvPr id="77" name="overview-component-State Store">
            <a:extLst xmlns:a="http://schemas.openxmlformats.org/drawingml/2006/main">
              <a:ext uri="{FF2B5EF4-FFF2-40B4-BE49-F238E27FC236}">
                <a16:creationId xmlns:a16="http://schemas.microsoft.com/office/drawing/2014/main" id="{8DB15C76-A40F-4752-8C92-AA89EA15F4F5}"/>
              </a:ext>
            </a:extLst>
          </p:cNvPr>
          <p:cNvSpPr>
            <a:spLocks xmlns:a="http://schemas.openxmlformats.org/drawingml/2006/main" noGrp="1"/>
          </p:cNvSpPr>
          <p:nvPr/>
        </p:nvSpPr>
        <p:spPr>
          <a:xfrm xmlns:a="http://schemas.openxmlformats.org/drawingml/2006/main">
            <a:off x="8915400" y="7781925"/>
            <a:ext cx="4105275" cy="447675"/>
          </a:xfrm>
          <a:prstGeom xmlns:a="http://schemas.openxmlformats.org/drawingml/2006/main" prst="can">
            <a:avLst/>
          </a:prstGeom>
          <a:solidFill xmlns:a="http://schemas.openxmlformats.org/drawingml/2006/main">
            <a:srgbClr val="FFFFFF"/>
          </a:solidFill>
          <a:ln xmlns:a="http://schemas.openxmlformats.org/drawingml/2006/main" w="16193">
            <a:solidFill>
              <a:srgbClr val="141414"/>
            </a:solidFill>
            <a:prstDash val="solid"/>
          </a:ln>
        </p:spPr>
      </p:sp>
      <p:sp>
        <p:nvSpPr>
          <p:cNvPr id="78" name="overview-name-State Store">
            <a:extLst xmlns:a="http://schemas.openxmlformats.org/drawingml/2006/main">
              <a:ext uri="{FF2B5EF4-FFF2-40B4-BE49-F238E27FC236}">
                <a16:creationId xmlns:a16="http://schemas.microsoft.com/office/drawing/2014/main" id="{C04D2307-C7C3-4318-B8D0-DAD0DCCE8344}"/>
              </a:ext>
            </a:extLst>
          </p:cNvPr>
          <p:cNvSpPr>
            <a:spLocks xmlns:a="http://schemas.openxmlformats.org/drawingml/2006/main" noGrp="1"/>
          </p:cNvSpPr>
          <p:nvPr/>
        </p:nvSpPr>
        <p:spPr>
          <a:xfrm xmlns:a="http://schemas.openxmlformats.org/drawingml/2006/main">
            <a:off x="8982075" y="77819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State Store</a:t>
            </a:r>
          </a:p>
        </p:txBody>
      </p:sp>
      <p:sp>
        <p:nvSpPr>
          <p:cNvPr id="79" name="overview-component-Model Access">
            <a:extLst xmlns:a="http://schemas.openxmlformats.org/drawingml/2006/main">
              <a:ext uri="{FF2B5EF4-FFF2-40B4-BE49-F238E27FC236}">
                <a16:creationId xmlns:a16="http://schemas.microsoft.com/office/drawing/2014/main" id="{7C955D5F-BF32-4962-915B-6F6B0C41FA8B}"/>
              </a:ext>
            </a:extLst>
          </p:cNvPr>
          <p:cNvSpPr>
            <a:spLocks xmlns:a="http://schemas.openxmlformats.org/drawingml/2006/main" noGrp="1"/>
          </p:cNvSpPr>
          <p:nvPr/>
        </p:nvSpPr>
        <p:spPr>
          <a:xfrm xmlns:a="http://schemas.openxmlformats.org/drawingml/2006/main">
            <a:off x="13296900" y="7781925"/>
            <a:ext cx="4105275" cy="44767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80" name="overview-name-Model Access">
            <a:extLst xmlns:a="http://schemas.openxmlformats.org/drawingml/2006/main">
              <a:ext uri="{FF2B5EF4-FFF2-40B4-BE49-F238E27FC236}">
                <a16:creationId xmlns:a16="http://schemas.microsoft.com/office/drawing/2014/main" id="{C88EF205-84AC-4C5E-BD98-D592DEE8E74C}"/>
              </a:ext>
            </a:extLst>
          </p:cNvPr>
          <p:cNvSpPr>
            <a:spLocks xmlns:a="http://schemas.openxmlformats.org/drawingml/2006/main" noGrp="1"/>
          </p:cNvSpPr>
          <p:nvPr/>
        </p:nvSpPr>
        <p:spPr>
          <a:xfrm xmlns:a="http://schemas.openxmlformats.org/drawingml/2006/main">
            <a:off x="13363575" y="77819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Model Access</a:t>
            </a:r>
          </a:p>
        </p:txBody>
      </p:sp>
      <p:sp>
        <p:nvSpPr>
          <p:cNvPr id="81" name="overview-External-boundary">
            <a:extLst xmlns:a="http://schemas.openxmlformats.org/drawingml/2006/main">
              <a:ext uri="{FF2B5EF4-FFF2-40B4-BE49-F238E27FC236}">
                <a16:creationId xmlns:a16="http://schemas.microsoft.com/office/drawing/2014/main" id="{4468BEAD-2D6B-4CA1-B88F-D85C9C8B2AB8}"/>
              </a:ext>
            </a:extLst>
          </p:cNvPr>
          <p:cNvSpPr>
            <a:spLocks xmlns:a="http://schemas.openxmlformats.org/drawingml/2006/main" noGrp="1"/>
          </p:cNvSpPr>
          <p:nvPr/>
        </p:nvSpPr>
        <p:spPr>
          <a:xfrm xmlns:a="http://schemas.openxmlformats.org/drawingml/2006/main">
            <a:off x="8439150" y="8782050"/>
            <a:ext cx="9372600" cy="10668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82" name="overview-External-label">
            <a:extLst xmlns:a="http://schemas.openxmlformats.org/drawingml/2006/main">
              <a:ext uri="{FF2B5EF4-FFF2-40B4-BE49-F238E27FC236}">
                <a16:creationId xmlns:a16="http://schemas.microsoft.com/office/drawing/2014/main" id="{2070E664-1378-40E8-865B-6A34F38FD443}"/>
              </a:ext>
            </a:extLst>
          </p:cNvPr>
          <p:cNvSpPr>
            <a:spLocks xmlns:a="http://schemas.openxmlformats.org/drawingml/2006/main" noGrp="1"/>
          </p:cNvSpPr>
          <p:nvPr/>
        </p:nvSpPr>
        <p:spPr>
          <a:xfrm xmlns:a="http://schemas.openxmlformats.org/drawingml/2006/main">
            <a:off x="8658225" y="8829675"/>
            <a:ext cx="5715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External Components</a:t>
            </a:r>
          </a:p>
        </p:txBody>
      </p:sp>
      <p:sp>
        <p:nvSpPr>
          <p:cNvPr id="83" name="overview-component-Context Sources">
            <a:extLst xmlns:a="http://schemas.openxmlformats.org/drawingml/2006/main">
              <a:ext uri="{FF2B5EF4-FFF2-40B4-BE49-F238E27FC236}">
                <a16:creationId xmlns:a16="http://schemas.microsoft.com/office/drawing/2014/main" id="{BE81075E-A92F-4D40-B9D4-DF438D10168E}"/>
              </a:ext>
            </a:extLst>
          </p:cNvPr>
          <p:cNvSpPr>
            <a:spLocks xmlns:a="http://schemas.openxmlformats.org/drawingml/2006/main" noGrp="1"/>
          </p:cNvSpPr>
          <p:nvPr/>
        </p:nvSpPr>
        <p:spPr>
          <a:xfrm xmlns:a="http://schemas.openxmlformats.org/drawingml/2006/main">
            <a:off x="8648700" y="9296400"/>
            <a:ext cx="2181225" cy="3810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84" name="overview-name-Context Sources">
            <a:extLst xmlns:a="http://schemas.openxmlformats.org/drawingml/2006/main">
              <a:ext uri="{FF2B5EF4-FFF2-40B4-BE49-F238E27FC236}">
                <a16:creationId xmlns:a16="http://schemas.microsoft.com/office/drawing/2014/main" id="{2FAFE2F4-67D2-41D0-9B67-167C1EC50335}"/>
              </a:ext>
            </a:extLst>
          </p:cNvPr>
          <p:cNvSpPr>
            <a:spLocks xmlns:a="http://schemas.openxmlformats.org/drawingml/2006/main" noGrp="1"/>
          </p:cNvSpPr>
          <p:nvPr/>
        </p:nvSpPr>
        <p:spPr>
          <a:xfrm xmlns:a="http://schemas.openxmlformats.org/drawingml/2006/main">
            <a:off x="8715375" y="929640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Context Sources</a:t>
            </a:r>
          </a:p>
        </p:txBody>
      </p:sp>
      <p:sp>
        <p:nvSpPr>
          <p:cNvPr id="85" name="overview-component-Downstream Agents">
            <a:extLst xmlns:a="http://schemas.openxmlformats.org/drawingml/2006/main">
              <a:ext uri="{FF2B5EF4-FFF2-40B4-BE49-F238E27FC236}">
                <a16:creationId xmlns:a16="http://schemas.microsoft.com/office/drawing/2014/main" id="{325498E5-EE7A-4CE6-8D76-2A1FAC17DAB5}"/>
              </a:ext>
            </a:extLst>
          </p:cNvPr>
          <p:cNvSpPr>
            <a:spLocks xmlns:a="http://schemas.openxmlformats.org/drawingml/2006/main" noGrp="1"/>
          </p:cNvSpPr>
          <p:nvPr/>
        </p:nvSpPr>
        <p:spPr>
          <a:xfrm xmlns:a="http://schemas.openxmlformats.org/drawingml/2006/main">
            <a:off x="10991850" y="9296400"/>
            <a:ext cx="2314575" cy="3810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86" name="overview-name-Downstream Agents">
            <a:extLst xmlns:a="http://schemas.openxmlformats.org/drawingml/2006/main">
              <a:ext uri="{FF2B5EF4-FFF2-40B4-BE49-F238E27FC236}">
                <a16:creationId xmlns:a16="http://schemas.microsoft.com/office/drawing/2014/main" id="{CB888E71-FF3A-4BF4-A35D-C834EA91CE20}"/>
              </a:ext>
            </a:extLst>
          </p:cNvPr>
          <p:cNvSpPr>
            <a:spLocks xmlns:a="http://schemas.openxmlformats.org/drawingml/2006/main" noGrp="1"/>
          </p:cNvSpPr>
          <p:nvPr/>
        </p:nvSpPr>
        <p:spPr>
          <a:xfrm xmlns:a="http://schemas.openxmlformats.org/drawingml/2006/main">
            <a:off x="11058525" y="9296400"/>
            <a:ext cx="2181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Downstream Agents</a:t>
            </a:r>
          </a:p>
        </p:txBody>
      </p:sp>
      <p:sp>
        <p:nvSpPr>
          <p:cNvPr id="87" name="overview-Model-runtime">
            <a:extLst xmlns:a="http://schemas.openxmlformats.org/drawingml/2006/main">
              <a:ext uri="{FF2B5EF4-FFF2-40B4-BE49-F238E27FC236}">
                <a16:creationId xmlns:a16="http://schemas.microsoft.com/office/drawing/2014/main" id="{D4B4485E-D4E7-4E0F-8BE2-8DAFF861E64B}"/>
              </a:ext>
            </a:extLst>
          </p:cNvPr>
          <p:cNvSpPr>
            <a:spLocks xmlns:a="http://schemas.openxmlformats.org/drawingml/2006/main" noGrp="1"/>
          </p:cNvSpPr>
          <p:nvPr/>
        </p:nvSpPr>
        <p:spPr>
          <a:xfrm xmlns:a="http://schemas.openxmlformats.org/drawingml/2006/main">
            <a:off x="13468350" y="9134475"/>
            <a:ext cx="4124325" cy="61912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88" name="overview-Model-runtime-label">
            <a:extLst xmlns:a="http://schemas.openxmlformats.org/drawingml/2006/main">
              <a:ext uri="{FF2B5EF4-FFF2-40B4-BE49-F238E27FC236}">
                <a16:creationId xmlns:a16="http://schemas.microsoft.com/office/drawing/2014/main" id="{FCF21818-A223-494E-91B0-BCE7EC92D67E}"/>
              </a:ext>
            </a:extLst>
          </p:cNvPr>
          <p:cNvSpPr>
            <a:spLocks xmlns:a="http://schemas.openxmlformats.org/drawingml/2006/main" noGrp="1"/>
          </p:cNvSpPr>
          <p:nvPr/>
        </p:nvSpPr>
        <p:spPr>
          <a:xfrm xmlns:a="http://schemas.openxmlformats.org/drawingml/2006/main">
            <a:off x="13582650" y="91440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00" b="0">
                <a:solidFill>
                  <a:srgbClr val="141414"/>
                </a:solidFill>
                <a:latin typeface="Apple SD Gothic Neo"/>
                <a:ea typeface="Apple SD Gothic Neo"/>
                <a:cs typeface="Apple SD Gothic Neo"/>
              </a:defRPr>
            </a:pPr>
            <a:r>
              <a:rPr sz="1600" b="0">
                <a:solidFill>
                  <a:srgbClr val="141414"/>
                </a:solidFill>
                <a:latin typeface="Apple SD Gothic Neo"/>
                <a:ea typeface="Apple SD Gothic Neo"/>
                <a:cs typeface="Apple SD Gothic Neo"/>
              </a:rPr>
              <a:t>Cloud Model Runtime</a:t>
            </a:r>
          </a:p>
        </p:txBody>
      </p:sp>
      <p:sp>
        <p:nvSpPr>
          <p:cNvPr id="89" name="overview-component-음성 모델">
            <a:extLst xmlns:a="http://schemas.openxmlformats.org/drawingml/2006/main">
              <a:ext uri="{FF2B5EF4-FFF2-40B4-BE49-F238E27FC236}">
                <a16:creationId xmlns:a16="http://schemas.microsoft.com/office/drawing/2014/main" id="{73112365-6EA3-4C63-B7C9-7F4E911E6556}"/>
              </a:ext>
            </a:extLst>
          </p:cNvPr>
          <p:cNvSpPr>
            <a:spLocks xmlns:a="http://schemas.openxmlformats.org/drawingml/2006/main" noGrp="1"/>
          </p:cNvSpPr>
          <p:nvPr/>
        </p:nvSpPr>
        <p:spPr>
          <a:xfrm xmlns:a="http://schemas.openxmlformats.org/drawingml/2006/main">
            <a:off x="13601700" y="9429750"/>
            <a:ext cx="1657350" cy="238125"/>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90" name="overview-name-음성 모델">
            <a:extLst xmlns:a="http://schemas.openxmlformats.org/drawingml/2006/main">
              <a:ext uri="{FF2B5EF4-FFF2-40B4-BE49-F238E27FC236}">
                <a16:creationId xmlns:a16="http://schemas.microsoft.com/office/drawing/2014/main" id="{08145815-739F-4B46-A752-A183878634CA}"/>
              </a:ext>
            </a:extLst>
          </p:cNvPr>
          <p:cNvSpPr>
            <a:spLocks xmlns:a="http://schemas.openxmlformats.org/drawingml/2006/main" noGrp="1"/>
          </p:cNvSpPr>
          <p:nvPr/>
        </p:nvSpPr>
        <p:spPr>
          <a:xfrm xmlns:a="http://schemas.openxmlformats.org/drawingml/2006/main">
            <a:off x="13668375" y="942975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00" b="0">
                <a:solidFill>
                  <a:srgbClr val="141414"/>
                </a:solidFill>
                <a:latin typeface="Apple SD Gothic Neo"/>
                <a:ea typeface="Apple SD Gothic Neo"/>
                <a:cs typeface="Apple SD Gothic Neo"/>
              </a:defRPr>
            </a:pPr>
            <a:r>
              <a:rPr sz="1600" b="0">
                <a:solidFill>
                  <a:srgbClr val="141414"/>
                </a:solidFill>
                <a:latin typeface="Apple SD Gothic Neo"/>
                <a:ea typeface="Apple SD Gothic Neo"/>
                <a:cs typeface="Apple SD Gothic Neo"/>
              </a:rPr>
              <a:t>음성 모델</a:t>
            </a:r>
          </a:p>
        </p:txBody>
      </p:sp>
      <p:sp>
        <p:nvSpPr>
          <p:cNvPr id="91" name="overview-component-의미 LLM">
            <a:extLst xmlns:a="http://schemas.openxmlformats.org/drawingml/2006/main">
              <a:ext uri="{FF2B5EF4-FFF2-40B4-BE49-F238E27FC236}">
                <a16:creationId xmlns:a16="http://schemas.microsoft.com/office/drawing/2014/main" id="{A9C7AEAD-6EDD-4BFB-803F-D8F8641AB2AF}"/>
              </a:ext>
            </a:extLst>
          </p:cNvPr>
          <p:cNvSpPr>
            <a:spLocks xmlns:a="http://schemas.openxmlformats.org/drawingml/2006/main" noGrp="1"/>
          </p:cNvSpPr>
          <p:nvPr/>
        </p:nvSpPr>
        <p:spPr>
          <a:xfrm xmlns:a="http://schemas.openxmlformats.org/drawingml/2006/main">
            <a:off x="15430500" y="9429750"/>
            <a:ext cx="2019300" cy="238125"/>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92" name="overview-name-의미 LLM">
            <a:extLst xmlns:a="http://schemas.openxmlformats.org/drawingml/2006/main">
              <a:ext uri="{FF2B5EF4-FFF2-40B4-BE49-F238E27FC236}">
                <a16:creationId xmlns:a16="http://schemas.microsoft.com/office/drawing/2014/main" id="{46640195-5AB9-4311-A44B-668281A2A039}"/>
              </a:ext>
            </a:extLst>
          </p:cNvPr>
          <p:cNvSpPr>
            <a:spLocks xmlns:a="http://schemas.openxmlformats.org/drawingml/2006/main" noGrp="1"/>
          </p:cNvSpPr>
          <p:nvPr/>
        </p:nvSpPr>
        <p:spPr>
          <a:xfrm xmlns:a="http://schemas.openxmlformats.org/drawingml/2006/main">
            <a:off x="15497175" y="9429750"/>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00" b="0">
                <a:solidFill>
                  <a:srgbClr val="141414"/>
                </a:solidFill>
                <a:latin typeface="Apple SD Gothic Neo"/>
                <a:ea typeface="Apple SD Gothic Neo"/>
                <a:cs typeface="Apple SD Gothic Neo"/>
              </a:defRPr>
            </a:pPr>
            <a:r>
              <a:rPr sz="1600" b="0">
                <a:solidFill>
                  <a:srgbClr val="141414"/>
                </a:solidFill>
                <a:latin typeface="Apple SD Gothic Neo"/>
                <a:ea typeface="Apple SD Gothic Neo"/>
                <a:cs typeface="Apple SD Gothic Neo"/>
              </a:rPr>
              <a:t>의미 LLM</a:t>
            </a:r>
          </a:p>
        </p:txBody>
      </p:sp>
      <p:sp>
        <p:nvSpPr>
          <p:cNvPr id="93" name="overview-dp44-interaction-and-control">
            <a:extLst xmlns:a="http://schemas.openxmlformats.org/drawingml/2006/main">
              <a:ext uri="{FF2B5EF4-FFF2-40B4-BE49-F238E27FC236}">
                <a16:creationId xmlns:a16="http://schemas.microsoft.com/office/drawing/2014/main" id="{8155A883-55CA-4C69-A00E-94D0ABE3A153}"/>
              </a:ext>
            </a:extLst>
          </p:cNvPr>
          <p:cNvSpPr>
            <a:spLocks xmlns:a="http://schemas.openxmlformats.org/drawingml/2006/main" noGrp="1"/>
          </p:cNvSpPr>
          <p:nvPr/>
        </p:nvSpPr>
        <p:spPr>
          <a:xfrm xmlns:a="http://schemas.openxmlformats.org/drawingml/2006/main">
            <a:off x="8734425" y="2324100"/>
            <a:ext cx="8772525" cy="2352675"/>
          </a:xfrm>
          <a:custGeom xmlns:a="http://schemas.openxmlformats.org/drawingml/2006/main">
            <a:pathLst>
              <a:path w="8772525" h="2352675">
                <a:moveTo>
                  <a:pt x="0" y="0"/>
                </a:moveTo>
                <a:lnTo>
                  <a:pt x="8772525" y="0"/>
                </a:lnTo>
                <a:lnTo>
                  <a:pt x="8772525" y="685800"/>
                </a:lnTo>
                <a:lnTo>
                  <a:pt x="4371975" y="685800"/>
                </a:lnTo>
                <a:lnTo>
                  <a:pt x="4371975" y="2352675"/>
                </a:lnTo>
                <a:lnTo>
                  <a:pt x="0" y="2352675"/>
                </a:lnTo>
                <a:lnTo>
                  <a:pt x="0" y="0"/>
                </a:lnTo>
              </a:path>
            </a:pathLst>
          </a:custGeom>
          <a:noFill xmlns:a="http://schemas.openxmlformats.org/drawingml/2006/main"/>
          <a:ln xmlns:a="http://schemas.openxmlformats.org/drawingml/2006/main" w="38100">
            <a:solidFill>
              <a:srgbClr val="00A65A"/>
            </a:solidFill>
            <a:prstDash val="dash"/>
          </a:ln>
        </p:spPr>
      </p:sp>
      <p:sp>
        <p:nvSpPr>
          <p:cNvPr id="94" name="overview-tag-44-interaction">
            <a:extLst xmlns:a="http://schemas.openxmlformats.org/drawingml/2006/main">
              <a:ext uri="{FF2B5EF4-FFF2-40B4-BE49-F238E27FC236}">
                <a16:creationId xmlns:a16="http://schemas.microsoft.com/office/drawing/2014/main" id="{C9AC9D45-BFC1-4646-AFD1-93C69A20FE6E}"/>
              </a:ext>
            </a:extLst>
          </p:cNvPr>
          <p:cNvSpPr>
            <a:spLocks xmlns:a="http://schemas.openxmlformats.org/drawingml/2006/main" noGrp="1"/>
          </p:cNvSpPr>
          <p:nvPr/>
        </p:nvSpPr>
        <p:spPr>
          <a:xfrm xmlns:a="http://schemas.openxmlformats.org/drawingml/2006/main">
            <a:off x="16440150" y="1933575"/>
            <a:ext cx="1000125" cy="342900"/>
          </a:xfrm>
          <a:prstGeom xmlns:a="http://schemas.openxmlformats.org/drawingml/2006/main" prst="rect">
            <a:avLst/>
          </a:prstGeom>
          <a:solidFill xmlns:a="http://schemas.openxmlformats.org/drawingml/2006/main">
            <a:srgbClr val="E0F5E8"/>
          </a:solidFill>
          <a:ln xmlns:a="http://schemas.openxmlformats.org/drawingml/2006/main" w="28575">
            <a:solidFill>
              <a:srgbClr val="00A65A"/>
            </a:solidFill>
            <a:prstDash val="solid"/>
          </a:ln>
        </p:spPr>
      </p:sp>
      <p:sp>
        <p:nvSpPr>
          <p:cNvPr id="95" name="overview-tag-text-44-interaction">
            <a:extLst xmlns:a="http://schemas.openxmlformats.org/drawingml/2006/main">
              <a:ext uri="{FF2B5EF4-FFF2-40B4-BE49-F238E27FC236}">
                <a16:creationId xmlns:a16="http://schemas.microsoft.com/office/drawing/2014/main" id="{050FDA99-9E25-4FEA-B995-EB94CC224FE1}"/>
              </a:ext>
            </a:extLst>
          </p:cNvPr>
          <p:cNvSpPr>
            <a:spLocks xmlns:a="http://schemas.openxmlformats.org/drawingml/2006/main" noGrp="1"/>
          </p:cNvSpPr>
          <p:nvPr/>
        </p:nvSpPr>
        <p:spPr>
          <a:xfrm xmlns:a="http://schemas.openxmlformats.org/drawingml/2006/main">
            <a:off x="16440150" y="19335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04-44</a:t>
            </a:r>
          </a:p>
        </p:txBody>
      </p:sp>
      <p:sp>
        <p:nvSpPr>
          <p:cNvPr id="96" name="overview-dp41-resolution-control">
            <a:extLst xmlns:a="http://schemas.openxmlformats.org/drawingml/2006/main">
              <a:ext uri="{FF2B5EF4-FFF2-40B4-BE49-F238E27FC236}">
                <a16:creationId xmlns:a16="http://schemas.microsoft.com/office/drawing/2014/main" id="{618DD39E-BF49-4BF3-9267-DEDC4344382F}"/>
              </a:ext>
            </a:extLst>
          </p:cNvPr>
          <p:cNvSpPr>
            <a:spLocks xmlns:a="http://schemas.openxmlformats.org/drawingml/2006/main" noGrp="1"/>
          </p:cNvSpPr>
          <p:nvPr/>
        </p:nvSpPr>
        <p:spPr>
          <a:xfrm xmlns:a="http://schemas.openxmlformats.org/drawingml/2006/main">
            <a:off x="8801100" y="3962400"/>
            <a:ext cx="8705850" cy="676275"/>
          </a:xfrm>
          <a:prstGeom xmlns:a="http://schemas.openxmlformats.org/drawingml/2006/main" prst="rect">
            <a:avLst/>
          </a:prstGeom>
          <a:noFill xmlns:a="http://schemas.openxmlformats.org/drawingml/2006/main"/>
          <a:ln xmlns:a="http://schemas.openxmlformats.org/drawingml/2006/main" w="38100">
            <a:solidFill>
              <a:srgbClr val="E5A700"/>
            </a:solidFill>
            <a:prstDash val="dash"/>
          </a:ln>
        </p:spPr>
      </p:sp>
      <p:sp>
        <p:nvSpPr>
          <p:cNvPr id="97" name="overview-tag-41-resolution">
            <a:extLst xmlns:a="http://schemas.openxmlformats.org/drawingml/2006/main">
              <a:ext uri="{FF2B5EF4-FFF2-40B4-BE49-F238E27FC236}">
                <a16:creationId xmlns:a16="http://schemas.microsoft.com/office/drawing/2014/main" id="{47BF70B7-A106-4E0A-A576-49141A5017C2}"/>
              </a:ext>
            </a:extLst>
          </p:cNvPr>
          <p:cNvSpPr>
            <a:spLocks xmlns:a="http://schemas.openxmlformats.org/drawingml/2006/main" noGrp="1"/>
          </p:cNvSpPr>
          <p:nvPr/>
        </p:nvSpPr>
        <p:spPr>
          <a:xfrm xmlns:a="http://schemas.openxmlformats.org/drawingml/2006/main">
            <a:off x="12249150" y="3495675"/>
            <a:ext cx="1000125" cy="342900"/>
          </a:xfrm>
          <a:prstGeom xmlns:a="http://schemas.openxmlformats.org/drawingml/2006/main" prst="rect">
            <a:avLst/>
          </a:prstGeom>
          <a:solidFill xmlns:a="http://schemas.openxmlformats.org/drawingml/2006/main">
            <a:srgbClr val="FFF1BE"/>
          </a:solidFill>
          <a:ln xmlns:a="http://schemas.openxmlformats.org/drawingml/2006/main" w="28575">
            <a:solidFill>
              <a:srgbClr val="E5A700"/>
            </a:solidFill>
            <a:prstDash val="solid"/>
          </a:ln>
        </p:spPr>
      </p:sp>
      <p:sp>
        <p:nvSpPr>
          <p:cNvPr id="98" name="overview-tag-text-41-resolution">
            <a:extLst xmlns:a="http://schemas.openxmlformats.org/drawingml/2006/main">
              <a:ext uri="{FF2B5EF4-FFF2-40B4-BE49-F238E27FC236}">
                <a16:creationId xmlns:a16="http://schemas.microsoft.com/office/drawing/2014/main" id="{0353F6F6-190E-4B13-8745-AF76511FD8D8}"/>
              </a:ext>
            </a:extLst>
          </p:cNvPr>
          <p:cNvSpPr>
            <a:spLocks xmlns:a="http://schemas.openxmlformats.org/drawingml/2006/main" noGrp="1"/>
          </p:cNvSpPr>
          <p:nvPr/>
        </p:nvSpPr>
        <p:spPr>
          <a:xfrm xmlns:a="http://schemas.openxmlformats.org/drawingml/2006/main">
            <a:off x="12249150" y="34956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04-41</a:t>
            </a:r>
          </a:p>
        </p:txBody>
      </p:sp>
      <p:sp>
        <p:nvSpPr>
          <p:cNvPr id="99" name="overview-dp41-tag-link">
            <a:extLst xmlns:a="http://schemas.openxmlformats.org/drawingml/2006/main">
              <a:ext uri="{FF2B5EF4-FFF2-40B4-BE49-F238E27FC236}">
                <a16:creationId xmlns:a16="http://schemas.microsoft.com/office/drawing/2014/main" id="{F0AB8F29-A821-4DF2-AC5B-09B557066BE5}"/>
              </a:ext>
            </a:extLst>
          </p:cNvPr>
          <p:cNvSpPr>
            <a:spLocks xmlns:a="http://schemas.openxmlformats.org/drawingml/2006/main" noGrp="1"/>
          </p:cNvSpPr>
          <p:nvPr/>
        </p:nvSpPr>
        <p:spPr>
          <a:xfrm xmlns:a="http://schemas.openxmlformats.org/drawingml/2006/main">
            <a:off x="12744450" y="3838575"/>
            <a:ext cx="953" cy="123825"/>
          </a:xfrm>
          <a:custGeom xmlns:a="http://schemas.openxmlformats.org/drawingml/2006/main">
            <a:pathLst>
              <a:path w="953" h="123825">
                <a:moveTo>
                  <a:pt x="0" y="0"/>
                </a:moveTo>
                <a:lnTo>
                  <a:pt x="0" y="123825"/>
                </a:lnTo>
              </a:path>
            </a:pathLst>
          </a:custGeom>
          <a:noFill xmlns:a="http://schemas.openxmlformats.org/drawingml/2006/main"/>
          <a:ln xmlns:a="http://schemas.openxmlformats.org/drawingml/2006/main" w="28575">
            <a:solidFill>
              <a:srgbClr val="E5A700"/>
            </a:solidFill>
            <a:prstDash val="solid"/>
          </a:ln>
        </p:spPr>
      </p:sp>
      <p:sp>
        <p:nvSpPr>
          <p:cNvPr id="100" name="overview-dp42-dialogue-authority">
            <a:extLst xmlns:a="http://schemas.openxmlformats.org/drawingml/2006/main">
              <a:ext uri="{FF2B5EF4-FFF2-40B4-BE49-F238E27FC236}">
                <a16:creationId xmlns:a16="http://schemas.microsoft.com/office/drawing/2014/main" id="{972BD342-6CD2-49C0-8124-56DF0B46C676}"/>
              </a:ext>
            </a:extLst>
          </p:cNvPr>
          <p:cNvSpPr>
            <a:spLocks xmlns:a="http://schemas.openxmlformats.org/drawingml/2006/main" noGrp="1"/>
          </p:cNvSpPr>
          <p:nvPr/>
        </p:nvSpPr>
        <p:spPr>
          <a:xfrm xmlns:a="http://schemas.openxmlformats.org/drawingml/2006/main">
            <a:off x="8858250" y="4010025"/>
            <a:ext cx="4210050" cy="60007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01" name="overview-tag-42-dialogue">
            <a:extLst xmlns:a="http://schemas.openxmlformats.org/drawingml/2006/main">
              <a:ext uri="{FF2B5EF4-FFF2-40B4-BE49-F238E27FC236}">
                <a16:creationId xmlns:a16="http://schemas.microsoft.com/office/drawing/2014/main" id="{48D07129-7BFE-4338-ACAE-4723C40C8682}"/>
              </a:ext>
            </a:extLst>
          </p:cNvPr>
          <p:cNvSpPr>
            <a:spLocks xmlns:a="http://schemas.openxmlformats.org/drawingml/2006/main" noGrp="1"/>
          </p:cNvSpPr>
          <p:nvPr/>
        </p:nvSpPr>
        <p:spPr>
          <a:xfrm xmlns:a="http://schemas.openxmlformats.org/drawingml/2006/main">
            <a:off x="11125200" y="3495675"/>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02" name="overview-tag-text-42-dialogue">
            <a:extLst xmlns:a="http://schemas.openxmlformats.org/drawingml/2006/main">
              <a:ext uri="{FF2B5EF4-FFF2-40B4-BE49-F238E27FC236}">
                <a16:creationId xmlns:a16="http://schemas.microsoft.com/office/drawing/2014/main" id="{9BD8150C-7023-4E47-AE87-2170FA869D80}"/>
              </a:ext>
            </a:extLst>
          </p:cNvPr>
          <p:cNvSpPr>
            <a:spLocks xmlns:a="http://schemas.openxmlformats.org/drawingml/2006/main" noGrp="1"/>
          </p:cNvSpPr>
          <p:nvPr/>
        </p:nvSpPr>
        <p:spPr>
          <a:xfrm xmlns:a="http://schemas.openxmlformats.org/drawingml/2006/main">
            <a:off x="11125200" y="34956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3" name="overview-dp42-dialogue-tag-link">
            <a:extLst xmlns:a="http://schemas.openxmlformats.org/drawingml/2006/main">
              <a:ext uri="{FF2B5EF4-FFF2-40B4-BE49-F238E27FC236}">
                <a16:creationId xmlns:a16="http://schemas.microsoft.com/office/drawing/2014/main" id="{CD209373-DC99-4E3C-9316-54B29A7B59F5}"/>
              </a:ext>
            </a:extLst>
          </p:cNvPr>
          <p:cNvSpPr>
            <a:spLocks xmlns:a="http://schemas.openxmlformats.org/drawingml/2006/main" noGrp="1"/>
          </p:cNvSpPr>
          <p:nvPr/>
        </p:nvSpPr>
        <p:spPr>
          <a:xfrm xmlns:a="http://schemas.openxmlformats.org/drawingml/2006/main">
            <a:off x="11620500" y="3838575"/>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28575">
            <a:solidFill>
              <a:srgbClr val="2463DD"/>
            </a:solidFill>
            <a:prstDash val="solid"/>
          </a:ln>
        </p:spPr>
      </p:sp>
      <p:sp>
        <p:nvSpPr>
          <p:cNvPr id="104" name="overview-dp42-work-authority">
            <a:extLst xmlns:a="http://schemas.openxmlformats.org/drawingml/2006/main">
              <a:ext uri="{FF2B5EF4-FFF2-40B4-BE49-F238E27FC236}">
                <a16:creationId xmlns:a16="http://schemas.microsoft.com/office/drawing/2014/main" id="{13813961-2DAB-4B76-A620-849617853E5A}"/>
              </a:ext>
            </a:extLst>
          </p:cNvPr>
          <p:cNvSpPr>
            <a:spLocks xmlns:a="http://schemas.openxmlformats.org/drawingml/2006/main" noGrp="1"/>
          </p:cNvSpPr>
          <p:nvPr/>
        </p:nvSpPr>
        <p:spPr>
          <a:xfrm xmlns:a="http://schemas.openxmlformats.org/drawingml/2006/main">
            <a:off x="8791575" y="5800725"/>
            <a:ext cx="8715375" cy="65722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05" name="overview-tag-42-work">
            <a:extLst xmlns:a="http://schemas.openxmlformats.org/drawingml/2006/main">
              <a:ext uri="{FF2B5EF4-FFF2-40B4-BE49-F238E27FC236}">
                <a16:creationId xmlns:a16="http://schemas.microsoft.com/office/drawing/2014/main" id="{B8BF9D41-0F7A-472D-B04D-4514F4E9BD6B}"/>
              </a:ext>
            </a:extLst>
          </p:cNvPr>
          <p:cNvSpPr>
            <a:spLocks xmlns:a="http://schemas.openxmlformats.org/drawingml/2006/main" noGrp="1"/>
          </p:cNvSpPr>
          <p:nvPr/>
        </p:nvSpPr>
        <p:spPr>
          <a:xfrm xmlns:a="http://schemas.openxmlformats.org/drawingml/2006/main">
            <a:off x="16344900" y="6486525"/>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06" name="overview-tag-text-42-work">
            <a:extLst xmlns:a="http://schemas.openxmlformats.org/drawingml/2006/main">
              <a:ext uri="{FF2B5EF4-FFF2-40B4-BE49-F238E27FC236}">
                <a16:creationId xmlns:a16="http://schemas.microsoft.com/office/drawing/2014/main" id="{5FB759DB-9A6C-400A-BFEE-34FA6000B142}"/>
              </a:ext>
            </a:extLst>
          </p:cNvPr>
          <p:cNvSpPr>
            <a:spLocks xmlns:a="http://schemas.openxmlformats.org/drawingml/2006/main" noGrp="1"/>
          </p:cNvSpPr>
          <p:nvPr/>
        </p:nvSpPr>
        <p:spPr>
          <a:xfrm xmlns:a="http://schemas.openxmlformats.org/drawingml/2006/main">
            <a:off x="16344900" y="648652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7" name="overview-dp45-context-production">
            <a:extLst xmlns:a="http://schemas.openxmlformats.org/drawingml/2006/main">
              <a:ext uri="{FF2B5EF4-FFF2-40B4-BE49-F238E27FC236}">
                <a16:creationId xmlns:a16="http://schemas.microsoft.com/office/drawing/2014/main" id="{34199849-1520-46B4-A3BD-5008B9DA8D89}"/>
              </a:ext>
            </a:extLst>
          </p:cNvPr>
          <p:cNvSpPr>
            <a:spLocks xmlns:a="http://schemas.openxmlformats.org/drawingml/2006/main" noGrp="1"/>
          </p:cNvSpPr>
          <p:nvPr/>
        </p:nvSpPr>
        <p:spPr>
          <a:xfrm xmlns:a="http://schemas.openxmlformats.org/drawingml/2006/main">
            <a:off x="8791575" y="4886325"/>
            <a:ext cx="4333875" cy="676275"/>
          </a:xfrm>
          <a:prstGeom xmlns:a="http://schemas.openxmlformats.org/drawingml/2006/main" prst="rect">
            <a:avLst/>
          </a:prstGeom>
          <a:noFill xmlns:a="http://schemas.openxmlformats.org/drawingml/2006/main"/>
          <a:ln xmlns:a="http://schemas.openxmlformats.org/drawingml/2006/main" w="38100">
            <a:solidFill>
              <a:srgbClr val="8D49B8"/>
            </a:solidFill>
            <a:prstDash val="dash"/>
          </a:ln>
        </p:spPr>
      </p:sp>
      <p:sp>
        <p:nvSpPr>
          <p:cNvPr id="108" name="overview-tag-45-context">
            <a:extLst xmlns:a="http://schemas.openxmlformats.org/drawingml/2006/main">
              <a:ext uri="{FF2B5EF4-FFF2-40B4-BE49-F238E27FC236}">
                <a16:creationId xmlns:a16="http://schemas.microsoft.com/office/drawing/2014/main" id="{58B80AB7-FB2F-4483-9363-92589F3C7BD1}"/>
              </a:ext>
            </a:extLst>
          </p:cNvPr>
          <p:cNvSpPr>
            <a:spLocks xmlns:a="http://schemas.openxmlformats.org/drawingml/2006/main" noGrp="1"/>
          </p:cNvSpPr>
          <p:nvPr/>
        </p:nvSpPr>
        <p:spPr>
          <a:xfrm xmlns:a="http://schemas.openxmlformats.org/drawingml/2006/main">
            <a:off x="11858625" y="4695825"/>
            <a:ext cx="1000125" cy="266700"/>
          </a:xfrm>
          <a:prstGeom xmlns:a="http://schemas.openxmlformats.org/drawingml/2006/main" prst="rect">
            <a:avLst/>
          </a:prstGeom>
          <a:solidFill xmlns:a="http://schemas.openxmlformats.org/drawingml/2006/main">
            <a:srgbClr val="F1E5FA"/>
          </a:solidFill>
          <a:ln xmlns:a="http://schemas.openxmlformats.org/drawingml/2006/main" w="28575">
            <a:solidFill>
              <a:srgbClr val="8D49B8"/>
            </a:solidFill>
            <a:prstDash val="solid"/>
          </a:ln>
        </p:spPr>
      </p:sp>
      <p:sp>
        <p:nvSpPr>
          <p:cNvPr id="109" name="overview-tag-text-45-context">
            <a:extLst xmlns:a="http://schemas.openxmlformats.org/drawingml/2006/main">
              <a:ext uri="{FF2B5EF4-FFF2-40B4-BE49-F238E27FC236}">
                <a16:creationId xmlns:a16="http://schemas.microsoft.com/office/drawing/2014/main" id="{FE6A6FEF-1D3F-46D2-AE94-BB3B8676D039}"/>
              </a:ext>
            </a:extLst>
          </p:cNvPr>
          <p:cNvSpPr>
            <a:spLocks xmlns:a="http://schemas.openxmlformats.org/drawingml/2006/main" noGrp="1"/>
          </p:cNvSpPr>
          <p:nvPr/>
        </p:nvSpPr>
        <p:spPr>
          <a:xfrm xmlns:a="http://schemas.openxmlformats.org/drawingml/2006/main">
            <a:off x="11858625" y="4695825"/>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04-45</a:t>
            </a:r>
          </a:p>
        </p:txBody>
      </p:sp>
      <p:sp>
        <p:nvSpPr>
          <p:cNvPr id="110" name="overview-dp42-durable-ownership">
            <a:extLst xmlns:a="http://schemas.openxmlformats.org/drawingml/2006/main">
              <a:ext uri="{FF2B5EF4-FFF2-40B4-BE49-F238E27FC236}">
                <a16:creationId xmlns:a16="http://schemas.microsoft.com/office/drawing/2014/main" id="{EB38A937-9B8F-4BF3-A45F-5F2F52FB96EB}"/>
              </a:ext>
            </a:extLst>
          </p:cNvPr>
          <p:cNvSpPr>
            <a:spLocks xmlns:a="http://schemas.openxmlformats.org/drawingml/2006/main" noGrp="1"/>
          </p:cNvSpPr>
          <p:nvPr/>
        </p:nvSpPr>
        <p:spPr>
          <a:xfrm xmlns:a="http://schemas.openxmlformats.org/drawingml/2006/main">
            <a:off x="8791575" y="7639050"/>
            <a:ext cx="4333875" cy="69532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11" name="overview-dp45-memory-storage">
            <a:extLst xmlns:a="http://schemas.openxmlformats.org/drawingml/2006/main">
              <a:ext uri="{FF2B5EF4-FFF2-40B4-BE49-F238E27FC236}">
                <a16:creationId xmlns:a16="http://schemas.microsoft.com/office/drawing/2014/main" id="{C8BEE31E-2EA9-4135-A30C-9E49EF83C500}"/>
              </a:ext>
            </a:extLst>
          </p:cNvPr>
          <p:cNvSpPr>
            <a:spLocks xmlns:a="http://schemas.openxmlformats.org/drawingml/2006/main" noGrp="1"/>
          </p:cNvSpPr>
          <p:nvPr/>
        </p:nvSpPr>
        <p:spPr>
          <a:xfrm xmlns:a="http://schemas.openxmlformats.org/drawingml/2006/main">
            <a:off x="8858250" y="7705725"/>
            <a:ext cx="4200525" cy="561975"/>
          </a:xfrm>
          <a:prstGeom xmlns:a="http://schemas.openxmlformats.org/drawingml/2006/main" prst="rect">
            <a:avLst/>
          </a:prstGeom>
          <a:noFill xmlns:a="http://schemas.openxmlformats.org/drawingml/2006/main"/>
          <a:ln xmlns:a="http://schemas.openxmlformats.org/drawingml/2006/main" w="38100">
            <a:solidFill>
              <a:srgbClr val="8D49B8"/>
            </a:solidFill>
            <a:prstDash val="dash"/>
          </a:ln>
        </p:spPr>
      </p:sp>
      <p:sp>
        <p:nvSpPr>
          <p:cNvPr id="112" name="overview-tag-42-store">
            <a:extLst xmlns:a="http://schemas.openxmlformats.org/drawingml/2006/main">
              <a:ext uri="{FF2B5EF4-FFF2-40B4-BE49-F238E27FC236}">
                <a16:creationId xmlns:a16="http://schemas.microsoft.com/office/drawing/2014/main" id="{229759EA-FD8E-4444-B482-C3ABDA93ECAC}"/>
              </a:ext>
            </a:extLst>
          </p:cNvPr>
          <p:cNvSpPr>
            <a:spLocks xmlns:a="http://schemas.openxmlformats.org/drawingml/2006/main" noGrp="1"/>
          </p:cNvSpPr>
          <p:nvPr/>
        </p:nvSpPr>
        <p:spPr>
          <a:xfrm xmlns:a="http://schemas.openxmlformats.org/drawingml/2006/main">
            <a:off x="10982325" y="7143750"/>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13" name="overview-tag-text-42-store">
            <a:extLst xmlns:a="http://schemas.openxmlformats.org/drawingml/2006/main">
              <a:ext uri="{FF2B5EF4-FFF2-40B4-BE49-F238E27FC236}">
                <a16:creationId xmlns:a16="http://schemas.microsoft.com/office/drawing/2014/main" id="{9D3B8A08-800B-49A4-A55F-463675ECEFB6}"/>
              </a:ext>
            </a:extLst>
          </p:cNvPr>
          <p:cNvSpPr>
            <a:spLocks xmlns:a="http://schemas.openxmlformats.org/drawingml/2006/main" noGrp="1"/>
          </p:cNvSpPr>
          <p:nvPr/>
        </p:nvSpPr>
        <p:spPr>
          <a:xfrm xmlns:a="http://schemas.openxmlformats.org/drawingml/2006/main">
            <a:off x="10982325" y="7143750"/>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14" name="overview-tag-45-store">
            <a:extLst xmlns:a="http://schemas.openxmlformats.org/drawingml/2006/main">
              <a:ext uri="{FF2B5EF4-FFF2-40B4-BE49-F238E27FC236}">
                <a16:creationId xmlns:a16="http://schemas.microsoft.com/office/drawing/2014/main" id="{1DF3F2AF-9CA8-42F8-9781-6D41D9E4C84E}"/>
              </a:ext>
            </a:extLst>
          </p:cNvPr>
          <p:cNvSpPr>
            <a:spLocks xmlns:a="http://schemas.openxmlformats.org/drawingml/2006/main" noGrp="1"/>
          </p:cNvSpPr>
          <p:nvPr/>
        </p:nvSpPr>
        <p:spPr>
          <a:xfrm xmlns:a="http://schemas.openxmlformats.org/drawingml/2006/main">
            <a:off x="12125325" y="7143750"/>
            <a:ext cx="1000125" cy="342900"/>
          </a:xfrm>
          <a:prstGeom xmlns:a="http://schemas.openxmlformats.org/drawingml/2006/main" prst="rect">
            <a:avLst/>
          </a:prstGeom>
          <a:solidFill xmlns:a="http://schemas.openxmlformats.org/drawingml/2006/main">
            <a:srgbClr val="F1E5FA"/>
          </a:solidFill>
          <a:ln xmlns:a="http://schemas.openxmlformats.org/drawingml/2006/main" w="28575">
            <a:solidFill>
              <a:srgbClr val="8D49B8"/>
            </a:solidFill>
            <a:prstDash val="solid"/>
          </a:ln>
        </p:spPr>
      </p:sp>
      <p:sp>
        <p:nvSpPr>
          <p:cNvPr id="115" name="overview-tag-text-45-store">
            <a:extLst xmlns:a="http://schemas.openxmlformats.org/drawingml/2006/main">
              <a:ext uri="{FF2B5EF4-FFF2-40B4-BE49-F238E27FC236}">
                <a16:creationId xmlns:a16="http://schemas.microsoft.com/office/drawing/2014/main" id="{5A08A67E-36A0-4845-A203-49CD315BF00A}"/>
              </a:ext>
            </a:extLst>
          </p:cNvPr>
          <p:cNvSpPr>
            <a:spLocks xmlns:a="http://schemas.openxmlformats.org/drawingml/2006/main" noGrp="1"/>
          </p:cNvSpPr>
          <p:nvPr/>
        </p:nvSpPr>
        <p:spPr>
          <a:xfrm xmlns:a="http://schemas.openxmlformats.org/drawingml/2006/main">
            <a:off x="12125325" y="7143750"/>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04-45</a:t>
            </a:r>
          </a:p>
        </p:txBody>
      </p:sp>
      <p:sp>
        <p:nvSpPr>
          <p:cNvPr id="116" name="overview-dp42-store-tag-link">
            <a:extLst xmlns:a="http://schemas.openxmlformats.org/drawingml/2006/main">
              <a:ext uri="{FF2B5EF4-FFF2-40B4-BE49-F238E27FC236}">
                <a16:creationId xmlns:a16="http://schemas.microsoft.com/office/drawing/2014/main" id="{C7DE68C1-9ACF-4859-A3EC-276F5124E0A6}"/>
              </a:ext>
            </a:extLst>
          </p:cNvPr>
          <p:cNvSpPr>
            <a:spLocks xmlns:a="http://schemas.openxmlformats.org/drawingml/2006/main" noGrp="1"/>
          </p:cNvSpPr>
          <p:nvPr/>
        </p:nvSpPr>
        <p:spPr>
          <a:xfrm xmlns:a="http://schemas.openxmlformats.org/drawingml/2006/main">
            <a:off x="11477625" y="7486650"/>
            <a:ext cx="953" cy="152400"/>
          </a:xfrm>
          <a:custGeom xmlns:a="http://schemas.openxmlformats.org/drawingml/2006/main">
            <a:pathLst>
              <a:path w="953" h="152400">
                <a:moveTo>
                  <a:pt x="0" y="0"/>
                </a:moveTo>
                <a:lnTo>
                  <a:pt x="0" y="152400"/>
                </a:lnTo>
              </a:path>
            </a:pathLst>
          </a:custGeom>
          <a:noFill xmlns:a="http://schemas.openxmlformats.org/drawingml/2006/main"/>
          <a:ln xmlns:a="http://schemas.openxmlformats.org/drawingml/2006/main" w="28575">
            <a:solidFill>
              <a:srgbClr val="2463DD"/>
            </a:solidFill>
            <a:prstDash val="solid"/>
          </a:ln>
        </p:spPr>
      </p:sp>
      <p:sp>
        <p:nvSpPr>
          <p:cNvPr id="117" name="overview-dp45-store-tag-link">
            <a:extLst xmlns:a="http://schemas.openxmlformats.org/drawingml/2006/main">
              <a:ext uri="{FF2B5EF4-FFF2-40B4-BE49-F238E27FC236}">
                <a16:creationId xmlns:a16="http://schemas.microsoft.com/office/drawing/2014/main" id="{1E0CC9FB-0922-433B-8916-5B48D92EEF86}"/>
              </a:ext>
            </a:extLst>
          </p:cNvPr>
          <p:cNvSpPr>
            <a:spLocks xmlns:a="http://schemas.openxmlformats.org/drawingml/2006/main" noGrp="1"/>
          </p:cNvSpPr>
          <p:nvPr/>
        </p:nvSpPr>
        <p:spPr>
          <a:xfrm xmlns:a="http://schemas.openxmlformats.org/drawingml/2006/main">
            <a:off x="12620625" y="7486650"/>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28575">
            <a:solidFill>
              <a:srgbClr val="8D49B8"/>
            </a:solidFill>
            <a:prstDash val="solid"/>
          </a:ln>
        </p:spPr>
      </p:sp>
      <p:sp>
        <p:nvSpPr>
          <p:cNvPr id="118" name="overview-legend">
            <a:extLst xmlns:a="http://schemas.openxmlformats.org/drawingml/2006/main">
              <a:ext uri="{FF2B5EF4-FFF2-40B4-BE49-F238E27FC236}">
                <a16:creationId xmlns:a16="http://schemas.microsoft.com/office/drawing/2014/main" id="{13D46BAB-2A34-47FA-BA80-0897576421A2}"/>
              </a:ext>
            </a:extLst>
          </p:cNvPr>
          <p:cNvSpPr>
            <a:spLocks xmlns:a="http://schemas.openxmlformats.org/drawingml/2006/main" noGrp="1"/>
          </p:cNvSpPr>
          <p:nvPr/>
        </p:nvSpPr>
        <p:spPr>
          <a:xfrm xmlns:a="http://schemas.openxmlformats.org/drawingml/2006/main">
            <a:off x="495300" y="8429625"/>
            <a:ext cx="7419975"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119" name="overview-legend-title">
            <a:extLst xmlns:a="http://schemas.openxmlformats.org/drawingml/2006/main">
              <a:ext uri="{FF2B5EF4-FFF2-40B4-BE49-F238E27FC236}">
                <a16:creationId xmlns:a16="http://schemas.microsoft.com/office/drawing/2014/main" id="{45C12E20-AD8E-41ED-94B3-B2AE51B9B7B9}"/>
              </a:ext>
            </a:extLst>
          </p:cNvPr>
          <p:cNvSpPr>
            <a:spLocks xmlns:a="http://schemas.openxmlformats.org/drawingml/2006/main" noGrp="1"/>
          </p:cNvSpPr>
          <p:nvPr/>
        </p:nvSpPr>
        <p:spPr>
          <a:xfrm xmlns:a="http://schemas.openxmlformats.org/drawingml/2006/main">
            <a:off x="495300" y="8448675"/>
            <a:ext cx="74199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141414"/>
                </a:solidFill>
                <a:latin typeface="Apple SD Gothic Neo"/>
                <a:ea typeface="Apple SD Gothic Neo"/>
                <a:cs typeface="Apple SD Gothic Neo"/>
              </a:defRPr>
            </a:pPr>
            <a:r>
              <a:rPr sz="2000" b="0">
                <a:solidFill>
                  <a:srgbClr val="141414"/>
                </a:solidFill>
                <a:latin typeface="Apple SD Gothic Neo"/>
                <a:ea typeface="Apple SD Gothic Neo"/>
                <a:cs typeface="Apple SD Gothic Neo"/>
              </a:rPr>
              <a:t>Legend</a:t>
            </a:r>
          </a:p>
        </p:txBody>
      </p:sp>
      <p:sp>
        <p:nvSpPr>
          <p:cNvPr id="120" name="overview-legend-module">
            <a:extLst xmlns:a="http://schemas.openxmlformats.org/drawingml/2006/main">
              <a:ext uri="{FF2B5EF4-FFF2-40B4-BE49-F238E27FC236}">
                <a16:creationId xmlns:a16="http://schemas.microsoft.com/office/drawing/2014/main" id="{C9ED8F48-4DF7-4532-B079-54EF52075876}"/>
              </a:ext>
            </a:extLst>
          </p:cNvPr>
          <p:cNvSpPr>
            <a:spLocks xmlns:a="http://schemas.openxmlformats.org/drawingml/2006/main" noGrp="1"/>
          </p:cNvSpPr>
          <p:nvPr/>
        </p:nvSpPr>
        <p:spPr>
          <a:xfrm xmlns:a="http://schemas.openxmlformats.org/drawingml/2006/main">
            <a:off x="685800" y="8953500"/>
            <a:ext cx="561975" cy="2667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121" name="overview-legend-module-text">
            <a:extLst xmlns:a="http://schemas.openxmlformats.org/drawingml/2006/main">
              <a:ext uri="{FF2B5EF4-FFF2-40B4-BE49-F238E27FC236}">
                <a16:creationId xmlns:a16="http://schemas.microsoft.com/office/drawing/2014/main" id="{DE079278-585C-4E79-943A-523412311CDC}"/>
              </a:ext>
            </a:extLst>
          </p:cNvPr>
          <p:cNvSpPr>
            <a:spLocks xmlns:a="http://schemas.openxmlformats.org/drawingml/2006/main" noGrp="1"/>
          </p:cNvSpPr>
          <p:nvPr/>
        </p:nvSpPr>
        <p:spPr>
          <a:xfrm xmlns:a="http://schemas.openxmlformats.org/drawingml/2006/main">
            <a:off x="1381125" y="8905875"/>
            <a:ext cx="1743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141414"/>
                </a:solidFill>
                <a:latin typeface="Apple SD Gothic Neo"/>
                <a:ea typeface="Apple SD Gothic Neo"/>
                <a:cs typeface="Apple SD Gothic Neo"/>
              </a:defRPr>
            </a:pPr>
            <a:r>
              <a:rPr sz="1700" b="0">
                <a:solidFill>
                  <a:srgbClr val="141414"/>
                </a:solidFill>
                <a:latin typeface="Apple SD Gothic Neo"/>
                <a:ea typeface="Apple SD Gothic Neo"/>
                <a:cs typeface="Apple SD Gothic Neo"/>
              </a:rPr>
              <a:t>기능 모듈</a:t>
            </a:r>
          </a:p>
        </p:txBody>
      </p:sp>
      <p:sp>
        <p:nvSpPr>
          <p:cNvPr id="122" name="overview-legend-external">
            <a:extLst xmlns:a="http://schemas.openxmlformats.org/drawingml/2006/main">
              <a:ext uri="{FF2B5EF4-FFF2-40B4-BE49-F238E27FC236}">
                <a16:creationId xmlns:a16="http://schemas.microsoft.com/office/drawing/2014/main" id="{1DE87AB3-99BE-42D8-9DFE-7BEB74ED7F61}"/>
              </a:ext>
            </a:extLst>
          </p:cNvPr>
          <p:cNvSpPr>
            <a:spLocks xmlns:a="http://schemas.openxmlformats.org/drawingml/2006/main" noGrp="1"/>
          </p:cNvSpPr>
          <p:nvPr/>
        </p:nvSpPr>
        <p:spPr>
          <a:xfrm xmlns:a="http://schemas.openxmlformats.org/drawingml/2006/main">
            <a:off x="3543300" y="8953500"/>
            <a:ext cx="561975" cy="2667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123" name="overview-legend-external-text">
            <a:extLst xmlns:a="http://schemas.openxmlformats.org/drawingml/2006/main">
              <a:ext uri="{FF2B5EF4-FFF2-40B4-BE49-F238E27FC236}">
                <a16:creationId xmlns:a16="http://schemas.microsoft.com/office/drawing/2014/main" id="{5A439BB7-A4F9-4D17-B310-817DE17EF3B9}"/>
              </a:ext>
            </a:extLst>
          </p:cNvPr>
          <p:cNvSpPr>
            <a:spLocks xmlns:a="http://schemas.openxmlformats.org/drawingml/2006/main" noGrp="1"/>
          </p:cNvSpPr>
          <p:nvPr/>
        </p:nvSpPr>
        <p:spPr>
          <a:xfrm xmlns:a="http://schemas.openxmlformats.org/drawingml/2006/main">
            <a:off x="4238625" y="890587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141414"/>
                </a:solidFill>
                <a:latin typeface="Apple SD Gothic Neo"/>
                <a:ea typeface="Apple SD Gothic Neo"/>
                <a:cs typeface="Apple SD Gothic Neo"/>
              </a:defRPr>
            </a:pPr>
            <a:r>
              <a:rPr sz="1700" b="0">
                <a:solidFill>
                  <a:srgbClr val="141414"/>
                </a:solidFill>
                <a:latin typeface="Apple SD Gothic Neo"/>
                <a:ea typeface="Apple SD Gothic Neo"/>
                <a:cs typeface="Apple SD Gothic Neo"/>
              </a:rPr>
              <a:t>외부 책임 모듈</a:t>
            </a:r>
          </a:p>
        </p:txBody>
      </p:sp>
      <p:sp>
        <p:nvSpPr>
          <p:cNvPr id="124" name="overview-legend-store">
            <a:extLst xmlns:a="http://schemas.openxmlformats.org/drawingml/2006/main">
              <a:ext uri="{FF2B5EF4-FFF2-40B4-BE49-F238E27FC236}">
                <a16:creationId xmlns:a16="http://schemas.microsoft.com/office/drawing/2014/main" id="{0035B82A-BA50-41A5-AF88-3A8518F373E6}"/>
              </a:ext>
            </a:extLst>
          </p:cNvPr>
          <p:cNvSpPr>
            <a:spLocks xmlns:a="http://schemas.openxmlformats.org/drawingml/2006/main" noGrp="1"/>
          </p:cNvSpPr>
          <p:nvPr/>
        </p:nvSpPr>
        <p:spPr>
          <a:xfrm xmlns:a="http://schemas.openxmlformats.org/drawingml/2006/main">
            <a:off x="685800" y="9439275"/>
            <a:ext cx="561975" cy="257175"/>
          </a:xfrm>
          <a:prstGeom xmlns:a="http://schemas.openxmlformats.org/drawingml/2006/main" prst="can">
            <a:avLst/>
          </a:prstGeom>
          <a:solidFill xmlns:a="http://schemas.openxmlformats.org/drawingml/2006/main">
            <a:srgbClr val="FFFFFF"/>
          </a:solidFill>
          <a:ln xmlns:a="http://schemas.openxmlformats.org/drawingml/2006/main" w="16193">
            <a:solidFill>
              <a:srgbClr val="141414"/>
            </a:solidFill>
            <a:prstDash val="solid"/>
          </a:ln>
        </p:spPr>
      </p:sp>
      <p:sp>
        <p:nvSpPr>
          <p:cNvPr id="125" name="overview-legend-store-text">
            <a:extLst xmlns:a="http://schemas.openxmlformats.org/drawingml/2006/main">
              <a:ext uri="{FF2B5EF4-FFF2-40B4-BE49-F238E27FC236}">
                <a16:creationId xmlns:a16="http://schemas.microsoft.com/office/drawing/2014/main" id="{6D7E8E32-97F1-4035-AF97-84215950B93D}"/>
              </a:ext>
            </a:extLst>
          </p:cNvPr>
          <p:cNvSpPr>
            <a:spLocks xmlns:a="http://schemas.openxmlformats.org/drawingml/2006/main" noGrp="1"/>
          </p:cNvSpPr>
          <p:nvPr/>
        </p:nvSpPr>
        <p:spPr>
          <a:xfrm xmlns:a="http://schemas.openxmlformats.org/drawingml/2006/main">
            <a:off x="1381125" y="93821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141414"/>
                </a:solidFill>
                <a:latin typeface="Apple SD Gothic Neo"/>
                <a:ea typeface="Apple SD Gothic Neo"/>
                <a:cs typeface="Apple SD Gothic Neo"/>
              </a:defRPr>
            </a:pPr>
            <a:r>
              <a:rPr sz="1700" b="0">
                <a:solidFill>
                  <a:srgbClr val="141414"/>
                </a:solidFill>
                <a:latin typeface="Apple SD Gothic Neo"/>
                <a:ea typeface="Apple SD Gothic Neo"/>
                <a:cs typeface="Apple SD Gothic Neo"/>
              </a:rPr>
              <a:t>영속 저장소</a:t>
            </a:r>
          </a:p>
        </p:txBody>
      </p:sp>
      <p:sp>
        <p:nvSpPr>
          <p:cNvPr id="126" name="overview-legend-dp">
            <a:extLst xmlns:a="http://schemas.openxmlformats.org/drawingml/2006/main">
              <a:ext uri="{FF2B5EF4-FFF2-40B4-BE49-F238E27FC236}">
                <a16:creationId xmlns:a16="http://schemas.microsoft.com/office/drawing/2014/main" id="{59742401-6355-4FBE-9BFA-06A3FC25A8A1}"/>
              </a:ext>
            </a:extLst>
          </p:cNvPr>
          <p:cNvSpPr>
            <a:spLocks xmlns:a="http://schemas.openxmlformats.org/drawingml/2006/main" noGrp="1"/>
          </p:cNvSpPr>
          <p:nvPr/>
        </p:nvSpPr>
        <p:spPr>
          <a:xfrm xmlns:a="http://schemas.openxmlformats.org/drawingml/2006/main">
            <a:off x="3543300" y="9439275"/>
            <a:ext cx="561975" cy="257175"/>
          </a:xfrm>
          <a:prstGeom xmlns:a="http://schemas.openxmlformats.org/drawingml/2006/main" prst="rect">
            <a:avLst/>
          </a:prstGeom>
          <a:noFill xmlns:a="http://schemas.openxmlformats.org/drawingml/2006/main"/>
          <a:ln xmlns:a="http://schemas.openxmlformats.org/drawingml/2006/main" w="28575">
            <a:solidFill>
              <a:srgbClr val="2463DD"/>
            </a:solidFill>
            <a:prstDash val="dash"/>
          </a:ln>
        </p:spPr>
      </p:sp>
      <p:sp>
        <p:nvSpPr>
          <p:cNvPr id="127" name="overview-legend-dp-text">
            <a:extLst xmlns:a="http://schemas.openxmlformats.org/drawingml/2006/main">
              <a:ext uri="{FF2B5EF4-FFF2-40B4-BE49-F238E27FC236}">
                <a16:creationId xmlns:a16="http://schemas.microsoft.com/office/drawing/2014/main" id="{2B4F234E-E757-4F46-8CDD-D7859ABBA813}"/>
              </a:ext>
            </a:extLst>
          </p:cNvPr>
          <p:cNvSpPr>
            <a:spLocks xmlns:a="http://schemas.openxmlformats.org/drawingml/2006/main" noGrp="1"/>
          </p:cNvSpPr>
          <p:nvPr/>
        </p:nvSpPr>
        <p:spPr>
          <a:xfrm xmlns:a="http://schemas.openxmlformats.org/drawingml/2006/main">
            <a:off x="4238625" y="9382125"/>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141414"/>
                </a:solidFill>
                <a:latin typeface="Apple SD Gothic Neo"/>
                <a:ea typeface="Apple SD Gothic Neo"/>
                <a:cs typeface="Apple SD Gothic Neo"/>
              </a:defRPr>
            </a:pPr>
            <a:r>
              <a:rPr sz="1700" b="0">
                <a:solidFill>
                  <a:srgbClr val="141414"/>
                </a:solidFill>
                <a:latin typeface="Apple SD Gothic Neo"/>
                <a:ea typeface="Apple SD Gothic Neo"/>
                <a:cs typeface="Apple SD Gothic Neo"/>
              </a:rPr>
              <a:t>색상 점선: 주요 DP 범위</a:t>
            </a:r>
          </a:p>
        </p:txBody>
      </p:sp>
      <p:sp>
        <p:nvSpPr>
          <p:cNvPr id="128" name="overview-scope-footnote">
            <a:extLst xmlns:a="http://schemas.openxmlformats.org/drawingml/2006/main">
              <a:ext uri="{FF2B5EF4-FFF2-40B4-BE49-F238E27FC236}">
                <a16:creationId xmlns:a16="http://schemas.microsoft.com/office/drawing/2014/main" id="{E77E531B-F943-4860-BCCB-062254FAFF7F}"/>
              </a:ext>
            </a:extLst>
          </p:cNvPr>
          <p:cNvSpPr>
            <a:spLocks xmlns:a="http://schemas.openxmlformats.org/drawingml/2006/main" noGrp="1"/>
          </p:cNvSpPr>
          <p:nvPr/>
        </p:nvSpPr>
        <p:spPr>
          <a:xfrm xmlns:a="http://schemas.openxmlformats.org/drawingml/2006/main">
            <a:off x="495300" y="9934575"/>
            <a:ext cx="1731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00" b="0">
                <a:solidFill>
                  <a:srgbClr val="59616B"/>
                </a:solidFill>
                <a:latin typeface="Apple SD Gothic Neo"/>
                <a:ea typeface="Apple SD Gothic Neo"/>
                <a:cs typeface="Apple SD Gothic Neo"/>
              </a:defRPr>
            </a:pPr>
            <a:r>
              <a:rPr sz="1600" b="0">
                <a:solidFill>
                  <a:srgbClr val="59616B"/>
                </a:solidFill>
                <a:latin typeface="Apple SD Gothic Neo"/>
                <a:ea typeface="Apple SD Gothic Neo"/>
                <a:cs typeface="Apple SD Gothic Neo"/>
              </a:rPr>
              <a:t>점선은 주요 비교 위치. 모든 DP를 6개 QA로 검토하며, 권위 상태와 VAD는 로컬, 음성과 의미 모델은 클라우드</a:t>
            </a:r>
          </a:p>
        </p:txBody>
      </p:sp>
    </p:spTree>
    <p:extLst>
      <p:ext uri="{BB962C8B-B14F-4D97-AF65-F5344CB8AC3E}">
        <p14:creationId xmlns:p14="http://schemas.microsoft.com/office/powerpoint/2010/main" val="95298337"/>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responsibilities">
    <p:bg>
      <p:bgPr>
        <a:solidFill>
          <a:srgbClr val="FFFFFF"/>
        </a:solidFill>
      </p:bgPr>
    </p:bg>
    <p:spTree>
      <p:nvGrpSpPr>
        <p:cNvPr id="1" name=""/>
        <p:cNvGrpSpPr/>
        <p:nvPr/>
      </p:nvGrpSpPr>
      <p:grpSpPr>
        <a:xfrm/>
      </p:grpSpPr>
      <p:sp>
        <p:nvSpPr>
          <p:cNvPr id="39"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700" b="1">
                <a:solidFill>
                  <a:srgbClr val="202B30"/>
                </a:solidFill>
                <a:latin typeface="Apple SD Gothic Neo"/>
                <a:ea typeface="Apple SD Gothic Neo"/>
                <a:cs typeface="Apple SD Gothic Neo"/>
              </a:defRPr>
            </a:pPr>
            <a:r>
              <a:rPr sz="3700" b="1">
                <a:solidFill>
                  <a:srgbClr val="202B30"/>
                </a:solidFill>
                <a:latin typeface="Apple SD Gothic Neo"/>
                <a:ea typeface="Apple SD Gothic Neo"/>
                <a:cs typeface="Apple SD Gothic Neo"/>
              </a:rPr>
              <a:t>사용자의 요청을 이해해 업무를 위임하고,</a:t>
            </a:r>
          </a:p>
        </p:txBody>
      </p:sp>
      <p:sp>
        <p:nvSpPr>
          <p:cNvPr id="2"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700" b="1">
                <a:solidFill>
                  <a:srgbClr val="202B30"/>
                </a:solidFill>
                <a:latin typeface="Apple SD Gothic Neo"/>
                <a:ea typeface="Apple SD Gothic Neo"/>
                <a:cs typeface="Apple SD Gothic Neo"/>
              </a:defRPr>
            </a:pPr>
            <a:r>
              <a:rPr sz="3700" b="1">
                <a:solidFill>
                  <a:srgbClr val="202B30"/>
                </a:solidFill>
                <a:latin typeface="Apple SD Gothic Neo"/>
                <a:ea typeface="Apple SD Gothic Neo"/>
                <a:cs typeface="Apple SD Gothic Neo"/>
              </a:rPr>
              <a:t>입력부터 응답까지 사용자와의 대화를 관리하는 VIA</a:t>
            </a:r>
          </a:p>
        </p:txBody>
      </p:sp>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a:solidFill>
                  <a:srgbClr val="397C80"/>
                </a:solidFill>
                <a:latin typeface="Apple SD Gothic Neo"/>
                <a:ea typeface="Apple SD Gothic Neo"/>
                <a:cs typeface="Apple SD Gothic Neo"/>
              </a:defRPr>
            </a:pPr>
            <a:r>
              <a:rPr sz="2800" b="1">
                <a:solidFill>
                  <a:srgbClr val="397C80"/>
                </a:solidFill>
                <a:latin typeface="Apple SD Gothic Neo"/>
                <a:ea typeface="Apple SD Gothic Neo"/>
                <a:cs typeface="Apple SD Gothic Neo"/>
              </a:rPr>
              <a:t>“이 표와 지난달 매출보고서를 바탕으로</a:t>
            </a: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a:solidFill>
                  <a:srgbClr val="397C80"/>
                </a:solidFill>
                <a:latin typeface="Apple SD Gothic Neo"/>
                <a:ea typeface="Apple SD Gothic Neo"/>
                <a:cs typeface="Apple SD Gothic Neo"/>
              </a:defRPr>
            </a:pPr>
            <a:r>
              <a:rPr sz="2800" b="1">
                <a:solidFill>
                  <a:srgbClr val="397C80"/>
                </a:solidFill>
                <a:latin typeface="Apple SD Gothic Neo"/>
                <a:ea typeface="Apple SD Gothic Neo"/>
                <a:cs typeface="Apple SD Gothic Neo"/>
              </a:rPr>
              <a:t>이번 달 매출보고서를 만들어줘.”</a:t>
            </a: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사용자</a:t>
            </a: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VIA</a:t>
            </a: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업무 수행 Agent</a:t>
            </a: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a:solidFill>
                  <a:srgbClr val="397C80"/>
                </a:solidFill>
                <a:latin typeface="Apple SD Gothic Neo"/>
                <a:ea typeface="Apple SD Gothic Neo"/>
                <a:cs typeface="Apple SD Gothic Neo"/>
              </a:defRPr>
            </a:pPr>
            <a:r>
              <a:rPr sz="2200" b="0">
                <a:solidFill>
                  <a:srgbClr val="397C80"/>
                </a:solidFill>
                <a:latin typeface="Apple SD Gothic Neo"/>
                <a:ea typeface="Apple SD Gothic Neo"/>
                <a:cs typeface="Apple SD Gothic Neo"/>
              </a:rPr>
              <a:t>음성 요청 + 선택한 표</a:t>
            </a: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a:solidFill>
                  <a:srgbClr val="397C80"/>
                </a:solidFill>
                <a:latin typeface="Apple SD Gothic Neo"/>
                <a:ea typeface="Apple SD Gothic Neo"/>
                <a:cs typeface="Apple SD Gothic Neo"/>
              </a:defRPr>
            </a:pPr>
            <a:r>
              <a:rPr sz="2000" b="0">
                <a:solidFill>
                  <a:srgbClr val="397C80"/>
                </a:solidFill>
                <a:latin typeface="Apple SD Gothic Neo"/>
                <a:ea typeface="Apple SD Gothic Neo"/>
                <a:cs typeface="Apple SD Gothic Neo"/>
              </a:rPr>
              <a:t>목표·자료·조건을 이해해 위임</a:t>
            </a: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a:solidFill>
                  <a:srgbClr val="A56237"/>
                </a:solidFill>
                <a:latin typeface="Apple SD Gothic Neo"/>
                <a:ea typeface="Apple SD Gothic Neo"/>
                <a:cs typeface="Apple SD Gothic Neo"/>
              </a:defRPr>
            </a:pPr>
            <a:r>
              <a:rPr sz="2000" b="0">
                <a:solidFill>
                  <a:srgbClr val="A56237"/>
                </a:solidFill>
                <a:latin typeface="Apple SD Gothic Neo"/>
                <a:ea typeface="Apple SD Gothic Neo"/>
                <a:cs typeface="Apple SD Gothic Neo"/>
              </a:rPr>
              <a:t>화면에 결과, 음성으로 핵심 안내</a:t>
            </a: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a:solidFill>
                  <a:srgbClr val="202B30"/>
                </a:solidFill>
                <a:latin typeface="Apple SD Gothic Neo"/>
                <a:ea typeface="Apple SD Gothic Neo"/>
                <a:cs typeface="Apple SD Gothic Neo"/>
              </a:defRPr>
            </a:pPr>
            <a:r>
              <a:rPr sz="2300" b="1">
                <a:solidFill>
                  <a:srgbClr val="202B30"/>
                </a:solidFill>
                <a:latin typeface="Apple SD Gothic Neo"/>
                <a:ea typeface="Apple SD Gothic Neo"/>
                <a:cs typeface="Apple SD Gothic Neo"/>
              </a:rPr>
              <a:t>사용자는 VIA에서 대화를 이어가고, Agent는 실제 보고서 작성을 수행합니다</a:t>
            </a:r>
          </a:p>
        </p:txBody>
      </p:sp>
    </p:spTree>
    <p:extLst>
      <p:ext uri="{BB962C8B-B14F-4D97-AF65-F5344CB8AC3E}">
        <p14:creationId val="192631318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overlap">
    <p:bg>
      <p:bgPr>
        <a:solidFill>
          <a:srgbClr val="FFFFFF"/>
        </a:solidFill>
      </p:bgPr>
    </p:bg>
    <p:spTree>
      <p:nvGrpSpPr>
        <p:cNvPr id="1" name=""/>
        <p:cNvGrpSpPr/>
        <p:nvPr/>
      </p:nvGrpSpPr>
      <p:grpSpPr>
        <a:xfrm/>
      </p:grpSpPr>
      <p:sp>
        <p:nvSpPr>
          <p:cNvPr id="35"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업무를 맡긴 뒤에도,</a:t>
            </a:r>
          </a:p>
        </p:txBody>
      </p:sp>
      <p:sp>
        <p:nvSpPr>
          <p:cNvPr id="2"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새 발화와 업무 결과가 같은 대화로 들어옵니다</a:t>
            </a:r>
          </a:p>
        </p:txBody>
      </p:sp>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“이 표와 지난달 보고서로 이번 달 매출보고서를 만들고,</a:t>
            </a: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내일 오후 3시 팀 회의 안내 메일 초안도 준비해줘.”</a:t>
            </a: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사용자</a:t>
            </a: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VIA</a:t>
            </a: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업무 수행 Agent</a:t>
            </a: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a:solidFill>
                  <a:srgbClr val="397C80"/>
                </a:solidFill>
                <a:latin typeface="Apple SD Gothic Neo"/>
                <a:ea typeface="Apple SD Gothic Neo"/>
                <a:cs typeface="Apple SD Gothic Neo"/>
              </a:defRPr>
            </a:pPr>
            <a:r>
              <a:rPr sz="2000" b="0">
                <a:solidFill>
                  <a:srgbClr val="397C80"/>
                </a:solidFill>
                <a:latin typeface="Apple SD Gothic Neo"/>
                <a:ea typeface="Apple SD Gothic Neo"/>
                <a:cs typeface="Apple SD Gothic Neo"/>
              </a:rPr>
              <a:t>한 발화에 서로 독립적인 두 업무</a:t>
            </a: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a:solidFill>
                  <a:srgbClr val="397C80"/>
                </a:solidFill>
                <a:latin typeface="Apple SD Gothic Neo"/>
                <a:ea typeface="Apple SD Gothic Neo"/>
                <a:cs typeface="Apple SD Gothic Neo"/>
              </a:defRPr>
            </a:pPr>
            <a:r>
              <a:rPr sz="2000" b="0">
                <a:solidFill>
                  <a:srgbClr val="397C80"/>
                </a:solidFill>
                <a:latin typeface="Apple SD Gothic Neo"/>
                <a:ea typeface="Apple SD Gothic Neo"/>
                <a:cs typeface="Apple SD Gothic Neo"/>
              </a:rPr>
              <a:t>보고서 작성 / 회의 안내 메일 초안</a:t>
            </a: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a:solidFill>
                  <a:srgbClr val="66777D"/>
                </a:solidFill>
                <a:latin typeface="Apple SD Gothic Neo"/>
                <a:ea typeface="Apple SD Gothic Neo"/>
                <a:cs typeface="Apple SD Gothic Neo"/>
              </a:defRPr>
            </a:pPr>
            <a:r>
              <a:rPr sz="2000" b="0">
                <a:solidFill>
                  <a:srgbClr val="66777D"/>
                </a:solidFill>
                <a:latin typeface="Apple SD Gothic Neo"/>
                <a:ea typeface="Apple SD Gothic Neo"/>
                <a:cs typeface="Apple SD Gothic Neo"/>
              </a:rPr>
              <a:t>보고서·메일 처리 중</a:t>
            </a: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a:solidFill>
                  <a:srgbClr val="397C80"/>
                </a:solidFill>
                <a:latin typeface="Apple SD Gothic Neo"/>
                <a:ea typeface="Apple SD Gothic Neo"/>
                <a:cs typeface="Apple SD Gothic Neo"/>
              </a:defRPr>
            </a:pPr>
            <a:r>
              <a:rPr sz="2000" b="0">
                <a:solidFill>
                  <a:srgbClr val="397C80"/>
                </a:solidFill>
                <a:latin typeface="Apple SD Gothic Neo"/>
                <a:ea typeface="Apple SD Gothic Neo"/>
                <a:cs typeface="Apple SD Gothic Neo"/>
              </a:rPr>
              <a:t>“잠깐, 보고서엔 국내 매출만 넣어줘.”</a:t>
            </a: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a:solidFill>
                  <a:srgbClr val="A56237"/>
                </a:solidFill>
                <a:latin typeface="Apple SD Gothic Neo"/>
                <a:ea typeface="Apple SD Gothic Neo"/>
                <a:cs typeface="Apple SD Gothic Neo"/>
              </a:defRPr>
            </a:pPr>
            <a:r>
              <a:rPr sz="2000" b="0">
                <a:solidFill>
                  <a:srgbClr val="A56237"/>
                </a:solidFill>
                <a:latin typeface="Apple SD Gothic Neo"/>
                <a:ea typeface="Apple SD Gothic Neo"/>
                <a:cs typeface="Apple SD Gothic Neo"/>
              </a:rPr>
              <a:t>이전에 맡긴 공급업체 견적 도착</a:t>
            </a: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a:solidFill>
                  <a:srgbClr val="66777D"/>
                </a:solidFill>
                <a:latin typeface="Apple SD Gothic Neo"/>
                <a:ea typeface="Apple SD Gothic Neo"/>
                <a:cs typeface="Apple SD Gothic Neo"/>
              </a:defRPr>
            </a:pPr>
            <a:r>
              <a:rPr sz="1900" b="1">
                <a:solidFill>
                  <a:srgbClr val="66777D"/>
                </a:solidFill>
                <a:latin typeface="Apple SD Gothic Neo"/>
                <a:ea typeface="Apple SD Gothic Neo"/>
                <a:cs typeface="Apple SD Gothic Neo"/>
              </a:rPr>
              <a:t>새 발화와 결과가 겹쳐 도착</a:t>
            </a: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a:solidFill>
                  <a:srgbClr val="397C80"/>
                </a:solidFill>
                <a:latin typeface="Apple SD Gothic Neo"/>
                <a:ea typeface="Apple SD Gothic Neo"/>
                <a:cs typeface="Apple SD Gothic Neo"/>
              </a:defRPr>
            </a:pPr>
            <a:r>
              <a:rPr sz="2000" b="0">
                <a:solidFill>
                  <a:srgbClr val="397C80"/>
                </a:solidFill>
                <a:latin typeface="Apple SD Gothic Neo"/>
                <a:ea typeface="Apple SD Gothic Neo"/>
                <a:cs typeface="Apple SD Gothic Neo"/>
              </a:rPr>
              <a:t>정정은 보고서 업무에 연결</a:t>
            </a: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a:solidFill>
                  <a:srgbClr val="A56237"/>
                </a:solidFill>
                <a:latin typeface="Apple SD Gothic Neo"/>
                <a:ea typeface="Apple SD Gothic Neo"/>
                <a:cs typeface="Apple SD Gothic Neo"/>
              </a:defRPr>
            </a:pPr>
            <a:r>
              <a:rPr sz="2000" b="0">
                <a:solidFill>
                  <a:srgbClr val="A56237"/>
                </a:solidFill>
                <a:latin typeface="Apple SD Gothic Neo"/>
                <a:ea typeface="Apple SD Gothic Neo"/>
                <a:cs typeface="Apple SD Gothic Neo"/>
              </a:rPr>
              <a:t>말을 마친 뒤, 견적 도착을 안내</a:t>
            </a: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a:solidFill>
                  <a:srgbClr val="202B30"/>
                </a:solidFill>
                <a:latin typeface="Apple SD Gothic Neo"/>
                <a:ea typeface="Apple SD Gothic Neo"/>
                <a:cs typeface="Apple SD Gothic Neo"/>
              </a:defRPr>
            </a:pPr>
            <a:r>
              <a:rPr sz="230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Tree>
    <p:extLst>
      <p:ext uri="{BB962C8B-B14F-4D97-AF65-F5344CB8AC3E}">
        <p14:creationId val="1301013122"/>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
    <p:bg>
      <p:bgPr>
        <a:solidFill>
          <a:srgbClr val="FFFFFF"/>
        </a:solidFill>
      </p:bgPr>
    </p:bg>
    <p:spTree>
      <p:nvGrpSpPr>
        <p:cNvPr id="1" name=""/>
        <p:cNvGrpSpPr/>
        <p:nvPr/>
      </p:nvGrpSpPr>
      <p:grpSpPr>
        <a:xfrm/>
      </p:grpSpPr>
      <p:sp>
        <p:nvSpPr>
          <p:cNvPr id="28"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말 속의 지칭 대상과 조건을 찾아,</a:t>
            </a:r>
          </a:p>
        </p:txBody>
      </p:sp>
      <p:sp>
        <p:nvSpPr>
          <p:cNvPr id="2"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위임할 Request를 완성하는 VIA</a:t>
            </a:r>
          </a:p>
        </p:txBody>
      </p:sp>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“이 표를 아까 보고서에 넣고,</a:t>
            </a: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메일은 보내지 말고 보고서 결과로 메일 초안만 만들어줘.”</a:t>
            </a: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발화 + 선택한 화면</a:t>
            </a: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VIA의 Request 이해</a:t>
            </a: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위임할 Task</a:t>
            </a: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화면에서 선택한 표</a:t>
            </a: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대화에 남아 있는 보고서</a:t>
            </a: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지칭 대상: 어느 표, 어느 보고서?</a:t>
            </a: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순서: 보고서 수정 → 메일 초안</a:t>
            </a: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조건: 메일 발송 금지</a:t>
            </a: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보고서에 표 추가</a:t>
            </a: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그 결과로 메일 초안 작성</a:t>
            </a: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발송하지 않는 조건 유지</a:t>
            </a: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a:solidFill>
                  <a:srgbClr val="66777D"/>
                </a:solidFill>
                <a:latin typeface="Apple SD Gothic Neo"/>
                <a:ea typeface="Apple SD Gothic Neo"/>
                <a:cs typeface="Apple SD Gothic Neo"/>
              </a:defRPr>
            </a:pPr>
            <a:r>
              <a:rPr sz="1900" b="0">
                <a:solidFill>
                  <a:srgbClr val="66777D"/>
                </a:solidFill>
                <a:latin typeface="Apple SD Gothic Neo"/>
                <a:ea typeface="Apple SD Gothic Neo"/>
                <a:cs typeface="Apple SD Gothic Neo"/>
              </a:rPr>
              <a:t>지칭 대상이 모호하면 VIA가 사용자에게 확인합니다</a:t>
            </a: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a:solidFill>
                  <a:srgbClr val="202B30"/>
                </a:solidFill>
                <a:latin typeface="Apple SD Gothic Neo"/>
                <a:ea typeface="Apple SD Gothic Neo"/>
                <a:cs typeface="Apple SD Gothic Neo"/>
              </a:defRPr>
            </a:pPr>
            <a:r>
              <a:rPr sz="2200" b="1">
                <a:solidFill>
                  <a:srgbClr val="202B30"/>
                </a:solidFill>
                <a:latin typeface="Apple SD Gothic Neo"/>
                <a:ea typeface="Apple SD Gothic Neo"/>
                <a:cs typeface="Apple SD Gothic Neo"/>
              </a:rPr>
              <a:t>사용자는 파일명이나 Task 번호를 외우지 않아도, 지칭 대상과 순서, 조건을 함께 말할 수 있습니다</a:t>
            </a: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발화만으로 알 수 없는 정보를 찾아 확인하고,</a:t>
            </a: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조회 결과에 따라 추가 조회와 해석을 이어가며 Request를 완성하는 구조</a:t>
            </a:r>
          </a:p>
        </p:txBody>
      </p:sp>
    </p:spTree>
    <p:extLst>
      <p:ext uri="{BB962C8B-B14F-4D97-AF65-F5344CB8AC3E}">
        <p14:creationId val="75001597"/>
      </p:ext>
    </p:extLst>
  </p:cSld>
</p:sld>
</file>

<file path=ppt/slides/slide22.xml><?xml version="1.0" encoding="utf-8"?>
<p:sld xmlns:p="http://schemas.openxmlformats.org/presentationml/2006/main">
  <p:cSld name="dp41-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26" name="dp41-comparison / n1">
            <a:extLst xmlns:a="http://schemas.openxmlformats.org/drawingml/2006/main">
              <a:ext uri="{FF2B5EF4-FFF2-40B4-BE49-F238E27FC236}">
                <a16:creationId xmlns:a16="http://schemas.microsoft.com/office/drawing/2014/main" id="{46B28C88-BA2E-45AD-9221-7A32E4CAD2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A71840D6-27F0-49AA-97B7-031BE15F8849}"/>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1">
                <a:solidFill>
                  <a:srgbClr val="087E8B"/>
                </a:solidFill>
                <a:latin typeface="Apple SD Gothic Neo"/>
                <a:ea typeface="Apple SD Gothic Neo"/>
                <a:cs typeface="Apple SD Gothic Neo"/>
              </a:defRPr>
            </a:pPr>
            <a:r>
              <a:rPr sz="1400"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4AFEFC50-A5A4-4D78-8E59-83E63AA00CFE}"/>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656BD057-373A-406D-8382-C77CCFB46245}"/>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00" b="1">
                <a:solidFill>
                  <a:srgbClr val="18232E"/>
                </a:solidFill>
                <a:latin typeface="Apple SD Gothic Neo"/>
                <a:ea typeface="Apple SD Gothic Neo"/>
                <a:cs typeface="Apple SD Gothic Neo"/>
              </a:defRPr>
            </a:pPr>
            <a:r>
              <a:rPr sz="2900" b="1">
                <a:solidFill>
                  <a:srgbClr val="18232E"/>
                </a:solidFill>
                <a:latin typeface="Apple SD Gothic Neo"/>
                <a:ea typeface="Apple SD Gothic Neo"/>
                <a:cs typeface="Apple SD Gothic Neo"/>
              </a:rPr>
              <a:t>04-41. VIA Request 이해의 모델 판단 반복과 코드 해결 반복</a:t>
            </a:r>
          </a:p>
        </p:txBody>
      </p:sp>
      <p:sp>
        <p:nvSpPr>
          <p:cNvPr id="5" name="dp41-comparison / n5 / path">
            <a:extLst xmlns:a="http://schemas.openxmlformats.org/drawingml/2006/main">
              <a:ext uri="{FF2B5EF4-FFF2-40B4-BE49-F238E27FC236}">
                <a16:creationId xmlns:a16="http://schemas.microsoft.com/office/drawing/2014/main" id="{C306E9B5-D8C7-46DC-883B-246FB1A114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EA45F1E1-195F-4B06-9ADD-88331AB013F5}"/>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0">
                <a:solidFill>
                  <a:srgbClr val="18232E"/>
                </a:solidFill>
                <a:latin typeface="Apple SD Gothic Neo"/>
                <a:ea typeface="Apple SD Gothic Neo"/>
                <a:cs typeface="Apple SD Gothic Neo"/>
              </a:defRPr>
            </a:pPr>
            <a:r>
              <a:rPr sz="1700"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73435361-2972-4470-8183-3D93EB11931F}"/>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18232E"/>
                </a:solidFill>
                <a:latin typeface="Apple SD Gothic Neo"/>
                <a:ea typeface="Apple SD Gothic Neo"/>
                <a:cs typeface="Apple SD Gothic Neo"/>
              </a:defRPr>
            </a:pPr>
            <a:r>
              <a:rPr sz="1400"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298606F2-B0D4-44A2-B4D4-B4B035C21173}"/>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80B5CA3A-BFCA-40DD-98A9-E8FDBC8C3B20}"/>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18232E"/>
                </a:solidFill>
                <a:latin typeface="Apple SD Gothic Neo"/>
                <a:ea typeface="Apple SD Gothic Neo"/>
                <a:cs typeface="Apple SD Gothic Neo"/>
              </a:defRPr>
            </a:pPr>
            <a:r>
              <a:rPr sz="1400"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BF1C60DA-B3C8-400E-9F54-6C7D1C3763C0}"/>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E894F28B-957E-44C4-B2BC-2A8DA70A8297}"/>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11D61C36-AA31-49E9-A30E-2597116BBFD8}"/>
              </a:ext>
            </a:extLst>
          </p:cNvPr>
          <p:cNvSpPr>
            <a:spLocks xmlns:a="http://schemas.openxmlformats.org/drawingml/2006/main" noGrp="1"/>
          </p:cNvSpPr>
          <p:nvPr/>
        </p:nvSpPr>
        <p:spPr>
          <a:xfrm xmlns:a="http://schemas.openxmlformats.org/drawingml/2006/main">
            <a:off x="9620250" y="1857375"/>
            <a:ext cx="953" cy="6448425"/>
          </a:xfrm>
          <a:custGeom xmlns:a="http://schemas.openxmlformats.org/drawingml/2006/main">
            <a:pathLst>
              <a:path w="953" h="6448425">
                <a:moveTo>
                  <a:pt x="0" y="0"/>
                </a:moveTo>
                <a:lnTo>
                  <a:pt x="0" y="6448425"/>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2628A453-97E5-4732-B5B4-274C1B538395}"/>
              </a:ext>
            </a:extLst>
          </p:cNvPr>
          <p:cNvSpPr>
            <a:spLocks xmlns:a="http://schemas.openxmlformats.org/drawingml/2006/main" noGrp="1"/>
          </p:cNvSpPr>
          <p:nvPr/>
        </p:nvSpPr>
        <p:spPr>
          <a:xfrm xmlns:a="http://schemas.openxmlformats.org/drawingml/2006/main">
            <a:off x="381000" y="83058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FD9E8158-4D60-4AF2-BE84-CFCD45A57D32}"/>
              </a:ext>
            </a:extLst>
          </p:cNvPr>
          <p:cNvSpPr>
            <a:spLocks xmlns:a="http://schemas.openxmlformats.org/drawingml/2006/main" noGrp="1"/>
          </p:cNvSpPr>
          <p:nvPr/>
        </p:nvSpPr>
        <p:spPr>
          <a:xfrm xmlns:a="http://schemas.openxmlformats.org/drawingml/2006/main">
            <a:off x="400050" y="840105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공통 채택: Request Controller의 현재 입력과 정보, 권한 검사 및 저장 성공 후 응답 또는 Task 위임</a:t>
            </a:r>
          </a:p>
        </p:txBody>
      </p:sp>
      <p:sp>
        <p:nvSpPr>
          <p:cNvPr id="15" name="dp41-comparison / n15 / text 1">
            <a:extLst xmlns:a="http://schemas.openxmlformats.org/drawingml/2006/main">
              <a:ext uri="{FF2B5EF4-FFF2-40B4-BE49-F238E27FC236}">
                <a16:creationId xmlns:a16="http://schemas.microsoft.com/office/drawing/2014/main" id="{F52810BF-0544-4333-B5EE-2750A107E6A8}"/>
              </a:ext>
            </a:extLst>
          </p:cNvPr>
          <p:cNvSpPr>
            <a:spLocks xmlns:a="http://schemas.openxmlformats.org/drawingml/2006/main" noGrp="1"/>
          </p:cNvSpPr>
          <p:nvPr/>
        </p:nvSpPr>
        <p:spPr>
          <a:xfrm xmlns:a="http://schemas.openxmlformats.org/drawingml/2006/main">
            <a:off x="400050" y="863917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종료: 의미 완성, 확인 질문 대기, 실패, 취소, 한도 도달 / 질문을 실제 전달하고 새 답변을 받은 뒤 해석 재개</a:t>
            </a:r>
          </a:p>
        </p:txBody>
      </p:sp>
      <p:sp>
        <p:nvSpPr>
          <p:cNvPr id="327" name="dp41-v5-summary / n1">
            <a:extLst xmlns:a="http://schemas.openxmlformats.org/drawingml/2006/main">
              <a:ext uri="{FF2B5EF4-FFF2-40B4-BE49-F238E27FC236}">
                <a16:creationId xmlns:a16="http://schemas.microsoft.com/office/drawing/2014/main" id="{7414EC7B-C8BA-4D86-AC39-A4F8FBA75312}"/>
              </a:ext>
            </a:extLst>
          </p:cNvPr>
          <p:cNvSpPr>
            <a:spLocks xmlns:a="http://schemas.openxmlformats.org/drawingml/2006/main" noGrp="1"/>
          </p:cNvSpPr>
          <p:nvPr/>
        </p:nvSpPr>
        <p:spPr>
          <a:xfrm xmlns:a="http://schemas.openxmlformats.org/drawingml/2006/main">
            <a:off x="381000" y="88963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8" name="dp41-v5-summary / n2">
            <a:extLst xmlns:a="http://schemas.openxmlformats.org/drawingml/2006/main">
              <a:ext uri="{FF2B5EF4-FFF2-40B4-BE49-F238E27FC236}">
                <a16:creationId xmlns:a16="http://schemas.microsoft.com/office/drawing/2014/main" id="{A4DB7634-B3E2-40B8-8D2C-1BFD223E2CE7}"/>
              </a:ext>
            </a:extLst>
          </p:cNvPr>
          <p:cNvSpPr>
            <a:spLocks xmlns:a="http://schemas.openxmlformats.org/drawingml/2006/main" noGrp="1"/>
          </p:cNvSpPr>
          <p:nvPr/>
        </p:nvSpPr>
        <p:spPr>
          <a:xfrm xmlns:a="http://schemas.openxmlformats.org/drawingml/2006/main">
            <a:off x="400050" y="89154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1">
                <a:solidFill>
                  <a:srgbClr val="18232E"/>
                </a:solidFill>
                <a:latin typeface="Apple SD Gothic Neo"/>
                <a:ea typeface="Apple SD Gothic Neo"/>
                <a:cs typeface="Apple SD Gothic Neo"/>
              </a:defRPr>
            </a:pPr>
            <a:r>
              <a:rPr sz="1100" b="1">
                <a:solidFill>
                  <a:srgbClr val="18232E"/>
                </a:solidFill>
                <a:latin typeface="Apple SD Gothic Neo"/>
                <a:ea typeface="Apple SD Gothic Neo"/>
                <a:cs typeface="Apple SD Gothic Neo"/>
              </a:rPr>
              <a:t>요청 처리 정확성</a:t>
            </a:r>
          </a:p>
        </p:txBody>
      </p:sp>
      <p:sp>
        <p:nvSpPr>
          <p:cNvPr id="329" name="dp41-v5-summary / n3">
            <a:extLst xmlns:a="http://schemas.openxmlformats.org/drawingml/2006/main">
              <a:ext uri="{FF2B5EF4-FFF2-40B4-BE49-F238E27FC236}">
                <a16:creationId xmlns:a16="http://schemas.microsoft.com/office/drawing/2014/main" id="{233FD539-807C-4662-A690-5269D8D36A29}"/>
              </a:ext>
            </a:extLst>
          </p:cNvPr>
          <p:cNvSpPr>
            <a:spLocks xmlns:a="http://schemas.openxmlformats.org/drawingml/2006/main" noGrp="1"/>
          </p:cNvSpPr>
          <p:nvPr/>
        </p:nvSpPr>
        <p:spPr>
          <a:xfrm xmlns:a="http://schemas.openxmlformats.org/drawingml/2006/main">
            <a:off x="2857500" y="891540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평가 전  [전체 의미 결합과 부분 갱신]</a:t>
            </a:r>
          </a:p>
        </p:txBody>
      </p:sp>
      <p:sp>
        <p:nvSpPr>
          <p:cNvPr id="330" name="dp41-v5-summary / n4">
            <a:extLst xmlns:a="http://schemas.openxmlformats.org/drawingml/2006/main">
              <a:ext uri="{FF2B5EF4-FFF2-40B4-BE49-F238E27FC236}">
                <a16:creationId xmlns:a16="http://schemas.microsoft.com/office/drawing/2014/main" id="{52B47FF9-B1BF-4213-8AB3-C19697147A7B}"/>
              </a:ext>
            </a:extLst>
          </p:cNvPr>
          <p:cNvSpPr>
            <a:spLocks xmlns:a="http://schemas.openxmlformats.org/drawingml/2006/main" noGrp="1"/>
          </p:cNvSpPr>
          <p:nvPr/>
        </p:nvSpPr>
        <p:spPr>
          <a:xfrm xmlns:a="http://schemas.openxmlformats.org/drawingml/2006/main">
            <a:off x="10001250" y="891540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평가 전  [요청 틀의 표현 범위와 부분 결합]</a:t>
            </a:r>
          </a:p>
        </p:txBody>
      </p:sp>
      <p:sp>
        <p:nvSpPr>
          <p:cNvPr id="331" name="dp41-v5-summary / n5">
            <a:extLst xmlns:a="http://schemas.openxmlformats.org/drawingml/2006/main">
              <a:ext uri="{FF2B5EF4-FFF2-40B4-BE49-F238E27FC236}">
                <a16:creationId xmlns:a16="http://schemas.microsoft.com/office/drawing/2014/main" id="{67247221-C18A-4488-841E-A254D3BDE5D1}"/>
              </a:ext>
            </a:extLst>
          </p:cNvPr>
          <p:cNvSpPr>
            <a:spLocks xmlns:a="http://schemas.openxmlformats.org/drawingml/2006/main" noGrp="1"/>
          </p:cNvSpPr>
          <p:nvPr/>
        </p:nvSpPr>
        <p:spPr>
          <a:xfrm xmlns:a="http://schemas.openxmlformats.org/drawingml/2006/main">
            <a:off x="381000" y="9077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2" name="dp41-v5-summary / n6">
            <a:extLst xmlns:a="http://schemas.openxmlformats.org/drawingml/2006/main">
              <a:ext uri="{FF2B5EF4-FFF2-40B4-BE49-F238E27FC236}">
                <a16:creationId xmlns:a16="http://schemas.microsoft.com/office/drawing/2014/main" id="{05F25425-2D54-4648-971F-532496016541}"/>
              </a:ext>
            </a:extLst>
          </p:cNvPr>
          <p:cNvSpPr>
            <a:spLocks xmlns:a="http://schemas.openxmlformats.org/drawingml/2006/main" noGrp="1"/>
          </p:cNvSpPr>
          <p:nvPr/>
        </p:nvSpPr>
        <p:spPr>
          <a:xfrm xmlns:a="http://schemas.openxmlformats.org/drawingml/2006/main">
            <a:off x="400050" y="90963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1">
                <a:solidFill>
                  <a:srgbClr val="18232E"/>
                </a:solidFill>
                <a:latin typeface="Apple SD Gothic Neo"/>
                <a:ea typeface="Apple SD Gothic Neo"/>
                <a:cs typeface="Apple SD Gothic Neo"/>
              </a:defRPr>
            </a:pPr>
            <a:r>
              <a:rPr sz="1100" b="1">
                <a:solidFill>
                  <a:srgbClr val="18232E"/>
                </a:solidFill>
                <a:latin typeface="Apple SD Gothic Neo"/>
                <a:ea typeface="Apple SD Gothic Neo"/>
                <a:cs typeface="Apple SD Gothic Neo"/>
              </a:rPr>
              <a:t>상호작용 응답시간</a:t>
            </a:r>
          </a:p>
        </p:txBody>
      </p:sp>
      <p:sp>
        <p:nvSpPr>
          <p:cNvPr id="333" name="dp41-v5-summary / n7">
            <a:extLst xmlns:a="http://schemas.openxmlformats.org/drawingml/2006/main">
              <a:ext uri="{FF2B5EF4-FFF2-40B4-BE49-F238E27FC236}">
                <a16:creationId xmlns:a16="http://schemas.microsoft.com/office/drawing/2014/main" id="{C66726AF-9DC1-4569-A592-C78156D6B834}"/>
              </a:ext>
            </a:extLst>
          </p:cNvPr>
          <p:cNvSpPr>
            <a:spLocks xmlns:a="http://schemas.openxmlformats.org/drawingml/2006/main" noGrp="1"/>
          </p:cNvSpPr>
          <p:nvPr/>
        </p:nvSpPr>
        <p:spPr>
          <a:xfrm xmlns:a="http://schemas.openxmlformats.org/drawingml/2006/main">
            <a:off x="2857500" y="909637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평가 전  [조회 후 재판단과 실제 첫 반응]</a:t>
            </a:r>
          </a:p>
        </p:txBody>
      </p:sp>
      <p:sp>
        <p:nvSpPr>
          <p:cNvPr id="334" name="dp41-v5-summary / n8">
            <a:extLst xmlns:a="http://schemas.openxmlformats.org/drawingml/2006/main">
              <a:ext uri="{FF2B5EF4-FFF2-40B4-BE49-F238E27FC236}">
                <a16:creationId xmlns:a16="http://schemas.microsoft.com/office/drawing/2014/main" id="{4A1D1B3B-6C38-497B-9560-D4AF26B09539}"/>
              </a:ext>
            </a:extLst>
          </p:cNvPr>
          <p:cNvSpPr>
            <a:spLocks xmlns:a="http://schemas.openxmlformats.org/drawingml/2006/main" noGrp="1"/>
          </p:cNvSpPr>
          <p:nvPr/>
        </p:nvSpPr>
        <p:spPr>
          <a:xfrm xmlns:a="http://schemas.openxmlformats.org/drawingml/2006/main">
            <a:off x="10001250" y="909637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평가 전  [지원 항목의 코드 해결과 추가 해석]</a:t>
            </a:r>
          </a:p>
        </p:txBody>
      </p:sp>
      <p:sp>
        <p:nvSpPr>
          <p:cNvPr id="335" name="dp41-v5-summary / n9">
            <a:extLst xmlns:a="http://schemas.openxmlformats.org/drawingml/2006/main">
              <a:ext uri="{FF2B5EF4-FFF2-40B4-BE49-F238E27FC236}">
                <a16:creationId xmlns:a16="http://schemas.microsoft.com/office/drawing/2014/main" id="{2018D30A-4648-45FD-B623-70CCFF6A2A65}"/>
              </a:ext>
            </a:extLst>
          </p:cNvPr>
          <p:cNvSpPr>
            <a:spLocks xmlns:a="http://schemas.openxmlformats.org/drawingml/2006/main" noGrp="1"/>
          </p:cNvSpPr>
          <p:nvPr/>
        </p:nvSpPr>
        <p:spPr>
          <a:xfrm xmlns:a="http://schemas.openxmlformats.org/drawingml/2006/main">
            <a:off x="381000" y="9258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6" name="dp41-v5-summary / n10">
            <a:extLst xmlns:a="http://schemas.openxmlformats.org/drawingml/2006/main">
              <a:ext uri="{FF2B5EF4-FFF2-40B4-BE49-F238E27FC236}">
                <a16:creationId xmlns:a16="http://schemas.microsoft.com/office/drawing/2014/main" id="{44B69062-40F0-43B8-94D9-C0CC59F4B3ED}"/>
              </a:ext>
            </a:extLst>
          </p:cNvPr>
          <p:cNvSpPr>
            <a:spLocks xmlns:a="http://schemas.openxmlformats.org/drawingml/2006/main" noGrp="1"/>
          </p:cNvSpPr>
          <p:nvPr/>
        </p:nvSpPr>
        <p:spPr>
          <a:xfrm xmlns:a="http://schemas.openxmlformats.org/drawingml/2006/main">
            <a:off x="400050" y="927735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1">
                <a:solidFill>
                  <a:srgbClr val="18232E"/>
                </a:solidFill>
                <a:latin typeface="Apple SD Gothic Neo"/>
                <a:ea typeface="Apple SD Gothic Neo"/>
                <a:cs typeface="Apple SD Gothic Neo"/>
              </a:defRPr>
            </a:pPr>
            <a:r>
              <a:rPr sz="1100" b="1">
                <a:solidFill>
                  <a:srgbClr val="18232E"/>
                </a:solidFill>
                <a:latin typeface="Apple SD Gothic Neo"/>
                <a:ea typeface="Apple SD Gothic Neo"/>
                <a:cs typeface="Apple SD Gothic Neo"/>
              </a:rPr>
              <a:t>VIA 요청 처리시간</a:t>
            </a:r>
          </a:p>
        </p:txBody>
      </p:sp>
      <p:sp>
        <p:nvSpPr>
          <p:cNvPr id="337" name="dp41-v5-summary / n11">
            <a:extLst xmlns:a="http://schemas.openxmlformats.org/drawingml/2006/main">
              <a:ext uri="{FF2B5EF4-FFF2-40B4-BE49-F238E27FC236}">
                <a16:creationId xmlns:a16="http://schemas.microsoft.com/office/drawing/2014/main" id="{89073AD5-7A87-4D2A-B49B-E6E773979141}"/>
              </a:ext>
            </a:extLst>
          </p:cNvPr>
          <p:cNvSpPr>
            <a:spLocks xmlns:a="http://schemas.openxmlformats.org/drawingml/2006/main" noGrp="1"/>
          </p:cNvSpPr>
          <p:nvPr/>
        </p:nvSpPr>
        <p:spPr>
          <a:xfrm xmlns:a="http://schemas.openxmlformats.org/drawingml/2006/main">
            <a:off x="2857500" y="927735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평가 전  [조회와 전체 판단의 반복 경로]</a:t>
            </a:r>
          </a:p>
        </p:txBody>
      </p:sp>
      <p:sp>
        <p:nvSpPr>
          <p:cNvPr id="338" name="dp41-v5-summary / n12">
            <a:extLst xmlns:a="http://schemas.openxmlformats.org/drawingml/2006/main">
              <a:ext uri="{FF2B5EF4-FFF2-40B4-BE49-F238E27FC236}">
                <a16:creationId xmlns:a16="http://schemas.microsoft.com/office/drawing/2014/main" id="{095495EC-F732-482B-8325-7B48973E5235}"/>
              </a:ext>
            </a:extLst>
          </p:cNvPr>
          <p:cNvSpPr>
            <a:spLocks xmlns:a="http://schemas.openxmlformats.org/drawingml/2006/main" noGrp="1"/>
          </p:cNvSpPr>
          <p:nvPr/>
        </p:nvSpPr>
        <p:spPr>
          <a:xfrm xmlns:a="http://schemas.openxmlformats.org/drawingml/2006/main">
            <a:off x="10001250" y="927735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평가 전  [항목별 해결과 코드 결합 경로]</a:t>
            </a:r>
          </a:p>
        </p:txBody>
      </p:sp>
      <p:sp>
        <p:nvSpPr>
          <p:cNvPr id="339" name="dp41-v5-summary / n13">
            <a:extLst xmlns:a="http://schemas.openxmlformats.org/drawingml/2006/main">
              <a:ext uri="{FF2B5EF4-FFF2-40B4-BE49-F238E27FC236}">
                <a16:creationId xmlns:a16="http://schemas.microsoft.com/office/drawing/2014/main" id="{6F8236F8-95CF-4075-99F6-078F559E174A}"/>
              </a:ext>
            </a:extLst>
          </p:cNvPr>
          <p:cNvSpPr>
            <a:spLocks xmlns:a="http://schemas.openxmlformats.org/drawingml/2006/main" noGrp="1"/>
          </p:cNvSpPr>
          <p:nvPr/>
        </p:nvSpPr>
        <p:spPr>
          <a:xfrm xmlns:a="http://schemas.openxmlformats.org/drawingml/2006/main">
            <a:off x="381000" y="9439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0" name="dp41-v5-summary / n14">
            <a:extLst xmlns:a="http://schemas.openxmlformats.org/drawingml/2006/main">
              <a:ext uri="{FF2B5EF4-FFF2-40B4-BE49-F238E27FC236}">
                <a16:creationId xmlns:a16="http://schemas.microsoft.com/office/drawing/2014/main" id="{14E46EFC-14D5-428E-B06E-9FAF0B4011EB}"/>
              </a:ext>
            </a:extLst>
          </p:cNvPr>
          <p:cNvSpPr>
            <a:spLocks xmlns:a="http://schemas.openxmlformats.org/drawingml/2006/main" noGrp="1"/>
          </p:cNvSpPr>
          <p:nvPr/>
        </p:nvSpPr>
        <p:spPr>
          <a:xfrm xmlns:a="http://schemas.openxmlformats.org/drawingml/2006/main">
            <a:off x="400050" y="945832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1">
                <a:solidFill>
                  <a:srgbClr val="18232E"/>
                </a:solidFill>
                <a:latin typeface="Apple SD Gothic Neo"/>
                <a:ea typeface="Apple SD Gothic Neo"/>
                <a:cs typeface="Apple SD Gothic Neo"/>
              </a:defRPr>
            </a:pPr>
            <a:r>
              <a:rPr sz="1100" b="1">
                <a:solidFill>
                  <a:srgbClr val="18232E"/>
                </a:solidFill>
                <a:latin typeface="Apple SD Gothic Neo"/>
                <a:ea typeface="Apple SD Gothic Neo"/>
                <a:cs typeface="Apple SD Gothic Neo"/>
              </a:rPr>
              <a:t>VIA 모델 사용 비용</a:t>
            </a:r>
          </a:p>
        </p:txBody>
      </p:sp>
      <p:sp>
        <p:nvSpPr>
          <p:cNvPr id="341" name="dp41-v5-summary / n15">
            <a:extLst xmlns:a="http://schemas.openxmlformats.org/drawingml/2006/main">
              <a:ext uri="{FF2B5EF4-FFF2-40B4-BE49-F238E27FC236}">
                <a16:creationId xmlns:a16="http://schemas.microsoft.com/office/drawing/2014/main" id="{A0DD44C8-A1D4-41D7-A118-F8BC30C608B5}"/>
              </a:ext>
            </a:extLst>
          </p:cNvPr>
          <p:cNvSpPr>
            <a:spLocks xmlns:a="http://schemas.openxmlformats.org/drawingml/2006/main" noGrp="1"/>
          </p:cNvSpPr>
          <p:nvPr/>
        </p:nvSpPr>
        <p:spPr>
          <a:xfrm xmlns:a="http://schemas.openxmlformats.org/drawingml/2006/main">
            <a:off x="2857500" y="945832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평가 전  [실제 재판단 token과 폐기 청구]</a:t>
            </a:r>
          </a:p>
        </p:txBody>
      </p:sp>
      <p:sp>
        <p:nvSpPr>
          <p:cNvPr id="342" name="dp41-v5-summary / n16">
            <a:extLst xmlns:a="http://schemas.openxmlformats.org/drawingml/2006/main">
              <a:ext uri="{FF2B5EF4-FFF2-40B4-BE49-F238E27FC236}">
                <a16:creationId xmlns:a16="http://schemas.microsoft.com/office/drawing/2014/main" id="{96CFC62A-BB57-4A35-9355-2FEA0184901D}"/>
              </a:ext>
            </a:extLst>
          </p:cNvPr>
          <p:cNvSpPr>
            <a:spLocks xmlns:a="http://schemas.openxmlformats.org/drawingml/2006/main" noGrp="1"/>
          </p:cNvSpPr>
          <p:nvPr/>
        </p:nvSpPr>
        <p:spPr>
          <a:xfrm xmlns:a="http://schemas.openxmlformats.org/drawingml/2006/main">
            <a:off x="10001250" y="945832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평가 전  [부분 해석 호출과 전체 청구]</a:t>
            </a:r>
          </a:p>
        </p:txBody>
      </p:sp>
      <p:sp>
        <p:nvSpPr>
          <p:cNvPr id="343" name="dp41-v5-summary / n17">
            <a:extLst xmlns:a="http://schemas.openxmlformats.org/drawingml/2006/main">
              <a:ext uri="{FF2B5EF4-FFF2-40B4-BE49-F238E27FC236}">
                <a16:creationId xmlns:a16="http://schemas.microsoft.com/office/drawing/2014/main" id="{FF341B01-3BDC-486E-AF62-51B33CE20AD2}"/>
              </a:ext>
            </a:extLst>
          </p:cNvPr>
          <p:cNvSpPr>
            <a:spLocks xmlns:a="http://schemas.openxmlformats.org/drawingml/2006/main" noGrp="1"/>
          </p:cNvSpPr>
          <p:nvPr/>
        </p:nvSpPr>
        <p:spPr>
          <a:xfrm xmlns:a="http://schemas.openxmlformats.org/drawingml/2006/main">
            <a:off x="381000" y="96202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4" name="dp41-v5-summary / n18">
            <a:extLst xmlns:a="http://schemas.openxmlformats.org/drawingml/2006/main">
              <a:ext uri="{FF2B5EF4-FFF2-40B4-BE49-F238E27FC236}">
                <a16:creationId xmlns:a16="http://schemas.microsoft.com/office/drawing/2014/main" id="{D8BAE903-5EFA-4F93-A3FA-A813176B8252}"/>
              </a:ext>
            </a:extLst>
          </p:cNvPr>
          <p:cNvSpPr>
            <a:spLocks xmlns:a="http://schemas.openxmlformats.org/drawingml/2006/main" noGrp="1"/>
          </p:cNvSpPr>
          <p:nvPr/>
        </p:nvSpPr>
        <p:spPr>
          <a:xfrm xmlns:a="http://schemas.openxmlformats.org/drawingml/2006/main">
            <a:off x="400050" y="96393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1">
                <a:solidFill>
                  <a:srgbClr val="18232E"/>
                </a:solidFill>
                <a:latin typeface="Apple SD Gothic Neo"/>
                <a:ea typeface="Apple SD Gothic Neo"/>
                <a:cs typeface="Apple SD Gothic Neo"/>
              </a:defRPr>
            </a:pPr>
            <a:r>
              <a:rPr sz="1100" b="1">
                <a:solidFill>
                  <a:srgbClr val="18232E"/>
                </a:solidFill>
                <a:latin typeface="Apple SD Gothic Neo"/>
                <a:ea typeface="Apple SD Gothic Neo"/>
                <a:cs typeface="Apple SD Gothic Neo"/>
              </a:rPr>
              <a:t>VIA 변경 용이성</a:t>
            </a:r>
          </a:p>
        </p:txBody>
      </p:sp>
      <p:sp>
        <p:nvSpPr>
          <p:cNvPr id="345" name="dp41-v5-summary / n19">
            <a:extLst xmlns:a="http://schemas.openxmlformats.org/drawingml/2006/main">
              <a:ext uri="{FF2B5EF4-FFF2-40B4-BE49-F238E27FC236}">
                <a16:creationId xmlns:a16="http://schemas.microsoft.com/office/drawing/2014/main" id="{A4533103-B8DE-4354-ADBF-7A1C1FB210C4}"/>
              </a:ext>
            </a:extLst>
          </p:cNvPr>
          <p:cNvSpPr>
            <a:spLocks xmlns:a="http://schemas.openxmlformats.org/drawingml/2006/main" noGrp="1"/>
          </p:cNvSpPr>
          <p:nvPr/>
        </p:nvSpPr>
        <p:spPr>
          <a:xfrm xmlns:a="http://schemas.openxmlformats.org/drawingml/2006/main">
            <a:off x="2857500" y="963930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평가 전  [모델 지침과 검증의 실제 수정]</a:t>
            </a:r>
          </a:p>
        </p:txBody>
      </p:sp>
      <p:sp>
        <p:nvSpPr>
          <p:cNvPr id="346" name="dp41-v5-summary / n20">
            <a:extLst xmlns:a="http://schemas.openxmlformats.org/drawingml/2006/main">
              <a:ext uri="{FF2B5EF4-FFF2-40B4-BE49-F238E27FC236}">
                <a16:creationId xmlns:a16="http://schemas.microsoft.com/office/drawing/2014/main" id="{15052016-0147-4004-A47A-1655E361E2CB}"/>
              </a:ext>
            </a:extLst>
          </p:cNvPr>
          <p:cNvSpPr>
            <a:spLocks xmlns:a="http://schemas.openxmlformats.org/drawingml/2006/main" noGrp="1"/>
          </p:cNvSpPr>
          <p:nvPr/>
        </p:nvSpPr>
        <p:spPr>
          <a:xfrm xmlns:a="http://schemas.openxmlformats.org/drawingml/2006/main">
            <a:off x="10001250" y="963930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평가 전  [요청 틀과 Engine 규칙의 실제 수정]</a:t>
            </a:r>
          </a:p>
        </p:txBody>
      </p:sp>
      <p:sp>
        <p:nvSpPr>
          <p:cNvPr id="347" name="dp41-v5-summary / n21">
            <a:extLst xmlns:a="http://schemas.openxmlformats.org/drawingml/2006/main">
              <a:ext uri="{FF2B5EF4-FFF2-40B4-BE49-F238E27FC236}">
                <a16:creationId xmlns:a16="http://schemas.microsoft.com/office/drawing/2014/main" id="{B9A4086D-04B9-447E-BEED-7C0A68671038}"/>
              </a:ext>
            </a:extLst>
          </p:cNvPr>
          <p:cNvSpPr>
            <a:spLocks xmlns:a="http://schemas.openxmlformats.org/drawingml/2006/main" noGrp="1"/>
          </p:cNvSpPr>
          <p:nvPr/>
        </p:nvSpPr>
        <p:spPr>
          <a:xfrm xmlns:a="http://schemas.openxmlformats.org/drawingml/2006/main">
            <a:off x="381000" y="9801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8" name="dp41-v5-summary / n22">
            <a:extLst xmlns:a="http://schemas.openxmlformats.org/drawingml/2006/main">
              <a:ext uri="{FF2B5EF4-FFF2-40B4-BE49-F238E27FC236}">
                <a16:creationId xmlns:a16="http://schemas.microsoft.com/office/drawing/2014/main" id="{9AF8AF99-2CBC-4DC8-AC8F-CF4427D1FA7B}"/>
              </a:ext>
            </a:extLst>
          </p:cNvPr>
          <p:cNvSpPr>
            <a:spLocks xmlns:a="http://schemas.openxmlformats.org/drawingml/2006/main" noGrp="1"/>
          </p:cNvSpPr>
          <p:nvPr/>
        </p:nvSpPr>
        <p:spPr>
          <a:xfrm xmlns:a="http://schemas.openxmlformats.org/drawingml/2006/main">
            <a:off x="400050" y="98202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1">
                <a:solidFill>
                  <a:srgbClr val="18232E"/>
                </a:solidFill>
                <a:latin typeface="Apple SD Gothic Neo"/>
                <a:ea typeface="Apple SD Gothic Neo"/>
                <a:cs typeface="Apple SD Gothic Neo"/>
              </a:defRPr>
            </a:pPr>
            <a:r>
              <a:rPr sz="1100" b="1">
                <a:solidFill>
                  <a:srgbClr val="18232E"/>
                </a:solidFill>
                <a:latin typeface="Apple SD Gothic Neo"/>
                <a:ea typeface="Apple SD Gothic Neo"/>
                <a:cs typeface="Apple SD Gothic Neo"/>
              </a:rPr>
              <a:t>로컬 VIA 메모리 사용량</a:t>
            </a:r>
          </a:p>
        </p:txBody>
      </p:sp>
      <p:sp>
        <p:nvSpPr>
          <p:cNvPr id="349" name="dp41-v5-summary / n23">
            <a:extLst xmlns:a="http://schemas.openxmlformats.org/drawingml/2006/main">
              <a:ext uri="{FF2B5EF4-FFF2-40B4-BE49-F238E27FC236}">
                <a16:creationId xmlns:a16="http://schemas.microsoft.com/office/drawing/2014/main" id="{C1A2DE82-7603-4DC6-8E82-A79D5541020A}"/>
              </a:ext>
            </a:extLst>
          </p:cNvPr>
          <p:cNvSpPr>
            <a:spLocks xmlns:a="http://schemas.openxmlformats.org/drawingml/2006/main" noGrp="1"/>
          </p:cNvSpPr>
          <p:nvPr/>
        </p:nvSpPr>
        <p:spPr>
          <a:xfrm xmlns:a="http://schemas.openxmlformats.org/drawingml/2006/main">
            <a:off x="2857500" y="982027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예산 1,792MiB  [Context와 조회 buffer의 동시 할당]</a:t>
            </a:r>
          </a:p>
        </p:txBody>
      </p:sp>
      <p:sp>
        <p:nvSpPr>
          <p:cNvPr id="350" name="dp41-v5-summary / n24">
            <a:extLst xmlns:a="http://schemas.openxmlformats.org/drawingml/2006/main">
              <a:ext uri="{FF2B5EF4-FFF2-40B4-BE49-F238E27FC236}">
                <a16:creationId xmlns:a16="http://schemas.microsoft.com/office/drawing/2014/main" id="{E6F68C1E-6BA3-4359-86AE-91A3C2856852}"/>
              </a:ext>
            </a:extLst>
          </p:cNvPr>
          <p:cNvSpPr>
            <a:spLocks xmlns:a="http://schemas.openxmlformats.org/drawingml/2006/main" noGrp="1"/>
          </p:cNvSpPr>
          <p:nvPr/>
        </p:nvSpPr>
        <p:spPr>
          <a:xfrm xmlns:a="http://schemas.openxmlformats.org/drawingml/2006/main">
            <a:off x="10001250" y="982027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예산 1,760MiB  [요청 틀과 해결 상태의 동시 할당]</a:t>
            </a:r>
          </a:p>
        </p:txBody>
      </p:sp>
      <p:sp>
        <p:nvSpPr>
          <p:cNvPr id="351" name="dp41-v5-summary / n25">
            <a:extLst xmlns:a="http://schemas.openxmlformats.org/drawingml/2006/main">
              <a:ext uri="{FF2B5EF4-FFF2-40B4-BE49-F238E27FC236}">
                <a16:creationId xmlns:a16="http://schemas.microsoft.com/office/drawing/2014/main" id="{2F46DB74-E42B-4B95-8EFE-3361D15ABE47}"/>
              </a:ext>
            </a:extLst>
          </p:cNvPr>
          <p:cNvSpPr>
            <a:spLocks xmlns:a="http://schemas.openxmlformats.org/drawingml/2006/main" noGrp="1"/>
          </p:cNvSpPr>
          <p:nvPr/>
        </p:nvSpPr>
        <p:spPr>
          <a:xfrm xmlns:a="http://schemas.openxmlformats.org/drawingml/2006/main">
            <a:off x="381000" y="100298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5F6B77"/>
                </a:solidFill>
                <a:latin typeface="Apple SD Gothic Neo"/>
                <a:ea typeface="Apple SD Gothic Neo"/>
                <a:cs typeface="Apple SD Gothic Neo"/>
              </a:defRPr>
            </a:pPr>
            <a:r>
              <a:rPr sz="110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33" name="dp41-comparison / n33">
            <a:extLst xmlns:a="http://schemas.openxmlformats.org/drawingml/2006/main">
              <a:ext uri="{FF2B5EF4-FFF2-40B4-BE49-F238E27FC236}">
                <a16:creationId xmlns:a16="http://schemas.microsoft.com/office/drawing/2014/main" id="{8094D5CE-C823-415C-8B62-3745C97B2ABA}"/>
              </a:ext>
            </a:extLst>
          </p:cNvPr>
          <p:cNvSpPr>
            <a:spLocks xmlns:a="http://schemas.openxmlformats.org/drawingml/2006/main" noGrp="1"/>
          </p:cNvSpPr>
          <p:nvPr/>
        </p:nvSpPr>
        <p:spPr>
          <a:xfrm xmlns:a="http://schemas.openxmlformats.org/drawingml/2006/main">
            <a:off x="447675" y="3257550"/>
            <a:ext cx="819150" cy="5000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1-comparison / n34 / text 1">
            <a:extLst xmlns:a="http://schemas.openxmlformats.org/drawingml/2006/main">
              <a:ext uri="{FF2B5EF4-FFF2-40B4-BE49-F238E27FC236}">
                <a16:creationId xmlns:a16="http://schemas.microsoft.com/office/drawing/2014/main" id="{044931FA-E06A-4C2E-BB38-1334EE8CD71E}"/>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Legend</a:t>
            </a:r>
          </a:p>
        </p:txBody>
      </p:sp>
      <p:sp>
        <p:nvSpPr>
          <p:cNvPr id="35" name="dp41-comparison / n35">
            <a:extLst xmlns:a="http://schemas.openxmlformats.org/drawingml/2006/main">
              <a:ext uri="{FF2B5EF4-FFF2-40B4-BE49-F238E27FC236}">
                <a16:creationId xmlns:a16="http://schemas.microsoft.com/office/drawing/2014/main" id="{2DDDB9B4-A7C8-4779-A6C9-EB47D2677788}"/>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1-comparison / n36 / text 1">
            <a:extLst xmlns:a="http://schemas.openxmlformats.org/drawingml/2006/main">
              <a:ext uri="{FF2B5EF4-FFF2-40B4-BE49-F238E27FC236}">
                <a16:creationId xmlns:a16="http://schemas.microsoft.com/office/drawing/2014/main" id="{74EB7C2A-BEC5-405C-90A9-888CA10074F1}"/>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Component</a:t>
            </a:r>
          </a:p>
        </p:txBody>
      </p:sp>
      <p:sp>
        <p:nvSpPr>
          <p:cNvPr id="37" name="dp41-comparison / n37 / text 1">
            <a:extLst xmlns:a="http://schemas.openxmlformats.org/drawingml/2006/main">
              <a:ext uri="{FF2B5EF4-FFF2-40B4-BE49-F238E27FC236}">
                <a16:creationId xmlns:a16="http://schemas.microsoft.com/office/drawing/2014/main" id="{43FEE6A4-0B52-46EF-927B-3200F5382FDD}"/>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1-comparison / n38">
            <a:extLst xmlns:a="http://schemas.openxmlformats.org/drawingml/2006/main">
              <a:ext uri="{FF2B5EF4-FFF2-40B4-BE49-F238E27FC236}">
                <a16:creationId xmlns:a16="http://schemas.microsoft.com/office/drawing/2014/main" id="{F04C860E-9291-447A-8B55-4CC8DFBF76E7}"/>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1-comparison / n39 / text 1">
            <a:extLst xmlns:a="http://schemas.openxmlformats.org/drawingml/2006/main">
              <a:ext uri="{FF2B5EF4-FFF2-40B4-BE49-F238E27FC236}">
                <a16:creationId xmlns:a16="http://schemas.microsoft.com/office/drawing/2014/main" id="{C6F806C1-AAC7-474A-BE7E-B62589B56DFA}"/>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Module</a:t>
            </a:r>
          </a:p>
        </p:txBody>
      </p:sp>
      <p:sp>
        <p:nvSpPr>
          <p:cNvPr id="40" name="dp41-comparison / n40 / text 1">
            <a:extLst xmlns:a="http://schemas.openxmlformats.org/drawingml/2006/main">
              <a:ext uri="{FF2B5EF4-FFF2-40B4-BE49-F238E27FC236}">
                <a16:creationId xmlns:a16="http://schemas.microsoft.com/office/drawing/2014/main" id="{66D0DBE6-0033-48AA-885E-4C8BCC006A83}"/>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1-comparison / n41">
            <a:extLst xmlns:a="http://schemas.openxmlformats.org/drawingml/2006/main">
              <a:ext uri="{FF2B5EF4-FFF2-40B4-BE49-F238E27FC236}">
                <a16:creationId xmlns:a16="http://schemas.microsoft.com/office/drawing/2014/main" id="{489AEC08-A147-490A-A72E-35A320D69C14}"/>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1-comparison / n41 / fold">
            <a:extLst xmlns:a="http://schemas.openxmlformats.org/drawingml/2006/main">
              <a:ext uri="{FF2B5EF4-FFF2-40B4-BE49-F238E27FC236}">
                <a16:creationId xmlns:a16="http://schemas.microsoft.com/office/drawing/2014/main" id="{7308B8DB-CE6C-47DA-B136-235330CB0DFB}"/>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1-comparison / n42 / text 1">
            <a:extLst xmlns:a="http://schemas.openxmlformats.org/drawingml/2006/main">
              <a:ext uri="{FF2B5EF4-FFF2-40B4-BE49-F238E27FC236}">
                <a16:creationId xmlns:a16="http://schemas.microsoft.com/office/drawing/2014/main" id="{1EE18145-7510-4DF8-B45E-F0D44EF36451}"/>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Data</a:t>
            </a:r>
          </a:p>
        </p:txBody>
      </p:sp>
      <p:sp>
        <p:nvSpPr>
          <p:cNvPr id="44" name="dp41-comparison / n43 / text 1">
            <a:extLst xmlns:a="http://schemas.openxmlformats.org/drawingml/2006/main">
              <a:ext uri="{FF2B5EF4-FFF2-40B4-BE49-F238E27FC236}">
                <a16:creationId xmlns:a16="http://schemas.microsoft.com/office/drawing/2014/main" id="{82CF1234-3E56-451C-9378-09DA64F17CA4}"/>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1-comparison / n44">
            <a:extLst xmlns:a="http://schemas.openxmlformats.org/drawingml/2006/main">
              <a:ext uri="{FF2B5EF4-FFF2-40B4-BE49-F238E27FC236}">
                <a16:creationId xmlns:a16="http://schemas.microsoft.com/office/drawing/2014/main" id="{863C60EB-4620-41FF-BBCC-3C48CFE98703}"/>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6" name="dp41-comparison / n45 / text 1">
            <a:extLst xmlns:a="http://schemas.openxmlformats.org/drawingml/2006/main">
              <a:ext uri="{FF2B5EF4-FFF2-40B4-BE49-F238E27FC236}">
                <a16:creationId xmlns:a16="http://schemas.microsoft.com/office/drawing/2014/main" id="{A1C4AABF-7287-4D91-B12F-E0AF8689B8DB}"/>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LLM</a:t>
            </a:r>
          </a:p>
        </p:txBody>
      </p:sp>
      <p:sp>
        <p:nvSpPr>
          <p:cNvPr id="47" name="dp41-comparison / n46 / text 1">
            <a:extLst xmlns:a="http://schemas.openxmlformats.org/drawingml/2006/main">
              <a:ext uri="{FF2B5EF4-FFF2-40B4-BE49-F238E27FC236}">
                <a16:creationId xmlns:a16="http://schemas.microsoft.com/office/drawing/2014/main" id="{CC15AAC1-0425-44F3-A5E3-E605BE762CEF}"/>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8" name="dp41-comparison / n47">
            <a:extLst xmlns:a="http://schemas.openxmlformats.org/drawingml/2006/main">
              <a:ext uri="{FF2B5EF4-FFF2-40B4-BE49-F238E27FC236}">
                <a16:creationId xmlns:a16="http://schemas.microsoft.com/office/drawing/2014/main" id="{2C8B6DD8-0D1B-408D-9875-B9C3C18E3393}"/>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1-comparison / n48 / text 1">
            <a:extLst xmlns:a="http://schemas.openxmlformats.org/drawingml/2006/main">
              <a:ext uri="{FF2B5EF4-FFF2-40B4-BE49-F238E27FC236}">
                <a16:creationId xmlns:a16="http://schemas.microsoft.com/office/drawing/2014/main" id="{0B2A1213-5273-4EBA-AC54-FF64D1F092DE}"/>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Module</a:t>
            </a:r>
          </a:p>
        </p:txBody>
      </p:sp>
      <p:sp>
        <p:nvSpPr>
          <p:cNvPr id="50" name="dp41-comparison / n49 / text 1">
            <a:extLst xmlns:a="http://schemas.openxmlformats.org/drawingml/2006/main">
              <a:ext uri="{FF2B5EF4-FFF2-40B4-BE49-F238E27FC236}">
                <a16:creationId xmlns:a16="http://schemas.microsoft.com/office/drawing/2014/main" id="{60FDA3C8-7259-4783-9CCA-2AEB85DBF54C}"/>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1-comparison / n50">
            <a:extLst xmlns:a="http://schemas.openxmlformats.org/drawingml/2006/main">
              <a:ext uri="{FF2B5EF4-FFF2-40B4-BE49-F238E27FC236}">
                <a16:creationId xmlns:a16="http://schemas.microsoft.com/office/drawing/2014/main" id="{FDD6D880-0B48-453A-8AE5-D7523C7C7BDF}"/>
              </a:ext>
            </a:extLst>
          </p:cNvPr>
          <p:cNvSpPr>
            <a:spLocks xmlns:a="http://schemas.openxmlformats.org/drawingml/2006/main" noGrp="1"/>
          </p:cNvSpPr>
          <p:nvPr/>
        </p:nvSpPr>
        <p:spPr>
          <a:xfrm xmlns:a="http://schemas.openxmlformats.org/drawingml/2006/main">
            <a:off x="504825" y="6362700"/>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2" name="dp41-comparison / n51 / text 1">
            <a:extLst xmlns:a="http://schemas.openxmlformats.org/drawingml/2006/main">
              <a:ext uri="{FF2B5EF4-FFF2-40B4-BE49-F238E27FC236}">
                <a16:creationId xmlns:a16="http://schemas.microsoft.com/office/drawing/2014/main" id="{B764225E-F120-41FA-91AA-229D24B4154F}"/>
              </a:ext>
            </a:extLst>
          </p:cNvPr>
          <p:cNvSpPr>
            <a:spLocks xmlns:a="http://schemas.openxmlformats.org/drawingml/2006/main" noGrp="1"/>
          </p:cNvSpPr>
          <p:nvPr/>
        </p:nvSpPr>
        <p:spPr>
          <a:xfrm xmlns:a="http://schemas.openxmlformats.org/drawingml/2006/main">
            <a:off x="590550" y="647700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18232E"/>
                </a:solidFill>
                <a:latin typeface="Apple SD Gothic Neo"/>
                <a:ea typeface="Apple SD Gothic Neo"/>
                <a:cs typeface="Apple SD Gothic Neo"/>
              </a:defRPr>
            </a:pPr>
            <a:r>
              <a:rPr sz="800" b="0">
                <a:solidFill>
                  <a:srgbClr val="18232E"/>
                </a:solidFill>
                <a:latin typeface="Apple SD Gothic Neo"/>
                <a:ea typeface="Apple SD Gothic Neo"/>
                <a:cs typeface="Apple SD Gothic Neo"/>
              </a:rPr>
              <a:t>State</a:t>
            </a:r>
          </a:p>
        </p:txBody>
      </p:sp>
      <p:sp>
        <p:nvSpPr>
          <p:cNvPr id="53" name="dp41-comparison / n52 / text 1">
            <a:extLst xmlns:a="http://schemas.openxmlformats.org/drawingml/2006/main">
              <a:ext uri="{FF2B5EF4-FFF2-40B4-BE49-F238E27FC236}">
                <a16:creationId xmlns:a16="http://schemas.microsoft.com/office/drawing/2014/main" id="{B4D91C8B-E559-41CB-BAC4-2FCBF60E1143}"/>
              </a:ext>
            </a:extLst>
          </p:cNvPr>
          <p:cNvSpPr>
            <a:spLocks xmlns:a="http://schemas.openxmlformats.org/drawingml/2006/main" noGrp="1"/>
          </p:cNvSpPr>
          <p:nvPr/>
        </p:nvSpPr>
        <p:spPr>
          <a:xfrm xmlns:a="http://schemas.openxmlformats.org/drawingml/2006/main">
            <a:off x="514350" y="66579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54" name="dp41-comparison / n53 / path">
            <a:extLst xmlns:a="http://schemas.openxmlformats.org/drawingml/2006/main">
              <a:ext uri="{FF2B5EF4-FFF2-40B4-BE49-F238E27FC236}">
                <a16:creationId xmlns:a16="http://schemas.microsoft.com/office/drawing/2014/main" id="{35AB1C5B-7914-4168-A34C-3F16994351F2}"/>
              </a:ext>
            </a:extLst>
          </p:cNvPr>
          <p:cNvSpPr>
            <a:spLocks xmlns:a="http://schemas.openxmlformats.org/drawingml/2006/main" noGrp="1"/>
          </p:cNvSpPr>
          <p:nvPr/>
        </p:nvSpPr>
        <p:spPr>
          <a:xfrm xmlns:a="http://schemas.openxmlformats.org/drawingml/2006/main">
            <a:off x="514350" y="69342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5" name="dp41-comparison / n53 / arrow">
            <a:extLst xmlns:a="http://schemas.openxmlformats.org/drawingml/2006/main">
              <a:ext uri="{FF2B5EF4-FFF2-40B4-BE49-F238E27FC236}">
                <a16:creationId xmlns:a16="http://schemas.microsoft.com/office/drawing/2014/main" id="{4707C8DC-0579-4F3F-B55D-053B265FAE78}"/>
              </a:ext>
            </a:extLst>
          </p:cNvPr>
          <p:cNvSpPr>
            <a:spLocks xmlns:a="http://schemas.openxmlformats.org/drawingml/2006/main" noGrp="1"/>
          </p:cNvSpPr>
          <p:nvPr/>
        </p:nvSpPr>
        <p:spPr>
          <a:xfrm xmlns:a="http://schemas.openxmlformats.org/drawingml/2006/main">
            <a:off x="837819" y="69006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1-comparison / n54 / text 1">
            <a:extLst xmlns:a="http://schemas.openxmlformats.org/drawingml/2006/main">
              <a:ext uri="{FF2B5EF4-FFF2-40B4-BE49-F238E27FC236}">
                <a16:creationId xmlns:a16="http://schemas.microsoft.com/office/drawing/2014/main" id="{01B39486-519A-4F6C-BCB9-97BB59A4F962}"/>
              </a:ext>
            </a:extLst>
          </p:cNvPr>
          <p:cNvSpPr>
            <a:spLocks xmlns:a="http://schemas.openxmlformats.org/drawingml/2006/main" noGrp="1"/>
          </p:cNvSpPr>
          <p:nvPr/>
        </p:nvSpPr>
        <p:spPr>
          <a:xfrm xmlns:a="http://schemas.openxmlformats.org/drawingml/2006/main">
            <a:off x="962025" y="686752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요청</a:t>
            </a:r>
          </a:p>
        </p:txBody>
      </p:sp>
      <p:sp>
        <p:nvSpPr>
          <p:cNvPr id="57" name="dp41-comparison / n55 / path">
            <a:extLst xmlns:a="http://schemas.openxmlformats.org/drawingml/2006/main">
              <a:ext uri="{FF2B5EF4-FFF2-40B4-BE49-F238E27FC236}">
                <a16:creationId xmlns:a16="http://schemas.microsoft.com/office/drawing/2014/main" id="{5FCB3381-9F82-4B76-9196-FCAE38AB7ED8}"/>
              </a:ext>
            </a:extLst>
          </p:cNvPr>
          <p:cNvSpPr>
            <a:spLocks xmlns:a="http://schemas.openxmlformats.org/drawingml/2006/main" noGrp="1"/>
          </p:cNvSpPr>
          <p:nvPr/>
        </p:nvSpPr>
        <p:spPr>
          <a:xfrm xmlns:a="http://schemas.openxmlformats.org/drawingml/2006/main">
            <a:off x="514350" y="713422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8" name="dp41-comparison / n55 / arrow">
            <a:extLst xmlns:a="http://schemas.openxmlformats.org/drawingml/2006/main">
              <a:ext uri="{FF2B5EF4-FFF2-40B4-BE49-F238E27FC236}">
                <a16:creationId xmlns:a16="http://schemas.microsoft.com/office/drawing/2014/main" id="{7C36DC3B-12F0-4CDE-A0DC-006E0D902BEB}"/>
              </a:ext>
            </a:extLst>
          </p:cNvPr>
          <p:cNvSpPr>
            <a:spLocks xmlns:a="http://schemas.openxmlformats.org/drawingml/2006/main" noGrp="1"/>
          </p:cNvSpPr>
          <p:nvPr/>
        </p:nvSpPr>
        <p:spPr>
          <a:xfrm xmlns:a="http://schemas.openxmlformats.org/drawingml/2006/main">
            <a:off x="837819" y="7100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9" name="dp41-comparison / n56 / text 1">
            <a:extLst xmlns:a="http://schemas.openxmlformats.org/drawingml/2006/main">
              <a:ext uri="{FF2B5EF4-FFF2-40B4-BE49-F238E27FC236}">
                <a16:creationId xmlns:a16="http://schemas.microsoft.com/office/drawing/2014/main" id="{94D9E694-98CB-4F62-BC4A-EF29E9CE2FC6}"/>
              </a:ext>
            </a:extLst>
          </p:cNvPr>
          <p:cNvSpPr>
            <a:spLocks xmlns:a="http://schemas.openxmlformats.org/drawingml/2006/main" noGrp="1"/>
          </p:cNvSpPr>
          <p:nvPr/>
        </p:nvSpPr>
        <p:spPr>
          <a:xfrm xmlns:a="http://schemas.openxmlformats.org/drawingml/2006/main">
            <a:off x="962025" y="70675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반환</a:t>
            </a:r>
          </a:p>
        </p:txBody>
      </p:sp>
      <p:sp>
        <p:nvSpPr>
          <p:cNvPr id="60" name="dp41-comparison / n57 / text 1">
            <a:extLst xmlns:a="http://schemas.openxmlformats.org/drawingml/2006/main">
              <a:ext uri="{FF2B5EF4-FFF2-40B4-BE49-F238E27FC236}">
                <a16:creationId xmlns:a16="http://schemas.microsoft.com/office/drawing/2014/main" id="{238AB59B-866E-4887-AFC7-E28DA0242274}"/>
              </a:ext>
            </a:extLst>
          </p:cNvPr>
          <p:cNvSpPr>
            <a:spLocks xmlns:a="http://schemas.openxmlformats.org/drawingml/2006/main" noGrp="1"/>
          </p:cNvSpPr>
          <p:nvPr/>
        </p:nvSpPr>
        <p:spPr>
          <a:xfrm xmlns:a="http://schemas.openxmlformats.org/drawingml/2006/main">
            <a:off x="514350" y="73818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아래: 순서도</a:t>
            </a:r>
          </a:p>
        </p:txBody>
      </p:sp>
      <p:sp>
        <p:nvSpPr>
          <p:cNvPr id="61" name="dp41-comparison / n58">
            <a:extLst xmlns:a="http://schemas.openxmlformats.org/drawingml/2006/main">
              <a:ext uri="{FF2B5EF4-FFF2-40B4-BE49-F238E27FC236}">
                <a16:creationId xmlns:a16="http://schemas.microsoft.com/office/drawing/2014/main" id="{989FC831-98F1-45EF-8EA9-EA3D2FF866BF}"/>
              </a:ext>
            </a:extLst>
          </p:cNvPr>
          <p:cNvSpPr>
            <a:spLocks xmlns:a="http://schemas.openxmlformats.org/drawingml/2006/main" noGrp="1"/>
          </p:cNvSpPr>
          <p:nvPr/>
        </p:nvSpPr>
        <p:spPr>
          <a:xfrm xmlns:a="http://schemas.openxmlformats.org/drawingml/2006/main">
            <a:off x="504825" y="75914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1-comparison / n59 / text 1">
            <a:extLst xmlns:a="http://schemas.openxmlformats.org/drawingml/2006/main">
              <a:ext uri="{FF2B5EF4-FFF2-40B4-BE49-F238E27FC236}">
                <a16:creationId xmlns:a16="http://schemas.microsoft.com/office/drawing/2014/main" id="{80B773DD-2FDD-45E4-A809-3BD156413230}"/>
              </a:ext>
            </a:extLst>
          </p:cNvPr>
          <p:cNvSpPr>
            <a:spLocks xmlns:a="http://schemas.openxmlformats.org/drawingml/2006/main" noGrp="1"/>
          </p:cNvSpPr>
          <p:nvPr/>
        </p:nvSpPr>
        <p:spPr>
          <a:xfrm xmlns:a="http://schemas.openxmlformats.org/drawingml/2006/main">
            <a:off x="590550" y="76152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3" name="dp41-comparison / n60 / text 1">
            <a:extLst xmlns:a="http://schemas.openxmlformats.org/drawingml/2006/main">
              <a:ext uri="{FF2B5EF4-FFF2-40B4-BE49-F238E27FC236}">
                <a16:creationId xmlns:a16="http://schemas.microsoft.com/office/drawing/2014/main" id="{A4FDCB96-0E91-4F9E-99AA-07905E43CEDC}"/>
              </a:ext>
            </a:extLst>
          </p:cNvPr>
          <p:cNvSpPr>
            <a:spLocks xmlns:a="http://schemas.openxmlformats.org/drawingml/2006/main" noGrp="1"/>
          </p:cNvSpPr>
          <p:nvPr/>
        </p:nvSpPr>
        <p:spPr>
          <a:xfrm xmlns:a="http://schemas.openxmlformats.org/drawingml/2006/main">
            <a:off x="847725" y="76200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동작</a:t>
            </a:r>
          </a:p>
        </p:txBody>
      </p:sp>
      <p:sp>
        <p:nvSpPr>
          <p:cNvPr id="64" name="dp41-comparison / n61">
            <a:extLst xmlns:a="http://schemas.openxmlformats.org/drawingml/2006/main">
              <a:ext uri="{FF2B5EF4-FFF2-40B4-BE49-F238E27FC236}">
                <a16:creationId xmlns:a16="http://schemas.microsoft.com/office/drawing/2014/main" id="{1D24E1BF-18EA-4F87-96FF-8005D98B0A4B}"/>
              </a:ext>
            </a:extLst>
          </p:cNvPr>
          <p:cNvSpPr>
            <a:spLocks xmlns:a="http://schemas.openxmlformats.org/drawingml/2006/main" noGrp="1"/>
          </p:cNvSpPr>
          <p:nvPr/>
        </p:nvSpPr>
        <p:spPr>
          <a:xfrm xmlns:a="http://schemas.openxmlformats.org/drawingml/2006/main">
            <a:off x="504825" y="7905750"/>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5" name="dp41-comparison / n62 / text 1">
            <a:extLst xmlns:a="http://schemas.openxmlformats.org/drawingml/2006/main">
              <a:ext uri="{FF2B5EF4-FFF2-40B4-BE49-F238E27FC236}">
                <a16:creationId xmlns:a16="http://schemas.microsoft.com/office/drawing/2014/main" id="{B87062EE-A82A-49DE-8552-7D833EE8053A}"/>
              </a:ext>
            </a:extLst>
          </p:cNvPr>
          <p:cNvSpPr>
            <a:spLocks xmlns:a="http://schemas.openxmlformats.org/drawingml/2006/main" noGrp="1"/>
          </p:cNvSpPr>
          <p:nvPr/>
        </p:nvSpPr>
        <p:spPr>
          <a:xfrm xmlns:a="http://schemas.openxmlformats.org/drawingml/2006/main">
            <a:off x="590550" y="7929563"/>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6" name="dp41-comparison / n63 / text 1">
            <a:extLst xmlns:a="http://schemas.openxmlformats.org/drawingml/2006/main">
              <a:ext uri="{FF2B5EF4-FFF2-40B4-BE49-F238E27FC236}">
                <a16:creationId xmlns:a16="http://schemas.microsoft.com/office/drawing/2014/main" id="{E02D0505-9AEE-4167-A643-6C3EBDBB4DBC}"/>
              </a:ext>
            </a:extLst>
          </p:cNvPr>
          <p:cNvSpPr>
            <a:spLocks xmlns:a="http://schemas.openxmlformats.org/drawingml/2006/main" noGrp="1"/>
          </p:cNvSpPr>
          <p:nvPr/>
        </p:nvSpPr>
        <p:spPr>
          <a:xfrm xmlns:a="http://schemas.openxmlformats.org/drawingml/2006/main">
            <a:off x="847725" y="7934325"/>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분기</a:t>
            </a:r>
          </a:p>
        </p:txBody>
      </p:sp>
      <p:sp>
        <p:nvSpPr>
          <p:cNvPr id="67" name="dp41-comparison / n66">
            <a:extLst xmlns:a="http://schemas.openxmlformats.org/drawingml/2006/main">
              <a:ext uri="{FF2B5EF4-FFF2-40B4-BE49-F238E27FC236}">
                <a16:creationId xmlns:a16="http://schemas.microsoft.com/office/drawing/2014/main" id="{B56BF005-35C6-4AE2-901F-83A529B17B95}"/>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5A5F2C49-C2DF-4018-AB4E-04B36EC7896C}"/>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Interaction Manager</a:t>
            </a:r>
          </a:p>
        </p:txBody>
      </p:sp>
      <p:sp>
        <p:nvSpPr>
          <p:cNvPr id="69" name="dp41-comparison / n68">
            <a:extLst xmlns:a="http://schemas.openxmlformats.org/drawingml/2006/main">
              <a:ext uri="{FF2B5EF4-FFF2-40B4-BE49-F238E27FC236}">
                <a16:creationId xmlns:a16="http://schemas.microsoft.com/office/drawing/2014/main" id="{AA1016BB-FF9B-4379-8A21-3E35681CAF88}"/>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1-comparison / n69 / text 1">
            <a:extLst xmlns:a="http://schemas.openxmlformats.org/drawingml/2006/main">
              <a:ext uri="{FF2B5EF4-FFF2-40B4-BE49-F238E27FC236}">
                <a16:creationId xmlns:a16="http://schemas.microsoft.com/office/drawing/2014/main" id="{9773782A-CA11-4988-AB92-A6705E4FBFD2}"/>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Request Controller</a:t>
            </a:r>
          </a:p>
        </p:txBody>
      </p:sp>
      <p:sp>
        <p:nvSpPr>
          <p:cNvPr id="71" name="dp41-comparison / n70 / path">
            <a:extLst xmlns:a="http://schemas.openxmlformats.org/drawingml/2006/main">
              <a:ext uri="{FF2B5EF4-FFF2-40B4-BE49-F238E27FC236}">
                <a16:creationId xmlns:a16="http://schemas.microsoft.com/office/drawing/2014/main" id="{6CF11858-EA85-4315-82BF-07142065EF9E}"/>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2" name="dp41-comparison / n70 / arrow">
            <a:extLst xmlns:a="http://schemas.openxmlformats.org/drawingml/2006/main">
              <a:ext uri="{FF2B5EF4-FFF2-40B4-BE49-F238E27FC236}">
                <a16:creationId xmlns:a16="http://schemas.microsoft.com/office/drawing/2014/main" id="{D99AEA64-BF63-4E4E-A1A5-7E9811E777C2}"/>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1 / path">
            <a:extLst xmlns:a="http://schemas.openxmlformats.org/drawingml/2006/main">
              <a:ext uri="{FF2B5EF4-FFF2-40B4-BE49-F238E27FC236}">
                <a16:creationId xmlns:a16="http://schemas.microsoft.com/office/drawing/2014/main" id="{8467E036-900F-43F0-ADF8-0FF4F73BF0C0}"/>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4" name="dp41-comparison / n71 / arrow">
            <a:extLst xmlns:a="http://schemas.openxmlformats.org/drawingml/2006/main">
              <a:ext uri="{FF2B5EF4-FFF2-40B4-BE49-F238E27FC236}">
                <a16:creationId xmlns:a16="http://schemas.microsoft.com/office/drawing/2014/main" id="{09C4496F-D82D-4BDA-A682-BEA34790C321}"/>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1-comparison / n72">
            <a:extLst xmlns:a="http://schemas.openxmlformats.org/drawingml/2006/main">
              <a:ext uri="{FF2B5EF4-FFF2-40B4-BE49-F238E27FC236}">
                <a16:creationId xmlns:a16="http://schemas.microsoft.com/office/drawing/2014/main" id="{0B581E73-90AB-4EF9-A8D0-BEAF3E0291F3}"/>
              </a:ext>
            </a:extLst>
          </p:cNvPr>
          <p:cNvSpPr>
            <a:spLocks xmlns:a="http://schemas.openxmlformats.org/drawingml/2006/main" noGrp="1"/>
          </p:cNvSpPr>
          <p:nvPr/>
        </p:nvSpPr>
        <p:spPr>
          <a:xfrm xmlns:a="http://schemas.openxmlformats.org/drawingml/2006/main">
            <a:off x="166687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6" name="dp41-comparison / n73 / text 1">
            <a:extLst xmlns:a="http://schemas.openxmlformats.org/drawingml/2006/main">
              <a:ext uri="{FF2B5EF4-FFF2-40B4-BE49-F238E27FC236}">
                <a16:creationId xmlns:a16="http://schemas.microsoft.com/office/drawing/2014/main" id="{83028FBE-4561-432E-8972-F30FC20A9033}"/>
              </a:ext>
            </a:extLst>
          </p:cNvPr>
          <p:cNvSpPr>
            <a:spLocks xmlns:a="http://schemas.openxmlformats.org/drawingml/2006/main" noGrp="1"/>
          </p:cNvSpPr>
          <p:nvPr/>
        </p:nvSpPr>
        <p:spPr>
          <a:xfrm xmlns:a="http://schemas.openxmlformats.org/drawingml/2006/main">
            <a:off x="175260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7" name="dp41-comparison / n78">
            <a:extLst xmlns:a="http://schemas.openxmlformats.org/drawingml/2006/main">
              <a:ext uri="{FF2B5EF4-FFF2-40B4-BE49-F238E27FC236}">
                <a16:creationId xmlns:a16="http://schemas.microsoft.com/office/drawing/2014/main" id="{77E9EA80-722B-433E-B9F5-4FFA7DDF337B}"/>
              </a:ext>
            </a:extLst>
          </p:cNvPr>
          <p:cNvSpPr>
            <a:spLocks xmlns:a="http://schemas.openxmlformats.org/drawingml/2006/main" noGrp="1"/>
          </p:cNvSpPr>
          <p:nvPr/>
        </p:nvSpPr>
        <p:spPr>
          <a:xfrm xmlns:a="http://schemas.openxmlformats.org/drawingml/2006/main">
            <a:off x="147637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9 / text 1">
            <a:extLst xmlns:a="http://schemas.openxmlformats.org/drawingml/2006/main">
              <a:ext uri="{FF2B5EF4-FFF2-40B4-BE49-F238E27FC236}">
                <a16:creationId xmlns:a16="http://schemas.microsoft.com/office/drawing/2014/main" id="{AFBAA44A-FD7D-4FD8-89E0-A6505FF0CE7F}"/>
              </a:ext>
            </a:extLst>
          </p:cNvPr>
          <p:cNvSpPr>
            <a:spLocks xmlns:a="http://schemas.openxmlformats.org/drawingml/2006/main" noGrp="1"/>
          </p:cNvSpPr>
          <p:nvPr/>
        </p:nvSpPr>
        <p:spPr>
          <a:xfrm xmlns:a="http://schemas.openxmlformats.org/drawingml/2006/main">
            <a:off x="46672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Request Interpreter</a:t>
            </a:r>
          </a:p>
        </p:txBody>
      </p:sp>
      <p:sp>
        <p:nvSpPr>
          <p:cNvPr id="79" name="dp41-comparison / n82">
            <a:extLst xmlns:a="http://schemas.openxmlformats.org/drawingml/2006/main">
              <a:ext uri="{FF2B5EF4-FFF2-40B4-BE49-F238E27FC236}">
                <a16:creationId xmlns:a16="http://schemas.microsoft.com/office/drawing/2014/main" id="{03B442A5-CA3E-43E9-95AE-355248693EDF}"/>
              </a:ext>
            </a:extLst>
          </p:cNvPr>
          <p:cNvSpPr>
            <a:spLocks xmlns:a="http://schemas.openxmlformats.org/drawingml/2006/main" noGrp="1"/>
          </p:cNvSpPr>
          <p:nvPr/>
        </p:nvSpPr>
        <p:spPr>
          <a:xfrm xmlns:a="http://schemas.openxmlformats.org/drawingml/2006/main">
            <a:off x="1666875" y="4019550"/>
            <a:ext cx="25241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3 / text 1">
            <a:extLst xmlns:a="http://schemas.openxmlformats.org/drawingml/2006/main">
              <a:ext uri="{FF2B5EF4-FFF2-40B4-BE49-F238E27FC236}">
                <a16:creationId xmlns:a16="http://schemas.microsoft.com/office/drawing/2014/main" id="{90EC1F9D-1A74-4D78-856D-4F6AE192F819}"/>
              </a:ext>
            </a:extLst>
          </p:cNvPr>
          <p:cNvSpPr>
            <a:spLocks xmlns:a="http://schemas.openxmlformats.org/drawingml/2006/main" noGrp="1"/>
          </p:cNvSpPr>
          <p:nvPr/>
        </p:nvSpPr>
        <p:spPr>
          <a:xfrm xmlns:a="http://schemas.openxmlformats.org/drawingml/2006/main">
            <a:off x="1752600" y="4098608"/>
            <a:ext cx="2352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모델 주도 해석 제어기</a:t>
            </a:r>
          </a:p>
        </p:txBody>
      </p:sp>
      <p:sp>
        <p:nvSpPr>
          <p:cNvPr id="81" name="dp41-comparison / n86">
            <a:extLst xmlns:a="http://schemas.openxmlformats.org/drawingml/2006/main">
              <a:ext uri="{FF2B5EF4-FFF2-40B4-BE49-F238E27FC236}">
                <a16:creationId xmlns:a16="http://schemas.microsoft.com/office/drawing/2014/main" id="{E7C4831B-0281-4076-B54C-D38F5FCF8DD9}"/>
              </a:ext>
            </a:extLst>
          </p:cNvPr>
          <p:cNvSpPr>
            <a:spLocks xmlns:a="http://schemas.openxmlformats.org/drawingml/2006/main" noGrp="1"/>
          </p:cNvSpPr>
          <p:nvPr/>
        </p:nvSpPr>
        <p:spPr>
          <a:xfrm xmlns:a="http://schemas.openxmlformats.org/drawingml/2006/main">
            <a:off x="6762750" y="4019550"/>
            <a:ext cx="2238375"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7 / text 1">
            <a:extLst xmlns:a="http://schemas.openxmlformats.org/drawingml/2006/main">
              <a:ext uri="{FF2B5EF4-FFF2-40B4-BE49-F238E27FC236}">
                <a16:creationId xmlns:a16="http://schemas.microsoft.com/office/drawing/2014/main" id="{0204BFDD-318D-42A1-9078-43A7E1961F3D}"/>
              </a:ext>
            </a:extLst>
          </p:cNvPr>
          <p:cNvSpPr>
            <a:spLocks xmlns:a="http://schemas.openxmlformats.org/drawingml/2006/main" noGrp="1"/>
          </p:cNvSpPr>
          <p:nvPr/>
        </p:nvSpPr>
        <p:spPr>
          <a:xfrm xmlns:a="http://schemas.openxmlformats.org/drawingml/2006/main">
            <a:off x="6848475" y="41047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읽기 도구 실행기</a:t>
            </a:r>
          </a:p>
        </p:txBody>
      </p:sp>
      <p:sp>
        <p:nvSpPr>
          <p:cNvPr id="83" name="dp41-comparison / n88">
            <a:extLst xmlns:a="http://schemas.openxmlformats.org/drawingml/2006/main">
              <a:ext uri="{FF2B5EF4-FFF2-40B4-BE49-F238E27FC236}">
                <a16:creationId xmlns:a16="http://schemas.microsoft.com/office/drawing/2014/main" id="{07086B55-AC6E-484E-BD22-D2898A2AE49E}"/>
              </a:ext>
            </a:extLst>
          </p:cNvPr>
          <p:cNvSpPr>
            <a:spLocks xmlns:a="http://schemas.openxmlformats.org/drawingml/2006/main" noGrp="1"/>
          </p:cNvSpPr>
          <p:nvPr/>
        </p:nvSpPr>
        <p:spPr>
          <a:xfrm xmlns:a="http://schemas.openxmlformats.org/drawingml/2006/main">
            <a:off x="1666875" y="4981575"/>
            <a:ext cx="2524125" cy="5238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9 / text 1">
            <a:extLst xmlns:a="http://schemas.openxmlformats.org/drawingml/2006/main">
              <a:ext uri="{FF2B5EF4-FFF2-40B4-BE49-F238E27FC236}">
                <a16:creationId xmlns:a16="http://schemas.microsoft.com/office/drawing/2014/main" id="{BD992A1E-04D6-46EA-92BD-CE7F2941A609}"/>
              </a:ext>
            </a:extLst>
          </p:cNvPr>
          <p:cNvSpPr>
            <a:spLocks xmlns:a="http://schemas.openxmlformats.org/drawingml/2006/main" noGrp="1"/>
          </p:cNvSpPr>
          <p:nvPr/>
        </p:nvSpPr>
        <p:spPr>
          <a:xfrm xmlns:a="http://schemas.openxmlformats.org/drawingml/2006/main">
            <a:off x="1752600" y="5143500"/>
            <a:ext cx="23526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모델에 제공할 해석 맥락</a:t>
            </a:r>
          </a:p>
        </p:txBody>
      </p:sp>
      <p:sp>
        <p:nvSpPr>
          <p:cNvPr id="85" name="dp41-comparison / n92 / path">
            <a:extLst xmlns:a="http://schemas.openxmlformats.org/drawingml/2006/main">
              <a:ext uri="{FF2B5EF4-FFF2-40B4-BE49-F238E27FC236}">
                <a16:creationId xmlns:a16="http://schemas.microsoft.com/office/drawing/2014/main" id="{559D5B10-6D6C-4EFB-B96D-726E73E7E6CB}"/>
              </a:ext>
            </a:extLst>
          </p:cNvPr>
          <p:cNvSpPr>
            <a:spLocks xmlns:a="http://schemas.openxmlformats.org/drawingml/2006/main" noGrp="1"/>
          </p:cNvSpPr>
          <p:nvPr/>
        </p:nvSpPr>
        <p:spPr>
          <a:xfrm xmlns:a="http://schemas.openxmlformats.org/drawingml/2006/main">
            <a:off x="1976438" y="3190875"/>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0478">
            <a:solidFill>
              <a:srgbClr val="B8753F"/>
            </a:solidFill>
            <a:prstDash val="solid"/>
          </a:ln>
        </p:spPr>
      </p:sp>
      <p:sp>
        <p:nvSpPr>
          <p:cNvPr id="86" name="dp41-comparison / n92 / arrow">
            <a:extLst xmlns:a="http://schemas.openxmlformats.org/drawingml/2006/main">
              <a:ext uri="{FF2B5EF4-FFF2-40B4-BE49-F238E27FC236}">
                <a16:creationId xmlns:a16="http://schemas.microsoft.com/office/drawing/2014/main" id="{1A6AB238-6339-4799-894A-D0C6C3443058}"/>
              </a:ext>
            </a:extLst>
          </p:cNvPr>
          <p:cNvSpPr>
            <a:spLocks xmlns:a="http://schemas.openxmlformats.org/drawingml/2006/main" noGrp="1"/>
          </p:cNvSpPr>
          <p:nvPr/>
        </p:nvSpPr>
        <p:spPr>
          <a:xfrm xmlns:a="http://schemas.openxmlformats.org/drawingml/2006/main">
            <a:off x="1942910" y="31908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87" name="dp41-comparison / n93 / path">
            <a:extLst xmlns:a="http://schemas.openxmlformats.org/drawingml/2006/main">
              <a:ext uri="{FF2B5EF4-FFF2-40B4-BE49-F238E27FC236}">
                <a16:creationId xmlns:a16="http://schemas.microsoft.com/office/drawing/2014/main" id="{1FB98B68-E212-4613-BFEE-D91879A1674C}"/>
              </a:ext>
            </a:extLst>
          </p:cNvPr>
          <p:cNvSpPr>
            <a:spLocks xmlns:a="http://schemas.openxmlformats.org/drawingml/2006/main" noGrp="1"/>
          </p:cNvSpPr>
          <p:nvPr/>
        </p:nvSpPr>
        <p:spPr>
          <a:xfrm xmlns:a="http://schemas.openxmlformats.org/drawingml/2006/main">
            <a:off x="3976688" y="3190875"/>
            <a:ext cx="953" cy="828675"/>
          </a:xfrm>
          <a:custGeom xmlns:a="http://schemas.openxmlformats.org/drawingml/2006/main">
            <a:pathLst>
              <a:path w="953" h="828675">
                <a:moveTo>
                  <a:pt x="0" y="0"/>
                </a:moveTo>
                <a:lnTo>
                  <a:pt x="0" y="828675"/>
                </a:lnTo>
              </a:path>
            </a:pathLst>
          </a:custGeom>
          <a:noFill xmlns:a="http://schemas.openxmlformats.org/drawingml/2006/main"/>
          <a:ln xmlns:a="http://schemas.openxmlformats.org/drawingml/2006/main" w="10478">
            <a:solidFill>
              <a:srgbClr val="B8753F"/>
            </a:solidFill>
            <a:prstDash val="dash"/>
          </a:ln>
        </p:spPr>
      </p:sp>
      <p:sp>
        <p:nvSpPr>
          <p:cNvPr id="88" name="dp41-comparison / n93 / arrow">
            <a:extLst xmlns:a="http://schemas.openxmlformats.org/drawingml/2006/main">
              <a:ext uri="{FF2B5EF4-FFF2-40B4-BE49-F238E27FC236}">
                <a16:creationId xmlns:a16="http://schemas.microsoft.com/office/drawing/2014/main" id="{7858DFB3-95BA-4488-B8A2-83D54344E886}"/>
              </a:ext>
            </a:extLst>
          </p:cNvPr>
          <p:cNvSpPr>
            <a:spLocks xmlns:a="http://schemas.openxmlformats.org/drawingml/2006/main" noGrp="1"/>
          </p:cNvSpPr>
          <p:nvPr/>
        </p:nvSpPr>
        <p:spPr>
          <a:xfrm xmlns:a="http://schemas.openxmlformats.org/drawingml/2006/main">
            <a:off x="39431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89" name="dp41-comparison / n98 / path">
            <a:extLst xmlns:a="http://schemas.openxmlformats.org/drawingml/2006/main">
              <a:ext uri="{FF2B5EF4-FFF2-40B4-BE49-F238E27FC236}">
                <a16:creationId xmlns:a16="http://schemas.microsoft.com/office/drawing/2014/main" id="{268D2F80-F77C-44E4-8204-6533198B836E}"/>
              </a:ext>
            </a:extLst>
          </p:cNvPr>
          <p:cNvSpPr>
            <a:spLocks xmlns:a="http://schemas.openxmlformats.org/drawingml/2006/main" noGrp="1"/>
          </p:cNvSpPr>
          <p:nvPr/>
        </p:nvSpPr>
        <p:spPr>
          <a:xfrm xmlns:a="http://schemas.openxmlformats.org/drawingml/2006/main">
            <a:off x="4191000" y="4210050"/>
            <a:ext cx="2571750" cy="953"/>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10478">
            <a:solidFill>
              <a:srgbClr val="B8753F"/>
            </a:solidFill>
            <a:prstDash val="solid"/>
          </a:ln>
        </p:spPr>
      </p:sp>
      <p:sp>
        <p:nvSpPr>
          <p:cNvPr id="90" name="dp41-comparison / n98 / arrow">
            <a:extLst xmlns:a="http://schemas.openxmlformats.org/drawingml/2006/main">
              <a:ext uri="{FF2B5EF4-FFF2-40B4-BE49-F238E27FC236}">
                <a16:creationId xmlns:a16="http://schemas.microsoft.com/office/drawing/2014/main" id="{883BE918-5276-40BE-91A7-43057E1F6BAA}"/>
              </a:ext>
            </a:extLst>
          </p:cNvPr>
          <p:cNvSpPr>
            <a:spLocks xmlns:a="http://schemas.openxmlformats.org/drawingml/2006/main" noGrp="1"/>
          </p:cNvSpPr>
          <p:nvPr/>
        </p:nvSpPr>
        <p:spPr>
          <a:xfrm xmlns:a="http://schemas.openxmlformats.org/drawingml/2006/main">
            <a:off x="6695694" y="41765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1-comparison / n101 / path">
            <a:extLst xmlns:a="http://schemas.openxmlformats.org/drawingml/2006/main">
              <a:ext uri="{FF2B5EF4-FFF2-40B4-BE49-F238E27FC236}">
                <a16:creationId xmlns:a16="http://schemas.microsoft.com/office/drawing/2014/main" id="{5D7274DA-FD3D-4E79-9ED0-B9D22C69275C}"/>
              </a:ext>
            </a:extLst>
          </p:cNvPr>
          <p:cNvSpPr>
            <a:spLocks xmlns:a="http://schemas.openxmlformats.org/drawingml/2006/main" noGrp="1"/>
          </p:cNvSpPr>
          <p:nvPr/>
        </p:nvSpPr>
        <p:spPr>
          <a:xfrm xmlns:a="http://schemas.openxmlformats.org/drawingml/2006/main">
            <a:off x="4191000" y="4210050"/>
            <a:ext cx="5000625" cy="1609725"/>
          </a:xfrm>
          <a:custGeom xmlns:a="http://schemas.openxmlformats.org/drawingml/2006/main">
            <a:pathLst>
              <a:path w="5000625" h="1609725">
                <a:moveTo>
                  <a:pt x="4810125" y="0"/>
                </a:moveTo>
                <a:lnTo>
                  <a:pt x="5000625" y="0"/>
                </a:lnTo>
                <a:lnTo>
                  <a:pt x="5000625" y="1609725"/>
                </a:lnTo>
                <a:lnTo>
                  <a:pt x="238125" y="1609725"/>
                </a:lnTo>
                <a:lnTo>
                  <a:pt x="238125" y="1033463"/>
                </a:lnTo>
                <a:lnTo>
                  <a:pt x="0" y="1033463"/>
                </a:lnTo>
              </a:path>
            </a:pathLst>
          </a:custGeom>
          <a:noFill xmlns:a="http://schemas.openxmlformats.org/drawingml/2006/main"/>
          <a:ln xmlns:a="http://schemas.openxmlformats.org/drawingml/2006/main" w="10478">
            <a:solidFill>
              <a:srgbClr val="B8753F"/>
            </a:solidFill>
            <a:prstDash val="dash"/>
          </a:ln>
        </p:spPr>
      </p:sp>
      <p:sp>
        <p:nvSpPr>
          <p:cNvPr id="92" name="dp41-comparison / n101 / arrow">
            <a:extLst xmlns:a="http://schemas.openxmlformats.org/drawingml/2006/main">
              <a:ext uri="{FF2B5EF4-FFF2-40B4-BE49-F238E27FC236}">
                <a16:creationId xmlns:a16="http://schemas.microsoft.com/office/drawing/2014/main" id="{F062C26B-62CC-4897-BB25-F5D824405CD8}"/>
              </a:ext>
            </a:extLst>
          </p:cNvPr>
          <p:cNvSpPr>
            <a:spLocks xmlns:a="http://schemas.openxmlformats.org/drawingml/2006/main" noGrp="1"/>
          </p:cNvSpPr>
          <p:nvPr/>
        </p:nvSpPr>
        <p:spPr>
          <a:xfrm xmlns:a="http://schemas.openxmlformats.org/drawingml/2006/main">
            <a:off x="4191000" y="520998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1-comparison / n104 / path">
            <a:extLst xmlns:a="http://schemas.openxmlformats.org/drawingml/2006/main">
              <a:ext uri="{FF2B5EF4-FFF2-40B4-BE49-F238E27FC236}">
                <a16:creationId xmlns:a16="http://schemas.microsoft.com/office/drawing/2014/main" id="{9CA15973-6558-440E-8356-6C0E9E819126}"/>
              </a:ext>
            </a:extLst>
          </p:cNvPr>
          <p:cNvSpPr>
            <a:spLocks xmlns:a="http://schemas.openxmlformats.org/drawingml/2006/main" noGrp="1"/>
          </p:cNvSpPr>
          <p:nvPr/>
        </p:nvSpPr>
        <p:spPr>
          <a:xfrm xmlns:a="http://schemas.openxmlformats.org/drawingml/2006/main">
            <a:off x="3976688" y="4400550"/>
            <a:ext cx="953" cy="581025"/>
          </a:xfrm>
          <a:custGeom xmlns:a="http://schemas.openxmlformats.org/drawingml/2006/main">
            <a:pathLst>
              <a:path w="953" h="581025">
                <a:moveTo>
                  <a:pt x="0" y="581025"/>
                </a:moveTo>
                <a:lnTo>
                  <a:pt x="0" y="0"/>
                </a:lnTo>
              </a:path>
            </a:pathLst>
          </a:custGeom>
          <a:noFill xmlns:a="http://schemas.openxmlformats.org/drawingml/2006/main"/>
          <a:ln xmlns:a="http://schemas.openxmlformats.org/drawingml/2006/main" w="10478">
            <a:solidFill>
              <a:srgbClr val="B8753F"/>
            </a:solidFill>
            <a:prstDash val="solid"/>
          </a:ln>
        </p:spPr>
      </p:sp>
      <p:sp>
        <p:nvSpPr>
          <p:cNvPr id="94" name="dp41-comparison / n104 / arrow">
            <a:extLst xmlns:a="http://schemas.openxmlformats.org/drawingml/2006/main">
              <a:ext uri="{FF2B5EF4-FFF2-40B4-BE49-F238E27FC236}">
                <a16:creationId xmlns:a16="http://schemas.microsoft.com/office/drawing/2014/main" id="{F8208B11-EB84-4E85-8D64-2A5157582C9E}"/>
              </a:ext>
            </a:extLst>
          </p:cNvPr>
          <p:cNvSpPr>
            <a:spLocks xmlns:a="http://schemas.openxmlformats.org/drawingml/2006/main" noGrp="1"/>
          </p:cNvSpPr>
          <p:nvPr/>
        </p:nvSpPr>
        <p:spPr>
          <a:xfrm xmlns:a="http://schemas.openxmlformats.org/drawingml/2006/main">
            <a:off x="3943160" y="44005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95" name="dp41-comparison / n113">
            <a:extLst xmlns:a="http://schemas.openxmlformats.org/drawingml/2006/main">
              <a:ext uri="{FF2B5EF4-FFF2-40B4-BE49-F238E27FC236}">
                <a16:creationId xmlns:a16="http://schemas.microsoft.com/office/drawing/2014/main" id="{A5683A4B-6324-4811-9F58-0E48FBF118A1}"/>
              </a:ext>
            </a:extLst>
          </p:cNvPr>
          <p:cNvSpPr>
            <a:spLocks xmlns:a="http://schemas.openxmlformats.org/drawingml/2006/main" noGrp="1"/>
          </p:cNvSpPr>
          <p:nvPr/>
        </p:nvSpPr>
        <p:spPr>
          <a:xfrm xmlns:a="http://schemas.openxmlformats.org/drawingml/2006/main">
            <a:off x="6762750" y="6019800"/>
            <a:ext cx="22383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96" name="dp41-comparison / n114 / text 1">
            <a:extLst xmlns:a="http://schemas.openxmlformats.org/drawingml/2006/main">
              <a:ext uri="{FF2B5EF4-FFF2-40B4-BE49-F238E27FC236}">
                <a16:creationId xmlns:a16="http://schemas.microsoft.com/office/drawing/2014/main" id="{55088958-8AF0-48D0-ADF2-2223EC7209BA}"/>
              </a:ext>
            </a:extLst>
          </p:cNvPr>
          <p:cNvSpPr>
            <a:spLocks xmlns:a="http://schemas.openxmlformats.org/drawingml/2006/main" noGrp="1"/>
          </p:cNvSpPr>
          <p:nvPr/>
        </p:nvSpPr>
        <p:spPr>
          <a:xfrm xmlns:a="http://schemas.openxmlformats.org/drawingml/2006/main">
            <a:off x="6848475" y="60669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의미 제안 검증기</a:t>
            </a:r>
          </a:p>
        </p:txBody>
      </p:sp>
      <p:sp>
        <p:nvSpPr>
          <p:cNvPr id="97" name="dp41-comparison / n115 / path">
            <a:extLst xmlns:a="http://schemas.openxmlformats.org/drawingml/2006/main">
              <a:ext uri="{FF2B5EF4-FFF2-40B4-BE49-F238E27FC236}">
                <a16:creationId xmlns:a16="http://schemas.microsoft.com/office/drawing/2014/main" id="{BC878E8E-3D9C-4A34-A344-909745777063}"/>
              </a:ext>
            </a:extLst>
          </p:cNvPr>
          <p:cNvSpPr>
            <a:spLocks xmlns:a="http://schemas.openxmlformats.org/drawingml/2006/main" noGrp="1"/>
          </p:cNvSpPr>
          <p:nvPr/>
        </p:nvSpPr>
        <p:spPr>
          <a:xfrm xmlns:a="http://schemas.openxmlformats.org/drawingml/2006/main">
            <a:off x="4191000" y="4324350"/>
            <a:ext cx="5095875" cy="1847850"/>
          </a:xfrm>
          <a:custGeom xmlns:a="http://schemas.openxmlformats.org/drawingml/2006/main">
            <a:pathLst>
              <a:path w="5095875" h="1847850">
                <a:moveTo>
                  <a:pt x="0" y="0"/>
                </a:moveTo>
                <a:lnTo>
                  <a:pt x="5095875" y="0"/>
                </a:lnTo>
                <a:lnTo>
                  <a:pt x="5095875" y="1847850"/>
                </a:lnTo>
                <a:lnTo>
                  <a:pt x="4810125" y="1847850"/>
                </a:lnTo>
              </a:path>
            </a:pathLst>
          </a:custGeom>
          <a:noFill xmlns:a="http://schemas.openxmlformats.org/drawingml/2006/main"/>
          <a:ln xmlns:a="http://schemas.openxmlformats.org/drawingml/2006/main" w="10478">
            <a:solidFill>
              <a:srgbClr val="000000"/>
            </a:solidFill>
            <a:prstDash val="solid"/>
          </a:ln>
        </p:spPr>
      </p:sp>
      <p:sp>
        <p:nvSpPr>
          <p:cNvPr id="98" name="dp41-comparison / n115 / arrow">
            <a:extLst xmlns:a="http://schemas.openxmlformats.org/drawingml/2006/main">
              <a:ext uri="{FF2B5EF4-FFF2-40B4-BE49-F238E27FC236}">
                <a16:creationId xmlns:a16="http://schemas.microsoft.com/office/drawing/2014/main" id="{4B2340CC-6A06-4C24-A786-CE3756289947}"/>
              </a:ext>
            </a:extLst>
          </p:cNvPr>
          <p:cNvSpPr>
            <a:spLocks xmlns:a="http://schemas.openxmlformats.org/drawingml/2006/main" noGrp="1"/>
          </p:cNvSpPr>
          <p:nvPr/>
        </p:nvSpPr>
        <p:spPr>
          <a:xfrm xmlns:a="http://schemas.openxmlformats.org/drawingml/2006/main">
            <a:off x="9001125"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9" name="dp41-comparison / n120 / path">
            <a:extLst xmlns:a="http://schemas.openxmlformats.org/drawingml/2006/main">
              <a:ext uri="{FF2B5EF4-FFF2-40B4-BE49-F238E27FC236}">
                <a16:creationId xmlns:a16="http://schemas.microsoft.com/office/drawing/2014/main" id="{C919AEB2-3F9F-42EF-A476-A5F2F1A1B3BC}"/>
              </a:ext>
            </a:extLst>
          </p:cNvPr>
          <p:cNvSpPr>
            <a:spLocks xmlns:a="http://schemas.openxmlformats.org/drawingml/2006/main" noGrp="1"/>
          </p:cNvSpPr>
          <p:nvPr/>
        </p:nvSpPr>
        <p:spPr>
          <a:xfrm xmlns:a="http://schemas.openxmlformats.org/drawingml/2006/main">
            <a:off x="4071938" y="2743200"/>
            <a:ext cx="5281613" cy="1276350"/>
          </a:xfrm>
          <a:custGeom xmlns:a="http://schemas.openxmlformats.org/drawingml/2006/main">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100" name="dp41-comparison / n120 / arrow">
            <a:extLst xmlns:a="http://schemas.openxmlformats.org/drawingml/2006/main">
              <a:ext uri="{FF2B5EF4-FFF2-40B4-BE49-F238E27FC236}">
                <a16:creationId xmlns:a16="http://schemas.microsoft.com/office/drawing/2014/main" id="{13E2A579-BDC8-42AE-AB96-A8DB1805FFA1}"/>
              </a:ext>
            </a:extLst>
          </p:cNvPr>
          <p:cNvSpPr>
            <a:spLocks xmlns:a="http://schemas.openxmlformats.org/drawingml/2006/main" noGrp="1"/>
          </p:cNvSpPr>
          <p:nvPr/>
        </p:nvSpPr>
        <p:spPr>
          <a:xfrm xmlns:a="http://schemas.openxmlformats.org/drawingml/2006/main">
            <a:off x="403841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21">
            <a:extLst xmlns:a="http://schemas.openxmlformats.org/drawingml/2006/main">
              <a:ext uri="{FF2B5EF4-FFF2-40B4-BE49-F238E27FC236}">
                <a16:creationId xmlns:a16="http://schemas.microsoft.com/office/drawing/2014/main" id="{61F563A9-8E00-492F-98C2-A68C42969033}"/>
              </a:ext>
            </a:extLst>
          </p:cNvPr>
          <p:cNvSpPr>
            <a:spLocks xmlns:a="http://schemas.openxmlformats.org/drawingml/2006/main" noGrp="1"/>
          </p:cNvSpPr>
          <p:nvPr/>
        </p:nvSpPr>
        <p:spPr>
          <a:xfrm xmlns:a="http://schemas.openxmlformats.org/drawingml/2006/main">
            <a:off x="436245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1-comparison / n122 / text 1">
            <a:extLst xmlns:a="http://schemas.openxmlformats.org/drawingml/2006/main">
              <a:ext uri="{FF2B5EF4-FFF2-40B4-BE49-F238E27FC236}">
                <a16:creationId xmlns:a16="http://schemas.microsoft.com/office/drawing/2014/main" id="{07DAD939-D955-4D5E-A976-2F3B2CAEA0CC}"/>
              </a:ext>
            </a:extLst>
          </p:cNvPr>
          <p:cNvSpPr>
            <a:spLocks xmlns:a="http://schemas.openxmlformats.org/drawingml/2006/main" noGrp="1"/>
          </p:cNvSpPr>
          <p:nvPr/>
        </p:nvSpPr>
        <p:spPr>
          <a:xfrm xmlns:a="http://schemas.openxmlformats.org/drawingml/2006/main">
            <a:off x="444817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Context Manager</a:t>
            </a:r>
          </a:p>
        </p:txBody>
      </p:sp>
      <p:sp>
        <p:nvSpPr>
          <p:cNvPr id="103" name="dp41-comparison / n123 / path">
            <a:extLst xmlns:a="http://schemas.openxmlformats.org/drawingml/2006/main">
              <a:ext uri="{FF2B5EF4-FFF2-40B4-BE49-F238E27FC236}">
                <a16:creationId xmlns:a16="http://schemas.microsoft.com/office/drawing/2014/main" id="{9D056350-C4C2-4FDA-8895-BE63F6BC45AE}"/>
              </a:ext>
            </a:extLst>
          </p:cNvPr>
          <p:cNvSpPr>
            <a:spLocks xmlns:a="http://schemas.openxmlformats.org/drawingml/2006/main" noGrp="1"/>
          </p:cNvSpPr>
          <p:nvPr/>
        </p:nvSpPr>
        <p:spPr>
          <a:xfrm xmlns:a="http://schemas.openxmlformats.org/drawingml/2006/main">
            <a:off x="5457825" y="4143375"/>
            <a:ext cx="4010025" cy="2505075"/>
          </a:xfrm>
          <a:custGeom xmlns:a="http://schemas.openxmlformats.org/drawingml/2006/main">
            <a:pathLst>
              <a:path w="4010025" h="2505075">
                <a:moveTo>
                  <a:pt x="3543300" y="0"/>
                </a:moveTo>
                <a:lnTo>
                  <a:pt x="4010025" y="0"/>
                </a:lnTo>
                <a:lnTo>
                  <a:pt x="4010025"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04" name="dp41-comparison / n123 / arrow">
            <a:extLst xmlns:a="http://schemas.openxmlformats.org/drawingml/2006/main">
              <a:ext uri="{FF2B5EF4-FFF2-40B4-BE49-F238E27FC236}">
                <a16:creationId xmlns:a16="http://schemas.microsoft.com/office/drawing/2014/main" id="{02B33E67-6F66-4D16-A793-F2C2F797AEBC}"/>
              </a:ext>
            </a:extLst>
          </p:cNvPr>
          <p:cNvSpPr>
            <a:spLocks xmlns:a="http://schemas.openxmlformats.org/drawingml/2006/main" noGrp="1"/>
          </p:cNvSpPr>
          <p:nvPr/>
        </p:nvSpPr>
        <p:spPr>
          <a:xfrm xmlns:a="http://schemas.openxmlformats.org/drawingml/2006/main">
            <a:off x="542429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5" name="dp41-comparison / n124 / path">
            <a:extLst xmlns:a="http://schemas.openxmlformats.org/drawingml/2006/main">
              <a:ext uri="{FF2B5EF4-FFF2-40B4-BE49-F238E27FC236}">
                <a16:creationId xmlns:a16="http://schemas.microsoft.com/office/drawing/2014/main" id="{439075C7-6387-4305-B8C1-D52A4F18022C}"/>
              </a:ext>
            </a:extLst>
          </p:cNvPr>
          <p:cNvSpPr>
            <a:spLocks xmlns:a="http://schemas.openxmlformats.org/drawingml/2006/main" noGrp="1"/>
          </p:cNvSpPr>
          <p:nvPr/>
        </p:nvSpPr>
        <p:spPr>
          <a:xfrm xmlns:a="http://schemas.openxmlformats.org/drawingml/2006/main">
            <a:off x="5543550" y="4286250"/>
            <a:ext cx="3848100" cy="2362200"/>
          </a:xfrm>
          <a:custGeom xmlns:a="http://schemas.openxmlformats.org/drawingml/2006/main">
            <a:pathLst>
              <a:path w="3848100" h="2362200">
                <a:moveTo>
                  <a:pt x="0" y="2362200"/>
                </a:moveTo>
                <a:lnTo>
                  <a:pt x="0" y="2305050"/>
                </a:lnTo>
                <a:lnTo>
                  <a:pt x="3848100" y="2305050"/>
                </a:lnTo>
                <a:lnTo>
                  <a:pt x="3848100" y="0"/>
                </a:lnTo>
                <a:lnTo>
                  <a:pt x="3457575" y="0"/>
                </a:lnTo>
              </a:path>
            </a:pathLst>
          </a:custGeom>
          <a:noFill xmlns:a="http://schemas.openxmlformats.org/drawingml/2006/main"/>
          <a:ln xmlns:a="http://schemas.openxmlformats.org/drawingml/2006/main" w="10478">
            <a:solidFill>
              <a:srgbClr val="000000"/>
            </a:solidFill>
            <a:prstDash val="dash"/>
          </a:ln>
        </p:spPr>
      </p:sp>
      <p:sp>
        <p:nvSpPr>
          <p:cNvPr id="106" name="dp41-comparison / n124 / arrow">
            <a:extLst xmlns:a="http://schemas.openxmlformats.org/drawingml/2006/main">
              <a:ext uri="{FF2B5EF4-FFF2-40B4-BE49-F238E27FC236}">
                <a16:creationId xmlns:a16="http://schemas.microsoft.com/office/drawing/2014/main" id="{8474D630-4014-4AA9-8209-DE5457B3C01E}"/>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7" name="dp41-comparison / n125">
            <a:extLst xmlns:a="http://schemas.openxmlformats.org/drawingml/2006/main">
              <a:ext uri="{FF2B5EF4-FFF2-40B4-BE49-F238E27FC236}">
                <a16:creationId xmlns:a16="http://schemas.microsoft.com/office/drawing/2014/main" id="{8DCF1B6E-0F96-4F9F-8AEC-C90E790E6C05}"/>
              </a:ext>
            </a:extLst>
          </p:cNvPr>
          <p:cNvSpPr>
            <a:spLocks xmlns:a="http://schemas.openxmlformats.org/drawingml/2006/main" noGrp="1"/>
          </p:cNvSpPr>
          <p:nvPr/>
        </p:nvSpPr>
        <p:spPr>
          <a:xfrm xmlns:a="http://schemas.openxmlformats.org/drawingml/2006/main">
            <a:off x="709612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8" name="dp41-comparison / n126 / text 1">
            <a:extLst xmlns:a="http://schemas.openxmlformats.org/drawingml/2006/main">
              <a:ext uri="{FF2B5EF4-FFF2-40B4-BE49-F238E27FC236}">
                <a16:creationId xmlns:a16="http://schemas.microsoft.com/office/drawing/2014/main" id="{8DCC4788-CFDD-4891-9EFD-D1CA035EDA20}"/>
              </a:ext>
            </a:extLst>
          </p:cNvPr>
          <p:cNvSpPr>
            <a:spLocks xmlns:a="http://schemas.openxmlformats.org/drawingml/2006/main" noGrp="1"/>
          </p:cNvSpPr>
          <p:nvPr/>
        </p:nvSpPr>
        <p:spPr>
          <a:xfrm xmlns:a="http://schemas.openxmlformats.org/drawingml/2006/main">
            <a:off x="718185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Task Manager</a:t>
            </a:r>
          </a:p>
        </p:txBody>
      </p:sp>
      <p:sp>
        <p:nvSpPr>
          <p:cNvPr id="109" name="dp41-comparison / n127 / path">
            <a:extLst xmlns:a="http://schemas.openxmlformats.org/drawingml/2006/main">
              <a:ext uri="{FF2B5EF4-FFF2-40B4-BE49-F238E27FC236}">
                <a16:creationId xmlns:a16="http://schemas.microsoft.com/office/drawing/2014/main" id="{5662C839-6DA3-4AA3-BD93-96250B0B3F42}"/>
              </a:ext>
            </a:extLst>
          </p:cNvPr>
          <p:cNvSpPr>
            <a:spLocks xmlns:a="http://schemas.openxmlformats.org/drawingml/2006/main" noGrp="1"/>
          </p:cNvSpPr>
          <p:nvPr/>
        </p:nvSpPr>
        <p:spPr>
          <a:xfrm xmlns:a="http://schemas.openxmlformats.org/drawingml/2006/main">
            <a:off x="8191500" y="4143375"/>
            <a:ext cx="1276350" cy="2505075"/>
          </a:xfrm>
          <a:custGeom xmlns:a="http://schemas.openxmlformats.org/drawingml/2006/main">
            <a:pathLst>
              <a:path w="1276350" h="2505075">
                <a:moveTo>
                  <a:pt x="809625" y="0"/>
                </a:moveTo>
                <a:lnTo>
                  <a:pt x="1276350" y="0"/>
                </a:lnTo>
                <a:lnTo>
                  <a:pt x="1276350"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10" name="dp41-comparison / n127 / arrow">
            <a:extLst xmlns:a="http://schemas.openxmlformats.org/drawingml/2006/main">
              <a:ext uri="{FF2B5EF4-FFF2-40B4-BE49-F238E27FC236}">
                <a16:creationId xmlns:a16="http://schemas.microsoft.com/office/drawing/2014/main" id="{F1707B11-7F33-4C00-B5D3-8F7A93F1E6AE}"/>
              </a:ext>
            </a:extLst>
          </p:cNvPr>
          <p:cNvSpPr>
            <a:spLocks xmlns:a="http://schemas.openxmlformats.org/drawingml/2006/main" noGrp="1"/>
          </p:cNvSpPr>
          <p:nvPr/>
        </p:nvSpPr>
        <p:spPr>
          <a:xfrm xmlns:a="http://schemas.openxmlformats.org/drawingml/2006/main">
            <a:off x="815797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1" name="dp41-comparison / n128 / path">
            <a:extLst xmlns:a="http://schemas.openxmlformats.org/drawingml/2006/main">
              <a:ext uri="{FF2B5EF4-FFF2-40B4-BE49-F238E27FC236}">
                <a16:creationId xmlns:a16="http://schemas.microsoft.com/office/drawing/2014/main" id="{387ACA3D-59B1-47D0-ABAA-20A0EB62245B}"/>
              </a:ext>
            </a:extLst>
          </p:cNvPr>
          <p:cNvSpPr>
            <a:spLocks xmlns:a="http://schemas.openxmlformats.org/drawingml/2006/main" noGrp="1"/>
          </p:cNvSpPr>
          <p:nvPr/>
        </p:nvSpPr>
        <p:spPr>
          <a:xfrm xmlns:a="http://schemas.openxmlformats.org/drawingml/2006/main">
            <a:off x="8277225" y="4286250"/>
            <a:ext cx="1114425" cy="2362200"/>
          </a:xfrm>
          <a:custGeom xmlns:a="http://schemas.openxmlformats.org/drawingml/2006/main">
            <a:pathLst>
              <a:path w="1114425" h="2362200">
                <a:moveTo>
                  <a:pt x="0" y="2362200"/>
                </a:moveTo>
                <a:lnTo>
                  <a:pt x="0" y="2305050"/>
                </a:lnTo>
                <a:lnTo>
                  <a:pt x="1114425" y="2305050"/>
                </a:lnTo>
                <a:lnTo>
                  <a:pt x="1114425" y="0"/>
                </a:lnTo>
                <a:lnTo>
                  <a:pt x="723900" y="0"/>
                </a:lnTo>
              </a:path>
            </a:pathLst>
          </a:custGeom>
          <a:noFill xmlns:a="http://schemas.openxmlformats.org/drawingml/2006/main"/>
          <a:ln xmlns:a="http://schemas.openxmlformats.org/drawingml/2006/main" w="10478">
            <a:solidFill>
              <a:srgbClr val="000000"/>
            </a:solidFill>
            <a:prstDash val="dash"/>
          </a:ln>
        </p:spPr>
      </p:sp>
      <p:sp>
        <p:nvSpPr>
          <p:cNvPr id="112" name="dp41-comparison / n128 / arrow">
            <a:extLst xmlns:a="http://schemas.openxmlformats.org/drawingml/2006/main">
              <a:ext uri="{FF2B5EF4-FFF2-40B4-BE49-F238E27FC236}">
                <a16:creationId xmlns:a16="http://schemas.microsoft.com/office/drawing/2014/main" id="{610A05F6-4128-4329-ACC7-1DB434F28EE8}"/>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3" name="dp41-comparison / n131 / path">
            <a:extLst xmlns:a="http://schemas.openxmlformats.org/drawingml/2006/main">
              <a:ext uri="{FF2B5EF4-FFF2-40B4-BE49-F238E27FC236}">
                <a16:creationId xmlns:a16="http://schemas.microsoft.com/office/drawing/2014/main" id="{8C1D765F-D376-4414-94A5-5CCA69B1FA14}"/>
              </a:ext>
            </a:extLst>
          </p:cNvPr>
          <p:cNvSpPr>
            <a:spLocks xmlns:a="http://schemas.openxmlformats.org/drawingml/2006/main" noGrp="1"/>
          </p:cNvSpPr>
          <p:nvPr/>
        </p:nvSpPr>
        <p:spPr>
          <a:xfrm xmlns:a="http://schemas.openxmlformats.org/drawingml/2006/main">
            <a:off x="147637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14" name="dp41-comparison / n134">
            <a:extLst xmlns:a="http://schemas.openxmlformats.org/drawingml/2006/main">
              <a:ext uri="{FF2B5EF4-FFF2-40B4-BE49-F238E27FC236}">
                <a16:creationId xmlns:a16="http://schemas.microsoft.com/office/drawing/2014/main" id="{77D5D840-FCEB-4477-A07B-F6938C147016}"/>
              </a:ext>
            </a:extLst>
          </p:cNvPr>
          <p:cNvSpPr>
            <a:spLocks xmlns:a="http://schemas.openxmlformats.org/drawingml/2006/main" noGrp="1"/>
          </p:cNvSpPr>
          <p:nvPr/>
        </p:nvSpPr>
        <p:spPr>
          <a:xfrm xmlns:a="http://schemas.openxmlformats.org/drawingml/2006/main">
            <a:off x="1666875"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35 / text 1">
            <a:extLst xmlns:a="http://schemas.openxmlformats.org/drawingml/2006/main">
              <a:ext uri="{FF2B5EF4-FFF2-40B4-BE49-F238E27FC236}">
                <a16:creationId xmlns:a16="http://schemas.microsoft.com/office/drawing/2014/main" id="{C1C7EF68-3A26-4EA4-8DDD-E79B8E1865F5}"/>
              </a:ext>
            </a:extLst>
          </p:cNvPr>
          <p:cNvSpPr>
            <a:spLocks xmlns:a="http://schemas.openxmlformats.org/drawingml/2006/main" noGrp="1"/>
          </p:cNvSpPr>
          <p:nvPr/>
        </p:nvSpPr>
        <p:spPr>
          <a:xfrm xmlns:a="http://schemas.openxmlformats.org/drawingml/2006/main">
            <a:off x="1752600"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모델: 다음 행동 판단</a:t>
            </a:r>
          </a:p>
        </p:txBody>
      </p:sp>
      <p:sp>
        <p:nvSpPr>
          <p:cNvPr id="116" name="dp41-comparison / n136">
            <a:extLst xmlns:a="http://schemas.openxmlformats.org/drawingml/2006/main">
              <a:ext uri="{FF2B5EF4-FFF2-40B4-BE49-F238E27FC236}">
                <a16:creationId xmlns:a16="http://schemas.microsoft.com/office/drawing/2014/main" id="{E3741AB9-09A6-409C-892C-2493A6AD4A53}"/>
              </a:ext>
            </a:extLst>
          </p:cNvPr>
          <p:cNvSpPr>
            <a:spLocks xmlns:a="http://schemas.openxmlformats.org/drawingml/2006/main" noGrp="1"/>
          </p:cNvSpPr>
          <p:nvPr/>
        </p:nvSpPr>
        <p:spPr>
          <a:xfrm xmlns:a="http://schemas.openxmlformats.org/drawingml/2006/main">
            <a:off x="4048125" y="72961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7" name="dp41-comparison / n137 / text 1">
            <a:extLst xmlns:a="http://schemas.openxmlformats.org/drawingml/2006/main">
              <a:ext uri="{FF2B5EF4-FFF2-40B4-BE49-F238E27FC236}">
                <a16:creationId xmlns:a16="http://schemas.microsoft.com/office/drawing/2014/main" id="{87869321-EDBF-4B74-91AD-F31DDF0A8460}"/>
              </a:ext>
            </a:extLst>
          </p:cNvPr>
          <p:cNvSpPr>
            <a:spLocks xmlns:a="http://schemas.openxmlformats.org/drawingml/2006/main" noGrp="1"/>
          </p:cNvSpPr>
          <p:nvPr/>
        </p:nvSpPr>
        <p:spPr>
          <a:xfrm xmlns:a="http://schemas.openxmlformats.org/drawingml/2006/main">
            <a:off x="4133850" y="74033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다음 행동?</a:t>
            </a:r>
          </a:p>
        </p:txBody>
      </p:sp>
      <p:sp>
        <p:nvSpPr>
          <p:cNvPr id="118" name="dp41-comparison / n138">
            <a:extLst xmlns:a="http://schemas.openxmlformats.org/drawingml/2006/main">
              <a:ext uri="{FF2B5EF4-FFF2-40B4-BE49-F238E27FC236}">
                <a16:creationId xmlns:a16="http://schemas.microsoft.com/office/drawing/2014/main" id="{C1DEB268-D3EA-426A-8085-BFAD0BA718EA}"/>
              </a:ext>
            </a:extLst>
          </p:cNvPr>
          <p:cNvSpPr>
            <a:spLocks xmlns:a="http://schemas.openxmlformats.org/drawingml/2006/main" noGrp="1"/>
          </p:cNvSpPr>
          <p:nvPr/>
        </p:nvSpPr>
        <p:spPr>
          <a:xfrm xmlns:a="http://schemas.openxmlformats.org/drawingml/2006/main">
            <a:off x="6429375" y="73628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1-comparison / n139 / text 1">
            <a:extLst xmlns:a="http://schemas.openxmlformats.org/drawingml/2006/main">
              <a:ext uri="{FF2B5EF4-FFF2-40B4-BE49-F238E27FC236}">
                <a16:creationId xmlns:a16="http://schemas.microsoft.com/office/drawing/2014/main" id="{1B088D2A-D406-4013-ABB1-AFC58AC18CB4}"/>
              </a:ext>
            </a:extLst>
          </p:cNvPr>
          <p:cNvSpPr>
            <a:spLocks xmlns:a="http://schemas.openxmlformats.org/drawingml/2006/main" noGrp="1"/>
          </p:cNvSpPr>
          <p:nvPr/>
        </p:nvSpPr>
        <p:spPr>
          <a:xfrm xmlns:a="http://schemas.openxmlformats.org/drawingml/2006/main">
            <a:off x="6515100" y="74033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도구: 지정한 자료 조회</a:t>
            </a:r>
          </a:p>
        </p:txBody>
      </p:sp>
      <p:sp>
        <p:nvSpPr>
          <p:cNvPr id="120" name="dp41-comparison / n140">
            <a:extLst xmlns:a="http://schemas.openxmlformats.org/drawingml/2006/main">
              <a:ext uri="{FF2B5EF4-FFF2-40B4-BE49-F238E27FC236}">
                <a16:creationId xmlns:a16="http://schemas.microsoft.com/office/drawing/2014/main" id="{9B138D3D-EF92-4267-B900-ED27A7AF5B1B}"/>
              </a:ext>
            </a:extLst>
          </p:cNvPr>
          <p:cNvSpPr>
            <a:spLocks xmlns:a="http://schemas.openxmlformats.org/drawingml/2006/main" noGrp="1"/>
          </p:cNvSpPr>
          <p:nvPr/>
        </p:nvSpPr>
        <p:spPr>
          <a:xfrm xmlns:a="http://schemas.openxmlformats.org/drawingml/2006/main">
            <a:off x="6953250" y="79533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1-comparison / n141 / text 1">
            <a:extLst xmlns:a="http://schemas.openxmlformats.org/drawingml/2006/main">
              <a:ext uri="{FF2B5EF4-FFF2-40B4-BE49-F238E27FC236}">
                <a16:creationId xmlns:a16="http://schemas.microsoft.com/office/drawing/2014/main" id="{8EAF1228-E5FA-4A76-826F-CF19BA9C102F}"/>
              </a:ext>
            </a:extLst>
          </p:cNvPr>
          <p:cNvSpPr>
            <a:spLocks xmlns:a="http://schemas.openxmlformats.org/drawingml/2006/main" noGrp="1"/>
          </p:cNvSpPr>
          <p:nvPr/>
        </p:nvSpPr>
        <p:spPr>
          <a:xfrm xmlns:a="http://schemas.openxmlformats.org/drawingml/2006/main">
            <a:off x="7038975" y="79986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모델: 의미 / 질문 제안</a:t>
            </a:r>
          </a:p>
        </p:txBody>
      </p:sp>
      <p:sp>
        <p:nvSpPr>
          <p:cNvPr id="122" name="dp41-comparison / n142 / path">
            <a:extLst xmlns:a="http://schemas.openxmlformats.org/drawingml/2006/main">
              <a:ext uri="{FF2B5EF4-FFF2-40B4-BE49-F238E27FC236}">
                <a16:creationId xmlns:a16="http://schemas.microsoft.com/office/drawing/2014/main" id="{597B22AD-1C23-402C-926C-9500CFE34A07}"/>
              </a:ext>
            </a:extLst>
          </p:cNvPr>
          <p:cNvSpPr>
            <a:spLocks xmlns:a="http://schemas.openxmlformats.org/drawingml/2006/main" noGrp="1"/>
          </p:cNvSpPr>
          <p:nvPr/>
        </p:nvSpPr>
        <p:spPr>
          <a:xfrm xmlns:a="http://schemas.openxmlformats.org/drawingml/2006/main">
            <a:off x="3381375"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23" name="dp41-comparison / n142 / arrow">
            <a:extLst xmlns:a="http://schemas.openxmlformats.org/drawingml/2006/main">
              <a:ext uri="{FF2B5EF4-FFF2-40B4-BE49-F238E27FC236}">
                <a16:creationId xmlns:a16="http://schemas.microsoft.com/office/drawing/2014/main" id="{03856A93-F2F1-4B73-A409-AF7C18992FDE}"/>
              </a:ext>
            </a:extLst>
          </p:cNvPr>
          <p:cNvSpPr>
            <a:spLocks xmlns:a="http://schemas.openxmlformats.org/drawingml/2006/main" noGrp="1"/>
          </p:cNvSpPr>
          <p:nvPr/>
        </p:nvSpPr>
        <p:spPr>
          <a:xfrm xmlns:a="http://schemas.openxmlformats.org/drawingml/2006/main">
            <a:off x="398106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143 / path">
            <a:extLst xmlns:a="http://schemas.openxmlformats.org/drawingml/2006/main">
              <a:ext uri="{FF2B5EF4-FFF2-40B4-BE49-F238E27FC236}">
                <a16:creationId xmlns:a16="http://schemas.microsoft.com/office/drawing/2014/main" id="{E2FBC27F-4F1A-4BDE-8625-2D41FF134E70}"/>
              </a:ext>
            </a:extLst>
          </p:cNvPr>
          <p:cNvSpPr>
            <a:spLocks xmlns:a="http://schemas.openxmlformats.org/drawingml/2006/main" noGrp="1"/>
          </p:cNvSpPr>
          <p:nvPr/>
        </p:nvSpPr>
        <p:spPr>
          <a:xfrm xmlns:a="http://schemas.openxmlformats.org/drawingml/2006/main">
            <a:off x="5476875" y="74961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25" name="dp41-comparison / n143 / arrow">
            <a:extLst xmlns:a="http://schemas.openxmlformats.org/drawingml/2006/main">
              <a:ext uri="{FF2B5EF4-FFF2-40B4-BE49-F238E27FC236}">
                <a16:creationId xmlns:a16="http://schemas.microsoft.com/office/drawing/2014/main" id="{9F842904-827F-467E-8D2F-E1190BC31AC8}"/>
              </a:ext>
            </a:extLst>
          </p:cNvPr>
          <p:cNvSpPr>
            <a:spLocks xmlns:a="http://schemas.openxmlformats.org/drawingml/2006/main" noGrp="1"/>
          </p:cNvSpPr>
          <p:nvPr/>
        </p:nvSpPr>
        <p:spPr>
          <a:xfrm xmlns:a="http://schemas.openxmlformats.org/drawingml/2006/main">
            <a:off x="636231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6" name="dp41-comparison / n146 / path">
            <a:extLst xmlns:a="http://schemas.openxmlformats.org/drawingml/2006/main">
              <a:ext uri="{FF2B5EF4-FFF2-40B4-BE49-F238E27FC236}">
                <a16:creationId xmlns:a16="http://schemas.microsoft.com/office/drawing/2014/main" id="{A53EB285-4815-4FD5-ADF8-12E4D7919FAF}"/>
              </a:ext>
            </a:extLst>
          </p:cNvPr>
          <p:cNvSpPr>
            <a:spLocks xmlns:a="http://schemas.openxmlformats.org/drawingml/2006/main" noGrp="1"/>
          </p:cNvSpPr>
          <p:nvPr/>
        </p:nvSpPr>
        <p:spPr>
          <a:xfrm xmlns:a="http://schemas.openxmlformats.org/drawingml/2006/main">
            <a:off x="2524125" y="76295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7" name="dp41-comparison / n146 / arrow">
            <a:extLst xmlns:a="http://schemas.openxmlformats.org/drawingml/2006/main">
              <a:ext uri="{FF2B5EF4-FFF2-40B4-BE49-F238E27FC236}">
                <a16:creationId xmlns:a16="http://schemas.microsoft.com/office/drawing/2014/main" id="{7438F550-F988-4801-92D7-269A45971C41}"/>
              </a:ext>
            </a:extLst>
          </p:cNvPr>
          <p:cNvSpPr>
            <a:spLocks xmlns:a="http://schemas.openxmlformats.org/drawingml/2006/main" noGrp="1"/>
          </p:cNvSpPr>
          <p:nvPr/>
        </p:nvSpPr>
        <p:spPr>
          <a:xfrm xmlns:a="http://schemas.openxmlformats.org/drawingml/2006/main">
            <a:off x="2490597"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8" name="dp41-comparison / n149 / path">
            <a:extLst xmlns:a="http://schemas.openxmlformats.org/drawingml/2006/main">
              <a:ext uri="{FF2B5EF4-FFF2-40B4-BE49-F238E27FC236}">
                <a16:creationId xmlns:a16="http://schemas.microsoft.com/office/drawing/2014/main" id="{99DDDECC-115F-4169-81FD-FA9AE4DCD29A}"/>
              </a:ext>
            </a:extLst>
          </p:cNvPr>
          <p:cNvSpPr>
            <a:spLocks xmlns:a="http://schemas.openxmlformats.org/drawingml/2006/main" noGrp="1"/>
          </p:cNvSpPr>
          <p:nvPr/>
        </p:nvSpPr>
        <p:spPr>
          <a:xfrm xmlns:a="http://schemas.openxmlformats.org/drawingml/2006/main">
            <a:off x="4762500" y="76962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9" name="dp41-comparison / n149 / arrow">
            <a:extLst xmlns:a="http://schemas.openxmlformats.org/drawingml/2006/main">
              <a:ext uri="{FF2B5EF4-FFF2-40B4-BE49-F238E27FC236}">
                <a16:creationId xmlns:a16="http://schemas.microsoft.com/office/drawing/2014/main" id="{0BB4A9FD-608E-44DE-BEC5-F30BD0DE004C}"/>
              </a:ext>
            </a:extLst>
          </p:cNvPr>
          <p:cNvSpPr>
            <a:spLocks xmlns:a="http://schemas.openxmlformats.org/drawingml/2006/main" noGrp="1"/>
          </p:cNvSpPr>
          <p:nvPr/>
        </p:nvSpPr>
        <p:spPr>
          <a:xfrm xmlns:a="http://schemas.openxmlformats.org/drawingml/2006/main">
            <a:off x="688619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30" name="dp41-comparison / n64">
            <a:extLst xmlns:a="http://schemas.openxmlformats.org/drawingml/2006/main">
              <a:ext uri="{FF2B5EF4-FFF2-40B4-BE49-F238E27FC236}">
                <a16:creationId xmlns:a16="http://schemas.microsoft.com/office/drawing/2014/main" id="{D779FDF0-ED26-47BA-A77C-2785ED767825}"/>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1" name="dp41-comparison / n64 / fold">
            <a:extLst xmlns:a="http://schemas.openxmlformats.org/drawingml/2006/main">
              <a:ext uri="{FF2B5EF4-FFF2-40B4-BE49-F238E27FC236}">
                <a16:creationId xmlns:a16="http://schemas.microsoft.com/office/drawing/2014/main" id="{13E42500-9E01-4670-A317-87B406F30915}"/>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2" name="dp41-comparison / n65 / text 1">
            <a:extLst xmlns:a="http://schemas.openxmlformats.org/drawingml/2006/main">
              <a:ext uri="{FF2B5EF4-FFF2-40B4-BE49-F238E27FC236}">
                <a16:creationId xmlns:a16="http://schemas.microsoft.com/office/drawing/2014/main" id="{0FE2A948-5C73-4F9B-8E20-0F96B910355C}"/>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33" name="dp41-comparison / n74">
            <a:extLst xmlns:a="http://schemas.openxmlformats.org/drawingml/2006/main">
              <a:ext uri="{FF2B5EF4-FFF2-40B4-BE49-F238E27FC236}">
                <a16:creationId xmlns:a16="http://schemas.microsoft.com/office/drawing/2014/main" id="{26A39678-1D34-4300-A50F-037318A2D8C9}"/>
              </a:ext>
            </a:extLst>
          </p:cNvPr>
          <p:cNvSpPr>
            <a:spLocks xmlns:a="http://schemas.openxmlformats.org/drawingml/2006/main" noGrp="1"/>
          </p:cNvSpPr>
          <p:nvPr/>
        </p:nvSpPr>
        <p:spPr>
          <a:xfrm xmlns:a="http://schemas.openxmlformats.org/drawingml/2006/main">
            <a:off x="4505325" y="2943225"/>
            <a:ext cx="3050477"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75 / text 1">
            <a:extLst xmlns:a="http://schemas.openxmlformats.org/drawingml/2006/main">
              <a:ext uri="{FF2B5EF4-FFF2-40B4-BE49-F238E27FC236}">
                <a16:creationId xmlns:a16="http://schemas.microsoft.com/office/drawing/2014/main" id="{3B5CA446-008C-4AE8-9001-DF2360D92C81}"/>
              </a:ext>
            </a:extLst>
          </p:cNvPr>
          <p:cNvSpPr>
            <a:spLocks xmlns:a="http://schemas.openxmlformats.org/drawingml/2006/main" noGrp="1"/>
          </p:cNvSpPr>
          <p:nvPr/>
        </p:nvSpPr>
        <p:spPr>
          <a:xfrm xmlns:a="http://schemas.openxmlformats.org/drawingml/2006/main">
            <a:off x="452437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Model Access 경유 / 조회 결과마다 모델 재판단</a:t>
            </a:r>
          </a:p>
        </p:txBody>
      </p:sp>
      <p:sp>
        <p:nvSpPr>
          <p:cNvPr id="135" name="dp41-comparison / n76">
            <a:extLst xmlns:a="http://schemas.openxmlformats.org/drawingml/2006/main">
              <a:ext uri="{FF2B5EF4-FFF2-40B4-BE49-F238E27FC236}">
                <a16:creationId xmlns:a16="http://schemas.microsoft.com/office/drawing/2014/main" id="{E982A62A-7C04-47F1-99FF-ECA251A07417}"/>
              </a:ext>
            </a:extLst>
          </p:cNvPr>
          <p:cNvSpPr>
            <a:spLocks xmlns:a="http://schemas.openxmlformats.org/drawingml/2006/main" noGrp="1"/>
          </p:cNvSpPr>
          <p:nvPr/>
        </p:nvSpPr>
        <p:spPr>
          <a:xfrm xmlns:a="http://schemas.openxmlformats.org/drawingml/2006/main">
            <a:off x="4648200" y="3314700"/>
            <a:ext cx="3272028" cy="224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77 / text 1">
            <a:extLst xmlns:a="http://schemas.openxmlformats.org/drawingml/2006/main">
              <a:ext uri="{FF2B5EF4-FFF2-40B4-BE49-F238E27FC236}">
                <a16:creationId xmlns:a16="http://schemas.microsoft.com/office/drawing/2014/main" id="{FC454F16-F91B-4341-BC9B-4A4E798134B4}"/>
              </a:ext>
            </a:extLst>
          </p:cNvPr>
          <p:cNvSpPr>
            <a:spLocks xmlns:a="http://schemas.openxmlformats.org/drawingml/2006/main" noGrp="1"/>
          </p:cNvSpPr>
          <p:nvPr/>
        </p:nvSpPr>
        <p:spPr>
          <a:xfrm xmlns:a="http://schemas.openxmlformats.org/drawingml/2006/main">
            <a:off x="4667250" y="332422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000000"/>
                </a:solidFill>
                <a:latin typeface="Apple SD Gothic Neo"/>
                <a:ea typeface="Apple SD Gothic Neo"/>
                <a:cs typeface="Apple SD Gothic Neo"/>
              </a:defRPr>
            </a:pPr>
            <a:r>
              <a:rPr sz="1400" b="0">
                <a:solidFill>
                  <a:srgbClr val="000000"/>
                </a:solidFill>
                <a:latin typeface="Apple SD Gothic Neo"/>
                <a:ea typeface="Apple SD Gothic Neo"/>
                <a:cs typeface="Apple SD Gothic Neo"/>
              </a:rPr>
              <a:t>A: 모델이 결과를 보고 다음 조회 선택</a:t>
            </a:r>
          </a:p>
        </p:txBody>
      </p:sp>
      <p:sp>
        <p:nvSpPr>
          <p:cNvPr id="137" name="dp41-comparison / n80">
            <a:extLst xmlns:a="http://schemas.openxmlformats.org/drawingml/2006/main">
              <a:ext uri="{FF2B5EF4-FFF2-40B4-BE49-F238E27FC236}">
                <a16:creationId xmlns:a16="http://schemas.microsoft.com/office/drawing/2014/main" id="{6584029A-B0E7-4B06-AB22-EFBF3160C0F3}"/>
              </a:ext>
            </a:extLst>
          </p:cNvPr>
          <p:cNvSpPr>
            <a:spLocks xmlns:a="http://schemas.openxmlformats.org/drawingml/2006/main" noGrp="1"/>
          </p:cNvSpPr>
          <p:nvPr/>
        </p:nvSpPr>
        <p:spPr>
          <a:xfrm xmlns:a="http://schemas.openxmlformats.org/drawingml/2006/main">
            <a:off x="7505700" y="311467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1-comparison / n81 / text 1">
            <a:extLst xmlns:a="http://schemas.openxmlformats.org/drawingml/2006/main">
              <a:ext uri="{FF2B5EF4-FFF2-40B4-BE49-F238E27FC236}">
                <a16:creationId xmlns:a16="http://schemas.microsoft.com/office/drawing/2014/main" id="{13CEADB9-2FDD-4DAF-9147-349E2970B5A1}"/>
              </a:ext>
            </a:extLst>
          </p:cNvPr>
          <p:cNvSpPr>
            <a:spLocks xmlns:a="http://schemas.openxmlformats.org/drawingml/2006/main" noGrp="1"/>
          </p:cNvSpPr>
          <p:nvPr/>
        </p:nvSpPr>
        <p:spPr>
          <a:xfrm xmlns:a="http://schemas.openxmlformats.org/drawingml/2006/main">
            <a:off x="7524750" y="312420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해석 시작</a:t>
            </a:r>
          </a:p>
        </p:txBody>
      </p:sp>
      <p:sp>
        <p:nvSpPr>
          <p:cNvPr id="139" name="dp41-comparison / n84">
            <a:extLst xmlns:a="http://schemas.openxmlformats.org/drawingml/2006/main">
              <a:ext uri="{FF2B5EF4-FFF2-40B4-BE49-F238E27FC236}">
                <a16:creationId xmlns:a16="http://schemas.microsoft.com/office/drawing/2014/main" id="{D8FFE8C1-3912-4BD5-847C-099FC29EE2C9}"/>
              </a:ext>
            </a:extLst>
          </p:cNvPr>
          <p:cNvSpPr>
            <a:spLocks xmlns:a="http://schemas.openxmlformats.org/drawingml/2006/main" noGrp="1"/>
          </p:cNvSpPr>
          <p:nvPr/>
        </p:nvSpPr>
        <p:spPr>
          <a:xfrm xmlns:a="http://schemas.openxmlformats.org/drawingml/2006/main">
            <a:off x="1647825" y="4429125"/>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1-comparison / n85 / text 1">
            <a:extLst xmlns:a="http://schemas.openxmlformats.org/drawingml/2006/main">
              <a:ext uri="{FF2B5EF4-FFF2-40B4-BE49-F238E27FC236}">
                <a16:creationId xmlns:a16="http://schemas.microsoft.com/office/drawing/2014/main" id="{63944F3E-FD9A-463E-8BD4-9D3269E50512}"/>
              </a:ext>
            </a:extLst>
          </p:cNvPr>
          <p:cNvSpPr>
            <a:spLocks xmlns:a="http://schemas.openxmlformats.org/drawingml/2006/main" noGrp="1"/>
          </p:cNvSpPr>
          <p:nvPr/>
        </p:nvSpPr>
        <p:spPr>
          <a:xfrm xmlns:a="http://schemas.openxmlformats.org/drawingml/2006/main">
            <a:off x="1666875" y="4438650"/>
            <a:ext cx="2667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코드: 모델 호출, 도구 결과 대응</a:t>
            </a:r>
          </a:p>
        </p:txBody>
      </p:sp>
      <p:sp>
        <p:nvSpPr>
          <p:cNvPr id="141" name="dp41-comparison / n90">
            <a:extLst xmlns:a="http://schemas.openxmlformats.org/drawingml/2006/main">
              <a:ext uri="{FF2B5EF4-FFF2-40B4-BE49-F238E27FC236}">
                <a16:creationId xmlns:a16="http://schemas.microsoft.com/office/drawing/2014/main" id="{4F5BBE5E-708C-41CA-B10A-7B684567D5F4}"/>
              </a:ext>
            </a:extLst>
          </p:cNvPr>
          <p:cNvSpPr>
            <a:spLocks xmlns:a="http://schemas.openxmlformats.org/drawingml/2006/main" noGrp="1"/>
          </p:cNvSpPr>
          <p:nvPr/>
        </p:nvSpPr>
        <p:spPr>
          <a:xfrm xmlns:a="http://schemas.openxmlformats.org/drawingml/2006/main">
            <a:off x="1647825" y="5534025"/>
            <a:ext cx="21507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1-comparison / n91 / text 1">
            <a:extLst xmlns:a="http://schemas.openxmlformats.org/drawingml/2006/main">
              <a:ext uri="{FF2B5EF4-FFF2-40B4-BE49-F238E27FC236}">
                <a16:creationId xmlns:a16="http://schemas.microsoft.com/office/drawing/2014/main" id="{D4349217-5459-4C33-BA1F-30059CCA4DDF}"/>
              </a:ext>
            </a:extLst>
          </p:cNvPr>
          <p:cNvSpPr>
            <a:spLocks xmlns:a="http://schemas.openxmlformats.org/drawingml/2006/main" noGrp="1"/>
          </p:cNvSpPr>
          <p:nvPr/>
        </p:nvSpPr>
        <p:spPr>
          <a:xfrm xmlns:a="http://schemas.openxmlformats.org/drawingml/2006/main">
            <a:off x="1666875" y="5543550"/>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발화, 조회 결과, 이전 조건 / 임시 상태</a:t>
            </a:r>
          </a:p>
        </p:txBody>
      </p:sp>
      <p:sp>
        <p:nvSpPr>
          <p:cNvPr id="143" name="dp41-comparison / n94">
            <a:extLst xmlns:a="http://schemas.openxmlformats.org/drawingml/2006/main">
              <a:ext uri="{FF2B5EF4-FFF2-40B4-BE49-F238E27FC236}">
                <a16:creationId xmlns:a16="http://schemas.microsoft.com/office/drawing/2014/main" id="{B792C8B9-3B34-481A-82CA-2A40EDAD7769}"/>
              </a:ext>
            </a:extLst>
          </p:cNvPr>
          <p:cNvSpPr>
            <a:spLocks xmlns:a="http://schemas.openxmlformats.org/drawingml/2006/main" noGrp="1"/>
          </p:cNvSpPr>
          <p:nvPr/>
        </p:nvSpPr>
        <p:spPr>
          <a:xfrm xmlns:a="http://schemas.openxmlformats.org/drawingml/2006/main">
            <a:off x="2076450" y="3324225"/>
            <a:ext cx="14843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1-comparison / n95 / text 1">
            <a:extLst xmlns:a="http://schemas.openxmlformats.org/drawingml/2006/main">
              <a:ext uri="{FF2B5EF4-FFF2-40B4-BE49-F238E27FC236}">
                <a16:creationId xmlns:a16="http://schemas.microsoft.com/office/drawing/2014/main" id="{C113BCC3-238E-4705-AAA6-75F4DB0E4624}"/>
              </a:ext>
            </a:extLst>
          </p:cNvPr>
          <p:cNvSpPr>
            <a:spLocks xmlns:a="http://schemas.openxmlformats.org/drawingml/2006/main" noGrp="1"/>
          </p:cNvSpPr>
          <p:nvPr/>
        </p:nvSpPr>
        <p:spPr>
          <a:xfrm xmlns:a="http://schemas.openxmlformats.org/drawingml/2006/main">
            <a:off x="2095500" y="3333750"/>
            <a:ext cx="1733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① 결과와 원문으로 재호출</a:t>
            </a:r>
          </a:p>
        </p:txBody>
      </p:sp>
      <p:sp>
        <p:nvSpPr>
          <p:cNvPr id="145" name="dp41-comparison / n96">
            <a:extLst xmlns:a="http://schemas.openxmlformats.org/drawingml/2006/main">
              <a:ext uri="{FF2B5EF4-FFF2-40B4-BE49-F238E27FC236}">
                <a16:creationId xmlns:a16="http://schemas.microsoft.com/office/drawing/2014/main" id="{C7005650-BD8D-4D79-AD90-E68B64759D80}"/>
              </a:ext>
            </a:extLst>
          </p:cNvPr>
          <p:cNvSpPr>
            <a:spLocks xmlns:a="http://schemas.openxmlformats.org/drawingml/2006/main" noGrp="1"/>
          </p:cNvSpPr>
          <p:nvPr/>
        </p:nvSpPr>
        <p:spPr>
          <a:xfrm xmlns:a="http://schemas.openxmlformats.org/drawingml/2006/main">
            <a:off x="2076450" y="3495675"/>
            <a:ext cx="167087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1-comparison / n97 / text 1">
            <a:extLst xmlns:a="http://schemas.openxmlformats.org/drawingml/2006/main">
              <a:ext uri="{FF2B5EF4-FFF2-40B4-BE49-F238E27FC236}">
                <a16:creationId xmlns:a16="http://schemas.microsoft.com/office/drawing/2014/main" id="{670DC8ED-0ABB-44C7-9654-D1AF13FF3561}"/>
              </a:ext>
            </a:extLst>
          </p:cNvPr>
          <p:cNvSpPr>
            <a:spLocks xmlns:a="http://schemas.openxmlformats.org/drawingml/2006/main" noGrp="1"/>
          </p:cNvSpPr>
          <p:nvPr/>
        </p:nvSpPr>
        <p:spPr>
          <a:xfrm xmlns:a="http://schemas.openxmlformats.org/drawingml/2006/main">
            <a:off x="2095500" y="3505200"/>
            <a:ext cx="17335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모델: 조회 / 질문 / 의미 선택</a:t>
            </a:r>
          </a:p>
        </p:txBody>
      </p:sp>
      <p:sp>
        <p:nvSpPr>
          <p:cNvPr id="147" name="dp41-comparison / n99">
            <a:extLst xmlns:a="http://schemas.openxmlformats.org/drawingml/2006/main">
              <a:ext uri="{FF2B5EF4-FFF2-40B4-BE49-F238E27FC236}">
                <a16:creationId xmlns:a16="http://schemas.microsoft.com/office/drawing/2014/main" id="{A74A6FE6-E5CE-4245-A57B-4C0FA0A530C2}"/>
              </a:ext>
            </a:extLst>
          </p:cNvPr>
          <p:cNvSpPr>
            <a:spLocks xmlns:a="http://schemas.openxmlformats.org/drawingml/2006/main" noGrp="1"/>
          </p:cNvSpPr>
          <p:nvPr/>
        </p:nvSpPr>
        <p:spPr>
          <a:xfrm xmlns:a="http://schemas.openxmlformats.org/drawingml/2006/main">
            <a:off x="4457700" y="4086225"/>
            <a:ext cx="14523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1-comparison / n100 / text 1">
            <a:extLst xmlns:a="http://schemas.openxmlformats.org/drawingml/2006/main">
              <a:ext uri="{FF2B5EF4-FFF2-40B4-BE49-F238E27FC236}">
                <a16:creationId xmlns:a16="http://schemas.microsoft.com/office/drawing/2014/main" id="{45384195-8DED-4C15-AD52-B56398B66B41}"/>
              </a:ext>
            </a:extLst>
          </p:cNvPr>
          <p:cNvSpPr>
            <a:spLocks xmlns:a="http://schemas.openxmlformats.org/drawingml/2006/main" noGrp="1"/>
          </p:cNvSpPr>
          <p:nvPr/>
        </p:nvSpPr>
        <p:spPr>
          <a:xfrm xmlns:a="http://schemas.openxmlformats.org/drawingml/2006/main">
            <a:off x="4476750" y="4095750"/>
            <a:ext cx="2095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② 모델이 선택한 조회</a:t>
            </a:r>
          </a:p>
        </p:txBody>
      </p:sp>
      <p:sp>
        <p:nvSpPr>
          <p:cNvPr id="149" name="dp41-comparison / n102">
            <a:extLst xmlns:a="http://schemas.openxmlformats.org/drawingml/2006/main">
              <a:ext uri="{FF2B5EF4-FFF2-40B4-BE49-F238E27FC236}">
                <a16:creationId xmlns:a16="http://schemas.microsoft.com/office/drawing/2014/main" id="{2B0659B1-A08D-456F-8FEB-59E3DDF29778}"/>
              </a:ext>
            </a:extLst>
          </p:cNvPr>
          <p:cNvSpPr>
            <a:spLocks xmlns:a="http://schemas.openxmlformats.org/drawingml/2006/main" noGrp="1"/>
          </p:cNvSpPr>
          <p:nvPr/>
        </p:nvSpPr>
        <p:spPr>
          <a:xfrm xmlns:a="http://schemas.openxmlformats.org/drawingml/2006/main">
            <a:off x="4648200" y="4429125"/>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1-comparison / n103 / text 1">
            <a:extLst xmlns:a="http://schemas.openxmlformats.org/drawingml/2006/main">
              <a:ext uri="{FF2B5EF4-FFF2-40B4-BE49-F238E27FC236}">
                <a16:creationId xmlns:a16="http://schemas.microsoft.com/office/drawing/2014/main" id="{58103444-678A-421E-8A22-180B68630829}"/>
              </a:ext>
            </a:extLst>
          </p:cNvPr>
          <p:cNvSpPr>
            <a:spLocks xmlns:a="http://schemas.openxmlformats.org/drawingml/2006/main" noGrp="1"/>
          </p:cNvSpPr>
          <p:nvPr/>
        </p:nvSpPr>
        <p:spPr>
          <a:xfrm xmlns:a="http://schemas.openxmlformats.org/drawingml/2006/main">
            <a:off x="4667250" y="4438650"/>
            <a:ext cx="4333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모델 출력 예시 / 다음 조회는 결과를 본 뒤 선택</a:t>
            </a:r>
          </a:p>
        </p:txBody>
      </p:sp>
      <p:sp>
        <p:nvSpPr>
          <p:cNvPr id="151" name="dp41-comparison / n105">
            <a:extLst xmlns:a="http://schemas.openxmlformats.org/drawingml/2006/main">
              <a:ext uri="{FF2B5EF4-FFF2-40B4-BE49-F238E27FC236}">
                <a16:creationId xmlns:a16="http://schemas.microsoft.com/office/drawing/2014/main" id="{60DA81D4-012E-417B-BF6D-91DD2214FD8B}"/>
              </a:ext>
            </a:extLst>
          </p:cNvPr>
          <p:cNvSpPr>
            <a:spLocks xmlns:a="http://schemas.openxmlformats.org/drawingml/2006/main" noGrp="1"/>
          </p:cNvSpPr>
          <p:nvPr/>
        </p:nvSpPr>
        <p:spPr>
          <a:xfrm xmlns:a="http://schemas.openxmlformats.org/drawingml/2006/main">
            <a:off x="1647825" y="4724400"/>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106 / text 1">
            <a:extLst xmlns:a="http://schemas.openxmlformats.org/drawingml/2006/main">
              <a:ext uri="{FF2B5EF4-FFF2-40B4-BE49-F238E27FC236}">
                <a16:creationId xmlns:a16="http://schemas.microsoft.com/office/drawing/2014/main" id="{25D07E9A-E8B3-4C35-9656-32DC55FE4755}"/>
              </a:ext>
            </a:extLst>
          </p:cNvPr>
          <p:cNvSpPr>
            <a:spLocks xmlns:a="http://schemas.openxmlformats.org/drawingml/2006/main" noGrp="1"/>
          </p:cNvSpPr>
          <p:nvPr/>
        </p:nvSpPr>
        <p:spPr>
          <a:xfrm xmlns:a="http://schemas.openxmlformats.org/drawingml/2006/main">
            <a:off x="1666875" y="4733925"/>
            <a:ext cx="2209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③ 결과 반영 후 같은 모델 재호출</a:t>
            </a:r>
          </a:p>
        </p:txBody>
      </p:sp>
      <p:sp>
        <p:nvSpPr>
          <p:cNvPr id="153" name="dp41-comparison / n107">
            <a:extLst xmlns:a="http://schemas.openxmlformats.org/drawingml/2006/main">
              <a:ext uri="{FF2B5EF4-FFF2-40B4-BE49-F238E27FC236}">
                <a16:creationId xmlns:a16="http://schemas.microsoft.com/office/drawing/2014/main" id="{478BE98B-C3C2-490D-99E8-C43C4A5900AC}"/>
              </a:ext>
            </a:extLst>
          </p:cNvPr>
          <p:cNvSpPr>
            <a:spLocks xmlns:a="http://schemas.openxmlformats.org/drawingml/2006/main" noGrp="1"/>
          </p:cNvSpPr>
          <p:nvPr/>
        </p:nvSpPr>
        <p:spPr>
          <a:xfrm xmlns:a="http://schemas.openxmlformats.org/drawingml/2006/main">
            <a:off x="4667250" y="4610100"/>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4" name="dp41-comparison / n107 / fold">
            <a:extLst xmlns:a="http://schemas.openxmlformats.org/drawingml/2006/main">
              <a:ext uri="{FF2B5EF4-FFF2-40B4-BE49-F238E27FC236}">
                <a16:creationId xmlns:a16="http://schemas.microsoft.com/office/drawing/2014/main" id="{F4E3A4E7-E783-4B2D-88D2-5CF2B0C14DCC}"/>
              </a:ext>
            </a:extLst>
          </p:cNvPr>
          <p:cNvSpPr>
            <a:spLocks xmlns:a="http://schemas.openxmlformats.org/drawingml/2006/main" noGrp="1"/>
          </p:cNvSpPr>
          <p:nvPr/>
        </p:nvSpPr>
        <p:spPr>
          <a:xfrm xmlns:a="http://schemas.openxmlformats.org/drawingml/2006/main">
            <a:off x="8829675" y="46101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5" name="dp41-comparison / n108 / text 1">
            <a:extLst xmlns:a="http://schemas.openxmlformats.org/drawingml/2006/main">
              <a:ext uri="{FF2B5EF4-FFF2-40B4-BE49-F238E27FC236}">
                <a16:creationId xmlns:a16="http://schemas.microsoft.com/office/drawing/2014/main" id="{2CF62E91-8FF7-48FF-BA74-0798C158E541}"/>
              </a:ext>
            </a:extLst>
          </p:cNvPr>
          <p:cNvSpPr>
            <a:spLocks xmlns:a="http://schemas.openxmlformats.org/drawingml/2006/main" noGrp="1"/>
          </p:cNvSpPr>
          <p:nvPr/>
        </p:nvSpPr>
        <p:spPr>
          <a:xfrm xmlns:a="http://schemas.openxmlformats.org/drawingml/2006/main">
            <a:off x="4762500" y="466725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첫 모델 판단: 보고서와 표 조회</a:t>
            </a:r>
          </a:p>
        </p:txBody>
      </p:sp>
      <p:sp>
        <p:nvSpPr>
          <p:cNvPr id="156" name="dp41-comparison / n108 / text 2">
            <a:extLst xmlns:a="http://schemas.openxmlformats.org/drawingml/2006/main">
              <a:ext uri="{FF2B5EF4-FFF2-40B4-BE49-F238E27FC236}">
                <a16:creationId xmlns:a16="http://schemas.microsoft.com/office/drawing/2014/main" id="{FE913794-0D72-466C-A092-3C417D61065C}"/>
              </a:ext>
            </a:extLst>
          </p:cNvPr>
          <p:cNvSpPr>
            <a:spLocks xmlns:a="http://schemas.openxmlformats.org/drawingml/2006/main" noGrp="1"/>
          </p:cNvSpPr>
          <p:nvPr/>
        </p:nvSpPr>
        <p:spPr>
          <a:xfrm xmlns:a="http://schemas.openxmlformats.org/drawingml/2006/main">
            <a:off x="4762500" y="479298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task_retrieve(query="보고서", limit=5)</a:t>
            </a:r>
          </a:p>
        </p:txBody>
      </p:sp>
      <p:sp>
        <p:nvSpPr>
          <p:cNvPr id="157" name="dp41-comparison / n108 / text 3">
            <a:extLst xmlns:a="http://schemas.openxmlformats.org/drawingml/2006/main">
              <a:ext uri="{FF2B5EF4-FFF2-40B4-BE49-F238E27FC236}">
                <a16:creationId xmlns:a16="http://schemas.microsoft.com/office/drawing/2014/main" id="{EB905423-3A1B-4100-ADB9-F2FB94C61A85}"/>
              </a:ext>
            </a:extLst>
          </p:cNvPr>
          <p:cNvSpPr>
            <a:spLocks xmlns:a="http://schemas.openxmlformats.org/drawingml/2006/main" noGrp="1"/>
          </p:cNvSpPr>
          <p:nvPr/>
        </p:nvSpPr>
        <p:spPr>
          <a:xfrm xmlns:a="http://schemas.openxmlformats.org/drawingml/2006/main">
            <a:off x="4762500" y="491871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context_retrieve(selector="INPUT_SELECTION")</a:t>
            </a:r>
          </a:p>
        </p:txBody>
      </p:sp>
      <p:sp>
        <p:nvSpPr>
          <p:cNvPr id="158" name="dp41-comparison / n109">
            <a:extLst xmlns:a="http://schemas.openxmlformats.org/drawingml/2006/main">
              <a:ext uri="{FF2B5EF4-FFF2-40B4-BE49-F238E27FC236}">
                <a16:creationId xmlns:a16="http://schemas.microsoft.com/office/drawing/2014/main" id="{B1F7D61D-3A32-4E5A-BF29-D26DEDA7A489}"/>
              </a:ext>
            </a:extLst>
          </p:cNvPr>
          <p:cNvSpPr>
            <a:spLocks xmlns:a="http://schemas.openxmlformats.org/drawingml/2006/main" noGrp="1"/>
          </p:cNvSpPr>
          <p:nvPr/>
        </p:nvSpPr>
        <p:spPr>
          <a:xfrm xmlns:a="http://schemas.openxmlformats.org/drawingml/2006/main">
            <a:off x="4648200" y="5114925"/>
            <a:ext cx="342061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9" name="dp41-comparison / n110 / text 1">
            <a:extLst xmlns:a="http://schemas.openxmlformats.org/drawingml/2006/main">
              <a:ext uri="{FF2B5EF4-FFF2-40B4-BE49-F238E27FC236}">
                <a16:creationId xmlns:a16="http://schemas.microsoft.com/office/drawing/2014/main" id="{32399D79-5B60-44B1-9A9B-99ADECFED226}"/>
              </a:ext>
            </a:extLst>
          </p:cNvPr>
          <p:cNvSpPr>
            <a:spLocks xmlns:a="http://schemas.openxmlformats.org/drawingml/2006/main" noGrp="1"/>
          </p:cNvSpPr>
          <p:nvPr/>
        </p:nvSpPr>
        <p:spPr>
          <a:xfrm xmlns:a="http://schemas.openxmlformats.org/drawingml/2006/main">
            <a:off x="4667250" y="5124450"/>
            <a:ext cx="43338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조회 결과: Task1 예산 보고서 / Task2 실적 보고서 / 선택한 표</a:t>
            </a:r>
          </a:p>
        </p:txBody>
      </p:sp>
      <p:sp>
        <p:nvSpPr>
          <p:cNvPr id="160" name="dp41-comparison / n111">
            <a:extLst xmlns:a="http://schemas.openxmlformats.org/drawingml/2006/main">
              <a:ext uri="{FF2B5EF4-FFF2-40B4-BE49-F238E27FC236}">
                <a16:creationId xmlns:a16="http://schemas.microsoft.com/office/drawing/2014/main" id="{7C8868B8-90CF-4016-ACA9-BEC5F05A3899}"/>
              </a:ext>
            </a:extLst>
          </p:cNvPr>
          <p:cNvSpPr>
            <a:spLocks xmlns:a="http://schemas.openxmlformats.org/drawingml/2006/main" noGrp="1"/>
          </p:cNvSpPr>
          <p:nvPr/>
        </p:nvSpPr>
        <p:spPr>
          <a:xfrm xmlns:a="http://schemas.openxmlformats.org/drawingml/2006/main">
            <a:off x="4667250" y="5286375"/>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1" name="dp41-comparison / n111 / fold">
            <a:extLst xmlns:a="http://schemas.openxmlformats.org/drawingml/2006/main">
              <a:ext uri="{FF2B5EF4-FFF2-40B4-BE49-F238E27FC236}">
                <a16:creationId xmlns:a16="http://schemas.microsoft.com/office/drawing/2014/main" id="{56387C3F-EF8A-4863-9F82-ABF32A036A85}"/>
              </a:ext>
            </a:extLst>
          </p:cNvPr>
          <p:cNvSpPr>
            <a:spLocks xmlns:a="http://schemas.openxmlformats.org/drawingml/2006/main" noGrp="1"/>
          </p:cNvSpPr>
          <p:nvPr/>
        </p:nvSpPr>
        <p:spPr>
          <a:xfrm xmlns:a="http://schemas.openxmlformats.org/drawingml/2006/main">
            <a:off x="8829675" y="5286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2" name="dp41-comparison / n112 / text 1">
            <a:extLst xmlns:a="http://schemas.openxmlformats.org/drawingml/2006/main">
              <a:ext uri="{FF2B5EF4-FFF2-40B4-BE49-F238E27FC236}">
                <a16:creationId xmlns:a16="http://schemas.microsoft.com/office/drawing/2014/main" id="{92F065E8-F31E-4DFE-8B46-4056EFBD03ED}"/>
              </a:ext>
            </a:extLst>
          </p:cNvPr>
          <p:cNvSpPr>
            <a:spLocks xmlns:a="http://schemas.openxmlformats.org/drawingml/2006/main" noGrp="1"/>
          </p:cNvSpPr>
          <p:nvPr/>
        </p:nvSpPr>
        <p:spPr>
          <a:xfrm xmlns:a="http://schemas.openxmlformats.org/drawingml/2006/main">
            <a:off x="4762500" y="534352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결과를 받은 다음 모델 판단: 추가 대화 조회</a:t>
            </a:r>
          </a:p>
        </p:txBody>
      </p:sp>
      <p:sp>
        <p:nvSpPr>
          <p:cNvPr id="163" name="dp41-comparison / n112 / text 2">
            <a:extLst xmlns:a="http://schemas.openxmlformats.org/drawingml/2006/main">
              <a:ext uri="{FF2B5EF4-FFF2-40B4-BE49-F238E27FC236}">
                <a16:creationId xmlns:a16="http://schemas.microsoft.com/office/drawing/2014/main" id="{DE98E08F-4A48-43DB-A279-E520E7B32448}"/>
              </a:ext>
            </a:extLst>
          </p:cNvPr>
          <p:cNvSpPr>
            <a:spLocks xmlns:a="http://schemas.openxmlformats.org/drawingml/2006/main" noGrp="1"/>
          </p:cNvSpPr>
          <p:nvPr/>
        </p:nvSpPr>
        <p:spPr>
          <a:xfrm xmlns:a="http://schemas.openxmlformats.org/drawingml/2006/main">
            <a:off x="4762500" y="546925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interaction_retrieve(query="보고서", limit=5)</a:t>
            </a:r>
          </a:p>
        </p:txBody>
      </p:sp>
      <p:sp>
        <p:nvSpPr>
          <p:cNvPr id="164" name="dp41-comparison / n112 / text 3">
            <a:extLst xmlns:a="http://schemas.openxmlformats.org/drawingml/2006/main">
              <a:ext uri="{FF2B5EF4-FFF2-40B4-BE49-F238E27FC236}">
                <a16:creationId xmlns:a16="http://schemas.microsoft.com/office/drawing/2014/main" id="{720E6724-73D8-44BC-93D9-647B8B36143B}"/>
              </a:ext>
            </a:extLst>
          </p:cNvPr>
          <p:cNvSpPr>
            <a:spLocks xmlns:a="http://schemas.openxmlformats.org/drawingml/2006/main" noGrp="1"/>
          </p:cNvSpPr>
          <p:nvPr/>
        </p:nvSpPr>
        <p:spPr>
          <a:xfrm xmlns:a="http://schemas.openxmlformats.org/drawingml/2006/main">
            <a:off x="4762500" y="559498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추가 결과도 같은 맥락으로 반환 / 모델 재판단</a:t>
            </a:r>
          </a:p>
        </p:txBody>
      </p:sp>
      <p:sp>
        <p:nvSpPr>
          <p:cNvPr id="165" name="dp41-comparison / n116">
            <a:extLst xmlns:a="http://schemas.openxmlformats.org/drawingml/2006/main">
              <a:ext uri="{FF2B5EF4-FFF2-40B4-BE49-F238E27FC236}">
                <a16:creationId xmlns:a16="http://schemas.microsoft.com/office/drawing/2014/main" id="{41275EEE-478F-4D2F-B287-C7049AC7CF7D}"/>
              </a:ext>
            </a:extLst>
          </p:cNvPr>
          <p:cNvSpPr>
            <a:spLocks xmlns:a="http://schemas.openxmlformats.org/drawingml/2006/main" noGrp="1"/>
          </p:cNvSpPr>
          <p:nvPr/>
        </p:nvSpPr>
        <p:spPr>
          <a:xfrm xmlns:a="http://schemas.openxmlformats.org/drawingml/2006/main">
            <a:off x="1666875" y="5829300"/>
            <a:ext cx="4667250" cy="495300"/>
          </a:xfrm>
          <a:custGeom xmlns:a="http://schemas.openxmlformats.org/drawingml/2006/main">
            <a:pathLst>
              <a:path w="4667250" h="495300">
                <a:moveTo>
                  <a:pt x="0" y="0"/>
                </a:moveTo>
                <a:lnTo>
                  <a:pt x="4495800" y="0"/>
                </a:lnTo>
                <a:lnTo>
                  <a:pt x="4667250" y="171450"/>
                </a:lnTo>
                <a:lnTo>
                  <a:pt x="4667250"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6" name="dp41-comparison / n116 / fold">
            <a:extLst xmlns:a="http://schemas.openxmlformats.org/drawingml/2006/main">
              <a:ext uri="{FF2B5EF4-FFF2-40B4-BE49-F238E27FC236}">
                <a16:creationId xmlns:a16="http://schemas.microsoft.com/office/drawing/2014/main" id="{39FF5580-7045-4F6F-ACB4-2ABB97A3658F}"/>
              </a:ext>
            </a:extLst>
          </p:cNvPr>
          <p:cNvSpPr>
            <a:spLocks xmlns:a="http://schemas.openxmlformats.org/drawingml/2006/main" noGrp="1"/>
          </p:cNvSpPr>
          <p:nvPr/>
        </p:nvSpPr>
        <p:spPr>
          <a:xfrm xmlns:a="http://schemas.openxmlformats.org/drawingml/2006/main">
            <a:off x="6162675" y="5829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7" name="dp41-comparison / n117 / text 1">
            <a:extLst xmlns:a="http://schemas.openxmlformats.org/drawingml/2006/main">
              <a:ext uri="{FF2B5EF4-FFF2-40B4-BE49-F238E27FC236}">
                <a16:creationId xmlns:a16="http://schemas.microsoft.com/office/drawing/2014/main" id="{763D39D6-F44E-48BA-BDF2-716529F1B7DE}"/>
              </a:ext>
            </a:extLst>
          </p:cNvPr>
          <p:cNvSpPr>
            <a:spLocks xmlns:a="http://schemas.openxmlformats.org/drawingml/2006/main" noGrp="1"/>
          </p:cNvSpPr>
          <p:nvPr/>
        </p:nvSpPr>
        <p:spPr>
          <a:xfrm xmlns:a="http://schemas.openxmlformats.org/drawingml/2006/main">
            <a:off x="1762125" y="588645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⑤ 모델이 만든 MeaningProposal (사용자 확인 뒤)</a:t>
            </a:r>
          </a:p>
        </p:txBody>
      </p:sp>
      <p:sp>
        <p:nvSpPr>
          <p:cNvPr id="168" name="dp41-comparison / n117 / text 2">
            <a:extLst xmlns:a="http://schemas.openxmlformats.org/drawingml/2006/main">
              <a:ext uri="{FF2B5EF4-FFF2-40B4-BE49-F238E27FC236}">
                <a16:creationId xmlns:a16="http://schemas.microsoft.com/office/drawing/2014/main" id="{517FB26C-796F-4785-8BB7-C8C863F6E8A8}"/>
              </a:ext>
            </a:extLst>
          </p:cNvPr>
          <p:cNvSpPr>
            <a:spLocks xmlns:a="http://schemas.openxmlformats.org/drawingml/2006/main" noGrp="1"/>
          </p:cNvSpPr>
          <p:nvPr/>
        </p:nvSpPr>
        <p:spPr>
          <a:xfrm xmlns:a="http://schemas.openxmlformats.org/drawingml/2006/main">
            <a:off x="1762125" y="602361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보고서 + 표 / 보고서 결과로 메일 초안 / SEND 금지</a:t>
            </a:r>
          </a:p>
        </p:txBody>
      </p:sp>
      <p:sp>
        <p:nvSpPr>
          <p:cNvPr id="169" name="dp41-comparison / n118">
            <a:extLst xmlns:a="http://schemas.openxmlformats.org/drawingml/2006/main">
              <a:ext uri="{FF2B5EF4-FFF2-40B4-BE49-F238E27FC236}">
                <a16:creationId xmlns:a16="http://schemas.microsoft.com/office/drawing/2014/main" id="{5B1EC566-E6EB-4866-B7E7-ED04AC1FC577}"/>
              </a:ext>
            </a:extLst>
          </p:cNvPr>
          <p:cNvSpPr>
            <a:spLocks xmlns:a="http://schemas.openxmlformats.org/drawingml/2006/main" noGrp="1"/>
          </p:cNvSpPr>
          <p:nvPr/>
        </p:nvSpPr>
        <p:spPr>
          <a:xfrm xmlns:a="http://schemas.openxmlformats.org/drawingml/2006/main">
            <a:off x="6743700" y="5838825"/>
            <a:ext cx="16169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1-comparison / n119 / text 1">
            <a:extLst xmlns:a="http://schemas.openxmlformats.org/drawingml/2006/main">
              <a:ext uri="{FF2B5EF4-FFF2-40B4-BE49-F238E27FC236}">
                <a16:creationId xmlns:a16="http://schemas.microsoft.com/office/drawing/2014/main" id="{8B51314F-0275-4A75-9E78-D6A695A861BC}"/>
              </a:ext>
            </a:extLst>
          </p:cNvPr>
          <p:cNvSpPr>
            <a:spLocks xmlns:a="http://schemas.openxmlformats.org/drawingml/2006/main" noGrp="1"/>
          </p:cNvSpPr>
          <p:nvPr/>
        </p:nvSpPr>
        <p:spPr>
          <a:xfrm xmlns:a="http://schemas.openxmlformats.org/drawingml/2006/main">
            <a:off x="6762750" y="58483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의미 또는 확인 질문 제안</a:t>
            </a:r>
          </a:p>
        </p:txBody>
      </p:sp>
      <p:sp>
        <p:nvSpPr>
          <p:cNvPr id="171" name="dp41-comparison / n129">
            <a:extLst xmlns:a="http://schemas.openxmlformats.org/drawingml/2006/main">
              <a:ext uri="{FF2B5EF4-FFF2-40B4-BE49-F238E27FC236}">
                <a16:creationId xmlns:a16="http://schemas.microsoft.com/office/drawing/2014/main" id="{51B57A36-EDFD-4310-86F1-CC6F2815EF0F}"/>
              </a:ext>
            </a:extLst>
          </p:cNvPr>
          <p:cNvSpPr>
            <a:spLocks xmlns:a="http://schemas.openxmlformats.org/drawingml/2006/main" noGrp="1"/>
          </p:cNvSpPr>
          <p:nvPr/>
        </p:nvSpPr>
        <p:spPr>
          <a:xfrm xmlns:a="http://schemas.openxmlformats.org/drawingml/2006/main">
            <a:off x="164782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1-comparison / n130 / text 1">
            <a:extLst xmlns:a="http://schemas.openxmlformats.org/drawingml/2006/main">
              <a:ext uri="{FF2B5EF4-FFF2-40B4-BE49-F238E27FC236}">
                <a16:creationId xmlns:a16="http://schemas.microsoft.com/office/drawing/2014/main" id="{C562E14A-7014-426C-991D-92DF7A3CA043}"/>
              </a:ext>
            </a:extLst>
          </p:cNvPr>
          <p:cNvSpPr>
            <a:spLocks xmlns:a="http://schemas.openxmlformats.org/drawingml/2006/main" noGrp="1"/>
          </p:cNvSpPr>
          <p:nvPr/>
        </p:nvSpPr>
        <p:spPr>
          <a:xfrm xmlns:a="http://schemas.openxmlformats.org/drawingml/2006/main">
            <a:off x="166687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정보 / 대화 / Task 기록 조회</a:t>
            </a:r>
          </a:p>
        </p:txBody>
      </p:sp>
      <p:sp>
        <p:nvSpPr>
          <p:cNvPr id="173" name="dp41-comparison / n132">
            <a:extLst xmlns:a="http://schemas.openxmlformats.org/drawingml/2006/main">
              <a:ext uri="{FF2B5EF4-FFF2-40B4-BE49-F238E27FC236}">
                <a16:creationId xmlns:a16="http://schemas.microsoft.com/office/drawing/2014/main" id="{5FF11C83-2AED-4398-8612-D4AF62356A30}"/>
              </a:ext>
            </a:extLst>
          </p:cNvPr>
          <p:cNvSpPr>
            <a:spLocks xmlns:a="http://schemas.openxmlformats.org/drawingml/2006/main" noGrp="1"/>
          </p:cNvSpPr>
          <p:nvPr/>
        </p:nvSpPr>
        <p:spPr>
          <a:xfrm xmlns:a="http://schemas.openxmlformats.org/drawingml/2006/main">
            <a:off x="164782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1-comparison / n133 / text 1">
            <a:extLst xmlns:a="http://schemas.openxmlformats.org/drawingml/2006/main">
              <a:ext uri="{FF2B5EF4-FFF2-40B4-BE49-F238E27FC236}">
                <a16:creationId xmlns:a16="http://schemas.microsoft.com/office/drawing/2014/main" id="{2C406C39-03B6-41E0-A488-B93CCFD2BB0E}"/>
              </a:ext>
            </a:extLst>
          </p:cNvPr>
          <p:cNvSpPr>
            <a:spLocks xmlns:a="http://schemas.openxmlformats.org/drawingml/2006/main" noGrp="1"/>
          </p:cNvSpPr>
          <p:nvPr/>
        </p:nvSpPr>
        <p:spPr>
          <a:xfrm xmlns:a="http://schemas.openxmlformats.org/drawingml/2006/main">
            <a:off x="166687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실행 순서도 — 반복 제어와 종료 조건</a:t>
            </a:r>
          </a:p>
        </p:txBody>
      </p:sp>
      <p:sp>
        <p:nvSpPr>
          <p:cNvPr id="175" name="dp41-comparison / n144">
            <a:extLst xmlns:a="http://schemas.openxmlformats.org/drawingml/2006/main">
              <a:ext uri="{FF2B5EF4-FFF2-40B4-BE49-F238E27FC236}">
                <a16:creationId xmlns:a16="http://schemas.microsoft.com/office/drawing/2014/main" id="{953DFD12-498A-486C-ACE8-76D7239CB0B4}"/>
              </a:ext>
            </a:extLst>
          </p:cNvPr>
          <p:cNvSpPr>
            <a:spLocks xmlns:a="http://schemas.openxmlformats.org/drawingml/2006/main" noGrp="1"/>
          </p:cNvSpPr>
          <p:nvPr/>
        </p:nvSpPr>
        <p:spPr>
          <a:xfrm xmlns:a="http://schemas.openxmlformats.org/drawingml/2006/main">
            <a:off x="5600700" y="73247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1-comparison / n145 / text 1">
            <a:extLst xmlns:a="http://schemas.openxmlformats.org/drawingml/2006/main">
              <a:ext uri="{FF2B5EF4-FFF2-40B4-BE49-F238E27FC236}">
                <a16:creationId xmlns:a16="http://schemas.microsoft.com/office/drawing/2014/main" id="{93BEFF3A-8CB6-4F3C-BFCF-44D67209C1E6}"/>
              </a:ext>
            </a:extLst>
          </p:cNvPr>
          <p:cNvSpPr>
            <a:spLocks xmlns:a="http://schemas.openxmlformats.org/drawingml/2006/main" noGrp="1"/>
          </p:cNvSpPr>
          <p:nvPr/>
        </p:nvSpPr>
        <p:spPr>
          <a:xfrm xmlns:a="http://schemas.openxmlformats.org/drawingml/2006/main">
            <a:off x="5619750" y="73342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조회</a:t>
            </a:r>
          </a:p>
        </p:txBody>
      </p:sp>
      <p:sp>
        <p:nvSpPr>
          <p:cNvPr id="177" name="dp41-comparison / n147">
            <a:extLst xmlns:a="http://schemas.openxmlformats.org/drawingml/2006/main">
              <a:ext uri="{FF2B5EF4-FFF2-40B4-BE49-F238E27FC236}">
                <a16:creationId xmlns:a16="http://schemas.microsoft.com/office/drawing/2014/main" id="{F05B06C8-3A4A-4186-87B2-6A0D29FEFA9D}"/>
              </a:ext>
            </a:extLst>
          </p:cNvPr>
          <p:cNvSpPr>
            <a:spLocks xmlns:a="http://schemas.openxmlformats.org/drawingml/2006/main" noGrp="1"/>
          </p:cNvSpPr>
          <p:nvPr/>
        </p:nvSpPr>
        <p:spPr>
          <a:xfrm xmlns:a="http://schemas.openxmlformats.org/drawingml/2006/main">
            <a:off x="2962275" y="75914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1-comparison / n148 / text 1">
            <a:extLst xmlns:a="http://schemas.openxmlformats.org/drawingml/2006/main">
              <a:ext uri="{FF2B5EF4-FFF2-40B4-BE49-F238E27FC236}">
                <a16:creationId xmlns:a16="http://schemas.microsoft.com/office/drawing/2014/main" id="{32887A6C-7752-4AD9-A509-E4239D949BDA}"/>
              </a:ext>
            </a:extLst>
          </p:cNvPr>
          <p:cNvSpPr>
            <a:spLocks xmlns:a="http://schemas.openxmlformats.org/drawingml/2006/main" noGrp="1"/>
          </p:cNvSpPr>
          <p:nvPr/>
        </p:nvSpPr>
        <p:spPr>
          <a:xfrm xmlns:a="http://schemas.openxmlformats.org/drawingml/2006/main">
            <a:off x="2981325" y="76009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조회 결과로 모델 재호출 / 필요하면 반복</a:t>
            </a:r>
          </a:p>
        </p:txBody>
      </p:sp>
      <p:sp>
        <p:nvSpPr>
          <p:cNvPr id="179" name="dp41-comparison / n150">
            <a:extLst xmlns:a="http://schemas.openxmlformats.org/drawingml/2006/main">
              <a:ext uri="{FF2B5EF4-FFF2-40B4-BE49-F238E27FC236}">
                <a16:creationId xmlns:a16="http://schemas.microsoft.com/office/drawing/2014/main" id="{B2BAA180-2E8E-4105-BBB4-4038F52A28F8}"/>
              </a:ext>
            </a:extLst>
          </p:cNvPr>
          <p:cNvSpPr>
            <a:spLocks xmlns:a="http://schemas.openxmlformats.org/drawingml/2006/main" noGrp="1"/>
          </p:cNvSpPr>
          <p:nvPr/>
        </p:nvSpPr>
        <p:spPr>
          <a:xfrm xmlns:a="http://schemas.openxmlformats.org/drawingml/2006/main">
            <a:off x="4933950" y="79057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0" name="dp41-comparison / n151 / text 1">
            <a:extLst xmlns:a="http://schemas.openxmlformats.org/drawingml/2006/main">
              <a:ext uri="{FF2B5EF4-FFF2-40B4-BE49-F238E27FC236}">
                <a16:creationId xmlns:a16="http://schemas.microsoft.com/office/drawing/2014/main" id="{AF971DBB-9A76-4010-8165-B58E35780A86}"/>
              </a:ext>
            </a:extLst>
          </p:cNvPr>
          <p:cNvSpPr>
            <a:spLocks xmlns:a="http://schemas.openxmlformats.org/drawingml/2006/main" noGrp="1"/>
          </p:cNvSpPr>
          <p:nvPr/>
        </p:nvSpPr>
        <p:spPr>
          <a:xfrm xmlns:a="http://schemas.openxmlformats.org/drawingml/2006/main">
            <a:off x="4953000" y="79152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완성 / 확인 질문 필요</a:t>
            </a:r>
          </a:p>
        </p:txBody>
      </p:sp>
      <p:sp>
        <p:nvSpPr>
          <p:cNvPr id="181" name="dp41-comparison / n154">
            <a:extLst xmlns:a="http://schemas.openxmlformats.org/drawingml/2006/main">
              <a:ext uri="{FF2B5EF4-FFF2-40B4-BE49-F238E27FC236}">
                <a16:creationId xmlns:a16="http://schemas.microsoft.com/office/drawing/2014/main" id="{E97D4A76-6401-4DED-A8E2-4F533AC947AC}"/>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5 / text 1">
            <a:extLst xmlns:a="http://schemas.openxmlformats.org/drawingml/2006/main">
              <a:ext uri="{FF2B5EF4-FFF2-40B4-BE49-F238E27FC236}">
                <a16:creationId xmlns:a16="http://schemas.microsoft.com/office/drawing/2014/main" id="{9BE98FF9-BEB5-48A3-8733-FFCF4AA3E7F1}"/>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Interaction Manager</a:t>
            </a:r>
          </a:p>
        </p:txBody>
      </p:sp>
      <p:sp>
        <p:nvSpPr>
          <p:cNvPr id="183" name="dp41-comparison / n156">
            <a:extLst xmlns:a="http://schemas.openxmlformats.org/drawingml/2006/main">
              <a:ext uri="{FF2B5EF4-FFF2-40B4-BE49-F238E27FC236}">
                <a16:creationId xmlns:a16="http://schemas.microsoft.com/office/drawing/2014/main" id="{E1DC9232-A414-4157-9A93-8308DFC4A9AC}"/>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4" name="dp41-comparison / n157 / text 1">
            <a:extLst xmlns:a="http://schemas.openxmlformats.org/drawingml/2006/main">
              <a:ext uri="{FF2B5EF4-FFF2-40B4-BE49-F238E27FC236}">
                <a16:creationId xmlns:a16="http://schemas.microsoft.com/office/drawing/2014/main" id="{173A468F-697A-431B-A6B9-3B9A4C1C926D}"/>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Request Controller</a:t>
            </a:r>
          </a:p>
        </p:txBody>
      </p:sp>
      <p:sp>
        <p:nvSpPr>
          <p:cNvPr id="185" name="dp41-comparison / n158 / path">
            <a:extLst xmlns:a="http://schemas.openxmlformats.org/drawingml/2006/main">
              <a:ext uri="{FF2B5EF4-FFF2-40B4-BE49-F238E27FC236}">
                <a16:creationId xmlns:a16="http://schemas.microsoft.com/office/drawing/2014/main" id="{31FDF2F7-F5AD-4907-A4E1-23D01AAF705F}"/>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6" name="dp41-comparison / n158 / arrow">
            <a:extLst xmlns:a="http://schemas.openxmlformats.org/drawingml/2006/main">
              <a:ext uri="{FF2B5EF4-FFF2-40B4-BE49-F238E27FC236}">
                <a16:creationId xmlns:a16="http://schemas.microsoft.com/office/drawing/2014/main" id="{98AC6666-3C9F-44ED-AF82-F5BACDB9986C}"/>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7" name="dp41-comparison / n159 / path">
            <a:extLst xmlns:a="http://schemas.openxmlformats.org/drawingml/2006/main">
              <a:ext uri="{FF2B5EF4-FFF2-40B4-BE49-F238E27FC236}">
                <a16:creationId xmlns:a16="http://schemas.microsoft.com/office/drawing/2014/main" id="{AA80BFE1-F876-45B1-A761-66D94D170AB1}"/>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88" name="dp41-comparison / n159 / arrow">
            <a:extLst xmlns:a="http://schemas.openxmlformats.org/drawingml/2006/main">
              <a:ext uri="{FF2B5EF4-FFF2-40B4-BE49-F238E27FC236}">
                <a16:creationId xmlns:a16="http://schemas.microsoft.com/office/drawing/2014/main" id="{FC3949EB-D10D-4505-A1FE-C91C7DF1896A}"/>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9" name="dp41-comparison / n160">
            <a:extLst xmlns:a="http://schemas.openxmlformats.org/drawingml/2006/main">
              <a:ext uri="{FF2B5EF4-FFF2-40B4-BE49-F238E27FC236}">
                <a16:creationId xmlns:a16="http://schemas.microsoft.com/office/drawing/2014/main" id="{6D91B687-535F-4870-984E-BDA4D7667293}"/>
              </a:ext>
            </a:extLst>
          </p:cNvPr>
          <p:cNvSpPr>
            <a:spLocks xmlns:a="http://schemas.openxmlformats.org/drawingml/2006/main" noGrp="1"/>
          </p:cNvSpPr>
          <p:nvPr/>
        </p:nvSpPr>
        <p:spPr>
          <a:xfrm xmlns:a="http://schemas.openxmlformats.org/drawingml/2006/main">
            <a:off x="995362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0" name="dp41-comparison / n161 / text 1">
            <a:extLst xmlns:a="http://schemas.openxmlformats.org/drawingml/2006/main">
              <a:ext uri="{FF2B5EF4-FFF2-40B4-BE49-F238E27FC236}">
                <a16:creationId xmlns:a16="http://schemas.microsoft.com/office/drawing/2014/main" id="{91D70039-1B30-49B0-AB53-D58A258A9BA2}"/>
              </a:ext>
            </a:extLst>
          </p:cNvPr>
          <p:cNvSpPr>
            <a:spLocks xmlns:a="http://schemas.openxmlformats.org/drawingml/2006/main" noGrp="1"/>
          </p:cNvSpPr>
          <p:nvPr/>
        </p:nvSpPr>
        <p:spPr>
          <a:xfrm xmlns:a="http://schemas.openxmlformats.org/drawingml/2006/main">
            <a:off x="1003935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91" name="dp41-comparison / n166">
            <a:extLst xmlns:a="http://schemas.openxmlformats.org/drawingml/2006/main">
              <a:ext uri="{FF2B5EF4-FFF2-40B4-BE49-F238E27FC236}">
                <a16:creationId xmlns:a16="http://schemas.microsoft.com/office/drawing/2014/main" id="{FE0DC5EE-CEDF-43B7-8983-39622DA66959}"/>
              </a:ext>
            </a:extLst>
          </p:cNvPr>
          <p:cNvSpPr>
            <a:spLocks xmlns:a="http://schemas.openxmlformats.org/drawingml/2006/main" noGrp="1"/>
          </p:cNvSpPr>
          <p:nvPr/>
        </p:nvSpPr>
        <p:spPr>
          <a:xfrm xmlns:a="http://schemas.openxmlformats.org/drawingml/2006/main">
            <a:off x="976312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1-comparison / n167 / text 1">
            <a:extLst xmlns:a="http://schemas.openxmlformats.org/drawingml/2006/main">
              <a:ext uri="{FF2B5EF4-FFF2-40B4-BE49-F238E27FC236}">
                <a16:creationId xmlns:a16="http://schemas.microsoft.com/office/drawing/2014/main" id="{0065CF58-1431-469E-AD40-08955E277299}"/>
              </a:ext>
            </a:extLst>
          </p:cNvPr>
          <p:cNvSpPr>
            <a:spLocks xmlns:a="http://schemas.openxmlformats.org/drawingml/2006/main" noGrp="1"/>
          </p:cNvSpPr>
          <p:nvPr/>
        </p:nvSpPr>
        <p:spPr>
          <a:xfrm xmlns:a="http://schemas.openxmlformats.org/drawingml/2006/main">
            <a:off x="98869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Request Interpreter</a:t>
            </a:r>
          </a:p>
        </p:txBody>
      </p:sp>
      <p:sp>
        <p:nvSpPr>
          <p:cNvPr id="193" name="dp41-comparison / n170">
            <a:extLst xmlns:a="http://schemas.openxmlformats.org/drawingml/2006/main">
              <a:ext uri="{FF2B5EF4-FFF2-40B4-BE49-F238E27FC236}">
                <a16:creationId xmlns:a16="http://schemas.microsoft.com/office/drawing/2014/main" id="{257E0BFB-EE88-4D4E-A3D7-C5EE8FF89D09}"/>
              </a:ext>
            </a:extLst>
          </p:cNvPr>
          <p:cNvSpPr>
            <a:spLocks xmlns:a="http://schemas.openxmlformats.org/drawingml/2006/main" noGrp="1"/>
          </p:cNvSpPr>
          <p:nvPr/>
        </p:nvSpPr>
        <p:spPr>
          <a:xfrm xmlns:a="http://schemas.openxmlformats.org/drawingml/2006/main">
            <a:off x="9953625" y="4019550"/>
            <a:ext cx="2333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94" name="dp41-comparison / n171 / text 1">
            <a:extLst xmlns:a="http://schemas.openxmlformats.org/drawingml/2006/main">
              <a:ext uri="{FF2B5EF4-FFF2-40B4-BE49-F238E27FC236}">
                <a16:creationId xmlns:a16="http://schemas.microsoft.com/office/drawing/2014/main" id="{D14B2AE7-2AB0-4673-B98C-2A5F407FA882}"/>
              </a:ext>
            </a:extLst>
          </p:cNvPr>
          <p:cNvSpPr>
            <a:spLocks xmlns:a="http://schemas.openxmlformats.org/drawingml/2006/main" noGrp="1"/>
          </p:cNvSpPr>
          <p:nvPr/>
        </p:nvSpPr>
        <p:spPr>
          <a:xfrm xmlns:a="http://schemas.openxmlformats.org/drawingml/2006/main">
            <a:off x="10039350" y="409860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요청 구조화기</a:t>
            </a:r>
          </a:p>
        </p:txBody>
      </p:sp>
      <p:sp>
        <p:nvSpPr>
          <p:cNvPr id="195" name="dp41-comparison / n172 / path">
            <a:extLst xmlns:a="http://schemas.openxmlformats.org/drawingml/2006/main">
              <a:ext uri="{FF2B5EF4-FFF2-40B4-BE49-F238E27FC236}">
                <a16:creationId xmlns:a16="http://schemas.microsoft.com/office/drawing/2014/main" id="{1BF49D78-AB47-44EE-9358-81D870F5C950}"/>
              </a:ext>
            </a:extLst>
          </p:cNvPr>
          <p:cNvSpPr>
            <a:spLocks xmlns:a="http://schemas.openxmlformats.org/drawingml/2006/main" noGrp="1"/>
          </p:cNvSpPr>
          <p:nvPr/>
        </p:nvSpPr>
        <p:spPr>
          <a:xfrm xmlns:a="http://schemas.openxmlformats.org/drawingml/2006/main">
            <a:off x="9810750" y="3038475"/>
            <a:ext cx="142875" cy="1171575"/>
          </a:xfrm>
          <a:custGeom xmlns:a="http://schemas.openxmlformats.org/drawingml/2006/main">
            <a:pathLst>
              <a:path w="142875" h="1171575">
                <a:moveTo>
                  <a:pt x="142875" y="1171575"/>
                </a:moveTo>
                <a:lnTo>
                  <a:pt x="0" y="1171575"/>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72 / arrow">
            <a:extLst xmlns:a="http://schemas.openxmlformats.org/drawingml/2006/main">
              <a:ext uri="{FF2B5EF4-FFF2-40B4-BE49-F238E27FC236}">
                <a16:creationId xmlns:a16="http://schemas.microsoft.com/office/drawing/2014/main" id="{B7F91D1F-9D16-480F-9384-316F9DB0BCBB}"/>
              </a:ext>
            </a:extLst>
          </p:cNvPr>
          <p:cNvSpPr>
            <a:spLocks xmlns:a="http://schemas.openxmlformats.org/drawingml/2006/main" noGrp="1"/>
          </p:cNvSpPr>
          <p:nvPr/>
        </p:nvSpPr>
        <p:spPr>
          <a:xfrm xmlns:a="http://schemas.openxmlformats.org/drawingml/2006/main">
            <a:off x="9886569" y="3004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73 / path">
            <a:extLst xmlns:a="http://schemas.openxmlformats.org/drawingml/2006/main">
              <a:ext uri="{FF2B5EF4-FFF2-40B4-BE49-F238E27FC236}">
                <a16:creationId xmlns:a16="http://schemas.microsoft.com/office/drawing/2014/main" id="{06424E00-38C0-4A8A-A4F6-102C75D2B7D6}"/>
              </a:ext>
            </a:extLst>
          </p:cNvPr>
          <p:cNvSpPr>
            <a:spLocks xmlns:a="http://schemas.openxmlformats.org/drawingml/2006/main" noGrp="1"/>
          </p:cNvSpPr>
          <p:nvPr/>
        </p:nvSpPr>
        <p:spPr>
          <a:xfrm xmlns:a="http://schemas.openxmlformats.org/drawingml/2006/main">
            <a:off x="9715500" y="3038475"/>
            <a:ext cx="238125" cy="1266825"/>
          </a:xfrm>
          <a:custGeom xmlns:a="http://schemas.openxmlformats.org/drawingml/2006/main">
            <a:pathLst>
              <a:path w="238125" h="1266825">
                <a:moveTo>
                  <a:pt x="238125" y="0"/>
                </a:moveTo>
                <a:lnTo>
                  <a:pt x="0" y="0"/>
                </a:lnTo>
                <a:lnTo>
                  <a:pt x="0" y="1266825"/>
                </a:lnTo>
                <a:lnTo>
                  <a:pt x="238125" y="1266825"/>
                </a:lnTo>
              </a:path>
            </a:pathLst>
          </a:custGeom>
          <a:noFill xmlns:a="http://schemas.openxmlformats.org/drawingml/2006/main"/>
          <a:ln xmlns:a="http://schemas.openxmlformats.org/drawingml/2006/main" w="10478">
            <a:solidFill>
              <a:srgbClr val="000000"/>
            </a:solidFill>
            <a:prstDash val="dash"/>
          </a:ln>
        </p:spPr>
      </p:sp>
      <p:sp>
        <p:nvSpPr>
          <p:cNvPr id="198" name="dp41-comparison / n173 / arrow">
            <a:extLst xmlns:a="http://schemas.openxmlformats.org/drawingml/2006/main">
              <a:ext uri="{FF2B5EF4-FFF2-40B4-BE49-F238E27FC236}">
                <a16:creationId xmlns:a16="http://schemas.microsoft.com/office/drawing/2014/main" id="{CFD4D3F7-850E-41E4-9D22-E683D5F86FFB}"/>
              </a:ext>
            </a:extLst>
          </p:cNvPr>
          <p:cNvSpPr>
            <a:spLocks xmlns:a="http://schemas.openxmlformats.org/drawingml/2006/main" noGrp="1"/>
          </p:cNvSpPr>
          <p:nvPr/>
        </p:nvSpPr>
        <p:spPr>
          <a:xfrm xmlns:a="http://schemas.openxmlformats.org/drawingml/2006/main">
            <a:off x="9886569" y="4271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9" name="dp41-comparison / n174">
            <a:extLst xmlns:a="http://schemas.openxmlformats.org/drawingml/2006/main">
              <a:ext uri="{FF2B5EF4-FFF2-40B4-BE49-F238E27FC236}">
                <a16:creationId xmlns:a16="http://schemas.microsoft.com/office/drawing/2014/main" id="{E31AD0A9-CD7F-462F-9945-092C5060E156}"/>
              </a:ext>
            </a:extLst>
          </p:cNvPr>
          <p:cNvSpPr>
            <a:spLocks xmlns:a="http://schemas.openxmlformats.org/drawingml/2006/main" noGrp="1"/>
          </p:cNvSpPr>
          <p:nvPr/>
        </p:nvSpPr>
        <p:spPr>
          <a:xfrm xmlns:a="http://schemas.openxmlformats.org/drawingml/2006/main">
            <a:off x="12858750" y="3943350"/>
            <a:ext cx="4476750" cy="1857375"/>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24765">
            <a:solidFill>
              <a:srgbClr val="B8753F"/>
            </a:solidFill>
            <a:prstDash val="solid"/>
          </a:ln>
        </p:spPr>
      </p:sp>
      <p:sp>
        <p:nvSpPr>
          <p:cNvPr id="200" name="dp41-comparison / n175 / text 1">
            <a:extLst xmlns:a="http://schemas.openxmlformats.org/drawingml/2006/main">
              <a:ext uri="{FF2B5EF4-FFF2-40B4-BE49-F238E27FC236}">
                <a16:creationId xmlns:a16="http://schemas.microsoft.com/office/drawing/2014/main" id="{8AB8D465-4B07-49F8-9B68-A58E16B7D5EC}"/>
              </a:ext>
            </a:extLst>
          </p:cNvPr>
          <p:cNvSpPr>
            <a:spLocks xmlns:a="http://schemas.openxmlformats.org/drawingml/2006/main" noGrp="1"/>
          </p:cNvSpPr>
          <p:nvPr/>
        </p:nvSpPr>
        <p:spPr>
          <a:xfrm xmlns:a="http://schemas.openxmlformats.org/drawingml/2006/main">
            <a:off x="12982575" y="4038600"/>
            <a:ext cx="42291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Request Resolution Engine</a:t>
            </a:r>
          </a:p>
        </p:txBody>
      </p:sp>
      <p:sp>
        <p:nvSpPr>
          <p:cNvPr id="201" name="dp41-comparison / n176">
            <a:extLst xmlns:a="http://schemas.openxmlformats.org/drawingml/2006/main">
              <a:ext uri="{FF2B5EF4-FFF2-40B4-BE49-F238E27FC236}">
                <a16:creationId xmlns:a16="http://schemas.microsoft.com/office/drawing/2014/main" id="{A7C44B0C-512C-4E84-B625-67CC4E7838B5}"/>
              </a:ext>
            </a:extLst>
          </p:cNvPr>
          <p:cNvSpPr>
            <a:spLocks xmlns:a="http://schemas.openxmlformats.org/drawingml/2006/main" noGrp="1"/>
          </p:cNvSpPr>
          <p:nvPr/>
        </p:nvSpPr>
        <p:spPr>
          <a:xfrm xmlns:a="http://schemas.openxmlformats.org/drawingml/2006/main">
            <a:off x="13049250" y="4286250"/>
            <a:ext cx="1809750"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2" name="dp41-comparison / n177 / text 1">
            <a:extLst xmlns:a="http://schemas.openxmlformats.org/drawingml/2006/main">
              <a:ext uri="{FF2B5EF4-FFF2-40B4-BE49-F238E27FC236}">
                <a16:creationId xmlns:a16="http://schemas.microsoft.com/office/drawing/2014/main" id="{A24059BA-359C-45A4-8CB7-FB389523B9B6}"/>
              </a:ext>
            </a:extLst>
          </p:cNvPr>
          <p:cNvSpPr>
            <a:spLocks xmlns:a="http://schemas.openxmlformats.org/drawingml/2006/main" noGrp="1"/>
          </p:cNvSpPr>
          <p:nvPr/>
        </p:nvSpPr>
        <p:spPr>
          <a:xfrm xmlns:a="http://schemas.openxmlformats.org/drawingml/2006/main">
            <a:off x="13134975" y="4355306"/>
            <a:ext cx="1638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프레임 / 항목 검사기</a:t>
            </a:r>
          </a:p>
        </p:txBody>
      </p:sp>
      <p:sp>
        <p:nvSpPr>
          <p:cNvPr id="203" name="dp41-comparison / n178">
            <a:extLst xmlns:a="http://schemas.openxmlformats.org/drawingml/2006/main">
              <a:ext uri="{FF2B5EF4-FFF2-40B4-BE49-F238E27FC236}">
                <a16:creationId xmlns:a16="http://schemas.microsoft.com/office/drawing/2014/main" id="{6914D8AB-C02F-49A6-8592-8D88CBD8D4AD}"/>
              </a:ext>
            </a:extLst>
          </p:cNvPr>
          <p:cNvSpPr>
            <a:spLocks xmlns:a="http://schemas.openxmlformats.org/drawingml/2006/main" noGrp="1"/>
          </p:cNvSpPr>
          <p:nvPr/>
        </p:nvSpPr>
        <p:spPr>
          <a:xfrm xmlns:a="http://schemas.openxmlformats.org/drawingml/2006/main">
            <a:off x="15097125" y="4286250"/>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4" name="dp41-comparison / n179 / text 1">
            <a:extLst xmlns:a="http://schemas.openxmlformats.org/drawingml/2006/main">
              <a:ext uri="{FF2B5EF4-FFF2-40B4-BE49-F238E27FC236}">
                <a16:creationId xmlns:a16="http://schemas.microsoft.com/office/drawing/2014/main" id="{0D158688-469F-49D3-863B-269641F29AA2}"/>
              </a:ext>
            </a:extLst>
          </p:cNvPr>
          <p:cNvSpPr>
            <a:spLocks xmlns:a="http://schemas.openxmlformats.org/drawingml/2006/main" noGrp="1"/>
          </p:cNvSpPr>
          <p:nvPr/>
        </p:nvSpPr>
        <p:spPr>
          <a:xfrm xmlns:a="http://schemas.openxmlformats.org/drawingml/2006/main">
            <a:off x="15182850" y="4349115"/>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미해결 항목 처리기</a:t>
            </a:r>
          </a:p>
        </p:txBody>
      </p:sp>
      <p:sp>
        <p:nvSpPr>
          <p:cNvPr id="205" name="dp41-comparison / n180">
            <a:extLst xmlns:a="http://schemas.openxmlformats.org/drawingml/2006/main">
              <a:ext uri="{FF2B5EF4-FFF2-40B4-BE49-F238E27FC236}">
                <a16:creationId xmlns:a16="http://schemas.microsoft.com/office/drawing/2014/main" id="{67E62E97-8ABD-412B-839F-8F468233B355}"/>
              </a:ext>
            </a:extLst>
          </p:cNvPr>
          <p:cNvSpPr>
            <a:spLocks xmlns:a="http://schemas.openxmlformats.org/drawingml/2006/main" noGrp="1"/>
          </p:cNvSpPr>
          <p:nvPr/>
        </p:nvSpPr>
        <p:spPr>
          <a:xfrm xmlns:a="http://schemas.openxmlformats.org/drawingml/2006/main">
            <a:off x="13049250" y="4914900"/>
            <a:ext cx="1809750" cy="5048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6" name="dp41-comparison / n181 / text 1">
            <a:extLst xmlns:a="http://schemas.openxmlformats.org/drawingml/2006/main">
              <a:ext uri="{FF2B5EF4-FFF2-40B4-BE49-F238E27FC236}">
                <a16:creationId xmlns:a16="http://schemas.microsoft.com/office/drawing/2014/main" id="{5FCB6FF3-6AD4-4801-887A-9BCAB5DAFE0B}"/>
              </a:ext>
            </a:extLst>
          </p:cNvPr>
          <p:cNvSpPr>
            <a:spLocks xmlns:a="http://schemas.openxmlformats.org/drawingml/2006/main" noGrp="1"/>
          </p:cNvSpPr>
          <p:nvPr/>
        </p:nvSpPr>
        <p:spPr>
          <a:xfrm xmlns:a="http://schemas.openxmlformats.org/drawingml/2006/main">
            <a:off x="13134975" y="5076825"/>
            <a:ext cx="1638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항목별 해결 상태</a:t>
            </a:r>
          </a:p>
        </p:txBody>
      </p:sp>
      <p:sp>
        <p:nvSpPr>
          <p:cNvPr id="207" name="dp41-comparison / n182">
            <a:extLst xmlns:a="http://schemas.openxmlformats.org/drawingml/2006/main">
              <a:ext uri="{FF2B5EF4-FFF2-40B4-BE49-F238E27FC236}">
                <a16:creationId xmlns:a16="http://schemas.microsoft.com/office/drawing/2014/main" id="{C1A1A1B3-1E06-4B74-965E-B4A2509A8890}"/>
              </a:ext>
            </a:extLst>
          </p:cNvPr>
          <p:cNvSpPr>
            <a:spLocks xmlns:a="http://schemas.openxmlformats.org/drawingml/2006/main" noGrp="1"/>
          </p:cNvSpPr>
          <p:nvPr/>
        </p:nvSpPr>
        <p:spPr>
          <a:xfrm xmlns:a="http://schemas.openxmlformats.org/drawingml/2006/main">
            <a:off x="15097125" y="5172075"/>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8" name="dp41-comparison / n183 / text 1">
            <a:extLst xmlns:a="http://schemas.openxmlformats.org/drawingml/2006/main">
              <a:ext uri="{FF2B5EF4-FFF2-40B4-BE49-F238E27FC236}">
                <a16:creationId xmlns:a16="http://schemas.microsoft.com/office/drawing/2014/main" id="{0CEAEE07-6904-4C5A-A081-86654BB78A95}"/>
              </a:ext>
            </a:extLst>
          </p:cNvPr>
          <p:cNvSpPr>
            <a:spLocks xmlns:a="http://schemas.openxmlformats.org/drawingml/2006/main" noGrp="1"/>
          </p:cNvSpPr>
          <p:nvPr/>
        </p:nvSpPr>
        <p:spPr>
          <a:xfrm xmlns:a="http://schemas.openxmlformats.org/drawingml/2006/main">
            <a:off x="15182850" y="52349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관계 결합기</a:t>
            </a:r>
          </a:p>
        </p:txBody>
      </p:sp>
      <p:sp>
        <p:nvSpPr>
          <p:cNvPr id="209" name="dp41-comparison / n184">
            <a:extLst xmlns:a="http://schemas.openxmlformats.org/drawingml/2006/main">
              <a:ext uri="{FF2B5EF4-FFF2-40B4-BE49-F238E27FC236}">
                <a16:creationId xmlns:a16="http://schemas.microsoft.com/office/drawing/2014/main" id="{3363A96A-F8EE-4E49-9B77-73C756ED876C}"/>
              </a:ext>
            </a:extLst>
          </p:cNvPr>
          <p:cNvSpPr>
            <a:spLocks xmlns:a="http://schemas.openxmlformats.org/drawingml/2006/main" noGrp="1"/>
          </p:cNvSpPr>
          <p:nvPr/>
        </p:nvSpPr>
        <p:spPr>
          <a:xfrm xmlns:a="http://schemas.openxmlformats.org/drawingml/2006/main">
            <a:off x="1509712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0" name="dp41-comparison / n185 / text 1">
            <a:extLst xmlns:a="http://schemas.openxmlformats.org/drawingml/2006/main">
              <a:ext uri="{FF2B5EF4-FFF2-40B4-BE49-F238E27FC236}">
                <a16:creationId xmlns:a16="http://schemas.microsoft.com/office/drawing/2014/main" id="{706C027B-A51A-497B-9969-B30A22A39366}"/>
              </a:ext>
            </a:extLst>
          </p:cNvPr>
          <p:cNvSpPr>
            <a:spLocks xmlns:a="http://schemas.openxmlformats.org/drawingml/2006/main" noGrp="1"/>
          </p:cNvSpPr>
          <p:nvPr/>
        </p:nvSpPr>
        <p:spPr>
          <a:xfrm xmlns:a="http://schemas.openxmlformats.org/drawingml/2006/main">
            <a:off x="1518285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읽기 도구 실행기</a:t>
            </a:r>
          </a:p>
        </p:txBody>
      </p:sp>
      <p:sp>
        <p:nvSpPr>
          <p:cNvPr id="211" name="dp41-comparison / n186">
            <a:extLst xmlns:a="http://schemas.openxmlformats.org/drawingml/2006/main">
              <a:ext uri="{FF2B5EF4-FFF2-40B4-BE49-F238E27FC236}">
                <a16:creationId xmlns:a16="http://schemas.microsoft.com/office/drawing/2014/main" id="{FC41BF9C-CAAD-4759-9B9B-AA8E9CF667A7}"/>
              </a:ext>
            </a:extLst>
          </p:cNvPr>
          <p:cNvSpPr>
            <a:spLocks xmlns:a="http://schemas.openxmlformats.org/drawingml/2006/main" noGrp="1"/>
          </p:cNvSpPr>
          <p:nvPr/>
        </p:nvSpPr>
        <p:spPr>
          <a:xfrm xmlns:a="http://schemas.openxmlformats.org/drawingml/2006/main">
            <a:off x="1271587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2" name="dp41-comparison / n187 / text 1">
            <a:extLst xmlns:a="http://schemas.openxmlformats.org/drawingml/2006/main">
              <a:ext uri="{FF2B5EF4-FFF2-40B4-BE49-F238E27FC236}">
                <a16:creationId xmlns:a16="http://schemas.microsoft.com/office/drawing/2014/main" id="{922D2379-AA66-455C-B99F-2E322C386435}"/>
              </a:ext>
            </a:extLst>
          </p:cNvPr>
          <p:cNvSpPr>
            <a:spLocks xmlns:a="http://schemas.openxmlformats.org/drawingml/2006/main" noGrp="1"/>
          </p:cNvSpPr>
          <p:nvPr/>
        </p:nvSpPr>
        <p:spPr>
          <a:xfrm xmlns:a="http://schemas.openxmlformats.org/drawingml/2006/main">
            <a:off x="1280160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의미 제안 검증기</a:t>
            </a:r>
          </a:p>
        </p:txBody>
      </p:sp>
      <p:sp>
        <p:nvSpPr>
          <p:cNvPr id="213" name="dp41-comparison / n188 / path">
            <a:extLst xmlns:a="http://schemas.openxmlformats.org/drawingml/2006/main">
              <a:ext uri="{FF2B5EF4-FFF2-40B4-BE49-F238E27FC236}">
                <a16:creationId xmlns:a16="http://schemas.microsoft.com/office/drawing/2014/main" id="{E4DC6731-219A-4C7D-AD5A-CD395813C519}"/>
              </a:ext>
            </a:extLst>
          </p:cNvPr>
          <p:cNvSpPr>
            <a:spLocks xmlns:a="http://schemas.openxmlformats.org/drawingml/2006/main" noGrp="1"/>
          </p:cNvSpPr>
          <p:nvPr/>
        </p:nvSpPr>
        <p:spPr>
          <a:xfrm xmlns:a="http://schemas.openxmlformats.org/drawingml/2006/main">
            <a:off x="12287250" y="4162425"/>
            <a:ext cx="762000" cy="285750"/>
          </a:xfrm>
          <a:custGeom xmlns:a="http://schemas.openxmlformats.org/drawingml/2006/main">
            <a:pathLst>
              <a:path w="762000" h="285750">
                <a:moveTo>
                  <a:pt x="0" y="0"/>
                </a:moveTo>
                <a:lnTo>
                  <a:pt x="333375" y="0"/>
                </a:lnTo>
                <a:lnTo>
                  <a:pt x="333375" y="285750"/>
                </a:lnTo>
                <a:lnTo>
                  <a:pt x="762000" y="285750"/>
                </a:lnTo>
              </a:path>
            </a:pathLst>
          </a:custGeom>
          <a:noFill xmlns:a="http://schemas.openxmlformats.org/drawingml/2006/main"/>
          <a:ln xmlns:a="http://schemas.openxmlformats.org/drawingml/2006/main" w="10478">
            <a:solidFill>
              <a:srgbClr val="000000"/>
            </a:solidFill>
            <a:prstDash val="solid"/>
          </a:ln>
        </p:spPr>
      </p:sp>
      <p:sp>
        <p:nvSpPr>
          <p:cNvPr id="214" name="dp41-comparison / n188 / arrow">
            <a:extLst xmlns:a="http://schemas.openxmlformats.org/drawingml/2006/main">
              <a:ext uri="{FF2B5EF4-FFF2-40B4-BE49-F238E27FC236}">
                <a16:creationId xmlns:a16="http://schemas.microsoft.com/office/drawing/2014/main" id="{A7FA58F5-C37C-41BD-A291-82F7393AF977}"/>
              </a:ext>
            </a:extLst>
          </p:cNvPr>
          <p:cNvSpPr>
            <a:spLocks xmlns:a="http://schemas.openxmlformats.org/drawingml/2006/main" noGrp="1"/>
          </p:cNvSpPr>
          <p:nvPr/>
        </p:nvSpPr>
        <p:spPr>
          <a:xfrm xmlns:a="http://schemas.openxmlformats.org/drawingml/2006/main">
            <a:off x="12982194"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89 / path">
            <a:extLst xmlns:a="http://schemas.openxmlformats.org/drawingml/2006/main">
              <a:ext uri="{FF2B5EF4-FFF2-40B4-BE49-F238E27FC236}">
                <a16:creationId xmlns:a16="http://schemas.microsoft.com/office/drawing/2014/main" id="{9835367E-FC50-406A-A458-169F8955D7F4}"/>
              </a:ext>
            </a:extLst>
          </p:cNvPr>
          <p:cNvSpPr>
            <a:spLocks xmlns:a="http://schemas.openxmlformats.org/drawingml/2006/main" noGrp="1"/>
          </p:cNvSpPr>
          <p:nvPr/>
        </p:nvSpPr>
        <p:spPr>
          <a:xfrm xmlns:a="http://schemas.openxmlformats.org/drawingml/2006/main">
            <a:off x="14859000" y="4448175"/>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0478">
            <a:solidFill>
              <a:srgbClr val="B8753F"/>
            </a:solidFill>
            <a:prstDash val="solid"/>
          </a:ln>
        </p:spPr>
      </p:sp>
      <p:sp>
        <p:nvSpPr>
          <p:cNvPr id="216" name="dp41-comparison / n189 / arrow">
            <a:extLst xmlns:a="http://schemas.openxmlformats.org/drawingml/2006/main">
              <a:ext uri="{FF2B5EF4-FFF2-40B4-BE49-F238E27FC236}">
                <a16:creationId xmlns:a16="http://schemas.microsoft.com/office/drawing/2014/main" id="{6AF64307-8BDB-4047-B47A-80DA45C2F5C4}"/>
              </a:ext>
            </a:extLst>
          </p:cNvPr>
          <p:cNvSpPr>
            <a:spLocks xmlns:a="http://schemas.openxmlformats.org/drawingml/2006/main" noGrp="1"/>
          </p:cNvSpPr>
          <p:nvPr/>
        </p:nvSpPr>
        <p:spPr>
          <a:xfrm xmlns:a="http://schemas.openxmlformats.org/drawingml/2006/main">
            <a:off x="15030069"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7" name="dp41-comparison / n190 / path">
            <a:extLst xmlns:a="http://schemas.openxmlformats.org/drawingml/2006/main">
              <a:ext uri="{FF2B5EF4-FFF2-40B4-BE49-F238E27FC236}">
                <a16:creationId xmlns:a16="http://schemas.microsoft.com/office/drawing/2014/main" id="{34625C49-A6CD-4D48-AD51-151DB249CC11}"/>
              </a:ext>
            </a:extLst>
          </p:cNvPr>
          <p:cNvSpPr>
            <a:spLocks xmlns:a="http://schemas.openxmlformats.org/drawingml/2006/main" noGrp="1"/>
          </p:cNvSpPr>
          <p:nvPr/>
        </p:nvSpPr>
        <p:spPr>
          <a:xfrm xmlns:a="http://schemas.openxmlformats.org/drawingml/2006/main">
            <a:off x="17145000" y="4448175"/>
            <a:ext cx="428625" cy="1724025"/>
          </a:xfrm>
          <a:custGeom xmlns:a="http://schemas.openxmlformats.org/drawingml/2006/main">
            <a:pathLst>
              <a:path w="428625" h="1724025">
                <a:moveTo>
                  <a:pt x="0" y="0"/>
                </a:moveTo>
                <a:lnTo>
                  <a:pt x="428625" y="0"/>
                </a:lnTo>
                <a:lnTo>
                  <a:pt x="428625" y="1724025"/>
                </a:lnTo>
                <a:lnTo>
                  <a:pt x="0" y="1724025"/>
                </a:lnTo>
              </a:path>
            </a:pathLst>
          </a:custGeom>
          <a:noFill xmlns:a="http://schemas.openxmlformats.org/drawingml/2006/main"/>
          <a:ln xmlns:a="http://schemas.openxmlformats.org/drawingml/2006/main" w="10478">
            <a:solidFill>
              <a:srgbClr val="B8753F"/>
            </a:solidFill>
            <a:prstDash val="solid"/>
          </a:ln>
        </p:spPr>
      </p:sp>
      <p:sp>
        <p:nvSpPr>
          <p:cNvPr id="218" name="dp41-comparison / n190 / arrow">
            <a:extLst xmlns:a="http://schemas.openxmlformats.org/drawingml/2006/main">
              <a:ext uri="{FF2B5EF4-FFF2-40B4-BE49-F238E27FC236}">
                <a16:creationId xmlns:a16="http://schemas.microsoft.com/office/drawing/2014/main" id="{AC131683-B0DE-4147-899C-6DB42C0DC693}"/>
              </a:ext>
            </a:extLst>
          </p:cNvPr>
          <p:cNvSpPr>
            <a:spLocks xmlns:a="http://schemas.openxmlformats.org/drawingml/2006/main" noGrp="1"/>
          </p:cNvSpPr>
          <p:nvPr/>
        </p:nvSpPr>
        <p:spPr>
          <a:xfrm xmlns:a="http://schemas.openxmlformats.org/drawingml/2006/main">
            <a:off x="17145000"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9" name="dp41-comparison / n195 / path">
            <a:extLst xmlns:a="http://schemas.openxmlformats.org/drawingml/2006/main">
              <a:ext uri="{FF2B5EF4-FFF2-40B4-BE49-F238E27FC236}">
                <a16:creationId xmlns:a16="http://schemas.microsoft.com/office/drawing/2014/main" id="{276DA3F2-3C1F-4AB5-AEDC-A5FE56FF67EE}"/>
              </a:ext>
            </a:extLst>
          </p:cNvPr>
          <p:cNvSpPr>
            <a:spLocks xmlns:a="http://schemas.openxmlformats.org/drawingml/2006/main" noGrp="1"/>
          </p:cNvSpPr>
          <p:nvPr/>
        </p:nvSpPr>
        <p:spPr>
          <a:xfrm xmlns:a="http://schemas.openxmlformats.org/drawingml/2006/main">
            <a:off x="12573000" y="5167313"/>
            <a:ext cx="2524125" cy="1281113"/>
          </a:xfrm>
          <a:custGeom xmlns:a="http://schemas.openxmlformats.org/drawingml/2006/main">
            <a:pathLst>
              <a:path w="2524125" h="1281113">
                <a:moveTo>
                  <a:pt x="2524125" y="1004888"/>
                </a:moveTo>
                <a:lnTo>
                  <a:pt x="2362200" y="1004888"/>
                </a:lnTo>
                <a:lnTo>
                  <a:pt x="2362200" y="1281113"/>
                </a:lnTo>
                <a:lnTo>
                  <a:pt x="0" y="1281113"/>
                </a:lnTo>
                <a:lnTo>
                  <a:pt x="0" y="0"/>
                </a:lnTo>
                <a:lnTo>
                  <a:pt x="476250" y="0"/>
                </a:lnTo>
              </a:path>
            </a:pathLst>
          </a:custGeom>
          <a:noFill xmlns:a="http://schemas.openxmlformats.org/drawingml/2006/main"/>
          <a:ln xmlns:a="http://schemas.openxmlformats.org/drawingml/2006/main" w="10478">
            <a:solidFill>
              <a:srgbClr val="B8753F"/>
            </a:solidFill>
            <a:prstDash val="dash"/>
          </a:ln>
        </p:spPr>
      </p:sp>
      <p:sp>
        <p:nvSpPr>
          <p:cNvPr id="220" name="dp41-comparison / n195 / arrow">
            <a:extLst xmlns:a="http://schemas.openxmlformats.org/drawingml/2006/main">
              <a:ext uri="{FF2B5EF4-FFF2-40B4-BE49-F238E27FC236}">
                <a16:creationId xmlns:a16="http://schemas.microsoft.com/office/drawing/2014/main" id="{57D64A3A-A7C8-4667-ACFC-AA3C5D4E3F2B}"/>
              </a:ext>
            </a:extLst>
          </p:cNvPr>
          <p:cNvSpPr>
            <a:spLocks xmlns:a="http://schemas.openxmlformats.org/drawingml/2006/main" noGrp="1"/>
          </p:cNvSpPr>
          <p:nvPr/>
        </p:nvSpPr>
        <p:spPr>
          <a:xfrm xmlns:a="http://schemas.openxmlformats.org/drawingml/2006/main">
            <a:off x="12982194" y="51337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1" name="dp41-comparison / n196 / text 1">
            <a:extLst xmlns:a="http://schemas.openxmlformats.org/drawingml/2006/main">
              <a:ext uri="{FF2B5EF4-FFF2-40B4-BE49-F238E27FC236}">
                <a16:creationId xmlns:a16="http://schemas.microsoft.com/office/drawing/2014/main" id="{1E74DBAE-DEE0-4451-9C48-ED0289604B69}"/>
              </a:ext>
            </a:extLst>
          </p:cNvPr>
          <p:cNvSpPr>
            <a:spLocks xmlns:a="http://schemas.openxmlformats.org/drawingml/2006/main" noGrp="1"/>
          </p:cNvSpPr>
          <p:nvPr/>
        </p:nvSpPr>
        <p:spPr>
          <a:xfrm xmlns:a="http://schemas.openxmlformats.org/drawingml/2006/main">
            <a:off x="15097125" y="6362700"/>
            <a:ext cx="2333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③ 조회 결과를 해결 상태에 반영</a:t>
            </a:r>
          </a:p>
        </p:txBody>
      </p:sp>
      <p:sp>
        <p:nvSpPr>
          <p:cNvPr id="222" name="dp41-comparison / n197 / path">
            <a:extLst xmlns:a="http://schemas.openxmlformats.org/drawingml/2006/main">
              <a:ext uri="{FF2B5EF4-FFF2-40B4-BE49-F238E27FC236}">
                <a16:creationId xmlns:a16="http://schemas.microsoft.com/office/drawing/2014/main" id="{F36F4548-B153-4E83-A027-BB4B10A9BFE0}"/>
              </a:ext>
            </a:extLst>
          </p:cNvPr>
          <p:cNvSpPr>
            <a:spLocks xmlns:a="http://schemas.openxmlformats.org/drawingml/2006/main" noGrp="1"/>
          </p:cNvSpPr>
          <p:nvPr/>
        </p:nvSpPr>
        <p:spPr>
          <a:xfrm xmlns:a="http://schemas.openxmlformats.org/drawingml/2006/main">
            <a:off x="13716000" y="4610100"/>
            <a:ext cx="953" cy="304800"/>
          </a:xfrm>
          <a:custGeom xmlns:a="http://schemas.openxmlformats.org/drawingml/2006/main">
            <a:pathLst>
              <a:path w="953" h="304800">
                <a:moveTo>
                  <a:pt x="0" y="0"/>
                </a:moveTo>
                <a:lnTo>
                  <a:pt x="0" y="304800"/>
                </a:lnTo>
              </a:path>
            </a:pathLst>
          </a:custGeom>
          <a:noFill xmlns:a="http://schemas.openxmlformats.org/drawingml/2006/main"/>
          <a:ln xmlns:a="http://schemas.openxmlformats.org/drawingml/2006/main" w="10478">
            <a:solidFill>
              <a:srgbClr val="B8753F"/>
            </a:solidFill>
            <a:prstDash val="solid"/>
          </a:ln>
        </p:spPr>
      </p:sp>
      <p:sp>
        <p:nvSpPr>
          <p:cNvPr id="223" name="dp41-comparison / n197 / arrow">
            <a:extLst xmlns:a="http://schemas.openxmlformats.org/drawingml/2006/main">
              <a:ext uri="{FF2B5EF4-FFF2-40B4-BE49-F238E27FC236}">
                <a16:creationId xmlns:a16="http://schemas.microsoft.com/office/drawing/2014/main" id="{D69BF9E3-C965-443C-BEF6-8A49B5C8FFBD}"/>
              </a:ext>
            </a:extLst>
          </p:cNvPr>
          <p:cNvSpPr>
            <a:spLocks xmlns:a="http://schemas.openxmlformats.org/drawingml/2006/main" noGrp="1"/>
          </p:cNvSpPr>
          <p:nvPr/>
        </p:nvSpPr>
        <p:spPr>
          <a:xfrm xmlns:a="http://schemas.openxmlformats.org/drawingml/2006/main">
            <a:off x="13682472" y="4847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4" name="dp41-comparison / n198 / path">
            <a:extLst xmlns:a="http://schemas.openxmlformats.org/drawingml/2006/main">
              <a:ext uri="{FF2B5EF4-FFF2-40B4-BE49-F238E27FC236}">
                <a16:creationId xmlns:a16="http://schemas.microsoft.com/office/drawing/2014/main" id="{FD868A5D-500D-42C7-8F1C-ADD8C6664AC2}"/>
              </a:ext>
            </a:extLst>
          </p:cNvPr>
          <p:cNvSpPr>
            <a:spLocks xmlns:a="http://schemas.openxmlformats.org/drawingml/2006/main" noGrp="1"/>
          </p:cNvSpPr>
          <p:nvPr/>
        </p:nvSpPr>
        <p:spPr>
          <a:xfrm xmlns:a="http://schemas.openxmlformats.org/drawingml/2006/main">
            <a:off x="14192250" y="4610100"/>
            <a:ext cx="953" cy="304800"/>
          </a:xfrm>
          <a:custGeom xmlns:a="http://schemas.openxmlformats.org/drawingml/2006/main">
            <a:pathLst>
              <a:path w="953" h="304800">
                <a:moveTo>
                  <a:pt x="0" y="304800"/>
                </a:moveTo>
                <a:lnTo>
                  <a:pt x="0" y="0"/>
                </a:lnTo>
              </a:path>
            </a:pathLst>
          </a:custGeom>
          <a:noFill xmlns:a="http://schemas.openxmlformats.org/drawingml/2006/main"/>
          <a:ln xmlns:a="http://schemas.openxmlformats.org/drawingml/2006/main" w="10478">
            <a:solidFill>
              <a:srgbClr val="B8753F"/>
            </a:solidFill>
            <a:prstDash val="solid"/>
          </a:ln>
        </p:spPr>
      </p:sp>
      <p:sp>
        <p:nvSpPr>
          <p:cNvPr id="225" name="dp41-comparison / n198 / arrow">
            <a:extLst xmlns:a="http://schemas.openxmlformats.org/drawingml/2006/main">
              <a:ext uri="{FF2B5EF4-FFF2-40B4-BE49-F238E27FC236}">
                <a16:creationId xmlns:a16="http://schemas.microsoft.com/office/drawing/2014/main" id="{90AA2258-3889-4E48-93B3-F162855936BF}"/>
              </a:ext>
            </a:extLst>
          </p:cNvPr>
          <p:cNvSpPr>
            <a:spLocks xmlns:a="http://schemas.openxmlformats.org/drawingml/2006/main" noGrp="1"/>
          </p:cNvSpPr>
          <p:nvPr/>
        </p:nvSpPr>
        <p:spPr>
          <a:xfrm xmlns:a="http://schemas.openxmlformats.org/drawingml/2006/main">
            <a:off x="14158722" y="4610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26" name="dp41-comparison / n201 / path">
            <a:extLst xmlns:a="http://schemas.openxmlformats.org/drawingml/2006/main">
              <a:ext uri="{FF2B5EF4-FFF2-40B4-BE49-F238E27FC236}">
                <a16:creationId xmlns:a16="http://schemas.microsoft.com/office/drawing/2014/main" id="{D8E25140-4782-4E17-81EC-FD62D534C235}"/>
              </a:ext>
            </a:extLst>
          </p:cNvPr>
          <p:cNvSpPr>
            <a:spLocks xmlns:a="http://schemas.openxmlformats.org/drawingml/2006/main" noGrp="1"/>
          </p:cNvSpPr>
          <p:nvPr/>
        </p:nvSpPr>
        <p:spPr>
          <a:xfrm xmlns:a="http://schemas.openxmlformats.org/drawingml/2006/main">
            <a:off x="14859000" y="5167313"/>
            <a:ext cx="238125" cy="166688"/>
          </a:xfrm>
          <a:custGeom xmlns:a="http://schemas.openxmlformats.org/drawingml/2006/main">
            <a:pathLst>
              <a:path w="238125" h="166688">
                <a:moveTo>
                  <a:pt x="0" y="0"/>
                </a:moveTo>
                <a:lnTo>
                  <a:pt x="114300" y="0"/>
                </a:lnTo>
                <a:lnTo>
                  <a:pt x="114300" y="166688"/>
                </a:lnTo>
                <a:lnTo>
                  <a:pt x="238125" y="166688"/>
                </a:lnTo>
              </a:path>
            </a:pathLst>
          </a:custGeom>
          <a:noFill xmlns:a="http://schemas.openxmlformats.org/drawingml/2006/main"/>
          <a:ln xmlns:a="http://schemas.openxmlformats.org/drawingml/2006/main" w="10478">
            <a:solidFill>
              <a:srgbClr val="B8753F"/>
            </a:solidFill>
            <a:prstDash val="solid"/>
          </a:ln>
        </p:spPr>
      </p:sp>
      <p:sp>
        <p:nvSpPr>
          <p:cNvPr id="227" name="dp41-comparison / n201 / arrow">
            <a:extLst xmlns:a="http://schemas.openxmlformats.org/drawingml/2006/main">
              <a:ext uri="{FF2B5EF4-FFF2-40B4-BE49-F238E27FC236}">
                <a16:creationId xmlns:a16="http://schemas.microsoft.com/office/drawing/2014/main" id="{2E1B8FD5-3D46-4385-B468-611781882607}"/>
              </a:ext>
            </a:extLst>
          </p:cNvPr>
          <p:cNvSpPr>
            <a:spLocks xmlns:a="http://schemas.openxmlformats.org/drawingml/2006/main" noGrp="1"/>
          </p:cNvSpPr>
          <p:nvPr/>
        </p:nvSpPr>
        <p:spPr>
          <a:xfrm xmlns:a="http://schemas.openxmlformats.org/drawingml/2006/main">
            <a:off x="15030069" y="5300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8" name="dp41-comparison / n204 / path">
            <a:extLst xmlns:a="http://schemas.openxmlformats.org/drawingml/2006/main">
              <a:ext uri="{FF2B5EF4-FFF2-40B4-BE49-F238E27FC236}">
                <a16:creationId xmlns:a16="http://schemas.microsoft.com/office/drawing/2014/main" id="{4502DD10-6E7A-4E3F-816D-F868AEA61DB9}"/>
              </a:ext>
            </a:extLst>
          </p:cNvPr>
          <p:cNvSpPr>
            <a:spLocks xmlns:a="http://schemas.openxmlformats.org/drawingml/2006/main" noGrp="1"/>
          </p:cNvSpPr>
          <p:nvPr/>
        </p:nvSpPr>
        <p:spPr>
          <a:xfrm xmlns:a="http://schemas.openxmlformats.org/drawingml/2006/main">
            <a:off x="13739813" y="5495925"/>
            <a:ext cx="2381250" cy="523875"/>
          </a:xfrm>
          <a:custGeom xmlns:a="http://schemas.openxmlformats.org/drawingml/2006/main">
            <a:pathLst>
              <a:path w="2381250" h="523875">
                <a:moveTo>
                  <a:pt x="2381250" y="0"/>
                </a:moveTo>
                <a:lnTo>
                  <a:pt x="2381250" y="428625"/>
                </a:lnTo>
                <a:lnTo>
                  <a:pt x="0" y="428625"/>
                </a:lnTo>
                <a:lnTo>
                  <a:pt x="0" y="523875"/>
                </a:lnTo>
              </a:path>
            </a:pathLst>
          </a:custGeom>
          <a:noFill xmlns:a="http://schemas.openxmlformats.org/drawingml/2006/main"/>
          <a:ln xmlns:a="http://schemas.openxmlformats.org/drawingml/2006/main" w="10478">
            <a:solidFill>
              <a:srgbClr val="B8753F"/>
            </a:solidFill>
            <a:prstDash val="solid"/>
          </a:ln>
        </p:spPr>
      </p:sp>
      <p:sp>
        <p:nvSpPr>
          <p:cNvPr id="229" name="dp41-comparison / n204 / arrow">
            <a:extLst xmlns:a="http://schemas.openxmlformats.org/drawingml/2006/main">
              <a:ext uri="{FF2B5EF4-FFF2-40B4-BE49-F238E27FC236}">
                <a16:creationId xmlns:a16="http://schemas.microsoft.com/office/drawing/2014/main" id="{F85A848F-863E-43CA-923D-343EFB72F541}"/>
              </a:ext>
            </a:extLst>
          </p:cNvPr>
          <p:cNvSpPr>
            <a:spLocks xmlns:a="http://schemas.openxmlformats.org/drawingml/2006/main" noGrp="1"/>
          </p:cNvSpPr>
          <p:nvPr/>
        </p:nvSpPr>
        <p:spPr>
          <a:xfrm xmlns:a="http://schemas.openxmlformats.org/drawingml/2006/main">
            <a:off x="13706285"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30" name="dp41-comparison / n207 / path">
            <a:extLst xmlns:a="http://schemas.openxmlformats.org/drawingml/2006/main">
              <a:ext uri="{FF2B5EF4-FFF2-40B4-BE49-F238E27FC236}">
                <a16:creationId xmlns:a16="http://schemas.microsoft.com/office/drawing/2014/main" id="{3A535FB7-A10C-4597-9A69-D4FED3E93F14}"/>
              </a:ext>
            </a:extLst>
          </p:cNvPr>
          <p:cNvSpPr>
            <a:spLocks xmlns:a="http://schemas.openxmlformats.org/drawingml/2006/main" noGrp="1"/>
          </p:cNvSpPr>
          <p:nvPr/>
        </p:nvSpPr>
        <p:spPr>
          <a:xfrm xmlns:a="http://schemas.openxmlformats.org/drawingml/2006/main">
            <a:off x="12287250" y="3857625"/>
            <a:ext cx="5219700" cy="590550"/>
          </a:xfrm>
          <a:custGeom xmlns:a="http://schemas.openxmlformats.org/drawingml/2006/main">
            <a:pathLst>
              <a:path w="5219700" h="590550">
                <a:moveTo>
                  <a:pt x="4857750" y="590550"/>
                </a:moveTo>
                <a:lnTo>
                  <a:pt x="5219700" y="590550"/>
                </a:lnTo>
                <a:lnTo>
                  <a:pt x="5219700" y="0"/>
                </a:lnTo>
                <a:lnTo>
                  <a:pt x="190500" y="0"/>
                </a:lnTo>
                <a:lnTo>
                  <a:pt x="190500" y="447675"/>
                </a:lnTo>
                <a:lnTo>
                  <a:pt x="0" y="447675"/>
                </a:lnTo>
              </a:path>
            </a:pathLst>
          </a:custGeom>
          <a:noFill xmlns:a="http://schemas.openxmlformats.org/drawingml/2006/main"/>
          <a:ln xmlns:a="http://schemas.openxmlformats.org/drawingml/2006/main" w="10478">
            <a:solidFill>
              <a:srgbClr val="000000"/>
            </a:solidFill>
            <a:prstDash val="solid"/>
          </a:ln>
        </p:spPr>
      </p:sp>
      <p:sp>
        <p:nvSpPr>
          <p:cNvPr id="231" name="dp41-comparison / n207 / arrow">
            <a:extLst xmlns:a="http://schemas.openxmlformats.org/drawingml/2006/main">
              <a:ext uri="{FF2B5EF4-FFF2-40B4-BE49-F238E27FC236}">
                <a16:creationId xmlns:a16="http://schemas.microsoft.com/office/drawing/2014/main" id="{D5A7BF88-CCDB-4F96-ADBB-9733C59B021A}"/>
              </a:ext>
            </a:extLst>
          </p:cNvPr>
          <p:cNvSpPr>
            <a:spLocks xmlns:a="http://schemas.openxmlformats.org/drawingml/2006/main" noGrp="1"/>
          </p:cNvSpPr>
          <p:nvPr/>
        </p:nvSpPr>
        <p:spPr>
          <a:xfrm xmlns:a="http://schemas.openxmlformats.org/drawingml/2006/main">
            <a:off x="12287250" y="4271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32" name="dp41-comparison / n216 / path">
            <a:extLst xmlns:a="http://schemas.openxmlformats.org/drawingml/2006/main">
              <a:ext uri="{FF2B5EF4-FFF2-40B4-BE49-F238E27FC236}">
                <a16:creationId xmlns:a16="http://schemas.microsoft.com/office/drawing/2014/main" id="{661BCBD3-8906-4150-A945-DBE01D6135B6}"/>
              </a:ext>
            </a:extLst>
          </p:cNvPr>
          <p:cNvSpPr>
            <a:spLocks xmlns:a="http://schemas.openxmlformats.org/drawingml/2006/main" noGrp="1"/>
          </p:cNvSpPr>
          <p:nvPr/>
        </p:nvSpPr>
        <p:spPr>
          <a:xfrm xmlns:a="http://schemas.openxmlformats.org/drawingml/2006/main">
            <a:off x="12168188" y="2743200"/>
            <a:ext cx="5472113" cy="1276350"/>
          </a:xfrm>
          <a:custGeom xmlns:a="http://schemas.openxmlformats.org/drawingml/2006/main">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233" name="dp41-comparison / n216 / arrow">
            <a:extLst xmlns:a="http://schemas.openxmlformats.org/drawingml/2006/main">
              <a:ext uri="{FF2B5EF4-FFF2-40B4-BE49-F238E27FC236}">
                <a16:creationId xmlns:a16="http://schemas.microsoft.com/office/drawing/2014/main" id="{26FE966C-956F-44EC-94C9-6F1732FD98E9}"/>
              </a:ext>
            </a:extLst>
          </p:cNvPr>
          <p:cNvSpPr>
            <a:spLocks xmlns:a="http://schemas.openxmlformats.org/drawingml/2006/main" noGrp="1"/>
          </p:cNvSpPr>
          <p:nvPr/>
        </p:nvSpPr>
        <p:spPr>
          <a:xfrm xmlns:a="http://schemas.openxmlformats.org/drawingml/2006/main">
            <a:off x="121346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7">
            <a:extLst xmlns:a="http://schemas.openxmlformats.org/drawingml/2006/main">
              <a:ext uri="{FF2B5EF4-FFF2-40B4-BE49-F238E27FC236}">
                <a16:creationId xmlns:a16="http://schemas.microsoft.com/office/drawing/2014/main" id="{3D9DCF0C-5246-4934-8FBA-504F68AECF1C}"/>
              </a:ext>
            </a:extLst>
          </p:cNvPr>
          <p:cNvSpPr>
            <a:spLocks xmlns:a="http://schemas.openxmlformats.org/drawingml/2006/main" noGrp="1"/>
          </p:cNvSpPr>
          <p:nvPr/>
        </p:nvSpPr>
        <p:spPr>
          <a:xfrm xmlns:a="http://schemas.openxmlformats.org/drawingml/2006/main">
            <a:off x="1264920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1-comparison / n218 / text 1">
            <a:extLst xmlns:a="http://schemas.openxmlformats.org/drawingml/2006/main">
              <a:ext uri="{FF2B5EF4-FFF2-40B4-BE49-F238E27FC236}">
                <a16:creationId xmlns:a16="http://schemas.microsoft.com/office/drawing/2014/main" id="{DA4A5A53-02EA-4436-9BC4-1EFA7AE2C86A}"/>
              </a:ext>
            </a:extLst>
          </p:cNvPr>
          <p:cNvSpPr>
            <a:spLocks xmlns:a="http://schemas.openxmlformats.org/drawingml/2006/main" noGrp="1"/>
          </p:cNvSpPr>
          <p:nvPr/>
        </p:nvSpPr>
        <p:spPr>
          <a:xfrm xmlns:a="http://schemas.openxmlformats.org/drawingml/2006/main">
            <a:off x="1273492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Context Manager</a:t>
            </a:r>
          </a:p>
        </p:txBody>
      </p:sp>
      <p:sp>
        <p:nvSpPr>
          <p:cNvPr id="236" name="dp41-comparison / n219 / path">
            <a:extLst xmlns:a="http://schemas.openxmlformats.org/drawingml/2006/main">
              <a:ext uri="{FF2B5EF4-FFF2-40B4-BE49-F238E27FC236}">
                <a16:creationId xmlns:a16="http://schemas.microsoft.com/office/drawing/2014/main" id="{62B72B2E-4563-4CF5-8CC6-8D7B0E7EA04E}"/>
              </a:ext>
            </a:extLst>
          </p:cNvPr>
          <p:cNvSpPr>
            <a:spLocks xmlns:a="http://schemas.openxmlformats.org/drawingml/2006/main" noGrp="1"/>
          </p:cNvSpPr>
          <p:nvPr/>
        </p:nvSpPr>
        <p:spPr>
          <a:xfrm xmlns:a="http://schemas.openxmlformats.org/drawingml/2006/main">
            <a:off x="13744575" y="6105525"/>
            <a:ext cx="4010025" cy="542925"/>
          </a:xfrm>
          <a:custGeom xmlns:a="http://schemas.openxmlformats.org/drawingml/2006/main">
            <a:pathLst>
              <a:path w="4010025" h="542925">
                <a:moveTo>
                  <a:pt x="3400425" y="0"/>
                </a:moveTo>
                <a:lnTo>
                  <a:pt x="4010025" y="0"/>
                </a:lnTo>
                <a:lnTo>
                  <a:pt x="4010025"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37" name="dp41-comparison / n219 / arrow">
            <a:extLst xmlns:a="http://schemas.openxmlformats.org/drawingml/2006/main">
              <a:ext uri="{FF2B5EF4-FFF2-40B4-BE49-F238E27FC236}">
                <a16:creationId xmlns:a16="http://schemas.microsoft.com/office/drawing/2014/main" id="{99A11440-F007-4084-8977-222BF897727B}"/>
              </a:ext>
            </a:extLst>
          </p:cNvPr>
          <p:cNvSpPr>
            <a:spLocks xmlns:a="http://schemas.openxmlformats.org/drawingml/2006/main" noGrp="1"/>
          </p:cNvSpPr>
          <p:nvPr/>
        </p:nvSpPr>
        <p:spPr>
          <a:xfrm xmlns:a="http://schemas.openxmlformats.org/drawingml/2006/main">
            <a:off x="1371104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8" name="dp41-comparison / n220 / path">
            <a:extLst xmlns:a="http://schemas.openxmlformats.org/drawingml/2006/main">
              <a:ext uri="{FF2B5EF4-FFF2-40B4-BE49-F238E27FC236}">
                <a16:creationId xmlns:a16="http://schemas.microsoft.com/office/drawing/2014/main" id="{29AC7DAD-0790-4709-A7DE-74B394B1AC84}"/>
              </a:ext>
            </a:extLst>
          </p:cNvPr>
          <p:cNvSpPr>
            <a:spLocks xmlns:a="http://schemas.openxmlformats.org/drawingml/2006/main" noGrp="1"/>
          </p:cNvSpPr>
          <p:nvPr/>
        </p:nvSpPr>
        <p:spPr>
          <a:xfrm xmlns:a="http://schemas.openxmlformats.org/drawingml/2006/main">
            <a:off x="13830300" y="6248400"/>
            <a:ext cx="3848100" cy="400050"/>
          </a:xfrm>
          <a:custGeom xmlns:a="http://schemas.openxmlformats.org/drawingml/2006/main">
            <a:pathLst>
              <a:path w="3848100" h="400050">
                <a:moveTo>
                  <a:pt x="0" y="400050"/>
                </a:moveTo>
                <a:lnTo>
                  <a:pt x="0" y="342900"/>
                </a:lnTo>
                <a:lnTo>
                  <a:pt x="3848100" y="342900"/>
                </a:lnTo>
                <a:lnTo>
                  <a:pt x="3848100" y="0"/>
                </a:lnTo>
                <a:lnTo>
                  <a:pt x="3314700" y="0"/>
                </a:lnTo>
              </a:path>
            </a:pathLst>
          </a:custGeom>
          <a:noFill xmlns:a="http://schemas.openxmlformats.org/drawingml/2006/main"/>
          <a:ln xmlns:a="http://schemas.openxmlformats.org/drawingml/2006/main" w="10478">
            <a:solidFill>
              <a:srgbClr val="000000"/>
            </a:solidFill>
            <a:prstDash val="dash"/>
          </a:ln>
        </p:spPr>
      </p:sp>
      <p:sp>
        <p:nvSpPr>
          <p:cNvPr id="239" name="dp41-comparison / n220 / arrow">
            <a:extLst xmlns:a="http://schemas.openxmlformats.org/drawingml/2006/main">
              <a:ext uri="{FF2B5EF4-FFF2-40B4-BE49-F238E27FC236}">
                <a16:creationId xmlns:a16="http://schemas.microsoft.com/office/drawing/2014/main" id="{FCA9F086-D60D-4DF8-9EF0-74E4E6279F76}"/>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a:extLst xmlns:a="http://schemas.openxmlformats.org/drawingml/2006/main">
              <a:ext uri="{FF2B5EF4-FFF2-40B4-BE49-F238E27FC236}">
                <a16:creationId xmlns:a16="http://schemas.microsoft.com/office/drawing/2014/main" id="{4C48A42D-8663-4984-8366-AEB72B5BEBB0}"/>
              </a:ext>
            </a:extLst>
          </p:cNvPr>
          <p:cNvSpPr>
            <a:spLocks xmlns:a="http://schemas.openxmlformats.org/drawingml/2006/main" noGrp="1"/>
          </p:cNvSpPr>
          <p:nvPr/>
        </p:nvSpPr>
        <p:spPr>
          <a:xfrm xmlns:a="http://schemas.openxmlformats.org/drawingml/2006/main">
            <a:off x="1538287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1" name="dp41-comparison / n222 / text 1">
            <a:extLst xmlns:a="http://schemas.openxmlformats.org/drawingml/2006/main">
              <a:ext uri="{FF2B5EF4-FFF2-40B4-BE49-F238E27FC236}">
                <a16:creationId xmlns:a16="http://schemas.microsoft.com/office/drawing/2014/main" id="{DB67D77D-083C-49B6-B47F-A5CEAFC4FFFA}"/>
              </a:ext>
            </a:extLst>
          </p:cNvPr>
          <p:cNvSpPr>
            <a:spLocks xmlns:a="http://schemas.openxmlformats.org/drawingml/2006/main" noGrp="1"/>
          </p:cNvSpPr>
          <p:nvPr/>
        </p:nvSpPr>
        <p:spPr>
          <a:xfrm xmlns:a="http://schemas.openxmlformats.org/drawingml/2006/main">
            <a:off x="1546860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Task Manager</a:t>
            </a:r>
          </a:p>
        </p:txBody>
      </p:sp>
      <p:sp>
        <p:nvSpPr>
          <p:cNvPr id="242" name="dp41-comparison / n223 / path">
            <a:extLst xmlns:a="http://schemas.openxmlformats.org/drawingml/2006/main">
              <a:ext uri="{FF2B5EF4-FFF2-40B4-BE49-F238E27FC236}">
                <a16:creationId xmlns:a16="http://schemas.microsoft.com/office/drawing/2014/main" id="{A187C130-70CD-4EC7-A802-CF132FA09A6C}"/>
              </a:ext>
            </a:extLst>
          </p:cNvPr>
          <p:cNvSpPr>
            <a:spLocks xmlns:a="http://schemas.openxmlformats.org/drawingml/2006/main" noGrp="1"/>
          </p:cNvSpPr>
          <p:nvPr/>
        </p:nvSpPr>
        <p:spPr>
          <a:xfrm xmlns:a="http://schemas.openxmlformats.org/drawingml/2006/main">
            <a:off x="16478250" y="6105525"/>
            <a:ext cx="1276350" cy="542925"/>
          </a:xfrm>
          <a:custGeom xmlns:a="http://schemas.openxmlformats.org/drawingml/2006/main">
            <a:pathLst>
              <a:path w="1276350" h="542925">
                <a:moveTo>
                  <a:pt x="666750" y="0"/>
                </a:moveTo>
                <a:lnTo>
                  <a:pt x="1276350" y="0"/>
                </a:lnTo>
                <a:lnTo>
                  <a:pt x="1276350"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43" name="dp41-comparison / n223 / arrow">
            <a:extLst xmlns:a="http://schemas.openxmlformats.org/drawingml/2006/main">
              <a:ext uri="{FF2B5EF4-FFF2-40B4-BE49-F238E27FC236}">
                <a16:creationId xmlns:a16="http://schemas.microsoft.com/office/drawing/2014/main" id="{4CB4E792-5968-4512-AE29-F6D4B6891710}"/>
              </a:ext>
            </a:extLst>
          </p:cNvPr>
          <p:cNvSpPr>
            <a:spLocks xmlns:a="http://schemas.openxmlformats.org/drawingml/2006/main" noGrp="1"/>
          </p:cNvSpPr>
          <p:nvPr/>
        </p:nvSpPr>
        <p:spPr>
          <a:xfrm xmlns:a="http://schemas.openxmlformats.org/drawingml/2006/main">
            <a:off x="1644472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44" name="dp41-comparison / n224 / path">
            <a:extLst xmlns:a="http://schemas.openxmlformats.org/drawingml/2006/main">
              <a:ext uri="{FF2B5EF4-FFF2-40B4-BE49-F238E27FC236}">
                <a16:creationId xmlns:a16="http://schemas.microsoft.com/office/drawing/2014/main" id="{B6730A7E-14AA-4EAD-932E-B24A2F36E5E7}"/>
              </a:ext>
            </a:extLst>
          </p:cNvPr>
          <p:cNvSpPr>
            <a:spLocks xmlns:a="http://schemas.openxmlformats.org/drawingml/2006/main" noGrp="1"/>
          </p:cNvSpPr>
          <p:nvPr/>
        </p:nvSpPr>
        <p:spPr>
          <a:xfrm xmlns:a="http://schemas.openxmlformats.org/drawingml/2006/main">
            <a:off x="16563975" y="6248400"/>
            <a:ext cx="1114425" cy="400050"/>
          </a:xfrm>
          <a:custGeom xmlns:a="http://schemas.openxmlformats.org/drawingml/2006/main">
            <a:pathLst>
              <a:path w="1114425" h="400050">
                <a:moveTo>
                  <a:pt x="0" y="400050"/>
                </a:moveTo>
                <a:lnTo>
                  <a:pt x="0" y="342900"/>
                </a:lnTo>
                <a:lnTo>
                  <a:pt x="1114425" y="342900"/>
                </a:lnTo>
                <a:lnTo>
                  <a:pt x="1114425" y="0"/>
                </a:lnTo>
                <a:lnTo>
                  <a:pt x="581025" y="0"/>
                </a:lnTo>
              </a:path>
            </a:pathLst>
          </a:custGeom>
          <a:noFill xmlns:a="http://schemas.openxmlformats.org/drawingml/2006/main"/>
          <a:ln xmlns:a="http://schemas.openxmlformats.org/drawingml/2006/main" w="10478">
            <a:solidFill>
              <a:srgbClr val="000000"/>
            </a:solidFill>
            <a:prstDash val="dash"/>
          </a:ln>
        </p:spPr>
      </p:sp>
      <p:sp>
        <p:nvSpPr>
          <p:cNvPr id="245" name="dp41-comparison / n224 / arrow">
            <a:extLst xmlns:a="http://schemas.openxmlformats.org/drawingml/2006/main">
              <a:ext uri="{FF2B5EF4-FFF2-40B4-BE49-F238E27FC236}">
                <a16:creationId xmlns:a16="http://schemas.microsoft.com/office/drawing/2014/main" id="{A3CFD3A8-818F-4C8D-81C0-9F0917DE86B2}"/>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6" name="dp41-comparison / n227 / path">
            <a:extLst xmlns:a="http://schemas.openxmlformats.org/drawingml/2006/main">
              <a:ext uri="{FF2B5EF4-FFF2-40B4-BE49-F238E27FC236}">
                <a16:creationId xmlns:a16="http://schemas.microsoft.com/office/drawing/2014/main" id="{2D9FE99B-A878-4894-8D83-FF7C4D508294}"/>
              </a:ext>
            </a:extLst>
          </p:cNvPr>
          <p:cNvSpPr>
            <a:spLocks xmlns:a="http://schemas.openxmlformats.org/drawingml/2006/main" noGrp="1"/>
          </p:cNvSpPr>
          <p:nvPr/>
        </p:nvSpPr>
        <p:spPr>
          <a:xfrm xmlns:a="http://schemas.openxmlformats.org/drawingml/2006/main">
            <a:off x="976312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47" name="dp41-comparison / n230">
            <a:extLst xmlns:a="http://schemas.openxmlformats.org/drawingml/2006/main">
              <a:ext uri="{FF2B5EF4-FFF2-40B4-BE49-F238E27FC236}">
                <a16:creationId xmlns:a16="http://schemas.microsoft.com/office/drawing/2014/main" id="{3367DBC4-3CCC-42AE-B4DF-7946AC92940A}"/>
              </a:ext>
            </a:extLst>
          </p:cNvPr>
          <p:cNvSpPr>
            <a:spLocks xmlns:a="http://schemas.openxmlformats.org/drawingml/2006/main" noGrp="1"/>
          </p:cNvSpPr>
          <p:nvPr/>
        </p:nvSpPr>
        <p:spPr>
          <a:xfrm xmlns:a="http://schemas.openxmlformats.org/drawingml/2006/main">
            <a:off x="9858375" y="73628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1-comparison / n231 / text 1">
            <a:extLst xmlns:a="http://schemas.openxmlformats.org/drawingml/2006/main">
              <a:ext uri="{FF2B5EF4-FFF2-40B4-BE49-F238E27FC236}">
                <a16:creationId xmlns:a16="http://schemas.microsoft.com/office/drawing/2014/main" id="{827C0F7E-6D43-4984-A52A-3F942A8DA582}"/>
              </a:ext>
            </a:extLst>
          </p:cNvPr>
          <p:cNvSpPr>
            <a:spLocks xmlns:a="http://schemas.openxmlformats.org/drawingml/2006/main" noGrp="1"/>
          </p:cNvSpPr>
          <p:nvPr/>
        </p:nvSpPr>
        <p:spPr>
          <a:xfrm xmlns:a="http://schemas.openxmlformats.org/drawingml/2006/main">
            <a:off x="9944100" y="74033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모델: RequestFrame</a:t>
            </a:r>
          </a:p>
        </p:txBody>
      </p:sp>
      <p:sp>
        <p:nvSpPr>
          <p:cNvPr id="249" name="dp41-comparison / n232">
            <a:extLst xmlns:a="http://schemas.openxmlformats.org/drawingml/2006/main">
              <a:ext uri="{FF2B5EF4-FFF2-40B4-BE49-F238E27FC236}">
                <a16:creationId xmlns:a16="http://schemas.microsoft.com/office/drawing/2014/main" id="{13F82E66-5501-42BF-9C31-8F521E824A9D}"/>
              </a:ext>
            </a:extLst>
          </p:cNvPr>
          <p:cNvSpPr>
            <a:spLocks xmlns:a="http://schemas.openxmlformats.org/drawingml/2006/main" noGrp="1"/>
          </p:cNvSpPr>
          <p:nvPr/>
        </p:nvSpPr>
        <p:spPr>
          <a:xfrm xmlns:a="http://schemas.openxmlformats.org/drawingml/2006/main">
            <a:off x="11906250" y="73628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0" name="dp41-comparison / n233 / text 1">
            <a:extLst xmlns:a="http://schemas.openxmlformats.org/drawingml/2006/main">
              <a:ext uri="{FF2B5EF4-FFF2-40B4-BE49-F238E27FC236}">
                <a16:creationId xmlns:a16="http://schemas.microsoft.com/office/drawing/2014/main" id="{F6636BE9-FDF3-4966-9635-67491C7EABB1}"/>
              </a:ext>
            </a:extLst>
          </p:cNvPr>
          <p:cNvSpPr>
            <a:spLocks xmlns:a="http://schemas.openxmlformats.org/drawingml/2006/main" noGrp="1"/>
          </p:cNvSpPr>
          <p:nvPr/>
        </p:nvSpPr>
        <p:spPr>
          <a:xfrm xmlns:a="http://schemas.openxmlformats.org/drawingml/2006/main">
            <a:off x="11991975" y="74033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코드: 항목 검사</a:t>
            </a:r>
          </a:p>
        </p:txBody>
      </p:sp>
      <p:sp>
        <p:nvSpPr>
          <p:cNvPr id="251" name="dp41-comparison / n234">
            <a:extLst xmlns:a="http://schemas.openxmlformats.org/drawingml/2006/main">
              <a:ext uri="{FF2B5EF4-FFF2-40B4-BE49-F238E27FC236}">
                <a16:creationId xmlns:a16="http://schemas.microsoft.com/office/drawing/2014/main" id="{544AD173-E075-4654-85DF-64198445135F}"/>
              </a:ext>
            </a:extLst>
          </p:cNvPr>
          <p:cNvSpPr>
            <a:spLocks xmlns:a="http://schemas.openxmlformats.org/drawingml/2006/main" noGrp="1"/>
          </p:cNvSpPr>
          <p:nvPr/>
        </p:nvSpPr>
        <p:spPr>
          <a:xfrm xmlns:a="http://schemas.openxmlformats.org/drawingml/2006/main">
            <a:off x="13811250" y="72961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52" name="dp41-comparison / n235 / text 1">
            <a:extLst xmlns:a="http://schemas.openxmlformats.org/drawingml/2006/main">
              <a:ext uri="{FF2B5EF4-FFF2-40B4-BE49-F238E27FC236}">
                <a16:creationId xmlns:a16="http://schemas.microsoft.com/office/drawing/2014/main" id="{10FB74D3-FC81-42BC-921B-652CEE71F284}"/>
              </a:ext>
            </a:extLst>
          </p:cNvPr>
          <p:cNvSpPr>
            <a:spLocks xmlns:a="http://schemas.openxmlformats.org/drawingml/2006/main" noGrp="1"/>
          </p:cNvSpPr>
          <p:nvPr/>
        </p:nvSpPr>
        <p:spPr>
          <a:xfrm xmlns:a="http://schemas.openxmlformats.org/drawingml/2006/main">
            <a:off x="13896975" y="74033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다음 처리?</a:t>
            </a:r>
          </a:p>
        </p:txBody>
      </p:sp>
      <p:sp>
        <p:nvSpPr>
          <p:cNvPr id="253" name="dp41-comparison / n236">
            <a:extLst xmlns:a="http://schemas.openxmlformats.org/drawingml/2006/main">
              <a:ext uri="{FF2B5EF4-FFF2-40B4-BE49-F238E27FC236}">
                <a16:creationId xmlns:a16="http://schemas.microsoft.com/office/drawing/2014/main" id="{EFBEE240-4E36-49F0-B498-8A6B1082E9CF}"/>
              </a:ext>
            </a:extLst>
          </p:cNvPr>
          <p:cNvSpPr>
            <a:spLocks xmlns:a="http://schemas.openxmlformats.org/drawingml/2006/main" noGrp="1"/>
          </p:cNvSpPr>
          <p:nvPr/>
        </p:nvSpPr>
        <p:spPr>
          <a:xfrm xmlns:a="http://schemas.openxmlformats.org/drawingml/2006/main">
            <a:off x="15811500"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4" name="dp41-comparison / n237 / text 1">
            <a:extLst xmlns:a="http://schemas.openxmlformats.org/drawingml/2006/main">
              <a:ext uri="{FF2B5EF4-FFF2-40B4-BE49-F238E27FC236}">
                <a16:creationId xmlns:a16="http://schemas.microsoft.com/office/drawing/2014/main" id="{E9980A0D-DDF9-46EC-A531-1D9AA382F9DE}"/>
              </a:ext>
            </a:extLst>
          </p:cNvPr>
          <p:cNvSpPr>
            <a:spLocks xmlns:a="http://schemas.openxmlformats.org/drawingml/2006/main" noGrp="1"/>
          </p:cNvSpPr>
          <p:nvPr/>
        </p:nvSpPr>
        <p:spPr>
          <a:xfrm xmlns:a="http://schemas.openxmlformats.org/drawingml/2006/main">
            <a:off x="15897225"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도구: 자료 조회</a:t>
            </a:r>
          </a:p>
        </p:txBody>
      </p:sp>
      <p:sp>
        <p:nvSpPr>
          <p:cNvPr id="255" name="dp41-comparison / n238">
            <a:extLst xmlns:a="http://schemas.openxmlformats.org/drawingml/2006/main">
              <a:ext uri="{FF2B5EF4-FFF2-40B4-BE49-F238E27FC236}">
                <a16:creationId xmlns:a16="http://schemas.microsoft.com/office/drawing/2014/main" id="{429DE821-FA46-444C-B853-5DE83F2DA83A}"/>
              </a:ext>
            </a:extLst>
          </p:cNvPr>
          <p:cNvSpPr>
            <a:spLocks xmlns:a="http://schemas.openxmlformats.org/drawingml/2006/main" noGrp="1"/>
          </p:cNvSpPr>
          <p:nvPr/>
        </p:nvSpPr>
        <p:spPr>
          <a:xfrm xmlns:a="http://schemas.openxmlformats.org/drawingml/2006/main">
            <a:off x="9953625" y="79533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1-comparison / n239 / text 1">
            <a:extLst xmlns:a="http://schemas.openxmlformats.org/drawingml/2006/main">
              <a:ext uri="{FF2B5EF4-FFF2-40B4-BE49-F238E27FC236}">
                <a16:creationId xmlns:a16="http://schemas.microsoft.com/office/drawing/2014/main" id="{AA0BD0E7-1F78-41E1-849A-F7CDC8E70813}"/>
              </a:ext>
            </a:extLst>
          </p:cNvPr>
          <p:cNvSpPr>
            <a:spLocks xmlns:a="http://schemas.openxmlformats.org/drawingml/2006/main" noGrp="1"/>
          </p:cNvSpPr>
          <p:nvPr/>
        </p:nvSpPr>
        <p:spPr>
          <a:xfrm xmlns:a="http://schemas.openxmlformats.org/drawingml/2006/main">
            <a:off x="10039350" y="79986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모델: 특정 항목 해석</a:t>
            </a:r>
          </a:p>
        </p:txBody>
      </p:sp>
      <p:sp>
        <p:nvSpPr>
          <p:cNvPr id="257" name="dp41-comparison / n240">
            <a:extLst xmlns:a="http://schemas.openxmlformats.org/drawingml/2006/main">
              <a:ext uri="{FF2B5EF4-FFF2-40B4-BE49-F238E27FC236}">
                <a16:creationId xmlns:a16="http://schemas.microsoft.com/office/drawing/2014/main" id="{6BEA25A5-F55E-4E76-AEC4-B66BF4AA733A}"/>
              </a:ext>
            </a:extLst>
          </p:cNvPr>
          <p:cNvSpPr>
            <a:spLocks xmlns:a="http://schemas.openxmlformats.org/drawingml/2006/main" noGrp="1"/>
          </p:cNvSpPr>
          <p:nvPr/>
        </p:nvSpPr>
        <p:spPr>
          <a:xfrm xmlns:a="http://schemas.openxmlformats.org/drawingml/2006/main">
            <a:off x="15621000" y="79533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1-comparison / n241 / text 1">
            <a:extLst xmlns:a="http://schemas.openxmlformats.org/drawingml/2006/main">
              <a:ext uri="{FF2B5EF4-FFF2-40B4-BE49-F238E27FC236}">
                <a16:creationId xmlns:a16="http://schemas.microsoft.com/office/drawing/2014/main" id="{33AE1346-2759-4ED0-8BDB-85FFB0B2939A}"/>
              </a:ext>
            </a:extLst>
          </p:cNvPr>
          <p:cNvSpPr>
            <a:spLocks xmlns:a="http://schemas.openxmlformats.org/drawingml/2006/main" noGrp="1"/>
          </p:cNvSpPr>
          <p:nvPr/>
        </p:nvSpPr>
        <p:spPr>
          <a:xfrm xmlns:a="http://schemas.openxmlformats.org/drawingml/2006/main">
            <a:off x="15706725" y="79986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코드: 의미 / 질문 제안</a:t>
            </a:r>
          </a:p>
        </p:txBody>
      </p:sp>
      <p:sp>
        <p:nvSpPr>
          <p:cNvPr id="259" name="dp41-comparison / n242 / path">
            <a:extLst xmlns:a="http://schemas.openxmlformats.org/drawingml/2006/main">
              <a:ext uri="{FF2B5EF4-FFF2-40B4-BE49-F238E27FC236}">
                <a16:creationId xmlns:a16="http://schemas.microsoft.com/office/drawing/2014/main" id="{BC57F9A0-77BE-42A8-8776-7F56B093DF3D}"/>
              </a:ext>
            </a:extLst>
          </p:cNvPr>
          <p:cNvSpPr>
            <a:spLocks xmlns:a="http://schemas.openxmlformats.org/drawingml/2006/main" noGrp="1"/>
          </p:cNvSpPr>
          <p:nvPr/>
        </p:nvSpPr>
        <p:spPr>
          <a:xfrm xmlns:a="http://schemas.openxmlformats.org/drawingml/2006/main">
            <a:off x="11477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0" name="dp41-comparison / n242 / arrow">
            <a:extLst xmlns:a="http://schemas.openxmlformats.org/drawingml/2006/main">
              <a:ext uri="{FF2B5EF4-FFF2-40B4-BE49-F238E27FC236}">
                <a16:creationId xmlns:a16="http://schemas.microsoft.com/office/drawing/2014/main" id="{C0B99890-C111-479A-9721-EFE3543E7DDE}"/>
              </a:ext>
            </a:extLst>
          </p:cNvPr>
          <p:cNvSpPr>
            <a:spLocks xmlns:a="http://schemas.openxmlformats.org/drawingml/2006/main" noGrp="1"/>
          </p:cNvSpPr>
          <p:nvPr/>
        </p:nvSpPr>
        <p:spPr>
          <a:xfrm xmlns:a="http://schemas.openxmlformats.org/drawingml/2006/main">
            <a:off x="11839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1" name="dp41-comparison / n243 / path">
            <a:extLst xmlns:a="http://schemas.openxmlformats.org/drawingml/2006/main">
              <a:ext uri="{FF2B5EF4-FFF2-40B4-BE49-F238E27FC236}">
                <a16:creationId xmlns:a16="http://schemas.microsoft.com/office/drawing/2014/main" id="{AB59670D-174A-461A-A5C6-7577DF49384F}"/>
              </a:ext>
            </a:extLst>
          </p:cNvPr>
          <p:cNvSpPr>
            <a:spLocks xmlns:a="http://schemas.openxmlformats.org/drawingml/2006/main" noGrp="1"/>
          </p:cNvSpPr>
          <p:nvPr/>
        </p:nvSpPr>
        <p:spPr>
          <a:xfrm xmlns:a="http://schemas.openxmlformats.org/drawingml/2006/main">
            <a:off x="13382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2" name="dp41-comparison / n243 / arrow">
            <a:extLst xmlns:a="http://schemas.openxmlformats.org/drawingml/2006/main">
              <a:ext uri="{FF2B5EF4-FFF2-40B4-BE49-F238E27FC236}">
                <a16:creationId xmlns:a16="http://schemas.microsoft.com/office/drawing/2014/main" id="{1EAB2E92-4ADE-4263-A383-9C44200F4428}"/>
              </a:ext>
            </a:extLst>
          </p:cNvPr>
          <p:cNvSpPr>
            <a:spLocks xmlns:a="http://schemas.openxmlformats.org/drawingml/2006/main" noGrp="1"/>
          </p:cNvSpPr>
          <p:nvPr/>
        </p:nvSpPr>
        <p:spPr>
          <a:xfrm xmlns:a="http://schemas.openxmlformats.org/drawingml/2006/main">
            <a:off x="13744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3" name="dp41-comparison / n244 / path">
            <a:extLst xmlns:a="http://schemas.openxmlformats.org/drawingml/2006/main">
              <a:ext uri="{FF2B5EF4-FFF2-40B4-BE49-F238E27FC236}">
                <a16:creationId xmlns:a16="http://schemas.microsoft.com/office/drawing/2014/main" id="{1A27E50F-B521-4374-A21D-9BCCB07430E1}"/>
              </a:ext>
            </a:extLst>
          </p:cNvPr>
          <p:cNvSpPr>
            <a:spLocks xmlns:a="http://schemas.openxmlformats.org/drawingml/2006/main" noGrp="1"/>
          </p:cNvSpPr>
          <p:nvPr/>
        </p:nvSpPr>
        <p:spPr>
          <a:xfrm xmlns:a="http://schemas.openxmlformats.org/drawingml/2006/main">
            <a:off x="15144750"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64" name="dp41-comparison / n244 / arrow">
            <a:extLst xmlns:a="http://schemas.openxmlformats.org/drawingml/2006/main">
              <a:ext uri="{FF2B5EF4-FFF2-40B4-BE49-F238E27FC236}">
                <a16:creationId xmlns:a16="http://schemas.microsoft.com/office/drawing/2014/main" id="{7F8B2CE0-3A70-4B52-834B-005DAD316ECB}"/>
              </a:ext>
            </a:extLst>
          </p:cNvPr>
          <p:cNvSpPr>
            <a:spLocks xmlns:a="http://schemas.openxmlformats.org/drawingml/2006/main" noGrp="1"/>
          </p:cNvSpPr>
          <p:nvPr/>
        </p:nvSpPr>
        <p:spPr>
          <a:xfrm xmlns:a="http://schemas.openxmlformats.org/drawingml/2006/main">
            <a:off x="1574444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5" name="dp41-comparison / n247 / path">
            <a:extLst xmlns:a="http://schemas.openxmlformats.org/drawingml/2006/main">
              <a:ext uri="{FF2B5EF4-FFF2-40B4-BE49-F238E27FC236}">
                <a16:creationId xmlns:a16="http://schemas.microsoft.com/office/drawing/2014/main" id="{762ADE31-9636-43ED-A754-418345DDACF6}"/>
              </a:ext>
            </a:extLst>
          </p:cNvPr>
          <p:cNvSpPr>
            <a:spLocks xmlns:a="http://schemas.openxmlformats.org/drawingml/2006/main" noGrp="1"/>
          </p:cNvSpPr>
          <p:nvPr/>
        </p:nvSpPr>
        <p:spPr>
          <a:xfrm xmlns:a="http://schemas.openxmlformats.org/drawingml/2006/main">
            <a:off x="12644438" y="76295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66" name="dp41-comparison / n247 / arrow">
            <a:extLst xmlns:a="http://schemas.openxmlformats.org/drawingml/2006/main">
              <a:ext uri="{FF2B5EF4-FFF2-40B4-BE49-F238E27FC236}">
                <a16:creationId xmlns:a16="http://schemas.microsoft.com/office/drawing/2014/main" id="{71257CE4-EB72-4A77-B4A8-B3BC40D262D1}"/>
              </a:ext>
            </a:extLst>
          </p:cNvPr>
          <p:cNvSpPr>
            <a:spLocks xmlns:a="http://schemas.openxmlformats.org/drawingml/2006/main" noGrp="1"/>
          </p:cNvSpPr>
          <p:nvPr/>
        </p:nvSpPr>
        <p:spPr>
          <a:xfrm xmlns:a="http://schemas.openxmlformats.org/drawingml/2006/main">
            <a:off x="12610910"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67" name="dp41-comparison / n250 / path">
            <a:extLst xmlns:a="http://schemas.openxmlformats.org/drawingml/2006/main">
              <a:ext uri="{FF2B5EF4-FFF2-40B4-BE49-F238E27FC236}">
                <a16:creationId xmlns:a16="http://schemas.microsoft.com/office/drawing/2014/main" id="{10393DAA-E656-4FBD-90B1-E0EF2360FE4E}"/>
              </a:ext>
            </a:extLst>
          </p:cNvPr>
          <p:cNvSpPr>
            <a:spLocks xmlns:a="http://schemas.openxmlformats.org/drawingml/2006/main" noGrp="1"/>
          </p:cNvSpPr>
          <p:nvPr/>
        </p:nvSpPr>
        <p:spPr>
          <a:xfrm xmlns:a="http://schemas.openxmlformats.org/drawingml/2006/main">
            <a:off x="12049125" y="76962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68" name="dp41-comparison / n250 / arrow">
            <a:extLst xmlns:a="http://schemas.openxmlformats.org/drawingml/2006/main">
              <a:ext uri="{FF2B5EF4-FFF2-40B4-BE49-F238E27FC236}">
                <a16:creationId xmlns:a16="http://schemas.microsoft.com/office/drawing/2014/main" id="{A029CD37-677B-4B36-A000-6DBE8B0CE116}"/>
              </a:ext>
            </a:extLst>
          </p:cNvPr>
          <p:cNvSpPr>
            <a:spLocks xmlns:a="http://schemas.openxmlformats.org/drawingml/2006/main" noGrp="1"/>
          </p:cNvSpPr>
          <p:nvPr/>
        </p:nvSpPr>
        <p:spPr>
          <a:xfrm xmlns:a="http://schemas.openxmlformats.org/drawingml/2006/main">
            <a:off x="12049125" y="80579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69" name="dp41-comparison / n253 / path">
            <a:extLst xmlns:a="http://schemas.openxmlformats.org/drawingml/2006/main">
              <a:ext uri="{FF2B5EF4-FFF2-40B4-BE49-F238E27FC236}">
                <a16:creationId xmlns:a16="http://schemas.microsoft.com/office/drawing/2014/main" id="{CD8C94EA-5C8C-4917-857F-3665981408FB}"/>
              </a:ext>
            </a:extLst>
          </p:cNvPr>
          <p:cNvSpPr>
            <a:spLocks xmlns:a="http://schemas.openxmlformats.org/drawingml/2006/main" noGrp="1"/>
          </p:cNvSpPr>
          <p:nvPr/>
        </p:nvSpPr>
        <p:spPr>
          <a:xfrm xmlns:a="http://schemas.openxmlformats.org/drawingml/2006/main">
            <a:off x="11001375" y="77819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70" name="dp41-comparison / n256 / path">
            <a:extLst xmlns:a="http://schemas.openxmlformats.org/drawingml/2006/main">
              <a:ext uri="{FF2B5EF4-FFF2-40B4-BE49-F238E27FC236}">
                <a16:creationId xmlns:a16="http://schemas.microsoft.com/office/drawing/2014/main" id="{F59F18D2-4B15-4E9C-A7AF-927ABFE55079}"/>
              </a:ext>
            </a:extLst>
          </p:cNvPr>
          <p:cNvSpPr>
            <a:spLocks xmlns:a="http://schemas.openxmlformats.org/drawingml/2006/main" noGrp="1"/>
          </p:cNvSpPr>
          <p:nvPr/>
        </p:nvSpPr>
        <p:spPr>
          <a:xfrm xmlns:a="http://schemas.openxmlformats.org/drawingml/2006/main">
            <a:off x="14478000" y="76962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71" name="dp41-comparison / n256 / arrow">
            <a:extLst xmlns:a="http://schemas.openxmlformats.org/drawingml/2006/main">
              <a:ext uri="{FF2B5EF4-FFF2-40B4-BE49-F238E27FC236}">
                <a16:creationId xmlns:a16="http://schemas.microsoft.com/office/drawing/2014/main" id="{8BC2422E-4D4E-4682-B257-D115CFC77388}"/>
              </a:ext>
            </a:extLst>
          </p:cNvPr>
          <p:cNvSpPr>
            <a:spLocks xmlns:a="http://schemas.openxmlformats.org/drawingml/2006/main" noGrp="1"/>
          </p:cNvSpPr>
          <p:nvPr/>
        </p:nvSpPr>
        <p:spPr>
          <a:xfrm xmlns:a="http://schemas.openxmlformats.org/drawingml/2006/main">
            <a:off x="1555394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72" name="dp41-comparison / n152">
            <a:extLst xmlns:a="http://schemas.openxmlformats.org/drawingml/2006/main">
              <a:ext uri="{FF2B5EF4-FFF2-40B4-BE49-F238E27FC236}">
                <a16:creationId xmlns:a16="http://schemas.microsoft.com/office/drawing/2014/main" id="{82A9612D-6750-43E8-9D23-13B050A6DD97}"/>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3" name="dp41-comparison / n152 / fold">
            <a:extLst xmlns:a="http://schemas.openxmlformats.org/drawingml/2006/main">
              <a:ext uri="{FF2B5EF4-FFF2-40B4-BE49-F238E27FC236}">
                <a16:creationId xmlns:a16="http://schemas.microsoft.com/office/drawing/2014/main" id="{08BC54D0-E0BC-4E9C-92EC-7820C445B8FE}"/>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4" name="dp41-comparison / n153 / text 1">
            <a:extLst xmlns:a="http://schemas.openxmlformats.org/drawingml/2006/main">
              <a:ext uri="{FF2B5EF4-FFF2-40B4-BE49-F238E27FC236}">
                <a16:creationId xmlns:a16="http://schemas.microsoft.com/office/drawing/2014/main" id="{74A8991F-E903-4210-8003-868950298FDA}"/>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75" name="dp41-comparison / n162">
            <a:extLst xmlns:a="http://schemas.openxmlformats.org/drawingml/2006/main">
              <a:ext uri="{FF2B5EF4-FFF2-40B4-BE49-F238E27FC236}">
                <a16:creationId xmlns:a16="http://schemas.microsoft.com/office/drawing/2014/main" id="{912C6565-7ABF-450C-A487-CF00B4C32A8C}"/>
              </a:ext>
            </a:extLst>
          </p:cNvPr>
          <p:cNvSpPr>
            <a:spLocks xmlns:a="http://schemas.openxmlformats.org/drawingml/2006/main" noGrp="1"/>
          </p:cNvSpPr>
          <p:nvPr/>
        </p:nvSpPr>
        <p:spPr>
          <a:xfrm xmlns:a="http://schemas.openxmlformats.org/drawingml/2006/main">
            <a:off x="12792075" y="2943225"/>
            <a:ext cx="33699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1-comparison / n163 / text 1">
            <a:extLst xmlns:a="http://schemas.openxmlformats.org/drawingml/2006/main">
              <a:ext uri="{FF2B5EF4-FFF2-40B4-BE49-F238E27FC236}">
                <a16:creationId xmlns:a16="http://schemas.microsoft.com/office/drawing/2014/main" id="{C5FCC27E-C8B2-4CCA-8070-485E3E0086B3}"/>
              </a:ext>
            </a:extLst>
          </p:cNvPr>
          <p:cNvSpPr>
            <a:spLocks xmlns:a="http://schemas.openxmlformats.org/drawingml/2006/main" noGrp="1"/>
          </p:cNvSpPr>
          <p:nvPr/>
        </p:nvSpPr>
        <p:spPr>
          <a:xfrm xmlns:a="http://schemas.openxmlformats.org/drawingml/2006/main">
            <a:off x="1281112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Model Access 경유 / 초기 프레임과 조건부 부분 해석</a:t>
            </a:r>
          </a:p>
        </p:txBody>
      </p:sp>
      <p:sp>
        <p:nvSpPr>
          <p:cNvPr id="277" name="dp41-comparison / n164">
            <a:extLst xmlns:a="http://schemas.openxmlformats.org/drawingml/2006/main">
              <a:ext uri="{FF2B5EF4-FFF2-40B4-BE49-F238E27FC236}">
                <a16:creationId xmlns:a16="http://schemas.microsoft.com/office/drawing/2014/main" id="{846FCEB3-13D8-4B66-86DC-A96BD4993811}"/>
              </a:ext>
            </a:extLst>
          </p:cNvPr>
          <p:cNvSpPr>
            <a:spLocks xmlns:a="http://schemas.openxmlformats.org/drawingml/2006/main" noGrp="1"/>
          </p:cNvSpPr>
          <p:nvPr/>
        </p:nvSpPr>
        <p:spPr>
          <a:xfrm xmlns:a="http://schemas.openxmlformats.org/drawingml/2006/main">
            <a:off x="9934575" y="3314700"/>
            <a:ext cx="5299139"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8" name="dp41-comparison / n165 / text 1">
            <a:extLst xmlns:a="http://schemas.openxmlformats.org/drawingml/2006/main">
              <a:ext uri="{FF2B5EF4-FFF2-40B4-BE49-F238E27FC236}">
                <a16:creationId xmlns:a16="http://schemas.microsoft.com/office/drawing/2014/main" id="{F9858383-DF50-4CC8-82BD-D41E56E22F74}"/>
              </a:ext>
            </a:extLst>
          </p:cNvPr>
          <p:cNvSpPr>
            <a:spLocks xmlns:a="http://schemas.openxmlformats.org/drawingml/2006/main" noGrp="1"/>
          </p:cNvSpPr>
          <p:nvPr/>
        </p:nvSpPr>
        <p:spPr>
          <a:xfrm xmlns:a="http://schemas.openxmlformats.org/drawingml/2006/main">
            <a:off x="9953625" y="3324225"/>
            <a:ext cx="7620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000000"/>
                </a:solidFill>
                <a:latin typeface="Apple SD Gothic Neo"/>
                <a:ea typeface="Apple SD Gothic Neo"/>
                <a:cs typeface="Apple SD Gothic Neo"/>
              </a:defRPr>
            </a:pPr>
            <a:r>
              <a:rPr sz="1400" b="0">
                <a:solidFill>
                  <a:srgbClr val="000000"/>
                </a:solidFill>
                <a:latin typeface="Apple SD Gothic Neo"/>
                <a:ea typeface="Apple SD Gothic Neo"/>
                <a:cs typeface="Apple SD Gothic Neo"/>
              </a:rPr>
              <a:t>B: 항목별 해결 상태를 보고 Engine 코드가 다음 처리 결정</a:t>
            </a:r>
          </a:p>
        </p:txBody>
      </p:sp>
      <p:sp>
        <p:nvSpPr>
          <p:cNvPr id="279" name="dp41-comparison / n168">
            <a:extLst xmlns:a="http://schemas.openxmlformats.org/drawingml/2006/main">
              <a:ext uri="{FF2B5EF4-FFF2-40B4-BE49-F238E27FC236}">
                <a16:creationId xmlns:a16="http://schemas.microsoft.com/office/drawing/2014/main" id="{98C3C31F-DFBF-4A5D-8784-921A0139CBD1}"/>
              </a:ext>
            </a:extLst>
          </p:cNvPr>
          <p:cNvSpPr>
            <a:spLocks xmlns:a="http://schemas.openxmlformats.org/drawingml/2006/main" noGrp="1"/>
          </p:cNvSpPr>
          <p:nvPr/>
        </p:nvSpPr>
        <p:spPr>
          <a:xfrm xmlns:a="http://schemas.openxmlformats.org/drawingml/2006/main">
            <a:off x="15792450" y="332422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69 / text 1">
            <a:extLst xmlns:a="http://schemas.openxmlformats.org/drawingml/2006/main">
              <a:ext uri="{FF2B5EF4-FFF2-40B4-BE49-F238E27FC236}">
                <a16:creationId xmlns:a16="http://schemas.microsoft.com/office/drawing/2014/main" id="{7872F595-B444-4C71-8317-FBA6E516F1EE}"/>
              </a:ext>
            </a:extLst>
          </p:cNvPr>
          <p:cNvSpPr>
            <a:spLocks xmlns:a="http://schemas.openxmlformats.org/drawingml/2006/main" noGrp="1"/>
          </p:cNvSpPr>
          <p:nvPr/>
        </p:nvSpPr>
        <p:spPr>
          <a:xfrm xmlns:a="http://schemas.openxmlformats.org/drawingml/2006/main">
            <a:off x="15811500" y="333375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해석 시작</a:t>
            </a:r>
          </a:p>
        </p:txBody>
      </p:sp>
      <p:sp>
        <p:nvSpPr>
          <p:cNvPr id="281" name="dp41-comparison / n191">
            <a:extLst xmlns:a="http://schemas.openxmlformats.org/drawingml/2006/main">
              <a:ext uri="{FF2B5EF4-FFF2-40B4-BE49-F238E27FC236}">
                <a16:creationId xmlns:a16="http://schemas.microsoft.com/office/drawing/2014/main" id="{555E68DC-7852-4702-B2F0-13E8BB2485C6}"/>
              </a:ext>
            </a:extLst>
          </p:cNvPr>
          <p:cNvSpPr>
            <a:spLocks xmlns:a="http://schemas.openxmlformats.org/drawingml/2006/main" noGrp="1"/>
          </p:cNvSpPr>
          <p:nvPr/>
        </p:nvSpPr>
        <p:spPr>
          <a:xfrm xmlns:a="http://schemas.openxmlformats.org/drawingml/2006/main">
            <a:off x="15078075" y="4657725"/>
            <a:ext cx="12557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2 / text 1">
            <a:extLst xmlns:a="http://schemas.openxmlformats.org/drawingml/2006/main">
              <a:ext uri="{FF2B5EF4-FFF2-40B4-BE49-F238E27FC236}">
                <a16:creationId xmlns:a16="http://schemas.microsoft.com/office/drawing/2014/main" id="{EC2D2EA6-395B-4B78-BB9B-7554A234E3E3}"/>
              </a:ext>
            </a:extLst>
          </p:cNvPr>
          <p:cNvSpPr>
            <a:spLocks xmlns:a="http://schemas.openxmlformats.org/drawingml/2006/main" noGrp="1"/>
          </p:cNvSpPr>
          <p:nvPr/>
        </p:nvSpPr>
        <p:spPr>
          <a:xfrm xmlns:a="http://schemas.openxmlformats.org/drawingml/2006/main">
            <a:off x="15097125" y="4667250"/>
            <a:ext cx="2286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코드가 선택한 조회</a:t>
            </a:r>
          </a:p>
        </p:txBody>
      </p:sp>
      <p:sp>
        <p:nvSpPr>
          <p:cNvPr id="283" name="dp41-comparison / n193">
            <a:extLst xmlns:a="http://schemas.openxmlformats.org/drawingml/2006/main">
              <a:ext uri="{FF2B5EF4-FFF2-40B4-BE49-F238E27FC236}">
                <a16:creationId xmlns:a16="http://schemas.microsoft.com/office/drawing/2014/main" id="{7880BF7F-F6EA-4200-AC85-5FFC7BAFC6CA}"/>
              </a:ext>
            </a:extLst>
          </p:cNvPr>
          <p:cNvSpPr>
            <a:spLocks xmlns:a="http://schemas.openxmlformats.org/drawingml/2006/main" noGrp="1"/>
          </p:cNvSpPr>
          <p:nvPr/>
        </p:nvSpPr>
        <p:spPr>
          <a:xfrm xmlns:a="http://schemas.openxmlformats.org/drawingml/2006/main">
            <a:off x="15078075" y="4791075"/>
            <a:ext cx="184404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194 / text 1">
            <a:extLst xmlns:a="http://schemas.openxmlformats.org/drawingml/2006/main">
              <a:ext uri="{FF2B5EF4-FFF2-40B4-BE49-F238E27FC236}">
                <a16:creationId xmlns:a16="http://schemas.microsoft.com/office/drawing/2014/main" id="{95F46752-FBC0-48CE-A193-98CEB164AA61}"/>
              </a:ext>
            </a:extLst>
          </p:cNvPr>
          <p:cNvSpPr>
            <a:spLocks xmlns:a="http://schemas.openxmlformats.org/drawingml/2006/main" noGrp="1"/>
          </p:cNvSpPr>
          <p:nvPr/>
        </p:nvSpPr>
        <p:spPr>
          <a:xfrm xmlns:a="http://schemas.openxmlformats.org/drawingml/2006/main">
            <a:off x="15097125" y="4800600"/>
            <a:ext cx="2238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task_retrieve / context_retrieve</a:t>
            </a:r>
          </a:p>
        </p:txBody>
      </p:sp>
      <p:sp>
        <p:nvSpPr>
          <p:cNvPr id="285" name="dp41-comparison / n199">
            <a:extLst xmlns:a="http://schemas.openxmlformats.org/drawingml/2006/main">
              <a:ext uri="{FF2B5EF4-FFF2-40B4-BE49-F238E27FC236}">
                <a16:creationId xmlns:a16="http://schemas.microsoft.com/office/drawing/2014/main" id="{86BEA2A1-FA7C-47DE-AADC-761679B59526}"/>
              </a:ext>
            </a:extLst>
          </p:cNvPr>
          <p:cNvSpPr>
            <a:spLocks xmlns:a="http://schemas.openxmlformats.org/drawingml/2006/main" noGrp="1"/>
          </p:cNvSpPr>
          <p:nvPr/>
        </p:nvSpPr>
        <p:spPr>
          <a:xfrm xmlns:a="http://schemas.openxmlformats.org/drawingml/2006/main">
            <a:off x="15078075" y="4933950"/>
            <a:ext cx="142779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00 / text 1">
            <a:extLst xmlns:a="http://schemas.openxmlformats.org/drawingml/2006/main">
              <a:ext uri="{FF2B5EF4-FFF2-40B4-BE49-F238E27FC236}">
                <a16:creationId xmlns:a16="http://schemas.microsoft.com/office/drawing/2014/main" id="{5E2C3E61-179D-4217-B6FB-88DE675BC48A}"/>
              </a:ext>
            </a:extLst>
          </p:cNvPr>
          <p:cNvSpPr>
            <a:spLocks xmlns:a="http://schemas.openxmlformats.org/drawingml/2006/main" noGrp="1"/>
          </p:cNvSpPr>
          <p:nvPr/>
        </p:nvSpPr>
        <p:spPr>
          <a:xfrm xmlns:a="http://schemas.openxmlformats.org/drawingml/2006/main">
            <a:off x="15097125" y="4943475"/>
            <a:ext cx="2238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④ 해결 상태로 코드 재검사</a:t>
            </a:r>
          </a:p>
        </p:txBody>
      </p:sp>
      <p:sp>
        <p:nvSpPr>
          <p:cNvPr id="287" name="dp41-comparison / n202">
            <a:extLst xmlns:a="http://schemas.openxmlformats.org/drawingml/2006/main">
              <a:ext uri="{FF2B5EF4-FFF2-40B4-BE49-F238E27FC236}">
                <a16:creationId xmlns:a16="http://schemas.microsoft.com/office/drawing/2014/main" id="{2EBEC9CD-6518-41D4-9FEA-AE2409370316}"/>
              </a:ext>
            </a:extLst>
          </p:cNvPr>
          <p:cNvSpPr>
            <a:spLocks xmlns:a="http://schemas.openxmlformats.org/drawingml/2006/main" noGrp="1"/>
          </p:cNvSpPr>
          <p:nvPr/>
        </p:nvSpPr>
        <p:spPr>
          <a:xfrm xmlns:a="http://schemas.openxmlformats.org/drawingml/2006/main">
            <a:off x="12992100" y="5486400"/>
            <a:ext cx="1697355" cy="247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03 / text 1">
            <a:extLst xmlns:a="http://schemas.openxmlformats.org/drawingml/2006/main">
              <a:ext uri="{FF2B5EF4-FFF2-40B4-BE49-F238E27FC236}">
                <a16:creationId xmlns:a16="http://schemas.microsoft.com/office/drawing/2014/main" id="{A494F995-C979-409F-AAC3-19F5134FF60F}"/>
              </a:ext>
            </a:extLst>
          </p:cNvPr>
          <p:cNvSpPr>
            <a:spLocks xmlns:a="http://schemas.openxmlformats.org/drawingml/2006/main" noGrp="1"/>
          </p:cNvSpPr>
          <p:nvPr/>
        </p:nvSpPr>
        <p:spPr>
          <a:xfrm xmlns:a="http://schemas.openxmlformats.org/drawingml/2006/main">
            <a:off x="13011150" y="54959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report: 두 후보 → 확인 뒤 Task1</a:t>
            </a:r>
          </a:p>
        </p:txBody>
      </p:sp>
      <p:sp>
        <p:nvSpPr>
          <p:cNvPr id="289" name="dp41-comparison / n203 / text 2">
            <a:extLst xmlns:a="http://schemas.openxmlformats.org/drawingml/2006/main">
              <a:ext uri="{FF2B5EF4-FFF2-40B4-BE49-F238E27FC236}">
                <a16:creationId xmlns:a16="http://schemas.microsoft.com/office/drawing/2014/main" id="{707A18D3-5EE7-4B21-B029-347846EA9BBB}"/>
              </a:ext>
            </a:extLst>
          </p:cNvPr>
          <p:cNvSpPr>
            <a:spLocks xmlns:a="http://schemas.openxmlformats.org/drawingml/2006/main" noGrp="1"/>
          </p:cNvSpPr>
          <p:nvPr/>
        </p:nvSpPr>
        <p:spPr>
          <a:xfrm xmlns:a="http://schemas.openxmlformats.org/drawingml/2006/main">
            <a:off x="13011150" y="56102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table: 선택한 표 연결</a:t>
            </a:r>
          </a:p>
        </p:txBody>
      </p:sp>
      <p:sp>
        <p:nvSpPr>
          <p:cNvPr id="290" name="dp41-comparison / n205">
            <a:extLst xmlns:a="http://schemas.openxmlformats.org/drawingml/2006/main">
              <a:ext uri="{FF2B5EF4-FFF2-40B4-BE49-F238E27FC236}">
                <a16:creationId xmlns:a16="http://schemas.microsoft.com/office/drawing/2014/main" id="{9087F84D-B9A7-461A-861F-2DF20F4A9038}"/>
              </a:ext>
            </a:extLst>
          </p:cNvPr>
          <p:cNvSpPr>
            <a:spLocks xmlns:a="http://schemas.openxmlformats.org/drawingml/2006/main" noGrp="1"/>
          </p:cNvSpPr>
          <p:nvPr/>
        </p:nvSpPr>
        <p:spPr>
          <a:xfrm xmlns:a="http://schemas.openxmlformats.org/drawingml/2006/main">
            <a:off x="15078075" y="5543550"/>
            <a:ext cx="169811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1-comparison / n206 / text 1">
            <a:extLst xmlns:a="http://schemas.openxmlformats.org/drawingml/2006/main">
              <a:ext uri="{FF2B5EF4-FFF2-40B4-BE49-F238E27FC236}">
                <a16:creationId xmlns:a16="http://schemas.microsoft.com/office/drawing/2014/main" id="{5ADF5512-B0E9-4A19-968D-0510F9478CF5}"/>
              </a:ext>
            </a:extLst>
          </p:cNvPr>
          <p:cNvSpPr>
            <a:spLocks xmlns:a="http://schemas.openxmlformats.org/drawingml/2006/main" noGrp="1"/>
          </p:cNvSpPr>
          <p:nvPr/>
        </p:nvSpPr>
        <p:spPr>
          <a:xfrm xmlns:a="http://schemas.openxmlformats.org/drawingml/2006/main">
            <a:off x="15097125" y="5553075"/>
            <a:ext cx="2190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⑤ 지원 연산으로 전체 의미 구성</a:t>
            </a:r>
          </a:p>
        </p:txBody>
      </p:sp>
      <p:sp>
        <p:nvSpPr>
          <p:cNvPr id="292" name="dp41-comparison / n208">
            <a:extLst xmlns:a="http://schemas.openxmlformats.org/drawingml/2006/main">
              <a:ext uri="{FF2B5EF4-FFF2-40B4-BE49-F238E27FC236}">
                <a16:creationId xmlns:a16="http://schemas.microsoft.com/office/drawing/2014/main" id="{8F78AEE1-0D7E-427D-B94E-3D98B3A38A04}"/>
              </a:ext>
            </a:extLst>
          </p:cNvPr>
          <p:cNvSpPr>
            <a:spLocks xmlns:a="http://schemas.openxmlformats.org/drawingml/2006/main" noGrp="1"/>
          </p:cNvSpPr>
          <p:nvPr/>
        </p:nvSpPr>
        <p:spPr>
          <a:xfrm xmlns:a="http://schemas.openxmlformats.org/drawingml/2006/main">
            <a:off x="9934575" y="4438650"/>
            <a:ext cx="20732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1-comparison / n209 / text 1">
            <a:extLst xmlns:a="http://schemas.openxmlformats.org/drawingml/2006/main">
              <a:ext uri="{FF2B5EF4-FFF2-40B4-BE49-F238E27FC236}">
                <a16:creationId xmlns:a16="http://schemas.microsoft.com/office/drawing/2014/main" id="{4A11462B-3E6E-431E-AF56-D89C4D9E9A7C}"/>
              </a:ext>
            </a:extLst>
          </p:cNvPr>
          <p:cNvSpPr>
            <a:spLocks xmlns:a="http://schemas.openxmlformats.org/drawingml/2006/main" noGrp="1"/>
          </p:cNvSpPr>
          <p:nvPr/>
        </p:nvSpPr>
        <p:spPr>
          <a:xfrm xmlns:a="http://schemas.openxmlformats.org/drawingml/2006/main">
            <a:off x="9953625" y="4448175"/>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필요 시: 특정 항목만 모델에 해석 요청</a:t>
            </a:r>
          </a:p>
        </p:txBody>
      </p:sp>
      <p:sp>
        <p:nvSpPr>
          <p:cNvPr id="294" name="dp41-comparison / n210">
            <a:extLst xmlns:a="http://schemas.openxmlformats.org/drawingml/2006/main">
              <a:ext uri="{FF2B5EF4-FFF2-40B4-BE49-F238E27FC236}">
                <a16:creationId xmlns:a16="http://schemas.microsoft.com/office/drawing/2014/main" id="{6D7DEA3C-D9C6-4027-AFF4-77827A40CF8F}"/>
              </a:ext>
            </a:extLst>
          </p:cNvPr>
          <p:cNvSpPr>
            <a:spLocks xmlns:a="http://schemas.openxmlformats.org/drawingml/2006/main" noGrp="1"/>
          </p:cNvSpPr>
          <p:nvPr/>
        </p:nvSpPr>
        <p:spPr>
          <a:xfrm xmlns:a="http://schemas.openxmlformats.org/drawingml/2006/main">
            <a:off x="9953625" y="4667250"/>
            <a:ext cx="2333625" cy="1143000"/>
          </a:xfrm>
          <a:custGeom xmlns:a="http://schemas.openxmlformats.org/drawingml/2006/main">
            <a:pathLst>
              <a:path w="2333625" h="1143000">
                <a:moveTo>
                  <a:pt x="0" y="0"/>
                </a:moveTo>
                <a:lnTo>
                  <a:pt x="2162175" y="0"/>
                </a:lnTo>
                <a:lnTo>
                  <a:pt x="2333625" y="171450"/>
                </a:lnTo>
                <a:lnTo>
                  <a:pt x="2333625" y="1143000"/>
                </a:lnTo>
                <a:lnTo>
                  <a:pt x="0" y="1143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95" name="dp41-comparison / n210 / fold">
            <a:extLst xmlns:a="http://schemas.openxmlformats.org/drawingml/2006/main">
              <a:ext uri="{FF2B5EF4-FFF2-40B4-BE49-F238E27FC236}">
                <a16:creationId xmlns:a16="http://schemas.microsoft.com/office/drawing/2014/main" id="{57E599AB-EC40-40FC-98E9-9CEE205E765E}"/>
              </a:ext>
            </a:extLst>
          </p:cNvPr>
          <p:cNvSpPr>
            <a:spLocks xmlns:a="http://schemas.openxmlformats.org/drawingml/2006/main" noGrp="1"/>
          </p:cNvSpPr>
          <p:nvPr/>
        </p:nvSpPr>
        <p:spPr>
          <a:xfrm xmlns:a="http://schemas.openxmlformats.org/drawingml/2006/main">
            <a:off x="12115800" y="4667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96" name="dp41-comparison / n211 / text 1">
            <a:extLst xmlns:a="http://schemas.openxmlformats.org/drawingml/2006/main">
              <a:ext uri="{FF2B5EF4-FFF2-40B4-BE49-F238E27FC236}">
                <a16:creationId xmlns:a16="http://schemas.microsoft.com/office/drawing/2014/main" id="{6F02B23F-D171-4EEE-AC75-7B40BAEE6FAC}"/>
              </a:ext>
            </a:extLst>
          </p:cNvPr>
          <p:cNvSpPr>
            <a:spLocks xmlns:a="http://schemas.openxmlformats.org/drawingml/2006/main" noGrp="1"/>
          </p:cNvSpPr>
          <p:nvPr/>
        </p:nvSpPr>
        <p:spPr>
          <a:xfrm xmlns:a="http://schemas.openxmlformats.org/drawingml/2006/main">
            <a:off x="10048875" y="47244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모델 출력: RequestFrame (필드 축약)</a:t>
            </a:r>
          </a:p>
        </p:txBody>
      </p:sp>
      <p:sp>
        <p:nvSpPr>
          <p:cNvPr id="297" name="dp41-comparison / n211 / text 2">
            <a:extLst xmlns:a="http://schemas.openxmlformats.org/drawingml/2006/main">
              <a:ext uri="{FF2B5EF4-FFF2-40B4-BE49-F238E27FC236}">
                <a16:creationId xmlns:a16="http://schemas.microsoft.com/office/drawing/2014/main" id="{80FC639D-A181-4563-9F5C-BE3DA06F928F}"/>
              </a:ext>
            </a:extLst>
          </p:cNvPr>
          <p:cNvSpPr>
            <a:spLocks xmlns:a="http://schemas.openxmlformats.org/drawingml/2006/main" noGrp="1"/>
          </p:cNvSpPr>
          <p:nvPr/>
        </p:nvSpPr>
        <p:spPr>
          <a:xfrm xmlns:a="http://schemas.openxmlformats.org/drawingml/2006/main">
            <a:off x="10048875" y="48387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schema_version:1 / input_ref:Input1</a:t>
            </a:r>
          </a:p>
        </p:txBody>
      </p:sp>
      <p:sp>
        <p:nvSpPr>
          <p:cNvPr id="298" name="dp41-comparison / n211 / text 3">
            <a:extLst xmlns:a="http://schemas.openxmlformats.org/drawingml/2006/main">
              <a:ext uri="{FF2B5EF4-FFF2-40B4-BE49-F238E27FC236}">
                <a16:creationId xmlns:a16="http://schemas.microsoft.com/office/drawing/2014/main" id="{2B82C2E3-8D0B-4161-9D23-47455965A2CF}"/>
              </a:ext>
            </a:extLst>
          </p:cNvPr>
          <p:cNvSpPr>
            <a:spLocks xmlns:a="http://schemas.openxmlformats.org/drawingml/2006/main" noGrp="1"/>
          </p:cNvSpPr>
          <p:nvPr/>
        </p:nvSpPr>
        <p:spPr>
          <a:xfrm xmlns:a="http://schemas.openxmlformats.org/drawingml/2006/main">
            <a:off x="10048875" y="49530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goals: G1=UPDATE_TASK(report,table)</a:t>
            </a:r>
          </a:p>
        </p:txBody>
      </p:sp>
      <p:sp>
        <p:nvSpPr>
          <p:cNvPr id="299" name="dp41-comparison / n211 / text 4">
            <a:extLst xmlns:a="http://schemas.openxmlformats.org/drawingml/2006/main">
              <a:ext uri="{FF2B5EF4-FFF2-40B4-BE49-F238E27FC236}">
                <a16:creationId xmlns:a16="http://schemas.microsoft.com/office/drawing/2014/main" id="{FEA47A3D-3F05-4CA7-91A3-9F255A85D9B9}"/>
              </a:ext>
            </a:extLst>
          </p:cNvPr>
          <p:cNvSpPr>
            <a:spLocks xmlns:a="http://schemas.openxmlformats.org/drawingml/2006/main" noGrp="1"/>
          </p:cNvSpPr>
          <p:nvPr/>
        </p:nvSpPr>
        <p:spPr>
          <a:xfrm xmlns:a="http://schemas.openxmlformats.org/drawingml/2006/main">
            <a:off x="10048875" y="50673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  G2=NEW_TASK(메일 초안)</a:t>
            </a:r>
          </a:p>
        </p:txBody>
      </p:sp>
      <p:sp>
        <p:nvSpPr>
          <p:cNvPr id="300" name="dp41-comparison / n211 / text 5">
            <a:extLst xmlns:a="http://schemas.openxmlformats.org/drawingml/2006/main">
              <a:ext uri="{FF2B5EF4-FFF2-40B4-BE49-F238E27FC236}">
                <a16:creationId xmlns:a16="http://schemas.microsoft.com/office/drawing/2014/main" id="{6F7A0B14-F21A-4F1D-A09A-2E451E3CFDE7}"/>
              </a:ext>
            </a:extLst>
          </p:cNvPr>
          <p:cNvSpPr>
            <a:spLocks xmlns:a="http://schemas.openxmlformats.org/drawingml/2006/main" noGrp="1"/>
          </p:cNvSpPr>
          <p:nvPr/>
        </p:nvSpPr>
        <p:spPr>
          <a:xfrm xmlns:a="http://schemas.openxmlformats.org/drawingml/2006/main">
            <a:off x="10048875" y="51816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references: report=RECENT_TASK("보고서")</a:t>
            </a:r>
          </a:p>
        </p:txBody>
      </p:sp>
      <p:sp>
        <p:nvSpPr>
          <p:cNvPr id="301" name="dp41-comparison / n211 / text 6">
            <a:extLst xmlns:a="http://schemas.openxmlformats.org/drawingml/2006/main">
              <a:ext uri="{FF2B5EF4-FFF2-40B4-BE49-F238E27FC236}">
                <a16:creationId xmlns:a16="http://schemas.microsoft.com/office/drawing/2014/main" id="{FC7836D9-C420-4ACE-B748-A648FF36C294}"/>
              </a:ext>
            </a:extLst>
          </p:cNvPr>
          <p:cNvSpPr>
            <a:spLocks xmlns:a="http://schemas.openxmlformats.org/drawingml/2006/main" noGrp="1"/>
          </p:cNvSpPr>
          <p:nvPr/>
        </p:nvSpPr>
        <p:spPr>
          <a:xfrm xmlns:a="http://schemas.openxmlformats.org/drawingml/2006/main">
            <a:off x="10048875" y="52959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  table=INPUT_SELECTION</a:t>
            </a:r>
          </a:p>
        </p:txBody>
      </p:sp>
      <p:sp>
        <p:nvSpPr>
          <p:cNvPr id="302" name="dp41-comparison / n211 / text 7">
            <a:extLst xmlns:a="http://schemas.openxmlformats.org/drawingml/2006/main">
              <a:ext uri="{FF2B5EF4-FFF2-40B4-BE49-F238E27FC236}">
                <a16:creationId xmlns:a16="http://schemas.microsoft.com/office/drawing/2014/main" id="{6B5A658E-3D90-43D6-9035-F5DBFAC09D80}"/>
              </a:ext>
            </a:extLst>
          </p:cNvPr>
          <p:cNvSpPr>
            <a:spLocks xmlns:a="http://schemas.openxmlformats.org/drawingml/2006/main" noGrp="1"/>
          </p:cNvSpPr>
          <p:nvPr/>
        </p:nvSpPr>
        <p:spPr>
          <a:xfrm xmlns:a="http://schemas.openxmlformats.org/drawingml/2006/main">
            <a:off x="10048875" y="54102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relations: USE_RESULT(G1 → G2)</a:t>
            </a:r>
          </a:p>
        </p:txBody>
      </p:sp>
      <p:sp>
        <p:nvSpPr>
          <p:cNvPr id="303" name="dp41-comparison / n211 / text 8">
            <a:extLst xmlns:a="http://schemas.openxmlformats.org/drawingml/2006/main">
              <a:ext uri="{FF2B5EF4-FFF2-40B4-BE49-F238E27FC236}">
                <a16:creationId xmlns:a16="http://schemas.microsoft.com/office/drawing/2014/main" id="{BD817E87-92AD-43D5-B58E-3FCF31BE1FFA}"/>
              </a:ext>
            </a:extLst>
          </p:cNvPr>
          <p:cNvSpPr>
            <a:spLocks xmlns:a="http://schemas.openxmlformats.org/drawingml/2006/main" noGrp="1"/>
          </p:cNvSpPr>
          <p:nvPr/>
        </p:nvSpPr>
        <p:spPr>
          <a:xfrm xmlns:a="http://schemas.openxmlformats.org/drawingml/2006/main">
            <a:off x="10048875" y="55245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constraints: FORBID_ACTION(G2, SEND)</a:t>
            </a:r>
          </a:p>
        </p:txBody>
      </p:sp>
      <p:sp>
        <p:nvSpPr>
          <p:cNvPr id="304" name="dp41-comparison / n211 / text 9">
            <a:extLst xmlns:a="http://schemas.openxmlformats.org/drawingml/2006/main">
              <a:ext uri="{FF2B5EF4-FFF2-40B4-BE49-F238E27FC236}">
                <a16:creationId xmlns:a16="http://schemas.microsoft.com/office/drawing/2014/main" id="{D7B3A514-4315-48A6-8576-850F9B7CA4FB}"/>
              </a:ext>
            </a:extLst>
          </p:cNvPr>
          <p:cNvSpPr>
            <a:spLocks xmlns:a="http://schemas.openxmlformats.org/drawingml/2006/main" noGrp="1"/>
          </p:cNvSpPr>
          <p:nvPr/>
        </p:nvSpPr>
        <p:spPr>
          <a:xfrm xmlns:a="http://schemas.openxmlformats.org/drawingml/2006/main">
            <a:off x="10048875" y="56388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unparsed_spans:[] / 실제 Task는 미확정</a:t>
            </a:r>
          </a:p>
        </p:txBody>
      </p:sp>
      <p:sp>
        <p:nvSpPr>
          <p:cNvPr id="305" name="dp41-comparison / n212">
            <a:extLst xmlns:a="http://schemas.openxmlformats.org/drawingml/2006/main">
              <a:ext uri="{FF2B5EF4-FFF2-40B4-BE49-F238E27FC236}">
                <a16:creationId xmlns:a16="http://schemas.microsoft.com/office/drawing/2014/main" id="{52AE07F1-7BA1-44F5-B1AB-F0CE258030EF}"/>
              </a:ext>
            </a:extLst>
          </p:cNvPr>
          <p:cNvSpPr>
            <a:spLocks xmlns:a="http://schemas.openxmlformats.org/drawingml/2006/main" noGrp="1"/>
          </p:cNvSpPr>
          <p:nvPr/>
        </p:nvSpPr>
        <p:spPr>
          <a:xfrm xmlns:a="http://schemas.openxmlformats.org/drawingml/2006/main">
            <a:off x="9953625" y="5848350"/>
            <a:ext cx="2333625" cy="495300"/>
          </a:xfrm>
          <a:custGeom xmlns:a="http://schemas.openxmlformats.org/drawingml/2006/main">
            <a:pathLst>
              <a:path w="2333625" h="495300">
                <a:moveTo>
                  <a:pt x="0" y="0"/>
                </a:moveTo>
                <a:lnTo>
                  <a:pt x="2162175" y="0"/>
                </a:lnTo>
                <a:lnTo>
                  <a:pt x="2333625" y="171450"/>
                </a:lnTo>
                <a:lnTo>
                  <a:pt x="233362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306" name="dp41-comparison / n212 / fold">
            <a:extLst xmlns:a="http://schemas.openxmlformats.org/drawingml/2006/main">
              <a:ext uri="{FF2B5EF4-FFF2-40B4-BE49-F238E27FC236}">
                <a16:creationId xmlns:a16="http://schemas.microsoft.com/office/drawing/2014/main" id="{0AB0CD08-943D-4297-807F-DC74FD6649C6}"/>
              </a:ext>
            </a:extLst>
          </p:cNvPr>
          <p:cNvSpPr>
            <a:spLocks xmlns:a="http://schemas.openxmlformats.org/drawingml/2006/main" noGrp="1"/>
          </p:cNvSpPr>
          <p:nvPr/>
        </p:nvSpPr>
        <p:spPr>
          <a:xfrm xmlns:a="http://schemas.openxmlformats.org/drawingml/2006/main">
            <a:off x="12115800" y="5848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307" name="dp41-comparison / n213 / text 1">
            <a:extLst xmlns:a="http://schemas.openxmlformats.org/drawingml/2006/main">
              <a:ext uri="{FF2B5EF4-FFF2-40B4-BE49-F238E27FC236}">
                <a16:creationId xmlns:a16="http://schemas.microsoft.com/office/drawing/2014/main" id="{17D88FFD-A149-445C-BA15-EB3A5C3D2728}"/>
              </a:ext>
            </a:extLst>
          </p:cNvPr>
          <p:cNvSpPr>
            <a:spLocks xmlns:a="http://schemas.openxmlformats.org/drawingml/2006/main" noGrp="1"/>
          </p:cNvSpPr>
          <p:nvPr/>
        </p:nvSpPr>
        <p:spPr>
          <a:xfrm xmlns:a="http://schemas.openxmlformats.org/drawingml/2006/main">
            <a:off x="10048875" y="590550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코드가 만든 MeaningProposal</a:t>
            </a:r>
          </a:p>
        </p:txBody>
      </p:sp>
      <p:sp>
        <p:nvSpPr>
          <p:cNvPr id="308" name="dp41-comparison / n213 / text 2">
            <a:extLst xmlns:a="http://schemas.openxmlformats.org/drawingml/2006/main">
              <a:ext uri="{FF2B5EF4-FFF2-40B4-BE49-F238E27FC236}">
                <a16:creationId xmlns:a16="http://schemas.microsoft.com/office/drawing/2014/main" id="{4B7D7E99-4374-4AA3-BC8C-3B6CF8EB3D77}"/>
              </a:ext>
            </a:extLst>
          </p:cNvPr>
          <p:cNvSpPr>
            <a:spLocks xmlns:a="http://schemas.openxmlformats.org/drawingml/2006/main" noGrp="1"/>
          </p:cNvSpPr>
          <p:nvPr/>
        </p:nvSpPr>
        <p:spPr>
          <a:xfrm xmlns:a="http://schemas.openxmlformats.org/drawingml/2006/main">
            <a:off x="10048875" y="603123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확인 뒤 Task1 + 표 / 결과로 초안</a:t>
            </a:r>
          </a:p>
        </p:txBody>
      </p:sp>
      <p:sp>
        <p:nvSpPr>
          <p:cNvPr id="309" name="dp41-comparison / n213 / text 3">
            <a:extLst xmlns:a="http://schemas.openxmlformats.org/drawingml/2006/main">
              <a:ext uri="{FF2B5EF4-FFF2-40B4-BE49-F238E27FC236}">
                <a16:creationId xmlns:a16="http://schemas.microsoft.com/office/drawing/2014/main" id="{26E6F3F8-41FB-4567-8D37-7DC070310AAD}"/>
              </a:ext>
            </a:extLst>
          </p:cNvPr>
          <p:cNvSpPr>
            <a:spLocks xmlns:a="http://schemas.openxmlformats.org/drawingml/2006/main" noGrp="1"/>
          </p:cNvSpPr>
          <p:nvPr/>
        </p:nvSpPr>
        <p:spPr>
          <a:xfrm xmlns:a="http://schemas.openxmlformats.org/drawingml/2006/main">
            <a:off x="10048875" y="615696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전송 금지 유지</a:t>
            </a:r>
          </a:p>
        </p:txBody>
      </p:sp>
      <p:sp>
        <p:nvSpPr>
          <p:cNvPr id="310" name="dp41-comparison / n214">
            <a:extLst xmlns:a="http://schemas.openxmlformats.org/drawingml/2006/main">
              <a:ext uri="{FF2B5EF4-FFF2-40B4-BE49-F238E27FC236}">
                <a16:creationId xmlns:a16="http://schemas.microsoft.com/office/drawing/2014/main" id="{528E2FB5-CBB8-4E00-9972-6B4BBF19F373}"/>
              </a:ext>
            </a:extLst>
          </p:cNvPr>
          <p:cNvSpPr>
            <a:spLocks xmlns:a="http://schemas.openxmlformats.org/drawingml/2006/main" noGrp="1"/>
          </p:cNvSpPr>
          <p:nvPr/>
        </p:nvSpPr>
        <p:spPr>
          <a:xfrm xmlns:a="http://schemas.openxmlformats.org/drawingml/2006/main">
            <a:off x="12887325" y="3648075"/>
            <a:ext cx="26195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1" name="dp41-comparison / n215 / text 1">
            <a:extLst xmlns:a="http://schemas.openxmlformats.org/drawingml/2006/main">
              <a:ext uri="{FF2B5EF4-FFF2-40B4-BE49-F238E27FC236}">
                <a16:creationId xmlns:a16="http://schemas.microsoft.com/office/drawing/2014/main" id="{F496B6D1-4322-41EC-8EE3-F479127D2A2F}"/>
              </a:ext>
            </a:extLst>
          </p:cNvPr>
          <p:cNvSpPr>
            <a:spLocks xmlns:a="http://schemas.openxmlformats.org/drawingml/2006/main" noGrp="1"/>
          </p:cNvSpPr>
          <p:nvPr/>
        </p:nvSpPr>
        <p:spPr>
          <a:xfrm xmlns:a="http://schemas.openxmlformats.org/drawingml/2006/main">
            <a:off x="12906375" y="3657600"/>
            <a:ext cx="4572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다음 처리 결정과 전체 결합: Engine 코드</a:t>
            </a:r>
          </a:p>
        </p:txBody>
      </p:sp>
      <p:sp>
        <p:nvSpPr>
          <p:cNvPr id="312" name="dp41-comparison / n225">
            <a:extLst xmlns:a="http://schemas.openxmlformats.org/drawingml/2006/main">
              <a:ext uri="{FF2B5EF4-FFF2-40B4-BE49-F238E27FC236}">
                <a16:creationId xmlns:a16="http://schemas.microsoft.com/office/drawing/2014/main" id="{64398EB5-48F2-47C2-850C-DC18D8B8CD44}"/>
              </a:ext>
            </a:extLst>
          </p:cNvPr>
          <p:cNvSpPr>
            <a:spLocks xmlns:a="http://schemas.openxmlformats.org/drawingml/2006/main" noGrp="1"/>
          </p:cNvSpPr>
          <p:nvPr/>
        </p:nvSpPr>
        <p:spPr>
          <a:xfrm xmlns:a="http://schemas.openxmlformats.org/drawingml/2006/main">
            <a:off x="993457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3" name="dp41-comparison / n226 / text 1">
            <a:extLst xmlns:a="http://schemas.openxmlformats.org/drawingml/2006/main">
              <a:ext uri="{FF2B5EF4-FFF2-40B4-BE49-F238E27FC236}">
                <a16:creationId xmlns:a16="http://schemas.microsoft.com/office/drawing/2014/main" id="{182F2778-25F9-4FA4-91DC-89ACB90E51E7}"/>
              </a:ext>
            </a:extLst>
          </p:cNvPr>
          <p:cNvSpPr>
            <a:spLocks xmlns:a="http://schemas.openxmlformats.org/drawingml/2006/main" noGrp="1"/>
          </p:cNvSpPr>
          <p:nvPr/>
        </p:nvSpPr>
        <p:spPr>
          <a:xfrm xmlns:a="http://schemas.openxmlformats.org/drawingml/2006/main">
            <a:off x="995362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정보 / 대화 / Task 기록 조회</a:t>
            </a:r>
          </a:p>
        </p:txBody>
      </p:sp>
      <p:sp>
        <p:nvSpPr>
          <p:cNvPr id="314" name="dp41-comparison / n228">
            <a:extLst xmlns:a="http://schemas.openxmlformats.org/drawingml/2006/main">
              <a:ext uri="{FF2B5EF4-FFF2-40B4-BE49-F238E27FC236}">
                <a16:creationId xmlns:a16="http://schemas.microsoft.com/office/drawing/2014/main" id="{A61C8FBE-15EE-4A38-B9CF-238C86CB0E8C}"/>
              </a:ext>
            </a:extLst>
          </p:cNvPr>
          <p:cNvSpPr>
            <a:spLocks xmlns:a="http://schemas.openxmlformats.org/drawingml/2006/main" noGrp="1"/>
          </p:cNvSpPr>
          <p:nvPr/>
        </p:nvSpPr>
        <p:spPr>
          <a:xfrm xmlns:a="http://schemas.openxmlformats.org/drawingml/2006/main">
            <a:off x="993457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5" name="dp41-comparison / n229 / text 1">
            <a:extLst xmlns:a="http://schemas.openxmlformats.org/drawingml/2006/main">
              <a:ext uri="{FF2B5EF4-FFF2-40B4-BE49-F238E27FC236}">
                <a16:creationId xmlns:a16="http://schemas.microsoft.com/office/drawing/2014/main" id="{21D8141A-E644-47F1-A86B-7A85C6CFCB40}"/>
              </a:ext>
            </a:extLst>
          </p:cNvPr>
          <p:cNvSpPr>
            <a:spLocks xmlns:a="http://schemas.openxmlformats.org/drawingml/2006/main" noGrp="1"/>
          </p:cNvSpPr>
          <p:nvPr/>
        </p:nvSpPr>
        <p:spPr>
          <a:xfrm xmlns:a="http://schemas.openxmlformats.org/drawingml/2006/main">
            <a:off x="995362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실행 순서도 — 반복 제어와 종료 조건</a:t>
            </a:r>
          </a:p>
        </p:txBody>
      </p:sp>
      <p:sp>
        <p:nvSpPr>
          <p:cNvPr id="316" name="dp41-comparison / n245">
            <a:extLst xmlns:a="http://schemas.openxmlformats.org/drawingml/2006/main">
              <a:ext uri="{FF2B5EF4-FFF2-40B4-BE49-F238E27FC236}">
                <a16:creationId xmlns:a16="http://schemas.microsoft.com/office/drawing/2014/main" id="{722F67C3-7A2A-4594-BA8E-F4E546A2860F}"/>
              </a:ext>
            </a:extLst>
          </p:cNvPr>
          <p:cNvSpPr>
            <a:spLocks xmlns:a="http://schemas.openxmlformats.org/drawingml/2006/main" noGrp="1"/>
          </p:cNvSpPr>
          <p:nvPr/>
        </p:nvSpPr>
        <p:spPr>
          <a:xfrm xmlns:a="http://schemas.openxmlformats.org/drawingml/2006/main">
            <a:off x="15230475" y="73247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7" name="dp41-comparison / n246 / text 1">
            <a:extLst xmlns:a="http://schemas.openxmlformats.org/drawingml/2006/main">
              <a:ext uri="{FF2B5EF4-FFF2-40B4-BE49-F238E27FC236}">
                <a16:creationId xmlns:a16="http://schemas.microsoft.com/office/drawing/2014/main" id="{FB828649-B9CD-4641-B6A0-AF35587AB50E}"/>
              </a:ext>
            </a:extLst>
          </p:cNvPr>
          <p:cNvSpPr>
            <a:spLocks xmlns:a="http://schemas.openxmlformats.org/drawingml/2006/main" noGrp="1"/>
          </p:cNvSpPr>
          <p:nvPr/>
        </p:nvSpPr>
        <p:spPr>
          <a:xfrm xmlns:a="http://schemas.openxmlformats.org/drawingml/2006/main">
            <a:off x="15249525" y="73342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조회</a:t>
            </a:r>
          </a:p>
        </p:txBody>
      </p:sp>
      <p:sp>
        <p:nvSpPr>
          <p:cNvPr id="318" name="dp41-comparison / n248">
            <a:extLst xmlns:a="http://schemas.openxmlformats.org/drawingml/2006/main">
              <a:ext uri="{FF2B5EF4-FFF2-40B4-BE49-F238E27FC236}">
                <a16:creationId xmlns:a16="http://schemas.microsoft.com/office/drawing/2014/main" id="{B6EA957A-8E88-4C44-9FDB-A339C2990D52}"/>
              </a:ext>
            </a:extLst>
          </p:cNvPr>
          <p:cNvSpPr>
            <a:spLocks xmlns:a="http://schemas.openxmlformats.org/drawingml/2006/main" noGrp="1"/>
          </p:cNvSpPr>
          <p:nvPr/>
        </p:nvSpPr>
        <p:spPr>
          <a:xfrm xmlns:a="http://schemas.openxmlformats.org/drawingml/2006/main">
            <a:off x="15316200" y="7791450"/>
            <a:ext cx="19211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9" name="dp41-comparison / n249 / text 1">
            <a:extLst xmlns:a="http://schemas.openxmlformats.org/drawingml/2006/main">
              <a:ext uri="{FF2B5EF4-FFF2-40B4-BE49-F238E27FC236}">
                <a16:creationId xmlns:a16="http://schemas.microsoft.com/office/drawing/2014/main" id="{70BE6585-F385-4E05-A840-307A1F1A3704}"/>
              </a:ext>
            </a:extLst>
          </p:cNvPr>
          <p:cNvSpPr>
            <a:spLocks xmlns:a="http://schemas.openxmlformats.org/drawingml/2006/main" noGrp="1"/>
          </p:cNvSpPr>
          <p:nvPr/>
        </p:nvSpPr>
        <p:spPr>
          <a:xfrm xmlns:a="http://schemas.openxmlformats.org/drawingml/2006/main">
            <a:off x="15335250" y="78009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해결 상태 갱신 후 코드 재검사</a:t>
            </a:r>
          </a:p>
        </p:txBody>
      </p:sp>
      <p:sp>
        <p:nvSpPr>
          <p:cNvPr id="320" name="dp41-comparison / n251">
            <a:extLst xmlns:a="http://schemas.openxmlformats.org/drawingml/2006/main">
              <a:ext uri="{FF2B5EF4-FFF2-40B4-BE49-F238E27FC236}">
                <a16:creationId xmlns:a16="http://schemas.microsoft.com/office/drawing/2014/main" id="{7328F4E7-7136-4D09-82FD-10F46A37731D}"/>
              </a:ext>
            </a:extLst>
          </p:cNvPr>
          <p:cNvSpPr>
            <a:spLocks xmlns:a="http://schemas.openxmlformats.org/drawingml/2006/main" noGrp="1"/>
          </p:cNvSpPr>
          <p:nvPr/>
        </p:nvSpPr>
        <p:spPr>
          <a:xfrm xmlns:a="http://schemas.openxmlformats.org/drawingml/2006/main">
            <a:off x="12325350" y="79057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1" name="dp41-comparison / n252 / text 1">
            <a:extLst xmlns:a="http://schemas.openxmlformats.org/drawingml/2006/main">
              <a:ext uri="{FF2B5EF4-FFF2-40B4-BE49-F238E27FC236}">
                <a16:creationId xmlns:a16="http://schemas.microsoft.com/office/drawing/2014/main" id="{EEA7609B-D74D-46F7-8FF1-444F1F686E1A}"/>
              </a:ext>
            </a:extLst>
          </p:cNvPr>
          <p:cNvSpPr>
            <a:spLocks xmlns:a="http://schemas.openxmlformats.org/drawingml/2006/main" noGrp="1"/>
          </p:cNvSpPr>
          <p:nvPr/>
        </p:nvSpPr>
        <p:spPr>
          <a:xfrm xmlns:a="http://schemas.openxmlformats.org/drawingml/2006/main">
            <a:off x="12344400" y="79152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의미 해석이 필요한 항목</a:t>
            </a:r>
          </a:p>
        </p:txBody>
      </p:sp>
      <p:sp>
        <p:nvSpPr>
          <p:cNvPr id="322" name="dp41-comparison / n254">
            <a:extLst xmlns:a="http://schemas.openxmlformats.org/drawingml/2006/main">
              <a:ext uri="{FF2B5EF4-FFF2-40B4-BE49-F238E27FC236}">
                <a16:creationId xmlns:a16="http://schemas.microsoft.com/office/drawing/2014/main" id="{6DB34A17-60ED-4963-8351-84CB686D7CA6}"/>
              </a:ext>
            </a:extLst>
          </p:cNvPr>
          <p:cNvSpPr>
            <a:spLocks xmlns:a="http://schemas.openxmlformats.org/drawingml/2006/main" noGrp="1"/>
          </p:cNvSpPr>
          <p:nvPr/>
        </p:nvSpPr>
        <p:spPr>
          <a:xfrm xmlns:a="http://schemas.openxmlformats.org/drawingml/2006/main">
            <a:off x="9934575" y="76676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dp41-comparison / n255 / text 1">
            <a:extLst xmlns:a="http://schemas.openxmlformats.org/drawingml/2006/main">
              <a:ext uri="{FF2B5EF4-FFF2-40B4-BE49-F238E27FC236}">
                <a16:creationId xmlns:a16="http://schemas.microsoft.com/office/drawing/2014/main" id="{8FC791C4-B8CB-4586-B858-97A2E254BEE5}"/>
              </a:ext>
            </a:extLst>
          </p:cNvPr>
          <p:cNvSpPr>
            <a:spLocks xmlns:a="http://schemas.openxmlformats.org/drawingml/2006/main" noGrp="1"/>
          </p:cNvSpPr>
          <p:nvPr/>
        </p:nvSpPr>
        <p:spPr>
          <a:xfrm xmlns:a="http://schemas.openxmlformats.org/drawingml/2006/main">
            <a:off x="9953625" y="76771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부분 결과를 코드에 반환</a:t>
            </a:r>
          </a:p>
        </p:txBody>
      </p:sp>
      <p:sp>
        <p:nvSpPr>
          <p:cNvPr id="324" name="dp41-comparison / n257">
            <a:extLst xmlns:a="http://schemas.openxmlformats.org/drawingml/2006/main">
              <a:ext uri="{FF2B5EF4-FFF2-40B4-BE49-F238E27FC236}">
                <a16:creationId xmlns:a16="http://schemas.microsoft.com/office/drawing/2014/main" id="{3965BB6B-0DF8-4BAA-BFF3-A39B0312C9C1}"/>
              </a:ext>
            </a:extLst>
          </p:cNvPr>
          <p:cNvSpPr>
            <a:spLocks xmlns:a="http://schemas.openxmlformats.org/drawingml/2006/main" noGrp="1"/>
          </p:cNvSpPr>
          <p:nvPr/>
        </p:nvSpPr>
        <p:spPr>
          <a:xfrm xmlns:a="http://schemas.openxmlformats.org/drawingml/2006/main">
            <a:off x="14573250" y="79057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5" name="dp41-comparison / n258 / text 1">
            <a:extLst xmlns:a="http://schemas.openxmlformats.org/drawingml/2006/main">
              <a:ext uri="{FF2B5EF4-FFF2-40B4-BE49-F238E27FC236}">
                <a16:creationId xmlns:a16="http://schemas.microsoft.com/office/drawing/2014/main" id="{C967DE76-77D4-4C84-AEE3-809ACDBDEC0E}"/>
              </a:ext>
            </a:extLst>
          </p:cNvPr>
          <p:cNvSpPr>
            <a:spLocks xmlns:a="http://schemas.openxmlformats.org/drawingml/2006/main" noGrp="1"/>
          </p:cNvSpPr>
          <p:nvPr/>
        </p:nvSpPr>
        <p:spPr>
          <a:xfrm xmlns:a="http://schemas.openxmlformats.org/drawingml/2006/main">
            <a:off x="14592300" y="79152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1614029304"/>
      </p:ext>
    </p:extLst>
  </p:cSld>
</p:sld>
</file>

<file path=ppt/slides/slide23.xml><?xml version="1.0" encoding="utf-8"?>
<p:sld xmlns:p="http://schemas.openxmlformats.org/presentationml/2006/main">
  <p:cSld name="dp41-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1-v5-qa-detail / n1">
            <a:extLst xmlns:a="http://schemas.openxmlformats.org/drawingml/2006/main">
              <a:ext uri="{FF2B5EF4-FFF2-40B4-BE49-F238E27FC236}">
                <a16:creationId xmlns:a16="http://schemas.microsoft.com/office/drawing/2014/main" id="{F592EFC8-029C-44DA-BAB4-838F76B5384A}"/>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1">
                <a:solidFill>
                  <a:srgbClr val="087E8B"/>
                </a:solidFill>
                <a:latin typeface="Apple SD Gothic Neo"/>
                <a:ea typeface="Apple SD Gothic Neo"/>
                <a:cs typeface="Apple SD Gothic Neo"/>
              </a:defRPr>
            </a:pPr>
            <a:r>
              <a:rPr sz="1400" b="1">
                <a:solidFill>
                  <a:srgbClr val="087E8B"/>
                </a:solidFill>
                <a:latin typeface="Apple SD Gothic Neo"/>
                <a:ea typeface="Apple SD Gothic Neo"/>
                <a:cs typeface="Apple SD Gothic Neo"/>
              </a:rPr>
              <a:t>VIA SOFTWARE ARCHITECTURE / ASR-QA-v6</a:t>
            </a:r>
          </a:p>
        </p:txBody>
      </p:sp>
      <p:sp>
        <p:nvSpPr>
          <p:cNvPr id="2" name="dp41-v5-qa-detail / n2">
            <a:extLst xmlns:a="http://schemas.openxmlformats.org/drawingml/2006/main">
              <a:ext uri="{FF2B5EF4-FFF2-40B4-BE49-F238E27FC236}">
                <a16:creationId xmlns:a16="http://schemas.microsoft.com/office/drawing/2014/main" id="{FB2F4E26-DEDF-431D-AEED-4298180C40C8}"/>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1">
                <a:solidFill>
                  <a:srgbClr val="18232E"/>
                </a:solidFill>
                <a:latin typeface="Apple SD Gothic Neo"/>
                <a:ea typeface="Apple SD Gothic Neo"/>
                <a:cs typeface="Apple SD Gothic Neo"/>
              </a:defRPr>
            </a:pPr>
            <a:r>
              <a:rPr sz="2800" b="1">
                <a:solidFill>
                  <a:srgbClr val="18232E"/>
                </a:solidFill>
                <a:latin typeface="Apple SD Gothic Neo"/>
                <a:ea typeface="Apple SD Gothic Neo"/>
                <a:cs typeface="Apple SD Gothic Neo"/>
              </a:rPr>
              <a:t>04-41. 모델 판단 반복과 코드 해결 반복 / ASR-QA 평가</a:t>
            </a:r>
          </a:p>
        </p:txBody>
      </p:sp>
      <p:sp>
        <p:nvSpPr>
          <p:cNvPr id="3" name="dp41-v5-qa-detail / n3">
            <a:extLst xmlns:a="http://schemas.openxmlformats.org/drawingml/2006/main">
              <a:ext uri="{FF2B5EF4-FFF2-40B4-BE49-F238E27FC236}">
                <a16:creationId xmlns:a16="http://schemas.microsoft.com/office/drawing/2014/main" id="{9F313021-2ABF-4071-8249-954023AE21F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1-v5-qa-detail / n4">
            <a:extLst xmlns:a="http://schemas.openxmlformats.org/drawingml/2006/main">
              <a:ext uri="{FF2B5EF4-FFF2-40B4-BE49-F238E27FC236}">
                <a16:creationId xmlns:a16="http://schemas.microsoft.com/office/drawing/2014/main" id="{ED91EBDD-DBD7-4722-9F01-F7D53B912430}"/>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1-v5-qa-detail / n5">
            <a:extLst xmlns:a="http://schemas.openxmlformats.org/drawingml/2006/main">
              <a:ext uri="{FF2B5EF4-FFF2-40B4-BE49-F238E27FC236}">
                <a16:creationId xmlns:a16="http://schemas.microsoft.com/office/drawing/2014/main" id="{01C78F1B-3135-42C1-8D9F-C267483E07E6}"/>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0">
                <a:solidFill>
                  <a:srgbClr val="5F6B77"/>
                </a:solidFill>
                <a:latin typeface="Apple SD Gothic Neo"/>
                <a:ea typeface="Apple SD Gothic Neo"/>
                <a:cs typeface="Apple SD Gothic Neo"/>
              </a:defRPr>
            </a:pPr>
            <a:r>
              <a:rPr sz="170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1-v5-qa-detail / n6">
            <a:extLst xmlns:a="http://schemas.openxmlformats.org/drawingml/2006/main">
              <a:ext uri="{FF2B5EF4-FFF2-40B4-BE49-F238E27FC236}">
                <a16:creationId xmlns:a16="http://schemas.microsoft.com/office/drawing/2014/main" id="{5424F279-7F9F-46D8-A80B-4D8B6108684C}"/>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1-v5-qa-detail / n7">
            <a:extLst xmlns:a="http://schemas.openxmlformats.org/drawingml/2006/main">
              <a:ext uri="{FF2B5EF4-FFF2-40B4-BE49-F238E27FC236}">
                <a16:creationId xmlns:a16="http://schemas.microsoft.com/office/drawing/2014/main" id="{96FE9AC4-2CD5-491C-9E34-DEC45EEA213E}"/>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QA / 목표</a:t>
            </a:r>
          </a:p>
        </p:txBody>
      </p:sp>
      <p:sp>
        <p:nvSpPr>
          <p:cNvPr id="8" name="dp41-v5-qa-detail / n8">
            <a:extLst xmlns:a="http://schemas.openxmlformats.org/drawingml/2006/main">
              <a:ext uri="{FF2B5EF4-FFF2-40B4-BE49-F238E27FC236}">
                <a16:creationId xmlns:a16="http://schemas.microsoft.com/office/drawing/2014/main" id="{CD03384D-41D6-4B73-BF10-ECAB9FEB388E}"/>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A 모델 주도 해석</a:t>
            </a:r>
          </a:p>
        </p:txBody>
      </p:sp>
      <p:sp>
        <p:nvSpPr>
          <p:cNvPr id="9" name="dp41-v5-qa-detail / n9">
            <a:extLst xmlns:a="http://schemas.openxmlformats.org/drawingml/2006/main">
              <a:ext uri="{FF2B5EF4-FFF2-40B4-BE49-F238E27FC236}">
                <a16:creationId xmlns:a16="http://schemas.microsoft.com/office/drawing/2014/main" id="{05392FFF-06A5-434D-AED4-365099BA5FCE}"/>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B 모델 요청 틀과 코드 주도 완성</a:t>
            </a:r>
          </a:p>
        </p:txBody>
      </p:sp>
      <p:sp>
        <p:nvSpPr>
          <p:cNvPr id="10" name="dp41-v5-qa-detail / n10">
            <a:extLst xmlns:a="http://schemas.openxmlformats.org/drawingml/2006/main">
              <a:ext uri="{FF2B5EF4-FFF2-40B4-BE49-F238E27FC236}">
                <a16:creationId xmlns:a16="http://schemas.microsoft.com/office/drawing/2014/main" id="{1E04C870-A9B5-45DA-85DA-62F2610A15B7}"/>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차이 판단</a:t>
            </a:r>
          </a:p>
        </p:txBody>
      </p:sp>
      <p:sp>
        <p:nvSpPr>
          <p:cNvPr id="11" name="dp41-v5-qa-detail / n11">
            <a:extLst xmlns:a="http://schemas.openxmlformats.org/drawingml/2006/main">
              <a:ext uri="{FF2B5EF4-FFF2-40B4-BE49-F238E27FC236}">
                <a16:creationId xmlns:a16="http://schemas.microsoft.com/office/drawing/2014/main" id="{11EE1F00-A7B3-4A7F-95A4-B40D705F462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1-v5-qa-detail / n12">
            <a:extLst xmlns:a="http://schemas.openxmlformats.org/drawingml/2006/main">
              <a:ext uri="{FF2B5EF4-FFF2-40B4-BE49-F238E27FC236}">
                <a16:creationId xmlns:a16="http://schemas.microsoft.com/office/drawing/2014/main" id="{A4E23A7C-19C4-4814-8EDD-E7CD421478DD}"/>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01  요청 처리 정확성</a:t>
            </a:r>
          </a:p>
        </p:txBody>
      </p:sp>
      <p:sp>
        <p:nvSpPr>
          <p:cNvPr id="13" name="dp41-v5-qa-detail / n13">
            <a:extLst xmlns:a="http://schemas.openxmlformats.org/drawingml/2006/main">
              <a:ext uri="{FF2B5EF4-FFF2-40B4-BE49-F238E27FC236}">
                <a16:creationId xmlns:a16="http://schemas.microsoft.com/office/drawing/2014/main" id="{365212E8-C15F-4126-A24C-98D0659B4FFC}"/>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≥98%, 618/630</a:t>
            </a:r>
          </a:p>
        </p:txBody>
      </p:sp>
      <p:sp>
        <p:nvSpPr>
          <p:cNvPr id="14" name="dp41-v5-qa-detail / n14">
            <a:extLst xmlns:a="http://schemas.openxmlformats.org/drawingml/2006/main">
              <a:ext uri="{FF2B5EF4-FFF2-40B4-BE49-F238E27FC236}">
                <a16:creationId xmlns:a16="http://schemas.microsoft.com/office/drawing/2014/main" id="{95EDCD3E-09F8-4F25-85E2-136AB51D11A3}"/>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15" name="dp41-v5-qa-detail / n15">
            <a:extLst xmlns:a="http://schemas.openxmlformats.org/drawingml/2006/main">
              <a:ext uri="{FF2B5EF4-FFF2-40B4-BE49-F238E27FC236}">
                <a16:creationId xmlns:a16="http://schemas.microsoft.com/office/drawing/2014/main" id="{D9B35B9F-7864-40FC-BF20-DAB201DFB25F}"/>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전체 의미 결합과 부분 갱신</a:t>
            </a:r>
          </a:p>
        </p:txBody>
      </p:sp>
      <p:sp>
        <p:nvSpPr>
          <p:cNvPr id="16" name="dp41-v5-qa-detail / n16">
            <a:extLst xmlns:a="http://schemas.openxmlformats.org/drawingml/2006/main">
              <a:ext uri="{FF2B5EF4-FFF2-40B4-BE49-F238E27FC236}">
                <a16:creationId xmlns:a16="http://schemas.microsoft.com/office/drawing/2014/main" id="{B4301635-3C58-4EE8-A32C-C28B0741BCB9}"/>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17" name="dp41-v5-qa-detail / n17">
            <a:extLst xmlns:a="http://schemas.openxmlformats.org/drawingml/2006/main">
              <a:ext uri="{FF2B5EF4-FFF2-40B4-BE49-F238E27FC236}">
                <a16:creationId xmlns:a16="http://schemas.microsoft.com/office/drawing/2014/main" id="{626E752F-29B4-4EFB-8601-4B0DD150A2BC}"/>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요청 틀의 표현 범위와 부분 결합</a:t>
            </a:r>
          </a:p>
        </p:txBody>
      </p:sp>
      <p:sp>
        <p:nvSpPr>
          <p:cNvPr id="18" name="dp41-v5-qa-detail / n18">
            <a:extLst xmlns:a="http://schemas.openxmlformats.org/drawingml/2006/main">
              <a:ext uri="{FF2B5EF4-FFF2-40B4-BE49-F238E27FC236}">
                <a16:creationId xmlns:a16="http://schemas.microsoft.com/office/drawing/2014/main" id="{EB9F4260-0BE9-4853-949F-161BCAA45BAB}"/>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1-v5-qa-detail / n19">
            <a:extLst xmlns:a="http://schemas.openxmlformats.org/drawingml/2006/main">
              <a:ext uri="{FF2B5EF4-FFF2-40B4-BE49-F238E27FC236}">
                <a16:creationId xmlns:a16="http://schemas.microsoft.com/office/drawing/2014/main" id="{A39E54C1-EE94-463C-AA90-1454391871ED}"/>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1%p</a:t>
            </a:r>
          </a:p>
        </p:txBody>
      </p:sp>
      <p:sp>
        <p:nvSpPr>
          <p:cNvPr id="20" name="dp41-v5-qa-detail / n20">
            <a:extLst xmlns:a="http://schemas.openxmlformats.org/drawingml/2006/main">
              <a:ext uri="{FF2B5EF4-FFF2-40B4-BE49-F238E27FC236}">
                <a16:creationId xmlns:a16="http://schemas.microsoft.com/office/drawing/2014/main" id="{9AE31550-93AF-4283-853B-B5DB4DA25740}"/>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21" name="dp41-v5-qa-detail / n21">
            <a:extLst xmlns:a="http://schemas.openxmlformats.org/drawingml/2006/main">
              <a:ext uri="{FF2B5EF4-FFF2-40B4-BE49-F238E27FC236}">
                <a16:creationId xmlns:a16="http://schemas.microsoft.com/office/drawing/2014/main" id="{1D817D02-4DD9-4437-BC4A-15BF63F8D539}"/>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1-v5-qa-detail / n22">
            <a:extLst xmlns:a="http://schemas.openxmlformats.org/drawingml/2006/main">
              <a:ext uri="{FF2B5EF4-FFF2-40B4-BE49-F238E27FC236}">
                <a16:creationId xmlns:a16="http://schemas.microsoft.com/office/drawing/2014/main" id="{11AB8B1B-6BE3-4C5A-A30F-E5BDE0878BA4}"/>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02  상호작용 응답시간</a:t>
            </a:r>
          </a:p>
        </p:txBody>
      </p:sp>
      <p:sp>
        <p:nvSpPr>
          <p:cNvPr id="23" name="dp41-v5-qa-detail / n23">
            <a:extLst xmlns:a="http://schemas.openxmlformats.org/drawingml/2006/main">
              <a:ext uri="{FF2B5EF4-FFF2-40B4-BE49-F238E27FC236}">
                <a16:creationId xmlns:a16="http://schemas.microsoft.com/office/drawing/2014/main" id="{CEEAB85B-A4A0-4F5D-B3BC-777A47A60D28}"/>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≤1초, stop ≤0.1초</a:t>
            </a:r>
          </a:p>
        </p:txBody>
      </p:sp>
      <p:sp>
        <p:nvSpPr>
          <p:cNvPr id="24" name="dp41-v5-qa-detail / n24">
            <a:extLst xmlns:a="http://schemas.openxmlformats.org/drawingml/2006/main">
              <a:ext uri="{FF2B5EF4-FFF2-40B4-BE49-F238E27FC236}">
                <a16:creationId xmlns:a16="http://schemas.microsoft.com/office/drawing/2014/main" id="{8CAFBBEB-1B15-420B-B77A-1E6DE6BD56E8}"/>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25" name="dp41-v5-qa-detail / n25">
            <a:extLst xmlns:a="http://schemas.openxmlformats.org/drawingml/2006/main">
              <a:ext uri="{FF2B5EF4-FFF2-40B4-BE49-F238E27FC236}">
                <a16:creationId xmlns:a16="http://schemas.microsoft.com/office/drawing/2014/main" id="{03117806-D11F-4A9C-91D2-6CBF24CAD438}"/>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조회 후 재판단과 실제 첫 반응</a:t>
            </a:r>
          </a:p>
        </p:txBody>
      </p:sp>
      <p:sp>
        <p:nvSpPr>
          <p:cNvPr id="26" name="dp41-v5-qa-detail / n26">
            <a:extLst xmlns:a="http://schemas.openxmlformats.org/drawingml/2006/main">
              <a:ext uri="{FF2B5EF4-FFF2-40B4-BE49-F238E27FC236}">
                <a16:creationId xmlns:a16="http://schemas.microsoft.com/office/drawing/2014/main" id="{3E334E8B-52A5-41AD-AD4F-A39F56F90AE0}"/>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27" name="dp41-v5-qa-detail / n27">
            <a:extLst xmlns:a="http://schemas.openxmlformats.org/drawingml/2006/main">
              <a:ext uri="{FF2B5EF4-FFF2-40B4-BE49-F238E27FC236}">
                <a16:creationId xmlns:a16="http://schemas.microsoft.com/office/drawing/2014/main" id="{833C0D10-90E5-4B5A-8490-4188220065F9}"/>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지원 항목의 코드 해결과 추가 해석</a:t>
            </a:r>
          </a:p>
        </p:txBody>
      </p:sp>
      <p:sp>
        <p:nvSpPr>
          <p:cNvPr id="28" name="dp41-v5-qa-detail / n28">
            <a:extLst xmlns:a="http://schemas.openxmlformats.org/drawingml/2006/main">
              <a:ext uri="{FF2B5EF4-FFF2-40B4-BE49-F238E27FC236}">
                <a16:creationId xmlns:a16="http://schemas.microsoft.com/office/drawing/2014/main" id="{A695B8AC-18D4-4BCD-94BC-1E1413437B91}"/>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1-v5-qa-detail / n29">
            <a:extLst xmlns:a="http://schemas.openxmlformats.org/drawingml/2006/main">
              <a:ext uri="{FF2B5EF4-FFF2-40B4-BE49-F238E27FC236}">
                <a16:creationId xmlns:a16="http://schemas.microsoft.com/office/drawing/2014/main" id="{A753891C-CA7C-4C99-A649-7FD20CDAEC68}"/>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0.10초</a:t>
            </a:r>
          </a:p>
        </p:txBody>
      </p:sp>
      <p:sp>
        <p:nvSpPr>
          <p:cNvPr id="30" name="dp41-v5-qa-detail / n30">
            <a:extLst xmlns:a="http://schemas.openxmlformats.org/drawingml/2006/main">
              <a:ext uri="{FF2B5EF4-FFF2-40B4-BE49-F238E27FC236}">
                <a16:creationId xmlns:a16="http://schemas.microsoft.com/office/drawing/2014/main" id="{60AA3BF6-60B1-4686-BE89-932723CAFDB5}"/>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31" name="dp41-v5-qa-detail / n31">
            <a:extLst xmlns:a="http://schemas.openxmlformats.org/drawingml/2006/main">
              <a:ext uri="{FF2B5EF4-FFF2-40B4-BE49-F238E27FC236}">
                <a16:creationId xmlns:a16="http://schemas.microsoft.com/office/drawing/2014/main" id="{FAD9AEF8-F9F3-4F75-A4F5-1E92322F7B4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1-v5-qa-detail / n32">
            <a:extLst xmlns:a="http://schemas.openxmlformats.org/drawingml/2006/main">
              <a:ext uri="{FF2B5EF4-FFF2-40B4-BE49-F238E27FC236}">
                <a16:creationId xmlns:a16="http://schemas.microsoft.com/office/drawing/2014/main" id="{23018098-10C5-4ABF-954D-ACD77D3D66DE}"/>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03  VIA 요청 처리시간</a:t>
            </a:r>
          </a:p>
        </p:txBody>
      </p:sp>
      <p:sp>
        <p:nvSpPr>
          <p:cNvPr id="33" name="dp41-v5-qa-detail / n33">
            <a:extLst xmlns:a="http://schemas.openxmlformats.org/drawingml/2006/main">
              <a:ext uri="{FF2B5EF4-FFF2-40B4-BE49-F238E27FC236}">
                <a16:creationId xmlns:a16="http://schemas.microsoft.com/office/drawing/2014/main" id="{92536FD1-CDC0-49D3-A82E-3DFB89976E88}"/>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≤10초</a:t>
            </a:r>
          </a:p>
        </p:txBody>
      </p:sp>
      <p:sp>
        <p:nvSpPr>
          <p:cNvPr id="34" name="dp41-v5-qa-detail / n34">
            <a:extLst xmlns:a="http://schemas.openxmlformats.org/drawingml/2006/main">
              <a:ext uri="{FF2B5EF4-FFF2-40B4-BE49-F238E27FC236}">
                <a16:creationId xmlns:a16="http://schemas.microsoft.com/office/drawing/2014/main" id="{6F131799-EB0C-4FA9-915C-B519F1E4378B}"/>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35" name="dp41-v5-qa-detail / n35">
            <a:extLst xmlns:a="http://schemas.openxmlformats.org/drawingml/2006/main">
              <a:ext uri="{FF2B5EF4-FFF2-40B4-BE49-F238E27FC236}">
                <a16:creationId xmlns:a16="http://schemas.microsoft.com/office/drawing/2014/main" id="{1A3AB1B8-A2C2-4EAB-9963-556C87A09575}"/>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조회와 전체 판단의 반복 경로</a:t>
            </a:r>
          </a:p>
        </p:txBody>
      </p:sp>
      <p:sp>
        <p:nvSpPr>
          <p:cNvPr id="36" name="dp41-v5-qa-detail / n36">
            <a:extLst xmlns:a="http://schemas.openxmlformats.org/drawingml/2006/main">
              <a:ext uri="{FF2B5EF4-FFF2-40B4-BE49-F238E27FC236}">
                <a16:creationId xmlns:a16="http://schemas.microsoft.com/office/drawing/2014/main" id="{87AE9212-D168-4CD6-8522-44C2CE49B86D}"/>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37" name="dp41-v5-qa-detail / n37">
            <a:extLst xmlns:a="http://schemas.openxmlformats.org/drawingml/2006/main">
              <a:ext uri="{FF2B5EF4-FFF2-40B4-BE49-F238E27FC236}">
                <a16:creationId xmlns:a16="http://schemas.microsoft.com/office/drawing/2014/main" id="{BEF72A28-F5CC-467A-8CD3-D86A66FEEE45}"/>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항목별 해결과 코드 결합 경로</a:t>
            </a:r>
          </a:p>
        </p:txBody>
      </p:sp>
      <p:sp>
        <p:nvSpPr>
          <p:cNvPr id="38" name="dp41-v5-qa-detail / n38">
            <a:extLst xmlns:a="http://schemas.openxmlformats.org/drawingml/2006/main">
              <a:ext uri="{FF2B5EF4-FFF2-40B4-BE49-F238E27FC236}">
                <a16:creationId xmlns:a16="http://schemas.microsoft.com/office/drawing/2014/main" id="{B0C63B51-D0F4-4BD3-BB13-B778156DAF71}"/>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1-v5-qa-detail / n39">
            <a:extLst xmlns:a="http://schemas.openxmlformats.org/drawingml/2006/main">
              <a:ext uri="{FF2B5EF4-FFF2-40B4-BE49-F238E27FC236}">
                <a16:creationId xmlns:a16="http://schemas.microsoft.com/office/drawing/2014/main" id="{789C8266-A37B-4E1B-9732-337622BC9CB5}"/>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0.50초</a:t>
            </a:r>
          </a:p>
        </p:txBody>
      </p:sp>
      <p:sp>
        <p:nvSpPr>
          <p:cNvPr id="40" name="dp41-v5-qa-detail / n40">
            <a:extLst xmlns:a="http://schemas.openxmlformats.org/drawingml/2006/main">
              <a:ext uri="{FF2B5EF4-FFF2-40B4-BE49-F238E27FC236}">
                <a16:creationId xmlns:a16="http://schemas.microsoft.com/office/drawing/2014/main" id="{7AA0AD33-271A-435F-A499-A6D61376514D}"/>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41" name="dp41-v5-qa-detail / n41">
            <a:extLst xmlns:a="http://schemas.openxmlformats.org/drawingml/2006/main">
              <a:ext uri="{FF2B5EF4-FFF2-40B4-BE49-F238E27FC236}">
                <a16:creationId xmlns:a16="http://schemas.microsoft.com/office/drawing/2014/main" id="{E4460410-FB0F-446D-89C3-1D8DA20314D6}"/>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1-v5-qa-detail / n42">
            <a:extLst xmlns:a="http://schemas.openxmlformats.org/drawingml/2006/main">
              <a:ext uri="{FF2B5EF4-FFF2-40B4-BE49-F238E27FC236}">
                <a16:creationId xmlns:a16="http://schemas.microsoft.com/office/drawing/2014/main" id="{9853EA94-EDF2-4D17-9816-D2ECFAAF67AE}"/>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04  VIA 모델 사용 비용</a:t>
            </a:r>
          </a:p>
        </p:txBody>
      </p:sp>
      <p:sp>
        <p:nvSpPr>
          <p:cNvPr id="43" name="dp41-v5-qa-detail / n43">
            <a:extLst xmlns:a="http://schemas.openxmlformats.org/drawingml/2006/main">
              <a:ext uri="{FF2B5EF4-FFF2-40B4-BE49-F238E27FC236}">
                <a16:creationId xmlns:a16="http://schemas.microsoft.com/office/drawing/2014/main" id="{1DFBFFC3-61CB-4A0F-980E-D594917871D7}"/>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≤$0.50/P21</a:t>
            </a:r>
          </a:p>
        </p:txBody>
      </p:sp>
      <p:sp>
        <p:nvSpPr>
          <p:cNvPr id="44" name="dp41-v5-qa-detail / n44">
            <a:extLst xmlns:a="http://schemas.openxmlformats.org/drawingml/2006/main">
              <a:ext uri="{FF2B5EF4-FFF2-40B4-BE49-F238E27FC236}">
                <a16:creationId xmlns:a16="http://schemas.microsoft.com/office/drawing/2014/main" id="{EAD89BA1-DD8F-4D44-B68B-BC088280F17B}"/>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45" name="dp41-v5-qa-detail / n45">
            <a:extLst xmlns:a="http://schemas.openxmlformats.org/drawingml/2006/main">
              <a:ext uri="{FF2B5EF4-FFF2-40B4-BE49-F238E27FC236}">
                <a16:creationId xmlns:a16="http://schemas.microsoft.com/office/drawing/2014/main" id="{F122833A-6DE3-4CE4-880A-FEE2C2530DDE}"/>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실제 재판단 token과 폐기 청구</a:t>
            </a:r>
          </a:p>
        </p:txBody>
      </p:sp>
      <p:sp>
        <p:nvSpPr>
          <p:cNvPr id="46" name="dp41-v5-qa-detail / n46">
            <a:extLst xmlns:a="http://schemas.openxmlformats.org/drawingml/2006/main">
              <a:ext uri="{FF2B5EF4-FFF2-40B4-BE49-F238E27FC236}">
                <a16:creationId xmlns:a16="http://schemas.microsoft.com/office/drawing/2014/main" id="{5032F526-9BB0-4F06-8607-777CA7F8D8E1}"/>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47" name="dp41-v5-qa-detail / n47">
            <a:extLst xmlns:a="http://schemas.openxmlformats.org/drawingml/2006/main">
              <a:ext uri="{FF2B5EF4-FFF2-40B4-BE49-F238E27FC236}">
                <a16:creationId xmlns:a16="http://schemas.microsoft.com/office/drawing/2014/main" id="{5D87B27D-CBD0-4367-B6AD-9DDA7638AB6A}"/>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부분 해석 호출과 전체 청구</a:t>
            </a:r>
          </a:p>
        </p:txBody>
      </p:sp>
      <p:sp>
        <p:nvSpPr>
          <p:cNvPr id="48" name="dp41-v5-qa-detail / n48">
            <a:extLst xmlns:a="http://schemas.openxmlformats.org/drawingml/2006/main">
              <a:ext uri="{FF2B5EF4-FFF2-40B4-BE49-F238E27FC236}">
                <a16:creationId xmlns:a16="http://schemas.microsoft.com/office/drawing/2014/main" id="{989CA431-0137-498F-A11C-863F34A0068C}"/>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1-v5-qa-detail / n49">
            <a:extLst xmlns:a="http://schemas.openxmlformats.org/drawingml/2006/main">
              <a:ext uri="{FF2B5EF4-FFF2-40B4-BE49-F238E27FC236}">
                <a16:creationId xmlns:a16="http://schemas.microsoft.com/office/drawing/2014/main" id="{8D7F4842-4C49-4BF5-A426-ACA9F13F7487}"/>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$0.03/P21</a:t>
            </a:r>
          </a:p>
        </p:txBody>
      </p:sp>
      <p:sp>
        <p:nvSpPr>
          <p:cNvPr id="50" name="dp41-v5-qa-detail / n50">
            <a:extLst xmlns:a="http://schemas.openxmlformats.org/drawingml/2006/main">
              <a:ext uri="{FF2B5EF4-FFF2-40B4-BE49-F238E27FC236}">
                <a16:creationId xmlns:a16="http://schemas.microsoft.com/office/drawing/2014/main" id="{1F375650-F3F5-43A0-B87C-893D0B22E4B1}"/>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51" name="dp41-v5-qa-detail / n51">
            <a:extLst xmlns:a="http://schemas.openxmlformats.org/drawingml/2006/main">
              <a:ext uri="{FF2B5EF4-FFF2-40B4-BE49-F238E27FC236}">
                <a16:creationId xmlns:a16="http://schemas.microsoft.com/office/drawing/2014/main" id="{0326F995-592C-4EA7-89BB-D8665B0187D0}"/>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1-v5-qa-detail / n52">
            <a:extLst xmlns:a="http://schemas.openxmlformats.org/drawingml/2006/main">
              <a:ext uri="{FF2B5EF4-FFF2-40B4-BE49-F238E27FC236}">
                <a16:creationId xmlns:a16="http://schemas.microsoft.com/office/drawing/2014/main" id="{5FBD2EF8-ABDD-4A7F-90DD-E73B38841A6A}"/>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05  VIA 변경 용이성</a:t>
            </a:r>
          </a:p>
        </p:txBody>
      </p:sp>
      <p:sp>
        <p:nvSpPr>
          <p:cNvPr id="53" name="dp41-v5-qa-detail / n53">
            <a:extLst xmlns:a="http://schemas.openxmlformats.org/drawingml/2006/main">
              <a:ext uri="{FF2B5EF4-FFF2-40B4-BE49-F238E27FC236}">
                <a16:creationId xmlns:a16="http://schemas.microsoft.com/office/drawing/2014/main" id="{00F9ACB1-AEB8-4DDC-A570-B11B563F78E0}"/>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≤3개, 과제별 ≤5개</a:t>
            </a:r>
          </a:p>
        </p:txBody>
      </p:sp>
      <p:sp>
        <p:nvSpPr>
          <p:cNvPr id="54" name="dp41-v5-qa-detail / n54">
            <a:extLst xmlns:a="http://schemas.openxmlformats.org/drawingml/2006/main">
              <a:ext uri="{FF2B5EF4-FFF2-40B4-BE49-F238E27FC236}">
                <a16:creationId xmlns:a16="http://schemas.microsoft.com/office/drawing/2014/main" id="{CA248064-BDD9-4053-9F5B-1197C509519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55" name="dp41-v5-qa-detail / n55">
            <a:extLst xmlns:a="http://schemas.openxmlformats.org/drawingml/2006/main">
              <a:ext uri="{FF2B5EF4-FFF2-40B4-BE49-F238E27FC236}">
                <a16:creationId xmlns:a16="http://schemas.microsoft.com/office/drawing/2014/main" id="{90063DDA-614C-4769-ADB9-E47903DC7896}"/>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모델 지침과 검증의 실제 수정</a:t>
            </a:r>
          </a:p>
        </p:txBody>
      </p:sp>
      <p:sp>
        <p:nvSpPr>
          <p:cNvPr id="56" name="dp41-v5-qa-detail / n56">
            <a:extLst xmlns:a="http://schemas.openxmlformats.org/drawingml/2006/main">
              <a:ext uri="{FF2B5EF4-FFF2-40B4-BE49-F238E27FC236}">
                <a16:creationId xmlns:a16="http://schemas.microsoft.com/office/drawing/2014/main" id="{380F6604-581D-42E8-9EB4-15AB78E1D6BC}"/>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57" name="dp41-v5-qa-detail / n57">
            <a:extLst xmlns:a="http://schemas.openxmlformats.org/drawingml/2006/main">
              <a:ext uri="{FF2B5EF4-FFF2-40B4-BE49-F238E27FC236}">
                <a16:creationId xmlns:a16="http://schemas.microsoft.com/office/drawing/2014/main" id="{3B5FE526-81C0-44A0-BAB1-46AD74B266C3}"/>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요청 틀과 Engine 규칙의 실제 수정</a:t>
            </a:r>
          </a:p>
        </p:txBody>
      </p:sp>
      <p:sp>
        <p:nvSpPr>
          <p:cNvPr id="58" name="dp41-v5-qa-detail / n58">
            <a:extLst xmlns:a="http://schemas.openxmlformats.org/drawingml/2006/main">
              <a:ext uri="{FF2B5EF4-FFF2-40B4-BE49-F238E27FC236}">
                <a16:creationId xmlns:a16="http://schemas.microsoft.com/office/drawing/2014/main" id="{BC4ABEAE-DDDA-4442-95DB-596A788E9910}"/>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1-v5-qa-detail / n59">
            <a:extLst xmlns:a="http://schemas.openxmlformats.org/drawingml/2006/main">
              <a:ext uri="{FF2B5EF4-FFF2-40B4-BE49-F238E27FC236}">
                <a16:creationId xmlns:a16="http://schemas.microsoft.com/office/drawing/2014/main" id="{1E62788B-DC90-403F-B1E7-4B86BB02A6DB}"/>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0.50개</a:t>
            </a:r>
          </a:p>
        </p:txBody>
      </p:sp>
      <p:sp>
        <p:nvSpPr>
          <p:cNvPr id="60" name="dp41-v5-qa-detail / n60">
            <a:extLst xmlns:a="http://schemas.openxmlformats.org/drawingml/2006/main">
              <a:ext uri="{FF2B5EF4-FFF2-40B4-BE49-F238E27FC236}">
                <a16:creationId xmlns:a16="http://schemas.microsoft.com/office/drawing/2014/main" id="{E61B8E10-1120-485E-B464-9FC6F7707515}"/>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61" name="dp41-v5-qa-detail / n61">
            <a:extLst xmlns:a="http://schemas.openxmlformats.org/drawingml/2006/main">
              <a:ext uri="{FF2B5EF4-FFF2-40B4-BE49-F238E27FC236}">
                <a16:creationId xmlns:a16="http://schemas.microsoft.com/office/drawing/2014/main" id="{9B1DC24A-BBE3-40FA-B4B8-7A06777EB53F}"/>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1-v5-qa-detail / n62">
            <a:extLst xmlns:a="http://schemas.openxmlformats.org/drawingml/2006/main">
              <a:ext uri="{FF2B5EF4-FFF2-40B4-BE49-F238E27FC236}">
                <a16:creationId xmlns:a16="http://schemas.microsoft.com/office/drawing/2014/main" id="{2B2CB187-B566-42B9-9469-384717EEAD79}"/>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06  로컬 VIA 메모리 사용량</a:t>
            </a:r>
          </a:p>
        </p:txBody>
      </p:sp>
      <p:sp>
        <p:nvSpPr>
          <p:cNvPr id="63" name="dp41-v5-qa-detail / n63">
            <a:extLst xmlns:a="http://schemas.openxmlformats.org/drawingml/2006/main">
              <a:ext uri="{FF2B5EF4-FFF2-40B4-BE49-F238E27FC236}">
                <a16:creationId xmlns:a16="http://schemas.microsoft.com/office/drawing/2014/main" id="{7AD11CA0-10E1-40B1-B5CE-433620451F68}"/>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commit 최대 ≤4,096MiB</a:t>
            </a:r>
          </a:p>
        </p:txBody>
      </p:sp>
      <p:sp>
        <p:nvSpPr>
          <p:cNvPr id="64" name="dp41-v5-qa-detail / n64">
            <a:extLst xmlns:a="http://schemas.openxmlformats.org/drawingml/2006/main">
              <a:ext uri="{FF2B5EF4-FFF2-40B4-BE49-F238E27FC236}">
                <a16:creationId xmlns:a16="http://schemas.microsoft.com/office/drawing/2014/main" id="{9AC8B7E4-7683-4442-99FA-287F9174EE68}"/>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예산 1,792MiB (가정)</a:t>
            </a:r>
          </a:p>
        </p:txBody>
      </p:sp>
      <p:sp>
        <p:nvSpPr>
          <p:cNvPr id="65" name="dp41-v5-qa-detail / n65">
            <a:extLst xmlns:a="http://schemas.openxmlformats.org/drawingml/2006/main">
              <a:ext uri="{FF2B5EF4-FFF2-40B4-BE49-F238E27FC236}">
                <a16:creationId xmlns:a16="http://schemas.microsoft.com/office/drawing/2014/main" id="{32D8370C-7BB7-4E4C-8714-6A8F5D71ACA9}"/>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Context와 조회 buffer의 동시 할당</a:t>
            </a:r>
          </a:p>
        </p:txBody>
      </p:sp>
      <p:sp>
        <p:nvSpPr>
          <p:cNvPr id="66" name="dp41-v5-qa-detail / n66">
            <a:extLst xmlns:a="http://schemas.openxmlformats.org/drawingml/2006/main">
              <a:ext uri="{FF2B5EF4-FFF2-40B4-BE49-F238E27FC236}">
                <a16:creationId xmlns:a16="http://schemas.microsoft.com/office/drawing/2014/main" id="{C3602A92-B5D8-495F-9117-32EDA9452F14}"/>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예산 1,760MiB (가정)</a:t>
            </a:r>
          </a:p>
        </p:txBody>
      </p:sp>
      <p:sp>
        <p:nvSpPr>
          <p:cNvPr id="67" name="dp41-v5-qa-detail / n67">
            <a:extLst xmlns:a="http://schemas.openxmlformats.org/drawingml/2006/main">
              <a:ext uri="{FF2B5EF4-FFF2-40B4-BE49-F238E27FC236}">
                <a16:creationId xmlns:a16="http://schemas.microsoft.com/office/drawing/2014/main" id="{96839E01-55DB-4232-A00C-0D57B8246353}"/>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요청 틀과 해결 상태의 동시 할당</a:t>
            </a:r>
          </a:p>
        </p:txBody>
      </p:sp>
      <p:sp>
        <p:nvSpPr>
          <p:cNvPr id="68" name="dp41-v5-qa-detail / n68">
            <a:extLst xmlns:a="http://schemas.openxmlformats.org/drawingml/2006/main">
              <a:ext uri="{FF2B5EF4-FFF2-40B4-BE49-F238E27FC236}">
                <a16:creationId xmlns:a16="http://schemas.microsoft.com/office/drawing/2014/main" id="{08011A11-C50D-4A2C-B15C-C8C4385E39DD}"/>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1-v5-qa-detail / n69">
            <a:extLst xmlns:a="http://schemas.openxmlformats.org/drawingml/2006/main">
              <a:ext uri="{FF2B5EF4-FFF2-40B4-BE49-F238E27FC236}">
                <a16:creationId xmlns:a16="http://schemas.microsoft.com/office/drawing/2014/main" id="{176FD637-CA98-425C-8AFF-9C4CE27CCF12}"/>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128MiB</a:t>
            </a:r>
          </a:p>
        </p:txBody>
      </p:sp>
      <p:sp>
        <p:nvSpPr>
          <p:cNvPr id="70" name="dp41-v5-qa-detail / n70">
            <a:extLst xmlns:a="http://schemas.openxmlformats.org/drawingml/2006/main">
              <a:ext uri="{FF2B5EF4-FFF2-40B4-BE49-F238E27FC236}">
                <a16:creationId xmlns:a16="http://schemas.microsoft.com/office/drawing/2014/main" id="{A0E5F905-6D24-470B-A2BF-915A0152564E}"/>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71" name="dp41-v5-qa-detail / n71">
            <a:extLst xmlns:a="http://schemas.openxmlformats.org/drawingml/2006/main">
              <a:ext uri="{FF2B5EF4-FFF2-40B4-BE49-F238E27FC236}">
                <a16:creationId xmlns:a16="http://schemas.microsoft.com/office/drawing/2014/main" id="{5C507C4A-CEDB-42F2-AAB9-0E45A00D8320}"/>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1-v5-qa-detail / n72">
            <a:extLst xmlns:a="http://schemas.openxmlformats.org/drawingml/2006/main">
              <a:ext uri="{FF2B5EF4-FFF2-40B4-BE49-F238E27FC236}">
                <a16:creationId xmlns:a16="http://schemas.microsoft.com/office/drawing/2014/main" id="{71921989-94F8-4B69-9184-B722DFF2F6D9}"/>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1-v5-qa-detail / n73">
            <a:extLst xmlns:a="http://schemas.openxmlformats.org/drawingml/2006/main">
              <a:ext uri="{FF2B5EF4-FFF2-40B4-BE49-F238E27FC236}">
                <a16:creationId xmlns:a16="http://schemas.microsoft.com/office/drawing/2014/main" id="{1D2D0D86-0F6C-4B78-B0BD-3DEDB7B92720}"/>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1-v5-qa-detail / n74">
            <a:extLst xmlns:a="http://schemas.openxmlformats.org/drawingml/2006/main">
              <a:ext uri="{FF2B5EF4-FFF2-40B4-BE49-F238E27FC236}">
                <a16:creationId xmlns:a16="http://schemas.microsoft.com/office/drawing/2014/main" id="{833C1848-D91C-451F-ABAF-9C497A6C4EE8}"/>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지역 계산 S2-01: A 4.197초 / B 2.398초. 충분한 typed 근거와 2/1호출 가정이며 전체 평균은 아니다.</a:t>
            </a:r>
          </a:p>
        </p:txBody>
      </p:sp>
      <p:sp>
        <p:nvSpPr>
          <p:cNvPr id="75" name="dp41-v5-qa-detail / n75">
            <a:extLst xmlns:a="http://schemas.openxmlformats.org/drawingml/2006/main">
              <a:ext uri="{FF2B5EF4-FFF2-40B4-BE49-F238E27FC236}">
                <a16:creationId xmlns:a16="http://schemas.microsoft.com/office/drawing/2014/main" id="{078F0A7F-8F29-4D45-82E6-0A94D8B6B84B}"/>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5F6B77"/>
                </a:solidFill>
                <a:latin typeface="Apple SD Gothic Neo"/>
                <a:ea typeface="Apple SD Gothic Neo"/>
                <a:cs typeface="Apple SD Gothic Neo"/>
              </a:defRPr>
            </a:pPr>
            <a:r>
              <a:rPr sz="1600"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1-v5-qa-detail / n76">
            <a:extLst xmlns:a="http://schemas.openxmlformats.org/drawingml/2006/main">
              <a:ext uri="{FF2B5EF4-FFF2-40B4-BE49-F238E27FC236}">
                <a16:creationId xmlns:a16="http://schemas.microsoft.com/office/drawing/2014/main" id="{A6BDA7A4-9A6D-434C-8351-8D0F9C38E679}"/>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349680528"/>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
    <p:bg>
      <p:bgPr>
        <a:solidFill>
          <a:srgbClr val="FFFFFF"/>
        </a:solidFill>
      </p:bgPr>
    </p:bg>
    <p:spTree>
      <p:nvGrpSpPr>
        <p:cNvPr id="1" name=""/>
        <p:cNvGrpSpPr/>
        <p:nvPr/>
      </p:nvGrpSpPr>
      <p:grpSpPr>
        <a:xfrm/>
      </p:grpSpPr>
      <p:sp>
        <p:nvSpPr>
          <p:cNvPr id="30"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VIA가 처리하는 동안에도,</a:t>
            </a:r>
          </a:p>
        </p:txBody>
      </p:sp>
      <p:sp>
        <p:nvSpPr>
          <p:cNvPr id="2"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새 발화와 Task 결과는 계속 들어옵니다</a:t>
            </a:r>
          </a:p>
        </p:txBody>
      </p:sp>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새 사용자 발화</a:t>
            </a: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VIA의 준비 완료</a:t>
            </a: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Agent의 질문</a:t>
            </a: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“잠깐, 표부터 설명해줘.”</a:t>
            </a: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이전 보고서 설명이</a:t>
            </a: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늦게 준비됨</a:t>
            </a: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“회의 안내 메일의</a:t>
            </a: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수신자는 누구인가요?”</a:t>
            </a: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유효한 응답과 질문 연결, 실제 전달 뒤 후속 처리</a:t>
            </a: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a:solidFill>
                  <a:srgbClr val="202B30"/>
                </a:solidFill>
                <a:latin typeface="Apple SD Gothic Neo"/>
                <a:ea typeface="Apple SD Gothic Neo"/>
                <a:cs typeface="Apple SD Gothic Neo"/>
              </a:defRPr>
            </a:pPr>
            <a:r>
              <a:rPr sz="2200" b="1">
                <a:solidFill>
                  <a:srgbClr val="202B30"/>
                </a:solidFill>
                <a:latin typeface="Apple SD Gothic Neo"/>
                <a:ea typeface="Apple SD Gothic Neo"/>
                <a:cs typeface="Apple SD Gothic Neo"/>
              </a:rPr>
              <a:t>사용자는 말을 이어가고, Task 질문과 결과도 같은 대화에서 받습니다</a:t>
            </a: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사용자 입력과 Task 알림, 내부 처리 완료가 서로 다른 시점에 도착해도,</a:t>
            </a: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입력을 계속 받으며 후속 처리와 대기, 응답 전달을 이어가는 실행 구조</a:t>
            </a:r>
          </a:p>
        </p:txBody>
      </p:sp>
    </p:spTree>
    <p:extLst>
      <p:ext uri="{BB962C8B-B14F-4D97-AF65-F5344CB8AC3E}">
        <p14:creationId val="464077372"/>
      </p:ext>
    </p:extLst>
  </p:cSld>
</p:sld>
</file>

<file path=ppt/slides/slide25.xml><?xml version="1.0" encoding="utf-8"?>
<p:sld xmlns:p="http://schemas.openxmlformats.org/presentationml/2006/main">
  <p:cSld name="dp44-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dp44-comparison / n1">
            <a:extLst xmlns:a="http://schemas.openxmlformats.org/drawingml/2006/main">
              <a:ext uri="{FF2B5EF4-FFF2-40B4-BE49-F238E27FC236}">
                <a16:creationId xmlns:a16="http://schemas.microsoft.com/office/drawing/2014/main" id="{28EA9F52-1E1E-46B3-AB7E-EA0049CA93C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D8FE90D5-FEBE-43A0-A8D6-1B1E6D9924B8}"/>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1">
                <a:solidFill>
                  <a:srgbClr val="087E8B"/>
                </a:solidFill>
                <a:latin typeface="Apple SD Gothic Neo"/>
                <a:ea typeface="Apple SD Gothic Neo"/>
                <a:cs typeface="Apple SD Gothic Neo"/>
              </a:defRPr>
            </a:pPr>
            <a:r>
              <a:rPr sz="1400"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1C41AC4C-F52E-4EE9-9EB4-133214BE4D1A}"/>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8932F990-9AB2-45D0-B8D3-109B9F93B08A}"/>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00" b="1">
                <a:solidFill>
                  <a:srgbClr val="18232E"/>
                </a:solidFill>
                <a:latin typeface="Apple SD Gothic Neo"/>
                <a:ea typeface="Apple SD Gothic Neo"/>
                <a:cs typeface="Apple SD Gothic Neo"/>
              </a:defRPr>
            </a:pPr>
            <a:r>
              <a:rPr sz="2900" b="1">
                <a:solidFill>
                  <a:srgbClr val="18232E"/>
                </a:solidFill>
                <a:latin typeface="Apple SD Gothic Neo"/>
                <a:ea typeface="Apple SD Gothic Neo"/>
                <a:cs typeface="Apple SD Gothic Neo"/>
              </a:rPr>
              <a:t>04-44. VIA 지속 입력과 Task 알림의 후속 실행 구조</a:t>
            </a:r>
          </a:p>
        </p:txBody>
      </p:sp>
      <p:sp>
        <p:nvSpPr>
          <p:cNvPr id="5" name="dp44-comparison / n5 / path">
            <a:extLst xmlns:a="http://schemas.openxmlformats.org/drawingml/2006/main">
              <a:ext uri="{FF2B5EF4-FFF2-40B4-BE49-F238E27FC236}">
                <a16:creationId xmlns:a16="http://schemas.microsoft.com/office/drawing/2014/main" id="{46EF9FB6-D606-4C34-94ED-835E9D197E22}"/>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FF0FF530-561E-486A-95FE-1CA2C884B090}"/>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0">
                <a:solidFill>
                  <a:srgbClr val="18232E"/>
                </a:solidFill>
                <a:latin typeface="Apple SD Gothic Neo"/>
                <a:ea typeface="Apple SD Gothic Neo"/>
                <a:cs typeface="Apple SD Gothic Neo"/>
              </a:defRPr>
            </a:pPr>
            <a:r>
              <a:rPr sz="170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0FB8BD09-7DD5-4522-86F7-B13B43F20043}"/>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59D7D188-1E9C-462A-82E4-BDC486FC41FE}"/>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B557DF49-F6B9-433D-88E3-5678AE8D8028}"/>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1D17C6FE-8EA9-4F9F-BA5C-C24E1924AF99}"/>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BDEF00E7-944D-428A-84F2-4147DD0FC343}"/>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3E982AC4-9CEF-4E3C-A57D-40693AAC36FB}"/>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ABEC5052-D556-4564-82A0-32A161408E4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AB311A21-8F6F-4AE6-A0C9-0125B6E13CA3}"/>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267" name="dp44-v5-summary / n1">
            <a:extLst xmlns:a="http://schemas.openxmlformats.org/drawingml/2006/main">
              <a:ext uri="{FF2B5EF4-FFF2-40B4-BE49-F238E27FC236}">
                <a16:creationId xmlns:a16="http://schemas.microsoft.com/office/drawing/2014/main" id="{396F1435-6C3E-4386-A051-C4A9901EA5E7}"/>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68" name="dp44-v5-summary / n2">
            <a:extLst xmlns:a="http://schemas.openxmlformats.org/drawingml/2006/main">
              <a:ext uri="{FF2B5EF4-FFF2-40B4-BE49-F238E27FC236}">
                <a16:creationId xmlns:a16="http://schemas.microsoft.com/office/drawing/2014/main" id="{9E6B5009-53EB-45DE-8803-FB5F600F7E55}"/>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69" name="dp44-v5-summary / n3">
            <a:extLst xmlns:a="http://schemas.openxmlformats.org/drawingml/2006/main">
              <a:ext uri="{FF2B5EF4-FFF2-40B4-BE49-F238E27FC236}">
                <a16:creationId xmlns:a16="http://schemas.microsoft.com/office/drawing/2014/main" id="{046E5F71-4C01-47B4-A047-A3C2806FC556}"/>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[현재성 검사와 올바른 후속 지시]</a:t>
            </a:r>
          </a:p>
        </p:txBody>
      </p:sp>
      <p:sp>
        <p:nvSpPr>
          <p:cNvPr id="270" name="dp44-v5-summary / n4">
            <a:extLst xmlns:a="http://schemas.openxmlformats.org/drawingml/2006/main">
              <a:ext uri="{FF2B5EF4-FFF2-40B4-BE49-F238E27FC236}">
                <a16:creationId xmlns:a16="http://schemas.microsoft.com/office/drawing/2014/main" id="{C2FCDD12-530C-42C1-9FE2-9C8F7422D541}"/>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[window와 Join의 현재성 검사]</a:t>
            </a:r>
          </a:p>
        </p:txBody>
      </p:sp>
      <p:sp>
        <p:nvSpPr>
          <p:cNvPr id="271" name="dp44-v5-summary / n5">
            <a:extLst xmlns:a="http://schemas.openxmlformats.org/drawingml/2006/main">
              <a:ext uri="{FF2B5EF4-FFF2-40B4-BE49-F238E27FC236}">
                <a16:creationId xmlns:a16="http://schemas.microsoft.com/office/drawing/2014/main" id="{289D93AF-3988-4D6A-848F-D281F7D01FE7}"/>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72" name="dp44-v5-summary / n6">
            <a:extLst xmlns:a="http://schemas.openxmlformats.org/drawingml/2006/main">
              <a:ext uri="{FF2B5EF4-FFF2-40B4-BE49-F238E27FC236}">
                <a16:creationId xmlns:a16="http://schemas.microsoft.com/office/drawing/2014/main" id="{68B1D873-6746-4AB4-A4E9-7941FDCF4E09}"/>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73" name="dp44-v5-summary / n7">
            <a:extLst xmlns:a="http://schemas.openxmlformats.org/drawingml/2006/main">
              <a:ext uri="{FF2B5EF4-FFF2-40B4-BE49-F238E27FC236}">
                <a16:creationId xmlns:a16="http://schemas.microsoft.com/office/drawing/2014/main" id="{FCE90C6C-FE0B-42FC-815E-94111FC6B971}"/>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[중앙 queue와 회수 대기]</a:t>
            </a:r>
          </a:p>
        </p:txBody>
      </p:sp>
      <p:sp>
        <p:nvSpPr>
          <p:cNvPr id="274" name="dp44-v5-summary / n8">
            <a:extLst xmlns:a="http://schemas.openxmlformats.org/drawingml/2006/main">
              <a:ext uri="{FF2B5EF4-FFF2-40B4-BE49-F238E27FC236}">
                <a16:creationId xmlns:a16="http://schemas.microsoft.com/office/drawing/2014/main" id="{F4AE6133-195A-4C2F-88B7-EE29F32FE37D}"/>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[credit와 Stage 및 Join 대기]</a:t>
            </a:r>
          </a:p>
        </p:txBody>
      </p:sp>
      <p:sp>
        <p:nvSpPr>
          <p:cNvPr id="275" name="dp44-v5-summary / n9">
            <a:extLst xmlns:a="http://schemas.openxmlformats.org/drawingml/2006/main">
              <a:ext uri="{FF2B5EF4-FFF2-40B4-BE49-F238E27FC236}">
                <a16:creationId xmlns:a16="http://schemas.microsoft.com/office/drawing/2014/main" id="{36B44860-5BDE-44BA-957B-A735521C7D63}"/>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76" name="dp44-v5-summary / n10">
            <a:extLst xmlns:a="http://schemas.openxmlformats.org/drawingml/2006/main">
              <a:ext uri="{FF2B5EF4-FFF2-40B4-BE49-F238E27FC236}">
                <a16:creationId xmlns:a16="http://schemas.microsoft.com/office/drawing/2014/main" id="{1A52E580-4EAD-45ED-A2E3-743F6850616C}"/>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77" name="dp44-v5-summary / n11">
            <a:extLst xmlns:a="http://schemas.openxmlformats.org/drawingml/2006/main">
              <a:ext uri="{FF2B5EF4-FFF2-40B4-BE49-F238E27FC236}">
                <a16:creationId xmlns:a16="http://schemas.microsoft.com/office/drawing/2014/main" id="{E01A8073-DFA6-4A64-BF01-DD0B5B831F7A}"/>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[완료 회수와 다음 실행의 연결]</a:t>
            </a:r>
          </a:p>
        </p:txBody>
      </p:sp>
      <p:sp>
        <p:nvSpPr>
          <p:cNvPr id="278" name="dp44-v5-summary / n12">
            <a:extLst xmlns:a="http://schemas.openxmlformats.org/drawingml/2006/main">
              <a:ext uri="{FF2B5EF4-FFF2-40B4-BE49-F238E27FC236}">
                <a16:creationId xmlns:a16="http://schemas.microsoft.com/office/drawing/2014/main" id="{A5C04DDC-0B3A-4FE5-A64A-BE96BD3F439E}"/>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[Stage 활성화와 publication Join]</a:t>
            </a:r>
          </a:p>
        </p:txBody>
      </p:sp>
      <p:sp>
        <p:nvSpPr>
          <p:cNvPr id="279" name="dp44-v5-summary / n13">
            <a:extLst xmlns:a="http://schemas.openxmlformats.org/drawingml/2006/main">
              <a:ext uri="{FF2B5EF4-FFF2-40B4-BE49-F238E27FC236}">
                <a16:creationId xmlns:a16="http://schemas.microsoft.com/office/drawing/2014/main" id="{1DCDE5A1-0195-41D1-B54B-A0DF157F2DF0}"/>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0" name="dp44-v5-summary / n14">
            <a:extLst xmlns:a="http://schemas.openxmlformats.org/drawingml/2006/main">
              <a:ext uri="{FF2B5EF4-FFF2-40B4-BE49-F238E27FC236}">
                <a16:creationId xmlns:a16="http://schemas.microsoft.com/office/drawing/2014/main" id="{8523C676-A43A-44CE-A258-2924E3EB62B5}"/>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81" name="dp44-v5-summary / n15">
            <a:extLst xmlns:a="http://schemas.openxmlformats.org/drawingml/2006/main">
              <a:ext uri="{FF2B5EF4-FFF2-40B4-BE49-F238E27FC236}">
                <a16:creationId xmlns:a16="http://schemas.microsoft.com/office/drawing/2014/main" id="{D8523886-F786-4280-9BAA-6217614F6446}"/>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[실제 호출과 retry 및 폐기 청구]</a:t>
            </a:r>
          </a:p>
        </p:txBody>
      </p:sp>
      <p:sp>
        <p:nvSpPr>
          <p:cNvPr id="282" name="dp44-v5-summary / n16">
            <a:extLst xmlns:a="http://schemas.openxmlformats.org/drawingml/2006/main">
              <a:ext uri="{FF2B5EF4-FFF2-40B4-BE49-F238E27FC236}">
                <a16:creationId xmlns:a16="http://schemas.microsoft.com/office/drawing/2014/main" id="{0D20DAF6-984D-4A1B-BB1D-BB45C039925B}"/>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[실제 호출과 retry 및 폐기 청구]</a:t>
            </a:r>
          </a:p>
        </p:txBody>
      </p:sp>
      <p:sp>
        <p:nvSpPr>
          <p:cNvPr id="283" name="dp44-v5-summary / n17">
            <a:extLst xmlns:a="http://schemas.openxmlformats.org/drawingml/2006/main">
              <a:ext uri="{FF2B5EF4-FFF2-40B4-BE49-F238E27FC236}">
                <a16:creationId xmlns:a16="http://schemas.microsoft.com/office/drawing/2014/main" id="{7DFFBE34-8135-4DF4-ABB7-21E96135119E}"/>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4" name="dp44-v5-summary / n18">
            <a:extLst xmlns:a="http://schemas.openxmlformats.org/drawingml/2006/main">
              <a:ext uri="{FF2B5EF4-FFF2-40B4-BE49-F238E27FC236}">
                <a16:creationId xmlns:a16="http://schemas.microsoft.com/office/drawing/2014/main" id="{9D7242E7-A55C-45AD-809B-973ECC48AF1C}"/>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285" name="dp44-v5-summary / n19">
            <a:extLst xmlns:a="http://schemas.openxmlformats.org/drawingml/2006/main">
              <a:ext uri="{FF2B5EF4-FFF2-40B4-BE49-F238E27FC236}">
                <a16:creationId xmlns:a16="http://schemas.microsoft.com/office/drawing/2014/main" id="{0B20B4F9-B4D7-4799-A378-34EF876F0CEB}"/>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[후속 규칙과 사건 계약의 수정]</a:t>
            </a:r>
          </a:p>
        </p:txBody>
      </p:sp>
      <p:sp>
        <p:nvSpPr>
          <p:cNvPr id="286" name="dp44-v5-summary / n20">
            <a:extLst xmlns:a="http://schemas.openxmlformats.org/drawingml/2006/main">
              <a:ext uri="{FF2B5EF4-FFF2-40B4-BE49-F238E27FC236}">
                <a16:creationId xmlns:a16="http://schemas.microsoft.com/office/drawing/2014/main" id="{02DD9AE1-1B81-4AD7-B44B-464604008507}"/>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[단계와 Join 계약의 실제 수정]</a:t>
            </a:r>
          </a:p>
        </p:txBody>
      </p:sp>
      <p:sp>
        <p:nvSpPr>
          <p:cNvPr id="287" name="dp44-v5-summary / n21">
            <a:extLst xmlns:a="http://schemas.openxmlformats.org/drawingml/2006/main">
              <a:ext uri="{FF2B5EF4-FFF2-40B4-BE49-F238E27FC236}">
                <a16:creationId xmlns:a16="http://schemas.microsoft.com/office/drawing/2014/main" id="{4A9E00F5-C2C1-40AD-9FE1-4A6FD484B099}"/>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8" name="dp44-v5-summary / n22">
            <a:extLst xmlns:a="http://schemas.openxmlformats.org/drawingml/2006/main">
              <a:ext uri="{FF2B5EF4-FFF2-40B4-BE49-F238E27FC236}">
                <a16:creationId xmlns:a16="http://schemas.microsoft.com/office/drawing/2014/main" id="{6645C46D-6093-4C7B-A699-2DEE875A295D}"/>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289" name="dp44-v5-summary / n23">
            <a:extLst xmlns:a="http://schemas.openxmlformats.org/drawingml/2006/main">
              <a:ext uri="{FF2B5EF4-FFF2-40B4-BE49-F238E27FC236}">
                <a16:creationId xmlns:a16="http://schemas.microsoft.com/office/drawing/2014/main" id="{05D05CC5-F7F0-4E92-B556-547867D1FE2C}"/>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[중앙 진행 상태와 실행 대기열]</a:t>
            </a:r>
          </a:p>
        </p:txBody>
      </p:sp>
      <p:sp>
        <p:nvSpPr>
          <p:cNvPr id="290" name="dp44-v5-summary / n24">
            <a:extLst xmlns:a="http://schemas.openxmlformats.org/drawingml/2006/main">
              <a:ext uri="{FF2B5EF4-FFF2-40B4-BE49-F238E27FC236}">
                <a16:creationId xmlns:a16="http://schemas.microsoft.com/office/drawing/2014/main" id="{EE88734C-BE42-48B6-A813-62832A7A75DA}"/>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1,840MiB  [window와 credit 및 envelope copy]</a:t>
            </a:r>
          </a:p>
        </p:txBody>
      </p:sp>
      <p:sp>
        <p:nvSpPr>
          <p:cNvPr id="291" name="dp44-v5-summary / n25">
            <a:extLst xmlns:a="http://schemas.openxmlformats.org/drawingml/2006/main">
              <a:ext uri="{FF2B5EF4-FFF2-40B4-BE49-F238E27FC236}">
                <a16:creationId xmlns:a16="http://schemas.microsoft.com/office/drawing/2014/main" id="{177584E4-7C26-43CC-90A5-4D4EE6DB7EA0}"/>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5F6B77"/>
                </a:solidFill>
                <a:latin typeface="Apple SD Gothic Neo"/>
                <a:ea typeface="Apple SD Gothic Neo"/>
                <a:cs typeface="Apple SD Gothic Neo"/>
              </a:defRPr>
            </a:pPr>
            <a:r>
              <a:rPr sz="1100"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292" name="dp44-v5-summary / n26">
            <a:extLst xmlns:a="http://schemas.openxmlformats.org/drawingml/2006/main">
              <a:ext uri="{FF2B5EF4-FFF2-40B4-BE49-F238E27FC236}">
                <a16:creationId xmlns:a16="http://schemas.microsoft.com/office/drawing/2014/main" id="{5BFDE993-08F6-4B0B-B415-0A650BFE656C}"/>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5F6B77"/>
                </a:solidFill>
                <a:latin typeface="Apple SD Gothic Neo"/>
                <a:ea typeface="Apple SD Gothic Neo"/>
                <a:cs typeface="Apple SD Gothic Neo"/>
              </a:defRPr>
            </a:pPr>
            <a:r>
              <a:rPr sz="110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4-comparison / legend_continuation_0">
            <a:extLst xmlns:a="http://schemas.openxmlformats.org/drawingml/2006/main">
              <a:ext uri="{FF2B5EF4-FFF2-40B4-BE49-F238E27FC236}">
                <a16:creationId xmlns:a16="http://schemas.microsoft.com/office/drawing/2014/main" id="{15518DFA-8989-4E95-ACD7-FA670AC3ED65}"/>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_continuation_1 / text 1">
            <a:extLst xmlns:a="http://schemas.openxmlformats.org/drawingml/2006/main">
              <a:ext uri="{FF2B5EF4-FFF2-40B4-BE49-F238E27FC236}">
                <a16:creationId xmlns:a16="http://schemas.microsoft.com/office/drawing/2014/main" id="{A2AD2E74-D43F-4EDB-AE67-0DC05EDD76D9}"/>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Legend</a:t>
            </a:r>
          </a:p>
        </p:txBody>
      </p:sp>
      <p:sp>
        <p:nvSpPr>
          <p:cNvPr id="43" name="dp44-comparison / legend_continuation_2">
            <a:extLst xmlns:a="http://schemas.openxmlformats.org/drawingml/2006/main">
              <a:ext uri="{FF2B5EF4-FFF2-40B4-BE49-F238E27FC236}">
                <a16:creationId xmlns:a16="http://schemas.microsoft.com/office/drawing/2014/main" id="{0A5C9E66-6249-4AE1-8A11-8B38E5D503A4}"/>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4-comparison / legend_continuation_3 / text 1">
            <a:extLst xmlns:a="http://schemas.openxmlformats.org/drawingml/2006/main">
              <a:ext uri="{FF2B5EF4-FFF2-40B4-BE49-F238E27FC236}">
                <a16:creationId xmlns:a16="http://schemas.microsoft.com/office/drawing/2014/main" id="{7128053D-304D-45CC-80A4-929726EFD944}"/>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Component</a:t>
            </a:r>
          </a:p>
        </p:txBody>
      </p:sp>
      <p:sp>
        <p:nvSpPr>
          <p:cNvPr id="45" name="dp44-comparison / legend_continuation_4 / text 1">
            <a:extLst xmlns:a="http://schemas.openxmlformats.org/drawingml/2006/main">
              <a:ext uri="{FF2B5EF4-FFF2-40B4-BE49-F238E27FC236}">
                <a16:creationId xmlns:a16="http://schemas.microsoft.com/office/drawing/2014/main" id="{CA8EE084-F777-4C1D-8293-DF70087184AB}"/>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4-comparison / legend_continuation_5">
            <a:extLst xmlns:a="http://schemas.openxmlformats.org/drawingml/2006/main">
              <a:ext uri="{FF2B5EF4-FFF2-40B4-BE49-F238E27FC236}">
                <a16:creationId xmlns:a16="http://schemas.microsoft.com/office/drawing/2014/main" id="{D34AA399-BC8E-4FEB-B95E-60B49EC43882}"/>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4-comparison / legend_continuation_6 / text 1">
            <a:extLst xmlns:a="http://schemas.openxmlformats.org/drawingml/2006/main">
              <a:ext uri="{FF2B5EF4-FFF2-40B4-BE49-F238E27FC236}">
                <a16:creationId xmlns:a16="http://schemas.microsoft.com/office/drawing/2014/main" id="{8126E048-00C7-4B07-A982-6D22A4800066}"/>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Module</a:t>
            </a:r>
          </a:p>
        </p:txBody>
      </p:sp>
      <p:sp>
        <p:nvSpPr>
          <p:cNvPr id="48" name="dp44-comparison / legend_continuation_7 / text 1">
            <a:extLst xmlns:a="http://schemas.openxmlformats.org/drawingml/2006/main">
              <a:ext uri="{FF2B5EF4-FFF2-40B4-BE49-F238E27FC236}">
                <a16:creationId xmlns:a16="http://schemas.microsoft.com/office/drawing/2014/main" id="{ECDAB91D-4AAC-40C5-8FD5-D938F1F55F4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4-comparison / legend_continuation_8">
            <a:extLst xmlns:a="http://schemas.openxmlformats.org/drawingml/2006/main">
              <a:ext uri="{FF2B5EF4-FFF2-40B4-BE49-F238E27FC236}">
                <a16:creationId xmlns:a16="http://schemas.microsoft.com/office/drawing/2014/main" id="{438E98DD-94EB-44B0-9E55-EE593CE4AD8A}"/>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4-comparison / legend_continuation_8 / fold">
            <a:extLst xmlns:a="http://schemas.openxmlformats.org/drawingml/2006/main">
              <a:ext uri="{FF2B5EF4-FFF2-40B4-BE49-F238E27FC236}">
                <a16:creationId xmlns:a16="http://schemas.microsoft.com/office/drawing/2014/main" id="{F84461E6-D200-4A60-8714-46C3134BBA7E}"/>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4-comparison / legend_continuation_9 / text 1">
            <a:extLst xmlns:a="http://schemas.openxmlformats.org/drawingml/2006/main">
              <a:ext uri="{FF2B5EF4-FFF2-40B4-BE49-F238E27FC236}">
                <a16:creationId xmlns:a16="http://schemas.microsoft.com/office/drawing/2014/main" id="{D2B1EA49-6512-4CA4-8FE9-A769E1493DC6}"/>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Data</a:t>
            </a:r>
          </a:p>
        </p:txBody>
      </p:sp>
      <p:sp>
        <p:nvSpPr>
          <p:cNvPr id="52" name="dp44-comparison / legend_continuation_10 / text 1">
            <a:extLst xmlns:a="http://schemas.openxmlformats.org/drawingml/2006/main">
              <a:ext uri="{FF2B5EF4-FFF2-40B4-BE49-F238E27FC236}">
                <a16:creationId xmlns:a16="http://schemas.microsoft.com/office/drawing/2014/main" id="{D634E017-610B-425F-8A14-D30740FF057A}"/>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4-comparison / legend_continuation_11">
            <a:extLst xmlns:a="http://schemas.openxmlformats.org/drawingml/2006/main">
              <a:ext uri="{FF2B5EF4-FFF2-40B4-BE49-F238E27FC236}">
                <a16:creationId xmlns:a16="http://schemas.microsoft.com/office/drawing/2014/main" id="{903B6DB6-67FE-4876-88BB-DDF616AED52F}"/>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4-comparison / legend_continuation_12 / text 1">
            <a:extLst xmlns:a="http://schemas.openxmlformats.org/drawingml/2006/main">
              <a:ext uri="{FF2B5EF4-FFF2-40B4-BE49-F238E27FC236}">
                <a16:creationId xmlns:a16="http://schemas.microsoft.com/office/drawing/2014/main" id="{43764D8F-AD59-4304-ABA6-8915776F373A}"/>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LLM</a:t>
            </a:r>
          </a:p>
        </p:txBody>
      </p:sp>
      <p:sp>
        <p:nvSpPr>
          <p:cNvPr id="55" name="dp44-comparison / legend_continuation_13 / text 1">
            <a:extLst xmlns:a="http://schemas.openxmlformats.org/drawingml/2006/main">
              <a:ext uri="{FF2B5EF4-FFF2-40B4-BE49-F238E27FC236}">
                <a16:creationId xmlns:a16="http://schemas.microsoft.com/office/drawing/2014/main" id="{084FDD09-734F-4646-89BB-F4B14541FC2D}"/>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4-comparison / legend_continuation_14">
            <a:extLst xmlns:a="http://schemas.openxmlformats.org/drawingml/2006/main">
              <a:ext uri="{FF2B5EF4-FFF2-40B4-BE49-F238E27FC236}">
                <a16:creationId xmlns:a16="http://schemas.microsoft.com/office/drawing/2014/main" id="{33FF9B74-108E-47BC-AD9D-BEE0A0BC183A}"/>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4-comparison / legend_continuation_15 / text 1">
            <a:extLst xmlns:a="http://schemas.openxmlformats.org/drawingml/2006/main">
              <a:ext uri="{FF2B5EF4-FFF2-40B4-BE49-F238E27FC236}">
                <a16:creationId xmlns:a16="http://schemas.microsoft.com/office/drawing/2014/main" id="{CC9282DD-6B08-4D10-AF07-2FA44B600146}"/>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Module</a:t>
            </a:r>
          </a:p>
        </p:txBody>
      </p:sp>
      <p:sp>
        <p:nvSpPr>
          <p:cNvPr id="58" name="dp44-comparison / legend_continuation_16 / text 1">
            <a:extLst xmlns:a="http://schemas.openxmlformats.org/drawingml/2006/main">
              <a:ext uri="{FF2B5EF4-FFF2-40B4-BE49-F238E27FC236}">
                <a16:creationId xmlns:a16="http://schemas.microsoft.com/office/drawing/2014/main" id="{FDE4FBF0-3595-446B-84E9-11FDB9A40673}"/>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4-comparison / legend_continuation_17">
            <a:extLst xmlns:a="http://schemas.openxmlformats.org/drawingml/2006/main">
              <a:ext uri="{FF2B5EF4-FFF2-40B4-BE49-F238E27FC236}">
                <a16:creationId xmlns:a16="http://schemas.microsoft.com/office/drawing/2014/main" id="{B8041E81-84D4-4B87-B90D-702B33C0FF6A}"/>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legend_continuation_18 / text 1">
            <a:extLst xmlns:a="http://schemas.openxmlformats.org/drawingml/2006/main">
              <a:ext uri="{FF2B5EF4-FFF2-40B4-BE49-F238E27FC236}">
                <a16:creationId xmlns:a16="http://schemas.microsoft.com/office/drawing/2014/main" id="{658917A0-4F25-4726-89A1-B17AEEE6F7B2}"/>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18232E"/>
                </a:solidFill>
                <a:latin typeface="Apple SD Gothic Neo"/>
                <a:ea typeface="Apple SD Gothic Neo"/>
                <a:cs typeface="Apple SD Gothic Neo"/>
              </a:defRPr>
            </a:pPr>
            <a:r>
              <a:rPr sz="800" b="0">
                <a:solidFill>
                  <a:srgbClr val="18232E"/>
                </a:solidFill>
                <a:latin typeface="Apple SD Gothic Neo"/>
                <a:ea typeface="Apple SD Gothic Neo"/>
                <a:cs typeface="Apple SD Gothic Neo"/>
              </a:rPr>
              <a:t>State</a:t>
            </a:r>
          </a:p>
        </p:txBody>
      </p:sp>
      <p:sp>
        <p:nvSpPr>
          <p:cNvPr id="61" name="dp44-comparison / legend_continuation_19 / text 1">
            <a:extLst xmlns:a="http://schemas.openxmlformats.org/drawingml/2006/main">
              <a:ext uri="{FF2B5EF4-FFF2-40B4-BE49-F238E27FC236}">
                <a16:creationId xmlns:a16="http://schemas.microsoft.com/office/drawing/2014/main" id="{919316E0-F80B-4AA9-ABE1-9B7EF13B8539}"/>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4-comparison / legend_continuation_20 / path">
            <a:extLst xmlns:a="http://schemas.openxmlformats.org/drawingml/2006/main">
              <a:ext uri="{FF2B5EF4-FFF2-40B4-BE49-F238E27FC236}">
                <a16:creationId xmlns:a16="http://schemas.microsoft.com/office/drawing/2014/main" id="{D7C812E8-69C3-4102-AD7D-6A92B940D2B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4-comparison / legend_continuation_20 / arrow">
            <a:extLst xmlns:a="http://schemas.openxmlformats.org/drawingml/2006/main">
              <a:ext uri="{FF2B5EF4-FFF2-40B4-BE49-F238E27FC236}">
                <a16:creationId xmlns:a16="http://schemas.microsoft.com/office/drawing/2014/main" id="{F8DA7D5F-1087-4D5D-95FC-9F8A69B48A96}"/>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4-comparison / legend_continuation_21 / text 1">
            <a:extLst xmlns:a="http://schemas.openxmlformats.org/drawingml/2006/main">
              <a:ext uri="{FF2B5EF4-FFF2-40B4-BE49-F238E27FC236}">
                <a16:creationId xmlns:a16="http://schemas.microsoft.com/office/drawing/2014/main" id="{9637013E-01DD-4E27-AF3E-0155ABA8BA8C}"/>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요청</a:t>
            </a:r>
          </a:p>
        </p:txBody>
      </p:sp>
      <p:sp>
        <p:nvSpPr>
          <p:cNvPr id="65" name="dp44-comparison / legend_continuation_22 / path">
            <a:extLst xmlns:a="http://schemas.openxmlformats.org/drawingml/2006/main">
              <a:ext uri="{FF2B5EF4-FFF2-40B4-BE49-F238E27FC236}">
                <a16:creationId xmlns:a16="http://schemas.microsoft.com/office/drawing/2014/main" id="{CC57AA60-8A84-4140-943C-CD1DF2831337}"/>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4-comparison / legend_continuation_22 / arrow">
            <a:extLst xmlns:a="http://schemas.openxmlformats.org/drawingml/2006/main">
              <a:ext uri="{FF2B5EF4-FFF2-40B4-BE49-F238E27FC236}">
                <a16:creationId xmlns:a16="http://schemas.microsoft.com/office/drawing/2014/main" id="{AD92B89A-6528-4A5B-960E-C8F47D433398}"/>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4-comparison / legend_continuation_23 / text 1">
            <a:extLst xmlns:a="http://schemas.openxmlformats.org/drawingml/2006/main">
              <a:ext uri="{FF2B5EF4-FFF2-40B4-BE49-F238E27FC236}">
                <a16:creationId xmlns:a16="http://schemas.microsoft.com/office/drawing/2014/main" id="{E4D1A82C-9758-48C3-ADC4-6EDA6F97AF5D}"/>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반환</a:t>
            </a:r>
          </a:p>
        </p:txBody>
      </p:sp>
      <p:sp>
        <p:nvSpPr>
          <p:cNvPr id="68" name="dp44-comparison / legend_continuation_24 / text 1">
            <a:extLst xmlns:a="http://schemas.openxmlformats.org/drawingml/2006/main">
              <a:ext uri="{FF2B5EF4-FFF2-40B4-BE49-F238E27FC236}">
                <a16:creationId xmlns:a16="http://schemas.microsoft.com/office/drawing/2014/main" id="{E124DF9F-5502-411F-AE6F-690045D3CA5F}"/>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아래: 순서도</a:t>
            </a:r>
          </a:p>
        </p:txBody>
      </p:sp>
      <p:sp>
        <p:nvSpPr>
          <p:cNvPr id="69" name="dp44-comparison / legend_continuation_25">
            <a:extLst xmlns:a="http://schemas.openxmlformats.org/drawingml/2006/main">
              <a:ext uri="{FF2B5EF4-FFF2-40B4-BE49-F238E27FC236}">
                <a16:creationId xmlns:a16="http://schemas.microsoft.com/office/drawing/2014/main" id="{5F835607-3428-49A4-BE9E-FBF70BCD1B3B}"/>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4-comparison / legend_continuation_26 / text 1">
            <a:extLst xmlns:a="http://schemas.openxmlformats.org/drawingml/2006/main">
              <a:ext uri="{FF2B5EF4-FFF2-40B4-BE49-F238E27FC236}">
                <a16:creationId xmlns:a16="http://schemas.microsoft.com/office/drawing/2014/main" id="{92B16CEF-4312-4E20-9A47-3568BF907C49}"/>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4-comparison / legend_continuation_27 / text 1">
            <a:extLst xmlns:a="http://schemas.openxmlformats.org/drawingml/2006/main">
              <a:ext uri="{FF2B5EF4-FFF2-40B4-BE49-F238E27FC236}">
                <a16:creationId xmlns:a16="http://schemas.microsoft.com/office/drawing/2014/main" id="{33F3E6A8-C1BD-4D9A-B822-B10C6C431234}"/>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동작</a:t>
            </a:r>
          </a:p>
        </p:txBody>
      </p:sp>
      <p:sp>
        <p:nvSpPr>
          <p:cNvPr id="72" name="dp44-comparison / legend_continuation_28">
            <a:extLst xmlns:a="http://schemas.openxmlformats.org/drawingml/2006/main">
              <a:ext uri="{FF2B5EF4-FFF2-40B4-BE49-F238E27FC236}">
                <a16:creationId xmlns:a16="http://schemas.microsoft.com/office/drawing/2014/main" id="{2843F478-94FA-4799-9136-7837D847BF8A}"/>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4-comparison / legend_continuation_29 / text 1">
            <a:extLst xmlns:a="http://schemas.openxmlformats.org/drawingml/2006/main">
              <a:ext uri="{FF2B5EF4-FFF2-40B4-BE49-F238E27FC236}">
                <a16:creationId xmlns:a16="http://schemas.microsoft.com/office/drawing/2014/main" id="{C49D5525-4FC1-4DE7-99D4-30EDAC8DE74D}"/>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4-comparison / legend_continuation_30 / text 1">
            <a:extLst xmlns:a="http://schemas.openxmlformats.org/drawingml/2006/main">
              <a:ext uri="{FF2B5EF4-FFF2-40B4-BE49-F238E27FC236}">
                <a16:creationId xmlns:a16="http://schemas.microsoft.com/office/drawing/2014/main" id="{AABA1A0F-D519-4E2E-B22E-AA08E5FCDA2E}"/>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분기</a:t>
            </a:r>
          </a:p>
        </p:txBody>
      </p:sp>
      <p:sp>
        <p:nvSpPr>
          <p:cNvPr id="75" name="dp44-comparison / n72">
            <a:extLst xmlns:a="http://schemas.openxmlformats.org/drawingml/2006/main">
              <a:ext uri="{FF2B5EF4-FFF2-40B4-BE49-F238E27FC236}">
                <a16:creationId xmlns:a16="http://schemas.microsoft.com/office/drawing/2014/main" id="{15DFDBDB-FF71-4311-AD1F-65DFCD8A5E75}"/>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4-comparison / n73 / text 1">
            <a:extLst xmlns:a="http://schemas.openxmlformats.org/drawingml/2006/main">
              <a:ext uri="{FF2B5EF4-FFF2-40B4-BE49-F238E27FC236}">
                <a16:creationId xmlns:a16="http://schemas.microsoft.com/office/drawing/2014/main" id="{2F190DAF-6B0A-4B34-9427-52BE7BEACCB1}"/>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Interaction Manager</a:t>
            </a:r>
          </a:p>
        </p:txBody>
      </p:sp>
      <p:sp>
        <p:nvSpPr>
          <p:cNvPr id="77" name="dp44-comparison / n74">
            <a:extLst xmlns:a="http://schemas.openxmlformats.org/drawingml/2006/main">
              <a:ext uri="{FF2B5EF4-FFF2-40B4-BE49-F238E27FC236}">
                <a16:creationId xmlns:a16="http://schemas.microsoft.com/office/drawing/2014/main" id="{2C93C853-1843-4B3B-B318-DFB0E3980FE3}"/>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5 / text 1">
            <a:extLst xmlns:a="http://schemas.openxmlformats.org/drawingml/2006/main">
              <a:ext uri="{FF2B5EF4-FFF2-40B4-BE49-F238E27FC236}">
                <a16:creationId xmlns:a16="http://schemas.microsoft.com/office/drawing/2014/main" id="{235B6575-472A-4A77-B69C-A503E39069EB}"/>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Task Manager</a:t>
            </a:r>
          </a:p>
        </p:txBody>
      </p:sp>
      <p:sp>
        <p:nvSpPr>
          <p:cNvPr id="79" name="dp44-comparison / n80">
            <a:extLst xmlns:a="http://schemas.openxmlformats.org/drawingml/2006/main">
              <a:ext uri="{FF2B5EF4-FFF2-40B4-BE49-F238E27FC236}">
                <a16:creationId xmlns:a16="http://schemas.microsoft.com/office/drawing/2014/main" id="{3D540F2A-75F3-4E38-A0C2-84C80D780642}"/>
              </a:ext>
            </a:extLst>
          </p:cNvPr>
          <p:cNvSpPr>
            <a:spLocks xmlns:a="http://schemas.openxmlformats.org/drawingml/2006/main" noGrp="1"/>
          </p:cNvSpPr>
          <p:nvPr/>
        </p:nvSpPr>
        <p:spPr>
          <a:xfrm xmlns:a="http://schemas.openxmlformats.org/drawingml/2006/main">
            <a:off x="157162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81 / text 1">
            <a:extLst xmlns:a="http://schemas.openxmlformats.org/drawingml/2006/main">
              <a:ext uri="{FF2B5EF4-FFF2-40B4-BE49-F238E27FC236}">
                <a16:creationId xmlns:a16="http://schemas.microsoft.com/office/drawing/2014/main" id="{01D5FA91-287A-4F05-A72B-759DA489634A}"/>
              </a:ext>
            </a:extLst>
          </p:cNvPr>
          <p:cNvSpPr>
            <a:spLocks xmlns:a="http://schemas.openxmlformats.org/drawingml/2006/main" noGrp="1"/>
          </p:cNvSpPr>
          <p:nvPr/>
        </p:nvSpPr>
        <p:spPr>
          <a:xfrm xmlns:a="http://schemas.openxmlformats.org/drawingml/2006/main">
            <a:off x="169545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Request Controller</a:t>
            </a:r>
          </a:p>
        </p:txBody>
      </p:sp>
      <p:sp>
        <p:nvSpPr>
          <p:cNvPr id="81" name="dp44-comparison / n82">
            <a:extLst xmlns:a="http://schemas.openxmlformats.org/drawingml/2006/main">
              <a:ext uri="{FF2B5EF4-FFF2-40B4-BE49-F238E27FC236}">
                <a16:creationId xmlns:a16="http://schemas.microsoft.com/office/drawing/2014/main" id="{F20EB0F5-E85D-47BB-8E78-10CCF7857C3C}"/>
              </a:ext>
            </a:extLst>
          </p:cNvPr>
          <p:cNvSpPr>
            <a:spLocks xmlns:a="http://schemas.openxmlformats.org/drawingml/2006/main" noGrp="1"/>
          </p:cNvSpPr>
          <p:nvPr/>
        </p:nvSpPr>
        <p:spPr>
          <a:xfrm xmlns:a="http://schemas.openxmlformats.org/drawingml/2006/main">
            <a:off x="185737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2" name="dp44-comparison / n83 / text 1">
            <a:extLst xmlns:a="http://schemas.openxmlformats.org/drawingml/2006/main">
              <a:ext uri="{FF2B5EF4-FFF2-40B4-BE49-F238E27FC236}">
                <a16:creationId xmlns:a16="http://schemas.microsoft.com/office/drawing/2014/main" id="{C5C8012C-670F-45E7-A1CC-0EC842913CC8}"/>
              </a:ext>
            </a:extLst>
          </p:cNvPr>
          <p:cNvSpPr>
            <a:spLocks xmlns:a="http://schemas.openxmlformats.org/drawingml/2006/main" noGrp="1"/>
          </p:cNvSpPr>
          <p:nvPr/>
        </p:nvSpPr>
        <p:spPr>
          <a:xfrm xmlns:a="http://schemas.openxmlformats.org/drawingml/2006/main">
            <a:off x="1943100" y="3549491"/>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Dialogue Dispatcher</a:t>
            </a:r>
          </a:p>
        </p:txBody>
      </p:sp>
      <p:sp>
        <p:nvSpPr>
          <p:cNvPr id="83" name="dp44-comparison / n84">
            <a:extLst xmlns:a="http://schemas.openxmlformats.org/drawingml/2006/main">
              <a:ext uri="{FF2B5EF4-FFF2-40B4-BE49-F238E27FC236}">
                <a16:creationId xmlns:a16="http://schemas.microsoft.com/office/drawing/2014/main" id="{56EE499D-8F51-4DA4-B83E-C982B71E8D78}"/>
              </a:ext>
            </a:extLst>
          </p:cNvPr>
          <p:cNvSpPr>
            <a:spLocks xmlns:a="http://schemas.openxmlformats.org/drawingml/2006/main" noGrp="1"/>
          </p:cNvSpPr>
          <p:nvPr/>
        </p:nvSpPr>
        <p:spPr>
          <a:xfrm xmlns:a="http://schemas.openxmlformats.org/drawingml/2006/main">
            <a:off x="5857875" y="3476625"/>
            <a:ext cx="3095625"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4" name="dp44-comparison / n85 / text 1">
            <a:extLst xmlns:a="http://schemas.openxmlformats.org/drawingml/2006/main">
              <a:ext uri="{FF2B5EF4-FFF2-40B4-BE49-F238E27FC236}">
                <a16:creationId xmlns:a16="http://schemas.microsoft.com/office/drawing/2014/main" id="{D0F33FB9-F249-481A-9AA4-2B5D38963EA6}"/>
              </a:ext>
            </a:extLst>
          </p:cNvPr>
          <p:cNvSpPr>
            <a:spLocks xmlns:a="http://schemas.openxmlformats.org/drawingml/2006/main" noGrp="1"/>
          </p:cNvSpPr>
          <p:nvPr/>
        </p:nvSpPr>
        <p:spPr>
          <a:xfrm xmlns:a="http://schemas.openxmlformats.org/drawingml/2006/main">
            <a:off x="5943600" y="356997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Dialogue Progress State</a:t>
            </a:r>
          </a:p>
        </p:txBody>
      </p:sp>
      <p:sp>
        <p:nvSpPr>
          <p:cNvPr id="85" name="dp44-comparison / n86 / path">
            <a:extLst xmlns:a="http://schemas.openxmlformats.org/drawingml/2006/main">
              <a:ext uri="{FF2B5EF4-FFF2-40B4-BE49-F238E27FC236}">
                <a16:creationId xmlns:a16="http://schemas.microsoft.com/office/drawing/2014/main" id="{07AFC67B-CD7C-456D-86C2-5B784396ADBD}"/>
              </a:ext>
            </a:extLst>
          </p:cNvPr>
          <p:cNvSpPr>
            <a:spLocks xmlns:a="http://schemas.openxmlformats.org/drawingml/2006/main" noGrp="1"/>
          </p:cNvSpPr>
          <p:nvPr/>
        </p:nvSpPr>
        <p:spPr>
          <a:xfrm xmlns:a="http://schemas.openxmlformats.org/drawingml/2006/main">
            <a:off x="295275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86" name="dp44-comparison / n86 / arrow">
            <a:extLst xmlns:a="http://schemas.openxmlformats.org/drawingml/2006/main">
              <a:ext uri="{FF2B5EF4-FFF2-40B4-BE49-F238E27FC236}">
                <a16:creationId xmlns:a16="http://schemas.microsoft.com/office/drawing/2014/main" id="{5A4DE3A8-A2B5-4A5A-A30D-48A7CC34DE06}"/>
              </a:ext>
            </a:extLst>
          </p:cNvPr>
          <p:cNvSpPr>
            <a:spLocks xmlns:a="http://schemas.openxmlformats.org/drawingml/2006/main" noGrp="1"/>
          </p:cNvSpPr>
          <p:nvPr/>
        </p:nvSpPr>
        <p:spPr>
          <a:xfrm xmlns:a="http://schemas.openxmlformats.org/drawingml/2006/main">
            <a:off x="318116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7 / path">
            <a:extLst xmlns:a="http://schemas.openxmlformats.org/drawingml/2006/main">
              <a:ext uri="{FF2B5EF4-FFF2-40B4-BE49-F238E27FC236}">
                <a16:creationId xmlns:a16="http://schemas.microsoft.com/office/drawing/2014/main" id="{63F4EB99-3D39-45EC-A14A-7BBE2859924C}"/>
              </a:ext>
            </a:extLst>
          </p:cNvPr>
          <p:cNvSpPr>
            <a:spLocks xmlns:a="http://schemas.openxmlformats.org/drawingml/2006/main" noGrp="1"/>
          </p:cNvSpPr>
          <p:nvPr/>
        </p:nvSpPr>
        <p:spPr>
          <a:xfrm xmlns:a="http://schemas.openxmlformats.org/drawingml/2006/main">
            <a:off x="4071938" y="2733675"/>
            <a:ext cx="3690938" cy="742950"/>
          </a:xfrm>
          <a:custGeom xmlns:a="http://schemas.openxmlformats.org/drawingml/2006/main">
            <a:pathLst>
              <a:path w="3690938" h="742950">
                <a:moveTo>
                  <a:pt x="3690938" y="0"/>
                </a:moveTo>
                <a:lnTo>
                  <a:pt x="3690938" y="228600"/>
                </a:lnTo>
                <a:lnTo>
                  <a:pt x="0" y="228600"/>
                </a:lnTo>
                <a:lnTo>
                  <a:pt x="0" y="742950"/>
                </a:lnTo>
              </a:path>
            </a:pathLst>
          </a:custGeom>
          <a:noFill xmlns:a="http://schemas.openxmlformats.org/drawingml/2006/main"/>
          <a:ln xmlns:a="http://schemas.openxmlformats.org/drawingml/2006/main" w="10478">
            <a:solidFill>
              <a:srgbClr val="000000"/>
            </a:solidFill>
            <a:prstDash val="solid"/>
          </a:ln>
        </p:spPr>
      </p:sp>
      <p:sp>
        <p:nvSpPr>
          <p:cNvPr id="88" name="dp44-comparison / n87 / arrow">
            <a:extLst xmlns:a="http://schemas.openxmlformats.org/drawingml/2006/main">
              <a:ext uri="{FF2B5EF4-FFF2-40B4-BE49-F238E27FC236}">
                <a16:creationId xmlns:a16="http://schemas.microsoft.com/office/drawing/2014/main" id="{4D07F4BC-5AA8-46D4-B983-BB6D37DF0D8C}"/>
              </a:ext>
            </a:extLst>
          </p:cNvPr>
          <p:cNvSpPr>
            <a:spLocks xmlns:a="http://schemas.openxmlformats.org/drawingml/2006/main" noGrp="1"/>
          </p:cNvSpPr>
          <p:nvPr/>
        </p:nvSpPr>
        <p:spPr>
          <a:xfrm xmlns:a="http://schemas.openxmlformats.org/drawingml/2006/main">
            <a:off x="40384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9" name="dp44-comparison / n88 / path">
            <a:extLst xmlns:a="http://schemas.openxmlformats.org/drawingml/2006/main">
              <a:ext uri="{FF2B5EF4-FFF2-40B4-BE49-F238E27FC236}">
                <a16:creationId xmlns:a16="http://schemas.microsoft.com/office/drawing/2014/main" id="{C238EB93-2C45-473B-AF59-C72BAA63D014}"/>
              </a:ext>
            </a:extLst>
          </p:cNvPr>
          <p:cNvSpPr>
            <a:spLocks xmlns:a="http://schemas.openxmlformats.org/drawingml/2006/main" noGrp="1"/>
          </p:cNvSpPr>
          <p:nvPr/>
        </p:nvSpPr>
        <p:spPr>
          <a:xfrm xmlns:a="http://schemas.openxmlformats.org/drawingml/2006/main">
            <a:off x="4572000" y="36671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B8753F"/>
            </a:solidFill>
            <a:prstDash val="solid"/>
          </a:ln>
        </p:spPr>
      </p:sp>
      <p:sp>
        <p:nvSpPr>
          <p:cNvPr id="90" name="dp44-comparison / n88 / arrow">
            <a:extLst xmlns:a="http://schemas.openxmlformats.org/drawingml/2006/main">
              <a:ext uri="{FF2B5EF4-FFF2-40B4-BE49-F238E27FC236}">
                <a16:creationId xmlns:a16="http://schemas.microsoft.com/office/drawing/2014/main" id="{DC168270-9152-4F6F-BF66-E96CCFB84225}"/>
              </a:ext>
            </a:extLst>
          </p:cNvPr>
          <p:cNvSpPr>
            <a:spLocks xmlns:a="http://schemas.openxmlformats.org/drawingml/2006/main" noGrp="1"/>
          </p:cNvSpPr>
          <p:nvPr/>
        </p:nvSpPr>
        <p:spPr>
          <a:xfrm xmlns:a="http://schemas.openxmlformats.org/drawingml/2006/main">
            <a:off x="5790819" y="36335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4-comparison / n89 / path">
            <a:extLst xmlns:a="http://schemas.openxmlformats.org/drawingml/2006/main">
              <a:ext uri="{FF2B5EF4-FFF2-40B4-BE49-F238E27FC236}">
                <a16:creationId xmlns:a16="http://schemas.microsoft.com/office/drawing/2014/main" id="{5C8E9CDD-8B3B-4395-95CC-7FBD6F82A3B2}"/>
              </a:ext>
            </a:extLst>
          </p:cNvPr>
          <p:cNvSpPr>
            <a:spLocks xmlns:a="http://schemas.openxmlformats.org/drawingml/2006/main" noGrp="1"/>
          </p:cNvSpPr>
          <p:nvPr/>
        </p:nvSpPr>
        <p:spPr>
          <a:xfrm xmlns:a="http://schemas.openxmlformats.org/drawingml/2006/main">
            <a:off x="4572000" y="3752850"/>
            <a:ext cx="1285875" cy="180975"/>
          </a:xfrm>
          <a:custGeom xmlns:a="http://schemas.openxmlformats.org/drawingml/2006/main">
            <a:pathLst>
              <a:path w="1285875" h="180975">
                <a:moveTo>
                  <a:pt x="1285875" y="0"/>
                </a:moveTo>
                <a:lnTo>
                  <a:pt x="1123950" y="0"/>
                </a:lnTo>
                <a:lnTo>
                  <a:pt x="1123950" y="180975"/>
                </a:lnTo>
                <a:lnTo>
                  <a:pt x="152400" y="180975"/>
                </a:lnTo>
                <a:lnTo>
                  <a:pt x="152400" y="0"/>
                </a:lnTo>
                <a:lnTo>
                  <a:pt x="0" y="0"/>
                </a:lnTo>
              </a:path>
            </a:pathLst>
          </a:custGeom>
          <a:noFill xmlns:a="http://schemas.openxmlformats.org/drawingml/2006/main"/>
          <a:ln xmlns:a="http://schemas.openxmlformats.org/drawingml/2006/main" w="10478">
            <a:solidFill>
              <a:srgbClr val="B8753F"/>
            </a:solidFill>
            <a:prstDash val="dash"/>
          </a:ln>
        </p:spPr>
      </p:sp>
      <p:sp>
        <p:nvSpPr>
          <p:cNvPr id="92" name="dp44-comparison / n89 / arrow">
            <a:extLst xmlns:a="http://schemas.openxmlformats.org/drawingml/2006/main">
              <a:ext uri="{FF2B5EF4-FFF2-40B4-BE49-F238E27FC236}">
                <a16:creationId xmlns:a16="http://schemas.microsoft.com/office/drawing/2014/main" id="{1540F4A0-5C77-40C6-9433-AA99D37B0B18}"/>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4-comparison / n94">
            <a:extLst xmlns:a="http://schemas.openxmlformats.org/drawingml/2006/main">
              <a:ext uri="{FF2B5EF4-FFF2-40B4-BE49-F238E27FC236}">
                <a16:creationId xmlns:a16="http://schemas.microsoft.com/office/drawing/2014/main" id="{E5DAFD93-0FA4-496F-9B48-A4A6264B080B}"/>
              </a:ext>
            </a:extLst>
          </p:cNvPr>
          <p:cNvSpPr>
            <a:spLocks xmlns:a="http://schemas.openxmlformats.org/drawingml/2006/main" noGrp="1"/>
          </p:cNvSpPr>
          <p:nvPr/>
        </p:nvSpPr>
        <p:spPr>
          <a:xfrm xmlns:a="http://schemas.openxmlformats.org/drawingml/2006/main">
            <a:off x="166687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4" name="dp44-comparison / n95 / text 1">
            <a:extLst xmlns:a="http://schemas.openxmlformats.org/drawingml/2006/main">
              <a:ext uri="{FF2B5EF4-FFF2-40B4-BE49-F238E27FC236}">
                <a16:creationId xmlns:a16="http://schemas.microsoft.com/office/drawing/2014/main" id="{6EAF981D-4755-4BB9-B7B8-027CD40082C4}"/>
              </a:ext>
            </a:extLst>
          </p:cNvPr>
          <p:cNvSpPr>
            <a:spLocks xmlns:a="http://schemas.openxmlformats.org/drawingml/2006/main" noGrp="1"/>
          </p:cNvSpPr>
          <p:nvPr/>
        </p:nvSpPr>
        <p:spPr>
          <a:xfrm xmlns:a="http://schemas.openxmlformats.org/drawingml/2006/main">
            <a:off x="175260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Request Interpreter</a:t>
            </a:r>
          </a:p>
        </p:txBody>
      </p:sp>
      <p:sp>
        <p:nvSpPr>
          <p:cNvPr id="95" name="dp44-comparison / n96">
            <a:extLst xmlns:a="http://schemas.openxmlformats.org/drawingml/2006/main">
              <a:ext uri="{FF2B5EF4-FFF2-40B4-BE49-F238E27FC236}">
                <a16:creationId xmlns:a16="http://schemas.microsoft.com/office/drawing/2014/main" id="{54085AE1-FC2B-440C-B60D-ED95F7FED801}"/>
              </a:ext>
            </a:extLst>
          </p:cNvPr>
          <p:cNvSpPr>
            <a:spLocks xmlns:a="http://schemas.openxmlformats.org/drawingml/2006/main" noGrp="1"/>
          </p:cNvSpPr>
          <p:nvPr/>
        </p:nvSpPr>
        <p:spPr>
          <a:xfrm xmlns:a="http://schemas.openxmlformats.org/drawingml/2006/main">
            <a:off x="428625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4-comparison / n97 / text 1">
            <a:extLst xmlns:a="http://schemas.openxmlformats.org/drawingml/2006/main">
              <a:ext uri="{FF2B5EF4-FFF2-40B4-BE49-F238E27FC236}">
                <a16:creationId xmlns:a16="http://schemas.microsoft.com/office/drawing/2014/main" id="{5E08C237-38F5-4D7A-B5CD-7635868B5818}"/>
              </a:ext>
            </a:extLst>
          </p:cNvPr>
          <p:cNvSpPr>
            <a:spLocks xmlns:a="http://schemas.openxmlformats.org/drawingml/2006/main" noGrp="1"/>
          </p:cNvSpPr>
          <p:nvPr/>
        </p:nvSpPr>
        <p:spPr>
          <a:xfrm xmlns:a="http://schemas.openxmlformats.org/drawingml/2006/main">
            <a:off x="441007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Response Manager</a:t>
            </a:r>
          </a:p>
        </p:txBody>
      </p:sp>
      <p:sp>
        <p:nvSpPr>
          <p:cNvPr id="97" name="dp44-comparison / n98">
            <a:extLst xmlns:a="http://schemas.openxmlformats.org/drawingml/2006/main">
              <a:ext uri="{FF2B5EF4-FFF2-40B4-BE49-F238E27FC236}">
                <a16:creationId xmlns:a16="http://schemas.microsoft.com/office/drawing/2014/main" id="{59FE2CBD-1A5D-4257-AD12-DA22793CBA62}"/>
              </a:ext>
            </a:extLst>
          </p:cNvPr>
          <p:cNvSpPr>
            <a:spLocks xmlns:a="http://schemas.openxmlformats.org/drawingml/2006/main" noGrp="1"/>
          </p:cNvSpPr>
          <p:nvPr/>
        </p:nvSpPr>
        <p:spPr>
          <a:xfrm xmlns:a="http://schemas.openxmlformats.org/drawingml/2006/main">
            <a:off x="447675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98" name="dp44-comparison / n99 / text 1">
            <a:extLst xmlns:a="http://schemas.openxmlformats.org/drawingml/2006/main">
              <a:ext uri="{FF2B5EF4-FFF2-40B4-BE49-F238E27FC236}">
                <a16:creationId xmlns:a16="http://schemas.microsoft.com/office/drawing/2014/main" id="{76DC92B9-77E4-4D02-968F-BD984E92B6B6}"/>
              </a:ext>
            </a:extLst>
          </p:cNvPr>
          <p:cNvSpPr>
            <a:spLocks xmlns:a="http://schemas.openxmlformats.org/drawingml/2006/main" noGrp="1"/>
          </p:cNvSpPr>
          <p:nvPr/>
        </p:nvSpPr>
        <p:spPr>
          <a:xfrm xmlns:a="http://schemas.openxmlformats.org/drawingml/2006/main">
            <a:off x="456247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Response Composer</a:t>
            </a:r>
          </a:p>
        </p:txBody>
      </p:sp>
      <p:sp>
        <p:nvSpPr>
          <p:cNvPr id="99" name="dp44-comparison / n100 / path">
            <a:extLst xmlns:a="http://schemas.openxmlformats.org/drawingml/2006/main">
              <a:ext uri="{FF2B5EF4-FFF2-40B4-BE49-F238E27FC236}">
                <a16:creationId xmlns:a16="http://schemas.microsoft.com/office/drawing/2014/main" id="{E5C6F2DD-756D-445D-8078-056AC5072494}"/>
              </a:ext>
            </a:extLst>
          </p:cNvPr>
          <p:cNvSpPr>
            <a:spLocks xmlns:a="http://schemas.openxmlformats.org/drawingml/2006/main" noGrp="1"/>
          </p:cNvSpPr>
          <p:nvPr/>
        </p:nvSpPr>
        <p:spPr>
          <a:xfrm xmlns:a="http://schemas.openxmlformats.org/drawingml/2006/main">
            <a:off x="157162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00" name="dp44-comparison / n100 / arrow">
            <a:extLst xmlns:a="http://schemas.openxmlformats.org/drawingml/2006/main">
              <a:ext uri="{FF2B5EF4-FFF2-40B4-BE49-F238E27FC236}">
                <a16:creationId xmlns:a16="http://schemas.microsoft.com/office/drawing/2014/main" id="{3ABF2A07-00CC-481D-8BCC-6E82F83081F2}"/>
              </a:ext>
            </a:extLst>
          </p:cNvPr>
          <p:cNvSpPr>
            <a:spLocks xmlns:a="http://schemas.openxmlformats.org/drawingml/2006/main" noGrp="1"/>
          </p:cNvSpPr>
          <p:nvPr/>
        </p:nvSpPr>
        <p:spPr>
          <a:xfrm xmlns:a="http://schemas.openxmlformats.org/drawingml/2006/main">
            <a:off x="275253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4-comparison / n101 / path">
            <a:extLst xmlns:a="http://schemas.openxmlformats.org/drawingml/2006/main">
              <a:ext uri="{FF2B5EF4-FFF2-40B4-BE49-F238E27FC236}">
                <a16:creationId xmlns:a16="http://schemas.microsoft.com/office/drawing/2014/main" id="{9757DFEA-F21A-4D57-814A-A4625B70FBCC}"/>
              </a:ext>
            </a:extLst>
          </p:cNvPr>
          <p:cNvSpPr>
            <a:spLocks xmlns:a="http://schemas.openxmlformats.org/drawingml/2006/main" noGrp="1"/>
          </p:cNvSpPr>
          <p:nvPr/>
        </p:nvSpPr>
        <p:spPr>
          <a:xfrm xmlns:a="http://schemas.openxmlformats.org/drawingml/2006/main">
            <a:off x="147637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02" name="dp44-comparison / n101 / arrow">
            <a:extLst xmlns:a="http://schemas.openxmlformats.org/drawingml/2006/main">
              <a:ext uri="{FF2B5EF4-FFF2-40B4-BE49-F238E27FC236}">
                <a16:creationId xmlns:a16="http://schemas.microsoft.com/office/drawing/2014/main" id="{87674683-6381-472B-A80F-1FD63153DCFD}"/>
              </a:ext>
            </a:extLst>
          </p:cNvPr>
          <p:cNvSpPr>
            <a:spLocks xmlns:a="http://schemas.openxmlformats.org/drawingml/2006/main" noGrp="1"/>
          </p:cNvSpPr>
          <p:nvPr/>
        </p:nvSpPr>
        <p:spPr>
          <a:xfrm xmlns:a="http://schemas.openxmlformats.org/drawingml/2006/main">
            <a:off x="17903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3" name="dp44-comparison / n104">
            <a:extLst xmlns:a="http://schemas.openxmlformats.org/drawingml/2006/main">
              <a:ext uri="{FF2B5EF4-FFF2-40B4-BE49-F238E27FC236}">
                <a16:creationId xmlns:a16="http://schemas.microsoft.com/office/drawing/2014/main" id="{C74FF008-02F7-4AFC-9DEE-7E98EC4DAED0}"/>
              </a:ext>
            </a:extLst>
          </p:cNvPr>
          <p:cNvSpPr>
            <a:spLocks xmlns:a="http://schemas.openxmlformats.org/drawingml/2006/main" noGrp="1"/>
          </p:cNvSpPr>
          <p:nvPr/>
        </p:nvSpPr>
        <p:spPr>
          <a:xfrm xmlns:a="http://schemas.openxmlformats.org/drawingml/2006/main">
            <a:off x="7000875" y="5095875"/>
            <a:ext cx="209550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04" name="dp44-comparison / n105 / text 1">
            <a:extLst xmlns:a="http://schemas.openxmlformats.org/drawingml/2006/main">
              <a:ext uri="{FF2B5EF4-FFF2-40B4-BE49-F238E27FC236}">
                <a16:creationId xmlns:a16="http://schemas.microsoft.com/office/drawing/2014/main" id="{549C54A7-3FB1-4240-B804-7E2598C917AD}"/>
              </a:ext>
            </a:extLst>
          </p:cNvPr>
          <p:cNvSpPr>
            <a:spLocks xmlns:a="http://schemas.openxmlformats.org/drawingml/2006/main" noGrp="1"/>
          </p:cNvSpPr>
          <p:nvPr/>
        </p:nvSpPr>
        <p:spPr>
          <a:xfrm xmlns:a="http://schemas.openxmlformats.org/drawingml/2006/main">
            <a:off x="7086600" y="5153978"/>
            <a:ext cx="1924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105" name="dp44-comparison / n106 / path">
            <a:extLst xmlns:a="http://schemas.openxmlformats.org/drawingml/2006/main">
              <a:ext uri="{FF2B5EF4-FFF2-40B4-BE49-F238E27FC236}">
                <a16:creationId xmlns:a16="http://schemas.microsoft.com/office/drawing/2014/main" id="{E20959EE-0C9C-4A08-B184-FCA63409EF06}"/>
              </a:ext>
            </a:extLst>
          </p:cNvPr>
          <p:cNvSpPr>
            <a:spLocks xmlns:a="http://schemas.openxmlformats.org/drawingml/2006/main" noGrp="1"/>
          </p:cNvSpPr>
          <p:nvPr/>
        </p:nvSpPr>
        <p:spPr>
          <a:xfrm xmlns:a="http://schemas.openxmlformats.org/drawingml/2006/main">
            <a:off x="3405188" y="3857625"/>
            <a:ext cx="2166938" cy="1238250"/>
          </a:xfrm>
          <a:custGeom xmlns:a="http://schemas.openxmlformats.org/drawingml/2006/main">
            <a:pathLst>
              <a:path w="2166938" h="1238250">
                <a:moveTo>
                  <a:pt x="0" y="0"/>
                </a:moveTo>
                <a:lnTo>
                  <a:pt x="0" y="704850"/>
                </a:lnTo>
                <a:lnTo>
                  <a:pt x="2166938" y="704850"/>
                </a:lnTo>
                <a:lnTo>
                  <a:pt x="2166938" y="1238250"/>
                </a:lnTo>
              </a:path>
            </a:pathLst>
          </a:custGeom>
          <a:noFill xmlns:a="http://schemas.openxmlformats.org/drawingml/2006/main"/>
          <a:ln xmlns:a="http://schemas.openxmlformats.org/drawingml/2006/main" w="10478">
            <a:solidFill>
              <a:srgbClr val="B8753F"/>
            </a:solidFill>
            <a:prstDash val="solid"/>
          </a:ln>
        </p:spPr>
      </p:sp>
      <p:sp>
        <p:nvSpPr>
          <p:cNvPr id="106" name="dp44-comparison / n106 / arrow">
            <a:extLst xmlns:a="http://schemas.openxmlformats.org/drawingml/2006/main">
              <a:ext uri="{FF2B5EF4-FFF2-40B4-BE49-F238E27FC236}">
                <a16:creationId xmlns:a16="http://schemas.microsoft.com/office/drawing/2014/main" id="{1019EB6F-C1C7-4AB2-B1FB-D2D4F53941B6}"/>
              </a:ext>
            </a:extLst>
          </p:cNvPr>
          <p:cNvSpPr>
            <a:spLocks xmlns:a="http://schemas.openxmlformats.org/drawingml/2006/main" noGrp="1"/>
          </p:cNvSpPr>
          <p:nvPr/>
        </p:nvSpPr>
        <p:spPr>
          <a:xfrm xmlns:a="http://schemas.openxmlformats.org/drawingml/2006/main">
            <a:off x="55385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7" name="dp44-comparison / n107 / path">
            <a:extLst xmlns:a="http://schemas.openxmlformats.org/drawingml/2006/main">
              <a:ext uri="{FF2B5EF4-FFF2-40B4-BE49-F238E27FC236}">
                <a16:creationId xmlns:a16="http://schemas.microsoft.com/office/drawing/2014/main" id="{2D8A9412-4A3F-4B57-812E-1AD2B04A4E78}"/>
              </a:ext>
            </a:extLst>
          </p:cNvPr>
          <p:cNvSpPr>
            <a:spLocks xmlns:a="http://schemas.openxmlformats.org/drawingml/2006/main" noGrp="1"/>
          </p:cNvSpPr>
          <p:nvPr/>
        </p:nvSpPr>
        <p:spPr>
          <a:xfrm xmlns:a="http://schemas.openxmlformats.org/drawingml/2006/main">
            <a:off x="4572000" y="3752850"/>
            <a:ext cx="1333500" cy="1343025"/>
          </a:xfrm>
          <a:custGeom xmlns:a="http://schemas.openxmlformats.org/drawingml/2006/main">
            <a:pathLst>
              <a:path w="1333500" h="1343025">
                <a:moveTo>
                  <a:pt x="1333500" y="1343025"/>
                </a:moveTo>
                <a:lnTo>
                  <a:pt x="1333500" y="857250"/>
                </a:lnTo>
                <a:lnTo>
                  <a:pt x="95250" y="857250"/>
                </a:lnTo>
                <a:lnTo>
                  <a:pt x="95250" y="0"/>
                </a:lnTo>
                <a:lnTo>
                  <a:pt x="0" y="0"/>
                </a:lnTo>
              </a:path>
            </a:pathLst>
          </a:custGeom>
          <a:noFill xmlns:a="http://schemas.openxmlformats.org/drawingml/2006/main"/>
          <a:ln xmlns:a="http://schemas.openxmlformats.org/drawingml/2006/main" w="10478">
            <a:solidFill>
              <a:srgbClr val="B8753F"/>
            </a:solidFill>
            <a:prstDash val="dash"/>
          </a:ln>
        </p:spPr>
      </p:sp>
      <p:sp>
        <p:nvSpPr>
          <p:cNvPr id="108" name="dp44-comparison / n107 / arrow">
            <a:extLst xmlns:a="http://schemas.openxmlformats.org/drawingml/2006/main">
              <a:ext uri="{FF2B5EF4-FFF2-40B4-BE49-F238E27FC236}">
                <a16:creationId xmlns:a16="http://schemas.microsoft.com/office/drawing/2014/main" id="{F9A5F577-B303-4D27-9B4E-B918813A9931}"/>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9" name="dp44-comparison / n108 / path">
            <a:extLst xmlns:a="http://schemas.openxmlformats.org/drawingml/2006/main">
              <a:ext uri="{FF2B5EF4-FFF2-40B4-BE49-F238E27FC236}">
                <a16:creationId xmlns:a16="http://schemas.microsoft.com/office/drawing/2014/main" id="{1D48D584-2428-4EC8-950A-A3744CC88274}"/>
              </a:ext>
            </a:extLst>
          </p:cNvPr>
          <p:cNvSpPr>
            <a:spLocks xmlns:a="http://schemas.openxmlformats.org/drawingml/2006/main" noGrp="1"/>
          </p:cNvSpPr>
          <p:nvPr/>
        </p:nvSpPr>
        <p:spPr>
          <a:xfrm xmlns:a="http://schemas.openxmlformats.org/drawingml/2006/main">
            <a:off x="4572000" y="3600450"/>
            <a:ext cx="3476625" cy="1495425"/>
          </a:xfrm>
          <a:custGeom xmlns:a="http://schemas.openxmlformats.org/drawingml/2006/main">
            <a:pathLst>
              <a:path w="3476625" h="1495425">
                <a:moveTo>
                  <a:pt x="0" y="0"/>
                </a:moveTo>
                <a:lnTo>
                  <a:pt x="238125" y="0"/>
                </a:lnTo>
                <a:lnTo>
                  <a:pt x="238125" y="923925"/>
                </a:lnTo>
                <a:lnTo>
                  <a:pt x="3476625" y="923925"/>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110" name="dp44-comparison / n108 / arrow">
            <a:extLst xmlns:a="http://schemas.openxmlformats.org/drawingml/2006/main">
              <a:ext uri="{FF2B5EF4-FFF2-40B4-BE49-F238E27FC236}">
                <a16:creationId xmlns:a16="http://schemas.microsoft.com/office/drawing/2014/main" id="{20BA9F2C-98EF-41B3-90B2-59E001380CFC}"/>
              </a:ext>
            </a:extLst>
          </p:cNvPr>
          <p:cNvSpPr>
            <a:spLocks xmlns:a="http://schemas.openxmlformats.org/drawingml/2006/main" noGrp="1"/>
          </p:cNvSpPr>
          <p:nvPr/>
        </p:nvSpPr>
        <p:spPr>
          <a:xfrm xmlns:a="http://schemas.openxmlformats.org/drawingml/2006/main">
            <a:off x="80150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11" name="dp44-comparison / n117 / path">
            <a:extLst xmlns:a="http://schemas.openxmlformats.org/drawingml/2006/main">
              <a:ext uri="{FF2B5EF4-FFF2-40B4-BE49-F238E27FC236}">
                <a16:creationId xmlns:a16="http://schemas.microsoft.com/office/drawing/2014/main" id="{4AA20794-7287-4648-8ACA-94577A24582B}"/>
              </a:ext>
            </a:extLst>
          </p:cNvPr>
          <p:cNvSpPr>
            <a:spLocks xmlns:a="http://schemas.openxmlformats.org/drawingml/2006/main" noGrp="1"/>
          </p:cNvSpPr>
          <p:nvPr/>
        </p:nvSpPr>
        <p:spPr>
          <a:xfrm xmlns:a="http://schemas.openxmlformats.org/drawingml/2006/main">
            <a:off x="157162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12" name="dp44-comparison / n120">
            <a:extLst xmlns:a="http://schemas.openxmlformats.org/drawingml/2006/main">
              <a:ext uri="{FF2B5EF4-FFF2-40B4-BE49-F238E27FC236}">
                <a16:creationId xmlns:a16="http://schemas.microsoft.com/office/drawing/2014/main" id="{2A73AE59-2365-483A-85A4-F4F989DF678C}"/>
              </a:ext>
            </a:extLst>
          </p:cNvPr>
          <p:cNvSpPr>
            <a:spLocks xmlns:a="http://schemas.openxmlformats.org/drawingml/2006/main" noGrp="1"/>
          </p:cNvSpPr>
          <p:nvPr/>
        </p:nvSpPr>
        <p:spPr>
          <a:xfrm xmlns:a="http://schemas.openxmlformats.org/drawingml/2006/main">
            <a:off x="1666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4-comparison / n121 / text 1">
            <a:extLst xmlns:a="http://schemas.openxmlformats.org/drawingml/2006/main">
              <a:ext uri="{FF2B5EF4-FFF2-40B4-BE49-F238E27FC236}">
                <a16:creationId xmlns:a16="http://schemas.microsoft.com/office/drawing/2014/main" id="{9324B292-3506-4B5D-B5EF-4FD4CCCF5A8F}"/>
              </a:ext>
            </a:extLst>
          </p:cNvPr>
          <p:cNvSpPr>
            <a:spLocks xmlns:a="http://schemas.openxmlformats.org/drawingml/2006/main" noGrp="1"/>
          </p:cNvSpPr>
          <p:nvPr/>
        </p:nvSpPr>
        <p:spPr>
          <a:xfrm xmlns:a="http://schemas.openxmlformats.org/drawingml/2006/main">
            <a:off x="1752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Meaning1 완료</a:t>
            </a:r>
          </a:p>
        </p:txBody>
      </p:sp>
      <p:sp>
        <p:nvSpPr>
          <p:cNvPr id="114" name="dp44-comparison / n122">
            <a:extLst xmlns:a="http://schemas.openxmlformats.org/drawingml/2006/main">
              <a:ext uri="{FF2B5EF4-FFF2-40B4-BE49-F238E27FC236}">
                <a16:creationId xmlns:a16="http://schemas.microsoft.com/office/drawing/2014/main" id="{A5BDFA0E-7F1C-4659-8C72-2F51CD3625E4}"/>
              </a:ext>
            </a:extLst>
          </p:cNvPr>
          <p:cNvSpPr>
            <a:spLocks xmlns:a="http://schemas.openxmlformats.org/drawingml/2006/main" noGrp="1"/>
          </p:cNvSpPr>
          <p:nvPr/>
        </p:nvSpPr>
        <p:spPr>
          <a:xfrm xmlns:a="http://schemas.openxmlformats.org/drawingml/2006/main">
            <a:off x="4333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4-comparison / n123 / text 1">
            <a:extLst xmlns:a="http://schemas.openxmlformats.org/drawingml/2006/main">
              <a:ext uri="{FF2B5EF4-FFF2-40B4-BE49-F238E27FC236}">
                <a16:creationId xmlns:a16="http://schemas.microsoft.com/office/drawing/2014/main" id="{7A83E60D-B824-4351-8ACB-B39AFAED12CE}"/>
              </a:ext>
            </a:extLst>
          </p:cNvPr>
          <p:cNvSpPr>
            <a:spLocks xmlns:a="http://schemas.openxmlformats.org/drawingml/2006/main" noGrp="1"/>
          </p:cNvSpPr>
          <p:nvPr/>
        </p:nvSpPr>
        <p:spPr>
          <a:xfrm xmlns:a="http://schemas.openxmlformats.org/drawingml/2006/main">
            <a:off x="4419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Dispatcher: 준비 지시</a:t>
            </a:r>
          </a:p>
        </p:txBody>
      </p:sp>
      <p:sp>
        <p:nvSpPr>
          <p:cNvPr id="116" name="dp44-comparison / n124 / path">
            <a:extLst xmlns:a="http://schemas.openxmlformats.org/drawingml/2006/main">
              <a:ext uri="{FF2B5EF4-FFF2-40B4-BE49-F238E27FC236}">
                <a16:creationId xmlns:a16="http://schemas.microsoft.com/office/drawing/2014/main" id="{BEB0450F-B375-4293-BAB3-85B0EFCCD3A7}"/>
              </a:ext>
            </a:extLst>
          </p:cNvPr>
          <p:cNvSpPr>
            <a:spLocks xmlns:a="http://schemas.openxmlformats.org/drawingml/2006/main" noGrp="1"/>
          </p:cNvSpPr>
          <p:nvPr/>
        </p:nvSpPr>
        <p:spPr>
          <a:xfrm xmlns:a="http://schemas.openxmlformats.org/drawingml/2006/main">
            <a:off x="3905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17" name="dp44-comparison / n124 / arrow">
            <a:extLst xmlns:a="http://schemas.openxmlformats.org/drawingml/2006/main">
              <a:ext uri="{FF2B5EF4-FFF2-40B4-BE49-F238E27FC236}">
                <a16:creationId xmlns:a16="http://schemas.microsoft.com/office/drawing/2014/main" id="{689AA964-C0A8-422B-A032-23A0640C0443}"/>
              </a:ext>
            </a:extLst>
          </p:cNvPr>
          <p:cNvSpPr>
            <a:spLocks xmlns:a="http://schemas.openxmlformats.org/drawingml/2006/main" noGrp="1"/>
          </p:cNvSpPr>
          <p:nvPr/>
        </p:nvSpPr>
        <p:spPr>
          <a:xfrm xmlns:a="http://schemas.openxmlformats.org/drawingml/2006/main">
            <a:off x="4266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18" name="dp44-comparison / n125">
            <a:extLst xmlns:a="http://schemas.openxmlformats.org/drawingml/2006/main">
              <a:ext uri="{FF2B5EF4-FFF2-40B4-BE49-F238E27FC236}">
                <a16:creationId xmlns:a16="http://schemas.microsoft.com/office/drawing/2014/main" id="{255D470D-4BB1-4866-BB60-90E42B5C841E}"/>
              </a:ext>
            </a:extLst>
          </p:cNvPr>
          <p:cNvSpPr>
            <a:spLocks xmlns:a="http://schemas.openxmlformats.org/drawingml/2006/main" noGrp="1"/>
          </p:cNvSpPr>
          <p:nvPr/>
        </p:nvSpPr>
        <p:spPr>
          <a:xfrm xmlns:a="http://schemas.openxmlformats.org/drawingml/2006/main">
            <a:off x="700087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26 / text 1">
            <a:extLst xmlns:a="http://schemas.openxmlformats.org/drawingml/2006/main">
              <a:ext uri="{FF2B5EF4-FFF2-40B4-BE49-F238E27FC236}">
                <a16:creationId xmlns:a16="http://schemas.microsoft.com/office/drawing/2014/main" id="{75550A39-1F58-48DC-98F0-FF08CD824B3D}"/>
              </a:ext>
            </a:extLst>
          </p:cNvPr>
          <p:cNvSpPr>
            <a:spLocks xmlns:a="http://schemas.openxmlformats.org/drawingml/2006/main" noGrp="1"/>
          </p:cNvSpPr>
          <p:nvPr/>
        </p:nvSpPr>
        <p:spPr>
          <a:xfrm xmlns:a="http://schemas.openxmlformats.org/drawingml/2006/main">
            <a:off x="708660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Composer: 후보 반환</a:t>
            </a:r>
          </a:p>
        </p:txBody>
      </p:sp>
      <p:sp>
        <p:nvSpPr>
          <p:cNvPr id="120" name="dp44-comparison / n127 / path">
            <a:extLst xmlns:a="http://schemas.openxmlformats.org/drawingml/2006/main">
              <a:ext uri="{FF2B5EF4-FFF2-40B4-BE49-F238E27FC236}">
                <a16:creationId xmlns:a16="http://schemas.microsoft.com/office/drawing/2014/main" id="{600AFC5A-8581-4044-9392-4CDFCACB1714}"/>
              </a:ext>
            </a:extLst>
          </p:cNvPr>
          <p:cNvSpPr>
            <a:spLocks xmlns:a="http://schemas.openxmlformats.org/drawingml/2006/main" noGrp="1"/>
          </p:cNvSpPr>
          <p:nvPr/>
        </p:nvSpPr>
        <p:spPr>
          <a:xfrm xmlns:a="http://schemas.openxmlformats.org/drawingml/2006/main">
            <a:off x="6572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1" name="dp44-comparison / n127 / arrow">
            <a:extLst xmlns:a="http://schemas.openxmlformats.org/drawingml/2006/main">
              <a:ext uri="{FF2B5EF4-FFF2-40B4-BE49-F238E27FC236}">
                <a16:creationId xmlns:a16="http://schemas.microsoft.com/office/drawing/2014/main" id="{1716F717-241B-4169-860D-949C09339B74}"/>
              </a:ext>
            </a:extLst>
          </p:cNvPr>
          <p:cNvSpPr>
            <a:spLocks xmlns:a="http://schemas.openxmlformats.org/drawingml/2006/main" noGrp="1"/>
          </p:cNvSpPr>
          <p:nvPr/>
        </p:nvSpPr>
        <p:spPr>
          <a:xfrm xmlns:a="http://schemas.openxmlformats.org/drawingml/2006/main">
            <a:off x="6933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2" name="dp44-comparison / n128 / path">
            <a:extLst xmlns:a="http://schemas.openxmlformats.org/drawingml/2006/main">
              <a:ext uri="{FF2B5EF4-FFF2-40B4-BE49-F238E27FC236}">
                <a16:creationId xmlns:a16="http://schemas.microsoft.com/office/drawing/2014/main" id="{FCE4A217-CEF3-488B-9F63-F25770D2DBDA}"/>
              </a:ext>
            </a:extLst>
          </p:cNvPr>
          <p:cNvSpPr>
            <a:spLocks xmlns:a="http://schemas.openxmlformats.org/drawingml/2006/main" noGrp="1"/>
          </p:cNvSpPr>
          <p:nvPr/>
        </p:nvSpPr>
        <p:spPr>
          <a:xfrm xmlns:a="http://schemas.openxmlformats.org/drawingml/2006/main">
            <a:off x="5453063" y="6877050"/>
            <a:ext cx="2643188" cy="133350"/>
          </a:xfrm>
          <a:custGeom xmlns:a="http://schemas.openxmlformats.org/drawingml/2006/main">
            <a:pathLst>
              <a:path w="2643188" h="133350">
                <a:moveTo>
                  <a:pt x="2643188" y="0"/>
                </a:moveTo>
                <a:lnTo>
                  <a:pt x="2643188" y="133350"/>
                </a:lnTo>
                <a:lnTo>
                  <a:pt x="0" y="133350"/>
                </a:lnTo>
                <a:lnTo>
                  <a:pt x="0" y="0"/>
                </a:lnTo>
              </a:path>
            </a:pathLst>
          </a:custGeom>
          <a:noFill xmlns:a="http://schemas.openxmlformats.org/drawingml/2006/main"/>
          <a:ln xmlns:a="http://schemas.openxmlformats.org/drawingml/2006/main" w="10478">
            <a:solidFill>
              <a:srgbClr val="B8753F"/>
            </a:solidFill>
            <a:prstDash val="dash"/>
          </a:ln>
        </p:spPr>
      </p:sp>
      <p:sp>
        <p:nvSpPr>
          <p:cNvPr id="123" name="dp44-comparison / n128 / arrow">
            <a:extLst xmlns:a="http://schemas.openxmlformats.org/drawingml/2006/main">
              <a:ext uri="{FF2B5EF4-FFF2-40B4-BE49-F238E27FC236}">
                <a16:creationId xmlns:a16="http://schemas.microsoft.com/office/drawing/2014/main" id="{CAC2C121-5ADB-4BA1-974A-6DB137034128}"/>
              </a:ext>
            </a:extLst>
          </p:cNvPr>
          <p:cNvSpPr>
            <a:spLocks xmlns:a="http://schemas.openxmlformats.org/drawingml/2006/main" noGrp="1"/>
          </p:cNvSpPr>
          <p:nvPr/>
        </p:nvSpPr>
        <p:spPr>
          <a:xfrm xmlns:a="http://schemas.openxmlformats.org/drawingml/2006/main">
            <a:off x="5419535" y="68770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124" name="dp44-comparison / n133">
            <a:extLst xmlns:a="http://schemas.openxmlformats.org/drawingml/2006/main">
              <a:ext uri="{FF2B5EF4-FFF2-40B4-BE49-F238E27FC236}">
                <a16:creationId xmlns:a16="http://schemas.microsoft.com/office/drawing/2014/main" id="{9FA6D584-48AD-45EA-AB31-2E20B68A3660}"/>
              </a:ext>
            </a:extLst>
          </p:cNvPr>
          <p:cNvSpPr>
            <a:spLocks xmlns:a="http://schemas.openxmlformats.org/drawingml/2006/main" noGrp="1"/>
          </p:cNvSpPr>
          <p:nvPr/>
        </p:nvSpPr>
        <p:spPr>
          <a:xfrm xmlns:a="http://schemas.openxmlformats.org/drawingml/2006/main">
            <a:off x="1666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4-comparison / n134 / text 1">
            <a:extLst xmlns:a="http://schemas.openxmlformats.org/drawingml/2006/main">
              <a:ext uri="{FF2B5EF4-FFF2-40B4-BE49-F238E27FC236}">
                <a16:creationId xmlns:a16="http://schemas.microsoft.com/office/drawing/2014/main" id="{5D6B766A-BFE6-45EF-948A-39BA09C6E8AF}"/>
              </a:ext>
            </a:extLst>
          </p:cNvPr>
          <p:cNvSpPr>
            <a:spLocks xmlns:a="http://schemas.openxmlformats.org/drawingml/2006/main" noGrp="1"/>
          </p:cNvSpPr>
          <p:nvPr/>
        </p:nvSpPr>
        <p:spPr>
          <a:xfrm xmlns:a="http://schemas.openxmlformats.org/drawingml/2006/main">
            <a:off x="1752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옛 응답 준비 완료</a:t>
            </a:r>
          </a:p>
        </p:txBody>
      </p:sp>
      <p:sp>
        <p:nvSpPr>
          <p:cNvPr id="126" name="dp44-comparison / n135">
            <a:extLst xmlns:a="http://schemas.openxmlformats.org/drawingml/2006/main">
              <a:ext uri="{FF2B5EF4-FFF2-40B4-BE49-F238E27FC236}">
                <a16:creationId xmlns:a16="http://schemas.microsoft.com/office/drawing/2014/main" id="{076BA1D1-CF14-4AF9-AFA9-7FE81F39DEB4}"/>
              </a:ext>
            </a:extLst>
          </p:cNvPr>
          <p:cNvSpPr>
            <a:spLocks xmlns:a="http://schemas.openxmlformats.org/drawingml/2006/main" noGrp="1"/>
          </p:cNvSpPr>
          <p:nvPr/>
        </p:nvSpPr>
        <p:spPr>
          <a:xfrm xmlns:a="http://schemas.openxmlformats.org/drawingml/2006/main">
            <a:off x="4333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4-comparison / n136 / text 1">
            <a:extLst xmlns:a="http://schemas.openxmlformats.org/drawingml/2006/main">
              <a:ext uri="{FF2B5EF4-FFF2-40B4-BE49-F238E27FC236}">
                <a16:creationId xmlns:a16="http://schemas.microsoft.com/office/drawing/2014/main" id="{68093A64-A595-4B36-ABB9-3AB956308C36}"/>
              </a:ext>
            </a:extLst>
          </p:cNvPr>
          <p:cNvSpPr>
            <a:spLocks xmlns:a="http://schemas.openxmlformats.org/drawingml/2006/main" noGrp="1"/>
          </p:cNvSpPr>
          <p:nvPr/>
        </p:nvSpPr>
        <p:spPr>
          <a:xfrm xmlns:a="http://schemas.openxmlformats.org/drawingml/2006/main">
            <a:off x="4419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Dispatcher: 현재성 검사</a:t>
            </a:r>
          </a:p>
        </p:txBody>
      </p:sp>
      <p:sp>
        <p:nvSpPr>
          <p:cNvPr id="128" name="dp44-comparison / n137 / path">
            <a:extLst xmlns:a="http://schemas.openxmlformats.org/drawingml/2006/main">
              <a:ext uri="{FF2B5EF4-FFF2-40B4-BE49-F238E27FC236}">
                <a16:creationId xmlns:a16="http://schemas.microsoft.com/office/drawing/2014/main" id="{51CEE340-B020-45CA-BFE4-455A61A79743}"/>
              </a:ext>
            </a:extLst>
          </p:cNvPr>
          <p:cNvSpPr>
            <a:spLocks xmlns:a="http://schemas.openxmlformats.org/drawingml/2006/main" noGrp="1"/>
          </p:cNvSpPr>
          <p:nvPr/>
        </p:nvSpPr>
        <p:spPr>
          <a:xfrm xmlns:a="http://schemas.openxmlformats.org/drawingml/2006/main">
            <a:off x="3905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4-comparison / n137 / arrow">
            <a:extLst xmlns:a="http://schemas.openxmlformats.org/drawingml/2006/main">
              <a:ext uri="{FF2B5EF4-FFF2-40B4-BE49-F238E27FC236}">
                <a16:creationId xmlns:a16="http://schemas.microsoft.com/office/drawing/2014/main" id="{EDE2A47F-CCE5-4453-8A83-B6E51DD17396}"/>
              </a:ext>
            </a:extLst>
          </p:cNvPr>
          <p:cNvSpPr>
            <a:spLocks xmlns:a="http://schemas.openxmlformats.org/drawingml/2006/main" noGrp="1"/>
          </p:cNvSpPr>
          <p:nvPr/>
        </p:nvSpPr>
        <p:spPr>
          <a:xfrm xmlns:a="http://schemas.openxmlformats.org/drawingml/2006/main">
            <a:off x="4266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4-comparison / n138">
            <a:extLst xmlns:a="http://schemas.openxmlformats.org/drawingml/2006/main">
              <a:ext uri="{FF2B5EF4-FFF2-40B4-BE49-F238E27FC236}">
                <a16:creationId xmlns:a16="http://schemas.microsoft.com/office/drawing/2014/main" id="{81D74A20-6555-4483-861D-B29C1E555AFF}"/>
              </a:ext>
            </a:extLst>
          </p:cNvPr>
          <p:cNvSpPr>
            <a:spLocks xmlns:a="http://schemas.openxmlformats.org/drawingml/2006/main" noGrp="1"/>
          </p:cNvSpPr>
          <p:nvPr/>
        </p:nvSpPr>
        <p:spPr>
          <a:xfrm xmlns:a="http://schemas.openxmlformats.org/drawingml/2006/main">
            <a:off x="700087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4-comparison / n139 / text 1">
            <a:extLst xmlns:a="http://schemas.openxmlformats.org/drawingml/2006/main">
              <a:ext uri="{FF2B5EF4-FFF2-40B4-BE49-F238E27FC236}">
                <a16:creationId xmlns:a16="http://schemas.microsoft.com/office/drawing/2014/main" id="{41F9B045-4BF4-48F6-8BB3-7E071A8DE41D}"/>
              </a:ext>
            </a:extLst>
          </p:cNvPr>
          <p:cNvSpPr>
            <a:spLocks xmlns:a="http://schemas.openxmlformats.org/drawingml/2006/main" noGrp="1"/>
          </p:cNvSpPr>
          <p:nvPr/>
        </p:nvSpPr>
        <p:spPr>
          <a:xfrm xmlns:a="http://schemas.openxmlformats.org/drawingml/2006/main">
            <a:off x="708660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중앙에서 무효 후보 폐기</a:t>
            </a:r>
          </a:p>
        </p:txBody>
      </p:sp>
      <p:sp>
        <p:nvSpPr>
          <p:cNvPr id="132" name="dp44-comparison / n140 / path">
            <a:extLst xmlns:a="http://schemas.openxmlformats.org/drawingml/2006/main">
              <a:ext uri="{FF2B5EF4-FFF2-40B4-BE49-F238E27FC236}">
                <a16:creationId xmlns:a16="http://schemas.microsoft.com/office/drawing/2014/main" id="{0B4E10BF-794E-4D5D-8B25-008EA91BE57F}"/>
              </a:ext>
            </a:extLst>
          </p:cNvPr>
          <p:cNvSpPr>
            <a:spLocks xmlns:a="http://schemas.openxmlformats.org/drawingml/2006/main" noGrp="1"/>
          </p:cNvSpPr>
          <p:nvPr/>
        </p:nvSpPr>
        <p:spPr>
          <a:xfrm xmlns:a="http://schemas.openxmlformats.org/drawingml/2006/main">
            <a:off x="6572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4-comparison / n140 / arrow">
            <a:extLst xmlns:a="http://schemas.openxmlformats.org/drawingml/2006/main">
              <a:ext uri="{FF2B5EF4-FFF2-40B4-BE49-F238E27FC236}">
                <a16:creationId xmlns:a16="http://schemas.microsoft.com/office/drawing/2014/main" id="{6BA7D571-F631-4604-9368-1E529C4218B1}"/>
              </a:ext>
            </a:extLst>
          </p:cNvPr>
          <p:cNvSpPr>
            <a:spLocks xmlns:a="http://schemas.openxmlformats.org/drawingml/2006/main" noGrp="1"/>
          </p:cNvSpPr>
          <p:nvPr/>
        </p:nvSpPr>
        <p:spPr>
          <a:xfrm xmlns:a="http://schemas.openxmlformats.org/drawingml/2006/main">
            <a:off x="6933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4-comparison / n76">
            <a:extLst xmlns:a="http://schemas.openxmlformats.org/drawingml/2006/main">
              <a:ext uri="{FF2B5EF4-FFF2-40B4-BE49-F238E27FC236}">
                <a16:creationId xmlns:a16="http://schemas.microsoft.com/office/drawing/2014/main" id="{8B96C399-B3AF-448D-A6E6-BA22D366FFF0}"/>
              </a:ext>
            </a:extLst>
          </p:cNvPr>
          <p:cNvSpPr>
            <a:spLocks xmlns:a="http://schemas.openxmlformats.org/drawingml/2006/main" noGrp="1"/>
          </p:cNvSpPr>
          <p:nvPr/>
        </p:nvSpPr>
        <p:spPr>
          <a:xfrm xmlns:a="http://schemas.openxmlformats.org/drawingml/2006/main">
            <a:off x="164782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4-comparison / n77 / text 1">
            <a:extLst xmlns:a="http://schemas.openxmlformats.org/drawingml/2006/main">
              <a:ext uri="{FF2B5EF4-FFF2-40B4-BE49-F238E27FC236}">
                <a16:creationId xmlns:a16="http://schemas.microsoft.com/office/drawing/2014/main" id="{AD7319D6-3D0A-4927-A647-EE963FCF9AE4}"/>
              </a:ext>
            </a:extLst>
          </p:cNvPr>
          <p:cNvSpPr>
            <a:spLocks xmlns:a="http://schemas.openxmlformats.org/drawingml/2006/main" noGrp="1"/>
          </p:cNvSpPr>
          <p:nvPr/>
        </p:nvSpPr>
        <p:spPr>
          <a:xfrm xmlns:a="http://schemas.openxmlformats.org/drawingml/2006/main">
            <a:off x="166687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Input1: “잠깐, 표부터 설명해줘”</a:t>
            </a:r>
          </a:p>
        </p:txBody>
      </p:sp>
      <p:sp>
        <p:nvSpPr>
          <p:cNvPr id="136" name="dp44-comparison / n78">
            <a:extLst xmlns:a="http://schemas.openxmlformats.org/drawingml/2006/main">
              <a:ext uri="{FF2B5EF4-FFF2-40B4-BE49-F238E27FC236}">
                <a16:creationId xmlns:a16="http://schemas.microsoft.com/office/drawing/2014/main" id="{6DF8254E-063B-4B42-A9E7-A2E1E6F46805}"/>
              </a:ext>
            </a:extLst>
          </p:cNvPr>
          <p:cNvSpPr>
            <a:spLocks xmlns:a="http://schemas.openxmlformats.org/drawingml/2006/main" noGrp="1"/>
          </p:cNvSpPr>
          <p:nvPr/>
        </p:nvSpPr>
        <p:spPr>
          <a:xfrm xmlns:a="http://schemas.openxmlformats.org/drawingml/2006/main">
            <a:off x="631507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4-comparison / n79 / text 1">
            <a:extLst xmlns:a="http://schemas.openxmlformats.org/drawingml/2006/main">
              <a:ext uri="{FF2B5EF4-FFF2-40B4-BE49-F238E27FC236}">
                <a16:creationId xmlns:a16="http://schemas.microsoft.com/office/drawing/2014/main" id="{342B9FCD-BFA7-481C-9452-4310E887930F}"/>
              </a:ext>
            </a:extLst>
          </p:cNvPr>
          <p:cNvSpPr>
            <a:spLocks xmlns:a="http://schemas.openxmlformats.org/drawingml/2006/main" noGrp="1"/>
          </p:cNvSpPr>
          <p:nvPr/>
        </p:nvSpPr>
        <p:spPr>
          <a:xfrm xmlns:a="http://schemas.openxmlformats.org/drawingml/2006/main">
            <a:off x="633412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Task1 메일 / Question1 수신자 질문</a:t>
            </a:r>
          </a:p>
        </p:txBody>
      </p:sp>
      <p:sp>
        <p:nvSpPr>
          <p:cNvPr id="138" name="dp44-comparison / n90">
            <a:extLst xmlns:a="http://schemas.openxmlformats.org/drawingml/2006/main">
              <a:ext uri="{FF2B5EF4-FFF2-40B4-BE49-F238E27FC236}">
                <a16:creationId xmlns:a16="http://schemas.microsoft.com/office/drawing/2014/main" id="{4762F7B9-81FD-466D-AE39-F3FD734B52B3}"/>
              </a:ext>
            </a:extLst>
          </p:cNvPr>
          <p:cNvSpPr>
            <a:spLocks xmlns:a="http://schemas.openxmlformats.org/drawingml/2006/main" noGrp="1"/>
          </p:cNvSpPr>
          <p:nvPr/>
        </p:nvSpPr>
        <p:spPr>
          <a:xfrm xmlns:a="http://schemas.openxmlformats.org/drawingml/2006/main">
            <a:off x="1838325" y="4038600"/>
            <a:ext cx="2650808"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4-comparison / n91 / text 1">
            <a:extLst xmlns:a="http://schemas.openxmlformats.org/drawingml/2006/main">
              <a:ext uri="{FF2B5EF4-FFF2-40B4-BE49-F238E27FC236}">
                <a16:creationId xmlns:a16="http://schemas.microsoft.com/office/drawing/2014/main" id="{01964BD2-84F8-4D2B-8A6A-6E4337A34722}"/>
              </a:ext>
            </a:extLst>
          </p:cNvPr>
          <p:cNvSpPr>
            <a:spLocks xmlns:a="http://schemas.openxmlformats.org/drawingml/2006/main" noGrp="1"/>
          </p:cNvSpPr>
          <p:nvPr/>
        </p:nvSpPr>
        <p:spPr>
          <a:xfrm xmlns:a="http://schemas.openxmlformats.org/drawingml/2006/main">
            <a:off x="1857375" y="4048125"/>
            <a:ext cx="3714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000000"/>
                </a:solidFill>
                <a:latin typeface="Apple SD Gothic Neo"/>
                <a:ea typeface="Apple SD Gothic Neo"/>
                <a:cs typeface="Apple SD Gothic Neo"/>
              </a:defRPr>
            </a:pPr>
            <a:r>
              <a:rPr sz="1300" b="0">
                <a:solidFill>
                  <a:srgbClr val="000000"/>
                </a:solidFill>
                <a:latin typeface="Apple SD Gothic Neo"/>
                <a:ea typeface="Apple SD Gothic Neo"/>
                <a:cs typeface="Apple SD Gothic Neo"/>
              </a:rPr>
              <a:t>다음 실행 지시와 완료 결과 회수</a:t>
            </a:r>
          </a:p>
        </p:txBody>
      </p:sp>
      <p:sp>
        <p:nvSpPr>
          <p:cNvPr id="140" name="dp44-comparison / n92">
            <a:extLst xmlns:a="http://schemas.openxmlformats.org/drawingml/2006/main">
              <a:ext uri="{FF2B5EF4-FFF2-40B4-BE49-F238E27FC236}">
                <a16:creationId xmlns:a16="http://schemas.microsoft.com/office/drawing/2014/main" id="{6F1F653B-5442-48E7-871E-C2EC626FAEE5}"/>
              </a:ext>
            </a:extLst>
          </p:cNvPr>
          <p:cNvSpPr>
            <a:spLocks xmlns:a="http://schemas.openxmlformats.org/drawingml/2006/main" noGrp="1"/>
          </p:cNvSpPr>
          <p:nvPr/>
        </p:nvSpPr>
        <p:spPr>
          <a:xfrm xmlns:a="http://schemas.openxmlformats.org/drawingml/2006/main">
            <a:off x="5857875" y="3943350"/>
            <a:ext cx="3095625" cy="438150"/>
          </a:xfrm>
          <a:custGeom xmlns:a="http://schemas.openxmlformats.org/drawingml/2006/main">
            <a:pathLst>
              <a:path w="3095625" h="438150">
                <a:moveTo>
                  <a:pt x="0" y="0"/>
                </a:moveTo>
                <a:lnTo>
                  <a:pt x="2924175" y="0"/>
                </a:lnTo>
                <a:lnTo>
                  <a:pt x="3095625" y="171450"/>
                </a:lnTo>
                <a:lnTo>
                  <a:pt x="3095625" y="438150"/>
                </a:lnTo>
                <a:lnTo>
                  <a:pt x="0" y="4381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92 / fold">
            <a:extLst xmlns:a="http://schemas.openxmlformats.org/drawingml/2006/main">
              <a:ext uri="{FF2B5EF4-FFF2-40B4-BE49-F238E27FC236}">
                <a16:creationId xmlns:a16="http://schemas.microsoft.com/office/drawing/2014/main" id="{5BB8092B-9AA2-4760-A347-C74047F9161A}"/>
              </a:ext>
            </a:extLst>
          </p:cNvPr>
          <p:cNvSpPr>
            <a:spLocks xmlns:a="http://schemas.openxmlformats.org/drawingml/2006/main" noGrp="1"/>
          </p:cNvSpPr>
          <p:nvPr/>
        </p:nvSpPr>
        <p:spPr>
          <a:xfrm xmlns:a="http://schemas.openxmlformats.org/drawingml/2006/main">
            <a:off x="8782050" y="3943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2" name="dp44-comparison / n93 / text 1">
            <a:extLst xmlns:a="http://schemas.openxmlformats.org/drawingml/2006/main">
              <a:ext uri="{FF2B5EF4-FFF2-40B4-BE49-F238E27FC236}">
                <a16:creationId xmlns:a16="http://schemas.microsoft.com/office/drawing/2014/main" id="{B7B5A5E4-AA30-4460-9C90-1EE6844E0924}"/>
              </a:ext>
            </a:extLst>
          </p:cNvPr>
          <p:cNvSpPr>
            <a:spLocks xmlns:a="http://schemas.openxmlformats.org/drawingml/2006/main" noGrp="1"/>
          </p:cNvSpPr>
          <p:nvPr/>
        </p:nvSpPr>
        <p:spPr>
          <a:xfrm xmlns:a="http://schemas.openxmlformats.org/drawingml/2006/main">
            <a:off x="5953125" y="400050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Input1 / Job1: 표 설명 준비</a:t>
            </a:r>
          </a:p>
        </p:txBody>
      </p:sp>
      <p:sp>
        <p:nvSpPr>
          <p:cNvPr id="143" name="dp44-comparison / n93 / text 2">
            <a:extLst xmlns:a="http://schemas.openxmlformats.org/drawingml/2006/main">
              <a:ext uri="{FF2B5EF4-FFF2-40B4-BE49-F238E27FC236}">
                <a16:creationId xmlns:a16="http://schemas.microsoft.com/office/drawing/2014/main" id="{DF43B1D7-0819-4611-8C9C-2464592CD208}"/>
              </a:ext>
            </a:extLst>
          </p:cNvPr>
          <p:cNvSpPr>
            <a:spLocks xmlns:a="http://schemas.openxmlformats.org/drawingml/2006/main" noGrp="1"/>
          </p:cNvSpPr>
          <p:nvPr/>
        </p:nvSpPr>
        <p:spPr>
          <a:xfrm xmlns:a="http://schemas.openxmlformats.org/drawingml/2006/main">
            <a:off x="5953125" y="4120515"/>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next:PREPARE_RESPONSE / waiting:Meaning1</a:t>
            </a:r>
          </a:p>
        </p:txBody>
      </p:sp>
      <p:sp>
        <p:nvSpPr>
          <p:cNvPr id="144" name="dp44-comparison / n93 / text 3">
            <a:extLst xmlns:a="http://schemas.openxmlformats.org/drawingml/2006/main">
              <a:ext uri="{FF2B5EF4-FFF2-40B4-BE49-F238E27FC236}">
                <a16:creationId xmlns:a16="http://schemas.microsoft.com/office/drawing/2014/main" id="{F389071F-1D48-4C62-A97C-3DE1A4C8E72D}"/>
              </a:ext>
            </a:extLst>
          </p:cNvPr>
          <p:cNvSpPr>
            <a:spLocks xmlns:a="http://schemas.openxmlformats.org/drawingml/2006/main" noGrp="1"/>
          </p:cNvSpPr>
          <p:nvPr/>
        </p:nvSpPr>
        <p:spPr>
          <a:xfrm xmlns:a="http://schemas.openxmlformats.org/drawingml/2006/main">
            <a:off x="5953125" y="424053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이전 Input0의 Candidate0: 무효</a:t>
            </a:r>
          </a:p>
        </p:txBody>
      </p:sp>
      <p:sp>
        <p:nvSpPr>
          <p:cNvPr id="145" name="dp44-comparison / n102">
            <a:extLst xmlns:a="http://schemas.openxmlformats.org/drawingml/2006/main">
              <a:ext uri="{FF2B5EF4-FFF2-40B4-BE49-F238E27FC236}">
                <a16:creationId xmlns:a16="http://schemas.microsoft.com/office/drawing/2014/main" id="{4DEA1FCC-E3E6-452E-B9E1-8734FA5BFE54}"/>
              </a:ext>
            </a:extLst>
          </p:cNvPr>
          <p:cNvSpPr>
            <a:spLocks xmlns:a="http://schemas.openxmlformats.org/drawingml/2006/main" noGrp="1"/>
          </p:cNvSpPr>
          <p:nvPr/>
        </p:nvSpPr>
        <p:spPr>
          <a:xfrm xmlns:a="http://schemas.openxmlformats.org/drawingml/2006/main">
            <a:off x="164782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4-comparison / n103 / text 1">
            <a:extLst xmlns:a="http://schemas.openxmlformats.org/drawingml/2006/main">
              <a:ext uri="{FF2B5EF4-FFF2-40B4-BE49-F238E27FC236}">
                <a16:creationId xmlns:a16="http://schemas.microsoft.com/office/drawing/2014/main" id="{AC98AE58-552B-4AF7-948A-56451BB3EBD4}"/>
              </a:ext>
            </a:extLst>
          </p:cNvPr>
          <p:cNvSpPr>
            <a:spLocks xmlns:a="http://schemas.openxmlformats.org/drawingml/2006/main" noGrp="1"/>
          </p:cNvSpPr>
          <p:nvPr/>
        </p:nvSpPr>
        <p:spPr>
          <a:xfrm xmlns:a="http://schemas.openxmlformats.org/drawingml/2006/main">
            <a:off x="166687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① 이해 완료: Meaning1</a:t>
            </a:r>
          </a:p>
        </p:txBody>
      </p:sp>
      <p:sp>
        <p:nvSpPr>
          <p:cNvPr id="147" name="dp44-comparison / n109">
            <a:extLst xmlns:a="http://schemas.openxmlformats.org/drawingml/2006/main">
              <a:ext uri="{FF2B5EF4-FFF2-40B4-BE49-F238E27FC236}">
                <a16:creationId xmlns:a16="http://schemas.microsoft.com/office/drawing/2014/main" id="{4476FF5D-D9FB-4BA8-997C-2C3BC4357EEB}"/>
              </a:ext>
            </a:extLst>
          </p:cNvPr>
          <p:cNvSpPr>
            <a:spLocks xmlns:a="http://schemas.openxmlformats.org/drawingml/2006/main" noGrp="1"/>
          </p:cNvSpPr>
          <p:nvPr/>
        </p:nvSpPr>
        <p:spPr>
          <a:xfrm xmlns:a="http://schemas.openxmlformats.org/drawingml/2006/main">
            <a:off x="5029200" y="4381500"/>
            <a:ext cx="229133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4-comparison / n110 / text 1">
            <a:extLst xmlns:a="http://schemas.openxmlformats.org/drawingml/2006/main">
              <a:ext uri="{FF2B5EF4-FFF2-40B4-BE49-F238E27FC236}">
                <a16:creationId xmlns:a16="http://schemas.microsoft.com/office/drawing/2014/main" id="{E1A8C03C-399D-4850-889D-F07D8156409F}"/>
              </a:ext>
            </a:extLst>
          </p:cNvPr>
          <p:cNvSpPr>
            <a:spLocks xmlns:a="http://schemas.openxmlformats.org/drawingml/2006/main" noGrp="1"/>
          </p:cNvSpPr>
          <p:nvPr/>
        </p:nvSpPr>
        <p:spPr>
          <a:xfrm xmlns:a="http://schemas.openxmlformats.org/drawingml/2006/main">
            <a:off x="5048250" y="4391025"/>
            <a:ext cx="3905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중앙의 준비 지시 / ③ 준비 결과 회수</a:t>
            </a:r>
          </a:p>
        </p:txBody>
      </p:sp>
      <p:sp>
        <p:nvSpPr>
          <p:cNvPr id="149" name="dp44-comparison / n111">
            <a:extLst xmlns:a="http://schemas.openxmlformats.org/drawingml/2006/main">
              <a:ext uri="{FF2B5EF4-FFF2-40B4-BE49-F238E27FC236}">
                <a16:creationId xmlns:a16="http://schemas.microsoft.com/office/drawing/2014/main" id="{3D943B5B-1165-4EE3-BE10-7259BEA4723C}"/>
              </a:ext>
            </a:extLst>
          </p:cNvPr>
          <p:cNvSpPr>
            <a:spLocks xmlns:a="http://schemas.openxmlformats.org/drawingml/2006/main" noGrp="1"/>
          </p:cNvSpPr>
          <p:nvPr/>
        </p:nvSpPr>
        <p:spPr>
          <a:xfrm xmlns:a="http://schemas.openxmlformats.org/drawingml/2006/main">
            <a:off x="166687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0" name="dp44-comparison / n111 / fold">
            <a:extLst xmlns:a="http://schemas.openxmlformats.org/drawingml/2006/main">
              <a:ext uri="{FF2B5EF4-FFF2-40B4-BE49-F238E27FC236}">
                <a16:creationId xmlns:a16="http://schemas.microsoft.com/office/drawing/2014/main" id="{B0B5F7D4-DC4F-4E16-B8AF-A7DCC49904CB}"/>
              </a:ext>
            </a:extLst>
          </p:cNvPr>
          <p:cNvSpPr>
            <a:spLocks xmlns:a="http://schemas.openxmlformats.org/drawingml/2006/main" noGrp="1"/>
          </p:cNvSpPr>
          <p:nvPr/>
        </p:nvSpPr>
        <p:spPr>
          <a:xfrm xmlns:a="http://schemas.openxmlformats.org/drawingml/2006/main">
            <a:off x="373380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1" name="dp44-comparison / n112 / text 1">
            <a:extLst xmlns:a="http://schemas.openxmlformats.org/drawingml/2006/main">
              <a:ext uri="{FF2B5EF4-FFF2-40B4-BE49-F238E27FC236}">
                <a16:creationId xmlns:a16="http://schemas.microsoft.com/office/drawing/2014/main" id="{98B04D6F-9B02-44B5-9692-16FCBDD9FC96}"/>
              </a:ext>
            </a:extLst>
          </p:cNvPr>
          <p:cNvSpPr>
            <a:spLocks xmlns:a="http://schemas.openxmlformats.org/drawingml/2006/main" noGrp="1"/>
          </p:cNvSpPr>
          <p:nvPr/>
        </p:nvSpPr>
        <p:spPr>
          <a:xfrm xmlns:a="http://schemas.openxmlformats.org/drawingml/2006/main">
            <a:off x="1762125" y="541972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준비 완료: Candidate1</a:t>
            </a:r>
          </a:p>
        </p:txBody>
      </p:sp>
      <p:sp>
        <p:nvSpPr>
          <p:cNvPr id="152" name="dp44-comparison / n112 / text 2">
            <a:extLst xmlns:a="http://schemas.openxmlformats.org/drawingml/2006/main">
              <a:ext uri="{FF2B5EF4-FFF2-40B4-BE49-F238E27FC236}">
                <a16:creationId xmlns:a16="http://schemas.microsoft.com/office/drawing/2014/main" id="{C593192F-F99C-4914-AF69-40457822F16A}"/>
              </a:ext>
            </a:extLst>
          </p:cNvPr>
          <p:cNvSpPr>
            <a:spLocks xmlns:a="http://schemas.openxmlformats.org/drawingml/2006/main" noGrp="1"/>
          </p:cNvSpPr>
          <p:nvPr/>
        </p:nvSpPr>
        <p:spPr>
          <a:xfrm xmlns:a="http://schemas.openxmlformats.org/drawingml/2006/main">
            <a:off x="1762125" y="554545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input_ref:Input1</a:t>
            </a:r>
          </a:p>
        </p:txBody>
      </p:sp>
      <p:sp>
        <p:nvSpPr>
          <p:cNvPr id="153" name="dp44-comparison / n112 / text 3">
            <a:extLst xmlns:a="http://schemas.openxmlformats.org/drawingml/2006/main">
              <a:ext uri="{FF2B5EF4-FFF2-40B4-BE49-F238E27FC236}">
                <a16:creationId xmlns:a16="http://schemas.microsoft.com/office/drawing/2014/main" id="{B162789D-C675-4450-8042-E4DDA05B60AA}"/>
              </a:ext>
            </a:extLst>
          </p:cNvPr>
          <p:cNvSpPr>
            <a:spLocks xmlns:a="http://schemas.openxmlformats.org/drawingml/2006/main" noGrp="1"/>
          </p:cNvSpPr>
          <p:nvPr/>
        </p:nvSpPr>
        <p:spPr>
          <a:xfrm xmlns:a="http://schemas.openxmlformats.org/drawingml/2006/main">
            <a:off x="1762125" y="567118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content_ref:표 설명</a:t>
            </a:r>
          </a:p>
        </p:txBody>
      </p:sp>
      <p:sp>
        <p:nvSpPr>
          <p:cNvPr id="154" name="dp44-comparison / n112 / text 4">
            <a:extLst xmlns:a="http://schemas.openxmlformats.org/drawingml/2006/main">
              <a:ext uri="{FF2B5EF4-FFF2-40B4-BE49-F238E27FC236}">
                <a16:creationId xmlns:a16="http://schemas.microsoft.com/office/drawing/2014/main" id="{37902A9A-B9E7-4E92-A8A7-CC14CD17CB79}"/>
              </a:ext>
            </a:extLst>
          </p:cNvPr>
          <p:cNvSpPr>
            <a:spLocks xmlns:a="http://schemas.openxmlformats.org/drawingml/2006/main" noGrp="1"/>
          </p:cNvSpPr>
          <p:nvPr/>
        </p:nvSpPr>
        <p:spPr>
          <a:xfrm xmlns:a="http://schemas.openxmlformats.org/drawingml/2006/main">
            <a:off x="1762125" y="579691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이 후보도 Dispatcher로 반환</a:t>
            </a:r>
          </a:p>
        </p:txBody>
      </p:sp>
      <p:sp>
        <p:nvSpPr>
          <p:cNvPr id="155" name="dp44-comparison / n113">
            <a:extLst xmlns:a="http://schemas.openxmlformats.org/drawingml/2006/main">
              <a:ext uri="{FF2B5EF4-FFF2-40B4-BE49-F238E27FC236}">
                <a16:creationId xmlns:a16="http://schemas.microsoft.com/office/drawing/2014/main" id="{39C20D61-AEB0-4BC2-A351-D2501F146D2D}"/>
              </a:ext>
            </a:extLst>
          </p:cNvPr>
          <p:cNvSpPr>
            <a:spLocks xmlns:a="http://schemas.openxmlformats.org/drawingml/2006/main" noGrp="1"/>
          </p:cNvSpPr>
          <p:nvPr/>
        </p:nvSpPr>
        <p:spPr>
          <a:xfrm xmlns:a="http://schemas.openxmlformats.org/drawingml/2006/main">
            <a:off x="4600575" y="5610225"/>
            <a:ext cx="2676144"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4-comparison / n114 / text 1">
            <a:extLst xmlns:a="http://schemas.openxmlformats.org/drawingml/2006/main">
              <a:ext uri="{FF2B5EF4-FFF2-40B4-BE49-F238E27FC236}">
                <a16:creationId xmlns:a16="http://schemas.microsoft.com/office/drawing/2014/main" id="{6117B7EE-DE99-473B-991E-3398A8DBCB6B}"/>
              </a:ext>
            </a:extLst>
          </p:cNvPr>
          <p:cNvSpPr>
            <a:spLocks xmlns:a="http://schemas.openxmlformats.org/drawingml/2006/main" noGrp="1"/>
          </p:cNvSpPr>
          <p:nvPr/>
        </p:nvSpPr>
        <p:spPr>
          <a:xfrm xmlns:a="http://schemas.openxmlformats.org/drawingml/2006/main">
            <a:off x="4619625" y="56197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④ 현재성 검사 후 중앙의 게시 지시</a:t>
            </a:r>
          </a:p>
        </p:txBody>
      </p:sp>
      <p:sp>
        <p:nvSpPr>
          <p:cNvPr id="157" name="dp44-comparison / n115">
            <a:extLst xmlns:a="http://schemas.openxmlformats.org/drawingml/2006/main">
              <a:ext uri="{FF2B5EF4-FFF2-40B4-BE49-F238E27FC236}">
                <a16:creationId xmlns:a16="http://schemas.microsoft.com/office/drawing/2014/main" id="{A1832BD6-56EC-4054-A329-95BC1D4B395C}"/>
              </a:ext>
            </a:extLst>
          </p:cNvPr>
          <p:cNvSpPr>
            <a:spLocks xmlns:a="http://schemas.openxmlformats.org/drawingml/2006/main" noGrp="1"/>
          </p:cNvSpPr>
          <p:nvPr/>
        </p:nvSpPr>
        <p:spPr>
          <a:xfrm xmlns:a="http://schemas.openxmlformats.org/drawingml/2006/main">
            <a:off x="4600575" y="5876925"/>
            <a:ext cx="271576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4-comparison / n116 / text 1">
            <a:extLst xmlns:a="http://schemas.openxmlformats.org/drawingml/2006/main">
              <a:ext uri="{FF2B5EF4-FFF2-40B4-BE49-F238E27FC236}">
                <a16:creationId xmlns:a16="http://schemas.microsoft.com/office/drawing/2014/main" id="{A927384E-A576-43D6-973A-823A471424E3}"/>
              </a:ext>
            </a:extLst>
          </p:cNvPr>
          <p:cNvSpPr>
            <a:spLocks xmlns:a="http://schemas.openxmlformats.org/drawingml/2006/main" noGrp="1"/>
          </p:cNvSpPr>
          <p:nvPr/>
        </p:nvSpPr>
        <p:spPr>
          <a:xfrm xmlns:a="http://schemas.openxmlformats.org/drawingml/2006/main">
            <a:off x="4619625" y="58864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완료마다 다음 실행을 중앙에서 결정</a:t>
            </a:r>
          </a:p>
        </p:txBody>
      </p:sp>
      <p:sp>
        <p:nvSpPr>
          <p:cNvPr id="159" name="dp44-comparison / n118">
            <a:extLst xmlns:a="http://schemas.openxmlformats.org/drawingml/2006/main">
              <a:ext uri="{FF2B5EF4-FFF2-40B4-BE49-F238E27FC236}">
                <a16:creationId xmlns:a16="http://schemas.microsoft.com/office/drawing/2014/main" id="{3ADE1531-9C70-444F-BBCC-3517C170832E}"/>
              </a:ext>
            </a:extLst>
          </p:cNvPr>
          <p:cNvSpPr>
            <a:spLocks xmlns:a="http://schemas.openxmlformats.org/drawingml/2006/main" noGrp="1"/>
          </p:cNvSpPr>
          <p:nvPr/>
        </p:nvSpPr>
        <p:spPr>
          <a:xfrm xmlns:a="http://schemas.openxmlformats.org/drawingml/2006/main">
            <a:off x="164782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4-comparison / n119 / text 1">
            <a:extLst xmlns:a="http://schemas.openxmlformats.org/drawingml/2006/main">
              <a:ext uri="{FF2B5EF4-FFF2-40B4-BE49-F238E27FC236}">
                <a16:creationId xmlns:a16="http://schemas.microsoft.com/office/drawing/2014/main" id="{A37D5ABB-6C3E-41D2-A902-F1ADB45A10C5}"/>
              </a:ext>
            </a:extLst>
          </p:cNvPr>
          <p:cNvSpPr>
            <a:spLocks xmlns:a="http://schemas.openxmlformats.org/drawingml/2006/main" noGrp="1"/>
          </p:cNvSpPr>
          <p:nvPr/>
        </p:nvSpPr>
        <p:spPr>
          <a:xfrm xmlns:a="http://schemas.openxmlformats.org/drawingml/2006/main">
            <a:off x="166687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실행 순서도 / 같은 완료 결과의 다음 처리</a:t>
            </a:r>
          </a:p>
        </p:txBody>
      </p:sp>
      <p:sp>
        <p:nvSpPr>
          <p:cNvPr id="161" name="dp44-comparison / n129">
            <a:extLst xmlns:a="http://schemas.openxmlformats.org/drawingml/2006/main">
              <a:ext uri="{FF2B5EF4-FFF2-40B4-BE49-F238E27FC236}">
                <a16:creationId xmlns:a16="http://schemas.microsoft.com/office/drawing/2014/main" id="{9AA02521-9784-4760-AC8F-446D82A99500}"/>
              </a:ext>
            </a:extLst>
          </p:cNvPr>
          <p:cNvSpPr>
            <a:spLocks xmlns:a="http://schemas.openxmlformats.org/drawingml/2006/main" noGrp="1"/>
          </p:cNvSpPr>
          <p:nvPr/>
        </p:nvSpPr>
        <p:spPr>
          <a:xfrm xmlns:a="http://schemas.openxmlformats.org/drawingml/2006/main">
            <a:off x="5524500" y="6877050"/>
            <a:ext cx="16541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4-comparison / n130 / text 1">
            <a:extLst xmlns:a="http://schemas.openxmlformats.org/drawingml/2006/main">
              <a:ext uri="{FF2B5EF4-FFF2-40B4-BE49-F238E27FC236}">
                <a16:creationId xmlns:a16="http://schemas.microsoft.com/office/drawing/2014/main" id="{4FA8D865-3168-49CC-BBC5-DE76E0F0BDC4}"/>
              </a:ext>
            </a:extLst>
          </p:cNvPr>
          <p:cNvSpPr>
            <a:spLocks xmlns:a="http://schemas.openxmlformats.org/drawingml/2006/main" noGrp="1"/>
          </p:cNvSpPr>
          <p:nvPr/>
        </p:nvSpPr>
        <p:spPr>
          <a:xfrm xmlns:a="http://schemas.openxmlformats.org/drawingml/2006/main">
            <a:off x="5543550" y="6886575"/>
            <a:ext cx="3667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중앙 회수 뒤 검사 / 게시 지시</a:t>
            </a:r>
          </a:p>
        </p:txBody>
      </p:sp>
      <p:sp>
        <p:nvSpPr>
          <p:cNvPr id="163" name="dp44-comparison / n131">
            <a:extLst xmlns:a="http://schemas.openxmlformats.org/drawingml/2006/main">
              <a:ext uri="{FF2B5EF4-FFF2-40B4-BE49-F238E27FC236}">
                <a16:creationId xmlns:a16="http://schemas.microsoft.com/office/drawing/2014/main" id="{1DCBA8D2-8090-41B2-B2F3-3FE16F7BD68B}"/>
              </a:ext>
            </a:extLst>
          </p:cNvPr>
          <p:cNvSpPr>
            <a:spLocks xmlns:a="http://schemas.openxmlformats.org/drawingml/2006/main" noGrp="1"/>
          </p:cNvSpPr>
          <p:nvPr/>
        </p:nvSpPr>
        <p:spPr>
          <a:xfrm xmlns:a="http://schemas.openxmlformats.org/drawingml/2006/main">
            <a:off x="164782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4-comparison / n132 / text 1">
            <a:extLst xmlns:a="http://schemas.openxmlformats.org/drawingml/2006/main">
              <a:ext uri="{FF2B5EF4-FFF2-40B4-BE49-F238E27FC236}">
                <a16:creationId xmlns:a16="http://schemas.microsoft.com/office/drawing/2014/main" id="{0976EC3B-2A12-4635-A3AD-9288016C8AF9}"/>
              </a:ext>
            </a:extLst>
          </p:cNvPr>
          <p:cNvSpPr>
            <a:spLocks xmlns:a="http://schemas.openxmlformats.org/drawingml/2006/main" noGrp="1"/>
          </p:cNvSpPr>
          <p:nvPr/>
        </p:nvSpPr>
        <p:spPr>
          <a:xfrm xmlns:a="http://schemas.openxmlformats.org/drawingml/2006/main">
            <a:off x="166687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늦은 Candidate0 / 이미 새 Input1 처리 중</a:t>
            </a:r>
          </a:p>
        </p:txBody>
      </p:sp>
      <p:sp>
        <p:nvSpPr>
          <p:cNvPr id="165" name="dp44-comparison / n141">
            <a:extLst xmlns:a="http://schemas.openxmlformats.org/drawingml/2006/main">
              <a:ext uri="{FF2B5EF4-FFF2-40B4-BE49-F238E27FC236}">
                <a16:creationId xmlns:a16="http://schemas.microsoft.com/office/drawing/2014/main" id="{4D427726-F38C-4D52-BB91-BC85FB69CCA2}"/>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6" name="dp44-comparison / n142 / text 1">
            <a:extLst xmlns:a="http://schemas.openxmlformats.org/drawingml/2006/main">
              <a:ext uri="{FF2B5EF4-FFF2-40B4-BE49-F238E27FC236}">
                <a16:creationId xmlns:a16="http://schemas.microsoft.com/office/drawing/2014/main" id="{6A5544BF-97AD-483C-B98B-562FAF084B94}"/>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Interaction Manager</a:t>
            </a:r>
          </a:p>
        </p:txBody>
      </p:sp>
      <p:sp>
        <p:nvSpPr>
          <p:cNvPr id="167" name="dp44-comparison / n143">
            <a:extLst xmlns:a="http://schemas.openxmlformats.org/drawingml/2006/main">
              <a:ext uri="{FF2B5EF4-FFF2-40B4-BE49-F238E27FC236}">
                <a16:creationId xmlns:a16="http://schemas.microsoft.com/office/drawing/2014/main" id="{4BB1BCAB-1653-479A-9C78-4769643B6375}"/>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8" name="dp44-comparison / n144 / text 1">
            <a:extLst xmlns:a="http://schemas.openxmlformats.org/drawingml/2006/main">
              <a:ext uri="{FF2B5EF4-FFF2-40B4-BE49-F238E27FC236}">
                <a16:creationId xmlns:a16="http://schemas.microsoft.com/office/drawing/2014/main" id="{E8642A01-C275-43D0-BF1E-4CFCB3246C5C}"/>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Task Manager</a:t>
            </a:r>
          </a:p>
        </p:txBody>
      </p:sp>
      <p:sp>
        <p:nvSpPr>
          <p:cNvPr id="169" name="dp44-comparison / n149">
            <a:extLst xmlns:a="http://schemas.openxmlformats.org/drawingml/2006/main">
              <a:ext uri="{FF2B5EF4-FFF2-40B4-BE49-F238E27FC236}">
                <a16:creationId xmlns:a16="http://schemas.microsoft.com/office/drawing/2014/main" id="{CBDA552E-DB0D-4330-A804-00A0B58F822D}"/>
              </a:ext>
            </a:extLst>
          </p:cNvPr>
          <p:cNvSpPr>
            <a:spLocks xmlns:a="http://schemas.openxmlformats.org/drawingml/2006/main" noGrp="1"/>
          </p:cNvSpPr>
          <p:nvPr/>
        </p:nvSpPr>
        <p:spPr>
          <a:xfrm xmlns:a="http://schemas.openxmlformats.org/drawingml/2006/main">
            <a:off x="985837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4-comparison / n150 / text 1">
            <a:extLst xmlns:a="http://schemas.openxmlformats.org/drawingml/2006/main">
              <a:ext uri="{FF2B5EF4-FFF2-40B4-BE49-F238E27FC236}">
                <a16:creationId xmlns:a16="http://schemas.microsoft.com/office/drawing/2014/main" id="{285A8F16-A6E4-43DB-8B6A-C42959AFFF1F}"/>
              </a:ext>
            </a:extLst>
          </p:cNvPr>
          <p:cNvSpPr>
            <a:spLocks xmlns:a="http://schemas.openxmlformats.org/drawingml/2006/main" noGrp="1"/>
          </p:cNvSpPr>
          <p:nvPr/>
        </p:nvSpPr>
        <p:spPr>
          <a:xfrm xmlns:a="http://schemas.openxmlformats.org/drawingml/2006/main">
            <a:off x="998220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Request Controller</a:t>
            </a:r>
          </a:p>
        </p:txBody>
      </p:sp>
      <p:sp>
        <p:nvSpPr>
          <p:cNvPr id="171" name="dp44-comparison / n151">
            <a:extLst xmlns:a="http://schemas.openxmlformats.org/drawingml/2006/main">
              <a:ext uri="{FF2B5EF4-FFF2-40B4-BE49-F238E27FC236}">
                <a16:creationId xmlns:a16="http://schemas.microsoft.com/office/drawing/2014/main" id="{A9381B15-9907-4301-BDD3-7B2715915DF1}"/>
              </a:ext>
            </a:extLst>
          </p:cNvPr>
          <p:cNvSpPr>
            <a:spLocks xmlns:a="http://schemas.openxmlformats.org/drawingml/2006/main" noGrp="1"/>
          </p:cNvSpPr>
          <p:nvPr/>
        </p:nvSpPr>
        <p:spPr>
          <a:xfrm xmlns:a="http://schemas.openxmlformats.org/drawingml/2006/main">
            <a:off x="1014412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2" name="dp44-comparison / n152 / text 1">
            <a:extLst xmlns:a="http://schemas.openxmlformats.org/drawingml/2006/main">
              <a:ext uri="{FF2B5EF4-FFF2-40B4-BE49-F238E27FC236}">
                <a16:creationId xmlns:a16="http://schemas.microsoft.com/office/drawing/2014/main" id="{747280F2-879E-46DB-A7BE-0296ECDD9BE2}"/>
              </a:ext>
            </a:extLst>
          </p:cNvPr>
          <p:cNvSpPr>
            <a:spLocks xmlns:a="http://schemas.openxmlformats.org/drawingml/2006/main" noGrp="1"/>
          </p:cNvSpPr>
          <p:nvPr/>
        </p:nvSpPr>
        <p:spPr>
          <a:xfrm xmlns:a="http://schemas.openxmlformats.org/drawingml/2006/main">
            <a:off x="10229850" y="3555683"/>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Input Resolution Stage</a:t>
            </a:r>
          </a:p>
        </p:txBody>
      </p:sp>
      <p:sp>
        <p:nvSpPr>
          <p:cNvPr id="173" name="dp44-comparison / n153">
            <a:extLst xmlns:a="http://schemas.openxmlformats.org/drawingml/2006/main">
              <a:ext uri="{FF2B5EF4-FFF2-40B4-BE49-F238E27FC236}">
                <a16:creationId xmlns:a16="http://schemas.microsoft.com/office/drawing/2014/main" id="{66CCBFF4-6922-491F-8360-0AD31E9D7BA9}"/>
              </a:ext>
            </a:extLst>
          </p:cNvPr>
          <p:cNvSpPr>
            <a:spLocks xmlns:a="http://schemas.openxmlformats.org/drawingml/2006/main" noGrp="1"/>
          </p:cNvSpPr>
          <p:nvPr/>
        </p:nvSpPr>
        <p:spPr>
          <a:xfrm xmlns:a="http://schemas.openxmlformats.org/drawingml/2006/main">
            <a:off x="14144625" y="3476625"/>
            <a:ext cx="3095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4" name="dp44-comparison / n154 / text 1">
            <a:extLst xmlns:a="http://schemas.openxmlformats.org/drawingml/2006/main">
              <a:ext uri="{FF2B5EF4-FFF2-40B4-BE49-F238E27FC236}">
                <a16:creationId xmlns:a16="http://schemas.microsoft.com/office/drawing/2014/main" id="{E421329F-C238-40AC-88EF-A93293C1E1B8}"/>
              </a:ext>
            </a:extLst>
          </p:cNvPr>
          <p:cNvSpPr>
            <a:spLocks xmlns:a="http://schemas.openxmlformats.org/drawingml/2006/main" noGrp="1"/>
          </p:cNvSpPr>
          <p:nvPr/>
        </p:nvSpPr>
        <p:spPr>
          <a:xfrm xmlns:a="http://schemas.openxmlformats.org/drawingml/2006/main">
            <a:off x="14230350" y="3549491"/>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Task Notice Stage</a:t>
            </a:r>
          </a:p>
        </p:txBody>
      </p:sp>
      <p:sp>
        <p:nvSpPr>
          <p:cNvPr id="175" name="dp44-comparison / n155">
            <a:extLst xmlns:a="http://schemas.openxmlformats.org/drawingml/2006/main">
              <a:ext uri="{FF2B5EF4-FFF2-40B4-BE49-F238E27FC236}">
                <a16:creationId xmlns:a16="http://schemas.microsoft.com/office/drawing/2014/main" id="{4B518160-D28E-4B36-952F-097617CC4086}"/>
              </a:ext>
            </a:extLst>
          </p:cNvPr>
          <p:cNvSpPr>
            <a:spLocks xmlns:a="http://schemas.openxmlformats.org/drawingml/2006/main" noGrp="1"/>
          </p:cNvSpPr>
          <p:nvPr/>
        </p:nvSpPr>
        <p:spPr>
          <a:xfrm xmlns:a="http://schemas.openxmlformats.org/drawingml/2006/main">
            <a:off x="10144125" y="4000500"/>
            <a:ext cx="2714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6" name="dp44-comparison / n156 / text 1">
            <a:extLst xmlns:a="http://schemas.openxmlformats.org/drawingml/2006/main">
              <a:ext uri="{FF2B5EF4-FFF2-40B4-BE49-F238E27FC236}">
                <a16:creationId xmlns:a16="http://schemas.microsoft.com/office/drawing/2014/main" id="{00A12E8E-E4FD-45B1-A3E8-137673F7AA71}"/>
              </a:ext>
            </a:extLst>
          </p:cNvPr>
          <p:cNvSpPr>
            <a:spLocks xmlns:a="http://schemas.openxmlformats.org/drawingml/2006/main" noGrp="1"/>
          </p:cNvSpPr>
          <p:nvPr/>
        </p:nvSpPr>
        <p:spPr>
          <a:xfrm xmlns:a="http://schemas.openxmlformats.org/drawingml/2006/main">
            <a:off x="10229850" y="4070985"/>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77" name="dp44-comparison / n157">
            <a:extLst xmlns:a="http://schemas.openxmlformats.org/drawingml/2006/main">
              <a:ext uri="{FF2B5EF4-FFF2-40B4-BE49-F238E27FC236}">
                <a16:creationId xmlns:a16="http://schemas.microsoft.com/office/drawing/2014/main" id="{91EC9FA7-7426-4DFF-BEB7-F654CCA3DC88}"/>
              </a:ext>
            </a:extLst>
          </p:cNvPr>
          <p:cNvSpPr>
            <a:spLocks xmlns:a="http://schemas.openxmlformats.org/drawingml/2006/main" noGrp="1"/>
          </p:cNvSpPr>
          <p:nvPr/>
        </p:nvSpPr>
        <p:spPr>
          <a:xfrm xmlns:a="http://schemas.openxmlformats.org/drawingml/2006/main">
            <a:off x="14144625" y="4000500"/>
            <a:ext cx="3095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8" name="dp44-comparison / n158 / text 1">
            <a:extLst xmlns:a="http://schemas.openxmlformats.org/drawingml/2006/main">
              <a:ext uri="{FF2B5EF4-FFF2-40B4-BE49-F238E27FC236}">
                <a16:creationId xmlns:a16="http://schemas.microsoft.com/office/drawing/2014/main" id="{19906768-3893-4697-8E4A-78D84CF78926}"/>
              </a:ext>
            </a:extLst>
          </p:cNvPr>
          <p:cNvSpPr>
            <a:spLocks xmlns:a="http://schemas.openxmlformats.org/drawingml/2006/main" noGrp="1"/>
          </p:cNvSpPr>
          <p:nvPr/>
        </p:nvSpPr>
        <p:spPr>
          <a:xfrm xmlns:a="http://schemas.openxmlformats.org/drawingml/2006/main">
            <a:off x="14230350" y="4070985"/>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79" name="dp44-comparison / n159 / path">
            <a:extLst xmlns:a="http://schemas.openxmlformats.org/drawingml/2006/main">
              <a:ext uri="{FF2B5EF4-FFF2-40B4-BE49-F238E27FC236}">
                <a16:creationId xmlns:a16="http://schemas.microsoft.com/office/drawing/2014/main" id="{E2CE5732-7492-4381-AB27-32FAD518D416}"/>
              </a:ext>
            </a:extLst>
          </p:cNvPr>
          <p:cNvSpPr>
            <a:spLocks xmlns:a="http://schemas.openxmlformats.org/drawingml/2006/main" noGrp="1"/>
          </p:cNvSpPr>
          <p:nvPr/>
        </p:nvSpPr>
        <p:spPr>
          <a:xfrm xmlns:a="http://schemas.openxmlformats.org/drawingml/2006/main">
            <a:off x="1123950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180" name="dp44-comparison / n159 / arrow">
            <a:extLst xmlns:a="http://schemas.openxmlformats.org/drawingml/2006/main">
              <a:ext uri="{FF2B5EF4-FFF2-40B4-BE49-F238E27FC236}">
                <a16:creationId xmlns:a16="http://schemas.microsoft.com/office/drawing/2014/main" id="{F36D5160-C506-4167-9F2B-4FFC3017E64F}"/>
              </a:ext>
            </a:extLst>
          </p:cNvPr>
          <p:cNvSpPr>
            <a:spLocks xmlns:a="http://schemas.openxmlformats.org/drawingml/2006/main" noGrp="1"/>
          </p:cNvSpPr>
          <p:nvPr/>
        </p:nvSpPr>
        <p:spPr>
          <a:xfrm xmlns:a="http://schemas.openxmlformats.org/drawingml/2006/main">
            <a:off x="11467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4-comparison / n160 / path">
            <a:extLst xmlns:a="http://schemas.openxmlformats.org/drawingml/2006/main">
              <a:ext uri="{FF2B5EF4-FFF2-40B4-BE49-F238E27FC236}">
                <a16:creationId xmlns:a16="http://schemas.microsoft.com/office/drawing/2014/main" id="{65F49B0E-487C-4D93-BB2F-7FF2341DF703}"/>
              </a:ext>
            </a:extLst>
          </p:cNvPr>
          <p:cNvSpPr>
            <a:spLocks xmlns:a="http://schemas.openxmlformats.org/drawingml/2006/main" noGrp="1"/>
          </p:cNvSpPr>
          <p:nvPr/>
        </p:nvSpPr>
        <p:spPr>
          <a:xfrm xmlns:a="http://schemas.openxmlformats.org/drawingml/2006/main">
            <a:off x="15692438" y="2733675"/>
            <a:ext cx="357188" cy="742950"/>
          </a:xfrm>
          <a:custGeom xmlns:a="http://schemas.openxmlformats.org/drawingml/2006/main">
            <a:pathLst>
              <a:path w="357188" h="742950">
                <a:moveTo>
                  <a:pt x="357188" y="0"/>
                </a:moveTo>
                <a:lnTo>
                  <a:pt x="357188" y="257175"/>
                </a:lnTo>
                <a:lnTo>
                  <a:pt x="0" y="257175"/>
                </a:lnTo>
                <a:lnTo>
                  <a:pt x="0" y="742950"/>
                </a:lnTo>
              </a:path>
            </a:pathLst>
          </a:custGeom>
          <a:noFill xmlns:a="http://schemas.openxmlformats.org/drawingml/2006/main"/>
          <a:ln xmlns:a="http://schemas.openxmlformats.org/drawingml/2006/main" w="10478">
            <a:solidFill>
              <a:srgbClr val="000000"/>
            </a:solidFill>
            <a:prstDash val="solid"/>
          </a:ln>
        </p:spPr>
      </p:sp>
      <p:sp>
        <p:nvSpPr>
          <p:cNvPr id="182" name="dp44-comparison / n160 / arrow">
            <a:extLst xmlns:a="http://schemas.openxmlformats.org/drawingml/2006/main">
              <a:ext uri="{FF2B5EF4-FFF2-40B4-BE49-F238E27FC236}">
                <a16:creationId xmlns:a16="http://schemas.microsoft.com/office/drawing/2014/main" id="{FBE2C610-008B-420C-B08D-0AEED44D2DC7}"/>
              </a:ext>
            </a:extLst>
          </p:cNvPr>
          <p:cNvSpPr>
            <a:spLocks xmlns:a="http://schemas.openxmlformats.org/drawingml/2006/main" noGrp="1"/>
          </p:cNvSpPr>
          <p:nvPr/>
        </p:nvSpPr>
        <p:spPr>
          <a:xfrm xmlns:a="http://schemas.openxmlformats.org/drawingml/2006/main">
            <a:off x="15658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3" name="dp44-comparison / n161 / path">
            <a:extLst xmlns:a="http://schemas.openxmlformats.org/drawingml/2006/main">
              <a:ext uri="{FF2B5EF4-FFF2-40B4-BE49-F238E27FC236}">
                <a16:creationId xmlns:a16="http://schemas.microsoft.com/office/drawing/2014/main" id="{D754F83A-1937-48C7-95AE-5A0B6ECF6BB7}"/>
              </a:ext>
            </a:extLst>
          </p:cNvPr>
          <p:cNvSpPr>
            <a:spLocks xmlns:a="http://schemas.openxmlformats.org/drawingml/2006/main" noGrp="1"/>
          </p:cNvSpPr>
          <p:nvPr/>
        </p:nvSpPr>
        <p:spPr>
          <a:xfrm xmlns:a="http://schemas.openxmlformats.org/drawingml/2006/main">
            <a:off x="11501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4" name="dp44-comparison / n161 / arrow">
            <a:extLst xmlns:a="http://schemas.openxmlformats.org/drawingml/2006/main">
              <a:ext uri="{FF2B5EF4-FFF2-40B4-BE49-F238E27FC236}">
                <a16:creationId xmlns:a16="http://schemas.microsoft.com/office/drawing/2014/main" id="{4BA208BB-C3D3-4976-AEF7-3219BD54B3F5}"/>
              </a:ext>
            </a:extLst>
          </p:cNvPr>
          <p:cNvSpPr>
            <a:spLocks xmlns:a="http://schemas.openxmlformats.org/drawingml/2006/main" noGrp="1"/>
          </p:cNvSpPr>
          <p:nvPr/>
        </p:nvSpPr>
        <p:spPr>
          <a:xfrm xmlns:a="http://schemas.openxmlformats.org/drawingml/2006/main">
            <a:off x="11467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5" name="dp44-comparison / n162 / path">
            <a:extLst xmlns:a="http://schemas.openxmlformats.org/drawingml/2006/main">
              <a:ext uri="{FF2B5EF4-FFF2-40B4-BE49-F238E27FC236}">
                <a16:creationId xmlns:a16="http://schemas.microsoft.com/office/drawing/2014/main" id="{D126C24B-4439-4751-A410-33751667877C}"/>
              </a:ext>
            </a:extLst>
          </p:cNvPr>
          <p:cNvSpPr>
            <a:spLocks xmlns:a="http://schemas.openxmlformats.org/drawingml/2006/main" noGrp="1"/>
          </p:cNvSpPr>
          <p:nvPr/>
        </p:nvSpPr>
        <p:spPr>
          <a:xfrm xmlns:a="http://schemas.openxmlformats.org/drawingml/2006/main">
            <a:off x="15692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6" name="dp44-comparison / n162 / arrow">
            <a:extLst xmlns:a="http://schemas.openxmlformats.org/drawingml/2006/main">
              <a:ext uri="{FF2B5EF4-FFF2-40B4-BE49-F238E27FC236}">
                <a16:creationId xmlns:a16="http://schemas.microsoft.com/office/drawing/2014/main" id="{114B9279-324E-4559-9F65-55D459E60374}"/>
              </a:ext>
            </a:extLst>
          </p:cNvPr>
          <p:cNvSpPr>
            <a:spLocks xmlns:a="http://schemas.openxmlformats.org/drawingml/2006/main" noGrp="1"/>
          </p:cNvSpPr>
          <p:nvPr/>
        </p:nvSpPr>
        <p:spPr>
          <a:xfrm xmlns:a="http://schemas.openxmlformats.org/drawingml/2006/main">
            <a:off x="15658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7" name="dp44-comparison / n167">
            <a:extLst xmlns:a="http://schemas.openxmlformats.org/drawingml/2006/main">
              <a:ext uri="{FF2B5EF4-FFF2-40B4-BE49-F238E27FC236}">
                <a16:creationId xmlns:a16="http://schemas.microsoft.com/office/drawing/2014/main" id="{055145A9-E3D0-4D81-9A9A-5428BE14A0A9}"/>
              </a:ext>
            </a:extLst>
          </p:cNvPr>
          <p:cNvSpPr>
            <a:spLocks xmlns:a="http://schemas.openxmlformats.org/drawingml/2006/main" noGrp="1"/>
          </p:cNvSpPr>
          <p:nvPr/>
        </p:nvSpPr>
        <p:spPr>
          <a:xfrm xmlns:a="http://schemas.openxmlformats.org/drawingml/2006/main">
            <a:off x="995362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8" name="dp44-comparison / n168 / text 1">
            <a:extLst xmlns:a="http://schemas.openxmlformats.org/drawingml/2006/main">
              <a:ext uri="{FF2B5EF4-FFF2-40B4-BE49-F238E27FC236}">
                <a16:creationId xmlns:a16="http://schemas.microsoft.com/office/drawing/2014/main" id="{18B233D1-B0D2-411B-A71F-34380506A747}"/>
              </a:ext>
            </a:extLst>
          </p:cNvPr>
          <p:cNvSpPr>
            <a:spLocks xmlns:a="http://schemas.openxmlformats.org/drawingml/2006/main" noGrp="1"/>
          </p:cNvSpPr>
          <p:nvPr/>
        </p:nvSpPr>
        <p:spPr>
          <a:xfrm xmlns:a="http://schemas.openxmlformats.org/drawingml/2006/main">
            <a:off x="1003935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Request Interpreter</a:t>
            </a:r>
          </a:p>
        </p:txBody>
      </p:sp>
      <p:sp>
        <p:nvSpPr>
          <p:cNvPr id="189" name="dp44-comparison / n169">
            <a:extLst xmlns:a="http://schemas.openxmlformats.org/drawingml/2006/main">
              <a:ext uri="{FF2B5EF4-FFF2-40B4-BE49-F238E27FC236}">
                <a16:creationId xmlns:a16="http://schemas.microsoft.com/office/drawing/2014/main" id="{36454058-E979-4F12-A86C-3D3875C12E3D}"/>
              </a:ext>
            </a:extLst>
          </p:cNvPr>
          <p:cNvSpPr>
            <a:spLocks xmlns:a="http://schemas.openxmlformats.org/drawingml/2006/main" noGrp="1"/>
          </p:cNvSpPr>
          <p:nvPr/>
        </p:nvSpPr>
        <p:spPr>
          <a:xfrm xmlns:a="http://schemas.openxmlformats.org/drawingml/2006/main">
            <a:off x="1257300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0" name="dp44-comparison / n170 / text 1">
            <a:extLst xmlns:a="http://schemas.openxmlformats.org/drawingml/2006/main">
              <a:ext uri="{FF2B5EF4-FFF2-40B4-BE49-F238E27FC236}">
                <a16:creationId xmlns:a16="http://schemas.microsoft.com/office/drawing/2014/main" id="{43F90AE8-0DEC-4BA0-986D-1BBD05D2031F}"/>
              </a:ext>
            </a:extLst>
          </p:cNvPr>
          <p:cNvSpPr>
            <a:spLocks xmlns:a="http://schemas.openxmlformats.org/drawingml/2006/main" noGrp="1"/>
          </p:cNvSpPr>
          <p:nvPr/>
        </p:nvSpPr>
        <p:spPr>
          <a:xfrm xmlns:a="http://schemas.openxmlformats.org/drawingml/2006/main">
            <a:off x="1269682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Response Manager</a:t>
            </a:r>
          </a:p>
        </p:txBody>
      </p:sp>
      <p:sp>
        <p:nvSpPr>
          <p:cNvPr id="191" name="dp44-comparison / n171">
            <a:extLst xmlns:a="http://schemas.openxmlformats.org/drawingml/2006/main">
              <a:ext uri="{FF2B5EF4-FFF2-40B4-BE49-F238E27FC236}">
                <a16:creationId xmlns:a16="http://schemas.microsoft.com/office/drawing/2014/main" id="{5E3DAC1D-1470-479A-9E82-703275B87746}"/>
              </a:ext>
            </a:extLst>
          </p:cNvPr>
          <p:cNvSpPr>
            <a:spLocks xmlns:a="http://schemas.openxmlformats.org/drawingml/2006/main" noGrp="1"/>
          </p:cNvSpPr>
          <p:nvPr/>
        </p:nvSpPr>
        <p:spPr>
          <a:xfrm xmlns:a="http://schemas.openxmlformats.org/drawingml/2006/main">
            <a:off x="1276350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92" name="dp44-comparison / n172 / text 1">
            <a:extLst xmlns:a="http://schemas.openxmlformats.org/drawingml/2006/main">
              <a:ext uri="{FF2B5EF4-FFF2-40B4-BE49-F238E27FC236}">
                <a16:creationId xmlns:a16="http://schemas.microsoft.com/office/drawing/2014/main" id="{4103D816-EFDC-449A-885A-E043A0806160}"/>
              </a:ext>
            </a:extLst>
          </p:cNvPr>
          <p:cNvSpPr>
            <a:spLocks xmlns:a="http://schemas.openxmlformats.org/drawingml/2006/main" noGrp="1"/>
          </p:cNvSpPr>
          <p:nvPr/>
        </p:nvSpPr>
        <p:spPr>
          <a:xfrm xmlns:a="http://schemas.openxmlformats.org/drawingml/2006/main">
            <a:off x="1284922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Response Composer</a:t>
            </a:r>
          </a:p>
        </p:txBody>
      </p:sp>
      <p:sp>
        <p:nvSpPr>
          <p:cNvPr id="193" name="dp44-comparison / n173 / path">
            <a:extLst xmlns:a="http://schemas.openxmlformats.org/drawingml/2006/main">
              <a:ext uri="{FF2B5EF4-FFF2-40B4-BE49-F238E27FC236}">
                <a16:creationId xmlns:a16="http://schemas.microsoft.com/office/drawing/2014/main" id="{10E3A90F-FBA4-45EF-A2A8-F209E884CAEB}"/>
              </a:ext>
            </a:extLst>
          </p:cNvPr>
          <p:cNvSpPr>
            <a:spLocks xmlns:a="http://schemas.openxmlformats.org/drawingml/2006/main" noGrp="1"/>
          </p:cNvSpPr>
          <p:nvPr/>
        </p:nvSpPr>
        <p:spPr>
          <a:xfrm xmlns:a="http://schemas.openxmlformats.org/drawingml/2006/main">
            <a:off x="985837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94" name="dp44-comparison / n173 / arrow">
            <a:extLst xmlns:a="http://schemas.openxmlformats.org/drawingml/2006/main">
              <a:ext uri="{FF2B5EF4-FFF2-40B4-BE49-F238E27FC236}">
                <a16:creationId xmlns:a16="http://schemas.microsoft.com/office/drawing/2014/main" id="{D2D936A9-590E-4619-AA37-D4951550A7A4}"/>
              </a:ext>
            </a:extLst>
          </p:cNvPr>
          <p:cNvSpPr>
            <a:spLocks xmlns:a="http://schemas.openxmlformats.org/drawingml/2006/main" noGrp="1"/>
          </p:cNvSpPr>
          <p:nvPr/>
        </p:nvSpPr>
        <p:spPr>
          <a:xfrm xmlns:a="http://schemas.openxmlformats.org/drawingml/2006/main">
            <a:off x="1103928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5" name="dp44-comparison / n174 / path">
            <a:extLst xmlns:a="http://schemas.openxmlformats.org/drawingml/2006/main">
              <a:ext uri="{FF2B5EF4-FFF2-40B4-BE49-F238E27FC236}">
                <a16:creationId xmlns:a16="http://schemas.microsoft.com/office/drawing/2014/main" id="{1319C798-B255-40C0-A450-1438BDA53B59}"/>
              </a:ext>
            </a:extLst>
          </p:cNvPr>
          <p:cNvSpPr>
            <a:spLocks xmlns:a="http://schemas.openxmlformats.org/drawingml/2006/main" noGrp="1"/>
          </p:cNvSpPr>
          <p:nvPr/>
        </p:nvSpPr>
        <p:spPr>
          <a:xfrm xmlns:a="http://schemas.openxmlformats.org/drawingml/2006/main">
            <a:off x="976312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96" name="dp44-comparison / n174 / arrow">
            <a:extLst xmlns:a="http://schemas.openxmlformats.org/drawingml/2006/main">
              <a:ext uri="{FF2B5EF4-FFF2-40B4-BE49-F238E27FC236}">
                <a16:creationId xmlns:a16="http://schemas.microsoft.com/office/drawing/2014/main" id="{3E925FDF-D2FF-4088-B76A-D438013C8206}"/>
              </a:ext>
            </a:extLst>
          </p:cNvPr>
          <p:cNvSpPr>
            <a:spLocks xmlns:a="http://schemas.openxmlformats.org/drawingml/2006/main" noGrp="1"/>
          </p:cNvSpPr>
          <p:nvPr/>
        </p:nvSpPr>
        <p:spPr>
          <a:xfrm xmlns:a="http://schemas.openxmlformats.org/drawingml/2006/main">
            <a:off x="1007706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97" name="dp44-comparison / n177">
            <a:extLst xmlns:a="http://schemas.openxmlformats.org/drawingml/2006/main">
              <a:ext uri="{FF2B5EF4-FFF2-40B4-BE49-F238E27FC236}">
                <a16:creationId xmlns:a16="http://schemas.microsoft.com/office/drawing/2014/main" id="{30366BDF-7D3A-4C91-9D59-0CFDB544F181}"/>
              </a:ext>
            </a:extLst>
          </p:cNvPr>
          <p:cNvSpPr>
            <a:spLocks xmlns:a="http://schemas.openxmlformats.org/drawingml/2006/main" noGrp="1"/>
          </p:cNvSpPr>
          <p:nvPr/>
        </p:nvSpPr>
        <p:spPr>
          <a:xfrm xmlns:a="http://schemas.openxmlformats.org/drawingml/2006/main">
            <a:off x="15287625" y="5095875"/>
            <a:ext cx="2095500"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4-comparison / n178 / text 1">
            <a:extLst xmlns:a="http://schemas.openxmlformats.org/drawingml/2006/main">
              <a:ext uri="{FF2B5EF4-FFF2-40B4-BE49-F238E27FC236}">
                <a16:creationId xmlns:a16="http://schemas.microsoft.com/office/drawing/2014/main" id="{EC62D0DC-E885-40E8-B6C2-DED23D29A234}"/>
              </a:ext>
            </a:extLst>
          </p:cNvPr>
          <p:cNvSpPr>
            <a:spLocks xmlns:a="http://schemas.openxmlformats.org/drawingml/2006/main" noGrp="1"/>
          </p:cNvSpPr>
          <p:nvPr/>
        </p:nvSpPr>
        <p:spPr>
          <a:xfrm xmlns:a="http://schemas.openxmlformats.org/drawingml/2006/main">
            <a:off x="15373350" y="5141595"/>
            <a:ext cx="1924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Publication Join</a:t>
            </a:r>
          </a:p>
        </p:txBody>
      </p:sp>
      <p:sp>
        <p:nvSpPr>
          <p:cNvPr id="199" name="dp44-comparison / n179">
            <a:extLst xmlns:a="http://schemas.openxmlformats.org/drawingml/2006/main">
              <a:ext uri="{FF2B5EF4-FFF2-40B4-BE49-F238E27FC236}">
                <a16:creationId xmlns:a16="http://schemas.microsoft.com/office/drawing/2014/main" id="{E8B0C5AA-9214-4188-87AF-7289F1C2D4C2}"/>
              </a:ext>
            </a:extLst>
          </p:cNvPr>
          <p:cNvSpPr>
            <a:spLocks xmlns:a="http://schemas.openxmlformats.org/drawingml/2006/main" noGrp="1"/>
          </p:cNvSpPr>
          <p:nvPr/>
        </p:nvSpPr>
        <p:spPr>
          <a:xfrm xmlns:a="http://schemas.openxmlformats.org/drawingml/2006/main">
            <a:off x="15287625" y="5657850"/>
            <a:ext cx="2095500" cy="3619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200" name="dp44-comparison / n180 / text 1">
            <a:extLst xmlns:a="http://schemas.openxmlformats.org/drawingml/2006/main">
              <a:ext uri="{FF2B5EF4-FFF2-40B4-BE49-F238E27FC236}">
                <a16:creationId xmlns:a16="http://schemas.microsoft.com/office/drawing/2014/main" id="{D4F3B9D6-E6F2-499E-831E-327218B3F5E5}"/>
              </a:ext>
            </a:extLst>
          </p:cNvPr>
          <p:cNvSpPr>
            <a:spLocks xmlns:a="http://schemas.openxmlformats.org/drawingml/2006/main" noGrp="1"/>
          </p:cNvSpPr>
          <p:nvPr/>
        </p:nvSpPr>
        <p:spPr>
          <a:xfrm xmlns:a="http://schemas.openxmlformats.org/drawingml/2006/main">
            <a:off x="15373350" y="5764530"/>
            <a:ext cx="1924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00" b="0">
                <a:solidFill>
                  <a:srgbClr val="18232E"/>
                </a:solidFill>
                <a:latin typeface="Apple SD Gothic Neo"/>
                <a:ea typeface="Apple SD Gothic Neo"/>
                <a:cs typeface="Apple SD Gothic Neo"/>
              </a:defRPr>
            </a:pPr>
            <a:r>
              <a:rPr sz="1000" b="0">
                <a:solidFill>
                  <a:srgbClr val="18232E"/>
                </a:solidFill>
                <a:latin typeface="Apple SD Gothic Neo"/>
                <a:ea typeface="Apple SD Gothic Neo"/>
                <a:cs typeface="Apple SD Gothic Neo"/>
              </a:rPr>
              <a:t>Publication Window</a:t>
            </a:r>
          </a:p>
        </p:txBody>
      </p:sp>
      <p:sp>
        <p:nvSpPr>
          <p:cNvPr id="201" name="dp44-comparison / n181">
            <a:extLst xmlns:a="http://schemas.openxmlformats.org/drawingml/2006/main">
              <a:ext uri="{FF2B5EF4-FFF2-40B4-BE49-F238E27FC236}">
                <a16:creationId xmlns:a16="http://schemas.microsoft.com/office/drawing/2014/main" id="{95A0B312-09E6-4834-8E32-A1853138637A}"/>
              </a:ext>
            </a:extLst>
          </p:cNvPr>
          <p:cNvSpPr>
            <a:spLocks xmlns:a="http://schemas.openxmlformats.org/drawingml/2006/main" noGrp="1"/>
          </p:cNvSpPr>
          <p:nvPr/>
        </p:nvSpPr>
        <p:spPr>
          <a:xfrm xmlns:a="http://schemas.openxmlformats.org/drawingml/2006/main">
            <a:off x="12763500" y="5762625"/>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0000"/>
            </a:solidFill>
            <a:prstDash val="solid"/>
          </a:ln>
        </p:spPr>
      </p:sp>
      <p:sp>
        <p:nvSpPr>
          <p:cNvPr id="202" name="dp44-comparison / n182 / text 1">
            <a:extLst xmlns:a="http://schemas.openxmlformats.org/drawingml/2006/main">
              <a:ext uri="{FF2B5EF4-FFF2-40B4-BE49-F238E27FC236}">
                <a16:creationId xmlns:a16="http://schemas.microsoft.com/office/drawing/2014/main" id="{2F046F5B-3A7D-4054-919B-1C84A1B3B95D}"/>
              </a:ext>
            </a:extLst>
          </p:cNvPr>
          <p:cNvSpPr>
            <a:spLocks xmlns:a="http://schemas.openxmlformats.org/drawingml/2006/main" noGrp="1"/>
          </p:cNvSpPr>
          <p:nvPr/>
        </p:nvSpPr>
        <p:spPr>
          <a:xfrm xmlns:a="http://schemas.openxmlformats.org/drawingml/2006/main">
            <a:off x="12849225" y="5796915"/>
            <a:ext cx="2019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203" name="dp44-comparison / n183 / path">
            <a:extLst xmlns:a="http://schemas.openxmlformats.org/drawingml/2006/main">
              <a:ext uri="{FF2B5EF4-FFF2-40B4-BE49-F238E27FC236}">
                <a16:creationId xmlns:a16="http://schemas.microsoft.com/office/drawing/2014/main" id="{02E0F7D3-4D1C-4CE2-8858-AEB66E2135FF}"/>
              </a:ext>
            </a:extLst>
          </p:cNvPr>
          <p:cNvSpPr>
            <a:spLocks xmlns:a="http://schemas.openxmlformats.org/drawingml/2006/main" noGrp="1"/>
          </p:cNvSpPr>
          <p:nvPr/>
        </p:nvSpPr>
        <p:spPr>
          <a:xfrm xmlns:a="http://schemas.openxmlformats.org/drawingml/2006/main">
            <a:off x="12496800" y="3752850"/>
            <a:ext cx="457200" cy="1500188"/>
          </a:xfrm>
          <a:custGeom xmlns:a="http://schemas.openxmlformats.org/drawingml/2006/main">
            <a:pathLst>
              <a:path w="457200" h="1500188">
                <a:moveTo>
                  <a:pt x="361950" y="0"/>
                </a:moveTo>
                <a:lnTo>
                  <a:pt x="457200" y="0"/>
                </a:lnTo>
                <a:lnTo>
                  <a:pt x="457200" y="819150"/>
                </a:lnTo>
                <a:lnTo>
                  <a:pt x="0" y="819150"/>
                </a:lnTo>
                <a:lnTo>
                  <a:pt x="0" y="1500188"/>
                </a:lnTo>
                <a:lnTo>
                  <a:pt x="266700" y="1500188"/>
                </a:lnTo>
              </a:path>
            </a:pathLst>
          </a:custGeom>
          <a:noFill xmlns:a="http://schemas.openxmlformats.org/drawingml/2006/main"/>
          <a:ln xmlns:a="http://schemas.openxmlformats.org/drawingml/2006/main" w="10478">
            <a:solidFill>
              <a:srgbClr val="B8753F"/>
            </a:solidFill>
            <a:prstDash val="solid"/>
          </a:ln>
        </p:spPr>
      </p:sp>
      <p:sp>
        <p:nvSpPr>
          <p:cNvPr id="204" name="dp44-comparison / n183 / arrow">
            <a:extLst xmlns:a="http://schemas.openxmlformats.org/drawingml/2006/main">
              <a:ext uri="{FF2B5EF4-FFF2-40B4-BE49-F238E27FC236}">
                <a16:creationId xmlns:a16="http://schemas.microsoft.com/office/drawing/2014/main" id="{6C0B3E39-CB4A-4736-BDE2-79FCEF2E740B}"/>
              </a:ext>
            </a:extLst>
          </p:cNvPr>
          <p:cNvSpPr>
            <a:spLocks xmlns:a="http://schemas.openxmlformats.org/drawingml/2006/main" noGrp="1"/>
          </p:cNvSpPr>
          <p:nvPr/>
        </p:nvSpPr>
        <p:spPr>
          <a:xfrm xmlns:a="http://schemas.openxmlformats.org/drawingml/2006/main">
            <a:off x="12696444"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5" name="dp44-comparison / n184 / path">
            <a:extLst xmlns:a="http://schemas.openxmlformats.org/drawingml/2006/main">
              <a:ext uri="{FF2B5EF4-FFF2-40B4-BE49-F238E27FC236}">
                <a16:creationId xmlns:a16="http://schemas.microsoft.com/office/drawing/2014/main" id="{B2EA0316-1E6F-4D98-8367-AF2E16930489}"/>
              </a:ext>
            </a:extLst>
          </p:cNvPr>
          <p:cNvSpPr>
            <a:spLocks xmlns:a="http://schemas.openxmlformats.org/drawingml/2006/main" noGrp="1"/>
          </p:cNvSpPr>
          <p:nvPr/>
        </p:nvSpPr>
        <p:spPr>
          <a:xfrm xmlns:a="http://schemas.openxmlformats.org/drawingml/2006/main">
            <a:off x="14192250" y="3667125"/>
            <a:ext cx="3476625" cy="1428750"/>
          </a:xfrm>
          <a:custGeom xmlns:a="http://schemas.openxmlformats.org/drawingml/2006/main">
            <a:pathLst>
              <a:path w="3476625" h="1428750">
                <a:moveTo>
                  <a:pt x="3048000" y="0"/>
                </a:moveTo>
                <a:lnTo>
                  <a:pt x="3476625" y="0"/>
                </a:lnTo>
                <a:lnTo>
                  <a:pt x="3476625" y="923925"/>
                </a:lnTo>
                <a:lnTo>
                  <a:pt x="0" y="923925"/>
                </a:lnTo>
                <a:lnTo>
                  <a:pt x="0" y="1428750"/>
                </a:lnTo>
              </a:path>
            </a:pathLst>
          </a:custGeom>
          <a:noFill xmlns:a="http://schemas.openxmlformats.org/drawingml/2006/main"/>
          <a:ln xmlns:a="http://schemas.openxmlformats.org/drawingml/2006/main" w="10478">
            <a:solidFill>
              <a:srgbClr val="B8753F"/>
            </a:solidFill>
            <a:prstDash val="solid"/>
          </a:ln>
        </p:spPr>
      </p:sp>
      <p:sp>
        <p:nvSpPr>
          <p:cNvPr id="206" name="dp44-comparison / n184 / arrow">
            <a:extLst xmlns:a="http://schemas.openxmlformats.org/drawingml/2006/main">
              <a:ext uri="{FF2B5EF4-FFF2-40B4-BE49-F238E27FC236}">
                <a16:creationId xmlns:a16="http://schemas.microsoft.com/office/drawing/2014/main" id="{C9A1FC25-71DC-4CC9-B655-82FE7AACD192}"/>
              </a:ext>
            </a:extLst>
          </p:cNvPr>
          <p:cNvSpPr>
            <a:spLocks xmlns:a="http://schemas.openxmlformats.org/drawingml/2006/main" noGrp="1"/>
          </p:cNvSpPr>
          <p:nvPr/>
        </p:nvSpPr>
        <p:spPr>
          <a:xfrm xmlns:a="http://schemas.openxmlformats.org/drawingml/2006/main">
            <a:off x="14158722"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7" name="dp44-comparison / n185 / path">
            <a:extLst xmlns:a="http://schemas.openxmlformats.org/drawingml/2006/main">
              <a:ext uri="{FF2B5EF4-FFF2-40B4-BE49-F238E27FC236}">
                <a16:creationId xmlns:a16="http://schemas.microsoft.com/office/drawing/2014/main" id="{730868AB-B6EE-4F18-8FD8-7E21C75E4D5A}"/>
              </a:ext>
            </a:extLst>
          </p:cNvPr>
          <p:cNvSpPr>
            <a:spLocks xmlns:a="http://schemas.openxmlformats.org/drawingml/2006/main" noGrp="1"/>
          </p:cNvSpPr>
          <p:nvPr/>
        </p:nvSpPr>
        <p:spPr>
          <a:xfrm xmlns:a="http://schemas.openxmlformats.org/drawingml/2006/main">
            <a:off x="14954250" y="52530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08" name="dp44-comparison / n185 / arrow">
            <a:extLst xmlns:a="http://schemas.openxmlformats.org/drawingml/2006/main">
              <a:ext uri="{FF2B5EF4-FFF2-40B4-BE49-F238E27FC236}">
                <a16:creationId xmlns:a16="http://schemas.microsoft.com/office/drawing/2014/main" id="{5DE40595-95C5-45D2-A1A0-B11F0513F305}"/>
              </a:ext>
            </a:extLst>
          </p:cNvPr>
          <p:cNvSpPr>
            <a:spLocks xmlns:a="http://schemas.openxmlformats.org/drawingml/2006/main" noGrp="1"/>
          </p:cNvSpPr>
          <p:nvPr/>
        </p:nvSpPr>
        <p:spPr>
          <a:xfrm xmlns:a="http://schemas.openxmlformats.org/drawingml/2006/main">
            <a:off x="15220569"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9" name="dp44-comparison / n186 / path">
            <a:extLst xmlns:a="http://schemas.openxmlformats.org/drawingml/2006/main">
              <a:ext uri="{FF2B5EF4-FFF2-40B4-BE49-F238E27FC236}">
                <a16:creationId xmlns:a16="http://schemas.microsoft.com/office/drawing/2014/main" id="{DDF1645D-2EAF-442F-A6DF-75328A3A2973}"/>
              </a:ext>
            </a:extLst>
          </p:cNvPr>
          <p:cNvSpPr>
            <a:spLocks xmlns:a="http://schemas.openxmlformats.org/drawingml/2006/main" noGrp="1"/>
          </p:cNvSpPr>
          <p:nvPr/>
        </p:nvSpPr>
        <p:spPr>
          <a:xfrm xmlns:a="http://schemas.openxmlformats.org/drawingml/2006/main">
            <a:off x="12858750" y="3600450"/>
            <a:ext cx="3476625" cy="1495425"/>
          </a:xfrm>
          <a:custGeom xmlns:a="http://schemas.openxmlformats.org/drawingml/2006/main">
            <a:pathLst>
              <a:path w="3476625" h="1495425">
                <a:moveTo>
                  <a:pt x="0" y="0"/>
                </a:moveTo>
                <a:lnTo>
                  <a:pt x="238125" y="0"/>
                </a:lnTo>
                <a:lnTo>
                  <a:pt x="238125" y="933450"/>
                </a:lnTo>
                <a:lnTo>
                  <a:pt x="3476625" y="933450"/>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210" name="dp44-comparison / n186 / arrow">
            <a:extLst xmlns:a="http://schemas.openxmlformats.org/drawingml/2006/main">
              <a:ext uri="{FF2B5EF4-FFF2-40B4-BE49-F238E27FC236}">
                <a16:creationId xmlns:a16="http://schemas.microsoft.com/office/drawing/2014/main" id="{D31E595D-4307-4302-A1BD-EB1C2B52979F}"/>
              </a:ext>
            </a:extLst>
          </p:cNvPr>
          <p:cNvSpPr>
            <a:spLocks xmlns:a="http://schemas.openxmlformats.org/drawingml/2006/main" noGrp="1"/>
          </p:cNvSpPr>
          <p:nvPr/>
        </p:nvSpPr>
        <p:spPr>
          <a:xfrm xmlns:a="http://schemas.openxmlformats.org/drawingml/2006/main">
            <a:off x="1630184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1" name="dp44-comparison / n189 / path">
            <a:extLst xmlns:a="http://schemas.openxmlformats.org/drawingml/2006/main">
              <a:ext uri="{FF2B5EF4-FFF2-40B4-BE49-F238E27FC236}">
                <a16:creationId xmlns:a16="http://schemas.microsoft.com/office/drawing/2014/main" id="{9D91FB67-AEAF-4E15-9718-B0E9E47EFDED}"/>
              </a:ext>
            </a:extLst>
          </p:cNvPr>
          <p:cNvSpPr>
            <a:spLocks xmlns:a="http://schemas.openxmlformats.org/drawingml/2006/main" noGrp="1"/>
          </p:cNvSpPr>
          <p:nvPr/>
        </p:nvSpPr>
        <p:spPr>
          <a:xfrm xmlns:a="http://schemas.openxmlformats.org/drawingml/2006/main">
            <a:off x="16764000" y="5410200"/>
            <a:ext cx="953" cy="247650"/>
          </a:xfrm>
          <a:custGeom xmlns:a="http://schemas.openxmlformats.org/drawingml/2006/main">
            <a:pathLst>
              <a:path w="953" h="247650">
                <a:moveTo>
                  <a:pt x="0" y="0"/>
                </a:moveTo>
                <a:lnTo>
                  <a:pt x="0" y="247650"/>
                </a:lnTo>
              </a:path>
            </a:pathLst>
          </a:custGeom>
          <a:noFill xmlns:a="http://schemas.openxmlformats.org/drawingml/2006/main"/>
          <a:ln xmlns:a="http://schemas.openxmlformats.org/drawingml/2006/main" w="10478">
            <a:solidFill>
              <a:srgbClr val="B8753F"/>
            </a:solidFill>
            <a:prstDash val="solid"/>
          </a:ln>
        </p:spPr>
      </p:sp>
      <p:sp>
        <p:nvSpPr>
          <p:cNvPr id="212" name="dp44-comparison / n189 / arrow">
            <a:extLst xmlns:a="http://schemas.openxmlformats.org/drawingml/2006/main">
              <a:ext uri="{FF2B5EF4-FFF2-40B4-BE49-F238E27FC236}">
                <a16:creationId xmlns:a16="http://schemas.microsoft.com/office/drawing/2014/main" id="{A3954C7E-CAC9-499B-9130-EC2F5DC99685}"/>
              </a:ext>
            </a:extLst>
          </p:cNvPr>
          <p:cNvSpPr>
            <a:spLocks xmlns:a="http://schemas.openxmlformats.org/drawingml/2006/main" noGrp="1"/>
          </p:cNvSpPr>
          <p:nvPr/>
        </p:nvSpPr>
        <p:spPr>
          <a:xfrm xmlns:a="http://schemas.openxmlformats.org/drawingml/2006/main">
            <a:off x="16730472" y="5590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3" name="dp44-comparison / n190 / path">
            <a:extLst xmlns:a="http://schemas.openxmlformats.org/drawingml/2006/main">
              <a:ext uri="{FF2B5EF4-FFF2-40B4-BE49-F238E27FC236}">
                <a16:creationId xmlns:a16="http://schemas.microsoft.com/office/drawing/2014/main" id="{CF9D8F12-64A5-4E33-B112-34444EFC7845}"/>
              </a:ext>
            </a:extLst>
          </p:cNvPr>
          <p:cNvSpPr>
            <a:spLocks xmlns:a="http://schemas.openxmlformats.org/drawingml/2006/main" noGrp="1"/>
          </p:cNvSpPr>
          <p:nvPr/>
        </p:nvSpPr>
        <p:spPr>
          <a:xfrm xmlns:a="http://schemas.openxmlformats.org/drawingml/2006/main">
            <a:off x="13858875" y="5410200"/>
            <a:ext cx="2047875" cy="352425"/>
          </a:xfrm>
          <a:custGeom xmlns:a="http://schemas.openxmlformats.org/drawingml/2006/main">
            <a:pathLst>
              <a:path w="2047875" h="352425">
                <a:moveTo>
                  <a:pt x="2047875" y="0"/>
                </a:moveTo>
                <a:lnTo>
                  <a:pt x="2047875" y="133350"/>
                </a:lnTo>
                <a:lnTo>
                  <a:pt x="0" y="133350"/>
                </a:lnTo>
                <a:lnTo>
                  <a:pt x="0" y="352425"/>
                </a:lnTo>
              </a:path>
            </a:pathLst>
          </a:custGeom>
          <a:noFill xmlns:a="http://schemas.openxmlformats.org/drawingml/2006/main"/>
          <a:ln xmlns:a="http://schemas.openxmlformats.org/drawingml/2006/main" w="10478">
            <a:solidFill>
              <a:srgbClr val="B8753F"/>
            </a:solidFill>
            <a:prstDash val="solid"/>
          </a:ln>
        </p:spPr>
      </p:sp>
      <p:sp>
        <p:nvSpPr>
          <p:cNvPr id="214" name="dp44-comparison / n190 / arrow">
            <a:extLst xmlns:a="http://schemas.openxmlformats.org/drawingml/2006/main">
              <a:ext uri="{FF2B5EF4-FFF2-40B4-BE49-F238E27FC236}">
                <a16:creationId xmlns:a16="http://schemas.microsoft.com/office/drawing/2014/main" id="{D03EF4C5-8D7B-4717-BFEC-D804D86C38D2}"/>
              </a:ext>
            </a:extLst>
          </p:cNvPr>
          <p:cNvSpPr>
            <a:spLocks xmlns:a="http://schemas.openxmlformats.org/drawingml/2006/main" noGrp="1"/>
          </p:cNvSpPr>
          <p:nvPr/>
        </p:nvSpPr>
        <p:spPr>
          <a:xfrm xmlns:a="http://schemas.openxmlformats.org/drawingml/2006/main">
            <a:off x="13825347" y="5695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5" name="dp44-comparison / n199 / path">
            <a:extLst xmlns:a="http://schemas.openxmlformats.org/drawingml/2006/main">
              <a:ext uri="{FF2B5EF4-FFF2-40B4-BE49-F238E27FC236}">
                <a16:creationId xmlns:a16="http://schemas.microsoft.com/office/drawing/2014/main" id="{BFAE381C-3754-45D0-8571-025D26F74FCA}"/>
              </a:ext>
            </a:extLst>
          </p:cNvPr>
          <p:cNvSpPr>
            <a:spLocks xmlns:a="http://schemas.openxmlformats.org/drawingml/2006/main" noGrp="1"/>
          </p:cNvSpPr>
          <p:nvPr/>
        </p:nvSpPr>
        <p:spPr>
          <a:xfrm xmlns:a="http://schemas.openxmlformats.org/drawingml/2006/main">
            <a:off x="985837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16" name="dp44-comparison / n202">
            <a:extLst xmlns:a="http://schemas.openxmlformats.org/drawingml/2006/main">
              <a:ext uri="{FF2B5EF4-FFF2-40B4-BE49-F238E27FC236}">
                <a16:creationId xmlns:a16="http://schemas.microsoft.com/office/drawing/2014/main" id="{390B3CA6-15A8-43D4-A702-33B082A843B6}"/>
              </a:ext>
            </a:extLst>
          </p:cNvPr>
          <p:cNvSpPr>
            <a:spLocks xmlns:a="http://schemas.openxmlformats.org/drawingml/2006/main" noGrp="1"/>
          </p:cNvSpPr>
          <p:nvPr/>
        </p:nvSpPr>
        <p:spPr>
          <a:xfrm xmlns:a="http://schemas.openxmlformats.org/drawingml/2006/main">
            <a:off x="9953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7" name="dp44-comparison / n203 / text 1">
            <a:extLst xmlns:a="http://schemas.openxmlformats.org/drawingml/2006/main">
              <a:ext uri="{FF2B5EF4-FFF2-40B4-BE49-F238E27FC236}">
                <a16:creationId xmlns:a16="http://schemas.microsoft.com/office/drawing/2014/main" id="{85E34A2C-EFF1-4752-8560-015EFC80FECE}"/>
              </a:ext>
            </a:extLst>
          </p:cNvPr>
          <p:cNvSpPr>
            <a:spLocks xmlns:a="http://schemas.openxmlformats.org/drawingml/2006/main" noGrp="1"/>
          </p:cNvSpPr>
          <p:nvPr/>
        </p:nvSpPr>
        <p:spPr>
          <a:xfrm xmlns:a="http://schemas.openxmlformats.org/drawingml/2006/main">
            <a:off x="10039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Meaning1 완료</a:t>
            </a:r>
          </a:p>
        </p:txBody>
      </p:sp>
      <p:sp>
        <p:nvSpPr>
          <p:cNvPr id="218" name="dp44-comparison / n204">
            <a:extLst xmlns:a="http://schemas.openxmlformats.org/drawingml/2006/main">
              <a:ext uri="{FF2B5EF4-FFF2-40B4-BE49-F238E27FC236}">
                <a16:creationId xmlns:a16="http://schemas.microsoft.com/office/drawing/2014/main" id="{48757CEC-27CD-4F5C-845B-8A17A43A07B3}"/>
              </a:ext>
            </a:extLst>
          </p:cNvPr>
          <p:cNvSpPr>
            <a:spLocks xmlns:a="http://schemas.openxmlformats.org/drawingml/2006/main" noGrp="1"/>
          </p:cNvSpPr>
          <p:nvPr/>
        </p:nvSpPr>
        <p:spPr>
          <a:xfrm xmlns:a="http://schemas.openxmlformats.org/drawingml/2006/main">
            <a:off x="12620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4-comparison / n205 / text 1">
            <a:extLst xmlns:a="http://schemas.openxmlformats.org/drawingml/2006/main">
              <a:ext uri="{FF2B5EF4-FFF2-40B4-BE49-F238E27FC236}">
                <a16:creationId xmlns:a16="http://schemas.microsoft.com/office/drawing/2014/main" id="{06A4A7F9-DC6E-4739-86F8-62FA6C6278E5}"/>
              </a:ext>
            </a:extLst>
          </p:cNvPr>
          <p:cNvSpPr>
            <a:spLocks xmlns:a="http://schemas.openxmlformats.org/drawingml/2006/main" noGrp="1"/>
          </p:cNvSpPr>
          <p:nvPr/>
        </p:nvSpPr>
        <p:spPr>
          <a:xfrm xmlns:a="http://schemas.openxmlformats.org/drawingml/2006/main">
            <a:off x="12706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Composer: 후보 생산</a:t>
            </a:r>
          </a:p>
        </p:txBody>
      </p:sp>
      <p:sp>
        <p:nvSpPr>
          <p:cNvPr id="220" name="dp44-comparison / n206 / path">
            <a:extLst xmlns:a="http://schemas.openxmlformats.org/drawingml/2006/main">
              <a:ext uri="{FF2B5EF4-FFF2-40B4-BE49-F238E27FC236}">
                <a16:creationId xmlns:a16="http://schemas.microsoft.com/office/drawing/2014/main" id="{20F8F83E-E357-46F4-9458-D2A63531DEFB}"/>
              </a:ext>
            </a:extLst>
          </p:cNvPr>
          <p:cNvSpPr>
            <a:spLocks xmlns:a="http://schemas.openxmlformats.org/drawingml/2006/main" noGrp="1"/>
          </p:cNvSpPr>
          <p:nvPr/>
        </p:nvSpPr>
        <p:spPr>
          <a:xfrm xmlns:a="http://schemas.openxmlformats.org/drawingml/2006/main">
            <a:off x="12192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1" name="dp44-comparison / n206 / arrow">
            <a:extLst xmlns:a="http://schemas.openxmlformats.org/drawingml/2006/main">
              <a:ext uri="{FF2B5EF4-FFF2-40B4-BE49-F238E27FC236}">
                <a16:creationId xmlns:a16="http://schemas.microsoft.com/office/drawing/2014/main" id="{581184C5-556A-4643-AEB1-A3EFB29DFF44}"/>
              </a:ext>
            </a:extLst>
          </p:cNvPr>
          <p:cNvSpPr>
            <a:spLocks xmlns:a="http://schemas.openxmlformats.org/drawingml/2006/main" noGrp="1"/>
          </p:cNvSpPr>
          <p:nvPr/>
        </p:nvSpPr>
        <p:spPr>
          <a:xfrm xmlns:a="http://schemas.openxmlformats.org/drawingml/2006/main">
            <a:off x="12553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2" name="dp44-comparison / n207">
            <a:extLst xmlns:a="http://schemas.openxmlformats.org/drawingml/2006/main">
              <a:ext uri="{FF2B5EF4-FFF2-40B4-BE49-F238E27FC236}">
                <a16:creationId xmlns:a16="http://schemas.microsoft.com/office/drawing/2014/main" id="{A728C120-4C5F-44E6-AF0B-E7E2FA9215E4}"/>
              </a:ext>
            </a:extLst>
          </p:cNvPr>
          <p:cNvSpPr>
            <a:spLocks xmlns:a="http://schemas.openxmlformats.org/drawingml/2006/main" noGrp="1"/>
          </p:cNvSpPr>
          <p:nvPr/>
        </p:nvSpPr>
        <p:spPr>
          <a:xfrm xmlns:a="http://schemas.openxmlformats.org/drawingml/2006/main">
            <a:off x="1528762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3" name="dp44-comparison / n208 / text 1">
            <a:extLst xmlns:a="http://schemas.openxmlformats.org/drawingml/2006/main">
              <a:ext uri="{FF2B5EF4-FFF2-40B4-BE49-F238E27FC236}">
                <a16:creationId xmlns:a16="http://schemas.microsoft.com/office/drawing/2014/main" id="{4639490A-69C0-4EE4-8572-CEAF7357884E}"/>
              </a:ext>
            </a:extLst>
          </p:cNvPr>
          <p:cNvSpPr>
            <a:spLocks xmlns:a="http://schemas.openxmlformats.org/drawingml/2006/main" noGrp="1"/>
          </p:cNvSpPr>
          <p:nvPr/>
        </p:nvSpPr>
        <p:spPr>
          <a:xfrm xmlns:a="http://schemas.openxmlformats.org/drawingml/2006/main">
            <a:off x="1537335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Join: 조건 검사 후 게시</a:t>
            </a:r>
          </a:p>
        </p:txBody>
      </p:sp>
      <p:sp>
        <p:nvSpPr>
          <p:cNvPr id="224" name="dp44-comparison / n209 / path">
            <a:extLst xmlns:a="http://schemas.openxmlformats.org/drawingml/2006/main">
              <a:ext uri="{FF2B5EF4-FFF2-40B4-BE49-F238E27FC236}">
                <a16:creationId xmlns:a16="http://schemas.microsoft.com/office/drawing/2014/main" id="{4ED6DA26-523D-41B1-8847-E2CB2910618A}"/>
              </a:ext>
            </a:extLst>
          </p:cNvPr>
          <p:cNvSpPr>
            <a:spLocks xmlns:a="http://schemas.openxmlformats.org/drawingml/2006/main" noGrp="1"/>
          </p:cNvSpPr>
          <p:nvPr/>
        </p:nvSpPr>
        <p:spPr>
          <a:xfrm xmlns:a="http://schemas.openxmlformats.org/drawingml/2006/main">
            <a:off x="14859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5" name="dp44-comparison / n209 / arrow">
            <a:extLst xmlns:a="http://schemas.openxmlformats.org/drawingml/2006/main">
              <a:ext uri="{FF2B5EF4-FFF2-40B4-BE49-F238E27FC236}">
                <a16:creationId xmlns:a16="http://schemas.microsoft.com/office/drawing/2014/main" id="{ABF98DF5-A4FE-4A87-AEF8-02D511937857}"/>
              </a:ext>
            </a:extLst>
          </p:cNvPr>
          <p:cNvSpPr>
            <a:spLocks xmlns:a="http://schemas.openxmlformats.org/drawingml/2006/main" noGrp="1"/>
          </p:cNvSpPr>
          <p:nvPr/>
        </p:nvSpPr>
        <p:spPr>
          <a:xfrm xmlns:a="http://schemas.openxmlformats.org/drawingml/2006/main">
            <a:off x="15220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6" name="dp44-comparison / n214">
            <a:extLst xmlns:a="http://schemas.openxmlformats.org/drawingml/2006/main">
              <a:ext uri="{FF2B5EF4-FFF2-40B4-BE49-F238E27FC236}">
                <a16:creationId xmlns:a16="http://schemas.microsoft.com/office/drawing/2014/main" id="{DD08E3B5-C032-4F28-9102-C0576E242A03}"/>
              </a:ext>
            </a:extLst>
          </p:cNvPr>
          <p:cNvSpPr>
            <a:spLocks xmlns:a="http://schemas.openxmlformats.org/drawingml/2006/main" noGrp="1"/>
          </p:cNvSpPr>
          <p:nvPr/>
        </p:nvSpPr>
        <p:spPr>
          <a:xfrm xmlns:a="http://schemas.openxmlformats.org/drawingml/2006/main">
            <a:off x="9953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4-comparison / n215 / text 1">
            <a:extLst xmlns:a="http://schemas.openxmlformats.org/drawingml/2006/main">
              <a:ext uri="{FF2B5EF4-FFF2-40B4-BE49-F238E27FC236}">
                <a16:creationId xmlns:a16="http://schemas.microsoft.com/office/drawing/2014/main" id="{15B90F8B-E3DE-4B2F-AC0B-DE585508D256}"/>
              </a:ext>
            </a:extLst>
          </p:cNvPr>
          <p:cNvSpPr>
            <a:spLocks xmlns:a="http://schemas.openxmlformats.org/drawingml/2006/main" noGrp="1"/>
          </p:cNvSpPr>
          <p:nvPr/>
        </p:nvSpPr>
        <p:spPr>
          <a:xfrm xmlns:a="http://schemas.openxmlformats.org/drawingml/2006/main">
            <a:off x="10039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옛 응답 준비 완료</a:t>
            </a:r>
          </a:p>
        </p:txBody>
      </p:sp>
      <p:sp>
        <p:nvSpPr>
          <p:cNvPr id="228" name="dp44-comparison / n216">
            <a:extLst xmlns:a="http://schemas.openxmlformats.org/drawingml/2006/main">
              <a:ext uri="{FF2B5EF4-FFF2-40B4-BE49-F238E27FC236}">
                <a16:creationId xmlns:a16="http://schemas.microsoft.com/office/drawing/2014/main" id="{4781A5E8-2D59-4D0B-B899-F8DB56BD6AA4}"/>
              </a:ext>
            </a:extLst>
          </p:cNvPr>
          <p:cNvSpPr>
            <a:spLocks xmlns:a="http://schemas.openxmlformats.org/drawingml/2006/main" noGrp="1"/>
          </p:cNvSpPr>
          <p:nvPr/>
        </p:nvSpPr>
        <p:spPr>
          <a:xfrm xmlns:a="http://schemas.openxmlformats.org/drawingml/2006/main">
            <a:off x="12620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4-comparison / n217 / text 1">
            <a:extLst xmlns:a="http://schemas.openxmlformats.org/drawingml/2006/main">
              <a:ext uri="{FF2B5EF4-FFF2-40B4-BE49-F238E27FC236}">
                <a16:creationId xmlns:a16="http://schemas.microsoft.com/office/drawing/2014/main" id="{B1284759-8764-40E8-B65A-D14A7FB562FF}"/>
              </a:ext>
            </a:extLst>
          </p:cNvPr>
          <p:cNvSpPr>
            <a:spLocks xmlns:a="http://schemas.openxmlformats.org/drawingml/2006/main" noGrp="1"/>
          </p:cNvSpPr>
          <p:nvPr/>
        </p:nvSpPr>
        <p:spPr>
          <a:xfrm xmlns:a="http://schemas.openxmlformats.org/drawingml/2006/main">
            <a:off x="12706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Join: 현재 입력 조건 검사</a:t>
            </a:r>
          </a:p>
        </p:txBody>
      </p:sp>
      <p:sp>
        <p:nvSpPr>
          <p:cNvPr id="230" name="dp44-comparison / n218 / path">
            <a:extLst xmlns:a="http://schemas.openxmlformats.org/drawingml/2006/main">
              <a:ext uri="{FF2B5EF4-FFF2-40B4-BE49-F238E27FC236}">
                <a16:creationId xmlns:a16="http://schemas.microsoft.com/office/drawing/2014/main" id="{BC691165-0BB0-4B31-9821-125902DD2D1F}"/>
              </a:ext>
            </a:extLst>
          </p:cNvPr>
          <p:cNvSpPr>
            <a:spLocks xmlns:a="http://schemas.openxmlformats.org/drawingml/2006/main" noGrp="1"/>
          </p:cNvSpPr>
          <p:nvPr/>
        </p:nvSpPr>
        <p:spPr>
          <a:xfrm xmlns:a="http://schemas.openxmlformats.org/drawingml/2006/main">
            <a:off x="12192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1" name="dp44-comparison / n218 / arrow">
            <a:extLst xmlns:a="http://schemas.openxmlformats.org/drawingml/2006/main">
              <a:ext uri="{FF2B5EF4-FFF2-40B4-BE49-F238E27FC236}">
                <a16:creationId xmlns:a16="http://schemas.microsoft.com/office/drawing/2014/main" id="{94707A04-F833-4D5C-B18F-5D7B90068898}"/>
              </a:ext>
            </a:extLst>
          </p:cNvPr>
          <p:cNvSpPr>
            <a:spLocks xmlns:a="http://schemas.openxmlformats.org/drawingml/2006/main" noGrp="1"/>
          </p:cNvSpPr>
          <p:nvPr/>
        </p:nvSpPr>
        <p:spPr>
          <a:xfrm xmlns:a="http://schemas.openxmlformats.org/drawingml/2006/main">
            <a:off x="12553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4-comparison / n219">
            <a:extLst xmlns:a="http://schemas.openxmlformats.org/drawingml/2006/main">
              <a:ext uri="{FF2B5EF4-FFF2-40B4-BE49-F238E27FC236}">
                <a16:creationId xmlns:a16="http://schemas.microsoft.com/office/drawing/2014/main" id="{FF149AFC-4483-4170-BBE3-769598011F58}"/>
              </a:ext>
            </a:extLst>
          </p:cNvPr>
          <p:cNvSpPr>
            <a:spLocks xmlns:a="http://schemas.openxmlformats.org/drawingml/2006/main" noGrp="1"/>
          </p:cNvSpPr>
          <p:nvPr/>
        </p:nvSpPr>
        <p:spPr>
          <a:xfrm xmlns:a="http://schemas.openxmlformats.org/drawingml/2006/main">
            <a:off x="1528762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4-comparison / n220 / text 1">
            <a:extLst xmlns:a="http://schemas.openxmlformats.org/drawingml/2006/main">
              <a:ext uri="{FF2B5EF4-FFF2-40B4-BE49-F238E27FC236}">
                <a16:creationId xmlns:a16="http://schemas.microsoft.com/office/drawing/2014/main" id="{6C60BE3A-3F6E-45A1-BAF2-27274773E741}"/>
              </a:ext>
            </a:extLst>
          </p:cNvPr>
          <p:cNvSpPr>
            <a:spLocks xmlns:a="http://schemas.openxmlformats.org/drawingml/2006/main" noGrp="1"/>
          </p:cNvSpPr>
          <p:nvPr/>
        </p:nvSpPr>
        <p:spPr>
          <a:xfrm xmlns:a="http://schemas.openxmlformats.org/drawingml/2006/main">
            <a:off x="1537335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Publication Window에서 폐기</a:t>
            </a:r>
          </a:p>
        </p:txBody>
      </p:sp>
      <p:sp>
        <p:nvSpPr>
          <p:cNvPr id="234" name="dp44-comparison / n221 / path">
            <a:extLst xmlns:a="http://schemas.openxmlformats.org/drawingml/2006/main">
              <a:ext uri="{FF2B5EF4-FFF2-40B4-BE49-F238E27FC236}">
                <a16:creationId xmlns:a16="http://schemas.microsoft.com/office/drawing/2014/main" id="{6DE4F2FD-B8B6-4102-8E28-9CA845C7244F}"/>
              </a:ext>
            </a:extLst>
          </p:cNvPr>
          <p:cNvSpPr>
            <a:spLocks xmlns:a="http://schemas.openxmlformats.org/drawingml/2006/main" noGrp="1"/>
          </p:cNvSpPr>
          <p:nvPr/>
        </p:nvSpPr>
        <p:spPr>
          <a:xfrm xmlns:a="http://schemas.openxmlformats.org/drawingml/2006/main">
            <a:off x="14859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5" name="dp44-comparison / n221 / arrow">
            <a:extLst xmlns:a="http://schemas.openxmlformats.org/drawingml/2006/main">
              <a:ext uri="{FF2B5EF4-FFF2-40B4-BE49-F238E27FC236}">
                <a16:creationId xmlns:a16="http://schemas.microsoft.com/office/drawing/2014/main" id="{D2D67F8C-C729-469C-9567-DE1B807AD253}"/>
              </a:ext>
            </a:extLst>
          </p:cNvPr>
          <p:cNvSpPr>
            <a:spLocks xmlns:a="http://schemas.openxmlformats.org/drawingml/2006/main" noGrp="1"/>
          </p:cNvSpPr>
          <p:nvPr/>
        </p:nvSpPr>
        <p:spPr>
          <a:xfrm xmlns:a="http://schemas.openxmlformats.org/drawingml/2006/main">
            <a:off x="15220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6" name="dp44-comparison / n145">
            <a:extLst xmlns:a="http://schemas.openxmlformats.org/drawingml/2006/main">
              <a:ext uri="{FF2B5EF4-FFF2-40B4-BE49-F238E27FC236}">
                <a16:creationId xmlns:a16="http://schemas.microsoft.com/office/drawing/2014/main" id="{012AED2C-D09F-468B-A4C0-9CE4B86B47FB}"/>
              </a:ext>
            </a:extLst>
          </p:cNvPr>
          <p:cNvSpPr>
            <a:spLocks xmlns:a="http://schemas.openxmlformats.org/drawingml/2006/main" noGrp="1"/>
          </p:cNvSpPr>
          <p:nvPr/>
        </p:nvSpPr>
        <p:spPr>
          <a:xfrm xmlns:a="http://schemas.openxmlformats.org/drawingml/2006/main">
            <a:off x="993457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4-comparison / n146 / text 1">
            <a:extLst xmlns:a="http://schemas.openxmlformats.org/drawingml/2006/main">
              <a:ext uri="{FF2B5EF4-FFF2-40B4-BE49-F238E27FC236}">
                <a16:creationId xmlns:a16="http://schemas.microsoft.com/office/drawing/2014/main" id="{148079F7-7843-4FD9-9ADE-119B21CAD976}"/>
              </a:ext>
            </a:extLst>
          </p:cNvPr>
          <p:cNvSpPr>
            <a:spLocks xmlns:a="http://schemas.openxmlformats.org/drawingml/2006/main" noGrp="1"/>
          </p:cNvSpPr>
          <p:nvPr/>
        </p:nvSpPr>
        <p:spPr>
          <a:xfrm xmlns:a="http://schemas.openxmlformats.org/drawingml/2006/main">
            <a:off x="995362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Input1: “잠깐, 표부터 설명해줘”</a:t>
            </a:r>
          </a:p>
        </p:txBody>
      </p:sp>
      <p:sp>
        <p:nvSpPr>
          <p:cNvPr id="238" name="dp44-comparison / n147">
            <a:extLst xmlns:a="http://schemas.openxmlformats.org/drawingml/2006/main">
              <a:ext uri="{FF2B5EF4-FFF2-40B4-BE49-F238E27FC236}">
                <a16:creationId xmlns:a16="http://schemas.microsoft.com/office/drawing/2014/main" id="{2B395979-EAB9-4744-878B-2F7AAD7C2BA8}"/>
              </a:ext>
            </a:extLst>
          </p:cNvPr>
          <p:cNvSpPr>
            <a:spLocks xmlns:a="http://schemas.openxmlformats.org/drawingml/2006/main" noGrp="1"/>
          </p:cNvSpPr>
          <p:nvPr/>
        </p:nvSpPr>
        <p:spPr>
          <a:xfrm xmlns:a="http://schemas.openxmlformats.org/drawingml/2006/main">
            <a:off x="1460182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4-comparison / n148 / text 1">
            <a:extLst xmlns:a="http://schemas.openxmlformats.org/drawingml/2006/main">
              <a:ext uri="{FF2B5EF4-FFF2-40B4-BE49-F238E27FC236}">
                <a16:creationId xmlns:a16="http://schemas.microsoft.com/office/drawing/2014/main" id="{F4B6459C-C43C-4DB5-A058-7BA13F10DFA0}"/>
              </a:ext>
            </a:extLst>
          </p:cNvPr>
          <p:cNvSpPr>
            <a:spLocks xmlns:a="http://schemas.openxmlformats.org/drawingml/2006/main" noGrp="1"/>
          </p:cNvSpPr>
          <p:nvPr/>
        </p:nvSpPr>
        <p:spPr>
          <a:xfrm xmlns:a="http://schemas.openxmlformats.org/drawingml/2006/main">
            <a:off x="1462087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Task1 메일 / Question1 수신자 질문</a:t>
            </a:r>
          </a:p>
        </p:txBody>
      </p:sp>
      <p:sp>
        <p:nvSpPr>
          <p:cNvPr id="240" name="dp44-comparison / n163">
            <a:extLst xmlns:a="http://schemas.openxmlformats.org/drawingml/2006/main">
              <a:ext uri="{FF2B5EF4-FFF2-40B4-BE49-F238E27FC236}">
                <a16:creationId xmlns:a16="http://schemas.microsoft.com/office/drawing/2014/main" id="{D49FD6C3-6574-4A14-B13C-347B8523F838}"/>
              </a:ext>
            </a:extLst>
          </p:cNvPr>
          <p:cNvSpPr>
            <a:spLocks xmlns:a="http://schemas.openxmlformats.org/drawingml/2006/main" noGrp="1"/>
          </p:cNvSpPr>
          <p:nvPr/>
        </p:nvSpPr>
        <p:spPr>
          <a:xfrm xmlns:a="http://schemas.openxmlformats.org/drawingml/2006/main">
            <a:off x="10125075" y="3886200"/>
            <a:ext cx="139636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4-comparison / n164 / text 1">
            <a:extLst xmlns:a="http://schemas.openxmlformats.org/drawingml/2006/main">
              <a:ext uri="{FF2B5EF4-FFF2-40B4-BE49-F238E27FC236}">
                <a16:creationId xmlns:a16="http://schemas.microsoft.com/office/drawing/2014/main" id="{CEAFA764-94B2-40CC-B769-F7008FCB1B25}"/>
              </a:ext>
            </a:extLst>
          </p:cNvPr>
          <p:cNvSpPr>
            <a:spLocks xmlns:a="http://schemas.openxmlformats.org/drawingml/2006/main" noGrp="1"/>
          </p:cNvSpPr>
          <p:nvPr/>
        </p:nvSpPr>
        <p:spPr>
          <a:xfrm xmlns:a="http://schemas.openxmlformats.org/drawingml/2006/main">
            <a:off x="10144125" y="38957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Input1 / Job1 / 현재 입력</a:t>
            </a:r>
          </a:p>
        </p:txBody>
      </p:sp>
      <p:sp>
        <p:nvSpPr>
          <p:cNvPr id="242" name="dp44-comparison / n165">
            <a:extLst xmlns:a="http://schemas.openxmlformats.org/drawingml/2006/main">
              <a:ext uri="{FF2B5EF4-FFF2-40B4-BE49-F238E27FC236}">
                <a16:creationId xmlns:a16="http://schemas.microsoft.com/office/drawing/2014/main" id="{D4942946-897E-4D93-9B6D-9466942701D8}"/>
              </a:ext>
            </a:extLst>
          </p:cNvPr>
          <p:cNvSpPr>
            <a:spLocks xmlns:a="http://schemas.openxmlformats.org/drawingml/2006/main" noGrp="1"/>
          </p:cNvSpPr>
          <p:nvPr/>
        </p:nvSpPr>
        <p:spPr>
          <a:xfrm xmlns:a="http://schemas.openxmlformats.org/drawingml/2006/main">
            <a:off x="14125575" y="388620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4-comparison / n166 / text 1">
            <a:extLst xmlns:a="http://schemas.openxmlformats.org/drawingml/2006/main">
              <a:ext uri="{FF2B5EF4-FFF2-40B4-BE49-F238E27FC236}">
                <a16:creationId xmlns:a16="http://schemas.microsoft.com/office/drawing/2014/main" id="{861920FC-805A-4892-A369-D5C4AADF2317}"/>
              </a:ext>
            </a:extLst>
          </p:cNvPr>
          <p:cNvSpPr>
            <a:spLocks xmlns:a="http://schemas.openxmlformats.org/drawingml/2006/main" noGrp="1"/>
          </p:cNvSpPr>
          <p:nvPr/>
        </p:nvSpPr>
        <p:spPr>
          <a:xfrm xmlns:a="http://schemas.openxmlformats.org/drawingml/2006/main">
            <a:off x="14144625" y="3895725"/>
            <a:ext cx="30956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Task1 / Question1 / 정보 변경 확인</a:t>
            </a:r>
          </a:p>
        </p:txBody>
      </p:sp>
      <p:sp>
        <p:nvSpPr>
          <p:cNvPr id="244" name="dp44-comparison / n175">
            <a:extLst xmlns:a="http://schemas.openxmlformats.org/drawingml/2006/main">
              <a:ext uri="{FF2B5EF4-FFF2-40B4-BE49-F238E27FC236}">
                <a16:creationId xmlns:a16="http://schemas.microsoft.com/office/drawing/2014/main" id="{3512A24D-C5B2-49FF-B2BC-B62DAD352F8F}"/>
              </a:ext>
            </a:extLst>
          </p:cNvPr>
          <p:cNvSpPr>
            <a:spLocks xmlns:a="http://schemas.openxmlformats.org/drawingml/2006/main" noGrp="1"/>
          </p:cNvSpPr>
          <p:nvPr/>
        </p:nvSpPr>
        <p:spPr>
          <a:xfrm xmlns:a="http://schemas.openxmlformats.org/drawingml/2006/main">
            <a:off x="993457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4-comparison / n176 / text 1">
            <a:extLst xmlns:a="http://schemas.openxmlformats.org/drawingml/2006/main">
              <a:ext uri="{FF2B5EF4-FFF2-40B4-BE49-F238E27FC236}">
                <a16:creationId xmlns:a16="http://schemas.microsoft.com/office/drawing/2014/main" id="{82ED31AD-78BA-42DC-B96E-02B58175F9ED}"/>
              </a:ext>
            </a:extLst>
          </p:cNvPr>
          <p:cNvSpPr>
            <a:spLocks xmlns:a="http://schemas.openxmlformats.org/drawingml/2006/main" noGrp="1"/>
          </p:cNvSpPr>
          <p:nvPr/>
        </p:nvSpPr>
        <p:spPr>
          <a:xfrm xmlns:a="http://schemas.openxmlformats.org/drawingml/2006/main">
            <a:off x="995362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① 이해 완료: Meaning1</a:t>
            </a:r>
          </a:p>
        </p:txBody>
      </p:sp>
      <p:sp>
        <p:nvSpPr>
          <p:cNvPr id="246" name="dp44-comparison / n187">
            <a:extLst xmlns:a="http://schemas.openxmlformats.org/drawingml/2006/main">
              <a:ext uri="{FF2B5EF4-FFF2-40B4-BE49-F238E27FC236}">
                <a16:creationId xmlns:a16="http://schemas.microsoft.com/office/drawing/2014/main" id="{BEE7DB8A-9FE8-4EEC-96D2-119E9A959736}"/>
              </a:ext>
            </a:extLst>
          </p:cNvPr>
          <p:cNvSpPr>
            <a:spLocks xmlns:a="http://schemas.openxmlformats.org/drawingml/2006/main" noGrp="1"/>
          </p:cNvSpPr>
          <p:nvPr/>
        </p:nvSpPr>
        <p:spPr>
          <a:xfrm xmlns:a="http://schemas.openxmlformats.org/drawingml/2006/main">
            <a:off x="13325475" y="4381500"/>
            <a:ext cx="288626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4-comparison / n188 / text 1">
            <a:extLst xmlns:a="http://schemas.openxmlformats.org/drawingml/2006/main">
              <a:ext uri="{FF2B5EF4-FFF2-40B4-BE49-F238E27FC236}">
                <a16:creationId xmlns:a16="http://schemas.microsoft.com/office/drawing/2014/main" id="{C4EC1B60-C825-48B7-9773-2238E579ECD0}"/>
              </a:ext>
            </a:extLst>
          </p:cNvPr>
          <p:cNvSpPr>
            <a:spLocks xmlns:a="http://schemas.openxmlformats.org/drawingml/2006/main" noGrp="1"/>
          </p:cNvSpPr>
          <p:nvPr/>
        </p:nvSpPr>
        <p:spPr>
          <a:xfrm xmlns:a="http://schemas.openxmlformats.org/drawingml/2006/main">
            <a:off x="13344525" y="4391025"/>
            <a:ext cx="40862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Meaning1 / NoticeReady / 입력 해소 또는 질문 허용</a:t>
            </a:r>
          </a:p>
        </p:txBody>
      </p:sp>
      <p:sp>
        <p:nvSpPr>
          <p:cNvPr id="248" name="dp44-comparison / n191">
            <a:extLst xmlns:a="http://schemas.openxmlformats.org/drawingml/2006/main">
              <a:ext uri="{FF2B5EF4-FFF2-40B4-BE49-F238E27FC236}">
                <a16:creationId xmlns:a16="http://schemas.microsoft.com/office/drawing/2014/main" id="{394BB0E6-B7D8-4B73-B849-76001E21FD74}"/>
              </a:ext>
            </a:extLst>
          </p:cNvPr>
          <p:cNvSpPr>
            <a:spLocks xmlns:a="http://schemas.openxmlformats.org/drawingml/2006/main" noGrp="1"/>
          </p:cNvSpPr>
          <p:nvPr/>
        </p:nvSpPr>
        <p:spPr>
          <a:xfrm xmlns:a="http://schemas.openxmlformats.org/drawingml/2006/main">
            <a:off x="12934950" y="544830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4-comparison / n192 / text 1">
            <a:extLst xmlns:a="http://schemas.openxmlformats.org/drawingml/2006/main">
              <a:ext uri="{FF2B5EF4-FFF2-40B4-BE49-F238E27FC236}">
                <a16:creationId xmlns:a16="http://schemas.microsoft.com/office/drawing/2014/main" id="{8BE347DD-DE75-4EFC-B38F-A1D6CB598362}"/>
              </a:ext>
            </a:extLst>
          </p:cNvPr>
          <p:cNvSpPr>
            <a:spLocks xmlns:a="http://schemas.openxmlformats.org/drawingml/2006/main" noGrp="1"/>
          </p:cNvSpPr>
          <p:nvPr/>
        </p:nvSpPr>
        <p:spPr>
          <a:xfrm xmlns:a="http://schemas.openxmlformats.org/drawingml/2006/main">
            <a:off x="12954000" y="5457825"/>
            <a:ext cx="2000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Candidate1</a:t>
            </a:r>
          </a:p>
        </p:txBody>
      </p:sp>
      <p:sp>
        <p:nvSpPr>
          <p:cNvPr id="250" name="dp44-comparison / n193">
            <a:extLst xmlns:a="http://schemas.openxmlformats.org/drawingml/2006/main">
              <a:ext uri="{FF2B5EF4-FFF2-40B4-BE49-F238E27FC236}">
                <a16:creationId xmlns:a16="http://schemas.microsoft.com/office/drawing/2014/main" id="{B176834C-0970-4F45-B001-9A182FD95B92}"/>
              </a:ext>
            </a:extLst>
          </p:cNvPr>
          <p:cNvSpPr>
            <a:spLocks xmlns:a="http://schemas.openxmlformats.org/drawingml/2006/main" noGrp="1"/>
          </p:cNvSpPr>
          <p:nvPr/>
        </p:nvSpPr>
        <p:spPr>
          <a:xfrm xmlns:a="http://schemas.openxmlformats.org/drawingml/2006/main">
            <a:off x="995362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1" name="dp44-comparison / n193 / fold">
            <a:extLst xmlns:a="http://schemas.openxmlformats.org/drawingml/2006/main">
              <a:ext uri="{FF2B5EF4-FFF2-40B4-BE49-F238E27FC236}">
                <a16:creationId xmlns:a16="http://schemas.microsoft.com/office/drawing/2014/main" id="{317A893F-A524-4436-B990-28F9066032A4}"/>
              </a:ext>
            </a:extLst>
          </p:cNvPr>
          <p:cNvSpPr>
            <a:spLocks xmlns:a="http://schemas.openxmlformats.org/drawingml/2006/main" noGrp="1"/>
          </p:cNvSpPr>
          <p:nvPr/>
        </p:nvSpPr>
        <p:spPr>
          <a:xfrm xmlns:a="http://schemas.openxmlformats.org/drawingml/2006/main">
            <a:off x="1202055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2" name="dp44-comparison / n194 / text 1">
            <a:extLst xmlns:a="http://schemas.openxmlformats.org/drawingml/2006/main">
              <a:ext uri="{FF2B5EF4-FFF2-40B4-BE49-F238E27FC236}">
                <a16:creationId xmlns:a16="http://schemas.microsoft.com/office/drawing/2014/main" id="{A3F4CA02-2EE3-4EB6-AC3B-D0D5DE3D71B6}"/>
              </a:ext>
            </a:extLst>
          </p:cNvPr>
          <p:cNvSpPr>
            <a:spLocks xmlns:a="http://schemas.openxmlformats.org/drawingml/2006/main" noGrp="1"/>
          </p:cNvSpPr>
          <p:nvPr/>
        </p:nvSpPr>
        <p:spPr>
          <a:xfrm xmlns:a="http://schemas.openxmlformats.org/drawingml/2006/main">
            <a:off x="10048875" y="541972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단계 출력: Candidate1</a:t>
            </a:r>
          </a:p>
        </p:txBody>
      </p:sp>
      <p:sp>
        <p:nvSpPr>
          <p:cNvPr id="253" name="dp44-comparison / n194 / text 2">
            <a:extLst xmlns:a="http://schemas.openxmlformats.org/drawingml/2006/main">
              <a:ext uri="{FF2B5EF4-FFF2-40B4-BE49-F238E27FC236}">
                <a16:creationId xmlns:a16="http://schemas.microsoft.com/office/drawing/2014/main" id="{C4F79300-AE3D-4CA3-B038-FFC6A83E3F43}"/>
              </a:ext>
            </a:extLst>
          </p:cNvPr>
          <p:cNvSpPr>
            <a:spLocks xmlns:a="http://schemas.openxmlformats.org/drawingml/2006/main" noGrp="1"/>
          </p:cNvSpPr>
          <p:nvPr/>
        </p:nvSpPr>
        <p:spPr>
          <a:xfrm xmlns:a="http://schemas.openxmlformats.org/drawingml/2006/main">
            <a:off x="10048875" y="553974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input_ref:Input1 / required_refs</a:t>
            </a:r>
          </a:p>
        </p:txBody>
      </p:sp>
      <p:sp>
        <p:nvSpPr>
          <p:cNvPr id="254" name="dp44-comparison / n194 / text 3">
            <a:extLst xmlns:a="http://schemas.openxmlformats.org/drawingml/2006/main">
              <a:ext uri="{FF2B5EF4-FFF2-40B4-BE49-F238E27FC236}">
                <a16:creationId xmlns:a16="http://schemas.microsoft.com/office/drawing/2014/main" id="{1265FED0-0441-418B-BB91-8E1D2AE027F4}"/>
              </a:ext>
            </a:extLst>
          </p:cNvPr>
          <p:cNvSpPr>
            <a:spLocks xmlns:a="http://schemas.openxmlformats.org/drawingml/2006/main" noGrp="1"/>
          </p:cNvSpPr>
          <p:nvPr/>
        </p:nvSpPr>
        <p:spPr>
          <a:xfrm xmlns:a="http://schemas.openxmlformats.org/drawingml/2006/main">
            <a:off x="10048875" y="565975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입력과 정보 조건 충족: ELIGIBLE</a:t>
            </a:r>
          </a:p>
        </p:txBody>
      </p:sp>
      <p:sp>
        <p:nvSpPr>
          <p:cNvPr id="255" name="dp44-comparison / n194 / text 4">
            <a:extLst xmlns:a="http://schemas.openxmlformats.org/drawingml/2006/main">
              <a:ext uri="{FF2B5EF4-FFF2-40B4-BE49-F238E27FC236}">
                <a16:creationId xmlns:a16="http://schemas.microsoft.com/office/drawing/2014/main" id="{34D80C48-E8F0-4A20-939E-8DF05342EEA1}"/>
              </a:ext>
            </a:extLst>
          </p:cNvPr>
          <p:cNvSpPr>
            <a:spLocks xmlns:a="http://schemas.openxmlformats.org/drawingml/2006/main" noGrp="1"/>
          </p:cNvSpPr>
          <p:nvPr/>
        </p:nvSpPr>
        <p:spPr>
          <a:xfrm xmlns:a="http://schemas.openxmlformats.org/drawingml/2006/main">
            <a:off x="10048875" y="577977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부족: 대기 / 옛 후보: DISCARDED</a:t>
            </a:r>
          </a:p>
        </p:txBody>
      </p:sp>
      <p:sp>
        <p:nvSpPr>
          <p:cNvPr id="256" name="dp44-comparison / n195">
            <a:extLst xmlns:a="http://schemas.openxmlformats.org/drawingml/2006/main">
              <a:ext uri="{FF2B5EF4-FFF2-40B4-BE49-F238E27FC236}">
                <a16:creationId xmlns:a16="http://schemas.microsoft.com/office/drawing/2014/main" id="{BE0F721E-237D-4C1D-B07C-EA3FB21D16D1}"/>
              </a:ext>
            </a:extLst>
          </p:cNvPr>
          <p:cNvSpPr>
            <a:spLocks xmlns:a="http://schemas.openxmlformats.org/drawingml/2006/main" noGrp="1"/>
          </p:cNvSpPr>
          <p:nvPr/>
        </p:nvSpPr>
        <p:spPr>
          <a:xfrm xmlns:a="http://schemas.openxmlformats.org/drawingml/2006/main">
            <a:off x="15268575" y="5438775"/>
            <a:ext cx="18268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7" name="dp44-comparison / n196 / text 1">
            <a:extLst xmlns:a="http://schemas.openxmlformats.org/drawingml/2006/main">
              <a:ext uri="{FF2B5EF4-FFF2-40B4-BE49-F238E27FC236}">
                <a16:creationId xmlns:a16="http://schemas.microsoft.com/office/drawing/2014/main" id="{17FAEDF0-9901-4925-924A-44A905F1FB57}"/>
              </a:ext>
            </a:extLst>
          </p:cNvPr>
          <p:cNvSpPr>
            <a:spLocks xmlns:a="http://schemas.openxmlformats.org/drawingml/2006/main" noGrp="1"/>
          </p:cNvSpPr>
          <p:nvPr/>
        </p:nvSpPr>
        <p:spPr>
          <a:xfrm xmlns:a="http://schemas.openxmlformats.org/drawingml/2006/main">
            <a:off x="15287625" y="5448300"/>
            <a:ext cx="2095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후보 + 해당 입력 / 정보 / 전달 상태</a:t>
            </a:r>
          </a:p>
        </p:txBody>
      </p:sp>
      <p:sp>
        <p:nvSpPr>
          <p:cNvPr id="258" name="dp44-comparison / n197">
            <a:extLst xmlns:a="http://schemas.openxmlformats.org/drawingml/2006/main">
              <a:ext uri="{FF2B5EF4-FFF2-40B4-BE49-F238E27FC236}">
                <a16:creationId xmlns:a16="http://schemas.microsoft.com/office/drawing/2014/main" id="{43D09EC8-C676-4E00-8EC3-81F64EA6140B}"/>
              </a:ext>
            </a:extLst>
          </p:cNvPr>
          <p:cNvSpPr>
            <a:spLocks xmlns:a="http://schemas.openxmlformats.org/drawingml/2006/main" noGrp="1"/>
          </p:cNvSpPr>
          <p:nvPr/>
        </p:nvSpPr>
        <p:spPr>
          <a:xfrm xmlns:a="http://schemas.openxmlformats.org/drawingml/2006/main">
            <a:off x="12934950" y="6057900"/>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9" name="dp44-comparison / n198 / text 1">
            <a:extLst xmlns:a="http://schemas.openxmlformats.org/drawingml/2006/main">
              <a:ext uri="{FF2B5EF4-FFF2-40B4-BE49-F238E27FC236}">
                <a16:creationId xmlns:a16="http://schemas.microsoft.com/office/drawing/2014/main" id="{5249CB9E-F032-4336-9A21-AA79536FB281}"/>
              </a:ext>
            </a:extLst>
          </p:cNvPr>
          <p:cNvSpPr>
            <a:spLocks xmlns:a="http://schemas.openxmlformats.org/drawingml/2006/main" noGrp="1"/>
          </p:cNvSpPr>
          <p:nvPr/>
        </p:nvSpPr>
        <p:spPr>
          <a:xfrm xmlns:a="http://schemas.openxmlformats.org/drawingml/2006/main">
            <a:off x="12954000" y="6067425"/>
            <a:ext cx="4381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 충족 시 게시 단계 활성화 / 중앙 회수 없음</a:t>
            </a:r>
          </a:p>
        </p:txBody>
      </p:sp>
      <p:sp>
        <p:nvSpPr>
          <p:cNvPr id="260" name="dp44-comparison / n200">
            <a:extLst xmlns:a="http://schemas.openxmlformats.org/drawingml/2006/main">
              <a:ext uri="{FF2B5EF4-FFF2-40B4-BE49-F238E27FC236}">
                <a16:creationId xmlns:a16="http://schemas.microsoft.com/office/drawing/2014/main" id="{5D00DB23-85E1-4EDC-BCA4-C02279BBE757}"/>
              </a:ext>
            </a:extLst>
          </p:cNvPr>
          <p:cNvSpPr>
            <a:spLocks xmlns:a="http://schemas.openxmlformats.org/drawingml/2006/main" noGrp="1"/>
          </p:cNvSpPr>
          <p:nvPr/>
        </p:nvSpPr>
        <p:spPr>
          <a:xfrm xmlns:a="http://schemas.openxmlformats.org/drawingml/2006/main">
            <a:off x="993457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1" name="dp44-comparison / n201 / text 1">
            <a:extLst xmlns:a="http://schemas.openxmlformats.org/drawingml/2006/main">
              <a:ext uri="{FF2B5EF4-FFF2-40B4-BE49-F238E27FC236}">
                <a16:creationId xmlns:a16="http://schemas.microsoft.com/office/drawing/2014/main" id="{3E1BE21D-61BC-4D13-B209-4679E3025013}"/>
              </a:ext>
            </a:extLst>
          </p:cNvPr>
          <p:cNvSpPr>
            <a:spLocks xmlns:a="http://schemas.openxmlformats.org/drawingml/2006/main" noGrp="1"/>
          </p:cNvSpPr>
          <p:nvPr/>
        </p:nvSpPr>
        <p:spPr>
          <a:xfrm xmlns:a="http://schemas.openxmlformats.org/drawingml/2006/main">
            <a:off x="995362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실행 순서도 / 같은 완료 결과의 다음 처리</a:t>
            </a:r>
          </a:p>
        </p:txBody>
      </p:sp>
      <p:sp>
        <p:nvSpPr>
          <p:cNvPr id="262" name="dp44-comparison / n210">
            <a:extLst xmlns:a="http://schemas.openxmlformats.org/drawingml/2006/main">
              <a:ext uri="{FF2B5EF4-FFF2-40B4-BE49-F238E27FC236}">
                <a16:creationId xmlns:a16="http://schemas.microsoft.com/office/drawing/2014/main" id="{0F8FB0C4-6C03-4DAF-8B0C-2358638ED991}"/>
              </a:ext>
            </a:extLst>
          </p:cNvPr>
          <p:cNvSpPr>
            <a:spLocks xmlns:a="http://schemas.openxmlformats.org/drawingml/2006/main" noGrp="1"/>
          </p:cNvSpPr>
          <p:nvPr/>
        </p:nvSpPr>
        <p:spPr>
          <a:xfrm xmlns:a="http://schemas.openxmlformats.org/drawingml/2006/main">
            <a:off x="12649200" y="6924675"/>
            <a:ext cx="29954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3" name="dp44-comparison / n211 / text 1">
            <a:extLst xmlns:a="http://schemas.openxmlformats.org/drawingml/2006/main">
              <a:ext uri="{FF2B5EF4-FFF2-40B4-BE49-F238E27FC236}">
                <a16:creationId xmlns:a16="http://schemas.microsoft.com/office/drawing/2014/main" id="{841673A6-CFA6-493B-A404-BEB051204918}"/>
              </a:ext>
            </a:extLst>
          </p:cNvPr>
          <p:cNvSpPr>
            <a:spLocks xmlns:a="http://schemas.openxmlformats.org/drawingml/2006/main" noGrp="1"/>
          </p:cNvSpPr>
          <p:nvPr/>
        </p:nvSpPr>
        <p:spPr>
          <a:xfrm xmlns:a="http://schemas.openxmlformats.org/drawingml/2006/main">
            <a:off x="12668250" y="6934200"/>
            <a:ext cx="4762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알림 후보도 같은 Join으로 연결 / 입력별 상태 유지</a:t>
            </a:r>
          </a:p>
        </p:txBody>
      </p:sp>
      <p:sp>
        <p:nvSpPr>
          <p:cNvPr id="264" name="dp44-comparison / n212">
            <a:extLst xmlns:a="http://schemas.openxmlformats.org/drawingml/2006/main">
              <a:ext uri="{FF2B5EF4-FFF2-40B4-BE49-F238E27FC236}">
                <a16:creationId xmlns:a16="http://schemas.microsoft.com/office/drawing/2014/main" id="{8B309A13-5447-4F81-824C-5AB915CAFFF2}"/>
              </a:ext>
            </a:extLst>
          </p:cNvPr>
          <p:cNvSpPr>
            <a:spLocks xmlns:a="http://schemas.openxmlformats.org/drawingml/2006/main" noGrp="1"/>
          </p:cNvSpPr>
          <p:nvPr/>
        </p:nvSpPr>
        <p:spPr>
          <a:xfrm xmlns:a="http://schemas.openxmlformats.org/drawingml/2006/main">
            <a:off x="993457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5" name="dp44-comparison / n213 / text 1">
            <a:extLst xmlns:a="http://schemas.openxmlformats.org/drawingml/2006/main">
              <a:ext uri="{FF2B5EF4-FFF2-40B4-BE49-F238E27FC236}">
                <a16:creationId xmlns:a16="http://schemas.microsoft.com/office/drawing/2014/main" id="{EB07B714-044F-4872-AFFD-6811839125E5}"/>
              </a:ext>
            </a:extLst>
          </p:cNvPr>
          <p:cNvSpPr>
            <a:spLocks xmlns:a="http://schemas.openxmlformats.org/drawingml/2006/main" noGrp="1"/>
          </p:cNvSpPr>
          <p:nvPr/>
        </p:nvSpPr>
        <p:spPr>
          <a:xfrm xmlns:a="http://schemas.openxmlformats.org/drawingml/2006/main">
            <a:off x="995362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늦은 Candidate0 / 이미 새 Input1 처리 중</a:t>
            </a:r>
          </a:p>
        </p:txBody>
      </p:sp>
    </p:spTree>
    <p:extLst>
      <p:ext uri="{BB962C8B-B14F-4D97-AF65-F5344CB8AC3E}">
        <p14:creationId xmlns:p14="http://schemas.microsoft.com/office/powerpoint/2010/main" val="663736752"/>
      </p:ext>
    </p:extLst>
  </p:cSld>
</p:sld>
</file>

<file path=ppt/slides/slide26.xml><?xml version="1.0" encoding="utf-8"?>
<p:sld xmlns:p="http://schemas.openxmlformats.org/presentationml/2006/main">
  <p:cSld name="dp44-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4-v5-qa-detail / n1">
            <a:extLst xmlns:a="http://schemas.openxmlformats.org/drawingml/2006/main">
              <a:ext uri="{FF2B5EF4-FFF2-40B4-BE49-F238E27FC236}">
                <a16:creationId xmlns:a16="http://schemas.microsoft.com/office/drawing/2014/main" id="{5BAC7E72-ED38-44C7-8E76-B32CA89F9124}"/>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1">
                <a:solidFill>
                  <a:srgbClr val="087E8B"/>
                </a:solidFill>
                <a:latin typeface="Apple SD Gothic Neo"/>
                <a:ea typeface="Apple SD Gothic Neo"/>
                <a:cs typeface="Apple SD Gothic Neo"/>
              </a:defRPr>
            </a:pPr>
            <a:r>
              <a:rPr sz="1400" b="1">
                <a:solidFill>
                  <a:srgbClr val="087E8B"/>
                </a:solidFill>
                <a:latin typeface="Apple SD Gothic Neo"/>
                <a:ea typeface="Apple SD Gothic Neo"/>
                <a:cs typeface="Apple SD Gothic Neo"/>
              </a:rPr>
              <a:t>VIA SOFTWARE ARCHITECTURE / ASR-QA-v6</a:t>
            </a:r>
          </a:p>
        </p:txBody>
      </p:sp>
      <p:sp>
        <p:nvSpPr>
          <p:cNvPr id="2" name="dp44-v5-qa-detail / n2">
            <a:extLst xmlns:a="http://schemas.openxmlformats.org/drawingml/2006/main">
              <a:ext uri="{FF2B5EF4-FFF2-40B4-BE49-F238E27FC236}">
                <a16:creationId xmlns:a16="http://schemas.microsoft.com/office/drawing/2014/main" id="{63001A70-052A-40CC-B8E0-2DFCC8B42A07}"/>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1">
                <a:solidFill>
                  <a:srgbClr val="18232E"/>
                </a:solidFill>
                <a:latin typeface="Apple SD Gothic Neo"/>
                <a:ea typeface="Apple SD Gothic Neo"/>
                <a:cs typeface="Apple SD Gothic Neo"/>
              </a:defRPr>
            </a:pPr>
            <a:r>
              <a:rPr sz="2800" b="1">
                <a:solidFill>
                  <a:srgbClr val="18232E"/>
                </a:solidFill>
                <a:latin typeface="Apple SD Gothic Neo"/>
                <a:ea typeface="Apple SD Gothic Neo"/>
                <a:cs typeface="Apple SD Gothic Neo"/>
              </a:rPr>
              <a:t>04-44. 중앙 후속 지시와 단계별 실행 연결 / ASR-QA 평가</a:t>
            </a:r>
          </a:p>
        </p:txBody>
      </p:sp>
      <p:sp>
        <p:nvSpPr>
          <p:cNvPr id="3" name="dp44-v5-qa-detail / n3">
            <a:extLst xmlns:a="http://schemas.openxmlformats.org/drawingml/2006/main">
              <a:ext uri="{FF2B5EF4-FFF2-40B4-BE49-F238E27FC236}">
                <a16:creationId xmlns:a16="http://schemas.microsoft.com/office/drawing/2014/main" id="{3472E015-68DA-4C56-8CC0-BED59432E70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4-v5-qa-detail / n4">
            <a:extLst xmlns:a="http://schemas.openxmlformats.org/drawingml/2006/main">
              <a:ext uri="{FF2B5EF4-FFF2-40B4-BE49-F238E27FC236}">
                <a16:creationId xmlns:a16="http://schemas.microsoft.com/office/drawing/2014/main" id="{C814F336-D42B-477A-A6C8-5D9E41CEEFC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4-v5-qa-detail / n5">
            <a:extLst xmlns:a="http://schemas.openxmlformats.org/drawingml/2006/main">
              <a:ext uri="{FF2B5EF4-FFF2-40B4-BE49-F238E27FC236}">
                <a16:creationId xmlns:a16="http://schemas.microsoft.com/office/drawing/2014/main" id="{AC82426D-1B2F-4CEB-B69F-53E627A36BA5}"/>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0">
                <a:solidFill>
                  <a:srgbClr val="5F6B77"/>
                </a:solidFill>
                <a:latin typeface="Apple SD Gothic Neo"/>
                <a:ea typeface="Apple SD Gothic Neo"/>
                <a:cs typeface="Apple SD Gothic Neo"/>
              </a:defRPr>
            </a:pPr>
            <a:r>
              <a:rPr sz="170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4-v5-qa-detail / n6">
            <a:extLst xmlns:a="http://schemas.openxmlformats.org/drawingml/2006/main">
              <a:ext uri="{FF2B5EF4-FFF2-40B4-BE49-F238E27FC236}">
                <a16:creationId xmlns:a16="http://schemas.microsoft.com/office/drawing/2014/main" id="{C40CC6A5-FDED-47E4-AA8C-A3B591A08822}"/>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4-v5-qa-detail / n7">
            <a:extLst xmlns:a="http://schemas.openxmlformats.org/drawingml/2006/main">
              <a:ext uri="{FF2B5EF4-FFF2-40B4-BE49-F238E27FC236}">
                <a16:creationId xmlns:a16="http://schemas.microsoft.com/office/drawing/2014/main" id="{03AD35FE-CDDB-410B-B736-DF97A8D4ADC2}"/>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QA / 목표</a:t>
            </a:r>
          </a:p>
        </p:txBody>
      </p:sp>
      <p:sp>
        <p:nvSpPr>
          <p:cNvPr id="8" name="dp44-v5-qa-detail / n8">
            <a:extLst xmlns:a="http://schemas.openxmlformats.org/drawingml/2006/main">
              <a:ext uri="{FF2B5EF4-FFF2-40B4-BE49-F238E27FC236}">
                <a16:creationId xmlns:a16="http://schemas.microsoft.com/office/drawing/2014/main" id="{72862600-3A44-424F-83A0-DE1F0A77FE7D}"/>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A 중앙에서 다음 실행 지시</a:t>
            </a:r>
          </a:p>
        </p:txBody>
      </p:sp>
      <p:sp>
        <p:nvSpPr>
          <p:cNvPr id="9" name="dp44-v5-qa-detail / n9">
            <a:extLst xmlns:a="http://schemas.openxmlformats.org/drawingml/2006/main">
              <a:ext uri="{FF2B5EF4-FFF2-40B4-BE49-F238E27FC236}">
                <a16:creationId xmlns:a16="http://schemas.microsoft.com/office/drawing/2014/main" id="{32F70264-CCF6-4A17-A9F8-33082E6A673E}"/>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B 연결된 단계가 조건으로 실행</a:t>
            </a:r>
          </a:p>
        </p:txBody>
      </p:sp>
      <p:sp>
        <p:nvSpPr>
          <p:cNvPr id="10" name="dp44-v5-qa-detail / n10">
            <a:extLst xmlns:a="http://schemas.openxmlformats.org/drawingml/2006/main">
              <a:ext uri="{FF2B5EF4-FFF2-40B4-BE49-F238E27FC236}">
                <a16:creationId xmlns:a16="http://schemas.microsoft.com/office/drawing/2014/main" id="{0BDB6D1D-40EC-479C-AA81-629C6A2DCD2A}"/>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차이 판단</a:t>
            </a:r>
          </a:p>
        </p:txBody>
      </p:sp>
      <p:sp>
        <p:nvSpPr>
          <p:cNvPr id="11" name="dp44-v5-qa-detail / n11">
            <a:extLst xmlns:a="http://schemas.openxmlformats.org/drawingml/2006/main">
              <a:ext uri="{FF2B5EF4-FFF2-40B4-BE49-F238E27FC236}">
                <a16:creationId xmlns:a16="http://schemas.microsoft.com/office/drawing/2014/main" id="{A58DDFEB-9E24-492E-AC66-D6A939B0534A}"/>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4-v5-qa-detail / n12">
            <a:extLst xmlns:a="http://schemas.openxmlformats.org/drawingml/2006/main">
              <a:ext uri="{FF2B5EF4-FFF2-40B4-BE49-F238E27FC236}">
                <a16:creationId xmlns:a16="http://schemas.microsoft.com/office/drawing/2014/main" id="{6AC67BEE-7F38-432E-A95F-A94E6BB3D051}"/>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01  요청 처리 정확성</a:t>
            </a:r>
          </a:p>
        </p:txBody>
      </p:sp>
      <p:sp>
        <p:nvSpPr>
          <p:cNvPr id="13" name="dp44-v5-qa-detail / n13">
            <a:extLst xmlns:a="http://schemas.openxmlformats.org/drawingml/2006/main">
              <a:ext uri="{FF2B5EF4-FFF2-40B4-BE49-F238E27FC236}">
                <a16:creationId xmlns:a16="http://schemas.microsoft.com/office/drawing/2014/main" id="{65A9B487-E4B7-4E84-AC9B-C3FB9D92E966}"/>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≥98%, 618/630</a:t>
            </a:r>
          </a:p>
        </p:txBody>
      </p:sp>
      <p:sp>
        <p:nvSpPr>
          <p:cNvPr id="14" name="dp44-v5-qa-detail / n14">
            <a:extLst xmlns:a="http://schemas.openxmlformats.org/drawingml/2006/main">
              <a:ext uri="{FF2B5EF4-FFF2-40B4-BE49-F238E27FC236}">
                <a16:creationId xmlns:a16="http://schemas.microsoft.com/office/drawing/2014/main" id="{227A4BBF-2F5E-4210-994C-9135901F1447}"/>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15" name="dp44-v5-qa-detail / n15">
            <a:extLst xmlns:a="http://schemas.openxmlformats.org/drawingml/2006/main">
              <a:ext uri="{FF2B5EF4-FFF2-40B4-BE49-F238E27FC236}">
                <a16:creationId xmlns:a16="http://schemas.microsoft.com/office/drawing/2014/main" id="{4AC3F92B-DE9C-41CC-B827-DB00EE1C53B2}"/>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현재성 검사와 올바른 후속 지시</a:t>
            </a:r>
          </a:p>
        </p:txBody>
      </p:sp>
      <p:sp>
        <p:nvSpPr>
          <p:cNvPr id="16" name="dp44-v5-qa-detail / n16">
            <a:extLst xmlns:a="http://schemas.openxmlformats.org/drawingml/2006/main">
              <a:ext uri="{FF2B5EF4-FFF2-40B4-BE49-F238E27FC236}">
                <a16:creationId xmlns:a16="http://schemas.microsoft.com/office/drawing/2014/main" id="{B92EBD59-ED0E-43A5-A972-F53800C08FA5}"/>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17" name="dp44-v5-qa-detail / n17">
            <a:extLst xmlns:a="http://schemas.openxmlformats.org/drawingml/2006/main">
              <a:ext uri="{FF2B5EF4-FFF2-40B4-BE49-F238E27FC236}">
                <a16:creationId xmlns:a16="http://schemas.microsoft.com/office/drawing/2014/main" id="{6921F257-FBF9-492F-955F-48240C66AD7E}"/>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window와 Join의 현재성 검사</a:t>
            </a:r>
          </a:p>
        </p:txBody>
      </p:sp>
      <p:sp>
        <p:nvSpPr>
          <p:cNvPr id="18" name="dp44-v5-qa-detail / n18">
            <a:extLst xmlns:a="http://schemas.openxmlformats.org/drawingml/2006/main">
              <a:ext uri="{FF2B5EF4-FFF2-40B4-BE49-F238E27FC236}">
                <a16:creationId xmlns:a16="http://schemas.microsoft.com/office/drawing/2014/main" id="{6AFDB98E-18CA-4CD5-A29D-F3088D9E24B1}"/>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4-v5-qa-detail / n19">
            <a:extLst xmlns:a="http://schemas.openxmlformats.org/drawingml/2006/main">
              <a:ext uri="{FF2B5EF4-FFF2-40B4-BE49-F238E27FC236}">
                <a16:creationId xmlns:a16="http://schemas.microsoft.com/office/drawing/2014/main" id="{5DD5D5B4-4285-4B53-9F58-DAA46A6F8256}"/>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1%p</a:t>
            </a:r>
          </a:p>
        </p:txBody>
      </p:sp>
      <p:sp>
        <p:nvSpPr>
          <p:cNvPr id="20" name="dp44-v5-qa-detail / n20">
            <a:extLst xmlns:a="http://schemas.openxmlformats.org/drawingml/2006/main">
              <a:ext uri="{FF2B5EF4-FFF2-40B4-BE49-F238E27FC236}">
                <a16:creationId xmlns:a16="http://schemas.microsoft.com/office/drawing/2014/main" id="{48D2025D-2671-480F-9536-2E9ECD40344F}"/>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21" name="dp44-v5-qa-detail / n21">
            <a:extLst xmlns:a="http://schemas.openxmlformats.org/drawingml/2006/main">
              <a:ext uri="{FF2B5EF4-FFF2-40B4-BE49-F238E27FC236}">
                <a16:creationId xmlns:a16="http://schemas.microsoft.com/office/drawing/2014/main" id="{9CC2EE3E-A64A-47DE-8EE0-F74C6196482C}"/>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4-v5-qa-detail / n22">
            <a:extLst xmlns:a="http://schemas.openxmlformats.org/drawingml/2006/main">
              <a:ext uri="{FF2B5EF4-FFF2-40B4-BE49-F238E27FC236}">
                <a16:creationId xmlns:a16="http://schemas.microsoft.com/office/drawing/2014/main" id="{58CCD97D-F57F-4BFC-A262-007E103638EE}"/>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02  상호작용 응답시간</a:t>
            </a:r>
          </a:p>
        </p:txBody>
      </p:sp>
      <p:sp>
        <p:nvSpPr>
          <p:cNvPr id="23" name="dp44-v5-qa-detail / n23">
            <a:extLst xmlns:a="http://schemas.openxmlformats.org/drawingml/2006/main">
              <a:ext uri="{FF2B5EF4-FFF2-40B4-BE49-F238E27FC236}">
                <a16:creationId xmlns:a16="http://schemas.microsoft.com/office/drawing/2014/main" id="{864118FF-53D1-42B2-B733-8ACC47A0F0DA}"/>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≤1초, stop ≤0.1초</a:t>
            </a:r>
          </a:p>
        </p:txBody>
      </p:sp>
      <p:sp>
        <p:nvSpPr>
          <p:cNvPr id="24" name="dp44-v5-qa-detail / n24">
            <a:extLst xmlns:a="http://schemas.openxmlformats.org/drawingml/2006/main">
              <a:ext uri="{FF2B5EF4-FFF2-40B4-BE49-F238E27FC236}">
                <a16:creationId xmlns:a16="http://schemas.microsoft.com/office/drawing/2014/main" id="{055EF714-8A2A-4475-8CBE-76BE94999136}"/>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25" name="dp44-v5-qa-detail / n25">
            <a:extLst xmlns:a="http://schemas.openxmlformats.org/drawingml/2006/main">
              <a:ext uri="{FF2B5EF4-FFF2-40B4-BE49-F238E27FC236}">
                <a16:creationId xmlns:a16="http://schemas.microsoft.com/office/drawing/2014/main" id="{3B475389-17AA-442A-A6E9-495788561581}"/>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중앙 queue와 회수 대기</a:t>
            </a:r>
          </a:p>
        </p:txBody>
      </p:sp>
      <p:sp>
        <p:nvSpPr>
          <p:cNvPr id="26" name="dp44-v5-qa-detail / n26">
            <a:extLst xmlns:a="http://schemas.openxmlformats.org/drawingml/2006/main">
              <a:ext uri="{FF2B5EF4-FFF2-40B4-BE49-F238E27FC236}">
                <a16:creationId xmlns:a16="http://schemas.microsoft.com/office/drawing/2014/main" id="{BC5D581A-0674-4918-B680-4BBDAE40A7FB}"/>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27" name="dp44-v5-qa-detail / n27">
            <a:extLst xmlns:a="http://schemas.openxmlformats.org/drawingml/2006/main">
              <a:ext uri="{FF2B5EF4-FFF2-40B4-BE49-F238E27FC236}">
                <a16:creationId xmlns:a16="http://schemas.microsoft.com/office/drawing/2014/main" id="{7EE33099-6F3C-4251-B479-AA841A816EF7}"/>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credit와 Stage 및 Join 대기</a:t>
            </a:r>
          </a:p>
        </p:txBody>
      </p:sp>
      <p:sp>
        <p:nvSpPr>
          <p:cNvPr id="28" name="dp44-v5-qa-detail / n28">
            <a:extLst xmlns:a="http://schemas.openxmlformats.org/drawingml/2006/main">
              <a:ext uri="{FF2B5EF4-FFF2-40B4-BE49-F238E27FC236}">
                <a16:creationId xmlns:a16="http://schemas.microsoft.com/office/drawing/2014/main" id="{C95AED90-22CD-46D4-BDDA-670678D9854A}"/>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4-v5-qa-detail / n29">
            <a:extLst xmlns:a="http://schemas.openxmlformats.org/drawingml/2006/main">
              <a:ext uri="{FF2B5EF4-FFF2-40B4-BE49-F238E27FC236}">
                <a16:creationId xmlns:a16="http://schemas.microsoft.com/office/drawing/2014/main" id="{ECFDE78C-A74F-4E9A-AD5E-B2E862DC8DA6}"/>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0.10초</a:t>
            </a:r>
          </a:p>
        </p:txBody>
      </p:sp>
      <p:sp>
        <p:nvSpPr>
          <p:cNvPr id="30" name="dp44-v5-qa-detail / n30">
            <a:extLst xmlns:a="http://schemas.openxmlformats.org/drawingml/2006/main">
              <a:ext uri="{FF2B5EF4-FFF2-40B4-BE49-F238E27FC236}">
                <a16:creationId xmlns:a16="http://schemas.microsoft.com/office/drawing/2014/main" id="{425B0040-F664-44A3-AADE-641AFDE58245}"/>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31" name="dp44-v5-qa-detail / n31">
            <a:extLst xmlns:a="http://schemas.openxmlformats.org/drawingml/2006/main">
              <a:ext uri="{FF2B5EF4-FFF2-40B4-BE49-F238E27FC236}">
                <a16:creationId xmlns:a16="http://schemas.microsoft.com/office/drawing/2014/main" id="{E40D985F-900F-4FAA-9EFE-BA627AD7BF5C}"/>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4-v5-qa-detail / n32">
            <a:extLst xmlns:a="http://schemas.openxmlformats.org/drawingml/2006/main">
              <a:ext uri="{FF2B5EF4-FFF2-40B4-BE49-F238E27FC236}">
                <a16:creationId xmlns:a16="http://schemas.microsoft.com/office/drawing/2014/main" id="{FF113011-6473-4949-9CD0-313FD50BC33F}"/>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03  VIA 요청 처리시간</a:t>
            </a:r>
          </a:p>
        </p:txBody>
      </p:sp>
      <p:sp>
        <p:nvSpPr>
          <p:cNvPr id="33" name="dp44-v5-qa-detail / n33">
            <a:extLst xmlns:a="http://schemas.openxmlformats.org/drawingml/2006/main">
              <a:ext uri="{FF2B5EF4-FFF2-40B4-BE49-F238E27FC236}">
                <a16:creationId xmlns:a16="http://schemas.microsoft.com/office/drawing/2014/main" id="{44ED9A88-6535-4143-B3C7-AA6D58E1A534}"/>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≤10초</a:t>
            </a:r>
          </a:p>
        </p:txBody>
      </p:sp>
      <p:sp>
        <p:nvSpPr>
          <p:cNvPr id="34" name="dp44-v5-qa-detail / n34">
            <a:extLst xmlns:a="http://schemas.openxmlformats.org/drawingml/2006/main">
              <a:ext uri="{FF2B5EF4-FFF2-40B4-BE49-F238E27FC236}">
                <a16:creationId xmlns:a16="http://schemas.microsoft.com/office/drawing/2014/main" id="{D2232C35-39C3-462F-BD49-1EDD80B65EA8}"/>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35" name="dp44-v5-qa-detail / n35">
            <a:extLst xmlns:a="http://schemas.openxmlformats.org/drawingml/2006/main">
              <a:ext uri="{FF2B5EF4-FFF2-40B4-BE49-F238E27FC236}">
                <a16:creationId xmlns:a16="http://schemas.microsoft.com/office/drawing/2014/main" id="{67133127-2F03-42E4-B317-B5FF9619EED8}"/>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완료 회수와 다음 실행의 연결</a:t>
            </a:r>
          </a:p>
        </p:txBody>
      </p:sp>
      <p:sp>
        <p:nvSpPr>
          <p:cNvPr id="36" name="dp44-v5-qa-detail / n36">
            <a:extLst xmlns:a="http://schemas.openxmlformats.org/drawingml/2006/main">
              <a:ext uri="{FF2B5EF4-FFF2-40B4-BE49-F238E27FC236}">
                <a16:creationId xmlns:a16="http://schemas.microsoft.com/office/drawing/2014/main" id="{1E3FDE92-3F0A-4FAB-BADC-C4679AD9D22C}"/>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37" name="dp44-v5-qa-detail / n37">
            <a:extLst xmlns:a="http://schemas.openxmlformats.org/drawingml/2006/main">
              <a:ext uri="{FF2B5EF4-FFF2-40B4-BE49-F238E27FC236}">
                <a16:creationId xmlns:a16="http://schemas.microsoft.com/office/drawing/2014/main" id="{F0FB1C53-1031-49C9-8671-B39B79C2C454}"/>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Stage 활성화와 publication Join</a:t>
            </a:r>
          </a:p>
        </p:txBody>
      </p:sp>
      <p:sp>
        <p:nvSpPr>
          <p:cNvPr id="38" name="dp44-v5-qa-detail / n38">
            <a:extLst xmlns:a="http://schemas.openxmlformats.org/drawingml/2006/main">
              <a:ext uri="{FF2B5EF4-FFF2-40B4-BE49-F238E27FC236}">
                <a16:creationId xmlns:a16="http://schemas.microsoft.com/office/drawing/2014/main" id="{83064FC9-B1DC-496E-AD5C-2EF64B4466AD}"/>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4-v5-qa-detail / n39">
            <a:extLst xmlns:a="http://schemas.openxmlformats.org/drawingml/2006/main">
              <a:ext uri="{FF2B5EF4-FFF2-40B4-BE49-F238E27FC236}">
                <a16:creationId xmlns:a16="http://schemas.microsoft.com/office/drawing/2014/main" id="{C870FBA8-AFFE-48D9-B660-CAAD9A0F853D}"/>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0.50초</a:t>
            </a:r>
          </a:p>
        </p:txBody>
      </p:sp>
      <p:sp>
        <p:nvSpPr>
          <p:cNvPr id="40" name="dp44-v5-qa-detail / n40">
            <a:extLst xmlns:a="http://schemas.openxmlformats.org/drawingml/2006/main">
              <a:ext uri="{FF2B5EF4-FFF2-40B4-BE49-F238E27FC236}">
                <a16:creationId xmlns:a16="http://schemas.microsoft.com/office/drawing/2014/main" id="{394BB954-926C-4424-B51B-37DC545E8E8D}"/>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41" name="dp44-v5-qa-detail / n41">
            <a:extLst xmlns:a="http://schemas.openxmlformats.org/drawingml/2006/main">
              <a:ext uri="{FF2B5EF4-FFF2-40B4-BE49-F238E27FC236}">
                <a16:creationId xmlns:a16="http://schemas.microsoft.com/office/drawing/2014/main" id="{AF064DF1-59A5-43E8-870D-A639363803D6}"/>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4-v5-qa-detail / n42">
            <a:extLst xmlns:a="http://schemas.openxmlformats.org/drawingml/2006/main">
              <a:ext uri="{FF2B5EF4-FFF2-40B4-BE49-F238E27FC236}">
                <a16:creationId xmlns:a16="http://schemas.microsoft.com/office/drawing/2014/main" id="{7CF1F32A-1EEF-4101-81F1-61D39F4D44C2}"/>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04  VIA 모델 사용 비용</a:t>
            </a:r>
          </a:p>
        </p:txBody>
      </p:sp>
      <p:sp>
        <p:nvSpPr>
          <p:cNvPr id="43" name="dp44-v5-qa-detail / n43">
            <a:extLst xmlns:a="http://schemas.openxmlformats.org/drawingml/2006/main">
              <a:ext uri="{FF2B5EF4-FFF2-40B4-BE49-F238E27FC236}">
                <a16:creationId xmlns:a16="http://schemas.microsoft.com/office/drawing/2014/main" id="{FF2309D1-D690-45E0-BA4F-F541524AFF45}"/>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≤$0.50/P21</a:t>
            </a:r>
          </a:p>
        </p:txBody>
      </p:sp>
      <p:sp>
        <p:nvSpPr>
          <p:cNvPr id="44" name="dp44-v5-qa-detail / n44">
            <a:extLst xmlns:a="http://schemas.openxmlformats.org/drawingml/2006/main">
              <a:ext uri="{FF2B5EF4-FFF2-40B4-BE49-F238E27FC236}">
                <a16:creationId xmlns:a16="http://schemas.microsoft.com/office/drawing/2014/main" id="{E7F99501-E2EC-4A65-8257-10074B011AB7}"/>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45" name="dp44-v5-qa-detail / n45">
            <a:extLst xmlns:a="http://schemas.openxmlformats.org/drawingml/2006/main">
              <a:ext uri="{FF2B5EF4-FFF2-40B4-BE49-F238E27FC236}">
                <a16:creationId xmlns:a16="http://schemas.microsoft.com/office/drawing/2014/main" id="{C8FC41FD-08BF-4EC6-BD7C-1915CA2E1B2F}"/>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실제 호출과 retry 및 폐기 청구</a:t>
            </a:r>
          </a:p>
        </p:txBody>
      </p:sp>
      <p:sp>
        <p:nvSpPr>
          <p:cNvPr id="46" name="dp44-v5-qa-detail / n46">
            <a:extLst xmlns:a="http://schemas.openxmlformats.org/drawingml/2006/main">
              <a:ext uri="{FF2B5EF4-FFF2-40B4-BE49-F238E27FC236}">
                <a16:creationId xmlns:a16="http://schemas.microsoft.com/office/drawing/2014/main" id="{77E8946B-A3D4-4A8C-A9E2-FEDCC67915BA}"/>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47" name="dp44-v5-qa-detail / n47">
            <a:extLst xmlns:a="http://schemas.openxmlformats.org/drawingml/2006/main">
              <a:ext uri="{FF2B5EF4-FFF2-40B4-BE49-F238E27FC236}">
                <a16:creationId xmlns:a16="http://schemas.microsoft.com/office/drawing/2014/main" id="{10D1417A-1F33-46AA-BFD6-318ADE209AE1}"/>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실제 호출과 retry 및 폐기 청구</a:t>
            </a:r>
          </a:p>
        </p:txBody>
      </p:sp>
      <p:sp>
        <p:nvSpPr>
          <p:cNvPr id="48" name="dp44-v5-qa-detail / n48">
            <a:extLst xmlns:a="http://schemas.openxmlformats.org/drawingml/2006/main">
              <a:ext uri="{FF2B5EF4-FFF2-40B4-BE49-F238E27FC236}">
                <a16:creationId xmlns:a16="http://schemas.microsoft.com/office/drawing/2014/main" id="{EED160D1-2ED7-4562-92BD-A3BC1CF7DD85}"/>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4-v5-qa-detail / n49">
            <a:extLst xmlns:a="http://schemas.openxmlformats.org/drawingml/2006/main">
              <a:ext uri="{FF2B5EF4-FFF2-40B4-BE49-F238E27FC236}">
                <a16:creationId xmlns:a16="http://schemas.microsoft.com/office/drawing/2014/main" id="{43683345-A2D1-4B96-9C61-0C96483ECFE5}"/>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$0.03/P21</a:t>
            </a:r>
          </a:p>
        </p:txBody>
      </p:sp>
      <p:sp>
        <p:nvSpPr>
          <p:cNvPr id="50" name="dp44-v5-qa-detail / n50">
            <a:extLst xmlns:a="http://schemas.openxmlformats.org/drawingml/2006/main">
              <a:ext uri="{FF2B5EF4-FFF2-40B4-BE49-F238E27FC236}">
                <a16:creationId xmlns:a16="http://schemas.microsoft.com/office/drawing/2014/main" id="{C56445F0-A320-45C7-8BBC-E1E490418423}"/>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51" name="dp44-v5-qa-detail / n51">
            <a:extLst xmlns:a="http://schemas.openxmlformats.org/drawingml/2006/main">
              <a:ext uri="{FF2B5EF4-FFF2-40B4-BE49-F238E27FC236}">
                <a16:creationId xmlns:a16="http://schemas.microsoft.com/office/drawing/2014/main" id="{C61037A0-CB34-4CA5-862F-253A8E4728B4}"/>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4-v5-qa-detail / n52">
            <a:extLst xmlns:a="http://schemas.openxmlformats.org/drawingml/2006/main">
              <a:ext uri="{FF2B5EF4-FFF2-40B4-BE49-F238E27FC236}">
                <a16:creationId xmlns:a16="http://schemas.microsoft.com/office/drawing/2014/main" id="{83DBD071-5C67-4FAE-98AA-5151D76DABD8}"/>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05  VIA 변경 용이성</a:t>
            </a:r>
          </a:p>
        </p:txBody>
      </p:sp>
      <p:sp>
        <p:nvSpPr>
          <p:cNvPr id="53" name="dp44-v5-qa-detail / n53">
            <a:extLst xmlns:a="http://schemas.openxmlformats.org/drawingml/2006/main">
              <a:ext uri="{FF2B5EF4-FFF2-40B4-BE49-F238E27FC236}">
                <a16:creationId xmlns:a16="http://schemas.microsoft.com/office/drawing/2014/main" id="{D6F7F2FF-5C06-455C-9F74-BB6007208EDF}"/>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≤3개, 과제별 ≤5개</a:t>
            </a:r>
          </a:p>
        </p:txBody>
      </p:sp>
      <p:sp>
        <p:nvSpPr>
          <p:cNvPr id="54" name="dp44-v5-qa-detail / n54">
            <a:extLst xmlns:a="http://schemas.openxmlformats.org/drawingml/2006/main">
              <a:ext uri="{FF2B5EF4-FFF2-40B4-BE49-F238E27FC236}">
                <a16:creationId xmlns:a16="http://schemas.microsoft.com/office/drawing/2014/main" id="{1EECA6AD-0410-4E9C-B19F-E67898735CF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55" name="dp44-v5-qa-detail / n55">
            <a:extLst xmlns:a="http://schemas.openxmlformats.org/drawingml/2006/main">
              <a:ext uri="{FF2B5EF4-FFF2-40B4-BE49-F238E27FC236}">
                <a16:creationId xmlns:a16="http://schemas.microsoft.com/office/drawing/2014/main" id="{57FBBC1A-A0FD-4A8B-826B-BEFE7008E21A}"/>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후속 규칙과 사건 계약의 수정</a:t>
            </a:r>
          </a:p>
        </p:txBody>
      </p:sp>
      <p:sp>
        <p:nvSpPr>
          <p:cNvPr id="56" name="dp44-v5-qa-detail / n56">
            <a:extLst xmlns:a="http://schemas.openxmlformats.org/drawingml/2006/main">
              <a:ext uri="{FF2B5EF4-FFF2-40B4-BE49-F238E27FC236}">
                <a16:creationId xmlns:a16="http://schemas.microsoft.com/office/drawing/2014/main" id="{A0824304-FB74-4A6D-8F36-4A113DACD205}"/>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57" name="dp44-v5-qa-detail / n57">
            <a:extLst xmlns:a="http://schemas.openxmlformats.org/drawingml/2006/main">
              <a:ext uri="{FF2B5EF4-FFF2-40B4-BE49-F238E27FC236}">
                <a16:creationId xmlns:a16="http://schemas.microsoft.com/office/drawing/2014/main" id="{F6F3FF26-0042-4987-9F40-9B5F80C2D03F}"/>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단계와 Join 계약의 실제 수정</a:t>
            </a:r>
          </a:p>
        </p:txBody>
      </p:sp>
      <p:sp>
        <p:nvSpPr>
          <p:cNvPr id="58" name="dp44-v5-qa-detail / n58">
            <a:extLst xmlns:a="http://schemas.openxmlformats.org/drawingml/2006/main">
              <a:ext uri="{FF2B5EF4-FFF2-40B4-BE49-F238E27FC236}">
                <a16:creationId xmlns:a16="http://schemas.microsoft.com/office/drawing/2014/main" id="{968EF13F-A449-46D4-B942-EB7A5EB64339}"/>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4-v5-qa-detail / n59">
            <a:extLst xmlns:a="http://schemas.openxmlformats.org/drawingml/2006/main">
              <a:ext uri="{FF2B5EF4-FFF2-40B4-BE49-F238E27FC236}">
                <a16:creationId xmlns:a16="http://schemas.microsoft.com/office/drawing/2014/main" id="{402D16F0-CD62-4213-B715-454B213CFB56}"/>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0.50개</a:t>
            </a:r>
          </a:p>
        </p:txBody>
      </p:sp>
      <p:sp>
        <p:nvSpPr>
          <p:cNvPr id="60" name="dp44-v5-qa-detail / n60">
            <a:extLst xmlns:a="http://schemas.openxmlformats.org/drawingml/2006/main">
              <a:ext uri="{FF2B5EF4-FFF2-40B4-BE49-F238E27FC236}">
                <a16:creationId xmlns:a16="http://schemas.microsoft.com/office/drawing/2014/main" id="{B64C6C79-6BAD-45B4-BB1A-722F584A8A44}"/>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61" name="dp44-v5-qa-detail / n61">
            <a:extLst xmlns:a="http://schemas.openxmlformats.org/drawingml/2006/main">
              <a:ext uri="{FF2B5EF4-FFF2-40B4-BE49-F238E27FC236}">
                <a16:creationId xmlns:a16="http://schemas.microsoft.com/office/drawing/2014/main" id="{B315C34C-AB6E-46FF-ADEB-5C0F6DCC2B77}"/>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4-v5-qa-detail / n62">
            <a:extLst xmlns:a="http://schemas.openxmlformats.org/drawingml/2006/main">
              <a:ext uri="{FF2B5EF4-FFF2-40B4-BE49-F238E27FC236}">
                <a16:creationId xmlns:a16="http://schemas.microsoft.com/office/drawing/2014/main" id="{DAD95C97-1F78-48E9-A471-CF8A5133B930}"/>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06  로컬 VIA 메모리 사용량</a:t>
            </a:r>
          </a:p>
        </p:txBody>
      </p:sp>
      <p:sp>
        <p:nvSpPr>
          <p:cNvPr id="63" name="dp44-v5-qa-detail / n63">
            <a:extLst xmlns:a="http://schemas.openxmlformats.org/drawingml/2006/main">
              <a:ext uri="{FF2B5EF4-FFF2-40B4-BE49-F238E27FC236}">
                <a16:creationId xmlns:a16="http://schemas.microsoft.com/office/drawing/2014/main" id="{E144F5B2-41E5-4E6C-B4A4-3EFAB7178528}"/>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commit 최대 ≤4,096MiB</a:t>
            </a:r>
          </a:p>
        </p:txBody>
      </p:sp>
      <p:sp>
        <p:nvSpPr>
          <p:cNvPr id="64" name="dp44-v5-qa-detail / n64">
            <a:extLst xmlns:a="http://schemas.openxmlformats.org/drawingml/2006/main">
              <a:ext uri="{FF2B5EF4-FFF2-40B4-BE49-F238E27FC236}">
                <a16:creationId xmlns:a16="http://schemas.microsoft.com/office/drawing/2014/main" id="{136530F9-0296-4EE8-9FF0-1E7B690B7554}"/>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예산 1,792MiB (가정)</a:t>
            </a:r>
          </a:p>
        </p:txBody>
      </p:sp>
      <p:sp>
        <p:nvSpPr>
          <p:cNvPr id="65" name="dp44-v5-qa-detail / n65">
            <a:extLst xmlns:a="http://schemas.openxmlformats.org/drawingml/2006/main">
              <a:ext uri="{FF2B5EF4-FFF2-40B4-BE49-F238E27FC236}">
                <a16:creationId xmlns:a16="http://schemas.microsoft.com/office/drawing/2014/main" id="{8F66B9A2-DC05-41E1-97DF-8DE013A563C1}"/>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중앙 진행 상태와 실행 대기열</a:t>
            </a:r>
          </a:p>
        </p:txBody>
      </p:sp>
      <p:sp>
        <p:nvSpPr>
          <p:cNvPr id="66" name="dp44-v5-qa-detail / n66">
            <a:extLst xmlns:a="http://schemas.openxmlformats.org/drawingml/2006/main">
              <a:ext uri="{FF2B5EF4-FFF2-40B4-BE49-F238E27FC236}">
                <a16:creationId xmlns:a16="http://schemas.microsoft.com/office/drawing/2014/main" id="{EA7F0B05-6A33-4BD1-99C5-44C0F2F2E997}"/>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예산 1,840MiB (가정)</a:t>
            </a:r>
          </a:p>
        </p:txBody>
      </p:sp>
      <p:sp>
        <p:nvSpPr>
          <p:cNvPr id="67" name="dp44-v5-qa-detail / n67">
            <a:extLst xmlns:a="http://schemas.openxmlformats.org/drawingml/2006/main">
              <a:ext uri="{FF2B5EF4-FFF2-40B4-BE49-F238E27FC236}">
                <a16:creationId xmlns:a16="http://schemas.microsoft.com/office/drawing/2014/main" id="{646B2835-2040-4B40-812E-006606674C8A}"/>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window와 credit 및 envelope copy</a:t>
            </a:r>
          </a:p>
        </p:txBody>
      </p:sp>
      <p:sp>
        <p:nvSpPr>
          <p:cNvPr id="68" name="dp44-v5-qa-detail / n68">
            <a:extLst xmlns:a="http://schemas.openxmlformats.org/drawingml/2006/main">
              <a:ext uri="{FF2B5EF4-FFF2-40B4-BE49-F238E27FC236}">
                <a16:creationId xmlns:a16="http://schemas.microsoft.com/office/drawing/2014/main" id="{F21BC9E9-1F2D-42A1-9975-C0F6781A0F23}"/>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4-v5-qa-detail / n69">
            <a:extLst xmlns:a="http://schemas.openxmlformats.org/drawingml/2006/main">
              <a:ext uri="{FF2B5EF4-FFF2-40B4-BE49-F238E27FC236}">
                <a16:creationId xmlns:a16="http://schemas.microsoft.com/office/drawing/2014/main" id="{526B1B18-E4CA-4CB2-974F-1A97A9F23048}"/>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128MiB</a:t>
            </a:r>
          </a:p>
        </p:txBody>
      </p:sp>
      <p:sp>
        <p:nvSpPr>
          <p:cNvPr id="70" name="dp44-v5-qa-detail / n70">
            <a:extLst xmlns:a="http://schemas.openxmlformats.org/drawingml/2006/main">
              <a:ext uri="{FF2B5EF4-FFF2-40B4-BE49-F238E27FC236}">
                <a16:creationId xmlns:a16="http://schemas.microsoft.com/office/drawing/2014/main" id="{14FBD837-90A8-43C0-B4A3-E1E75CAE30D8}"/>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71" name="dp44-v5-qa-detail / n71">
            <a:extLst xmlns:a="http://schemas.openxmlformats.org/drawingml/2006/main">
              <a:ext uri="{FF2B5EF4-FFF2-40B4-BE49-F238E27FC236}">
                <a16:creationId xmlns:a16="http://schemas.microsoft.com/office/drawing/2014/main" id="{CC4B4C12-48F8-4BE9-914F-2C44A6178E05}"/>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4-v5-qa-detail / n72">
            <a:extLst xmlns:a="http://schemas.openxmlformats.org/drawingml/2006/main">
              <a:ext uri="{FF2B5EF4-FFF2-40B4-BE49-F238E27FC236}">
                <a16:creationId xmlns:a16="http://schemas.microsoft.com/office/drawing/2014/main" id="{86CFD645-9475-48E1-B2A6-0FBC774FC731}"/>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4-v5-qa-detail / n73">
            <a:extLst xmlns:a="http://schemas.openxmlformats.org/drawingml/2006/main">
              <a:ext uri="{FF2B5EF4-FFF2-40B4-BE49-F238E27FC236}">
                <a16:creationId xmlns:a16="http://schemas.microsoft.com/office/drawing/2014/main" id="{9D95C4F9-C664-4BA8-BD37-8EEF0ED074AF}"/>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4-v5-qa-detail / n74">
            <a:extLst xmlns:a="http://schemas.openxmlformats.org/drawingml/2006/main">
              <a:ext uri="{FF2B5EF4-FFF2-40B4-BE49-F238E27FC236}">
                <a16:creationId xmlns:a16="http://schemas.microsoft.com/office/drawing/2014/main" id="{2AEB324B-541D-46D1-9618-D7A966618EA4}"/>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지역 계산 S5-04: 전이 6회 A 0.060초 / B 0.050초. 실제 queue와 음성 차례 비용은 별도다.</a:t>
            </a:r>
          </a:p>
        </p:txBody>
      </p:sp>
      <p:sp>
        <p:nvSpPr>
          <p:cNvPr id="75" name="dp44-v5-qa-detail / n75">
            <a:extLst xmlns:a="http://schemas.openxmlformats.org/drawingml/2006/main">
              <a:ext uri="{FF2B5EF4-FFF2-40B4-BE49-F238E27FC236}">
                <a16:creationId xmlns:a16="http://schemas.microsoft.com/office/drawing/2014/main" id="{0F507A23-01EC-4E13-B9C8-8B3AD9FE1FDF}"/>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5F6B77"/>
                </a:solidFill>
                <a:latin typeface="Apple SD Gothic Neo"/>
                <a:ea typeface="Apple SD Gothic Neo"/>
                <a:cs typeface="Apple SD Gothic Neo"/>
              </a:defRPr>
            </a:pPr>
            <a:r>
              <a:rPr sz="1600"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4-v5-qa-detail / n76">
            <a:extLst xmlns:a="http://schemas.openxmlformats.org/drawingml/2006/main">
              <a:ext uri="{FF2B5EF4-FFF2-40B4-BE49-F238E27FC236}">
                <a16:creationId xmlns:a16="http://schemas.microsoft.com/office/drawing/2014/main" id="{49B1163A-09C3-4F87-8F61-D810D0719FEC}"/>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1713456358"/>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
    <p:bg>
      <p:bgPr>
        <a:solidFill>
          <a:srgbClr val="FFFFFF"/>
        </a:solidFill>
      </p:bgPr>
    </p:bg>
    <p:spTree>
      <p:nvGrpSpPr>
        <p:cNvPr id="1" name=""/>
        <p:cNvGrpSpPr/>
        <p:nvPr/>
      </p:nvGrpSpPr>
      <p:grpSpPr>
        <a:xfrm/>
      </p:grpSpPr>
      <p:sp>
        <p:nvSpPr>
          <p:cNvPr id="27"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이전 설명과 여러 Agent의 결과를,</a:t>
            </a:r>
          </a:p>
        </p:txBody>
      </p:sp>
      <p:sp>
        <p:nvSpPr>
          <p:cNvPr id="2"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새 Request에 함께 활용하는 VIA</a:t>
            </a:r>
          </a:p>
        </p:txBody>
      </p:sp>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“지난번 네가 설명한 평가 기준으로,</a:t>
            </a: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제품 비교와 견적 결과를 함께 써서 제안서를 만들어줘.”</a:t>
            </a: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서로 다른 과거 기록</a:t>
            </a: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VIA의 맥락 연결</a:t>
            </a: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새 Task를 수행하는 Agent</a:t>
            </a: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VIA가 설명한 평가 기준</a:t>
            </a: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제품 조사 Agent의 비교 결과</a:t>
            </a: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견적 Agent의 견적 결과</a:t>
            </a: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관련 기록, 실제 전달 범위 확인</a:t>
            </a: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필요한 발췌, 결과 참조 연결</a:t>
            </a: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이번 Request에 필요한 맥락 제공</a:t>
            </a: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a:solidFill>
                  <a:srgbClr val="202B30"/>
                </a:solidFill>
                <a:latin typeface="Apple SD Gothic Neo"/>
                <a:ea typeface="Apple SD Gothic Neo"/>
                <a:cs typeface="Apple SD Gothic Neo"/>
              </a:defRPr>
            </a:pPr>
            <a:r>
              <a:rPr sz="2200" b="1">
                <a:solidFill>
                  <a:srgbClr val="202B30"/>
                </a:solidFill>
                <a:latin typeface="Apple SD Gothic Neo"/>
                <a:ea typeface="Apple SD Gothic Neo"/>
                <a:cs typeface="Apple SD Gothic Neo"/>
              </a:rPr>
              <a:t>사용자는 이전 설명과 여러 Task의 결과를 다시 모아 전달할 필요가 없습니다</a:t>
            </a: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과거 대화와 여러 Task에 흩어진 정보 중 현재 Request에 필요한 내용을 찾아,</a:t>
            </a: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정정 이력과 실제 전달 내용을 반영해 제공하는 맥락 관리 구조</a:t>
            </a:r>
          </a:p>
        </p:txBody>
      </p:sp>
    </p:spTree>
    <p:extLst>
      <p:ext uri="{BB962C8B-B14F-4D97-AF65-F5344CB8AC3E}">
        <p14:creationId val="331947025"/>
      </p:ext>
    </p:extLst>
  </p:cSld>
</p:sld>
</file>

<file path=ppt/slides/slide28.xml><?xml version="1.0" encoding="utf-8"?>
<p:sld xmlns:p="http://schemas.openxmlformats.org/presentationml/2006/main">
  <p:cSld name="dp45-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04" name="dp45-comparison / n1">
            <a:extLst xmlns:a="http://schemas.openxmlformats.org/drawingml/2006/main">
              <a:ext uri="{FF2B5EF4-FFF2-40B4-BE49-F238E27FC236}">
                <a16:creationId xmlns:a16="http://schemas.microsoft.com/office/drawing/2014/main" id="{E1BCBBC5-DF86-41AD-9756-7530D0E71F5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F3820487-2C7E-449E-947A-24FDE7146385}"/>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1">
                <a:solidFill>
                  <a:srgbClr val="087E8B"/>
                </a:solidFill>
                <a:latin typeface="Apple SD Gothic Neo"/>
                <a:ea typeface="Apple SD Gothic Neo"/>
                <a:cs typeface="Apple SD Gothic Neo"/>
              </a:defRPr>
            </a:pPr>
            <a:r>
              <a:rPr sz="1400"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680B980E-0939-4BDB-9098-0C07EFE13A4B}"/>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DE078271-D5AB-4E3B-9A29-4935B8B3C684}"/>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00" b="1">
                <a:solidFill>
                  <a:srgbClr val="18232E"/>
                </a:solidFill>
                <a:latin typeface="Apple SD Gothic Neo"/>
                <a:ea typeface="Apple SD Gothic Neo"/>
                <a:cs typeface="Apple SD Gothic Neo"/>
              </a:defRPr>
            </a:pPr>
            <a:r>
              <a:rPr sz="2900" b="1">
                <a:solidFill>
                  <a:srgbClr val="18232E"/>
                </a:solidFill>
                <a:latin typeface="Apple SD Gothic Neo"/>
                <a:ea typeface="Apple SD Gothic Neo"/>
                <a:cs typeface="Apple SD Gothic Neo"/>
              </a:rPr>
              <a:t>04-45. VIA 과거 정보의 Request별 구성과 공통 생산 및 조회</a:t>
            </a:r>
          </a:p>
        </p:txBody>
      </p:sp>
      <p:sp>
        <p:nvSpPr>
          <p:cNvPr id="5" name="dp45-comparison / n5 / path">
            <a:extLst xmlns:a="http://schemas.openxmlformats.org/drawingml/2006/main">
              <a:ext uri="{FF2B5EF4-FFF2-40B4-BE49-F238E27FC236}">
                <a16:creationId xmlns:a16="http://schemas.microsoft.com/office/drawing/2014/main" id="{4557CE31-8ACB-4E23-A7CA-4E13FC548E2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719D88DA-42F4-4794-9DF4-FC26DF5C25E3}"/>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3FF8F708-7464-4469-86CA-A0587DFE3519}"/>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4E1CCC2D-04AF-4B29-B92C-C052344E9A78}"/>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45DC2BF9-3872-4FBF-80D1-CA4E2C022C81}"/>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00" b="1">
                <a:solidFill>
                  <a:srgbClr val="18232E"/>
                </a:solidFill>
                <a:latin typeface="Apple SD Gothic Neo"/>
                <a:ea typeface="Apple SD Gothic Neo"/>
                <a:cs typeface="Apple SD Gothic Neo"/>
              </a:defRPr>
            </a:pPr>
            <a:r>
              <a:rPr sz="1900"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8AAC3C03-C7E4-47C8-82A6-D17D48AC8F21}"/>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00" b="1">
                <a:solidFill>
                  <a:srgbClr val="18232E"/>
                </a:solidFill>
                <a:latin typeface="Apple SD Gothic Neo"/>
                <a:ea typeface="Apple SD Gothic Neo"/>
                <a:cs typeface="Apple SD Gothic Neo"/>
              </a:defRPr>
            </a:pPr>
            <a:r>
              <a:rPr sz="1900"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8A6C861D-6F6E-4E41-BE84-4FB30EC9C46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0C14A470-130F-4C02-B0E0-1AEA6F27EDCF}"/>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301E5772-F68A-40F3-BEBB-95C20C48137A}"/>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14AD77A4-F4B7-43BD-B53F-E5AEACB57C5E}"/>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305" name="dp45-v5-summary / n1">
            <a:extLst xmlns:a="http://schemas.openxmlformats.org/drawingml/2006/main">
              <a:ext uri="{FF2B5EF4-FFF2-40B4-BE49-F238E27FC236}">
                <a16:creationId xmlns:a16="http://schemas.microsoft.com/office/drawing/2014/main" id="{D4EA064B-9BAC-4B2A-B125-2DDCCF109CE3}"/>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6" name="dp45-v5-summary / n2">
            <a:extLst xmlns:a="http://schemas.openxmlformats.org/drawingml/2006/main">
              <a:ext uri="{FF2B5EF4-FFF2-40B4-BE49-F238E27FC236}">
                <a16:creationId xmlns:a16="http://schemas.microsoft.com/office/drawing/2014/main" id="{FFA8F87D-763B-471A-A92D-3A54F041D436}"/>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307" name="dp45-v5-summary / n3">
            <a:extLst xmlns:a="http://schemas.openxmlformats.org/drawingml/2006/main">
              <a:ext uri="{FF2B5EF4-FFF2-40B4-BE49-F238E27FC236}">
                <a16:creationId xmlns:a16="http://schemas.microsoft.com/office/drawing/2014/main" id="{9D202C4B-925F-4FEA-963F-EED87566F99E}"/>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[원문과 유효 cache의 조건 보존]</a:t>
            </a:r>
          </a:p>
        </p:txBody>
      </p:sp>
      <p:sp>
        <p:nvSpPr>
          <p:cNvPr id="308" name="dp45-v5-summary / n4">
            <a:extLst xmlns:a="http://schemas.openxmlformats.org/drawingml/2006/main">
              <a:ext uri="{FF2B5EF4-FFF2-40B4-BE49-F238E27FC236}">
                <a16:creationId xmlns:a16="http://schemas.microsoft.com/office/drawing/2014/main" id="{5E3F5AC9-9EF1-4891-AD86-8C546E5C94C2}"/>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[게시 관계의 coverage와 예외 보존]</a:t>
            </a:r>
          </a:p>
        </p:txBody>
      </p:sp>
      <p:sp>
        <p:nvSpPr>
          <p:cNvPr id="309" name="dp45-v5-summary / n5">
            <a:extLst xmlns:a="http://schemas.openxmlformats.org/drawingml/2006/main">
              <a:ext uri="{FF2B5EF4-FFF2-40B4-BE49-F238E27FC236}">
                <a16:creationId xmlns:a16="http://schemas.microsoft.com/office/drawing/2014/main" id="{411ED8AC-EA95-4B8D-B0BE-E0286E14D2A4}"/>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0" name="dp45-v5-summary / n6">
            <a:extLst xmlns:a="http://schemas.openxmlformats.org/drawingml/2006/main">
              <a:ext uri="{FF2B5EF4-FFF2-40B4-BE49-F238E27FC236}">
                <a16:creationId xmlns:a16="http://schemas.microsoft.com/office/drawing/2014/main" id="{AC17D3EF-C50C-4227-9D39-7CD47822E2E5}"/>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11" name="dp45-v5-summary / n7">
            <a:extLst xmlns:a="http://schemas.openxmlformats.org/drawingml/2006/main">
              <a:ext uri="{FF2B5EF4-FFF2-40B4-BE49-F238E27FC236}">
                <a16:creationId xmlns:a16="http://schemas.microsoft.com/office/drawing/2014/main" id="{3B059090-DF17-4BC2-AC58-0994D0CC0736}"/>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[최초 조합과 재사용 cache 대기]</a:t>
            </a:r>
          </a:p>
        </p:txBody>
      </p:sp>
      <p:sp>
        <p:nvSpPr>
          <p:cNvPr id="312" name="dp45-v5-summary / n8">
            <a:extLst xmlns:a="http://schemas.openxmlformats.org/drawingml/2006/main">
              <a:ext uri="{FF2B5EF4-FFF2-40B4-BE49-F238E27FC236}">
                <a16:creationId xmlns:a16="http://schemas.microsoft.com/office/drawing/2014/main" id="{35F96B96-DDB9-4142-A123-91596EB921CE}"/>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[준비된 조회와 미게시 backfill 대기]</a:t>
            </a:r>
          </a:p>
        </p:txBody>
      </p:sp>
      <p:sp>
        <p:nvSpPr>
          <p:cNvPr id="313" name="dp45-v5-summary / n9">
            <a:extLst xmlns:a="http://schemas.openxmlformats.org/drawingml/2006/main">
              <a:ext uri="{FF2B5EF4-FFF2-40B4-BE49-F238E27FC236}">
                <a16:creationId xmlns:a16="http://schemas.microsoft.com/office/drawing/2014/main" id="{CA05DA6A-8F2E-48A1-B9C5-96E60DA0AB15}"/>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4" name="dp45-v5-summary / n10">
            <a:extLst xmlns:a="http://schemas.openxmlformats.org/drawingml/2006/main">
              <a:ext uri="{FF2B5EF4-FFF2-40B4-BE49-F238E27FC236}">
                <a16:creationId xmlns:a16="http://schemas.microsoft.com/office/drawing/2014/main" id="{CD241364-3072-426B-925C-5FA99D4DF722}"/>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15" name="dp45-v5-summary / n11">
            <a:extLst xmlns:a="http://schemas.openxmlformats.org/drawingml/2006/main">
              <a:ext uri="{FF2B5EF4-FFF2-40B4-BE49-F238E27FC236}">
                <a16:creationId xmlns:a16="http://schemas.microsoft.com/office/drawing/2014/main" id="{912AD28A-7C0A-4AF7-A851-01CAC5CF3A13}"/>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[첫 사용과 반복 및 갱신 후 조합]</a:t>
            </a:r>
          </a:p>
        </p:txBody>
      </p:sp>
      <p:sp>
        <p:nvSpPr>
          <p:cNvPr id="316" name="dp45-v5-summary / n12">
            <a:extLst xmlns:a="http://schemas.openxmlformats.org/drawingml/2006/main">
              <a:ext uri="{FF2B5EF4-FFF2-40B4-BE49-F238E27FC236}">
                <a16:creationId xmlns:a16="http://schemas.microsoft.com/office/drawing/2014/main" id="{F54913EB-9767-4B28-8C6D-E497B651A2A8}"/>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[조회와 원문검증 및 동기 backfill]</a:t>
            </a:r>
          </a:p>
        </p:txBody>
      </p:sp>
      <p:sp>
        <p:nvSpPr>
          <p:cNvPr id="317" name="dp45-v5-summary / n13">
            <a:extLst xmlns:a="http://schemas.openxmlformats.org/drawingml/2006/main">
              <a:ext uri="{FF2B5EF4-FFF2-40B4-BE49-F238E27FC236}">
                <a16:creationId xmlns:a16="http://schemas.microsoft.com/office/drawing/2014/main" id="{8909F820-D94F-479F-A14A-CCEE4E74CBA2}"/>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8" name="dp45-v5-summary / n14">
            <a:extLst xmlns:a="http://schemas.openxmlformats.org/drawingml/2006/main">
              <a:ext uri="{FF2B5EF4-FFF2-40B4-BE49-F238E27FC236}">
                <a16:creationId xmlns:a16="http://schemas.microsoft.com/office/drawing/2014/main" id="{091DA110-8769-488C-BBA1-A025AD712D7D}"/>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19" name="dp45-v5-summary / n15">
            <a:extLst xmlns:a="http://schemas.openxmlformats.org/drawingml/2006/main">
              <a:ext uri="{FF2B5EF4-FFF2-40B4-BE49-F238E27FC236}">
                <a16:creationId xmlns:a16="http://schemas.microsoft.com/office/drawing/2014/main" id="{B6584A14-E021-4BA9-9BE6-36C43B8B005B}"/>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[cache miss와 실제 추가 해석 청구]</a:t>
            </a:r>
          </a:p>
        </p:txBody>
      </p:sp>
      <p:sp>
        <p:nvSpPr>
          <p:cNvPr id="320" name="dp45-v5-summary / n16">
            <a:extLst xmlns:a="http://schemas.openxmlformats.org/drawingml/2006/main">
              <a:ext uri="{FF2B5EF4-FFF2-40B4-BE49-F238E27FC236}">
                <a16:creationId xmlns:a16="http://schemas.microsoft.com/office/drawing/2014/main" id="{241DDEEC-DFE1-40F9-8097-A2ED77EDB0A5}"/>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[초기와 미사용 갱신 및 철회 청구]</a:t>
            </a:r>
          </a:p>
        </p:txBody>
      </p:sp>
      <p:sp>
        <p:nvSpPr>
          <p:cNvPr id="321" name="dp45-v5-summary / n17">
            <a:extLst xmlns:a="http://schemas.openxmlformats.org/drawingml/2006/main">
              <a:ext uri="{FF2B5EF4-FFF2-40B4-BE49-F238E27FC236}">
                <a16:creationId xmlns:a16="http://schemas.microsoft.com/office/drawing/2014/main" id="{5AE138C9-DD16-4263-9A78-C31D74554EF9}"/>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2" name="dp45-v5-summary / n18">
            <a:extLst xmlns:a="http://schemas.openxmlformats.org/drawingml/2006/main">
              <a:ext uri="{FF2B5EF4-FFF2-40B4-BE49-F238E27FC236}">
                <a16:creationId xmlns:a16="http://schemas.microsoft.com/office/drawing/2014/main" id="{BB50C27A-0F16-4269-839E-93438EE068B8}"/>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23" name="dp45-v5-summary / n19">
            <a:extLst xmlns:a="http://schemas.openxmlformats.org/drawingml/2006/main">
              <a:ext uri="{FF2B5EF4-FFF2-40B4-BE49-F238E27FC236}">
                <a16:creationId xmlns:a16="http://schemas.microsoft.com/office/drawing/2014/main" id="{58EC372C-B508-4815-96B1-020147887448}"/>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[조합과 cache의 철회 처리 수정]</a:t>
            </a:r>
          </a:p>
        </p:txBody>
      </p:sp>
      <p:sp>
        <p:nvSpPr>
          <p:cNvPr id="324" name="dp45-v5-summary / n20">
            <a:extLst xmlns:a="http://schemas.openxmlformats.org/drawingml/2006/main">
              <a:ext uri="{FF2B5EF4-FFF2-40B4-BE49-F238E27FC236}">
                <a16:creationId xmlns:a16="http://schemas.microsoft.com/office/drawing/2014/main" id="{04D46C24-52F1-4A14-8253-FBCC08355924}"/>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[생산자와 조회자의 철회 처리 수정]</a:t>
            </a:r>
          </a:p>
        </p:txBody>
      </p:sp>
      <p:sp>
        <p:nvSpPr>
          <p:cNvPr id="325" name="dp45-v5-summary / n21">
            <a:extLst xmlns:a="http://schemas.openxmlformats.org/drawingml/2006/main">
              <a:ext uri="{FF2B5EF4-FFF2-40B4-BE49-F238E27FC236}">
                <a16:creationId xmlns:a16="http://schemas.microsoft.com/office/drawing/2014/main" id="{D2739DC9-D644-4B55-8255-B374E0A15614}"/>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6" name="dp45-v5-summary / n22">
            <a:extLst xmlns:a="http://schemas.openxmlformats.org/drawingml/2006/main">
              <a:ext uri="{FF2B5EF4-FFF2-40B4-BE49-F238E27FC236}">
                <a16:creationId xmlns:a16="http://schemas.microsoft.com/office/drawing/2014/main" id="{90D65D04-063D-43D0-A21E-5802A3974B34}"/>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27" name="dp45-v5-summary / n23">
            <a:extLst xmlns:a="http://schemas.openxmlformats.org/drawingml/2006/main">
              <a:ext uri="{FF2B5EF4-FFF2-40B4-BE49-F238E27FC236}">
                <a16:creationId xmlns:a16="http://schemas.microsoft.com/office/drawing/2014/main" id="{0BB912E4-A139-46F0-894F-323C22346319}"/>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[원문 Context와 선택 cache]</a:t>
            </a:r>
          </a:p>
        </p:txBody>
      </p:sp>
      <p:sp>
        <p:nvSpPr>
          <p:cNvPr id="328" name="dp45-v5-summary / n24">
            <a:extLst xmlns:a="http://schemas.openxmlformats.org/drawingml/2006/main">
              <a:ext uri="{FF2B5EF4-FFF2-40B4-BE49-F238E27FC236}">
                <a16:creationId xmlns:a16="http://schemas.microsoft.com/office/drawing/2014/main" id="{00FA2D21-AB7D-451B-B33B-3AF7BB7E297B}"/>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1,920MiB  [관계 index와 생산 상태 및 원문]</a:t>
            </a:r>
          </a:p>
        </p:txBody>
      </p:sp>
      <p:sp>
        <p:nvSpPr>
          <p:cNvPr id="329" name="dp45-v5-summary / n25">
            <a:extLst xmlns:a="http://schemas.openxmlformats.org/drawingml/2006/main">
              <a:ext uri="{FF2B5EF4-FFF2-40B4-BE49-F238E27FC236}">
                <a16:creationId xmlns:a16="http://schemas.microsoft.com/office/drawing/2014/main" id="{B8795731-DC89-44BF-82BE-4FD199401D96}"/>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5F6B77"/>
                </a:solidFill>
                <a:latin typeface="Apple SD Gothic Neo"/>
                <a:ea typeface="Apple SD Gothic Neo"/>
                <a:cs typeface="Apple SD Gothic Neo"/>
              </a:defRPr>
            </a:pPr>
            <a:r>
              <a:rPr sz="1100"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330" name="dp45-v5-summary / n26">
            <a:extLst xmlns:a="http://schemas.openxmlformats.org/drawingml/2006/main">
              <a:ext uri="{FF2B5EF4-FFF2-40B4-BE49-F238E27FC236}">
                <a16:creationId xmlns:a16="http://schemas.microsoft.com/office/drawing/2014/main" id="{A5C57EC2-A8AB-4D43-8C61-7EE512D05EB6}"/>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5F6B77"/>
                </a:solidFill>
                <a:latin typeface="Apple SD Gothic Neo"/>
                <a:ea typeface="Apple SD Gothic Neo"/>
                <a:cs typeface="Apple SD Gothic Neo"/>
              </a:defRPr>
            </a:pPr>
            <a:r>
              <a:rPr sz="110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5-comparison / legend_continuation_0">
            <a:extLst xmlns:a="http://schemas.openxmlformats.org/drawingml/2006/main">
              <a:ext uri="{FF2B5EF4-FFF2-40B4-BE49-F238E27FC236}">
                <a16:creationId xmlns:a16="http://schemas.microsoft.com/office/drawing/2014/main" id="{9C4B664D-D444-4BC7-B0D6-8AEF8132B3D8}"/>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5-comparison / legend_continuation_1 / text 1">
            <a:extLst xmlns:a="http://schemas.openxmlformats.org/drawingml/2006/main">
              <a:ext uri="{FF2B5EF4-FFF2-40B4-BE49-F238E27FC236}">
                <a16:creationId xmlns:a16="http://schemas.microsoft.com/office/drawing/2014/main" id="{F6040DA5-6766-46D3-898D-6556F9C25230}"/>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Legend</a:t>
            </a:r>
          </a:p>
        </p:txBody>
      </p:sp>
      <p:sp>
        <p:nvSpPr>
          <p:cNvPr id="43" name="dp45-comparison / legend_continuation_2">
            <a:extLst xmlns:a="http://schemas.openxmlformats.org/drawingml/2006/main">
              <a:ext uri="{FF2B5EF4-FFF2-40B4-BE49-F238E27FC236}">
                <a16:creationId xmlns:a16="http://schemas.microsoft.com/office/drawing/2014/main" id="{6067826F-FC35-41F1-9EEA-16A922316E9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_continuation_3 / text 1">
            <a:extLst xmlns:a="http://schemas.openxmlformats.org/drawingml/2006/main">
              <a:ext uri="{FF2B5EF4-FFF2-40B4-BE49-F238E27FC236}">
                <a16:creationId xmlns:a16="http://schemas.microsoft.com/office/drawing/2014/main" id="{F940EF61-C6BA-47CD-8349-50C9C6C83F68}"/>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Component</a:t>
            </a:r>
          </a:p>
        </p:txBody>
      </p:sp>
      <p:sp>
        <p:nvSpPr>
          <p:cNvPr id="45" name="dp45-comparison / legend_continuation_4 / text 1">
            <a:extLst xmlns:a="http://schemas.openxmlformats.org/drawingml/2006/main">
              <a:ext uri="{FF2B5EF4-FFF2-40B4-BE49-F238E27FC236}">
                <a16:creationId xmlns:a16="http://schemas.microsoft.com/office/drawing/2014/main" id="{8459572A-12F2-4B32-B1D4-B70F9F18C56C}"/>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5-comparison / legend_continuation_5">
            <a:extLst xmlns:a="http://schemas.openxmlformats.org/drawingml/2006/main">
              <a:ext uri="{FF2B5EF4-FFF2-40B4-BE49-F238E27FC236}">
                <a16:creationId xmlns:a16="http://schemas.microsoft.com/office/drawing/2014/main" id="{9B99842E-F88D-4006-B22B-A57AA5BBC15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_continuation_6 / text 1">
            <a:extLst xmlns:a="http://schemas.openxmlformats.org/drawingml/2006/main">
              <a:ext uri="{FF2B5EF4-FFF2-40B4-BE49-F238E27FC236}">
                <a16:creationId xmlns:a16="http://schemas.microsoft.com/office/drawing/2014/main" id="{749CE019-96E9-433D-8D38-420033E3B35F}"/>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Module</a:t>
            </a:r>
          </a:p>
        </p:txBody>
      </p:sp>
      <p:sp>
        <p:nvSpPr>
          <p:cNvPr id="48" name="dp45-comparison / legend_continuation_7 / text 1">
            <a:extLst xmlns:a="http://schemas.openxmlformats.org/drawingml/2006/main">
              <a:ext uri="{FF2B5EF4-FFF2-40B4-BE49-F238E27FC236}">
                <a16:creationId xmlns:a16="http://schemas.microsoft.com/office/drawing/2014/main" id="{A26ECB5D-7AE4-42BD-AD5F-DE59151AF70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5-comparison / legend_continuation_8">
            <a:extLst xmlns:a="http://schemas.openxmlformats.org/drawingml/2006/main">
              <a:ext uri="{FF2B5EF4-FFF2-40B4-BE49-F238E27FC236}">
                <a16:creationId xmlns:a16="http://schemas.microsoft.com/office/drawing/2014/main" id="{F9B7818B-B2C9-4F43-A1D9-A345C4E7FB7C}"/>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5-comparison / legend_continuation_8 / fold">
            <a:extLst xmlns:a="http://schemas.openxmlformats.org/drawingml/2006/main">
              <a:ext uri="{FF2B5EF4-FFF2-40B4-BE49-F238E27FC236}">
                <a16:creationId xmlns:a16="http://schemas.microsoft.com/office/drawing/2014/main" id="{6A2DC598-18FE-44D6-826F-E3F32DEE6369}"/>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5-comparison / legend_continuation_9 / text 1">
            <a:extLst xmlns:a="http://schemas.openxmlformats.org/drawingml/2006/main">
              <a:ext uri="{FF2B5EF4-FFF2-40B4-BE49-F238E27FC236}">
                <a16:creationId xmlns:a16="http://schemas.microsoft.com/office/drawing/2014/main" id="{7C59A7E7-B1D0-4F2F-A8D5-E39CF1C9FCE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Data</a:t>
            </a:r>
          </a:p>
        </p:txBody>
      </p:sp>
      <p:sp>
        <p:nvSpPr>
          <p:cNvPr id="52" name="dp45-comparison / legend_continuation_10 / text 1">
            <a:extLst xmlns:a="http://schemas.openxmlformats.org/drawingml/2006/main">
              <a:ext uri="{FF2B5EF4-FFF2-40B4-BE49-F238E27FC236}">
                <a16:creationId xmlns:a16="http://schemas.microsoft.com/office/drawing/2014/main" id="{DF3AD842-9DBB-40B5-8159-7E5CBCF44355}"/>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5-comparison / legend_continuation_11">
            <a:extLst xmlns:a="http://schemas.openxmlformats.org/drawingml/2006/main">
              <a:ext uri="{FF2B5EF4-FFF2-40B4-BE49-F238E27FC236}">
                <a16:creationId xmlns:a16="http://schemas.microsoft.com/office/drawing/2014/main" id="{06A3214A-6E8B-4C37-9A5E-54DF4395B3D1}"/>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5-comparison / legend_continuation_12 / text 1">
            <a:extLst xmlns:a="http://schemas.openxmlformats.org/drawingml/2006/main">
              <a:ext uri="{FF2B5EF4-FFF2-40B4-BE49-F238E27FC236}">
                <a16:creationId xmlns:a16="http://schemas.microsoft.com/office/drawing/2014/main" id="{99A96383-C66B-409B-A0D9-EAE082A889BF}"/>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LLM</a:t>
            </a:r>
          </a:p>
        </p:txBody>
      </p:sp>
      <p:sp>
        <p:nvSpPr>
          <p:cNvPr id="55" name="dp45-comparison / legend_continuation_13 / text 1">
            <a:extLst xmlns:a="http://schemas.openxmlformats.org/drawingml/2006/main">
              <a:ext uri="{FF2B5EF4-FFF2-40B4-BE49-F238E27FC236}">
                <a16:creationId xmlns:a16="http://schemas.microsoft.com/office/drawing/2014/main" id="{7C0CE6FF-7DCC-48E7-9314-5556A09947E7}"/>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5-comparison / legend_continuation_14">
            <a:extLst xmlns:a="http://schemas.openxmlformats.org/drawingml/2006/main">
              <a:ext uri="{FF2B5EF4-FFF2-40B4-BE49-F238E27FC236}">
                <a16:creationId xmlns:a16="http://schemas.microsoft.com/office/drawing/2014/main" id="{A0051BEC-CAD5-416A-B223-2B7ADCE2E507}"/>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5-comparison / legend_continuation_15 / text 1">
            <a:extLst xmlns:a="http://schemas.openxmlformats.org/drawingml/2006/main">
              <a:ext uri="{FF2B5EF4-FFF2-40B4-BE49-F238E27FC236}">
                <a16:creationId xmlns:a16="http://schemas.microsoft.com/office/drawing/2014/main" id="{B79E5CFA-6773-4595-81EC-D9FF7EF37BC4}"/>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Module</a:t>
            </a:r>
          </a:p>
        </p:txBody>
      </p:sp>
      <p:sp>
        <p:nvSpPr>
          <p:cNvPr id="58" name="dp45-comparison / legend_continuation_16 / text 1">
            <a:extLst xmlns:a="http://schemas.openxmlformats.org/drawingml/2006/main">
              <a:ext uri="{FF2B5EF4-FFF2-40B4-BE49-F238E27FC236}">
                <a16:creationId xmlns:a16="http://schemas.microsoft.com/office/drawing/2014/main" id="{76959A61-0B29-41A2-99F5-5B12CBAD5C0F}"/>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5-comparison / legend_continuation_17">
            <a:extLst xmlns:a="http://schemas.openxmlformats.org/drawingml/2006/main">
              <a:ext uri="{FF2B5EF4-FFF2-40B4-BE49-F238E27FC236}">
                <a16:creationId xmlns:a16="http://schemas.microsoft.com/office/drawing/2014/main" id="{AD5825EF-8259-4EFD-908D-D5B57314F3B3}"/>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5-comparison / legend_continuation_18 / text 1">
            <a:extLst xmlns:a="http://schemas.openxmlformats.org/drawingml/2006/main">
              <a:ext uri="{FF2B5EF4-FFF2-40B4-BE49-F238E27FC236}">
                <a16:creationId xmlns:a16="http://schemas.microsoft.com/office/drawing/2014/main" id="{4BBD1DF9-4F93-4453-A6BA-6DA8846A9CE6}"/>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18232E"/>
                </a:solidFill>
                <a:latin typeface="Apple SD Gothic Neo"/>
                <a:ea typeface="Apple SD Gothic Neo"/>
                <a:cs typeface="Apple SD Gothic Neo"/>
              </a:defRPr>
            </a:pPr>
            <a:r>
              <a:rPr sz="800" b="0">
                <a:solidFill>
                  <a:srgbClr val="18232E"/>
                </a:solidFill>
                <a:latin typeface="Apple SD Gothic Neo"/>
                <a:ea typeface="Apple SD Gothic Neo"/>
                <a:cs typeface="Apple SD Gothic Neo"/>
              </a:rPr>
              <a:t>State</a:t>
            </a:r>
          </a:p>
        </p:txBody>
      </p:sp>
      <p:sp>
        <p:nvSpPr>
          <p:cNvPr id="61" name="dp45-comparison / legend_continuation_19 / text 1">
            <a:extLst xmlns:a="http://schemas.openxmlformats.org/drawingml/2006/main">
              <a:ext uri="{FF2B5EF4-FFF2-40B4-BE49-F238E27FC236}">
                <a16:creationId xmlns:a16="http://schemas.microsoft.com/office/drawing/2014/main" id="{D9C483BC-6BD6-418C-A531-40016459E995}"/>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5-comparison / legend_continuation_20 / path">
            <a:extLst xmlns:a="http://schemas.openxmlformats.org/drawingml/2006/main">
              <a:ext uri="{FF2B5EF4-FFF2-40B4-BE49-F238E27FC236}">
                <a16:creationId xmlns:a16="http://schemas.microsoft.com/office/drawing/2014/main" id="{844F7EA7-2281-4D35-A5BB-1750CE149AE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5-comparison / legend_continuation_20 / arrow">
            <a:extLst xmlns:a="http://schemas.openxmlformats.org/drawingml/2006/main">
              <a:ext uri="{FF2B5EF4-FFF2-40B4-BE49-F238E27FC236}">
                <a16:creationId xmlns:a16="http://schemas.microsoft.com/office/drawing/2014/main" id="{446AE336-7F9B-430A-B559-F1D32EDFA2AF}"/>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5-comparison / legend_continuation_21 / text 1">
            <a:extLst xmlns:a="http://schemas.openxmlformats.org/drawingml/2006/main">
              <a:ext uri="{FF2B5EF4-FFF2-40B4-BE49-F238E27FC236}">
                <a16:creationId xmlns:a16="http://schemas.microsoft.com/office/drawing/2014/main" id="{986E9A34-39D8-4D43-A561-4BAF6C183EAA}"/>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요청</a:t>
            </a:r>
          </a:p>
        </p:txBody>
      </p:sp>
      <p:sp>
        <p:nvSpPr>
          <p:cNvPr id="65" name="dp45-comparison / legend_continuation_22 / path">
            <a:extLst xmlns:a="http://schemas.openxmlformats.org/drawingml/2006/main">
              <a:ext uri="{FF2B5EF4-FFF2-40B4-BE49-F238E27FC236}">
                <a16:creationId xmlns:a16="http://schemas.microsoft.com/office/drawing/2014/main" id="{DF96F52B-4496-4F22-9802-B457657D88D1}"/>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5-comparison / legend_continuation_22 / arrow">
            <a:extLst xmlns:a="http://schemas.openxmlformats.org/drawingml/2006/main">
              <a:ext uri="{FF2B5EF4-FFF2-40B4-BE49-F238E27FC236}">
                <a16:creationId xmlns:a16="http://schemas.microsoft.com/office/drawing/2014/main" id="{3F83018E-A48E-4FF4-BEDE-5BE0A853F241}"/>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5-comparison / legend_continuation_23 / text 1">
            <a:extLst xmlns:a="http://schemas.openxmlformats.org/drawingml/2006/main">
              <a:ext uri="{FF2B5EF4-FFF2-40B4-BE49-F238E27FC236}">
                <a16:creationId xmlns:a16="http://schemas.microsoft.com/office/drawing/2014/main" id="{F8881E7C-681B-4AA5-9132-86695694CCDE}"/>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반환</a:t>
            </a:r>
          </a:p>
        </p:txBody>
      </p:sp>
      <p:sp>
        <p:nvSpPr>
          <p:cNvPr id="68" name="dp45-comparison / legend_continuation_24 / text 1">
            <a:extLst xmlns:a="http://schemas.openxmlformats.org/drawingml/2006/main">
              <a:ext uri="{FF2B5EF4-FFF2-40B4-BE49-F238E27FC236}">
                <a16:creationId xmlns:a16="http://schemas.microsoft.com/office/drawing/2014/main" id="{336D6C12-8F72-4AF1-8596-EA07E569E44E}"/>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아래: 순서도</a:t>
            </a:r>
          </a:p>
        </p:txBody>
      </p:sp>
      <p:sp>
        <p:nvSpPr>
          <p:cNvPr id="69" name="dp45-comparison / legend_continuation_25">
            <a:extLst xmlns:a="http://schemas.openxmlformats.org/drawingml/2006/main">
              <a:ext uri="{FF2B5EF4-FFF2-40B4-BE49-F238E27FC236}">
                <a16:creationId xmlns:a16="http://schemas.microsoft.com/office/drawing/2014/main" id="{A1D5678D-835C-4EED-B16E-97D1BE8086FE}"/>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5-comparison / legend_continuation_26 / text 1">
            <a:extLst xmlns:a="http://schemas.openxmlformats.org/drawingml/2006/main">
              <a:ext uri="{FF2B5EF4-FFF2-40B4-BE49-F238E27FC236}">
                <a16:creationId xmlns:a16="http://schemas.microsoft.com/office/drawing/2014/main" id="{203CC53E-9E99-40E5-8047-1523DE84F0AC}"/>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5-comparison / legend_continuation_27 / text 1">
            <a:extLst xmlns:a="http://schemas.openxmlformats.org/drawingml/2006/main">
              <a:ext uri="{FF2B5EF4-FFF2-40B4-BE49-F238E27FC236}">
                <a16:creationId xmlns:a16="http://schemas.microsoft.com/office/drawing/2014/main" id="{D415AF75-1B81-40AB-8226-E2D720C87E9A}"/>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동작</a:t>
            </a:r>
          </a:p>
        </p:txBody>
      </p:sp>
      <p:sp>
        <p:nvSpPr>
          <p:cNvPr id="72" name="dp45-comparison / legend_continuation_28">
            <a:extLst xmlns:a="http://schemas.openxmlformats.org/drawingml/2006/main">
              <a:ext uri="{FF2B5EF4-FFF2-40B4-BE49-F238E27FC236}">
                <a16:creationId xmlns:a16="http://schemas.microsoft.com/office/drawing/2014/main" id="{BD7E38DE-0267-43B3-B646-2DB1611BF3B8}"/>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legend_continuation_29 / text 1">
            <a:extLst xmlns:a="http://schemas.openxmlformats.org/drawingml/2006/main">
              <a:ext uri="{FF2B5EF4-FFF2-40B4-BE49-F238E27FC236}">
                <a16:creationId xmlns:a16="http://schemas.microsoft.com/office/drawing/2014/main" id="{F564EB89-5B7A-4AAB-B70B-9E44115DABCB}"/>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5-comparison / legend_continuation_30 / text 1">
            <a:extLst xmlns:a="http://schemas.openxmlformats.org/drawingml/2006/main">
              <a:ext uri="{FF2B5EF4-FFF2-40B4-BE49-F238E27FC236}">
                <a16:creationId xmlns:a16="http://schemas.microsoft.com/office/drawing/2014/main" id="{37896095-FA61-4971-A7BC-5999024AF08D}"/>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분기</a:t>
            </a:r>
          </a:p>
        </p:txBody>
      </p:sp>
      <p:sp>
        <p:nvSpPr>
          <p:cNvPr id="75" name="dp45-comparison / n72">
            <a:extLst xmlns:a="http://schemas.openxmlformats.org/drawingml/2006/main">
              <a:ext uri="{FF2B5EF4-FFF2-40B4-BE49-F238E27FC236}">
                <a16:creationId xmlns:a16="http://schemas.microsoft.com/office/drawing/2014/main" id="{EDBB8967-FD66-4E9E-B26E-D21496D69EEA}"/>
              </a:ext>
            </a:extLst>
          </p:cNvPr>
          <p:cNvSpPr>
            <a:spLocks xmlns:a="http://schemas.openxmlformats.org/drawingml/2006/main" noGrp="1"/>
          </p:cNvSpPr>
          <p:nvPr/>
        </p:nvSpPr>
        <p:spPr>
          <a:xfrm xmlns:a="http://schemas.openxmlformats.org/drawingml/2006/main">
            <a:off x="166687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5-comparison / n73 / text 1">
            <a:extLst xmlns:a="http://schemas.openxmlformats.org/drawingml/2006/main">
              <a:ext uri="{FF2B5EF4-FFF2-40B4-BE49-F238E27FC236}">
                <a16:creationId xmlns:a16="http://schemas.microsoft.com/office/drawing/2014/main" id="{6AE6E6EB-6D0E-4FAF-A359-A3E841E45BB8}"/>
              </a:ext>
            </a:extLst>
          </p:cNvPr>
          <p:cNvSpPr>
            <a:spLocks xmlns:a="http://schemas.openxmlformats.org/drawingml/2006/main" noGrp="1"/>
          </p:cNvSpPr>
          <p:nvPr/>
        </p:nvSpPr>
        <p:spPr>
          <a:xfrm xmlns:a="http://schemas.openxmlformats.org/drawingml/2006/main">
            <a:off x="175260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Request Interpreter</a:t>
            </a:r>
          </a:p>
        </p:txBody>
      </p:sp>
      <p:sp>
        <p:nvSpPr>
          <p:cNvPr id="77" name="dp45-comparison / n74">
            <a:extLst xmlns:a="http://schemas.openxmlformats.org/drawingml/2006/main">
              <a:ext uri="{FF2B5EF4-FFF2-40B4-BE49-F238E27FC236}">
                <a16:creationId xmlns:a16="http://schemas.microsoft.com/office/drawing/2014/main" id="{B881AE6B-F1CC-4C91-81D3-64F8C1002B30}"/>
              </a:ext>
            </a:extLst>
          </p:cNvPr>
          <p:cNvSpPr>
            <a:spLocks xmlns:a="http://schemas.openxmlformats.org/drawingml/2006/main" noGrp="1"/>
          </p:cNvSpPr>
          <p:nvPr/>
        </p:nvSpPr>
        <p:spPr>
          <a:xfrm xmlns:a="http://schemas.openxmlformats.org/drawingml/2006/main">
            <a:off x="457200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5-comparison / n75 / text 1">
            <a:extLst xmlns:a="http://schemas.openxmlformats.org/drawingml/2006/main">
              <a:ext uri="{FF2B5EF4-FFF2-40B4-BE49-F238E27FC236}">
                <a16:creationId xmlns:a16="http://schemas.microsoft.com/office/drawing/2014/main" id="{6F95E305-E8C6-41A9-A268-B0B295869025}"/>
              </a:ext>
            </a:extLst>
          </p:cNvPr>
          <p:cNvSpPr>
            <a:spLocks xmlns:a="http://schemas.openxmlformats.org/drawingml/2006/main" noGrp="1"/>
          </p:cNvSpPr>
          <p:nvPr/>
        </p:nvSpPr>
        <p:spPr>
          <a:xfrm xmlns:a="http://schemas.openxmlformats.org/drawingml/2006/main">
            <a:off x="465772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Response Manager</a:t>
            </a:r>
          </a:p>
        </p:txBody>
      </p:sp>
      <p:sp>
        <p:nvSpPr>
          <p:cNvPr id="79" name="dp45-comparison / n76">
            <a:extLst xmlns:a="http://schemas.openxmlformats.org/drawingml/2006/main">
              <a:ext uri="{FF2B5EF4-FFF2-40B4-BE49-F238E27FC236}">
                <a16:creationId xmlns:a16="http://schemas.microsoft.com/office/drawing/2014/main" id="{29FFA2A9-4E94-4EAA-A7F7-00C06F0CD3A8}"/>
              </a:ext>
            </a:extLst>
          </p:cNvPr>
          <p:cNvSpPr>
            <a:spLocks xmlns:a="http://schemas.openxmlformats.org/drawingml/2006/main" noGrp="1"/>
          </p:cNvSpPr>
          <p:nvPr/>
        </p:nvSpPr>
        <p:spPr>
          <a:xfrm xmlns:a="http://schemas.openxmlformats.org/drawingml/2006/main">
            <a:off x="709612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5-comparison / n77 / text 1">
            <a:extLst xmlns:a="http://schemas.openxmlformats.org/drawingml/2006/main">
              <a:ext uri="{FF2B5EF4-FFF2-40B4-BE49-F238E27FC236}">
                <a16:creationId xmlns:a16="http://schemas.microsoft.com/office/drawing/2014/main" id="{795AA238-0EDD-4DEE-A01C-700065189F3D}"/>
              </a:ext>
            </a:extLst>
          </p:cNvPr>
          <p:cNvSpPr>
            <a:spLocks xmlns:a="http://schemas.openxmlformats.org/drawingml/2006/main" noGrp="1"/>
          </p:cNvSpPr>
          <p:nvPr/>
        </p:nvSpPr>
        <p:spPr>
          <a:xfrm xmlns:a="http://schemas.openxmlformats.org/drawingml/2006/main">
            <a:off x="718185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Task Manager</a:t>
            </a:r>
          </a:p>
        </p:txBody>
      </p:sp>
      <p:sp>
        <p:nvSpPr>
          <p:cNvPr id="81" name="dp45-comparison / n88">
            <a:extLst xmlns:a="http://schemas.openxmlformats.org/drawingml/2006/main">
              <a:ext uri="{FF2B5EF4-FFF2-40B4-BE49-F238E27FC236}">
                <a16:creationId xmlns:a16="http://schemas.microsoft.com/office/drawing/2014/main" id="{862E52BA-81D8-4D83-849D-7B83456D1F2C}"/>
              </a:ext>
            </a:extLst>
          </p:cNvPr>
          <p:cNvSpPr>
            <a:spLocks xmlns:a="http://schemas.openxmlformats.org/drawingml/2006/main" noGrp="1"/>
          </p:cNvSpPr>
          <p:nvPr/>
        </p:nvSpPr>
        <p:spPr>
          <a:xfrm xmlns:a="http://schemas.openxmlformats.org/drawingml/2006/main">
            <a:off x="157162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5-comparison / n89 / text 1">
            <a:extLst xmlns:a="http://schemas.openxmlformats.org/drawingml/2006/main">
              <a:ext uri="{FF2B5EF4-FFF2-40B4-BE49-F238E27FC236}">
                <a16:creationId xmlns:a16="http://schemas.microsoft.com/office/drawing/2014/main" id="{77E66E14-8BEA-4853-860A-FFBDB90BC006}"/>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Context Manager</a:t>
            </a:r>
          </a:p>
        </p:txBody>
      </p:sp>
      <p:sp>
        <p:nvSpPr>
          <p:cNvPr id="83" name="dp45-comparison / n90">
            <a:extLst xmlns:a="http://schemas.openxmlformats.org/drawingml/2006/main">
              <a:ext uri="{FF2B5EF4-FFF2-40B4-BE49-F238E27FC236}">
                <a16:creationId xmlns:a16="http://schemas.microsoft.com/office/drawing/2014/main" id="{79DAEF86-897A-4228-8FA2-997CC4CCCAE6}"/>
              </a:ext>
            </a:extLst>
          </p:cNvPr>
          <p:cNvSpPr>
            <a:spLocks xmlns:a="http://schemas.openxmlformats.org/drawingml/2006/main" noGrp="1"/>
          </p:cNvSpPr>
          <p:nvPr/>
        </p:nvSpPr>
        <p:spPr>
          <a:xfrm xmlns:a="http://schemas.openxmlformats.org/drawingml/2006/main">
            <a:off x="185737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84" name="dp45-comparison / n91 / text 1">
            <a:extLst xmlns:a="http://schemas.openxmlformats.org/drawingml/2006/main">
              <a:ext uri="{FF2B5EF4-FFF2-40B4-BE49-F238E27FC236}">
                <a16:creationId xmlns:a16="http://schemas.microsoft.com/office/drawing/2014/main" id="{96388BE6-5002-4E1C-BA98-BCAC4860C7DF}"/>
              </a:ext>
            </a:extLst>
          </p:cNvPr>
          <p:cNvSpPr>
            <a:spLocks xmlns:a="http://schemas.openxmlformats.org/drawingml/2006/main" noGrp="1"/>
          </p:cNvSpPr>
          <p:nvPr/>
        </p:nvSpPr>
        <p:spPr>
          <a:xfrm xmlns:a="http://schemas.openxmlformats.org/drawingml/2006/main">
            <a:off x="194310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Context Composer</a:t>
            </a:r>
          </a:p>
        </p:txBody>
      </p:sp>
      <p:sp>
        <p:nvSpPr>
          <p:cNvPr id="85" name="dp45-comparison / n92">
            <a:extLst xmlns:a="http://schemas.openxmlformats.org/drawingml/2006/main">
              <a:ext uri="{FF2B5EF4-FFF2-40B4-BE49-F238E27FC236}">
                <a16:creationId xmlns:a16="http://schemas.microsoft.com/office/drawing/2014/main" id="{2F20C446-9F14-48CE-B5A7-DDDCE550DC1D}"/>
              </a:ext>
            </a:extLst>
          </p:cNvPr>
          <p:cNvSpPr>
            <a:spLocks xmlns:a="http://schemas.openxmlformats.org/drawingml/2006/main" noGrp="1"/>
          </p:cNvSpPr>
          <p:nvPr/>
        </p:nvSpPr>
        <p:spPr>
          <a:xfrm xmlns:a="http://schemas.openxmlformats.org/drawingml/2006/main">
            <a:off x="1857375" y="5191125"/>
            <a:ext cx="2571750" cy="38100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6" name="dp45-comparison / n93 / text 1">
            <a:extLst xmlns:a="http://schemas.openxmlformats.org/drawingml/2006/main">
              <a:ext uri="{FF2B5EF4-FFF2-40B4-BE49-F238E27FC236}">
                <a16:creationId xmlns:a16="http://schemas.microsoft.com/office/drawing/2014/main" id="{D10F3AD2-369D-42AA-AB19-EC3AF7BFF682}"/>
              </a:ext>
            </a:extLst>
          </p:cNvPr>
          <p:cNvSpPr>
            <a:spLocks xmlns:a="http://schemas.openxmlformats.org/drawingml/2006/main" noGrp="1"/>
          </p:cNvSpPr>
          <p:nvPr/>
        </p:nvSpPr>
        <p:spPr>
          <a:xfrm xmlns:a="http://schemas.openxmlformats.org/drawingml/2006/main">
            <a:off x="1943100" y="5284470"/>
            <a:ext cx="2400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Source View Cache</a:t>
            </a:r>
          </a:p>
        </p:txBody>
      </p:sp>
      <p:sp>
        <p:nvSpPr>
          <p:cNvPr id="87" name="dp45-comparison / n94">
            <a:extLst xmlns:a="http://schemas.openxmlformats.org/drawingml/2006/main">
              <a:ext uri="{FF2B5EF4-FFF2-40B4-BE49-F238E27FC236}">
                <a16:creationId xmlns:a16="http://schemas.microsoft.com/office/drawing/2014/main" id="{66C9334E-81EC-42D8-A104-C2914EAB28CF}"/>
              </a:ext>
            </a:extLst>
          </p:cNvPr>
          <p:cNvSpPr>
            <a:spLocks xmlns:a="http://schemas.openxmlformats.org/drawingml/2006/main" noGrp="1"/>
          </p:cNvSpPr>
          <p:nvPr/>
        </p:nvSpPr>
        <p:spPr>
          <a:xfrm xmlns:a="http://schemas.openxmlformats.org/drawingml/2006/main">
            <a:off x="5953125" y="5191125"/>
            <a:ext cx="2952750"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8" name="dp45-comparison / n95 / text 1">
            <a:extLst xmlns:a="http://schemas.openxmlformats.org/drawingml/2006/main">
              <a:ext uri="{FF2B5EF4-FFF2-40B4-BE49-F238E27FC236}">
                <a16:creationId xmlns:a16="http://schemas.microsoft.com/office/drawing/2014/main" id="{81C4F0A7-8150-497E-9E4E-C95863D3C15D}"/>
              </a:ext>
            </a:extLst>
          </p:cNvPr>
          <p:cNvSpPr>
            <a:spLocks xmlns:a="http://schemas.openxmlformats.org/drawingml/2006/main" noGrp="1"/>
          </p:cNvSpPr>
          <p:nvPr/>
        </p:nvSpPr>
        <p:spPr>
          <a:xfrm xmlns:a="http://schemas.openxmlformats.org/drawingml/2006/main">
            <a:off x="6038850" y="5284470"/>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Request Evidence Set</a:t>
            </a:r>
          </a:p>
        </p:txBody>
      </p:sp>
      <p:sp>
        <p:nvSpPr>
          <p:cNvPr id="89" name="dp45-comparison / n96 / path">
            <a:extLst xmlns:a="http://schemas.openxmlformats.org/drawingml/2006/main">
              <a:ext uri="{FF2B5EF4-FFF2-40B4-BE49-F238E27FC236}">
                <a16:creationId xmlns:a16="http://schemas.microsoft.com/office/drawing/2014/main" id="{D7B359DB-756C-4FCD-8CF3-ECEF169F02EC}"/>
              </a:ext>
            </a:extLst>
          </p:cNvPr>
          <p:cNvSpPr>
            <a:spLocks xmlns:a="http://schemas.openxmlformats.org/drawingml/2006/main" noGrp="1"/>
          </p:cNvSpPr>
          <p:nvPr/>
        </p:nvSpPr>
        <p:spPr>
          <a:xfrm xmlns:a="http://schemas.openxmlformats.org/drawingml/2006/main">
            <a:off x="390525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90" name="dp45-comparison / n96 / arrow">
            <a:extLst xmlns:a="http://schemas.openxmlformats.org/drawingml/2006/main">
              <a:ext uri="{FF2B5EF4-FFF2-40B4-BE49-F238E27FC236}">
                <a16:creationId xmlns:a16="http://schemas.microsoft.com/office/drawing/2014/main" id="{040CD6EA-226B-4805-A7D6-6B1BC6FF0AFA}"/>
              </a:ext>
            </a:extLst>
          </p:cNvPr>
          <p:cNvSpPr>
            <a:spLocks xmlns:a="http://schemas.openxmlformats.org/drawingml/2006/main" noGrp="1"/>
          </p:cNvSpPr>
          <p:nvPr/>
        </p:nvSpPr>
        <p:spPr>
          <a:xfrm xmlns:a="http://schemas.openxmlformats.org/drawingml/2006/main">
            <a:off x="663397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1" name="dp45-comparison / n97 / path">
            <a:extLst xmlns:a="http://schemas.openxmlformats.org/drawingml/2006/main">
              <a:ext uri="{FF2B5EF4-FFF2-40B4-BE49-F238E27FC236}">
                <a16:creationId xmlns:a16="http://schemas.microsoft.com/office/drawing/2014/main" id="{44877ABE-E164-4CC3-912B-E485B03FAEC5}"/>
              </a:ext>
            </a:extLst>
          </p:cNvPr>
          <p:cNvSpPr>
            <a:spLocks xmlns:a="http://schemas.openxmlformats.org/drawingml/2006/main" noGrp="1"/>
          </p:cNvSpPr>
          <p:nvPr/>
        </p:nvSpPr>
        <p:spPr>
          <a:xfrm xmlns:a="http://schemas.openxmlformats.org/drawingml/2006/main">
            <a:off x="394335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2" name="dp45-comparison / n97 / arrow">
            <a:extLst xmlns:a="http://schemas.openxmlformats.org/drawingml/2006/main">
              <a:ext uri="{FF2B5EF4-FFF2-40B4-BE49-F238E27FC236}">
                <a16:creationId xmlns:a16="http://schemas.microsoft.com/office/drawing/2014/main" id="{5C6352C2-826B-4565-B6A6-2EFEC030D618}"/>
              </a:ext>
            </a:extLst>
          </p:cNvPr>
          <p:cNvSpPr>
            <a:spLocks xmlns:a="http://schemas.openxmlformats.org/drawingml/2006/main" noGrp="1"/>
          </p:cNvSpPr>
          <p:nvPr/>
        </p:nvSpPr>
        <p:spPr>
          <a:xfrm xmlns:a="http://schemas.openxmlformats.org/drawingml/2006/main">
            <a:off x="390982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5-comparison / n98 / path">
            <a:extLst xmlns:a="http://schemas.openxmlformats.org/drawingml/2006/main">
              <a:ext uri="{FF2B5EF4-FFF2-40B4-BE49-F238E27FC236}">
                <a16:creationId xmlns:a16="http://schemas.microsoft.com/office/drawing/2014/main" id="{6B9219C0-D27F-4A5A-A9CD-027D8471AB13}"/>
              </a:ext>
            </a:extLst>
          </p:cNvPr>
          <p:cNvSpPr>
            <a:spLocks xmlns:a="http://schemas.openxmlformats.org/drawingml/2006/main" noGrp="1"/>
          </p:cNvSpPr>
          <p:nvPr/>
        </p:nvSpPr>
        <p:spPr>
          <a:xfrm xmlns:a="http://schemas.openxmlformats.org/drawingml/2006/main">
            <a:off x="414337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94" name="dp45-comparison / n98 / arrow">
            <a:extLst xmlns:a="http://schemas.openxmlformats.org/drawingml/2006/main">
              <a:ext uri="{FF2B5EF4-FFF2-40B4-BE49-F238E27FC236}">
                <a16:creationId xmlns:a16="http://schemas.microsoft.com/office/drawing/2014/main" id="{D6A7B91D-FD3B-4409-B67D-12A586BA9293}"/>
              </a:ext>
            </a:extLst>
          </p:cNvPr>
          <p:cNvSpPr>
            <a:spLocks xmlns:a="http://schemas.openxmlformats.org/drawingml/2006/main" noGrp="1"/>
          </p:cNvSpPr>
          <p:nvPr/>
        </p:nvSpPr>
        <p:spPr>
          <a:xfrm xmlns:a="http://schemas.openxmlformats.org/drawingml/2006/main">
            <a:off x="915809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5" name="dp45-comparison / n99 / path">
            <a:extLst xmlns:a="http://schemas.openxmlformats.org/drawingml/2006/main">
              <a:ext uri="{FF2B5EF4-FFF2-40B4-BE49-F238E27FC236}">
                <a16:creationId xmlns:a16="http://schemas.microsoft.com/office/drawing/2014/main" id="{6420D9D8-2A99-42A6-9C2F-CA31A1DFDFDC}"/>
              </a:ext>
            </a:extLst>
          </p:cNvPr>
          <p:cNvSpPr>
            <a:spLocks xmlns:a="http://schemas.openxmlformats.org/drawingml/2006/main" noGrp="1"/>
          </p:cNvSpPr>
          <p:nvPr/>
        </p:nvSpPr>
        <p:spPr>
          <a:xfrm xmlns:a="http://schemas.openxmlformats.org/drawingml/2006/main">
            <a:off x="418147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6" name="dp45-comparison / n99 / arrow">
            <a:extLst xmlns:a="http://schemas.openxmlformats.org/drawingml/2006/main">
              <a:ext uri="{FF2B5EF4-FFF2-40B4-BE49-F238E27FC236}">
                <a16:creationId xmlns:a16="http://schemas.microsoft.com/office/drawing/2014/main" id="{8768FD56-5C1E-4BC1-853A-01629EF8F678}"/>
              </a:ext>
            </a:extLst>
          </p:cNvPr>
          <p:cNvSpPr>
            <a:spLocks xmlns:a="http://schemas.openxmlformats.org/drawingml/2006/main" noGrp="1"/>
          </p:cNvSpPr>
          <p:nvPr/>
        </p:nvSpPr>
        <p:spPr>
          <a:xfrm xmlns:a="http://schemas.openxmlformats.org/drawingml/2006/main">
            <a:off x="414794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7" name="dp45-comparison / n102 / path">
            <a:extLst xmlns:a="http://schemas.openxmlformats.org/drawingml/2006/main">
              <a:ext uri="{FF2B5EF4-FFF2-40B4-BE49-F238E27FC236}">
                <a16:creationId xmlns:a16="http://schemas.microsoft.com/office/drawing/2014/main" id="{D09D7D16-3F15-4ACF-8E7B-03901D8E0BC7}"/>
              </a:ext>
            </a:extLst>
          </p:cNvPr>
          <p:cNvSpPr>
            <a:spLocks xmlns:a="http://schemas.openxmlformats.org/drawingml/2006/main" noGrp="1"/>
          </p:cNvSpPr>
          <p:nvPr/>
        </p:nvSpPr>
        <p:spPr>
          <a:xfrm xmlns:a="http://schemas.openxmlformats.org/drawingml/2006/main">
            <a:off x="2905125" y="4114800"/>
            <a:ext cx="953" cy="1076325"/>
          </a:xfrm>
          <a:custGeom xmlns:a="http://schemas.openxmlformats.org/drawingml/2006/main">
            <a:pathLst>
              <a:path w="953" h="1076325">
                <a:moveTo>
                  <a:pt x="0" y="0"/>
                </a:moveTo>
                <a:lnTo>
                  <a:pt x="0" y="1076325"/>
                </a:lnTo>
              </a:path>
            </a:pathLst>
          </a:custGeom>
          <a:noFill xmlns:a="http://schemas.openxmlformats.org/drawingml/2006/main"/>
          <a:ln xmlns:a="http://schemas.openxmlformats.org/drawingml/2006/main" w="10478">
            <a:solidFill>
              <a:srgbClr val="000000"/>
            </a:solidFill>
            <a:prstDash val="solid"/>
          </a:ln>
        </p:spPr>
      </p:sp>
      <p:sp>
        <p:nvSpPr>
          <p:cNvPr id="98" name="dp45-comparison / n102 / arrow">
            <a:extLst xmlns:a="http://schemas.openxmlformats.org/drawingml/2006/main">
              <a:ext uri="{FF2B5EF4-FFF2-40B4-BE49-F238E27FC236}">
                <a16:creationId xmlns:a16="http://schemas.microsoft.com/office/drawing/2014/main" id="{176FFC31-762A-4B05-A625-83A58C062811}"/>
              </a:ext>
            </a:extLst>
          </p:cNvPr>
          <p:cNvSpPr>
            <a:spLocks xmlns:a="http://schemas.openxmlformats.org/drawingml/2006/main" noGrp="1"/>
          </p:cNvSpPr>
          <p:nvPr/>
        </p:nvSpPr>
        <p:spPr>
          <a:xfrm xmlns:a="http://schemas.openxmlformats.org/drawingml/2006/main">
            <a:off x="2871597"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9" name="dp45-comparison / n103 / path">
            <a:extLst xmlns:a="http://schemas.openxmlformats.org/drawingml/2006/main">
              <a:ext uri="{FF2B5EF4-FFF2-40B4-BE49-F238E27FC236}">
                <a16:creationId xmlns:a16="http://schemas.microsoft.com/office/drawing/2014/main" id="{9C710B6D-FE7B-4867-AB9C-99674C47017E}"/>
              </a:ext>
            </a:extLst>
          </p:cNvPr>
          <p:cNvSpPr>
            <a:spLocks xmlns:a="http://schemas.openxmlformats.org/drawingml/2006/main" noGrp="1"/>
          </p:cNvSpPr>
          <p:nvPr/>
        </p:nvSpPr>
        <p:spPr>
          <a:xfrm xmlns:a="http://schemas.openxmlformats.org/drawingml/2006/main">
            <a:off x="3381375" y="4114800"/>
            <a:ext cx="953" cy="1076325"/>
          </a:xfrm>
          <a:custGeom xmlns:a="http://schemas.openxmlformats.org/drawingml/2006/main">
            <a:pathLst>
              <a:path w="953" h="1076325">
                <a:moveTo>
                  <a:pt x="0" y="1076325"/>
                </a:moveTo>
                <a:lnTo>
                  <a:pt x="0" y="0"/>
                </a:lnTo>
              </a:path>
            </a:pathLst>
          </a:custGeom>
          <a:noFill xmlns:a="http://schemas.openxmlformats.org/drawingml/2006/main"/>
          <a:ln xmlns:a="http://schemas.openxmlformats.org/drawingml/2006/main" w="10478">
            <a:solidFill>
              <a:srgbClr val="000000"/>
            </a:solidFill>
            <a:prstDash val="dash"/>
          </a:ln>
        </p:spPr>
      </p:sp>
      <p:sp>
        <p:nvSpPr>
          <p:cNvPr id="100" name="dp45-comparison / n103 / arrow">
            <a:extLst xmlns:a="http://schemas.openxmlformats.org/drawingml/2006/main">
              <a:ext uri="{FF2B5EF4-FFF2-40B4-BE49-F238E27FC236}">
                <a16:creationId xmlns:a16="http://schemas.microsoft.com/office/drawing/2014/main" id="{7A0B15AC-4112-4424-B315-703914DAFC18}"/>
              </a:ext>
            </a:extLst>
          </p:cNvPr>
          <p:cNvSpPr>
            <a:spLocks xmlns:a="http://schemas.openxmlformats.org/drawingml/2006/main" noGrp="1"/>
          </p:cNvSpPr>
          <p:nvPr/>
        </p:nvSpPr>
        <p:spPr>
          <a:xfrm xmlns:a="http://schemas.openxmlformats.org/drawingml/2006/main">
            <a:off x="33478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01" name="dp45-comparison / n108 / path">
            <a:extLst xmlns:a="http://schemas.openxmlformats.org/drawingml/2006/main">
              <a:ext uri="{FF2B5EF4-FFF2-40B4-BE49-F238E27FC236}">
                <a16:creationId xmlns:a16="http://schemas.microsoft.com/office/drawing/2014/main" id="{F4EC5E1A-2A74-42ED-A4C2-7A3EDF03708C}"/>
              </a:ext>
            </a:extLst>
          </p:cNvPr>
          <p:cNvSpPr>
            <a:spLocks xmlns:a="http://schemas.openxmlformats.org/drawingml/2006/main" noGrp="1"/>
          </p:cNvSpPr>
          <p:nvPr/>
        </p:nvSpPr>
        <p:spPr>
          <a:xfrm xmlns:a="http://schemas.openxmlformats.org/drawingml/2006/main">
            <a:off x="4429125" y="3933825"/>
            <a:ext cx="3000375" cy="1257300"/>
          </a:xfrm>
          <a:custGeom xmlns:a="http://schemas.openxmlformats.org/drawingml/2006/main">
            <a:pathLst>
              <a:path w="3000375" h="1257300">
                <a:moveTo>
                  <a:pt x="0" y="0"/>
                </a:moveTo>
                <a:lnTo>
                  <a:pt x="381000" y="0"/>
                </a:lnTo>
                <a:lnTo>
                  <a:pt x="381000" y="1181100"/>
                </a:lnTo>
                <a:lnTo>
                  <a:pt x="3000375" y="1181100"/>
                </a:lnTo>
                <a:lnTo>
                  <a:pt x="3000375" y="1257300"/>
                </a:lnTo>
              </a:path>
            </a:pathLst>
          </a:custGeom>
          <a:noFill xmlns:a="http://schemas.openxmlformats.org/drawingml/2006/main"/>
          <a:ln xmlns:a="http://schemas.openxmlformats.org/drawingml/2006/main" w="10478">
            <a:solidFill>
              <a:srgbClr val="B8753F"/>
            </a:solidFill>
            <a:prstDash val="solid"/>
          </a:ln>
        </p:spPr>
      </p:sp>
      <p:sp>
        <p:nvSpPr>
          <p:cNvPr id="102" name="dp45-comparison / n108 / arrow">
            <a:extLst xmlns:a="http://schemas.openxmlformats.org/drawingml/2006/main">
              <a:ext uri="{FF2B5EF4-FFF2-40B4-BE49-F238E27FC236}">
                <a16:creationId xmlns:a16="http://schemas.microsoft.com/office/drawing/2014/main" id="{E12143EE-16A5-42C1-9BBB-30992D3FFA4E}"/>
              </a:ext>
            </a:extLst>
          </p:cNvPr>
          <p:cNvSpPr>
            <a:spLocks xmlns:a="http://schemas.openxmlformats.org/drawingml/2006/main" noGrp="1"/>
          </p:cNvSpPr>
          <p:nvPr/>
        </p:nvSpPr>
        <p:spPr>
          <a:xfrm xmlns:a="http://schemas.openxmlformats.org/drawingml/2006/main">
            <a:off x="7395972"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3" name="dp45-comparison / n109 / path">
            <a:extLst xmlns:a="http://schemas.openxmlformats.org/drawingml/2006/main">
              <a:ext uri="{FF2B5EF4-FFF2-40B4-BE49-F238E27FC236}">
                <a16:creationId xmlns:a16="http://schemas.microsoft.com/office/drawing/2014/main" id="{151130CB-2D1B-4EA1-A1C4-782B311685BE}"/>
              </a:ext>
            </a:extLst>
          </p:cNvPr>
          <p:cNvSpPr>
            <a:spLocks xmlns:a="http://schemas.openxmlformats.org/drawingml/2006/main" noGrp="1"/>
          </p:cNvSpPr>
          <p:nvPr/>
        </p:nvSpPr>
        <p:spPr>
          <a:xfrm xmlns:a="http://schemas.openxmlformats.org/drawingml/2006/main">
            <a:off x="4429125" y="4029075"/>
            <a:ext cx="3143250" cy="1162050"/>
          </a:xfrm>
          <a:custGeom xmlns:a="http://schemas.openxmlformats.org/drawingml/2006/main">
            <a:pathLst>
              <a:path w="3143250" h="1162050">
                <a:moveTo>
                  <a:pt x="3143250" y="1162050"/>
                </a:moveTo>
                <a:lnTo>
                  <a:pt x="3143250" y="1038225"/>
                </a:lnTo>
                <a:lnTo>
                  <a:pt x="476250" y="1038225"/>
                </a:lnTo>
                <a:lnTo>
                  <a:pt x="476250" y="0"/>
                </a:lnTo>
                <a:lnTo>
                  <a:pt x="0" y="0"/>
                </a:lnTo>
              </a:path>
            </a:pathLst>
          </a:custGeom>
          <a:noFill xmlns:a="http://schemas.openxmlformats.org/drawingml/2006/main"/>
          <a:ln xmlns:a="http://schemas.openxmlformats.org/drawingml/2006/main" w="10478">
            <a:solidFill>
              <a:srgbClr val="B8753F"/>
            </a:solidFill>
            <a:prstDash val="dash"/>
          </a:ln>
        </p:spPr>
      </p:sp>
      <p:sp>
        <p:nvSpPr>
          <p:cNvPr id="104" name="dp45-comparison / n109 / arrow">
            <a:extLst xmlns:a="http://schemas.openxmlformats.org/drawingml/2006/main">
              <a:ext uri="{FF2B5EF4-FFF2-40B4-BE49-F238E27FC236}">
                <a16:creationId xmlns:a16="http://schemas.microsoft.com/office/drawing/2014/main" id="{87EFDF25-C509-4CC0-969A-2436C22B7E4E}"/>
              </a:ext>
            </a:extLst>
          </p:cNvPr>
          <p:cNvSpPr>
            <a:spLocks xmlns:a="http://schemas.openxmlformats.org/drawingml/2006/main" noGrp="1"/>
          </p:cNvSpPr>
          <p:nvPr/>
        </p:nvSpPr>
        <p:spPr>
          <a:xfrm xmlns:a="http://schemas.openxmlformats.org/drawingml/2006/main">
            <a:off x="4429125" y="3995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5" name="dp45-comparison / n116 / path">
            <a:extLst xmlns:a="http://schemas.openxmlformats.org/drawingml/2006/main">
              <a:ext uri="{FF2B5EF4-FFF2-40B4-BE49-F238E27FC236}">
                <a16:creationId xmlns:a16="http://schemas.microsoft.com/office/drawing/2014/main" id="{FF0719B1-BB45-47FB-89B0-8D4854BFB652}"/>
              </a:ext>
            </a:extLst>
          </p:cNvPr>
          <p:cNvSpPr>
            <a:spLocks xmlns:a="http://schemas.openxmlformats.org/drawingml/2006/main" noGrp="1"/>
          </p:cNvSpPr>
          <p:nvPr/>
        </p:nvSpPr>
        <p:spPr>
          <a:xfrm xmlns:a="http://schemas.openxmlformats.org/drawingml/2006/main">
            <a:off x="1447800" y="2562225"/>
            <a:ext cx="409575" cy="1371600"/>
          </a:xfrm>
          <a:custGeom xmlns:a="http://schemas.openxmlformats.org/drawingml/2006/main">
            <a:pathLst>
              <a:path w="409575" h="1371600">
                <a:moveTo>
                  <a:pt x="219075" y="0"/>
                </a:moveTo>
                <a:lnTo>
                  <a:pt x="0" y="0"/>
                </a:lnTo>
                <a:lnTo>
                  <a:pt x="0" y="1371600"/>
                </a:lnTo>
                <a:lnTo>
                  <a:pt x="409575" y="1371600"/>
                </a:lnTo>
              </a:path>
            </a:pathLst>
          </a:custGeom>
          <a:noFill xmlns:a="http://schemas.openxmlformats.org/drawingml/2006/main"/>
          <a:ln xmlns:a="http://schemas.openxmlformats.org/drawingml/2006/main" w="10478">
            <a:solidFill>
              <a:srgbClr val="B8753F"/>
            </a:solidFill>
            <a:prstDash val="solid"/>
          </a:ln>
        </p:spPr>
      </p:sp>
      <p:sp>
        <p:nvSpPr>
          <p:cNvPr id="106" name="dp45-comparison / n116 / arrow">
            <a:extLst xmlns:a="http://schemas.openxmlformats.org/drawingml/2006/main">
              <a:ext uri="{FF2B5EF4-FFF2-40B4-BE49-F238E27FC236}">
                <a16:creationId xmlns:a16="http://schemas.microsoft.com/office/drawing/2014/main" id="{53690F01-1478-4A61-863E-43C72B6D4413}"/>
              </a:ext>
            </a:extLst>
          </p:cNvPr>
          <p:cNvSpPr>
            <a:spLocks xmlns:a="http://schemas.openxmlformats.org/drawingml/2006/main" noGrp="1"/>
          </p:cNvSpPr>
          <p:nvPr/>
        </p:nvSpPr>
        <p:spPr>
          <a:xfrm xmlns:a="http://schemas.openxmlformats.org/drawingml/2006/main">
            <a:off x="1790319" y="39002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7" name="dp45-comparison / n117 / path">
            <a:extLst xmlns:a="http://schemas.openxmlformats.org/drawingml/2006/main">
              <a:ext uri="{FF2B5EF4-FFF2-40B4-BE49-F238E27FC236}">
                <a16:creationId xmlns:a16="http://schemas.microsoft.com/office/drawing/2014/main" id="{4D371327-C6F6-4508-9137-AFE2DBE350BF}"/>
              </a:ext>
            </a:extLst>
          </p:cNvPr>
          <p:cNvSpPr>
            <a:spLocks xmlns:a="http://schemas.openxmlformats.org/drawingml/2006/main" noGrp="1"/>
          </p:cNvSpPr>
          <p:nvPr/>
        </p:nvSpPr>
        <p:spPr>
          <a:xfrm xmlns:a="http://schemas.openxmlformats.org/drawingml/2006/main">
            <a:off x="1524000" y="2638425"/>
            <a:ext cx="333375" cy="1381125"/>
          </a:xfrm>
          <a:custGeom xmlns:a="http://schemas.openxmlformats.org/drawingml/2006/main">
            <a:pathLst>
              <a:path w="333375" h="1381125">
                <a:moveTo>
                  <a:pt x="333375" y="1381125"/>
                </a:moveTo>
                <a:lnTo>
                  <a:pt x="0" y="138112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108" name="dp45-comparison / n117 / arrow">
            <a:extLst xmlns:a="http://schemas.openxmlformats.org/drawingml/2006/main">
              <a:ext uri="{FF2B5EF4-FFF2-40B4-BE49-F238E27FC236}">
                <a16:creationId xmlns:a16="http://schemas.microsoft.com/office/drawing/2014/main" id="{36F7B903-B03F-4E76-9045-B10328BF6E11}"/>
              </a:ext>
            </a:extLst>
          </p:cNvPr>
          <p:cNvSpPr>
            <a:spLocks xmlns:a="http://schemas.openxmlformats.org/drawingml/2006/main" noGrp="1"/>
          </p:cNvSpPr>
          <p:nvPr/>
        </p:nvSpPr>
        <p:spPr>
          <a:xfrm xmlns:a="http://schemas.openxmlformats.org/drawingml/2006/main">
            <a:off x="159981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9" name="dp45-comparison / n120">
            <a:extLst xmlns:a="http://schemas.openxmlformats.org/drawingml/2006/main">
              <a:ext uri="{FF2B5EF4-FFF2-40B4-BE49-F238E27FC236}">
                <a16:creationId xmlns:a16="http://schemas.microsoft.com/office/drawing/2014/main" id="{B4A43EE1-C5F2-42F1-8C78-1899D2B5C494}"/>
              </a:ext>
            </a:extLst>
          </p:cNvPr>
          <p:cNvSpPr>
            <a:spLocks xmlns:a="http://schemas.openxmlformats.org/drawingml/2006/main" noGrp="1"/>
          </p:cNvSpPr>
          <p:nvPr/>
        </p:nvSpPr>
        <p:spPr>
          <a:xfrm xmlns:a="http://schemas.openxmlformats.org/drawingml/2006/main">
            <a:off x="185737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5-comparison / n121 / text 1">
            <a:extLst xmlns:a="http://schemas.openxmlformats.org/drawingml/2006/main">
              <a:ext uri="{FF2B5EF4-FFF2-40B4-BE49-F238E27FC236}">
                <a16:creationId xmlns:a16="http://schemas.microsoft.com/office/drawing/2014/main" id="{7A94E2CC-C1EB-4B20-84DB-1B9F27A0ACE8}"/>
              </a:ext>
            </a:extLst>
          </p:cNvPr>
          <p:cNvSpPr>
            <a:spLocks xmlns:a="http://schemas.openxmlformats.org/drawingml/2006/main" noGrp="1"/>
          </p:cNvSpPr>
          <p:nvPr/>
        </p:nvSpPr>
        <p:spPr>
          <a:xfrm xmlns:a="http://schemas.openxmlformats.org/drawingml/2006/main">
            <a:off x="194310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111" name="dp45-comparison / n122">
            <a:extLst xmlns:a="http://schemas.openxmlformats.org/drawingml/2006/main">
              <a:ext uri="{FF2B5EF4-FFF2-40B4-BE49-F238E27FC236}">
                <a16:creationId xmlns:a16="http://schemas.microsoft.com/office/drawing/2014/main" id="{D6A8F2B5-DA06-478B-8EAC-411EBE14467E}"/>
              </a:ext>
            </a:extLst>
          </p:cNvPr>
          <p:cNvSpPr>
            <a:spLocks xmlns:a="http://schemas.openxmlformats.org/drawingml/2006/main" noGrp="1"/>
          </p:cNvSpPr>
          <p:nvPr/>
        </p:nvSpPr>
        <p:spPr>
          <a:xfrm xmlns:a="http://schemas.openxmlformats.org/drawingml/2006/main">
            <a:off x="633412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12" name="dp45-comparison / n123 / text 1">
            <a:extLst xmlns:a="http://schemas.openxmlformats.org/drawingml/2006/main">
              <a:ext uri="{FF2B5EF4-FFF2-40B4-BE49-F238E27FC236}">
                <a16:creationId xmlns:a16="http://schemas.microsoft.com/office/drawing/2014/main" id="{784E6D1E-C5A8-4CC3-A4B7-F269B80E3379}"/>
              </a:ext>
            </a:extLst>
          </p:cNvPr>
          <p:cNvSpPr>
            <a:spLocks xmlns:a="http://schemas.openxmlformats.org/drawingml/2006/main" noGrp="1"/>
          </p:cNvSpPr>
          <p:nvPr/>
        </p:nvSpPr>
        <p:spPr>
          <a:xfrm xmlns:a="http://schemas.openxmlformats.org/drawingml/2006/main">
            <a:off x="641985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113" name="dp45-comparison / n124 / path">
            <a:extLst xmlns:a="http://schemas.openxmlformats.org/drawingml/2006/main">
              <a:ext uri="{FF2B5EF4-FFF2-40B4-BE49-F238E27FC236}">
                <a16:creationId xmlns:a16="http://schemas.microsoft.com/office/drawing/2014/main" id="{E3D8BEDD-5129-4F40-BFB2-0E4E662B646B}"/>
              </a:ext>
            </a:extLst>
          </p:cNvPr>
          <p:cNvSpPr>
            <a:spLocks xmlns:a="http://schemas.openxmlformats.org/drawingml/2006/main" noGrp="1"/>
          </p:cNvSpPr>
          <p:nvPr/>
        </p:nvSpPr>
        <p:spPr>
          <a:xfrm xmlns:a="http://schemas.openxmlformats.org/drawingml/2006/main">
            <a:off x="163830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114" name="dp45-comparison / n124 / arrow">
            <a:extLst xmlns:a="http://schemas.openxmlformats.org/drawingml/2006/main">
              <a:ext uri="{FF2B5EF4-FFF2-40B4-BE49-F238E27FC236}">
                <a16:creationId xmlns:a16="http://schemas.microsoft.com/office/drawing/2014/main" id="{879A7D0F-F6C9-4F53-B2E8-5C1B8D80500C}"/>
              </a:ext>
            </a:extLst>
          </p:cNvPr>
          <p:cNvSpPr>
            <a:spLocks xmlns:a="http://schemas.openxmlformats.org/drawingml/2006/main" noGrp="1"/>
          </p:cNvSpPr>
          <p:nvPr/>
        </p:nvSpPr>
        <p:spPr>
          <a:xfrm xmlns:a="http://schemas.openxmlformats.org/drawingml/2006/main">
            <a:off x="179031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5" name="dp45-comparison / n125 / path">
            <a:extLst xmlns:a="http://schemas.openxmlformats.org/drawingml/2006/main">
              <a:ext uri="{FF2B5EF4-FFF2-40B4-BE49-F238E27FC236}">
                <a16:creationId xmlns:a16="http://schemas.microsoft.com/office/drawing/2014/main" id="{78AA5789-6A21-4255-B8EB-625C964AC4C9}"/>
              </a:ext>
            </a:extLst>
          </p:cNvPr>
          <p:cNvSpPr>
            <a:spLocks xmlns:a="http://schemas.openxmlformats.org/drawingml/2006/main" noGrp="1"/>
          </p:cNvSpPr>
          <p:nvPr/>
        </p:nvSpPr>
        <p:spPr>
          <a:xfrm xmlns:a="http://schemas.openxmlformats.org/drawingml/2006/main">
            <a:off x="171450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116" name="dp45-comparison / n125 / arrow">
            <a:extLst xmlns:a="http://schemas.openxmlformats.org/drawingml/2006/main">
              <a:ext uri="{FF2B5EF4-FFF2-40B4-BE49-F238E27FC236}">
                <a16:creationId xmlns:a16="http://schemas.microsoft.com/office/drawing/2014/main" id="{9252D5C7-3FAD-44B2-85AE-D5F2D500E7B7}"/>
              </a:ext>
            </a:extLst>
          </p:cNvPr>
          <p:cNvSpPr>
            <a:spLocks xmlns:a="http://schemas.openxmlformats.org/drawingml/2006/main" noGrp="1"/>
          </p:cNvSpPr>
          <p:nvPr/>
        </p:nvSpPr>
        <p:spPr>
          <a:xfrm xmlns:a="http://schemas.openxmlformats.org/drawingml/2006/main">
            <a:off x="179031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7" name="dp45-comparison / n126 / path">
            <a:extLst xmlns:a="http://schemas.openxmlformats.org/drawingml/2006/main">
              <a:ext uri="{FF2B5EF4-FFF2-40B4-BE49-F238E27FC236}">
                <a16:creationId xmlns:a16="http://schemas.microsoft.com/office/drawing/2014/main" id="{8DB03CD2-36B1-4913-9B7F-08F9F61845B3}"/>
              </a:ext>
            </a:extLst>
          </p:cNvPr>
          <p:cNvSpPr>
            <a:spLocks xmlns:a="http://schemas.openxmlformats.org/drawingml/2006/main" noGrp="1"/>
          </p:cNvSpPr>
          <p:nvPr/>
        </p:nvSpPr>
        <p:spPr>
          <a:xfrm xmlns:a="http://schemas.openxmlformats.org/drawingml/2006/main">
            <a:off x="442912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8" name="dp45-comparison / n126 / arrow">
            <a:extLst xmlns:a="http://schemas.openxmlformats.org/drawingml/2006/main">
              <a:ext uri="{FF2B5EF4-FFF2-40B4-BE49-F238E27FC236}">
                <a16:creationId xmlns:a16="http://schemas.microsoft.com/office/drawing/2014/main" id="{41F501EB-D5CB-47AC-A1B2-DEC83D392A58}"/>
              </a:ext>
            </a:extLst>
          </p:cNvPr>
          <p:cNvSpPr>
            <a:spLocks xmlns:a="http://schemas.openxmlformats.org/drawingml/2006/main" noGrp="1"/>
          </p:cNvSpPr>
          <p:nvPr/>
        </p:nvSpPr>
        <p:spPr>
          <a:xfrm xmlns:a="http://schemas.openxmlformats.org/drawingml/2006/main">
            <a:off x="626706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9" name="dp45-comparison / n127 / path">
            <a:extLst xmlns:a="http://schemas.openxmlformats.org/drawingml/2006/main">
              <a:ext uri="{FF2B5EF4-FFF2-40B4-BE49-F238E27FC236}">
                <a16:creationId xmlns:a16="http://schemas.microsoft.com/office/drawing/2014/main" id="{F314221A-781F-47EF-8B76-CE33BF7CFCC5}"/>
              </a:ext>
            </a:extLst>
          </p:cNvPr>
          <p:cNvSpPr>
            <a:spLocks xmlns:a="http://schemas.openxmlformats.org/drawingml/2006/main" noGrp="1"/>
          </p:cNvSpPr>
          <p:nvPr/>
        </p:nvSpPr>
        <p:spPr>
          <a:xfrm xmlns:a="http://schemas.openxmlformats.org/drawingml/2006/main">
            <a:off x="442912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20" name="dp45-comparison / n127 / arrow">
            <a:extLst xmlns:a="http://schemas.openxmlformats.org/drawingml/2006/main">
              <a:ext uri="{FF2B5EF4-FFF2-40B4-BE49-F238E27FC236}">
                <a16:creationId xmlns:a16="http://schemas.microsoft.com/office/drawing/2014/main" id="{56079DA8-0ED8-4C67-8DD7-332EAF0455B5}"/>
              </a:ext>
            </a:extLst>
          </p:cNvPr>
          <p:cNvSpPr>
            <a:spLocks xmlns:a="http://schemas.openxmlformats.org/drawingml/2006/main" noGrp="1"/>
          </p:cNvSpPr>
          <p:nvPr/>
        </p:nvSpPr>
        <p:spPr>
          <a:xfrm xmlns:a="http://schemas.openxmlformats.org/drawingml/2006/main">
            <a:off x="442912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5-comparison / n130 / path">
            <a:extLst xmlns:a="http://schemas.openxmlformats.org/drawingml/2006/main">
              <a:ext uri="{FF2B5EF4-FFF2-40B4-BE49-F238E27FC236}">
                <a16:creationId xmlns:a16="http://schemas.microsoft.com/office/drawing/2014/main" id="{C874EBF8-D9CB-42D9-ACD7-A1C1641D50D9}"/>
              </a:ext>
            </a:extLst>
          </p:cNvPr>
          <p:cNvSpPr>
            <a:spLocks xmlns:a="http://schemas.openxmlformats.org/drawingml/2006/main" noGrp="1"/>
          </p:cNvSpPr>
          <p:nvPr/>
        </p:nvSpPr>
        <p:spPr>
          <a:xfrm xmlns:a="http://schemas.openxmlformats.org/drawingml/2006/main">
            <a:off x="157162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2" name="dp45-comparison / n133">
            <a:extLst xmlns:a="http://schemas.openxmlformats.org/drawingml/2006/main">
              <a:ext uri="{FF2B5EF4-FFF2-40B4-BE49-F238E27FC236}">
                <a16:creationId xmlns:a16="http://schemas.microsoft.com/office/drawing/2014/main" id="{F0EC092A-497C-480F-96C4-CF3129A6E74F}"/>
              </a:ext>
            </a:extLst>
          </p:cNvPr>
          <p:cNvSpPr>
            <a:spLocks xmlns:a="http://schemas.openxmlformats.org/drawingml/2006/main" noGrp="1"/>
          </p:cNvSpPr>
          <p:nvPr/>
        </p:nvSpPr>
        <p:spPr>
          <a:xfrm xmlns:a="http://schemas.openxmlformats.org/drawingml/2006/main">
            <a:off x="1666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3" name="dp45-comparison / n134 / text 1">
            <a:extLst xmlns:a="http://schemas.openxmlformats.org/drawingml/2006/main">
              <a:ext uri="{FF2B5EF4-FFF2-40B4-BE49-F238E27FC236}">
                <a16:creationId xmlns:a16="http://schemas.microsoft.com/office/drawing/2014/main" id="{37A701A3-DDCC-477D-AC01-6D1E253DC08F}"/>
              </a:ext>
            </a:extLst>
          </p:cNvPr>
          <p:cNvSpPr>
            <a:spLocks xmlns:a="http://schemas.openxmlformats.org/drawingml/2006/main" noGrp="1"/>
          </p:cNvSpPr>
          <p:nvPr/>
        </p:nvSpPr>
        <p:spPr>
          <a:xfrm xmlns:a="http://schemas.openxmlformats.org/drawingml/2006/main">
            <a:off x="1752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현재 Query1 도착</a:t>
            </a:r>
          </a:p>
        </p:txBody>
      </p:sp>
      <p:sp>
        <p:nvSpPr>
          <p:cNvPr id="124" name="dp45-comparison / n135">
            <a:extLst xmlns:a="http://schemas.openxmlformats.org/drawingml/2006/main">
              <a:ext uri="{FF2B5EF4-FFF2-40B4-BE49-F238E27FC236}">
                <a16:creationId xmlns:a16="http://schemas.microsoft.com/office/drawing/2014/main" id="{5D89E3F5-15D9-4A97-A61F-03D6436B7A96}"/>
              </a:ext>
            </a:extLst>
          </p:cNvPr>
          <p:cNvSpPr>
            <a:spLocks xmlns:a="http://schemas.openxmlformats.org/drawingml/2006/main" noGrp="1"/>
          </p:cNvSpPr>
          <p:nvPr/>
        </p:nvSpPr>
        <p:spPr>
          <a:xfrm xmlns:a="http://schemas.openxmlformats.org/drawingml/2006/main">
            <a:off x="4333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5-comparison / n136 / text 1">
            <a:extLst xmlns:a="http://schemas.openxmlformats.org/drawingml/2006/main">
              <a:ext uri="{FF2B5EF4-FFF2-40B4-BE49-F238E27FC236}">
                <a16:creationId xmlns:a16="http://schemas.microsoft.com/office/drawing/2014/main" id="{CBEAB143-237A-4F75-9C91-094BDA851CD2}"/>
              </a:ext>
            </a:extLst>
          </p:cNvPr>
          <p:cNvSpPr>
            <a:spLocks xmlns:a="http://schemas.openxmlformats.org/drawingml/2006/main" noGrp="1"/>
          </p:cNvSpPr>
          <p:nvPr/>
        </p:nvSpPr>
        <p:spPr>
          <a:xfrm xmlns:a="http://schemas.openxmlformats.org/drawingml/2006/main">
            <a:off x="4419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Composer: 원본 조회 / 결합</a:t>
            </a:r>
          </a:p>
        </p:txBody>
      </p:sp>
      <p:sp>
        <p:nvSpPr>
          <p:cNvPr id="126" name="dp45-comparison / n137 / path">
            <a:extLst xmlns:a="http://schemas.openxmlformats.org/drawingml/2006/main">
              <a:ext uri="{FF2B5EF4-FFF2-40B4-BE49-F238E27FC236}">
                <a16:creationId xmlns:a16="http://schemas.microsoft.com/office/drawing/2014/main" id="{007A54D2-DE75-48F8-8EDC-4B383EE2A4C9}"/>
              </a:ext>
            </a:extLst>
          </p:cNvPr>
          <p:cNvSpPr>
            <a:spLocks xmlns:a="http://schemas.openxmlformats.org/drawingml/2006/main" noGrp="1"/>
          </p:cNvSpPr>
          <p:nvPr/>
        </p:nvSpPr>
        <p:spPr>
          <a:xfrm xmlns:a="http://schemas.openxmlformats.org/drawingml/2006/main">
            <a:off x="3905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7" name="dp45-comparison / n137 / arrow">
            <a:extLst xmlns:a="http://schemas.openxmlformats.org/drawingml/2006/main">
              <a:ext uri="{FF2B5EF4-FFF2-40B4-BE49-F238E27FC236}">
                <a16:creationId xmlns:a16="http://schemas.microsoft.com/office/drawing/2014/main" id="{68DDC289-3778-4126-AC58-E276320D10B9}"/>
              </a:ext>
            </a:extLst>
          </p:cNvPr>
          <p:cNvSpPr>
            <a:spLocks xmlns:a="http://schemas.openxmlformats.org/drawingml/2006/main" noGrp="1"/>
          </p:cNvSpPr>
          <p:nvPr/>
        </p:nvSpPr>
        <p:spPr>
          <a:xfrm xmlns:a="http://schemas.openxmlformats.org/drawingml/2006/main">
            <a:off x="4266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8" name="dp45-comparison / n138">
            <a:extLst xmlns:a="http://schemas.openxmlformats.org/drawingml/2006/main">
              <a:ext uri="{FF2B5EF4-FFF2-40B4-BE49-F238E27FC236}">
                <a16:creationId xmlns:a16="http://schemas.microsoft.com/office/drawing/2014/main" id="{4DA388E7-4005-4FFA-BEE5-E30FDAF1AACE}"/>
              </a:ext>
            </a:extLst>
          </p:cNvPr>
          <p:cNvSpPr>
            <a:spLocks xmlns:a="http://schemas.openxmlformats.org/drawingml/2006/main" noGrp="1"/>
          </p:cNvSpPr>
          <p:nvPr/>
        </p:nvSpPr>
        <p:spPr>
          <a:xfrm xmlns:a="http://schemas.openxmlformats.org/drawingml/2006/main">
            <a:off x="700087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9" name="dp45-comparison / n139 / text 1">
            <a:extLst xmlns:a="http://schemas.openxmlformats.org/drawingml/2006/main">
              <a:ext uri="{FF2B5EF4-FFF2-40B4-BE49-F238E27FC236}">
                <a16:creationId xmlns:a16="http://schemas.microsoft.com/office/drawing/2014/main" id="{D982A7BB-D79A-4239-962D-968190245BB7}"/>
              </a:ext>
            </a:extLst>
          </p:cNvPr>
          <p:cNvSpPr>
            <a:spLocks xmlns:a="http://schemas.openxmlformats.org/drawingml/2006/main" noGrp="1"/>
          </p:cNvSpPr>
          <p:nvPr/>
        </p:nvSpPr>
        <p:spPr>
          <a:xfrm xmlns:a="http://schemas.openxmlformats.org/drawingml/2006/main">
            <a:off x="708660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Bundle1을 caller에 반환</a:t>
            </a:r>
          </a:p>
        </p:txBody>
      </p:sp>
      <p:sp>
        <p:nvSpPr>
          <p:cNvPr id="130" name="dp45-comparison / n140 / path">
            <a:extLst xmlns:a="http://schemas.openxmlformats.org/drawingml/2006/main">
              <a:ext uri="{FF2B5EF4-FFF2-40B4-BE49-F238E27FC236}">
                <a16:creationId xmlns:a16="http://schemas.microsoft.com/office/drawing/2014/main" id="{F7186A59-D65C-4922-94DD-ABF60E50B024}"/>
              </a:ext>
            </a:extLst>
          </p:cNvPr>
          <p:cNvSpPr>
            <a:spLocks xmlns:a="http://schemas.openxmlformats.org/drawingml/2006/main" noGrp="1"/>
          </p:cNvSpPr>
          <p:nvPr/>
        </p:nvSpPr>
        <p:spPr>
          <a:xfrm xmlns:a="http://schemas.openxmlformats.org/drawingml/2006/main">
            <a:off x="6572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1" name="dp45-comparison / n140 / arrow">
            <a:extLst xmlns:a="http://schemas.openxmlformats.org/drawingml/2006/main">
              <a:ext uri="{FF2B5EF4-FFF2-40B4-BE49-F238E27FC236}">
                <a16:creationId xmlns:a16="http://schemas.microsoft.com/office/drawing/2014/main" id="{3BD6635A-54D6-4D17-AFCF-A447511EB969}"/>
              </a:ext>
            </a:extLst>
          </p:cNvPr>
          <p:cNvSpPr>
            <a:spLocks xmlns:a="http://schemas.openxmlformats.org/drawingml/2006/main" noGrp="1"/>
          </p:cNvSpPr>
          <p:nvPr/>
        </p:nvSpPr>
        <p:spPr>
          <a:xfrm xmlns:a="http://schemas.openxmlformats.org/drawingml/2006/main">
            <a:off x="6933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2" name="dp45-comparison / n141">
            <a:extLst xmlns:a="http://schemas.openxmlformats.org/drawingml/2006/main">
              <a:ext uri="{FF2B5EF4-FFF2-40B4-BE49-F238E27FC236}">
                <a16:creationId xmlns:a16="http://schemas.microsoft.com/office/drawing/2014/main" id="{472CA240-B40A-4429-A613-17D75E69B73A}"/>
              </a:ext>
            </a:extLst>
          </p:cNvPr>
          <p:cNvSpPr>
            <a:spLocks xmlns:a="http://schemas.openxmlformats.org/drawingml/2006/main" noGrp="1"/>
          </p:cNvSpPr>
          <p:nvPr/>
        </p:nvSpPr>
        <p:spPr>
          <a:xfrm xmlns:a="http://schemas.openxmlformats.org/drawingml/2006/main">
            <a:off x="1666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3" name="dp45-comparison / n142 / text 1">
            <a:extLst xmlns:a="http://schemas.openxmlformats.org/drawingml/2006/main">
              <a:ext uri="{FF2B5EF4-FFF2-40B4-BE49-F238E27FC236}">
                <a16:creationId xmlns:a16="http://schemas.microsoft.com/office/drawing/2014/main" id="{A5382BC6-C601-4799-BCB2-5DFDA78EEA5D}"/>
              </a:ext>
            </a:extLst>
          </p:cNvPr>
          <p:cNvSpPr>
            <a:spLocks xmlns:a="http://schemas.openxmlformats.org/drawingml/2006/main" noGrp="1"/>
          </p:cNvSpPr>
          <p:nvPr/>
        </p:nvSpPr>
        <p:spPr>
          <a:xfrm xmlns:a="http://schemas.openxmlformats.org/drawingml/2006/main">
            <a:off x="1752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같은 정보 반복 요청</a:t>
            </a:r>
          </a:p>
        </p:txBody>
      </p:sp>
      <p:sp>
        <p:nvSpPr>
          <p:cNvPr id="134" name="dp45-comparison / n143">
            <a:extLst xmlns:a="http://schemas.openxmlformats.org/drawingml/2006/main">
              <a:ext uri="{FF2B5EF4-FFF2-40B4-BE49-F238E27FC236}">
                <a16:creationId xmlns:a16="http://schemas.microsoft.com/office/drawing/2014/main" id="{BB5D0B0C-3040-44CC-B6AD-CD39051F7AC9}"/>
              </a:ext>
            </a:extLst>
          </p:cNvPr>
          <p:cNvSpPr>
            <a:spLocks xmlns:a="http://schemas.openxmlformats.org/drawingml/2006/main" noGrp="1"/>
          </p:cNvSpPr>
          <p:nvPr/>
        </p:nvSpPr>
        <p:spPr>
          <a:xfrm xmlns:a="http://schemas.openxmlformats.org/drawingml/2006/main">
            <a:off x="4333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5" name="dp45-comparison / n144 / text 1">
            <a:extLst xmlns:a="http://schemas.openxmlformats.org/drawingml/2006/main">
              <a:ext uri="{FF2B5EF4-FFF2-40B4-BE49-F238E27FC236}">
                <a16:creationId xmlns:a16="http://schemas.microsoft.com/office/drawing/2014/main" id="{25BA42F5-904B-43F4-8633-C66B6957F441}"/>
              </a:ext>
            </a:extLst>
          </p:cNvPr>
          <p:cNvSpPr>
            <a:spLocks xmlns:a="http://schemas.openxmlformats.org/drawingml/2006/main" noGrp="1"/>
          </p:cNvSpPr>
          <p:nvPr/>
        </p:nvSpPr>
        <p:spPr>
          <a:xfrm xmlns:a="http://schemas.openxmlformats.org/drawingml/2006/main">
            <a:off x="4419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유효 cache / 부분 갱신</a:t>
            </a:r>
          </a:p>
        </p:txBody>
      </p:sp>
      <p:sp>
        <p:nvSpPr>
          <p:cNvPr id="136" name="dp45-comparison / n145 / path">
            <a:extLst xmlns:a="http://schemas.openxmlformats.org/drawingml/2006/main">
              <a:ext uri="{FF2B5EF4-FFF2-40B4-BE49-F238E27FC236}">
                <a16:creationId xmlns:a16="http://schemas.microsoft.com/office/drawing/2014/main" id="{EDEE15F6-05C0-49D7-97E5-A938B9B29EA8}"/>
              </a:ext>
            </a:extLst>
          </p:cNvPr>
          <p:cNvSpPr>
            <a:spLocks xmlns:a="http://schemas.openxmlformats.org/drawingml/2006/main" noGrp="1"/>
          </p:cNvSpPr>
          <p:nvPr/>
        </p:nvSpPr>
        <p:spPr>
          <a:xfrm xmlns:a="http://schemas.openxmlformats.org/drawingml/2006/main">
            <a:off x="3905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7" name="dp45-comparison / n145 / arrow">
            <a:extLst xmlns:a="http://schemas.openxmlformats.org/drawingml/2006/main">
              <a:ext uri="{FF2B5EF4-FFF2-40B4-BE49-F238E27FC236}">
                <a16:creationId xmlns:a16="http://schemas.microsoft.com/office/drawing/2014/main" id="{10E667E3-9D1E-473B-B71F-52A2E433388E}"/>
              </a:ext>
            </a:extLst>
          </p:cNvPr>
          <p:cNvSpPr>
            <a:spLocks xmlns:a="http://schemas.openxmlformats.org/drawingml/2006/main" noGrp="1"/>
          </p:cNvSpPr>
          <p:nvPr/>
        </p:nvSpPr>
        <p:spPr>
          <a:xfrm xmlns:a="http://schemas.openxmlformats.org/drawingml/2006/main">
            <a:off x="4266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8" name="dp45-comparison / n146">
            <a:extLst xmlns:a="http://schemas.openxmlformats.org/drawingml/2006/main">
              <a:ext uri="{FF2B5EF4-FFF2-40B4-BE49-F238E27FC236}">
                <a16:creationId xmlns:a16="http://schemas.microsoft.com/office/drawing/2014/main" id="{FE5EFB4D-1217-460D-B041-1C28BD0BF38D}"/>
              </a:ext>
            </a:extLst>
          </p:cNvPr>
          <p:cNvSpPr>
            <a:spLocks xmlns:a="http://schemas.openxmlformats.org/drawingml/2006/main" noGrp="1"/>
          </p:cNvSpPr>
          <p:nvPr/>
        </p:nvSpPr>
        <p:spPr>
          <a:xfrm xmlns:a="http://schemas.openxmlformats.org/drawingml/2006/main">
            <a:off x="700087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5-comparison / n147 / text 1">
            <a:extLst xmlns:a="http://schemas.openxmlformats.org/drawingml/2006/main">
              <a:ext uri="{FF2B5EF4-FFF2-40B4-BE49-F238E27FC236}">
                <a16:creationId xmlns:a16="http://schemas.microsoft.com/office/drawing/2014/main" id="{0DB54A58-7804-4EBB-86F0-D8214944BE57}"/>
              </a:ext>
            </a:extLst>
          </p:cNvPr>
          <p:cNvSpPr>
            <a:spLocks xmlns:a="http://schemas.openxmlformats.org/drawingml/2006/main" noGrp="1"/>
          </p:cNvSpPr>
          <p:nvPr/>
        </p:nvSpPr>
        <p:spPr>
          <a:xfrm xmlns:a="http://schemas.openxmlformats.org/drawingml/2006/main">
            <a:off x="708660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현재 목적의 묶음 구성</a:t>
            </a:r>
          </a:p>
        </p:txBody>
      </p:sp>
      <p:sp>
        <p:nvSpPr>
          <p:cNvPr id="140" name="dp45-comparison / n148 / path">
            <a:extLst xmlns:a="http://schemas.openxmlformats.org/drawingml/2006/main">
              <a:ext uri="{FF2B5EF4-FFF2-40B4-BE49-F238E27FC236}">
                <a16:creationId xmlns:a16="http://schemas.microsoft.com/office/drawing/2014/main" id="{67B105CE-472D-4222-827A-45BD046FA1FA}"/>
              </a:ext>
            </a:extLst>
          </p:cNvPr>
          <p:cNvSpPr>
            <a:spLocks xmlns:a="http://schemas.openxmlformats.org/drawingml/2006/main" noGrp="1"/>
          </p:cNvSpPr>
          <p:nvPr/>
        </p:nvSpPr>
        <p:spPr>
          <a:xfrm xmlns:a="http://schemas.openxmlformats.org/drawingml/2006/main">
            <a:off x="6572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41" name="dp45-comparison / n148 / arrow">
            <a:extLst xmlns:a="http://schemas.openxmlformats.org/drawingml/2006/main">
              <a:ext uri="{FF2B5EF4-FFF2-40B4-BE49-F238E27FC236}">
                <a16:creationId xmlns:a16="http://schemas.microsoft.com/office/drawing/2014/main" id="{53A64EA1-8751-4888-94BC-61CF49AF359F}"/>
              </a:ext>
            </a:extLst>
          </p:cNvPr>
          <p:cNvSpPr>
            <a:spLocks xmlns:a="http://schemas.openxmlformats.org/drawingml/2006/main" noGrp="1"/>
          </p:cNvSpPr>
          <p:nvPr/>
        </p:nvSpPr>
        <p:spPr>
          <a:xfrm xmlns:a="http://schemas.openxmlformats.org/drawingml/2006/main">
            <a:off x="6933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42" name="dp45-comparison / n78">
            <a:extLst xmlns:a="http://schemas.openxmlformats.org/drawingml/2006/main">
              <a:ext uri="{FF2B5EF4-FFF2-40B4-BE49-F238E27FC236}">
                <a16:creationId xmlns:a16="http://schemas.microsoft.com/office/drawing/2014/main" id="{3E202C2C-1727-4C45-9ED0-F9EC21E9C126}"/>
              </a:ext>
            </a:extLst>
          </p:cNvPr>
          <p:cNvSpPr>
            <a:spLocks xmlns:a="http://schemas.openxmlformats.org/drawingml/2006/main" noGrp="1"/>
          </p:cNvSpPr>
          <p:nvPr/>
        </p:nvSpPr>
        <p:spPr>
          <a:xfrm xmlns:a="http://schemas.openxmlformats.org/drawingml/2006/main">
            <a:off x="164782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79 / text 1">
            <a:extLst xmlns:a="http://schemas.openxmlformats.org/drawingml/2006/main">
              <a:ext uri="{FF2B5EF4-FFF2-40B4-BE49-F238E27FC236}">
                <a16:creationId xmlns:a16="http://schemas.microsoft.com/office/drawing/2014/main" id="{8BDBB50E-791C-47F4-8C64-1A7043D1FB2B}"/>
              </a:ext>
            </a:extLst>
          </p:cNvPr>
          <p:cNvSpPr>
            <a:spLocks xmlns:a="http://schemas.openxmlformats.org/drawingml/2006/main" noGrp="1"/>
          </p:cNvSpPr>
          <p:nvPr/>
        </p:nvSpPr>
        <p:spPr>
          <a:xfrm xmlns:a="http://schemas.openxmlformats.org/drawingml/2006/main">
            <a:off x="166687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Query1: 평가 기준과 과거 결과</a:t>
            </a:r>
          </a:p>
        </p:txBody>
      </p:sp>
      <p:sp>
        <p:nvSpPr>
          <p:cNvPr id="144" name="dp45-comparison / n80">
            <a:extLst xmlns:a="http://schemas.openxmlformats.org/drawingml/2006/main">
              <a:ext uri="{FF2B5EF4-FFF2-40B4-BE49-F238E27FC236}">
                <a16:creationId xmlns:a16="http://schemas.microsoft.com/office/drawing/2014/main" id="{9D1277BD-8E23-42AD-9895-EEB3822CA42D}"/>
              </a:ext>
            </a:extLst>
          </p:cNvPr>
          <p:cNvSpPr>
            <a:spLocks xmlns:a="http://schemas.openxmlformats.org/drawingml/2006/main" noGrp="1"/>
          </p:cNvSpPr>
          <p:nvPr/>
        </p:nvSpPr>
        <p:spPr>
          <a:xfrm xmlns:a="http://schemas.openxmlformats.org/drawingml/2006/main">
            <a:off x="460057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81 / text 1">
            <a:extLst xmlns:a="http://schemas.openxmlformats.org/drawingml/2006/main">
              <a:ext uri="{FF2B5EF4-FFF2-40B4-BE49-F238E27FC236}">
                <a16:creationId xmlns:a16="http://schemas.microsoft.com/office/drawing/2014/main" id="{F8C85EFE-2AEE-4666-BDED-29092DD1EB44}"/>
              </a:ext>
            </a:extLst>
          </p:cNvPr>
          <p:cNvSpPr>
            <a:spLocks xmlns:a="http://schemas.openxmlformats.org/drawingml/2006/main" noGrp="1"/>
          </p:cNvSpPr>
          <p:nvPr/>
        </p:nvSpPr>
        <p:spPr>
          <a:xfrm xmlns:a="http://schemas.openxmlformats.org/drawingml/2006/main">
            <a:off x="461962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146" name="dp45-comparison / n82">
            <a:extLst xmlns:a="http://schemas.openxmlformats.org/drawingml/2006/main">
              <a:ext uri="{FF2B5EF4-FFF2-40B4-BE49-F238E27FC236}">
                <a16:creationId xmlns:a16="http://schemas.microsoft.com/office/drawing/2014/main" id="{ED7B4DD0-430C-4752-BC3E-610C3BE1198C}"/>
              </a:ext>
            </a:extLst>
          </p:cNvPr>
          <p:cNvSpPr>
            <a:spLocks xmlns:a="http://schemas.openxmlformats.org/drawingml/2006/main" noGrp="1"/>
          </p:cNvSpPr>
          <p:nvPr/>
        </p:nvSpPr>
        <p:spPr>
          <a:xfrm xmlns:a="http://schemas.openxmlformats.org/drawingml/2006/main">
            <a:off x="712470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83 / text 1">
            <a:extLst xmlns:a="http://schemas.openxmlformats.org/drawingml/2006/main">
              <a:ext uri="{FF2B5EF4-FFF2-40B4-BE49-F238E27FC236}">
                <a16:creationId xmlns:a16="http://schemas.microsoft.com/office/drawing/2014/main" id="{87132FDA-890C-46F2-BAFC-3257F4F1C8B6}"/>
              </a:ext>
            </a:extLst>
          </p:cNvPr>
          <p:cNvSpPr>
            <a:spLocks xmlns:a="http://schemas.openxmlformats.org/drawingml/2006/main" noGrp="1"/>
          </p:cNvSpPr>
          <p:nvPr/>
        </p:nvSpPr>
        <p:spPr>
          <a:xfrm xmlns:a="http://schemas.openxmlformats.org/drawingml/2006/main">
            <a:off x="714375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148" name="dp45-comparison / n84">
            <a:extLst xmlns:a="http://schemas.openxmlformats.org/drawingml/2006/main">
              <a:ext uri="{FF2B5EF4-FFF2-40B4-BE49-F238E27FC236}">
                <a16:creationId xmlns:a16="http://schemas.microsoft.com/office/drawing/2014/main" id="{90041367-3042-4B3F-B375-80A25876DBD5}"/>
              </a:ext>
            </a:extLst>
          </p:cNvPr>
          <p:cNvSpPr>
            <a:spLocks xmlns:a="http://schemas.openxmlformats.org/drawingml/2006/main" noGrp="1"/>
          </p:cNvSpPr>
          <p:nvPr/>
        </p:nvSpPr>
        <p:spPr>
          <a:xfrm xmlns:a="http://schemas.openxmlformats.org/drawingml/2006/main">
            <a:off x="460057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9" name="dp45-comparison / n85 / text 1">
            <a:extLst xmlns:a="http://schemas.openxmlformats.org/drawingml/2006/main">
              <a:ext uri="{FF2B5EF4-FFF2-40B4-BE49-F238E27FC236}">
                <a16:creationId xmlns:a16="http://schemas.microsoft.com/office/drawing/2014/main" id="{3069C894-36AC-4C3B-A23A-E99D22BE8ECA}"/>
              </a:ext>
            </a:extLst>
          </p:cNvPr>
          <p:cNvSpPr>
            <a:spLocks xmlns:a="http://schemas.openxmlformats.org/drawingml/2006/main" noGrp="1"/>
          </p:cNvSpPr>
          <p:nvPr/>
        </p:nvSpPr>
        <p:spPr>
          <a:xfrm xmlns:a="http://schemas.openxmlformats.org/drawingml/2006/main">
            <a:off x="461962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150" name="dp45-comparison / n86">
            <a:extLst xmlns:a="http://schemas.openxmlformats.org/drawingml/2006/main">
              <a:ext uri="{FF2B5EF4-FFF2-40B4-BE49-F238E27FC236}">
                <a16:creationId xmlns:a16="http://schemas.microsoft.com/office/drawing/2014/main" id="{9ADCD626-953A-4138-972E-4740121D13DE}"/>
              </a:ext>
            </a:extLst>
          </p:cNvPr>
          <p:cNvSpPr>
            <a:spLocks xmlns:a="http://schemas.openxmlformats.org/drawingml/2006/main" noGrp="1"/>
          </p:cNvSpPr>
          <p:nvPr/>
        </p:nvSpPr>
        <p:spPr>
          <a:xfrm xmlns:a="http://schemas.openxmlformats.org/drawingml/2006/main">
            <a:off x="712470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1" name="dp45-comparison / n87 / text 1">
            <a:extLst xmlns:a="http://schemas.openxmlformats.org/drawingml/2006/main">
              <a:ext uri="{FF2B5EF4-FFF2-40B4-BE49-F238E27FC236}">
                <a16:creationId xmlns:a16="http://schemas.microsoft.com/office/drawing/2014/main" id="{959D0887-1517-4890-B298-C959D041F385}"/>
              </a:ext>
            </a:extLst>
          </p:cNvPr>
          <p:cNvSpPr>
            <a:spLocks xmlns:a="http://schemas.openxmlformats.org/drawingml/2006/main" noGrp="1"/>
          </p:cNvSpPr>
          <p:nvPr/>
        </p:nvSpPr>
        <p:spPr>
          <a:xfrm xmlns:a="http://schemas.openxmlformats.org/drawingml/2006/main">
            <a:off x="714375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제품 결과 개정 2 / 견적 개정 1</a:t>
            </a:r>
          </a:p>
        </p:txBody>
      </p:sp>
      <p:sp>
        <p:nvSpPr>
          <p:cNvPr id="152" name="dp45-comparison / n100">
            <a:extLst xmlns:a="http://schemas.openxmlformats.org/drawingml/2006/main">
              <a:ext uri="{FF2B5EF4-FFF2-40B4-BE49-F238E27FC236}">
                <a16:creationId xmlns:a16="http://schemas.microsoft.com/office/drawing/2014/main" id="{C8658861-1FEF-486D-9A69-FA6BE95BB68F}"/>
              </a:ext>
            </a:extLst>
          </p:cNvPr>
          <p:cNvSpPr>
            <a:spLocks xmlns:a="http://schemas.openxmlformats.org/drawingml/2006/main" noGrp="1"/>
          </p:cNvSpPr>
          <p:nvPr/>
        </p:nvSpPr>
        <p:spPr>
          <a:xfrm xmlns:a="http://schemas.openxmlformats.org/drawingml/2006/main">
            <a:off x="5457825" y="3362325"/>
            <a:ext cx="228180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3" name="dp45-comparison / n101 / text 1">
            <a:extLst xmlns:a="http://schemas.openxmlformats.org/drawingml/2006/main">
              <a:ext uri="{FF2B5EF4-FFF2-40B4-BE49-F238E27FC236}">
                <a16:creationId xmlns:a16="http://schemas.microsoft.com/office/drawing/2014/main" id="{0C5B1B96-99F5-45D4-BA3B-C1E88A8D1EC6}"/>
              </a:ext>
            </a:extLst>
          </p:cNvPr>
          <p:cNvSpPr>
            <a:spLocks xmlns:a="http://schemas.openxmlformats.org/drawingml/2006/main" noGrp="1"/>
          </p:cNvSpPr>
          <p:nvPr/>
        </p:nvSpPr>
        <p:spPr>
          <a:xfrm xmlns:a="http://schemas.openxmlformats.org/drawingml/2006/main">
            <a:off x="5476875" y="3371850"/>
            <a:ext cx="3524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② Query에 맞춘 원본 읽기 / 반환</a:t>
            </a:r>
          </a:p>
        </p:txBody>
      </p:sp>
      <p:sp>
        <p:nvSpPr>
          <p:cNvPr id="154" name="dp45-comparison / n104">
            <a:extLst xmlns:a="http://schemas.openxmlformats.org/drawingml/2006/main">
              <a:ext uri="{FF2B5EF4-FFF2-40B4-BE49-F238E27FC236}">
                <a16:creationId xmlns:a16="http://schemas.microsoft.com/office/drawing/2014/main" id="{8CDAC728-89C9-4B2C-8993-6F9B526CB5B0}"/>
              </a:ext>
            </a:extLst>
          </p:cNvPr>
          <p:cNvSpPr>
            <a:spLocks xmlns:a="http://schemas.openxmlformats.org/drawingml/2006/main" noGrp="1"/>
          </p:cNvSpPr>
          <p:nvPr/>
        </p:nvSpPr>
        <p:spPr>
          <a:xfrm xmlns:a="http://schemas.openxmlformats.org/drawingml/2006/main">
            <a:off x="1933575" y="43148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5" name="dp45-comparison / n105 / text 1">
            <a:extLst xmlns:a="http://schemas.openxmlformats.org/drawingml/2006/main">
              <a:ext uri="{FF2B5EF4-FFF2-40B4-BE49-F238E27FC236}">
                <a16:creationId xmlns:a16="http://schemas.microsoft.com/office/drawing/2014/main" id="{7F7E0A97-EA67-45E2-8970-E9F43A846CB5}"/>
              </a:ext>
            </a:extLst>
          </p:cNvPr>
          <p:cNvSpPr>
            <a:spLocks xmlns:a="http://schemas.openxmlformats.org/drawingml/2006/main" noGrp="1"/>
          </p:cNvSpPr>
          <p:nvPr/>
        </p:nvSpPr>
        <p:spPr>
          <a:xfrm xmlns:a="http://schemas.openxmlformats.org/drawingml/2006/main">
            <a:off x="1952625" y="4324350"/>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③ 원본 확인 / 유효 cache 재사용</a:t>
            </a:r>
          </a:p>
        </p:txBody>
      </p:sp>
      <p:sp>
        <p:nvSpPr>
          <p:cNvPr id="156" name="dp45-comparison / n106">
            <a:extLst xmlns:a="http://schemas.openxmlformats.org/drawingml/2006/main">
              <a:ext uri="{FF2B5EF4-FFF2-40B4-BE49-F238E27FC236}">
                <a16:creationId xmlns:a16="http://schemas.microsoft.com/office/drawing/2014/main" id="{E8F35412-F623-4314-B063-FA2392D90E8A}"/>
              </a:ext>
            </a:extLst>
          </p:cNvPr>
          <p:cNvSpPr>
            <a:spLocks xmlns:a="http://schemas.openxmlformats.org/drawingml/2006/main" noGrp="1"/>
          </p:cNvSpPr>
          <p:nvPr/>
        </p:nvSpPr>
        <p:spPr>
          <a:xfrm xmlns:a="http://schemas.openxmlformats.org/drawingml/2006/main">
            <a:off x="1933575" y="4533900"/>
            <a:ext cx="218865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7" name="dp45-comparison / n107 / text 1">
            <a:extLst xmlns:a="http://schemas.openxmlformats.org/drawingml/2006/main">
              <a:ext uri="{FF2B5EF4-FFF2-40B4-BE49-F238E27FC236}">
                <a16:creationId xmlns:a16="http://schemas.microsoft.com/office/drawing/2014/main" id="{C0E8F7E1-6DB3-43A8-9CD8-8E91E1E3F314}"/>
              </a:ext>
            </a:extLst>
          </p:cNvPr>
          <p:cNvSpPr>
            <a:spLocks xmlns:a="http://schemas.openxmlformats.org/drawingml/2006/main" noGrp="1"/>
          </p:cNvSpPr>
          <p:nvPr/>
        </p:nvSpPr>
        <p:spPr>
          <a:xfrm xmlns:a="http://schemas.openxmlformats.org/drawingml/2006/main">
            <a:off x="1952625" y="4543425"/>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필요한 원본 추가 조회 / 부분 갱신</a:t>
            </a:r>
          </a:p>
        </p:txBody>
      </p:sp>
      <p:sp>
        <p:nvSpPr>
          <p:cNvPr id="158" name="dp45-comparison / n110">
            <a:extLst xmlns:a="http://schemas.openxmlformats.org/drawingml/2006/main">
              <a:ext uri="{FF2B5EF4-FFF2-40B4-BE49-F238E27FC236}">
                <a16:creationId xmlns:a16="http://schemas.microsoft.com/office/drawing/2014/main" id="{A7F7F74B-257B-4942-BB25-321DAEF0D63E}"/>
              </a:ext>
            </a:extLst>
          </p:cNvPr>
          <p:cNvSpPr>
            <a:spLocks xmlns:a="http://schemas.openxmlformats.org/drawingml/2006/main" noGrp="1"/>
          </p:cNvSpPr>
          <p:nvPr/>
        </p:nvSpPr>
        <p:spPr>
          <a:xfrm xmlns:a="http://schemas.openxmlformats.org/drawingml/2006/main">
            <a:off x="5191125" y="3752850"/>
            <a:ext cx="3714750" cy="1123950"/>
          </a:xfrm>
          <a:custGeom xmlns:a="http://schemas.openxmlformats.org/drawingml/2006/main">
            <a:pathLst>
              <a:path w="3714750" h="1123950">
                <a:moveTo>
                  <a:pt x="0" y="0"/>
                </a:moveTo>
                <a:lnTo>
                  <a:pt x="3543300" y="0"/>
                </a:lnTo>
                <a:lnTo>
                  <a:pt x="3714750" y="171450"/>
                </a:lnTo>
                <a:lnTo>
                  <a:pt x="3714750" y="1123950"/>
                </a:lnTo>
                <a:lnTo>
                  <a:pt x="0" y="11239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9" name="dp45-comparison / n110 / fold">
            <a:extLst xmlns:a="http://schemas.openxmlformats.org/drawingml/2006/main">
              <a:ext uri="{FF2B5EF4-FFF2-40B4-BE49-F238E27FC236}">
                <a16:creationId xmlns:a16="http://schemas.microsoft.com/office/drawing/2014/main" id="{30ACA1F8-9326-42E4-9E93-704E237D8C54}"/>
              </a:ext>
            </a:extLst>
          </p:cNvPr>
          <p:cNvSpPr>
            <a:spLocks xmlns:a="http://schemas.openxmlformats.org/drawingml/2006/main" noGrp="1"/>
          </p:cNvSpPr>
          <p:nvPr/>
        </p:nvSpPr>
        <p:spPr>
          <a:xfrm xmlns:a="http://schemas.openxmlformats.org/drawingml/2006/main">
            <a:off x="8734425" y="37528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0" name="dp45-comparison / n111 / text 1">
            <a:extLst xmlns:a="http://schemas.openxmlformats.org/drawingml/2006/main">
              <a:ext uri="{FF2B5EF4-FFF2-40B4-BE49-F238E27FC236}">
                <a16:creationId xmlns:a16="http://schemas.microsoft.com/office/drawing/2014/main" id="{3F03EBA6-5E9A-48E2-B7D4-4F1B1D257AF1}"/>
              </a:ext>
            </a:extLst>
          </p:cNvPr>
          <p:cNvSpPr>
            <a:spLocks xmlns:a="http://schemas.openxmlformats.org/drawingml/2006/main" noGrp="1"/>
          </p:cNvSpPr>
          <p:nvPr/>
        </p:nvSpPr>
        <p:spPr>
          <a:xfrm xmlns:a="http://schemas.openxmlformats.org/drawingml/2006/main">
            <a:off x="5286375" y="381000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이번 Query의 Bundle1 / Receipt1 (필드 축약)</a:t>
            </a:r>
          </a:p>
        </p:txBody>
      </p:sp>
      <p:sp>
        <p:nvSpPr>
          <p:cNvPr id="161" name="dp45-comparison / n111 / text 2">
            <a:extLst xmlns:a="http://schemas.openxmlformats.org/drawingml/2006/main">
              <a:ext uri="{FF2B5EF4-FFF2-40B4-BE49-F238E27FC236}">
                <a16:creationId xmlns:a16="http://schemas.microsoft.com/office/drawing/2014/main" id="{BDA3D480-8086-47FD-B1F0-322427FEA11A}"/>
              </a:ext>
            </a:extLst>
          </p:cNvPr>
          <p:cNvSpPr>
            <a:spLocks xmlns:a="http://schemas.openxmlformats.org/drawingml/2006/main" noGrp="1"/>
          </p:cNvSpPr>
          <p:nvPr/>
        </p:nvSpPr>
        <p:spPr>
          <a:xfrm xmlns:a="http://schemas.openxmlformats.org/drawingml/2006/main">
            <a:off x="5286375" y="393573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status:PARTIAL / acquisition:OWNER_COMPOSITION</a:t>
            </a:r>
          </a:p>
        </p:txBody>
      </p:sp>
      <p:sp>
        <p:nvSpPr>
          <p:cNvPr id="162" name="dp45-comparison / n111 / text 3">
            <a:extLst xmlns:a="http://schemas.openxmlformats.org/drawingml/2006/main">
              <a:ext uri="{FF2B5EF4-FFF2-40B4-BE49-F238E27FC236}">
                <a16:creationId xmlns:a16="http://schemas.microsoft.com/office/drawing/2014/main" id="{063E124D-2233-4D04-B65A-A1B17DEDEEB7}"/>
              </a:ext>
            </a:extLst>
          </p:cNvPr>
          <p:cNvSpPr>
            <a:spLocks xmlns:a="http://schemas.openxmlformats.org/drawingml/2006/main" noGrp="1"/>
          </p:cNvSpPr>
          <p:nvPr/>
        </p:nvSpPr>
        <p:spPr>
          <a:xfrm xmlns:a="http://schemas.openxmlformats.org/drawingml/2006/main">
            <a:off x="5286375" y="406146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evidence: 실제 전달한 예외 문구 발췌</a:t>
            </a:r>
          </a:p>
        </p:txBody>
      </p:sp>
      <p:sp>
        <p:nvSpPr>
          <p:cNvPr id="163" name="dp45-comparison / n111 / text 4">
            <a:extLst xmlns:a="http://schemas.openxmlformats.org/drawingml/2006/main">
              <a:ext uri="{FF2B5EF4-FFF2-40B4-BE49-F238E27FC236}">
                <a16:creationId xmlns:a16="http://schemas.microsoft.com/office/drawing/2014/main" id="{1A9725DE-14E6-49A6-828C-8015106471C6}"/>
              </a:ext>
            </a:extLst>
          </p:cNvPr>
          <p:cNvSpPr>
            <a:spLocks xmlns:a="http://schemas.openxmlformats.org/drawingml/2006/main" noGrp="1"/>
          </p:cNvSpPr>
          <p:nvPr/>
        </p:nvSpPr>
        <p:spPr>
          <a:xfrm xmlns:a="http://schemas.openxmlformats.org/drawingml/2006/main">
            <a:off x="5286375" y="418719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  “가격이 같은 경우 유지보수 기간을 우선합니다.”</a:t>
            </a:r>
          </a:p>
        </p:txBody>
      </p:sp>
      <p:sp>
        <p:nvSpPr>
          <p:cNvPr id="164" name="dp45-comparison / n111 / text 5">
            <a:extLst xmlns:a="http://schemas.openxmlformats.org/drawingml/2006/main">
              <a:ext uri="{FF2B5EF4-FFF2-40B4-BE49-F238E27FC236}">
                <a16:creationId xmlns:a16="http://schemas.microsoft.com/office/drawing/2014/main" id="{7F9E5CA6-C10F-4F9A-9A60-5769FEAC9F0F}"/>
              </a:ext>
            </a:extLst>
          </p:cNvPr>
          <p:cNvSpPr>
            <a:spLocks xmlns:a="http://schemas.openxmlformats.org/drawingml/2006/main" noGrp="1"/>
          </p:cNvSpPr>
          <p:nvPr/>
        </p:nvSpPr>
        <p:spPr>
          <a:xfrm xmlns:a="http://schemas.openxmlformats.org/drawingml/2006/main">
            <a:off x="5286375" y="431292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  Task1 → 제품 비교 결과 / Task2 → 견적 결과</a:t>
            </a:r>
          </a:p>
        </p:txBody>
      </p:sp>
      <p:sp>
        <p:nvSpPr>
          <p:cNvPr id="165" name="dp45-comparison / n111 / text 6">
            <a:extLst xmlns:a="http://schemas.openxmlformats.org/drawingml/2006/main">
              <a:ext uri="{FF2B5EF4-FFF2-40B4-BE49-F238E27FC236}">
                <a16:creationId xmlns:a16="http://schemas.microsoft.com/office/drawing/2014/main" id="{48F36C0C-EFBA-41AB-8279-2A5D54C400A4}"/>
              </a:ext>
            </a:extLst>
          </p:cNvPr>
          <p:cNvSpPr>
            <a:spLocks xmlns:a="http://schemas.openxmlformats.org/drawingml/2006/main" noGrp="1"/>
          </p:cNvSpPr>
          <p:nvPr/>
        </p:nvSpPr>
        <p:spPr>
          <a:xfrm xmlns:a="http://schemas.openxmlformats.org/drawingml/2006/main">
            <a:off x="5286375" y="443865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checked_revisions / read_ranges: 원본 확인 범위</a:t>
            </a:r>
          </a:p>
        </p:txBody>
      </p:sp>
      <p:sp>
        <p:nvSpPr>
          <p:cNvPr id="166" name="dp45-comparison / n112">
            <a:extLst xmlns:a="http://schemas.openxmlformats.org/drawingml/2006/main">
              <a:ext uri="{FF2B5EF4-FFF2-40B4-BE49-F238E27FC236}">
                <a16:creationId xmlns:a16="http://schemas.microsoft.com/office/drawing/2014/main" id="{FFF3ABEC-203F-482B-9BE6-1600B3DB6AEB}"/>
              </a:ext>
            </a:extLst>
          </p:cNvPr>
          <p:cNvSpPr>
            <a:spLocks xmlns:a="http://schemas.openxmlformats.org/drawingml/2006/main" noGrp="1"/>
          </p:cNvSpPr>
          <p:nvPr/>
        </p:nvSpPr>
        <p:spPr>
          <a:xfrm xmlns:a="http://schemas.openxmlformats.org/drawingml/2006/main">
            <a:off x="1838325" y="5686425"/>
            <a:ext cx="243782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7" name="dp45-comparison / n113 / text 1">
            <a:extLst xmlns:a="http://schemas.openxmlformats.org/drawingml/2006/main">
              <a:ext uri="{FF2B5EF4-FFF2-40B4-BE49-F238E27FC236}">
                <a16:creationId xmlns:a16="http://schemas.microsoft.com/office/drawing/2014/main" id="{95182870-BDF8-40C1-88F2-49DFDCFBB87A}"/>
              </a:ext>
            </a:extLst>
          </p:cNvPr>
          <p:cNvSpPr>
            <a:spLocks xmlns:a="http://schemas.openxmlformats.org/drawingml/2006/main" noGrp="1"/>
          </p:cNvSpPr>
          <p:nvPr/>
        </p:nvSpPr>
        <p:spPr>
          <a:xfrm xmlns:a="http://schemas.openxmlformats.org/drawingml/2006/main">
            <a:off x="1857375" y="5695950"/>
            <a:ext cx="2905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선택 cache는 재사용 / 구성 책임은 이번 조회</a:t>
            </a:r>
          </a:p>
        </p:txBody>
      </p:sp>
      <p:sp>
        <p:nvSpPr>
          <p:cNvPr id="168" name="dp45-comparison / n114">
            <a:extLst xmlns:a="http://schemas.openxmlformats.org/drawingml/2006/main">
              <a:ext uri="{FF2B5EF4-FFF2-40B4-BE49-F238E27FC236}">
                <a16:creationId xmlns:a16="http://schemas.microsoft.com/office/drawing/2014/main" id="{6DC12ECF-98F3-4301-A930-046071AC65B5}"/>
              </a:ext>
            </a:extLst>
          </p:cNvPr>
          <p:cNvSpPr>
            <a:spLocks xmlns:a="http://schemas.openxmlformats.org/drawingml/2006/main" noGrp="1"/>
          </p:cNvSpPr>
          <p:nvPr/>
        </p:nvSpPr>
        <p:spPr>
          <a:xfrm xmlns:a="http://schemas.openxmlformats.org/drawingml/2006/main">
            <a:off x="5934075" y="5686425"/>
            <a:ext cx="21107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9" name="dp45-comparison / n115 / text 1">
            <a:extLst xmlns:a="http://schemas.openxmlformats.org/drawingml/2006/main">
              <a:ext uri="{FF2B5EF4-FFF2-40B4-BE49-F238E27FC236}">
                <a16:creationId xmlns:a16="http://schemas.microsoft.com/office/drawing/2014/main" id="{1C286DD8-8893-4D4F-9585-A23D5DEF9B42}"/>
              </a:ext>
            </a:extLst>
          </p:cNvPr>
          <p:cNvSpPr>
            <a:spLocks xmlns:a="http://schemas.openxmlformats.org/drawingml/2006/main" noGrp="1"/>
          </p:cNvSpPr>
          <p:nvPr/>
        </p:nvSpPr>
        <p:spPr>
          <a:xfrm xmlns:a="http://schemas.openxmlformats.org/drawingml/2006/main">
            <a:off x="5953125" y="5695950"/>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Query 수명의 발췌와 결과 참조</a:t>
            </a:r>
          </a:p>
        </p:txBody>
      </p:sp>
      <p:sp>
        <p:nvSpPr>
          <p:cNvPr id="170" name="dp45-comparison / n118">
            <a:extLst xmlns:a="http://schemas.openxmlformats.org/drawingml/2006/main">
              <a:ext uri="{FF2B5EF4-FFF2-40B4-BE49-F238E27FC236}">
                <a16:creationId xmlns:a16="http://schemas.microsoft.com/office/drawing/2014/main" id="{31185756-7320-416C-8869-E1FA5E1FD6D9}"/>
              </a:ext>
            </a:extLst>
          </p:cNvPr>
          <p:cNvSpPr>
            <a:spLocks xmlns:a="http://schemas.openxmlformats.org/drawingml/2006/main" noGrp="1"/>
          </p:cNvSpPr>
          <p:nvPr/>
        </p:nvSpPr>
        <p:spPr>
          <a:xfrm xmlns:a="http://schemas.openxmlformats.org/drawingml/2006/main">
            <a:off x="1838325" y="3619500"/>
            <a:ext cx="76390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1" name="dp45-comparison / n119 / text 1">
            <a:extLst xmlns:a="http://schemas.openxmlformats.org/drawingml/2006/main">
              <a:ext uri="{FF2B5EF4-FFF2-40B4-BE49-F238E27FC236}">
                <a16:creationId xmlns:a16="http://schemas.microsoft.com/office/drawing/2014/main" id="{79B79BF2-8639-4B84-808A-80086055857E}"/>
              </a:ext>
            </a:extLst>
          </p:cNvPr>
          <p:cNvSpPr>
            <a:spLocks xmlns:a="http://schemas.openxmlformats.org/drawingml/2006/main" noGrp="1"/>
          </p:cNvSpPr>
          <p:nvPr/>
        </p:nvSpPr>
        <p:spPr>
          <a:xfrm xmlns:a="http://schemas.openxmlformats.org/drawingml/2006/main">
            <a:off x="1857375" y="36290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① 현재 Query1</a:t>
            </a:r>
          </a:p>
        </p:txBody>
      </p:sp>
      <p:sp>
        <p:nvSpPr>
          <p:cNvPr id="172" name="dp45-comparison / n128">
            <a:extLst xmlns:a="http://schemas.openxmlformats.org/drawingml/2006/main">
              <a:ext uri="{FF2B5EF4-FFF2-40B4-BE49-F238E27FC236}">
                <a16:creationId xmlns:a16="http://schemas.microsoft.com/office/drawing/2014/main" id="{D402C0D0-8B86-4EE8-966A-B1B827101C73}"/>
              </a:ext>
            </a:extLst>
          </p:cNvPr>
          <p:cNvSpPr>
            <a:spLocks xmlns:a="http://schemas.openxmlformats.org/drawingml/2006/main" noGrp="1"/>
          </p:cNvSpPr>
          <p:nvPr/>
        </p:nvSpPr>
        <p:spPr>
          <a:xfrm xmlns:a="http://schemas.openxmlformats.org/drawingml/2006/main">
            <a:off x="464820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3" name="dp45-comparison / n129 / text 1">
            <a:extLst xmlns:a="http://schemas.openxmlformats.org/drawingml/2006/main">
              <a:ext uri="{FF2B5EF4-FFF2-40B4-BE49-F238E27FC236}">
                <a16:creationId xmlns:a16="http://schemas.microsoft.com/office/drawing/2014/main" id="{FB447984-92AA-417F-9BE7-A5146B58BB0C}"/>
              </a:ext>
            </a:extLst>
          </p:cNvPr>
          <p:cNvSpPr>
            <a:spLocks xmlns:a="http://schemas.openxmlformats.org/drawingml/2006/main" noGrp="1"/>
          </p:cNvSpPr>
          <p:nvPr/>
        </p:nvSpPr>
        <p:spPr>
          <a:xfrm xmlns:a="http://schemas.openxmlformats.org/drawingml/2006/main">
            <a:off x="466725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필요한 과거 의미만 가공</a:t>
            </a:r>
          </a:p>
        </p:txBody>
      </p:sp>
      <p:sp>
        <p:nvSpPr>
          <p:cNvPr id="174" name="dp45-comparison / n131">
            <a:extLst xmlns:a="http://schemas.openxmlformats.org/drawingml/2006/main">
              <a:ext uri="{FF2B5EF4-FFF2-40B4-BE49-F238E27FC236}">
                <a16:creationId xmlns:a16="http://schemas.microsoft.com/office/drawing/2014/main" id="{1E22CE64-775D-40A9-A7ED-6F284180425B}"/>
              </a:ext>
            </a:extLst>
          </p:cNvPr>
          <p:cNvSpPr>
            <a:spLocks xmlns:a="http://schemas.openxmlformats.org/drawingml/2006/main" noGrp="1"/>
          </p:cNvSpPr>
          <p:nvPr/>
        </p:nvSpPr>
        <p:spPr>
          <a:xfrm xmlns:a="http://schemas.openxmlformats.org/drawingml/2006/main">
            <a:off x="164782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 name="dp45-comparison / n132 / text 1">
            <a:extLst xmlns:a="http://schemas.openxmlformats.org/drawingml/2006/main">
              <a:ext uri="{FF2B5EF4-FFF2-40B4-BE49-F238E27FC236}">
                <a16:creationId xmlns:a16="http://schemas.microsoft.com/office/drawing/2014/main" id="{00FBEE2D-6878-40E3-B236-75D6CE772EB9}"/>
              </a:ext>
            </a:extLst>
          </p:cNvPr>
          <p:cNvSpPr>
            <a:spLocks xmlns:a="http://schemas.openxmlformats.org/drawingml/2006/main" noGrp="1"/>
          </p:cNvSpPr>
          <p:nvPr/>
        </p:nvSpPr>
        <p:spPr>
          <a:xfrm xmlns:a="http://schemas.openxmlformats.org/drawingml/2006/main">
            <a:off x="166687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실행 순서도 / 생산 시점과 조회 경로</a:t>
            </a:r>
          </a:p>
        </p:txBody>
      </p:sp>
      <p:sp>
        <p:nvSpPr>
          <p:cNvPr id="176" name="dp45-comparison / n149">
            <a:extLst xmlns:a="http://schemas.openxmlformats.org/drawingml/2006/main">
              <a:ext uri="{FF2B5EF4-FFF2-40B4-BE49-F238E27FC236}">
                <a16:creationId xmlns:a16="http://schemas.microsoft.com/office/drawing/2014/main" id="{22FA2199-284A-4516-AE30-652A0C487A6D}"/>
              </a:ext>
            </a:extLst>
          </p:cNvPr>
          <p:cNvSpPr>
            <a:spLocks xmlns:a="http://schemas.openxmlformats.org/drawingml/2006/main" noGrp="1"/>
          </p:cNvSpPr>
          <p:nvPr/>
        </p:nvSpPr>
        <p:spPr>
          <a:xfrm xmlns:a="http://schemas.openxmlformats.org/drawingml/2006/main">
            <a:off x="1647825" y="7058025"/>
            <a:ext cx="26113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7" name="dp45-comparison / n150 / text 1">
            <a:extLst xmlns:a="http://schemas.openxmlformats.org/drawingml/2006/main">
              <a:ext uri="{FF2B5EF4-FFF2-40B4-BE49-F238E27FC236}">
                <a16:creationId xmlns:a16="http://schemas.microsoft.com/office/drawing/2014/main" id="{4B4F357C-09DF-47BD-94A7-A3762F6C2C37}"/>
              </a:ext>
            </a:extLst>
          </p:cNvPr>
          <p:cNvSpPr>
            <a:spLocks xmlns:a="http://schemas.openxmlformats.org/drawingml/2006/main" noGrp="1"/>
          </p:cNvSpPr>
          <p:nvPr/>
        </p:nvSpPr>
        <p:spPr>
          <a:xfrm xmlns:a="http://schemas.openxmlformats.org/drawingml/2006/main">
            <a:off x="166687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A의 cache 허용 / Request별 구성 책임 유지</a:t>
            </a:r>
          </a:p>
        </p:txBody>
      </p:sp>
      <p:sp>
        <p:nvSpPr>
          <p:cNvPr id="178" name="dp45-comparison / n151">
            <a:extLst xmlns:a="http://schemas.openxmlformats.org/drawingml/2006/main">
              <a:ext uri="{FF2B5EF4-FFF2-40B4-BE49-F238E27FC236}">
                <a16:creationId xmlns:a16="http://schemas.microsoft.com/office/drawing/2014/main" id="{3AAC4F77-261A-4D58-8812-4CF4AF6B0631}"/>
              </a:ext>
            </a:extLst>
          </p:cNvPr>
          <p:cNvSpPr>
            <a:spLocks xmlns:a="http://schemas.openxmlformats.org/drawingml/2006/main" noGrp="1"/>
          </p:cNvSpPr>
          <p:nvPr/>
        </p:nvSpPr>
        <p:spPr>
          <a:xfrm xmlns:a="http://schemas.openxmlformats.org/drawingml/2006/main">
            <a:off x="995362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9" name="dp45-comparison / n152 / text 1">
            <a:extLst xmlns:a="http://schemas.openxmlformats.org/drawingml/2006/main">
              <a:ext uri="{FF2B5EF4-FFF2-40B4-BE49-F238E27FC236}">
                <a16:creationId xmlns:a16="http://schemas.microsoft.com/office/drawing/2014/main" id="{1C381424-25F1-49E2-AAB8-BAE1C9229B74}"/>
              </a:ext>
            </a:extLst>
          </p:cNvPr>
          <p:cNvSpPr>
            <a:spLocks xmlns:a="http://schemas.openxmlformats.org/drawingml/2006/main" noGrp="1"/>
          </p:cNvSpPr>
          <p:nvPr/>
        </p:nvSpPr>
        <p:spPr>
          <a:xfrm xmlns:a="http://schemas.openxmlformats.org/drawingml/2006/main">
            <a:off x="1003935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Request Interpreter</a:t>
            </a:r>
          </a:p>
        </p:txBody>
      </p:sp>
      <p:sp>
        <p:nvSpPr>
          <p:cNvPr id="180" name="dp45-comparison / n153">
            <a:extLst xmlns:a="http://schemas.openxmlformats.org/drawingml/2006/main">
              <a:ext uri="{FF2B5EF4-FFF2-40B4-BE49-F238E27FC236}">
                <a16:creationId xmlns:a16="http://schemas.microsoft.com/office/drawing/2014/main" id="{75A275FE-19ED-4794-BD4A-37F6A7D88CB9}"/>
              </a:ext>
            </a:extLst>
          </p:cNvPr>
          <p:cNvSpPr>
            <a:spLocks xmlns:a="http://schemas.openxmlformats.org/drawingml/2006/main" noGrp="1"/>
          </p:cNvSpPr>
          <p:nvPr/>
        </p:nvSpPr>
        <p:spPr>
          <a:xfrm xmlns:a="http://schemas.openxmlformats.org/drawingml/2006/main">
            <a:off x="1285875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1" name="dp45-comparison / n154 / text 1">
            <a:extLst xmlns:a="http://schemas.openxmlformats.org/drawingml/2006/main">
              <a:ext uri="{FF2B5EF4-FFF2-40B4-BE49-F238E27FC236}">
                <a16:creationId xmlns:a16="http://schemas.microsoft.com/office/drawing/2014/main" id="{E78C03FF-625D-42AB-9A04-3F5112736B84}"/>
              </a:ext>
            </a:extLst>
          </p:cNvPr>
          <p:cNvSpPr>
            <a:spLocks xmlns:a="http://schemas.openxmlformats.org/drawingml/2006/main" noGrp="1"/>
          </p:cNvSpPr>
          <p:nvPr/>
        </p:nvSpPr>
        <p:spPr>
          <a:xfrm xmlns:a="http://schemas.openxmlformats.org/drawingml/2006/main">
            <a:off x="1294447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00" b="1">
                <a:solidFill>
                  <a:srgbClr val="000000"/>
                </a:solidFill>
                <a:latin typeface="Apple SD Gothic Neo"/>
                <a:ea typeface="Apple SD Gothic Neo"/>
                <a:cs typeface="Apple SD Gothic Neo"/>
              </a:defRPr>
            </a:pPr>
            <a:r>
              <a:rPr sz="1300" b="1">
                <a:solidFill>
                  <a:srgbClr val="000000"/>
                </a:solidFill>
                <a:latin typeface="Apple SD Gothic Neo"/>
                <a:ea typeface="Apple SD Gothic Neo"/>
                <a:cs typeface="Apple SD Gothic Neo"/>
              </a:rPr>
              <a:t>Response Manager</a:t>
            </a:r>
          </a:p>
        </p:txBody>
      </p:sp>
      <p:sp>
        <p:nvSpPr>
          <p:cNvPr id="182" name="dp45-comparison / n155">
            <a:extLst xmlns:a="http://schemas.openxmlformats.org/drawingml/2006/main">
              <a:ext uri="{FF2B5EF4-FFF2-40B4-BE49-F238E27FC236}">
                <a16:creationId xmlns:a16="http://schemas.microsoft.com/office/drawing/2014/main" id="{D44AAB4E-E63A-4FA9-B9FD-8354C03F2A30}"/>
              </a:ext>
            </a:extLst>
          </p:cNvPr>
          <p:cNvSpPr>
            <a:spLocks xmlns:a="http://schemas.openxmlformats.org/drawingml/2006/main" noGrp="1"/>
          </p:cNvSpPr>
          <p:nvPr/>
        </p:nvSpPr>
        <p:spPr>
          <a:xfrm xmlns:a="http://schemas.openxmlformats.org/drawingml/2006/main">
            <a:off x="1538287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3" name="dp45-comparison / n156 / text 1">
            <a:extLst xmlns:a="http://schemas.openxmlformats.org/drawingml/2006/main">
              <a:ext uri="{FF2B5EF4-FFF2-40B4-BE49-F238E27FC236}">
                <a16:creationId xmlns:a16="http://schemas.microsoft.com/office/drawing/2014/main" id="{FC7FFFEA-0A9D-4F4D-9F59-880F78885DE6}"/>
              </a:ext>
            </a:extLst>
          </p:cNvPr>
          <p:cNvSpPr>
            <a:spLocks xmlns:a="http://schemas.openxmlformats.org/drawingml/2006/main" noGrp="1"/>
          </p:cNvSpPr>
          <p:nvPr/>
        </p:nvSpPr>
        <p:spPr>
          <a:xfrm xmlns:a="http://schemas.openxmlformats.org/drawingml/2006/main">
            <a:off x="1546860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Task Manager</a:t>
            </a:r>
          </a:p>
        </p:txBody>
      </p:sp>
      <p:sp>
        <p:nvSpPr>
          <p:cNvPr id="184" name="dp45-comparison / n167">
            <a:extLst xmlns:a="http://schemas.openxmlformats.org/drawingml/2006/main">
              <a:ext uri="{FF2B5EF4-FFF2-40B4-BE49-F238E27FC236}">
                <a16:creationId xmlns:a16="http://schemas.microsoft.com/office/drawing/2014/main" id="{78088C89-2527-4970-A523-D3E9062B679A}"/>
              </a:ext>
            </a:extLst>
          </p:cNvPr>
          <p:cNvSpPr>
            <a:spLocks xmlns:a="http://schemas.openxmlformats.org/drawingml/2006/main" noGrp="1"/>
          </p:cNvSpPr>
          <p:nvPr/>
        </p:nvSpPr>
        <p:spPr>
          <a:xfrm xmlns:a="http://schemas.openxmlformats.org/drawingml/2006/main">
            <a:off x="985837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5" name="dp45-comparison / n168 / text 1">
            <a:extLst xmlns:a="http://schemas.openxmlformats.org/drawingml/2006/main">
              <a:ext uri="{FF2B5EF4-FFF2-40B4-BE49-F238E27FC236}">
                <a16:creationId xmlns:a16="http://schemas.microsoft.com/office/drawing/2014/main" id="{40C3921E-E9F6-4AC8-87E6-2495FFE6E9A3}"/>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Context Manager</a:t>
            </a:r>
          </a:p>
        </p:txBody>
      </p:sp>
      <p:sp>
        <p:nvSpPr>
          <p:cNvPr id="186" name="dp45-comparison / n169">
            <a:extLst xmlns:a="http://schemas.openxmlformats.org/drawingml/2006/main">
              <a:ext uri="{FF2B5EF4-FFF2-40B4-BE49-F238E27FC236}">
                <a16:creationId xmlns:a16="http://schemas.microsoft.com/office/drawing/2014/main" id="{7FB73FB7-47F8-4E5F-9C68-22AC622AD2BA}"/>
              </a:ext>
            </a:extLst>
          </p:cNvPr>
          <p:cNvSpPr>
            <a:spLocks xmlns:a="http://schemas.openxmlformats.org/drawingml/2006/main" noGrp="1"/>
          </p:cNvSpPr>
          <p:nvPr/>
        </p:nvSpPr>
        <p:spPr>
          <a:xfrm xmlns:a="http://schemas.openxmlformats.org/drawingml/2006/main">
            <a:off x="1014412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87" name="dp45-comparison / n170 / text 1">
            <a:extLst xmlns:a="http://schemas.openxmlformats.org/drawingml/2006/main">
              <a:ext uri="{FF2B5EF4-FFF2-40B4-BE49-F238E27FC236}">
                <a16:creationId xmlns:a16="http://schemas.microsoft.com/office/drawing/2014/main" id="{E1659267-0448-4A7D-A67F-394489045947}"/>
              </a:ext>
            </a:extLst>
          </p:cNvPr>
          <p:cNvSpPr>
            <a:spLocks xmlns:a="http://schemas.openxmlformats.org/drawingml/2006/main" noGrp="1"/>
          </p:cNvSpPr>
          <p:nvPr/>
        </p:nvSpPr>
        <p:spPr>
          <a:xfrm xmlns:a="http://schemas.openxmlformats.org/drawingml/2006/main">
            <a:off x="1022985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Memory Publisher</a:t>
            </a:r>
          </a:p>
        </p:txBody>
      </p:sp>
      <p:sp>
        <p:nvSpPr>
          <p:cNvPr id="188" name="dp45-comparison / n171">
            <a:extLst xmlns:a="http://schemas.openxmlformats.org/drawingml/2006/main">
              <a:ext uri="{FF2B5EF4-FFF2-40B4-BE49-F238E27FC236}">
                <a16:creationId xmlns:a16="http://schemas.microsoft.com/office/drawing/2014/main" id="{3630E5B6-A2B6-443B-BD9B-562DB85544C8}"/>
              </a:ext>
            </a:extLst>
          </p:cNvPr>
          <p:cNvSpPr>
            <a:spLocks xmlns:a="http://schemas.openxmlformats.org/drawingml/2006/main" noGrp="1"/>
          </p:cNvSpPr>
          <p:nvPr/>
        </p:nvSpPr>
        <p:spPr>
          <a:xfrm xmlns:a="http://schemas.openxmlformats.org/drawingml/2006/main">
            <a:off x="14239875" y="3752850"/>
            <a:ext cx="2952750" cy="4000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89" name="dp45-comparison / n172 / text 1">
            <a:extLst xmlns:a="http://schemas.openxmlformats.org/drawingml/2006/main">
              <a:ext uri="{FF2B5EF4-FFF2-40B4-BE49-F238E27FC236}">
                <a16:creationId xmlns:a16="http://schemas.microsoft.com/office/drawing/2014/main" id="{08FCD77D-CF25-47AF-ADE4-C4C72C9EEFDC}"/>
              </a:ext>
            </a:extLst>
          </p:cNvPr>
          <p:cNvSpPr>
            <a:spLocks xmlns:a="http://schemas.openxmlformats.org/drawingml/2006/main" noGrp="1"/>
          </p:cNvSpPr>
          <p:nvPr/>
        </p:nvSpPr>
        <p:spPr>
          <a:xfrm xmlns:a="http://schemas.openxmlformats.org/drawingml/2006/main">
            <a:off x="14325600" y="3867150"/>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0">
                <a:solidFill>
                  <a:srgbClr val="18232E"/>
                </a:solidFill>
                <a:latin typeface="Apple SD Gothic Neo"/>
                <a:ea typeface="Apple SD Gothic Neo"/>
                <a:cs typeface="Apple SD Gothic Neo"/>
              </a:defRPr>
            </a:pPr>
            <a:r>
              <a:rPr sz="1100" b="0">
                <a:solidFill>
                  <a:srgbClr val="18232E"/>
                </a:solidFill>
                <a:latin typeface="Apple SD Gothic Neo"/>
                <a:ea typeface="Apple SD Gothic Neo"/>
                <a:cs typeface="Apple SD Gothic Neo"/>
              </a:rPr>
              <a:t>Episodic Memory Repository</a:t>
            </a:r>
          </a:p>
        </p:txBody>
      </p:sp>
      <p:sp>
        <p:nvSpPr>
          <p:cNvPr id="190" name="dp45-comparison / n173">
            <a:extLst xmlns:a="http://schemas.openxmlformats.org/drawingml/2006/main">
              <a:ext uri="{FF2B5EF4-FFF2-40B4-BE49-F238E27FC236}">
                <a16:creationId xmlns:a16="http://schemas.microsoft.com/office/drawing/2014/main" id="{03CB6A18-63F3-4E66-B82E-A8499B0F1A96}"/>
              </a:ext>
            </a:extLst>
          </p:cNvPr>
          <p:cNvSpPr>
            <a:spLocks xmlns:a="http://schemas.openxmlformats.org/drawingml/2006/main" noGrp="1"/>
          </p:cNvSpPr>
          <p:nvPr/>
        </p:nvSpPr>
        <p:spPr>
          <a:xfrm xmlns:a="http://schemas.openxmlformats.org/drawingml/2006/main">
            <a:off x="10144125" y="521970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91" name="dp45-comparison / n174 / text 1">
            <a:extLst xmlns:a="http://schemas.openxmlformats.org/drawingml/2006/main">
              <a:ext uri="{FF2B5EF4-FFF2-40B4-BE49-F238E27FC236}">
                <a16:creationId xmlns:a16="http://schemas.microsoft.com/office/drawing/2014/main" id="{3B04A098-87F5-4B44-9516-436D67D98766}"/>
              </a:ext>
            </a:extLst>
          </p:cNvPr>
          <p:cNvSpPr>
            <a:spLocks xmlns:a="http://schemas.openxmlformats.org/drawingml/2006/main" noGrp="1"/>
          </p:cNvSpPr>
          <p:nvPr/>
        </p:nvSpPr>
        <p:spPr>
          <a:xfrm xmlns:a="http://schemas.openxmlformats.org/drawingml/2006/main">
            <a:off x="10229850" y="528304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Evidence Reader</a:t>
            </a:r>
          </a:p>
        </p:txBody>
      </p:sp>
      <p:sp>
        <p:nvSpPr>
          <p:cNvPr id="192" name="dp45-comparison / n175">
            <a:extLst xmlns:a="http://schemas.openxmlformats.org/drawingml/2006/main">
              <a:ext uri="{FF2B5EF4-FFF2-40B4-BE49-F238E27FC236}">
                <a16:creationId xmlns:a16="http://schemas.microsoft.com/office/drawing/2014/main" id="{54A14F51-6160-4F8C-B592-50B2C3F40FDA}"/>
              </a:ext>
            </a:extLst>
          </p:cNvPr>
          <p:cNvSpPr>
            <a:spLocks xmlns:a="http://schemas.openxmlformats.org/drawingml/2006/main" noGrp="1"/>
          </p:cNvSpPr>
          <p:nvPr/>
        </p:nvSpPr>
        <p:spPr>
          <a:xfrm xmlns:a="http://schemas.openxmlformats.org/drawingml/2006/main">
            <a:off x="14239875" y="5476875"/>
            <a:ext cx="2952750" cy="31432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93" name="dp45-comparison / n176 / text 1">
            <a:extLst xmlns:a="http://schemas.openxmlformats.org/drawingml/2006/main">
              <a:ext uri="{FF2B5EF4-FFF2-40B4-BE49-F238E27FC236}">
                <a16:creationId xmlns:a16="http://schemas.microsoft.com/office/drawing/2014/main" id="{33385F3A-3232-4C76-89C4-B5410FF7F0E7}"/>
              </a:ext>
            </a:extLst>
          </p:cNvPr>
          <p:cNvSpPr>
            <a:spLocks xmlns:a="http://schemas.openxmlformats.org/drawingml/2006/main" noGrp="1"/>
          </p:cNvSpPr>
          <p:nvPr/>
        </p:nvSpPr>
        <p:spPr>
          <a:xfrm xmlns:a="http://schemas.openxmlformats.org/drawingml/2006/main">
            <a:off x="14325600" y="5542598"/>
            <a:ext cx="2781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Coverage State</a:t>
            </a:r>
          </a:p>
        </p:txBody>
      </p:sp>
      <p:sp>
        <p:nvSpPr>
          <p:cNvPr id="194" name="dp45-comparison / n177 / path">
            <a:extLst xmlns:a="http://schemas.openxmlformats.org/drawingml/2006/main">
              <a:ext uri="{FF2B5EF4-FFF2-40B4-BE49-F238E27FC236}">
                <a16:creationId xmlns:a16="http://schemas.microsoft.com/office/drawing/2014/main" id="{1023F68E-F8F0-4A04-848D-EE39D1D39F9D}"/>
              </a:ext>
            </a:extLst>
          </p:cNvPr>
          <p:cNvSpPr>
            <a:spLocks xmlns:a="http://schemas.openxmlformats.org/drawingml/2006/main" noGrp="1"/>
          </p:cNvSpPr>
          <p:nvPr/>
        </p:nvSpPr>
        <p:spPr>
          <a:xfrm xmlns:a="http://schemas.openxmlformats.org/drawingml/2006/main">
            <a:off x="12115800" y="2714625"/>
            <a:ext cx="2762250" cy="1038225"/>
          </a:xfrm>
          <a:custGeom xmlns:a="http://schemas.openxmlformats.org/drawingml/2006/main">
            <a:pathLst>
              <a:path w="2762250" h="1038225">
                <a:moveTo>
                  <a:pt x="2762250" y="0"/>
                </a:moveTo>
                <a:lnTo>
                  <a:pt x="2762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195" name="dp45-comparison / n177 / arrow">
            <a:extLst xmlns:a="http://schemas.openxmlformats.org/drawingml/2006/main">
              <a:ext uri="{FF2B5EF4-FFF2-40B4-BE49-F238E27FC236}">
                <a16:creationId xmlns:a16="http://schemas.microsoft.com/office/drawing/2014/main" id="{DBF0F14C-44E3-40B7-8461-8789250D1704}"/>
              </a:ext>
            </a:extLst>
          </p:cNvPr>
          <p:cNvSpPr>
            <a:spLocks xmlns:a="http://schemas.openxmlformats.org/drawingml/2006/main" noGrp="1"/>
          </p:cNvSpPr>
          <p:nvPr/>
        </p:nvSpPr>
        <p:spPr>
          <a:xfrm xmlns:a="http://schemas.openxmlformats.org/drawingml/2006/main">
            <a:off x="120822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96" name="dp45-comparison / n178 / path">
            <a:extLst xmlns:a="http://schemas.openxmlformats.org/drawingml/2006/main">
              <a:ext uri="{FF2B5EF4-FFF2-40B4-BE49-F238E27FC236}">
                <a16:creationId xmlns:a16="http://schemas.microsoft.com/office/drawing/2014/main" id="{F8F96BCD-F5F0-4553-84C4-791A643EF29E}"/>
              </a:ext>
            </a:extLst>
          </p:cNvPr>
          <p:cNvSpPr>
            <a:spLocks xmlns:a="http://schemas.openxmlformats.org/drawingml/2006/main" noGrp="1"/>
          </p:cNvSpPr>
          <p:nvPr/>
        </p:nvSpPr>
        <p:spPr>
          <a:xfrm xmlns:a="http://schemas.openxmlformats.org/drawingml/2006/main">
            <a:off x="1219200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197" name="dp45-comparison / n178 / arrow">
            <a:extLst xmlns:a="http://schemas.openxmlformats.org/drawingml/2006/main">
              <a:ext uri="{FF2B5EF4-FFF2-40B4-BE49-F238E27FC236}">
                <a16:creationId xmlns:a16="http://schemas.microsoft.com/office/drawing/2014/main" id="{CE3DD192-A4EB-444B-B54C-4C77F7C7508B}"/>
              </a:ext>
            </a:extLst>
          </p:cNvPr>
          <p:cNvSpPr>
            <a:spLocks xmlns:a="http://schemas.openxmlformats.org/drawingml/2006/main" noGrp="1"/>
          </p:cNvSpPr>
          <p:nvPr/>
        </p:nvSpPr>
        <p:spPr>
          <a:xfrm xmlns:a="http://schemas.openxmlformats.org/drawingml/2006/main">
            <a:off x="1492072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8" name="dp45-comparison / n179 / path">
            <a:extLst xmlns:a="http://schemas.openxmlformats.org/drawingml/2006/main">
              <a:ext uri="{FF2B5EF4-FFF2-40B4-BE49-F238E27FC236}">
                <a16:creationId xmlns:a16="http://schemas.microsoft.com/office/drawing/2014/main" id="{35922650-623D-4C26-B281-D2B9CD34DA72}"/>
              </a:ext>
            </a:extLst>
          </p:cNvPr>
          <p:cNvSpPr>
            <a:spLocks xmlns:a="http://schemas.openxmlformats.org/drawingml/2006/main" noGrp="1"/>
          </p:cNvSpPr>
          <p:nvPr/>
        </p:nvSpPr>
        <p:spPr>
          <a:xfrm xmlns:a="http://schemas.openxmlformats.org/drawingml/2006/main">
            <a:off x="1223010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199" name="dp45-comparison / n179 / arrow">
            <a:extLst xmlns:a="http://schemas.openxmlformats.org/drawingml/2006/main">
              <a:ext uri="{FF2B5EF4-FFF2-40B4-BE49-F238E27FC236}">
                <a16:creationId xmlns:a16="http://schemas.microsoft.com/office/drawing/2014/main" id="{FC8D935E-B63E-456C-84D9-7CE18EE980A6}"/>
              </a:ext>
            </a:extLst>
          </p:cNvPr>
          <p:cNvSpPr>
            <a:spLocks xmlns:a="http://schemas.openxmlformats.org/drawingml/2006/main" noGrp="1"/>
          </p:cNvSpPr>
          <p:nvPr/>
        </p:nvSpPr>
        <p:spPr>
          <a:xfrm xmlns:a="http://schemas.openxmlformats.org/drawingml/2006/main">
            <a:off x="121965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0 / path">
            <a:extLst xmlns:a="http://schemas.openxmlformats.org/drawingml/2006/main">
              <a:ext uri="{FF2B5EF4-FFF2-40B4-BE49-F238E27FC236}">
                <a16:creationId xmlns:a16="http://schemas.microsoft.com/office/drawing/2014/main" id="{433668F0-8FE9-483F-BA62-63B563293A4D}"/>
              </a:ext>
            </a:extLst>
          </p:cNvPr>
          <p:cNvSpPr>
            <a:spLocks xmlns:a="http://schemas.openxmlformats.org/drawingml/2006/main" noGrp="1"/>
          </p:cNvSpPr>
          <p:nvPr/>
        </p:nvSpPr>
        <p:spPr>
          <a:xfrm xmlns:a="http://schemas.openxmlformats.org/drawingml/2006/main">
            <a:off x="12353925" y="2714625"/>
            <a:ext cx="5048250" cy="1038225"/>
          </a:xfrm>
          <a:custGeom xmlns:a="http://schemas.openxmlformats.org/drawingml/2006/main">
            <a:pathLst>
              <a:path w="5048250" h="1038225">
                <a:moveTo>
                  <a:pt x="5048250" y="0"/>
                </a:moveTo>
                <a:lnTo>
                  <a:pt x="5048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201" name="dp45-comparison / n180 / arrow">
            <a:extLst xmlns:a="http://schemas.openxmlformats.org/drawingml/2006/main">
              <a:ext uri="{FF2B5EF4-FFF2-40B4-BE49-F238E27FC236}">
                <a16:creationId xmlns:a16="http://schemas.microsoft.com/office/drawing/2014/main" id="{FB81B58B-9E2C-40CC-A1B2-04F1FB89A795}"/>
              </a:ext>
            </a:extLst>
          </p:cNvPr>
          <p:cNvSpPr>
            <a:spLocks xmlns:a="http://schemas.openxmlformats.org/drawingml/2006/main" noGrp="1"/>
          </p:cNvSpPr>
          <p:nvPr/>
        </p:nvSpPr>
        <p:spPr>
          <a:xfrm xmlns:a="http://schemas.openxmlformats.org/drawingml/2006/main">
            <a:off x="123203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2" name="dp45-comparison / n181 / path">
            <a:extLst xmlns:a="http://schemas.openxmlformats.org/drawingml/2006/main">
              <a:ext uri="{FF2B5EF4-FFF2-40B4-BE49-F238E27FC236}">
                <a16:creationId xmlns:a16="http://schemas.microsoft.com/office/drawing/2014/main" id="{BDDA27AE-8311-4B17-879E-8656DC5E8703}"/>
              </a:ext>
            </a:extLst>
          </p:cNvPr>
          <p:cNvSpPr>
            <a:spLocks xmlns:a="http://schemas.openxmlformats.org/drawingml/2006/main" noGrp="1"/>
          </p:cNvSpPr>
          <p:nvPr/>
        </p:nvSpPr>
        <p:spPr>
          <a:xfrm xmlns:a="http://schemas.openxmlformats.org/drawingml/2006/main">
            <a:off x="1243012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203" name="dp45-comparison / n181 / arrow">
            <a:extLst xmlns:a="http://schemas.openxmlformats.org/drawingml/2006/main">
              <a:ext uri="{FF2B5EF4-FFF2-40B4-BE49-F238E27FC236}">
                <a16:creationId xmlns:a16="http://schemas.microsoft.com/office/drawing/2014/main" id="{736EFD4B-A71E-4795-86FE-1685A0C6AC56}"/>
              </a:ext>
            </a:extLst>
          </p:cNvPr>
          <p:cNvSpPr>
            <a:spLocks xmlns:a="http://schemas.openxmlformats.org/drawingml/2006/main" noGrp="1"/>
          </p:cNvSpPr>
          <p:nvPr/>
        </p:nvSpPr>
        <p:spPr>
          <a:xfrm xmlns:a="http://schemas.openxmlformats.org/drawingml/2006/main">
            <a:off x="1744484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2 / path">
            <a:extLst xmlns:a="http://schemas.openxmlformats.org/drawingml/2006/main">
              <a:ext uri="{FF2B5EF4-FFF2-40B4-BE49-F238E27FC236}">
                <a16:creationId xmlns:a16="http://schemas.microsoft.com/office/drawing/2014/main" id="{7A761DF2-47B9-407D-B43D-56AF0D7824A7}"/>
              </a:ext>
            </a:extLst>
          </p:cNvPr>
          <p:cNvSpPr>
            <a:spLocks xmlns:a="http://schemas.openxmlformats.org/drawingml/2006/main" noGrp="1"/>
          </p:cNvSpPr>
          <p:nvPr/>
        </p:nvSpPr>
        <p:spPr>
          <a:xfrm xmlns:a="http://schemas.openxmlformats.org/drawingml/2006/main">
            <a:off x="1246822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205" name="dp45-comparison / n182 / arrow">
            <a:extLst xmlns:a="http://schemas.openxmlformats.org/drawingml/2006/main">
              <a:ext uri="{FF2B5EF4-FFF2-40B4-BE49-F238E27FC236}">
                <a16:creationId xmlns:a16="http://schemas.microsoft.com/office/drawing/2014/main" id="{D8077D7D-3DC6-4CCB-B3A2-D0E862928863}"/>
              </a:ext>
            </a:extLst>
          </p:cNvPr>
          <p:cNvSpPr>
            <a:spLocks xmlns:a="http://schemas.openxmlformats.org/drawingml/2006/main" noGrp="1"/>
          </p:cNvSpPr>
          <p:nvPr/>
        </p:nvSpPr>
        <p:spPr>
          <a:xfrm xmlns:a="http://schemas.openxmlformats.org/drawingml/2006/main">
            <a:off x="124346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6" name="dp45-comparison / n185 / path">
            <a:extLst xmlns:a="http://schemas.openxmlformats.org/drawingml/2006/main">
              <a:ext uri="{FF2B5EF4-FFF2-40B4-BE49-F238E27FC236}">
                <a16:creationId xmlns:a16="http://schemas.microsoft.com/office/drawing/2014/main" id="{A98D6180-5F01-4301-B0AE-5B05C350B0E6}"/>
              </a:ext>
            </a:extLst>
          </p:cNvPr>
          <p:cNvSpPr>
            <a:spLocks xmlns:a="http://schemas.openxmlformats.org/drawingml/2006/main" noGrp="1"/>
          </p:cNvSpPr>
          <p:nvPr/>
        </p:nvSpPr>
        <p:spPr>
          <a:xfrm xmlns:a="http://schemas.openxmlformats.org/drawingml/2006/main">
            <a:off x="12715875" y="3895725"/>
            <a:ext cx="1524000" cy="953"/>
          </a:xfrm>
          <a:custGeom xmlns:a="http://schemas.openxmlformats.org/drawingml/2006/main">
            <a:pathLst>
              <a:path w="1524000" h="953">
                <a:moveTo>
                  <a:pt x="0" y="0"/>
                </a:moveTo>
                <a:lnTo>
                  <a:pt x="1524000" y="0"/>
                </a:lnTo>
              </a:path>
            </a:pathLst>
          </a:custGeom>
          <a:noFill xmlns:a="http://schemas.openxmlformats.org/drawingml/2006/main"/>
          <a:ln xmlns:a="http://schemas.openxmlformats.org/drawingml/2006/main" w="10478">
            <a:solidFill>
              <a:srgbClr val="B8753F"/>
            </a:solidFill>
            <a:prstDash val="solid"/>
          </a:ln>
        </p:spPr>
      </p:sp>
      <p:sp>
        <p:nvSpPr>
          <p:cNvPr id="207" name="dp45-comparison / n185 / arrow">
            <a:extLst xmlns:a="http://schemas.openxmlformats.org/drawingml/2006/main">
              <a:ext uri="{FF2B5EF4-FFF2-40B4-BE49-F238E27FC236}">
                <a16:creationId xmlns:a16="http://schemas.microsoft.com/office/drawing/2014/main" id="{DC8959A3-1C83-4BF7-A83E-E7F5D2111ED4}"/>
              </a:ext>
            </a:extLst>
          </p:cNvPr>
          <p:cNvSpPr>
            <a:spLocks xmlns:a="http://schemas.openxmlformats.org/drawingml/2006/main" noGrp="1"/>
          </p:cNvSpPr>
          <p:nvPr/>
        </p:nvSpPr>
        <p:spPr>
          <a:xfrm xmlns:a="http://schemas.openxmlformats.org/drawingml/2006/main">
            <a:off x="14172819" y="38621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8" name="dp45-comparison / n186 / path">
            <a:extLst xmlns:a="http://schemas.openxmlformats.org/drawingml/2006/main">
              <a:ext uri="{FF2B5EF4-FFF2-40B4-BE49-F238E27FC236}">
                <a16:creationId xmlns:a16="http://schemas.microsoft.com/office/drawing/2014/main" id="{597F743D-9071-4FA4-B9D5-3B1B6EBBD289}"/>
              </a:ext>
            </a:extLst>
          </p:cNvPr>
          <p:cNvSpPr>
            <a:spLocks xmlns:a="http://schemas.openxmlformats.org/drawingml/2006/main" noGrp="1"/>
          </p:cNvSpPr>
          <p:nvPr/>
        </p:nvSpPr>
        <p:spPr>
          <a:xfrm xmlns:a="http://schemas.openxmlformats.org/drawingml/2006/main">
            <a:off x="12715875" y="4029075"/>
            <a:ext cx="1524000" cy="1528763"/>
          </a:xfrm>
          <a:custGeom xmlns:a="http://schemas.openxmlformats.org/drawingml/2006/main">
            <a:pathLst>
              <a:path w="1524000" h="1528763">
                <a:moveTo>
                  <a:pt x="0" y="0"/>
                </a:moveTo>
                <a:lnTo>
                  <a:pt x="1314450" y="0"/>
                </a:lnTo>
                <a:lnTo>
                  <a:pt x="1314450" y="1528763"/>
                </a:lnTo>
                <a:lnTo>
                  <a:pt x="1524000" y="1528763"/>
                </a:lnTo>
              </a:path>
            </a:pathLst>
          </a:custGeom>
          <a:noFill xmlns:a="http://schemas.openxmlformats.org/drawingml/2006/main"/>
          <a:ln xmlns:a="http://schemas.openxmlformats.org/drawingml/2006/main" w="10478">
            <a:solidFill>
              <a:srgbClr val="B8753F"/>
            </a:solidFill>
            <a:prstDash val="solid"/>
          </a:ln>
        </p:spPr>
      </p:sp>
      <p:sp>
        <p:nvSpPr>
          <p:cNvPr id="209" name="dp45-comparison / n186 / arrow">
            <a:extLst xmlns:a="http://schemas.openxmlformats.org/drawingml/2006/main">
              <a:ext uri="{FF2B5EF4-FFF2-40B4-BE49-F238E27FC236}">
                <a16:creationId xmlns:a16="http://schemas.microsoft.com/office/drawing/2014/main" id="{0C3CBCDD-B39F-41F1-8027-79533E3376AD}"/>
              </a:ext>
            </a:extLst>
          </p:cNvPr>
          <p:cNvSpPr>
            <a:spLocks xmlns:a="http://schemas.openxmlformats.org/drawingml/2006/main" noGrp="1"/>
          </p:cNvSpPr>
          <p:nvPr/>
        </p:nvSpPr>
        <p:spPr>
          <a:xfrm xmlns:a="http://schemas.openxmlformats.org/drawingml/2006/main">
            <a:off x="14172819" y="55243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0" name="dp45-comparison / n189 / path">
            <a:extLst xmlns:a="http://schemas.openxmlformats.org/drawingml/2006/main">
              <a:ext uri="{FF2B5EF4-FFF2-40B4-BE49-F238E27FC236}">
                <a16:creationId xmlns:a16="http://schemas.microsoft.com/office/drawing/2014/main" id="{7AA900C7-A8B1-4AD9-9DE9-5EA78540E419}"/>
              </a:ext>
            </a:extLst>
          </p:cNvPr>
          <p:cNvSpPr>
            <a:spLocks xmlns:a="http://schemas.openxmlformats.org/drawingml/2006/main" noGrp="1"/>
          </p:cNvSpPr>
          <p:nvPr/>
        </p:nvSpPr>
        <p:spPr>
          <a:xfrm xmlns:a="http://schemas.openxmlformats.org/drawingml/2006/main">
            <a:off x="12715875" y="4152900"/>
            <a:ext cx="3000375" cy="1171575"/>
          </a:xfrm>
          <a:custGeom xmlns:a="http://schemas.openxmlformats.org/drawingml/2006/main">
            <a:pathLst>
              <a:path w="3000375" h="1171575">
                <a:moveTo>
                  <a:pt x="0" y="1171575"/>
                </a:moveTo>
                <a:lnTo>
                  <a:pt x="857250" y="1171575"/>
                </a:lnTo>
                <a:lnTo>
                  <a:pt x="857250" y="66675"/>
                </a:lnTo>
                <a:lnTo>
                  <a:pt x="3000375" y="66675"/>
                </a:lnTo>
                <a:lnTo>
                  <a:pt x="3000375" y="0"/>
                </a:lnTo>
              </a:path>
            </a:pathLst>
          </a:custGeom>
          <a:noFill xmlns:a="http://schemas.openxmlformats.org/drawingml/2006/main"/>
          <a:ln xmlns:a="http://schemas.openxmlformats.org/drawingml/2006/main" w="10478">
            <a:solidFill>
              <a:srgbClr val="B8753F"/>
            </a:solidFill>
            <a:prstDash val="solid"/>
          </a:ln>
        </p:spPr>
      </p:sp>
      <p:sp>
        <p:nvSpPr>
          <p:cNvPr id="211" name="dp45-comparison / n189 / arrow">
            <a:extLst xmlns:a="http://schemas.openxmlformats.org/drawingml/2006/main">
              <a:ext uri="{FF2B5EF4-FFF2-40B4-BE49-F238E27FC236}">
                <a16:creationId xmlns:a16="http://schemas.microsoft.com/office/drawing/2014/main" id="{5CBA2286-6C90-4C0C-8D0C-CD0DA26251E3}"/>
              </a:ext>
            </a:extLst>
          </p:cNvPr>
          <p:cNvSpPr>
            <a:spLocks xmlns:a="http://schemas.openxmlformats.org/drawingml/2006/main" noGrp="1"/>
          </p:cNvSpPr>
          <p:nvPr/>
        </p:nvSpPr>
        <p:spPr>
          <a:xfrm xmlns:a="http://schemas.openxmlformats.org/drawingml/2006/main">
            <a:off x="15682722" y="41529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2" name="dp45-comparison / n190 / path">
            <a:extLst xmlns:a="http://schemas.openxmlformats.org/drawingml/2006/main">
              <a:ext uri="{FF2B5EF4-FFF2-40B4-BE49-F238E27FC236}">
                <a16:creationId xmlns:a16="http://schemas.microsoft.com/office/drawing/2014/main" id="{D19E32D2-4E3C-4E7D-84EE-85ADEB561A99}"/>
              </a:ext>
            </a:extLst>
          </p:cNvPr>
          <p:cNvSpPr>
            <a:spLocks xmlns:a="http://schemas.openxmlformats.org/drawingml/2006/main" noGrp="1"/>
          </p:cNvSpPr>
          <p:nvPr/>
        </p:nvSpPr>
        <p:spPr>
          <a:xfrm xmlns:a="http://schemas.openxmlformats.org/drawingml/2006/main">
            <a:off x="12715875" y="4152900"/>
            <a:ext cx="3143250" cy="1285875"/>
          </a:xfrm>
          <a:custGeom xmlns:a="http://schemas.openxmlformats.org/drawingml/2006/main">
            <a:pathLst>
              <a:path w="3143250" h="1285875">
                <a:moveTo>
                  <a:pt x="3143250" y="0"/>
                </a:moveTo>
                <a:lnTo>
                  <a:pt x="3143250" y="104775"/>
                </a:lnTo>
                <a:lnTo>
                  <a:pt x="952500" y="104775"/>
                </a:lnTo>
                <a:lnTo>
                  <a:pt x="952500" y="1285875"/>
                </a:lnTo>
                <a:lnTo>
                  <a:pt x="0" y="1285875"/>
                </a:lnTo>
              </a:path>
            </a:pathLst>
          </a:custGeom>
          <a:noFill xmlns:a="http://schemas.openxmlformats.org/drawingml/2006/main"/>
          <a:ln xmlns:a="http://schemas.openxmlformats.org/drawingml/2006/main" w="10478">
            <a:solidFill>
              <a:srgbClr val="B8753F"/>
            </a:solidFill>
            <a:prstDash val="dash"/>
          </a:ln>
        </p:spPr>
      </p:sp>
      <p:sp>
        <p:nvSpPr>
          <p:cNvPr id="213" name="dp45-comparison / n190 / arrow">
            <a:extLst xmlns:a="http://schemas.openxmlformats.org/drawingml/2006/main">
              <a:ext uri="{FF2B5EF4-FFF2-40B4-BE49-F238E27FC236}">
                <a16:creationId xmlns:a16="http://schemas.microsoft.com/office/drawing/2014/main" id="{E518A6B3-C942-491E-B82C-866E7F1146D1}"/>
              </a:ext>
            </a:extLst>
          </p:cNvPr>
          <p:cNvSpPr>
            <a:spLocks xmlns:a="http://schemas.openxmlformats.org/drawingml/2006/main" noGrp="1"/>
          </p:cNvSpPr>
          <p:nvPr/>
        </p:nvSpPr>
        <p:spPr>
          <a:xfrm xmlns:a="http://schemas.openxmlformats.org/drawingml/2006/main">
            <a:off x="12715875" y="5405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4" name="dp45-comparison / n191 / path">
            <a:extLst xmlns:a="http://schemas.openxmlformats.org/drawingml/2006/main">
              <a:ext uri="{FF2B5EF4-FFF2-40B4-BE49-F238E27FC236}">
                <a16:creationId xmlns:a16="http://schemas.microsoft.com/office/drawing/2014/main" id="{00BD20F5-AD72-4872-AF55-D305D05AA1F5}"/>
              </a:ext>
            </a:extLst>
          </p:cNvPr>
          <p:cNvSpPr>
            <a:spLocks xmlns:a="http://schemas.openxmlformats.org/drawingml/2006/main" noGrp="1"/>
          </p:cNvSpPr>
          <p:nvPr/>
        </p:nvSpPr>
        <p:spPr>
          <a:xfrm xmlns:a="http://schemas.openxmlformats.org/drawingml/2006/main">
            <a:off x="12715875" y="5524500"/>
            <a:ext cx="1524000" cy="109538"/>
          </a:xfrm>
          <a:custGeom xmlns:a="http://schemas.openxmlformats.org/drawingml/2006/main">
            <a:pathLst>
              <a:path w="1524000" h="109538">
                <a:moveTo>
                  <a:pt x="1524000" y="109538"/>
                </a:moveTo>
                <a:lnTo>
                  <a:pt x="285750" y="109538"/>
                </a:lnTo>
                <a:lnTo>
                  <a:pt x="285750" y="0"/>
                </a:lnTo>
                <a:lnTo>
                  <a:pt x="0" y="0"/>
                </a:lnTo>
              </a:path>
            </a:pathLst>
          </a:custGeom>
          <a:noFill xmlns:a="http://schemas.openxmlformats.org/drawingml/2006/main"/>
          <a:ln xmlns:a="http://schemas.openxmlformats.org/drawingml/2006/main" w="10478">
            <a:solidFill>
              <a:srgbClr val="B8753F"/>
            </a:solidFill>
            <a:prstDash val="dash"/>
          </a:ln>
        </p:spPr>
      </p:sp>
      <p:sp>
        <p:nvSpPr>
          <p:cNvPr id="215" name="dp45-comparison / n191 / arrow">
            <a:extLst xmlns:a="http://schemas.openxmlformats.org/drawingml/2006/main">
              <a:ext uri="{FF2B5EF4-FFF2-40B4-BE49-F238E27FC236}">
                <a16:creationId xmlns:a16="http://schemas.microsoft.com/office/drawing/2014/main" id="{F233A73F-1BF2-412D-BF47-05A01ABFBCAB}"/>
              </a:ext>
            </a:extLst>
          </p:cNvPr>
          <p:cNvSpPr>
            <a:spLocks xmlns:a="http://schemas.openxmlformats.org/drawingml/2006/main" noGrp="1"/>
          </p:cNvSpPr>
          <p:nvPr/>
        </p:nvSpPr>
        <p:spPr>
          <a:xfrm xmlns:a="http://schemas.openxmlformats.org/drawingml/2006/main">
            <a:off x="12715875" y="5490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6" name="dp45-comparison / n192 / path">
            <a:extLst xmlns:a="http://schemas.openxmlformats.org/drawingml/2006/main">
              <a:ext uri="{FF2B5EF4-FFF2-40B4-BE49-F238E27FC236}">
                <a16:creationId xmlns:a16="http://schemas.microsoft.com/office/drawing/2014/main" id="{095C4C56-9C45-49F0-A7ED-8C709BCF8AF7}"/>
              </a:ext>
            </a:extLst>
          </p:cNvPr>
          <p:cNvSpPr>
            <a:spLocks xmlns:a="http://schemas.openxmlformats.org/drawingml/2006/main" noGrp="1"/>
          </p:cNvSpPr>
          <p:nvPr/>
        </p:nvSpPr>
        <p:spPr>
          <a:xfrm xmlns:a="http://schemas.openxmlformats.org/drawingml/2006/main">
            <a:off x="11191875" y="4114800"/>
            <a:ext cx="953" cy="1104900"/>
          </a:xfrm>
          <a:custGeom xmlns:a="http://schemas.openxmlformats.org/drawingml/2006/main">
            <a:pathLst>
              <a:path w="953" h="1104900">
                <a:moveTo>
                  <a:pt x="0" y="1104900"/>
                </a:moveTo>
                <a:lnTo>
                  <a:pt x="0" y="0"/>
                </a:lnTo>
              </a:path>
            </a:pathLst>
          </a:custGeom>
          <a:noFill xmlns:a="http://schemas.openxmlformats.org/drawingml/2006/main"/>
          <a:ln xmlns:a="http://schemas.openxmlformats.org/drawingml/2006/main" w="10478">
            <a:solidFill>
              <a:srgbClr val="B8753F"/>
            </a:solidFill>
            <a:prstDash val="solid"/>
          </a:ln>
        </p:spPr>
      </p:sp>
      <p:sp>
        <p:nvSpPr>
          <p:cNvPr id="217" name="dp45-comparison / n192 / arrow">
            <a:extLst xmlns:a="http://schemas.openxmlformats.org/drawingml/2006/main">
              <a:ext uri="{FF2B5EF4-FFF2-40B4-BE49-F238E27FC236}">
                <a16:creationId xmlns:a16="http://schemas.microsoft.com/office/drawing/2014/main" id="{2A768A63-0E93-47A7-8C41-97FAFAD4BBA6}"/>
              </a:ext>
            </a:extLst>
          </p:cNvPr>
          <p:cNvSpPr>
            <a:spLocks xmlns:a="http://schemas.openxmlformats.org/drawingml/2006/main" noGrp="1"/>
          </p:cNvSpPr>
          <p:nvPr/>
        </p:nvSpPr>
        <p:spPr>
          <a:xfrm xmlns:a="http://schemas.openxmlformats.org/drawingml/2006/main">
            <a:off x="111583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8" name="dp45-comparison / n193 / path">
            <a:extLst xmlns:a="http://schemas.openxmlformats.org/drawingml/2006/main">
              <a:ext uri="{FF2B5EF4-FFF2-40B4-BE49-F238E27FC236}">
                <a16:creationId xmlns:a16="http://schemas.microsoft.com/office/drawing/2014/main" id="{5D1CC04B-9F9E-4D84-8E84-7AACC0CF9F64}"/>
              </a:ext>
            </a:extLst>
          </p:cNvPr>
          <p:cNvSpPr>
            <a:spLocks xmlns:a="http://schemas.openxmlformats.org/drawingml/2006/main" noGrp="1"/>
          </p:cNvSpPr>
          <p:nvPr/>
        </p:nvSpPr>
        <p:spPr>
          <a:xfrm xmlns:a="http://schemas.openxmlformats.org/drawingml/2006/main">
            <a:off x="11668125" y="4114800"/>
            <a:ext cx="953" cy="1104900"/>
          </a:xfrm>
          <a:custGeom xmlns:a="http://schemas.openxmlformats.org/drawingml/2006/main">
            <a:pathLst>
              <a:path w="953" h="1104900">
                <a:moveTo>
                  <a:pt x="0" y="0"/>
                </a:moveTo>
                <a:lnTo>
                  <a:pt x="0" y="1104900"/>
                </a:lnTo>
              </a:path>
            </a:pathLst>
          </a:custGeom>
          <a:noFill xmlns:a="http://schemas.openxmlformats.org/drawingml/2006/main"/>
          <a:ln xmlns:a="http://schemas.openxmlformats.org/drawingml/2006/main" w="10478">
            <a:solidFill>
              <a:srgbClr val="B8753F"/>
            </a:solidFill>
            <a:prstDash val="dash"/>
          </a:ln>
        </p:spPr>
      </p:sp>
      <p:sp>
        <p:nvSpPr>
          <p:cNvPr id="219" name="dp45-comparison / n193 / arrow">
            <a:extLst xmlns:a="http://schemas.openxmlformats.org/drawingml/2006/main">
              <a:ext uri="{FF2B5EF4-FFF2-40B4-BE49-F238E27FC236}">
                <a16:creationId xmlns:a16="http://schemas.microsoft.com/office/drawing/2014/main" id="{4C90461C-19A2-428E-B049-E5615E7B3A9A}"/>
              </a:ext>
            </a:extLst>
          </p:cNvPr>
          <p:cNvSpPr>
            <a:spLocks xmlns:a="http://schemas.openxmlformats.org/drawingml/2006/main" noGrp="1"/>
          </p:cNvSpPr>
          <p:nvPr/>
        </p:nvSpPr>
        <p:spPr>
          <a:xfrm xmlns:a="http://schemas.openxmlformats.org/drawingml/2006/main">
            <a:off x="11634597" y="51526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0" name="dp45-comparison / n202 / path">
            <a:extLst xmlns:a="http://schemas.openxmlformats.org/drawingml/2006/main">
              <a:ext uri="{FF2B5EF4-FFF2-40B4-BE49-F238E27FC236}">
                <a16:creationId xmlns:a16="http://schemas.microsoft.com/office/drawing/2014/main" id="{63865D14-93F8-45DF-9E56-E0B322E45DCF}"/>
              </a:ext>
            </a:extLst>
          </p:cNvPr>
          <p:cNvSpPr>
            <a:spLocks xmlns:a="http://schemas.openxmlformats.org/drawingml/2006/main" noGrp="1"/>
          </p:cNvSpPr>
          <p:nvPr/>
        </p:nvSpPr>
        <p:spPr>
          <a:xfrm xmlns:a="http://schemas.openxmlformats.org/drawingml/2006/main">
            <a:off x="12382500" y="2638425"/>
            <a:ext cx="5324475" cy="3267075"/>
          </a:xfrm>
          <a:custGeom xmlns:a="http://schemas.openxmlformats.org/drawingml/2006/main">
            <a:pathLst>
              <a:path w="5324475" h="3267075">
                <a:moveTo>
                  <a:pt x="0" y="2943225"/>
                </a:moveTo>
                <a:lnTo>
                  <a:pt x="0" y="3267075"/>
                </a:lnTo>
                <a:lnTo>
                  <a:pt x="5324475" y="3267075"/>
                </a:lnTo>
                <a:lnTo>
                  <a:pt x="5324475" y="0"/>
                </a:lnTo>
                <a:lnTo>
                  <a:pt x="5191125" y="0"/>
                </a:lnTo>
              </a:path>
            </a:pathLst>
          </a:custGeom>
          <a:noFill xmlns:a="http://schemas.openxmlformats.org/drawingml/2006/main"/>
          <a:ln xmlns:a="http://schemas.openxmlformats.org/drawingml/2006/main" w="10478">
            <a:solidFill>
              <a:srgbClr val="000000"/>
            </a:solidFill>
            <a:prstDash val="solid"/>
          </a:ln>
        </p:spPr>
      </p:sp>
      <p:sp>
        <p:nvSpPr>
          <p:cNvPr id="221" name="dp45-comparison / n202 / arrow">
            <a:extLst xmlns:a="http://schemas.openxmlformats.org/drawingml/2006/main">
              <a:ext uri="{FF2B5EF4-FFF2-40B4-BE49-F238E27FC236}">
                <a16:creationId xmlns:a16="http://schemas.microsoft.com/office/drawing/2014/main" id="{2A34CAEA-57A7-40B5-ACFD-31759006C4F6}"/>
              </a:ext>
            </a:extLst>
          </p:cNvPr>
          <p:cNvSpPr>
            <a:spLocks xmlns:a="http://schemas.openxmlformats.org/drawingml/2006/main" noGrp="1"/>
          </p:cNvSpPr>
          <p:nvPr/>
        </p:nvSpPr>
        <p:spPr>
          <a:xfrm xmlns:a="http://schemas.openxmlformats.org/drawingml/2006/main">
            <a:off x="17573625" y="26048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2" name="dp45-comparison / n203 / path">
            <a:extLst xmlns:a="http://schemas.openxmlformats.org/drawingml/2006/main">
              <a:ext uri="{FF2B5EF4-FFF2-40B4-BE49-F238E27FC236}">
                <a16:creationId xmlns:a16="http://schemas.microsoft.com/office/drawing/2014/main" id="{EB82A643-B04D-4D3D-B6C1-2C0B22D528EB}"/>
              </a:ext>
            </a:extLst>
          </p:cNvPr>
          <p:cNvSpPr>
            <a:spLocks xmlns:a="http://schemas.openxmlformats.org/drawingml/2006/main" noGrp="1"/>
          </p:cNvSpPr>
          <p:nvPr/>
        </p:nvSpPr>
        <p:spPr>
          <a:xfrm xmlns:a="http://schemas.openxmlformats.org/drawingml/2006/main">
            <a:off x="12430125" y="2686050"/>
            <a:ext cx="5324475" cy="3248025"/>
          </a:xfrm>
          <a:custGeom xmlns:a="http://schemas.openxmlformats.org/drawingml/2006/main">
            <a:pathLst>
              <a:path w="5324475" h="3248025">
                <a:moveTo>
                  <a:pt x="5143500" y="0"/>
                </a:moveTo>
                <a:lnTo>
                  <a:pt x="5324475" y="0"/>
                </a:lnTo>
                <a:lnTo>
                  <a:pt x="5324475" y="3248025"/>
                </a:lnTo>
                <a:lnTo>
                  <a:pt x="0" y="3248025"/>
                </a:lnTo>
                <a:lnTo>
                  <a:pt x="0" y="2895600"/>
                </a:lnTo>
              </a:path>
            </a:pathLst>
          </a:custGeom>
          <a:noFill xmlns:a="http://schemas.openxmlformats.org/drawingml/2006/main"/>
          <a:ln xmlns:a="http://schemas.openxmlformats.org/drawingml/2006/main" w="10478">
            <a:solidFill>
              <a:srgbClr val="000000"/>
            </a:solidFill>
            <a:prstDash val="dash"/>
          </a:ln>
        </p:spPr>
      </p:sp>
      <p:sp>
        <p:nvSpPr>
          <p:cNvPr id="223" name="dp45-comparison / n203 / arrow">
            <a:extLst xmlns:a="http://schemas.openxmlformats.org/drawingml/2006/main">
              <a:ext uri="{FF2B5EF4-FFF2-40B4-BE49-F238E27FC236}">
                <a16:creationId xmlns:a16="http://schemas.microsoft.com/office/drawing/2014/main" id="{85B0722D-FA22-4DCA-9ECA-FBEA879B3D1C}"/>
              </a:ext>
            </a:extLst>
          </p:cNvPr>
          <p:cNvSpPr>
            <a:spLocks xmlns:a="http://schemas.openxmlformats.org/drawingml/2006/main" noGrp="1"/>
          </p:cNvSpPr>
          <p:nvPr/>
        </p:nvSpPr>
        <p:spPr>
          <a:xfrm xmlns:a="http://schemas.openxmlformats.org/drawingml/2006/main">
            <a:off x="12396597" y="55816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4" name="dp45-comparison / n204 / path">
            <a:extLst xmlns:a="http://schemas.openxmlformats.org/drawingml/2006/main">
              <a:ext uri="{FF2B5EF4-FFF2-40B4-BE49-F238E27FC236}">
                <a16:creationId xmlns:a16="http://schemas.microsoft.com/office/drawing/2014/main" id="{A95858D1-8FD8-49E9-A972-9E42005F5FD4}"/>
              </a:ext>
            </a:extLst>
          </p:cNvPr>
          <p:cNvSpPr>
            <a:spLocks xmlns:a="http://schemas.openxmlformats.org/drawingml/2006/main" noGrp="1"/>
          </p:cNvSpPr>
          <p:nvPr/>
        </p:nvSpPr>
        <p:spPr>
          <a:xfrm xmlns:a="http://schemas.openxmlformats.org/drawingml/2006/main">
            <a:off x="12715875" y="2714625"/>
            <a:ext cx="4886325" cy="2590800"/>
          </a:xfrm>
          <a:custGeom xmlns:a="http://schemas.openxmlformats.org/drawingml/2006/main">
            <a:pathLst>
              <a:path w="4886325" h="2590800">
                <a:moveTo>
                  <a:pt x="0" y="2590800"/>
                </a:moveTo>
                <a:lnTo>
                  <a:pt x="4886325" y="2590800"/>
                </a:lnTo>
                <a:lnTo>
                  <a:pt x="4886325" y="419100"/>
                </a:lnTo>
                <a:lnTo>
                  <a:pt x="2309813" y="419100"/>
                </a:lnTo>
                <a:lnTo>
                  <a:pt x="2309813" y="0"/>
                </a:lnTo>
              </a:path>
            </a:pathLst>
          </a:custGeom>
          <a:noFill xmlns:a="http://schemas.openxmlformats.org/drawingml/2006/main"/>
          <a:ln xmlns:a="http://schemas.openxmlformats.org/drawingml/2006/main" w="10478">
            <a:solidFill>
              <a:srgbClr val="000000"/>
            </a:solidFill>
            <a:prstDash val="solid"/>
          </a:ln>
        </p:spPr>
      </p:sp>
      <p:sp>
        <p:nvSpPr>
          <p:cNvPr id="225" name="dp45-comparison / n204 / arrow">
            <a:extLst xmlns:a="http://schemas.openxmlformats.org/drawingml/2006/main">
              <a:ext uri="{FF2B5EF4-FFF2-40B4-BE49-F238E27FC236}">
                <a16:creationId xmlns:a16="http://schemas.microsoft.com/office/drawing/2014/main" id="{09B88E48-32E4-417B-8F1A-44399DB17EF0}"/>
              </a:ext>
            </a:extLst>
          </p:cNvPr>
          <p:cNvSpPr>
            <a:spLocks xmlns:a="http://schemas.openxmlformats.org/drawingml/2006/main" noGrp="1"/>
          </p:cNvSpPr>
          <p:nvPr/>
        </p:nvSpPr>
        <p:spPr>
          <a:xfrm xmlns:a="http://schemas.openxmlformats.org/drawingml/2006/main">
            <a:off x="14992160"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6" name="dp45-comparison / n205 / path">
            <a:extLst xmlns:a="http://schemas.openxmlformats.org/drawingml/2006/main">
              <a:ext uri="{FF2B5EF4-FFF2-40B4-BE49-F238E27FC236}">
                <a16:creationId xmlns:a16="http://schemas.microsoft.com/office/drawing/2014/main" id="{C03A3D60-B455-49C7-BD3B-AE304FBDF597}"/>
              </a:ext>
            </a:extLst>
          </p:cNvPr>
          <p:cNvSpPr>
            <a:spLocks xmlns:a="http://schemas.openxmlformats.org/drawingml/2006/main" noGrp="1"/>
          </p:cNvSpPr>
          <p:nvPr/>
        </p:nvSpPr>
        <p:spPr>
          <a:xfrm xmlns:a="http://schemas.openxmlformats.org/drawingml/2006/main">
            <a:off x="12715875" y="2714625"/>
            <a:ext cx="4924425" cy="2628900"/>
          </a:xfrm>
          <a:custGeom xmlns:a="http://schemas.openxmlformats.org/drawingml/2006/main">
            <a:pathLst>
              <a:path w="4924425" h="2628900">
                <a:moveTo>
                  <a:pt x="2347913" y="0"/>
                </a:moveTo>
                <a:lnTo>
                  <a:pt x="2347913" y="457200"/>
                </a:lnTo>
                <a:lnTo>
                  <a:pt x="4924425" y="457200"/>
                </a:lnTo>
                <a:lnTo>
                  <a:pt x="4924425" y="2628900"/>
                </a:lnTo>
                <a:lnTo>
                  <a:pt x="0" y="2628900"/>
                </a:lnTo>
              </a:path>
            </a:pathLst>
          </a:custGeom>
          <a:noFill xmlns:a="http://schemas.openxmlformats.org/drawingml/2006/main"/>
          <a:ln xmlns:a="http://schemas.openxmlformats.org/drawingml/2006/main" w="10478">
            <a:solidFill>
              <a:srgbClr val="000000"/>
            </a:solidFill>
            <a:prstDash val="dash"/>
          </a:ln>
        </p:spPr>
      </p:sp>
      <p:sp>
        <p:nvSpPr>
          <p:cNvPr id="227" name="dp45-comparison / n205 / arrow">
            <a:extLst xmlns:a="http://schemas.openxmlformats.org/drawingml/2006/main">
              <a:ext uri="{FF2B5EF4-FFF2-40B4-BE49-F238E27FC236}">
                <a16:creationId xmlns:a16="http://schemas.microsoft.com/office/drawing/2014/main" id="{9D6B43B4-74CB-4777-A441-8A865FF59AD9}"/>
              </a:ext>
            </a:extLst>
          </p:cNvPr>
          <p:cNvSpPr>
            <a:spLocks xmlns:a="http://schemas.openxmlformats.org/drawingml/2006/main" noGrp="1"/>
          </p:cNvSpPr>
          <p:nvPr/>
        </p:nvSpPr>
        <p:spPr>
          <a:xfrm xmlns:a="http://schemas.openxmlformats.org/drawingml/2006/main">
            <a:off x="12715875" y="53099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8" name="dp45-comparison / n208 / path">
            <a:extLst xmlns:a="http://schemas.openxmlformats.org/drawingml/2006/main">
              <a:ext uri="{FF2B5EF4-FFF2-40B4-BE49-F238E27FC236}">
                <a16:creationId xmlns:a16="http://schemas.microsoft.com/office/drawing/2014/main" id="{4D0DF3E6-6C1D-4943-8EF5-CC7A64BAEC1B}"/>
              </a:ext>
            </a:extLst>
          </p:cNvPr>
          <p:cNvSpPr>
            <a:spLocks xmlns:a="http://schemas.openxmlformats.org/drawingml/2006/main" noGrp="1"/>
          </p:cNvSpPr>
          <p:nvPr/>
        </p:nvSpPr>
        <p:spPr>
          <a:xfrm xmlns:a="http://schemas.openxmlformats.org/drawingml/2006/main">
            <a:off x="9734550" y="2562225"/>
            <a:ext cx="409575" cy="2838450"/>
          </a:xfrm>
          <a:custGeom xmlns:a="http://schemas.openxmlformats.org/drawingml/2006/main">
            <a:pathLst>
              <a:path w="409575" h="2838450">
                <a:moveTo>
                  <a:pt x="219075" y="0"/>
                </a:moveTo>
                <a:lnTo>
                  <a:pt x="0" y="0"/>
                </a:lnTo>
                <a:lnTo>
                  <a:pt x="0" y="2838450"/>
                </a:lnTo>
                <a:lnTo>
                  <a:pt x="409575" y="2838450"/>
                </a:lnTo>
              </a:path>
            </a:pathLst>
          </a:custGeom>
          <a:noFill xmlns:a="http://schemas.openxmlformats.org/drawingml/2006/main"/>
          <a:ln xmlns:a="http://schemas.openxmlformats.org/drawingml/2006/main" w="10478">
            <a:solidFill>
              <a:srgbClr val="B8753F"/>
            </a:solidFill>
            <a:prstDash val="solid"/>
          </a:ln>
        </p:spPr>
      </p:sp>
      <p:sp>
        <p:nvSpPr>
          <p:cNvPr id="229" name="dp45-comparison / n208 / arrow">
            <a:extLst xmlns:a="http://schemas.openxmlformats.org/drawingml/2006/main">
              <a:ext uri="{FF2B5EF4-FFF2-40B4-BE49-F238E27FC236}">
                <a16:creationId xmlns:a16="http://schemas.microsoft.com/office/drawing/2014/main" id="{55E4401C-4004-4F05-AFBD-B31EA32C8397}"/>
              </a:ext>
            </a:extLst>
          </p:cNvPr>
          <p:cNvSpPr>
            <a:spLocks xmlns:a="http://schemas.openxmlformats.org/drawingml/2006/main" noGrp="1"/>
          </p:cNvSpPr>
          <p:nvPr/>
        </p:nvSpPr>
        <p:spPr>
          <a:xfrm xmlns:a="http://schemas.openxmlformats.org/drawingml/2006/main">
            <a:off x="10077069" y="53671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0" name="dp45-comparison / n209 / path">
            <a:extLst xmlns:a="http://schemas.openxmlformats.org/drawingml/2006/main">
              <a:ext uri="{FF2B5EF4-FFF2-40B4-BE49-F238E27FC236}">
                <a16:creationId xmlns:a16="http://schemas.microsoft.com/office/drawing/2014/main" id="{B32A822C-72BD-4CE3-985E-C52213C01F09}"/>
              </a:ext>
            </a:extLst>
          </p:cNvPr>
          <p:cNvSpPr>
            <a:spLocks xmlns:a="http://schemas.openxmlformats.org/drawingml/2006/main" noGrp="1"/>
          </p:cNvSpPr>
          <p:nvPr/>
        </p:nvSpPr>
        <p:spPr>
          <a:xfrm xmlns:a="http://schemas.openxmlformats.org/drawingml/2006/main">
            <a:off x="9810750" y="2638425"/>
            <a:ext cx="333375" cy="2847975"/>
          </a:xfrm>
          <a:custGeom xmlns:a="http://schemas.openxmlformats.org/drawingml/2006/main">
            <a:pathLst>
              <a:path w="333375" h="2847975">
                <a:moveTo>
                  <a:pt x="333375" y="2847975"/>
                </a:moveTo>
                <a:lnTo>
                  <a:pt x="0" y="284797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231" name="dp45-comparison / n209 / arrow">
            <a:extLst xmlns:a="http://schemas.openxmlformats.org/drawingml/2006/main">
              <a:ext uri="{FF2B5EF4-FFF2-40B4-BE49-F238E27FC236}">
                <a16:creationId xmlns:a16="http://schemas.microsoft.com/office/drawing/2014/main" id="{F049A37E-6203-4AF2-8455-299BC01929C6}"/>
              </a:ext>
            </a:extLst>
          </p:cNvPr>
          <p:cNvSpPr>
            <a:spLocks xmlns:a="http://schemas.openxmlformats.org/drawingml/2006/main" noGrp="1"/>
          </p:cNvSpPr>
          <p:nvPr/>
        </p:nvSpPr>
        <p:spPr>
          <a:xfrm xmlns:a="http://schemas.openxmlformats.org/drawingml/2006/main">
            <a:off x="988656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5-comparison / n212">
            <a:extLst xmlns:a="http://schemas.openxmlformats.org/drawingml/2006/main">
              <a:ext uri="{FF2B5EF4-FFF2-40B4-BE49-F238E27FC236}">
                <a16:creationId xmlns:a16="http://schemas.microsoft.com/office/drawing/2014/main" id="{B8507AA3-E08C-4DB0-BBA8-E85F4DD19480}"/>
              </a:ext>
            </a:extLst>
          </p:cNvPr>
          <p:cNvSpPr>
            <a:spLocks xmlns:a="http://schemas.openxmlformats.org/drawingml/2006/main" noGrp="1"/>
          </p:cNvSpPr>
          <p:nvPr/>
        </p:nvSpPr>
        <p:spPr>
          <a:xfrm xmlns:a="http://schemas.openxmlformats.org/drawingml/2006/main">
            <a:off x="1014412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5-comparison / n213 / text 1">
            <a:extLst xmlns:a="http://schemas.openxmlformats.org/drawingml/2006/main">
              <a:ext uri="{FF2B5EF4-FFF2-40B4-BE49-F238E27FC236}">
                <a16:creationId xmlns:a16="http://schemas.microsoft.com/office/drawing/2014/main" id="{69AB35BB-30F9-4358-A519-150216F714D7}"/>
              </a:ext>
            </a:extLst>
          </p:cNvPr>
          <p:cNvSpPr>
            <a:spLocks xmlns:a="http://schemas.openxmlformats.org/drawingml/2006/main" noGrp="1"/>
          </p:cNvSpPr>
          <p:nvPr/>
        </p:nvSpPr>
        <p:spPr>
          <a:xfrm xmlns:a="http://schemas.openxmlformats.org/drawingml/2006/main">
            <a:off x="1022985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234" name="dp45-comparison / n214">
            <a:extLst xmlns:a="http://schemas.openxmlformats.org/drawingml/2006/main">
              <a:ext uri="{FF2B5EF4-FFF2-40B4-BE49-F238E27FC236}">
                <a16:creationId xmlns:a16="http://schemas.microsoft.com/office/drawing/2014/main" id="{8EB1AE35-67F3-4C39-9B34-8F1A11F63B19}"/>
              </a:ext>
            </a:extLst>
          </p:cNvPr>
          <p:cNvSpPr>
            <a:spLocks xmlns:a="http://schemas.openxmlformats.org/drawingml/2006/main" noGrp="1"/>
          </p:cNvSpPr>
          <p:nvPr/>
        </p:nvSpPr>
        <p:spPr>
          <a:xfrm xmlns:a="http://schemas.openxmlformats.org/drawingml/2006/main">
            <a:off x="1462087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235" name="dp45-comparison / n215 / text 1">
            <a:extLst xmlns:a="http://schemas.openxmlformats.org/drawingml/2006/main">
              <a:ext uri="{FF2B5EF4-FFF2-40B4-BE49-F238E27FC236}">
                <a16:creationId xmlns:a16="http://schemas.microsoft.com/office/drawing/2014/main" id="{DB359A28-252A-41D7-B00A-6DECC4A18DDC}"/>
              </a:ext>
            </a:extLst>
          </p:cNvPr>
          <p:cNvSpPr>
            <a:spLocks xmlns:a="http://schemas.openxmlformats.org/drawingml/2006/main" noGrp="1"/>
          </p:cNvSpPr>
          <p:nvPr/>
        </p:nvSpPr>
        <p:spPr>
          <a:xfrm xmlns:a="http://schemas.openxmlformats.org/drawingml/2006/main">
            <a:off x="1470660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236" name="dp45-comparison / n216 / path">
            <a:extLst xmlns:a="http://schemas.openxmlformats.org/drawingml/2006/main">
              <a:ext uri="{FF2B5EF4-FFF2-40B4-BE49-F238E27FC236}">
                <a16:creationId xmlns:a16="http://schemas.microsoft.com/office/drawing/2014/main" id="{EFECFF52-C903-469A-BFB0-DF9F141A9494}"/>
              </a:ext>
            </a:extLst>
          </p:cNvPr>
          <p:cNvSpPr>
            <a:spLocks xmlns:a="http://schemas.openxmlformats.org/drawingml/2006/main" noGrp="1"/>
          </p:cNvSpPr>
          <p:nvPr/>
        </p:nvSpPr>
        <p:spPr>
          <a:xfrm xmlns:a="http://schemas.openxmlformats.org/drawingml/2006/main">
            <a:off x="992505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237" name="dp45-comparison / n216 / arrow">
            <a:extLst xmlns:a="http://schemas.openxmlformats.org/drawingml/2006/main">
              <a:ext uri="{FF2B5EF4-FFF2-40B4-BE49-F238E27FC236}">
                <a16:creationId xmlns:a16="http://schemas.microsoft.com/office/drawing/2014/main" id="{634BB9AE-F4B7-4AFE-BC57-EB281B2DD0A4}"/>
              </a:ext>
            </a:extLst>
          </p:cNvPr>
          <p:cNvSpPr>
            <a:spLocks xmlns:a="http://schemas.openxmlformats.org/drawingml/2006/main" noGrp="1"/>
          </p:cNvSpPr>
          <p:nvPr/>
        </p:nvSpPr>
        <p:spPr>
          <a:xfrm xmlns:a="http://schemas.openxmlformats.org/drawingml/2006/main">
            <a:off x="1007706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8" name="dp45-comparison / n217 / path">
            <a:extLst xmlns:a="http://schemas.openxmlformats.org/drawingml/2006/main">
              <a:ext uri="{FF2B5EF4-FFF2-40B4-BE49-F238E27FC236}">
                <a16:creationId xmlns:a16="http://schemas.microsoft.com/office/drawing/2014/main" id="{6B037651-72F9-4133-806D-992A6D33C883}"/>
              </a:ext>
            </a:extLst>
          </p:cNvPr>
          <p:cNvSpPr>
            <a:spLocks xmlns:a="http://schemas.openxmlformats.org/drawingml/2006/main" noGrp="1"/>
          </p:cNvSpPr>
          <p:nvPr/>
        </p:nvSpPr>
        <p:spPr>
          <a:xfrm xmlns:a="http://schemas.openxmlformats.org/drawingml/2006/main">
            <a:off x="1000125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239" name="dp45-comparison / n217 / arrow">
            <a:extLst xmlns:a="http://schemas.openxmlformats.org/drawingml/2006/main">
              <a:ext uri="{FF2B5EF4-FFF2-40B4-BE49-F238E27FC236}">
                <a16:creationId xmlns:a16="http://schemas.microsoft.com/office/drawing/2014/main" id="{F576800E-1843-48F1-9A36-18C89B1FA6B2}"/>
              </a:ext>
            </a:extLst>
          </p:cNvPr>
          <p:cNvSpPr>
            <a:spLocks xmlns:a="http://schemas.openxmlformats.org/drawingml/2006/main" noGrp="1"/>
          </p:cNvSpPr>
          <p:nvPr/>
        </p:nvSpPr>
        <p:spPr>
          <a:xfrm xmlns:a="http://schemas.openxmlformats.org/drawingml/2006/main">
            <a:off x="1007706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0" name="dp45-comparison / n218 / path">
            <a:extLst xmlns:a="http://schemas.openxmlformats.org/drawingml/2006/main">
              <a:ext uri="{FF2B5EF4-FFF2-40B4-BE49-F238E27FC236}">
                <a16:creationId xmlns:a16="http://schemas.microsoft.com/office/drawing/2014/main" id="{27803556-5FED-4E35-866F-FBF43C7CE703}"/>
              </a:ext>
            </a:extLst>
          </p:cNvPr>
          <p:cNvSpPr>
            <a:spLocks xmlns:a="http://schemas.openxmlformats.org/drawingml/2006/main" noGrp="1"/>
          </p:cNvSpPr>
          <p:nvPr/>
        </p:nvSpPr>
        <p:spPr>
          <a:xfrm xmlns:a="http://schemas.openxmlformats.org/drawingml/2006/main">
            <a:off x="1271587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41" name="dp45-comparison / n218 / arrow">
            <a:extLst xmlns:a="http://schemas.openxmlformats.org/drawingml/2006/main">
              <a:ext uri="{FF2B5EF4-FFF2-40B4-BE49-F238E27FC236}">
                <a16:creationId xmlns:a16="http://schemas.microsoft.com/office/drawing/2014/main" id="{6E51AB4A-262D-46DE-83CC-4ED8689F3455}"/>
              </a:ext>
            </a:extLst>
          </p:cNvPr>
          <p:cNvSpPr>
            <a:spLocks xmlns:a="http://schemas.openxmlformats.org/drawingml/2006/main" noGrp="1"/>
          </p:cNvSpPr>
          <p:nvPr/>
        </p:nvSpPr>
        <p:spPr>
          <a:xfrm xmlns:a="http://schemas.openxmlformats.org/drawingml/2006/main">
            <a:off x="1455381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2" name="dp45-comparison / n219 / path">
            <a:extLst xmlns:a="http://schemas.openxmlformats.org/drawingml/2006/main">
              <a:ext uri="{FF2B5EF4-FFF2-40B4-BE49-F238E27FC236}">
                <a16:creationId xmlns:a16="http://schemas.microsoft.com/office/drawing/2014/main" id="{ABF69102-5539-4EF9-9CF2-693D9B962DF3}"/>
              </a:ext>
            </a:extLst>
          </p:cNvPr>
          <p:cNvSpPr>
            <a:spLocks xmlns:a="http://schemas.openxmlformats.org/drawingml/2006/main" noGrp="1"/>
          </p:cNvSpPr>
          <p:nvPr/>
        </p:nvSpPr>
        <p:spPr>
          <a:xfrm xmlns:a="http://schemas.openxmlformats.org/drawingml/2006/main">
            <a:off x="1271587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43" name="dp45-comparison / n219 / arrow">
            <a:extLst xmlns:a="http://schemas.openxmlformats.org/drawingml/2006/main">
              <a:ext uri="{FF2B5EF4-FFF2-40B4-BE49-F238E27FC236}">
                <a16:creationId xmlns:a16="http://schemas.microsoft.com/office/drawing/2014/main" id="{F1373230-205D-4BA4-BE3D-3A4AFA2B15BD}"/>
              </a:ext>
            </a:extLst>
          </p:cNvPr>
          <p:cNvSpPr>
            <a:spLocks xmlns:a="http://schemas.openxmlformats.org/drawingml/2006/main" noGrp="1"/>
          </p:cNvSpPr>
          <p:nvPr/>
        </p:nvSpPr>
        <p:spPr>
          <a:xfrm xmlns:a="http://schemas.openxmlformats.org/drawingml/2006/main">
            <a:off x="1271587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4" name="dp45-comparison / n222 / path">
            <a:extLst xmlns:a="http://schemas.openxmlformats.org/drawingml/2006/main">
              <a:ext uri="{FF2B5EF4-FFF2-40B4-BE49-F238E27FC236}">
                <a16:creationId xmlns:a16="http://schemas.microsoft.com/office/drawing/2014/main" id="{6388FA69-D568-4ED5-ABE6-748AED1085A9}"/>
              </a:ext>
            </a:extLst>
          </p:cNvPr>
          <p:cNvSpPr>
            <a:spLocks xmlns:a="http://schemas.openxmlformats.org/drawingml/2006/main" noGrp="1"/>
          </p:cNvSpPr>
          <p:nvPr/>
        </p:nvSpPr>
        <p:spPr>
          <a:xfrm xmlns:a="http://schemas.openxmlformats.org/drawingml/2006/main">
            <a:off x="985837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45" name="dp45-comparison / n225">
            <a:extLst xmlns:a="http://schemas.openxmlformats.org/drawingml/2006/main">
              <a:ext uri="{FF2B5EF4-FFF2-40B4-BE49-F238E27FC236}">
                <a16:creationId xmlns:a16="http://schemas.microsoft.com/office/drawing/2014/main" id="{DA8481A1-009F-4AD5-BB1E-FA5F55014C0C}"/>
              </a:ext>
            </a:extLst>
          </p:cNvPr>
          <p:cNvSpPr>
            <a:spLocks xmlns:a="http://schemas.openxmlformats.org/drawingml/2006/main" noGrp="1"/>
          </p:cNvSpPr>
          <p:nvPr/>
        </p:nvSpPr>
        <p:spPr>
          <a:xfrm xmlns:a="http://schemas.openxmlformats.org/drawingml/2006/main">
            <a:off x="9953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6" name="dp45-comparison / n226 / text 1">
            <a:extLst xmlns:a="http://schemas.openxmlformats.org/drawingml/2006/main">
              <a:ext uri="{FF2B5EF4-FFF2-40B4-BE49-F238E27FC236}">
                <a16:creationId xmlns:a16="http://schemas.microsoft.com/office/drawing/2014/main" id="{DDF49C3A-6401-4C26-A4C5-A4A8E275A0A1}"/>
              </a:ext>
            </a:extLst>
          </p:cNvPr>
          <p:cNvSpPr>
            <a:spLocks xmlns:a="http://schemas.openxmlformats.org/drawingml/2006/main" noGrp="1"/>
          </p:cNvSpPr>
          <p:nvPr/>
        </p:nvSpPr>
        <p:spPr>
          <a:xfrm xmlns:a="http://schemas.openxmlformats.org/drawingml/2006/main">
            <a:off x="10039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원본 변경 또는 생산 요청</a:t>
            </a:r>
          </a:p>
        </p:txBody>
      </p:sp>
      <p:sp>
        <p:nvSpPr>
          <p:cNvPr id="247" name="dp45-comparison / n227">
            <a:extLst xmlns:a="http://schemas.openxmlformats.org/drawingml/2006/main">
              <a:ext uri="{FF2B5EF4-FFF2-40B4-BE49-F238E27FC236}">
                <a16:creationId xmlns:a16="http://schemas.microsoft.com/office/drawing/2014/main" id="{6E62BD2C-30EE-4283-8B96-0943EC1E9FF2}"/>
              </a:ext>
            </a:extLst>
          </p:cNvPr>
          <p:cNvSpPr>
            <a:spLocks xmlns:a="http://schemas.openxmlformats.org/drawingml/2006/main" noGrp="1"/>
          </p:cNvSpPr>
          <p:nvPr/>
        </p:nvSpPr>
        <p:spPr>
          <a:xfrm xmlns:a="http://schemas.openxmlformats.org/drawingml/2006/main">
            <a:off x="12620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5-comparison / n228 / text 1">
            <a:extLst xmlns:a="http://schemas.openxmlformats.org/drawingml/2006/main">
              <a:ext uri="{FF2B5EF4-FFF2-40B4-BE49-F238E27FC236}">
                <a16:creationId xmlns:a16="http://schemas.microsoft.com/office/drawing/2014/main" id="{3BCE481D-2BCE-4154-BA8F-6928B8AA24D5}"/>
              </a:ext>
            </a:extLst>
          </p:cNvPr>
          <p:cNvSpPr>
            <a:spLocks xmlns:a="http://schemas.openxmlformats.org/drawingml/2006/main" noGrp="1"/>
          </p:cNvSpPr>
          <p:nvPr/>
        </p:nvSpPr>
        <p:spPr>
          <a:xfrm xmlns:a="http://schemas.openxmlformats.org/drawingml/2006/main">
            <a:off x="12706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Publisher: 공통 관계 게시</a:t>
            </a:r>
          </a:p>
        </p:txBody>
      </p:sp>
      <p:sp>
        <p:nvSpPr>
          <p:cNvPr id="249" name="dp45-comparison / n229 / path">
            <a:extLst xmlns:a="http://schemas.openxmlformats.org/drawingml/2006/main">
              <a:ext uri="{FF2B5EF4-FFF2-40B4-BE49-F238E27FC236}">
                <a16:creationId xmlns:a16="http://schemas.microsoft.com/office/drawing/2014/main" id="{56448189-5A14-44A0-9662-28626EA3CEDC}"/>
              </a:ext>
            </a:extLst>
          </p:cNvPr>
          <p:cNvSpPr>
            <a:spLocks xmlns:a="http://schemas.openxmlformats.org/drawingml/2006/main" noGrp="1"/>
          </p:cNvSpPr>
          <p:nvPr/>
        </p:nvSpPr>
        <p:spPr>
          <a:xfrm xmlns:a="http://schemas.openxmlformats.org/drawingml/2006/main">
            <a:off x="12192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0" name="dp45-comparison / n229 / arrow">
            <a:extLst xmlns:a="http://schemas.openxmlformats.org/drawingml/2006/main">
              <a:ext uri="{FF2B5EF4-FFF2-40B4-BE49-F238E27FC236}">
                <a16:creationId xmlns:a16="http://schemas.microsoft.com/office/drawing/2014/main" id="{62CCFE01-627A-4496-B4CA-54769C5698C4}"/>
              </a:ext>
            </a:extLst>
          </p:cNvPr>
          <p:cNvSpPr>
            <a:spLocks xmlns:a="http://schemas.openxmlformats.org/drawingml/2006/main" noGrp="1"/>
          </p:cNvSpPr>
          <p:nvPr/>
        </p:nvSpPr>
        <p:spPr>
          <a:xfrm xmlns:a="http://schemas.openxmlformats.org/drawingml/2006/main">
            <a:off x="12553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1" name="dp45-comparison / n230">
            <a:extLst xmlns:a="http://schemas.openxmlformats.org/drawingml/2006/main">
              <a:ext uri="{FF2B5EF4-FFF2-40B4-BE49-F238E27FC236}">
                <a16:creationId xmlns:a16="http://schemas.microsoft.com/office/drawing/2014/main" id="{9AC9E401-690C-4CE6-9AAC-EBA117D90FDC}"/>
              </a:ext>
            </a:extLst>
          </p:cNvPr>
          <p:cNvSpPr>
            <a:spLocks xmlns:a="http://schemas.openxmlformats.org/drawingml/2006/main" noGrp="1"/>
          </p:cNvSpPr>
          <p:nvPr/>
        </p:nvSpPr>
        <p:spPr>
          <a:xfrm xmlns:a="http://schemas.openxmlformats.org/drawingml/2006/main">
            <a:off x="1528762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2" name="dp45-comparison / n231 / text 1">
            <a:extLst xmlns:a="http://schemas.openxmlformats.org/drawingml/2006/main">
              <a:ext uri="{FF2B5EF4-FFF2-40B4-BE49-F238E27FC236}">
                <a16:creationId xmlns:a16="http://schemas.microsoft.com/office/drawing/2014/main" id="{93BD9FD7-3F43-43AD-B1A7-F61257F85E5D}"/>
              </a:ext>
            </a:extLst>
          </p:cNvPr>
          <p:cNvSpPr>
            <a:spLocks xmlns:a="http://schemas.openxmlformats.org/drawingml/2006/main" noGrp="1"/>
          </p:cNvSpPr>
          <p:nvPr/>
        </p:nvSpPr>
        <p:spPr>
          <a:xfrm xmlns:a="http://schemas.openxmlformats.org/drawingml/2006/main">
            <a:off x="1537335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Repository와 Coverage 유지</a:t>
            </a:r>
          </a:p>
        </p:txBody>
      </p:sp>
      <p:sp>
        <p:nvSpPr>
          <p:cNvPr id="253" name="dp45-comparison / n232 / path">
            <a:extLst xmlns:a="http://schemas.openxmlformats.org/drawingml/2006/main">
              <a:ext uri="{FF2B5EF4-FFF2-40B4-BE49-F238E27FC236}">
                <a16:creationId xmlns:a16="http://schemas.microsoft.com/office/drawing/2014/main" id="{3D1B6973-4024-4A5E-BB19-3BC73E88C851}"/>
              </a:ext>
            </a:extLst>
          </p:cNvPr>
          <p:cNvSpPr>
            <a:spLocks xmlns:a="http://schemas.openxmlformats.org/drawingml/2006/main" noGrp="1"/>
          </p:cNvSpPr>
          <p:nvPr/>
        </p:nvSpPr>
        <p:spPr>
          <a:xfrm xmlns:a="http://schemas.openxmlformats.org/drawingml/2006/main">
            <a:off x="14859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4" name="dp45-comparison / n232 / arrow">
            <a:extLst xmlns:a="http://schemas.openxmlformats.org/drawingml/2006/main">
              <a:ext uri="{FF2B5EF4-FFF2-40B4-BE49-F238E27FC236}">
                <a16:creationId xmlns:a16="http://schemas.microsoft.com/office/drawing/2014/main" id="{4206A140-B754-44B0-BC0A-F4CF661D4860}"/>
              </a:ext>
            </a:extLst>
          </p:cNvPr>
          <p:cNvSpPr>
            <a:spLocks xmlns:a="http://schemas.openxmlformats.org/drawingml/2006/main" noGrp="1"/>
          </p:cNvSpPr>
          <p:nvPr/>
        </p:nvSpPr>
        <p:spPr>
          <a:xfrm xmlns:a="http://schemas.openxmlformats.org/drawingml/2006/main">
            <a:off x="15220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5" name="dp45-comparison / n233">
            <a:extLst xmlns:a="http://schemas.openxmlformats.org/drawingml/2006/main">
              <a:ext uri="{FF2B5EF4-FFF2-40B4-BE49-F238E27FC236}">
                <a16:creationId xmlns:a16="http://schemas.microsoft.com/office/drawing/2014/main" id="{ADB9EE68-2BCA-4882-94C7-53FAB82F2802}"/>
              </a:ext>
            </a:extLst>
          </p:cNvPr>
          <p:cNvSpPr>
            <a:spLocks xmlns:a="http://schemas.openxmlformats.org/drawingml/2006/main" noGrp="1"/>
          </p:cNvSpPr>
          <p:nvPr/>
        </p:nvSpPr>
        <p:spPr>
          <a:xfrm xmlns:a="http://schemas.openxmlformats.org/drawingml/2006/main">
            <a:off x="9953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5-comparison / n234 / text 1">
            <a:extLst xmlns:a="http://schemas.openxmlformats.org/drawingml/2006/main">
              <a:ext uri="{FF2B5EF4-FFF2-40B4-BE49-F238E27FC236}">
                <a16:creationId xmlns:a16="http://schemas.microsoft.com/office/drawing/2014/main" id="{81338FAE-330A-4843-BFD8-37AFDE5611FF}"/>
              </a:ext>
            </a:extLst>
          </p:cNvPr>
          <p:cNvSpPr>
            <a:spLocks xmlns:a="http://schemas.openxmlformats.org/drawingml/2006/main" noGrp="1"/>
          </p:cNvSpPr>
          <p:nvPr/>
        </p:nvSpPr>
        <p:spPr>
          <a:xfrm xmlns:a="http://schemas.openxmlformats.org/drawingml/2006/main">
            <a:off x="10039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현재 Query1 도착</a:t>
            </a:r>
          </a:p>
        </p:txBody>
      </p:sp>
      <p:sp>
        <p:nvSpPr>
          <p:cNvPr id="257" name="dp45-comparison / n235">
            <a:extLst xmlns:a="http://schemas.openxmlformats.org/drawingml/2006/main">
              <a:ext uri="{FF2B5EF4-FFF2-40B4-BE49-F238E27FC236}">
                <a16:creationId xmlns:a16="http://schemas.microsoft.com/office/drawing/2014/main" id="{3316044F-E899-4B31-A040-3DC82405EE87}"/>
              </a:ext>
            </a:extLst>
          </p:cNvPr>
          <p:cNvSpPr>
            <a:spLocks xmlns:a="http://schemas.openxmlformats.org/drawingml/2006/main" noGrp="1"/>
          </p:cNvSpPr>
          <p:nvPr/>
        </p:nvSpPr>
        <p:spPr>
          <a:xfrm xmlns:a="http://schemas.openxmlformats.org/drawingml/2006/main">
            <a:off x="12620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5-comparison / n236 / text 1">
            <a:extLst xmlns:a="http://schemas.openxmlformats.org/drawingml/2006/main">
              <a:ext uri="{FF2B5EF4-FFF2-40B4-BE49-F238E27FC236}">
                <a16:creationId xmlns:a16="http://schemas.microsoft.com/office/drawing/2014/main" id="{C88F8816-EBF5-487D-8025-570190860D90}"/>
              </a:ext>
            </a:extLst>
          </p:cNvPr>
          <p:cNvSpPr>
            <a:spLocks xmlns:a="http://schemas.openxmlformats.org/drawingml/2006/main" noGrp="1"/>
          </p:cNvSpPr>
          <p:nvPr/>
        </p:nvSpPr>
        <p:spPr>
          <a:xfrm xmlns:a="http://schemas.openxmlformats.org/drawingml/2006/main">
            <a:off x="12706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Reader: 게시 관계 읽기</a:t>
            </a:r>
          </a:p>
        </p:txBody>
      </p:sp>
      <p:sp>
        <p:nvSpPr>
          <p:cNvPr id="259" name="dp45-comparison / n237 / path">
            <a:extLst xmlns:a="http://schemas.openxmlformats.org/drawingml/2006/main">
              <a:ext uri="{FF2B5EF4-FFF2-40B4-BE49-F238E27FC236}">
                <a16:creationId xmlns:a16="http://schemas.microsoft.com/office/drawing/2014/main" id="{70BC3753-0DE9-49C4-836E-F32EE275EF50}"/>
              </a:ext>
            </a:extLst>
          </p:cNvPr>
          <p:cNvSpPr>
            <a:spLocks xmlns:a="http://schemas.openxmlformats.org/drawingml/2006/main" noGrp="1"/>
          </p:cNvSpPr>
          <p:nvPr/>
        </p:nvSpPr>
        <p:spPr>
          <a:xfrm xmlns:a="http://schemas.openxmlformats.org/drawingml/2006/main">
            <a:off x="12192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0" name="dp45-comparison / n237 / arrow">
            <a:extLst xmlns:a="http://schemas.openxmlformats.org/drawingml/2006/main">
              <a:ext uri="{FF2B5EF4-FFF2-40B4-BE49-F238E27FC236}">
                <a16:creationId xmlns:a16="http://schemas.microsoft.com/office/drawing/2014/main" id="{182BB609-691E-494C-ACFF-3AC762D4DA7C}"/>
              </a:ext>
            </a:extLst>
          </p:cNvPr>
          <p:cNvSpPr>
            <a:spLocks xmlns:a="http://schemas.openxmlformats.org/drawingml/2006/main" noGrp="1"/>
          </p:cNvSpPr>
          <p:nvPr/>
        </p:nvSpPr>
        <p:spPr>
          <a:xfrm xmlns:a="http://schemas.openxmlformats.org/drawingml/2006/main">
            <a:off x="12553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1" name="dp45-comparison / n238">
            <a:extLst xmlns:a="http://schemas.openxmlformats.org/drawingml/2006/main">
              <a:ext uri="{FF2B5EF4-FFF2-40B4-BE49-F238E27FC236}">
                <a16:creationId xmlns:a16="http://schemas.microsoft.com/office/drawing/2014/main" id="{5EDE5EEC-F85F-4677-9E39-9399C313B776}"/>
              </a:ext>
            </a:extLst>
          </p:cNvPr>
          <p:cNvSpPr>
            <a:spLocks xmlns:a="http://schemas.openxmlformats.org/drawingml/2006/main" noGrp="1"/>
          </p:cNvSpPr>
          <p:nvPr/>
        </p:nvSpPr>
        <p:spPr>
          <a:xfrm xmlns:a="http://schemas.openxmlformats.org/drawingml/2006/main">
            <a:off x="1528762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62" name="dp45-comparison / n239 / text 1">
            <a:extLst xmlns:a="http://schemas.openxmlformats.org/drawingml/2006/main">
              <a:ext uri="{FF2B5EF4-FFF2-40B4-BE49-F238E27FC236}">
                <a16:creationId xmlns:a16="http://schemas.microsoft.com/office/drawing/2014/main" id="{B64BEDFE-D9E0-4844-9057-C8C7CD2FE7AF}"/>
              </a:ext>
            </a:extLst>
          </p:cNvPr>
          <p:cNvSpPr>
            <a:spLocks xmlns:a="http://schemas.openxmlformats.org/drawingml/2006/main" noGrp="1"/>
          </p:cNvSpPr>
          <p:nvPr/>
        </p:nvSpPr>
        <p:spPr>
          <a:xfrm xmlns:a="http://schemas.openxmlformats.org/drawingml/2006/main">
            <a:off x="1537335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원본 확인 후 Bundle1 반환</a:t>
            </a:r>
          </a:p>
        </p:txBody>
      </p:sp>
      <p:sp>
        <p:nvSpPr>
          <p:cNvPr id="263" name="dp45-comparison / n240 / path">
            <a:extLst xmlns:a="http://schemas.openxmlformats.org/drawingml/2006/main">
              <a:ext uri="{FF2B5EF4-FFF2-40B4-BE49-F238E27FC236}">
                <a16:creationId xmlns:a16="http://schemas.microsoft.com/office/drawing/2014/main" id="{EBDB35FA-C596-433B-9AF5-4899BA92E3B1}"/>
              </a:ext>
            </a:extLst>
          </p:cNvPr>
          <p:cNvSpPr>
            <a:spLocks xmlns:a="http://schemas.openxmlformats.org/drawingml/2006/main" noGrp="1"/>
          </p:cNvSpPr>
          <p:nvPr/>
        </p:nvSpPr>
        <p:spPr>
          <a:xfrm xmlns:a="http://schemas.openxmlformats.org/drawingml/2006/main">
            <a:off x="14859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4" name="dp45-comparison / n240 / arrow">
            <a:extLst xmlns:a="http://schemas.openxmlformats.org/drawingml/2006/main">
              <a:ext uri="{FF2B5EF4-FFF2-40B4-BE49-F238E27FC236}">
                <a16:creationId xmlns:a16="http://schemas.microsoft.com/office/drawing/2014/main" id="{83248224-6B67-4A77-9300-59A83747CA63}"/>
              </a:ext>
            </a:extLst>
          </p:cNvPr>
          <p:cNvSpPr>
            <a:spLocks xmlns:a="http://schemas.openxmlformats.org/drawingml/2006/main" noGrp="1"/>
          </p:cNvSpPr>
          <p:nvPr/>
        </p:nvSpPr>
        <p:spPr>
          <a:xfrm xmlns:a="http://schemas.openxmlformats.org/drawingml/2006/main">
            <a:off x="15220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5" name="dp45-comparison / n157">
            <a:extLst xmlns:a="http://schemas.openxmlformats.org/drawingml/2006/main">
              <a:ext uri="{FF2B5EF4-FFF2-40B4-BE49-F238E27FC236}">
                <a16:creationId xmlns:a16="http://schemas.microsoft.com/office/drawing/2014/main" id="{6B7AA8B3-5E58-483E-B086-8966EC13CFC1}"/>
              </a:ext>
            </a:extLst>
          </p:cNvPr>
          <p:cNvSpPr>
            <a:spLocks xmlns:a="http://schemas.openxmlformats.org/drawingml/2006/main" noGrp="1"/>
          </p:cNvSpPr>
          <p:nvPr/>
        </p:nvSpPr>
        <p:spPr>
          <a:xfrm xmlns:a="http://schemas.openxmlformats.org/drawingml/2006/main">
            <a:off x="993457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5-comparison / n158 / text 1">
            <a:extLst xmlns:a="http://schemas.openxmlformats.org/drawingml/2006/main">
              <a:ext uri="{FF2B5EF4-FFF2-40B4-BE49-F238E27FC236}">
                <a16:creationId xmlns:a16="http://schemas.microsoft.com/office/drawing/2014/main" id="{19ED1C59-986C-449E-8163-4AA6352A9FF7}"/>
              </a:ext>
            </a:extLst>
          </p:cNvPr>
          <p:cNvSpPr>
            <a:spLocks xmlns:a="http://schemas.openxmlformats.org/drawingml/2006/main" noGrp="1"/>
          </p:cNvSpPr>
          <p:nvPr/>
        </p:nvSpPr>
        <p:spPr>
          <a:xfrm xmlns:a="http://schemas.openxmlformats.org/drawingml/2006/main">
            <a:off x="995362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Query1: 평가 기준과 과거 결과</a:t>
            </a:r>
          </a:p>
        </p:txBody>
      </p:sp>
      <p:sp>
        <p:nvSpPr>
          <p:cNvPr id="267" name="dp45-comparison / n159">
            <a:extLst xmlns:a="http://schemas.openxmlformats.org/drawingml/2006/main">
              <a:ext uri="{FF2B5EF4-FFF2-40B4-BE49-F238E27FC236}">
                <a16:creationId xmlns:a16="http://schemas.microsoft.com/office/drawing/2014/main" id="{33CA3BBF-708F-4783-9272-479E2239270A}"/>
              </a:ext>
            </a:extLst>
          </p:cNvPr>
          <p:cNvSpPr>
            <a:spLocks xmlns:a="http://schemas.openxmlformats.org/drawingml/2006/main" noGrp="1"/>
          </p:cNvSpPr>
          <p:nvPr/>
        </p:nvSpPr>
        <p:spPr>
          <a:xfrm xmlns:a="http://schemas.openxmlformats.org/drawingml/2006/main">
            <a:off x="1288732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5-comparison / n160 / text 1">
            <a:extLst xmlns:a="http://schemas.openxmlformats.org/drawingml/2006/main">
              <a:ext uri="{FF2B5EF4-FFF2-40B4-BE49-F238E27FC236}">
                <a16:creationId xmlns:a16="http://schemas.microsoft.com/office/drawing/2014/main" id="{339E523D-E875-4BC5-AE4C-3C7E9E91436A}"/>
              </a:ext>
            </a:extLst>
          </p:cNvPr>
          <p:cNvSpPr>
            <a:spLocks xmlns:a="http://schemas.openxmlformats.org/drawingml/2006/main" noGrp="1"/>
          </p:cNvSpPr>
          <p:nvPr/>
        </p:nvSpPr>
        <p:spPr>
          <a:xfrm xmlns:a="http://schemas.openxmlformats.org/drawingml/2006/main">
            <a:off x="1290637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269" name="dp45-comparison / n161">
            <a:extLst xmlns:a="http://schemas.openxmlformats.org/drawingml/2006/main">
              <a:ext uri="{FF2B5EF4-FFF2-40B4-BE49-F238E27FC236}">
                <a16:creationId xmlns:a16="http://schemas.microsoft.com/office/drawing/2014/main" id="{1D05C98C-FEB5-4EA4-B1C2-0809624A6400}"/>
              </a:ext>
            </a:extLst>
          </p:cNvPr>
          <p:cNvSpPr>
            <a:spLocks xmlns:a="http://schemas.openxmlformats.org/drawingml/2006/main" noGrp="1"/>
          </p:cNvSpPr>
          <p:nvPr/>
        </p:nvSpPr>
        <p:spPr>
          <a:xfrm xmlns:a="http://schemas.openxmlformats.org/drawingml/2006/main">
            <a:off x="1541145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0" name="dp45-comparison / n162 / text 1">
            <a:extLst xmlns:a="http://schemas.openxmlformats.org/drawingml/2006/main">
              <a:ext uri="{FF2B5EF4-FFF2-40B4-BE49-F238E27FC236}">
                <a16:creationId xmlns:a16="http://schemas.microsoft.com/office/drawing/2014/main" id="{2288C222-1A05-4DE0-BBE8-C44156C188BD}"/>
              </a:ext>
            </a:extLst>
          </p:cNvPr>
          <p:cNvSpPr>
            <a:spLocks xmlns:a="http://schemas.openxmlformats.org/drawingml/2006/main" noGrp="1"/>
          </p:cNvSpPr>
          <p:nvPr/>
        </p:nvSpPr>
        <p:spPr>
          <a:xfrm xmlns:a="http://schemas.openxmlformats.org/drawingml/2006/main">
            <a:off x="1543050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271" name="dp45-comparison / n163">
            <a:extLst xmlns:a="http://schemas.openxmlformats.org/drawingml/2006/main">
              <a:ext uri="{FF2B5EF4-FFF2-40B4-BE49-F238E27FC236}">
                <a16:creationId xmlns:a16="http://schemas.microsoft.com/office/drawing/2014/main" id="{8E098F75-43F1-4EAF-B51F-8DBC300CCD39}"/>
              </a:ext>
            </a:extLst>
          </p:cNvPr>
          <p:cNvSpPr>
            <a:spLocks xmlns:a="http://schemas.openxmlformats.org/drawingml/2006/main" noGrp="1"/>
          </p:cNvSpPr>
          <p:nvPr/>
        </p:nvSpPr>
        <p:spPr>
          <a:xfrm xmlns:a="http://schemas.openxmlformats.org/drawingml/2006/main">
            <a:off x="1288732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5-comparison / n164 / text 1">
            <a:extLst xmlns:a="http://schemas.openxmlformats.org/drawingml/2006/main">
              <a:ext uri="{FF2B5EF4-FFF2-40B4-BE49-F238E27FC236}">
                <a16:creationId xmlns:a16="http://schemas.microsoft.com/office/drawing/2014/main" id="{F4A72F5A-9E49-44DF-8F36-0B6EE76B156E}"/>
              </a:ext>
            </a:extLst>
          </p:cNvPr>
          <p:cNvSpPr>
            <a:spLocks xmlns:a="http://schemas.openxmlformats.org/drawingml/2006/main" noGrp="1"/>
          </p:cNvSpPr>
          <p:nvPr/>
        </p:nvSpPr>
        <p:spPr>
          <a:xfrm xmlns:a="http://schemas.openxmlformats.org/drawingml/2006/main">
            <a:off x="1290637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273" name="dp45-comparison / n165">
            <a:extLst xmlns:a="http://schemas.openxmlformats.org/drawingml/2006/main">
              <a:ext uri="{FF2B5EF4-FFF2-40B4-BE49-F238E27FC236}">
                <a16:creationId xmlns:a16="http://schemas.microsoft.com/office/drawing/2014/main" id="{6895F6A8-918A-4363-BAF4-B735725AE6C1}"/>
              </a:ext>
            </a:extLst>
          </p:cNvPr>
          <p:cNvSpPr>
            <a:spLocks xmlns:a="http://schemas.openxmlformats.org/drawingml/2006/main" noGrp="1"/>
          </p:cNvSpPr>
          <p:nvPr/>
        </p:nvSpPr>
        <p:spPr>
          <a:xfrm xmlns:a="http://schemas.openxmlformats.org/drawingml/2006/main">
            <a:off x="1541145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5-comparison / n166 / text 1">
            <a:extLst xmlns:a="http://schemas.openxmlformats.org/drawingml/2006/main">
              <a:ext uri="{FF2B5EF4-FFF2-40B4-BE49-F238E27FC236}">
                <a16:creationId xmlns:a16="http://schemas.microsoft.com/office/drawing/2014/main" id="{198AE5B3-1BA7-4D38-A123-DA7232BDB172}"/>
              </a:ext>
            </a:extLst>
          </p:cNvPr>
          <p:cNvSpPr>
            <a:spLocks xmlns:a="http://schemas.openxmlformats.org/drawingml/2006/main" noGrp="1"/>
          </p:cNvSpPr>
          <p:nvPr/>
        </p:nvSpPr>
        <p:spPr>
          <a:xfrm xmlns:a="http://schemas.openxmlformats.org/drawingml/2006/main">
            <a:off x="1543050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제품 결과 개정 2 / 견적 개정 1</a:t>
            </a:r>
          </a:p>
        </p:txBody>
      </p:sp>
      <p:sp>
        <p:nvSpPr>
          <p:cNvPr id="275" name="dp45-comparison / n183">
            <a:extLst xmlns:a="http://schemas.openxmlformats.org/drawingml/2006/main">
              <a:ext uri="{FF2B5EF4-FFF2-40B4-BE49-F238E27FC236}">
                <a16:creationId xmlns:a16="http://schemas.microsoft.com/office/drawing/2014/main" id="{76D66A59-F505-4110-B461-2DD72EAEB728}"/>
              </a:ext>
            </a:extLst>
          </p:cNvPr>
          <p:cNvSpPr>
            <a:spLocks xmlns:a="http://schemas.openxmlformats.org/drawingml/2006/main" noGrp="1"/>
          </p:cNvSpPr>
          <p:nvPr/>
        </p:nvSpPr>
        <p:spPr>
          <a:xfrm xmlns:a="http://schemas.openxmlformats.org/drawingml/2006/main">
            <a:off x="13744575" y="3362325"/>
            <a:ext cx="28152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5-comparison / n184 / text 1">
            <a:extLst xmlns:a="http://schemas.openxmlformats.org/drawingml/2006/main">
              <a:ext uri="{FF2B5EF4-FFF2-40B4-BE49-F238E27FC236}">
                <a16:creationId xmlns:a16="http://schemas.microsoft.com/office/drawing/2014/main" id="{6B68494E-A085-467C-A118-D96C04A4C45B}"/>
              </a:ext>
            </a:extLst>
          </p:cNvPr>
          <p:cNvSpPr>
            <a:spLocks xmlns:a="http://schemas.openxmlformats.org/drawingml/2006/main" noGrp="1"/>
          </p:cNvSpPr>
          <p:nvPr/>
        </p:nvSpPr>
        <p:spPr>
          <a:xfrm xmlns:a="http://schemas.openxmlformats.org/drawingml/2006/main">
            <a:off x="13763625" y="3371850"/>
            <a:ext cx="3619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① 원본 변경 / 생산 / 검증 / 같은 개정 게시</a:t>
            </a:r>
          </a:p>
        </p:txBody>
      </p:sp>
      <p:sp>
        <p:nvSpPr>
          <p:cNvPr id="277" name="dp45-comparison / n187">
            <a:extLst xmlns:a="http://schemas.openxmlformats.org/drawingml/2006/main">
              <a:ext uri="{FF2B5EF4-FFF2-40B4-BE49-F238E27FC236}">
                <a16:creationId xmlns:a16="http://schemas.microsoft.com/office/drawing/2014/main" id="{31ECDC31-53BC-4C9A-852D-1B4052F82702}"/>
              </a:ext>
            </a:extLst>
          </p:cNvPr>
          <p:cNvSpPr>
            <a:spLocks xmlns:a="http://schemas.openxmlformats.org/drawingml/2006/main" noGrp="1"/>
          </p:cNvSpPr>
          <p:nvPr/>
        </p:nvSpPr>
        <p:spPr>
          <a:xfrm xmlns:a="http://schemas.openxmlformats.org/drawingml/2006/main">
            <a:off x="14239875" y="4305300"/>
            <a:ext cx="2952750" cy="942975"/>
          </a:xfrm>
          <a:custGeom xmlns:a="http://schemas.openxmlformats.org/drawingml/2006/main">
            <a:pathLst>
              <a:path w="2952750" h="942975">
                <a:moveTo>
                  <a:pt x="0" y="0"/>
                </a:moveTo>
                <a:lnTo>
                  <a:pt x="2781300" y="0"/>
                </a:lnTo>
                <a:lnTo>
                  <a:pt x="2952750" y="171450"/>
                </a:lnTo>
                <a:lnTo>
                  <a:pt x="2952750" y="942975"/>
                </a:lnTo>
                <a:lnTo>
                  <a:pt x="0" y="9429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8" name="dp45-comparison / n187 / fold">
            <a:extLst xmlns:a="http://schemas.openxmlformats.org/drawingml/2006/main">
              <a:ext uri="{FF2B5EF4-FFF2-40B4-BE49-F238E27FC236}">
                <a16:creationId xmlns:a16="http://schemas.microsoft.com/office/drawing/2014/main" id="{27494741-A52C-4A48-87D3-015440562D67}"/>
              </a:ext>
            </a:extLst>
          </p:cNvPr>
          <p:cNvSpPr>
            <a:spLocks xmlns:a="http://schemas.openxmlformats.org/drawingml/2006/main" noGrp="1"/>
          </p:cNvSpPr>
          <p:nvPr/>
        </p:nvSpPr>
        <p:spPr>
          <a:xfrm xmlns:a="http://schemas.openxmlformats.org/drawingml/2006/main">
            <a:off x="17021175" y="4305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9" name="dp45-comparison / n188 / text 1">
            <a:extLst xmlns:a="http://schemas.openxmlformats.org/drawingml/2006/main">
              <a:ext uri="{FF2B5EF4-FFF2-40B4-BE49-F238E27FC236}">
                <a16:creationId xmlns:a16="http://schemas.microsoft.com/office/drawing/2014/main" id="{A6495DE3-9389-40BE-B610-9BBB6642943F}"/>
              </a:ext>
            </a:extLst>
          </p:cNvPr>
          <p:cNvSpPr>
            <a:spLocks xmlns:a="http://schemas.openxmlformats.org/drawingml/2006/main" noGrp="1"/>
          </p:cNvSpPr>
          <p:nvPr/>
        </p:nvSpPr>
        <p:spPr>
          <a:xfrm xmlns:a="http://schemas.openxmlformats.org/drawingml/2006/main">
            <a:off x="14335125" y="436245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Memory1 / relation_kind:EXPLAINS_ITEM</a:t>
            </a:r>
          </a:p>
        </p:txBody>
      </p:sp>
      <p:sp>
        <p:nvSpPr>
          <p:cNvPr id="280" name="dp45-comparison / n188 / text 2">
            <a:extLst xmlns:a="http://schemas.openxmlformats.org/drawingml/2006/main">
              <a:ext uri="{FF2B5EF4-FFF2-40B4-BE49-F238E27FC236}">
                <a16:creationId xmlns:a16="http://schemas.microsoft.com/office/drawing/2014/main" id="{8977BD77-24A0-4027-B785-77C03CC4FCF3}"/>
              </a:ext>
            </a:extLst>
          </p:cNvPr>
          <p:cNvSpPr>
            <a:spLocks xmlns:a="http://schemas.openxmlformats.org/drawingml/2006/main" noGrp="1"/>
          </p:cNvSpPr>
          <p:nvPr/>
        </p:nvSpPr>
        <p:spPr>
          <a:xfrm xmlns:a="http://schemas.openxmlformats.org/drawingml/2006/main">
            <a:off x="14335125" y="448246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from/to: 실제 전달 → 설명 원문</a:t>
            </a:r>
          </a:p>
        </p:txBody>
      </p:sp>
      <p:sp>
        <p:nvSpPr>
          <p:cNvPr id="281" name="dp45-comparison / n188 / text 3">
            <a:extLst xmlns:a="http://schemas.openxmlformats.org/drawingml/2006/main">
              <a:ext uri="{FF2B5EF4-FFF2-40B4-BE49-F238E27FC236}">
                <a16:creationId xmlns:a16="http://schemas.microsoft.com/office/drawing/2014/main" id="{656A5BC8-605D-4CC7-BE8C-771A52C01457}"/>
              </a:ext>
            </a:extLst>
          </p:cNvPr>
          <p:cNvSpPr>
            <a:spLocks xmlns:a="http://schemas.openxmlformats.org/drawingml/2006/main" noGrp="1"/>
          </p:cNvSpPr>
          <p:nvPr/>
        </p:nvSpPr>
        <p:spPr>
          <a:xfrm xmlns:a="http://schemas.openxmlformats.org/drawingml/2006/main">
            <a:off x="14335125" y="460248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value: “가격이 같은 경우 유지보수 기간을</a:t>
            </a:r>
          </a:p>
        </p:txBody>
      </p:sp>
      <p:sp>
        <p:nvSpPr>
          <p:cNvPr id="282" name="dp45-comparison / n188 / text 4">
            <a:extLst xmlns:a="http://schemas.openxmlformats.org/drawingml/2006/main">
              <a:ext uri="{FF2B5EF4-FFF2-40B4-BE49-F238E27FC236}">
                <a16:creationId xmlns:a16="http://schemas.microsoft.com/office/drawing/2014/main" id="{6C679D1D-1A92-4590-B933-9737A3FF15F0}"/>
              </a:ext>
            </a:extLst>
          </p:cNvPr>
          <p:cNvSpPr>
            <a:spLocks xmlns:a="http://schemas.openxmlformats.org/drawingml/2006/main" noGrp="1"/>
          </p:cNvSpPr>
          <p:nvPr/>
        </p:nvSpPr>
        <p:spPr>
          <a:xfrm xmlns:a="http://schemas.openxmlformats.org/drawingml/2006/main">
            <a:off x="14335125" y="472249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  우선합니다.” / MODEL_DERIVED</a:t>
            </a:r>
          </a:p>
        </p:txBody>
      </p:sp>
      <p:sp>
        <p:nvSpPr>
          <p:cNvPr id="283" name="dp45-comparison / n188 / text 5">
            <a:extLst xmlns:a="http://schemas.openxmlformats.org/drawingml/2006/main">
              <a:ext uri="{FF2B5EF4-FFF2-40B4-BE49-F238E27FC236}">
                <a16:creationId xmlns:a16="http://schemas.microsoft.com/office/drawing/2014/main" id="{A4A70E82-BD42-4615-B86F-33DC165B1585}"/>
              </a:ext>
            </a:extLst>
          </p:cNvPr>
          <p:cNvSpPr>
            <a:spLocks xmlns:a="http://schemas.openxmlformats.org/drawingml/2006/main" noGrp="1"/>
          </p:cNvSpPr>
          <p:nvPr/>
        </p:nvSpPr>
        <p:spPr>
          <a:xfrm xmlns:a="http://schemas.openxmlformats.org/drawingml/2006/main">
            <a:off x="14335125" y="484251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HAS_RESULT: 제품 Task → 제품 결과 / EXPLICIT</a:t>
            </a:r>
          </a:p>
        </p:txBody>
      </p:sp>
      <p:sp>
        <p:nvSpPr>
          <p:cNvPr id="284" name="dp45-comparison / n188 / text 6">
            <a:extLst xmlns:a="http://schemas.openxmlformats.org/drawingml/2006/main">
              <a:ext uri="{FF2B5EF4-FFF2-40B4-BE49-F238E27FC236}">
                <a16:creationId xmlns:a16="http://schemas.microsoft.com/office/drawing/2014/main" id="{5FDD3F84-5F8A-4879-8FC7-2230D489E7DE}"/>
              </a:ext>
            </a:extLst>
          </p:cNvPr>
          <p:cNvSpPr>
            <a:spLocks xmlns:a="http://schemas.openxmlformats.org/drawingml/2006/main" noGrp="1"/>
          </p:cNvSpPr>
          <p:nvPr/>
        </p:nvSpPr>
        <p:spPr>
          <a:xfrm xmlns:a="http://schemas.openxmlformats.org/drawingml/2006/main">
            <a:off x="14335125" y="496252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HAS_RESULT: 견적 Task → 견적 결과 / EXPLICIT</a:t>
            </a:r>
          </a:p>
        </p:txBody>
      </p:sp>
      <p:sp>
        <p:nvSpPr>
          <p:cNvPr id="285" name="dp45-comparison / n188 / text 7">
            <a:extLst xmlns:a="http://schemas.openxmlformats.org/drawingml/2006/main">
              <a:ext uri="{FF2B5EF4-FFF2-40B4-BE49-F238E27FC236}">
                <a16:creationId xmlns:a16="http://schemas.microsoft.com/office/drawing/2014/main" id="{175BF28E-E4E2-4506-944E-FE2D642AF1C9}"/>
              </a:ext>
            </a:extLst>
          </p:cNvPr>
          <p:cNvSpPr>
            <a:spLocks xmlns:a="http://schemas.openxmlformats.org/drawingml/2006/main" noGrp="1"/>
          </p:cNvSpPr>
          <p:nvPr/>
        </p:nvSpPr>
        <p:spPr>
          <a:xfrm xmlns:a="http://schemas.openxmlformats.org/drawingml/2006/main">
            <a:off x="14335125" y="508254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source_spans / dependency_vector / 개정</a:t>
            </a:r>
          </a:p>
        </p:txBody>
      </p:sp>
      <p:sp>
        <p:nvSpPr>
          <p:cNvPr id="286" name="dp45-comparison / n194">
            <a:extLst xmlns:a="http://schemas.openxmlformats.org/drawingml/2006/main">
              <a:ext uri="{FF2B5EF4-FFF2-40B4-BE49-F238E27FC236}">
                <a16:creationId xmlns:a16="http://schemas.microsoft.com/office/drawing/2014/main" id="{4AFE8E12-0D9F-4B45-B071-3F974DF6D24F}"/>
              </a:ext>
            </a:extLst>
          </p:cNvPr>
          <p:cNvSpPr>
            <a:spLocks xmlns:a="http://schemas.openxmlformats.org/drawingml/2006/main" noGrp="1"/>
          </p:cNvSpPr>
          <p:nvPr/>
        </p:nvSpPr>
        <p:spPr>
          <a:xfrm xmlns:a="http://schemas.openxmlformats.org/drawingml/2006/main">
            <a:off x="10220325" y="4314825"/>
            <a:ext cx="18867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7" name="dp45-comparison / n195 / text 1">
            <a:extLst xmlns:a="http://schemas.openxmlformats.org/drawingml/2006/main">
              <a:ext uri="{FF2B5EF4-FFF2-40B4-BE49-F238E27FC236}">
                <a16:creationId xmlns:a16="http://schemas.microsoft.com/office/drawing/2014/main" id="{0EE020F7-2209-4D3F-9FF3-ACB9B29D2CBA}"/>
              </a:ext>
            </a:extLst>
          </p:cNvPr>
          <p:cNvSpPr>
            <a:spLocks xmlns:a="http://schemas.openxmlformats.org/drawingml/2006/main" noGrp="1"/>
          </p:cNvSpPr>
          <p:nvPr/>
        </p:nvSpPr>
        <p:spPr>
          <a:xfrm xmlns:a="http://schemas.openxmlformats.org/drawingml/2006/main">
            <a:off x="10239375" y="4324350"/>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NOT_COVERED: 지원 범위 생산 요청</a:t>
            </a:r>
          </a:p>
        </p:txBody>
      </p:sp>
      <p:sp>
        <p:nvSpPr>
          <p:cNvPr id="288" name="dp45-comparison / n196">
            <a:extLst xmlns:a="http://schemas.openxmlformats.org/drawingml/2006/main">
              <a:ext uri="{FF2B5EF4-FFF2-40B4-BE49-F238E27FC236}">
                <a16:creationId xmlns:a16="http://schemas.microsoft.com/office/drawing/2014/main" id="{9C03684A-B22B-4024-86C9-C39AF1A3180B}"/>
              </a:ext>
            </a:extLst>
          </p:cNvPr>
          <p:cNvSpPr>
            <a:spLocks xmlns:a="http://schemas.openxmlformats.org/drawingml/2006/main" noGrp="1"/>
          </p:cNvSpPr>
          <p:nvPr/>
        </p:nvSpPr>
        <p:spPr>
          <a:xfrm xmlns:a="http://schemas.openxmlformats.org/drawingml/2006/main">
            <a:off x="10220325" y="4533900"/>
            <a:ext cx="2272284"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9" name="dp45-comparison / n197 / text 1">
            <a:extLst xmlns:a="http://schemas.openxmlformats.org/drawingml/2006/main">
              <a:ext uri="{FF2B5EF4-FFF2-40B4-BE49-F238E27FC236}">
                <a16:creationId xmlns:a16="http://schemas.microsoft.com/office/drawing/2014/main" id="{426CDD62-6CDA-48BC-8F57-A34A38DA8F49}"/>
              </a:ext>
            </a:extLst>
          </p:cNvPr>
          <p:cNvSpPr>
            <a:spLocks xmlns:a="http://schemas.openxmlformats.org/drawingml/2006/main" noGrp="1"/>
          </p:cNvSpPr>
          <p:nvPr/>
        </p:nvSpPr>
        <p:spPr>
          <a:xfrm xmlns:a="http://schemas.openxmlformats.org/drawingml/2006/main">
            <a:off x="10239375" y="4543425"/>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게시 개정 반환 후 Reader가 저장소 재조회</a:t>
            </a:r>
          </a:p>
        </p:txBody>
      </p:sp>
      <p:sp>
        <p:nvSpPr>
          <p:cNvPr id="290" name="dp45-comparison / n198">
            <a:extLst xmlns:a="http://schemas.openxmlformats.org/drawingml/2006/main">
              <a:ext uri="{FF2B5EF4-FFF2-40B4-BE49-F238E27FC236}">
                <a16:creationId xmlns:a16="http://schemas.microsoft.com/office/drawing/2014/main" id="{CA27AEFC-D458-49F0-A167-2DE10597F4CA}"/>
              </a:ext>
            </a:extLst>
          </p:cNvPr>
          <p:cNvSpPr>
            <a:spLocks xmlns:a="http://schemas.openxmlformats.org/drawingml/2006/main" noGrp="1"/>
          </p:cNvSpPr>
          <p:nvPr/>
        </p:nvSpPr>
        <p:spPr>
          <a:xfrm xmlns:a="http://schemas.openxmlformats.org/drawingml/2006/main">
            <a:off x="10125075" y="5686425"/>
            <a:ext cx="2991041"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5-comparison / n199 / text 1">
            <a:extLst xmlns:a="http://schemas.openxmlformats.org/drawingml/2006/main">
              <a:ext uri="{FF2B5EF4-FFF2-40B4-BE49-F238E27FC236}">
                <a16:creationId xmlns:a16="http://schemas.microsoft.com/office/drawing/2014/main" id="{1A891CA5-C8B1-4AFA-8D3D-EE852FAD4E25}"/>
              </a:ext>
            </a:extLst>
          </p:cNvPr>
          <p:cNvSpPr>
            <a:spLocks xmlns:a="http://schemas.openxmlformats.org/drawingml/2006/main" noGrp="1"/>
          </p:cNvSpPr>
          <p:nvPr/>
        </p:nvSpPr>
        <p:spPr>
          <a:xfrm xmlns:a="http://schemas.openxmlformats.org/drawingml/2006/main">
            <a:off x="10144125" y="5695950"/>
            <a:ext cx="3714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지원 밖 관계: UNSUPPORTED_RELATION / 반복 생산 없음</a:t>
            </a:r>
          </a:p>
        </p:txBody>
      </p:sp>
      <p:sp>
        <p:nvSpPr>
          <p:cNvPr id="292" name="dp45-comparison / n200">
            <a:extLst xmlns:a="http://schemas.openxmlformats.org/drawingml/2006/main">
              <a:ext uri="{FF2B5EF4-FFF2-40B4-BE49-F238E27FC236}">
                <a16:creationId xmlns:a16="http://schemas.microsoft.com/office/drawing/2014/main" id="{C3D32650-B77E-4EC7-8DC9-10C7C9211545}"/>
              </a:ext>
            </a:extLst>
          </p:cNvPr>
          <p:cNvSpPr>
            <a:spLocks xmlns:a="http://schemas.openxmlformats.org/drawingml/2006/main" noGrp="1"/>
          </p:cNvSpPr>
          <p:nvPr/>
        </p:nvSpPr>
        <p:spPr>
          <a:xfrm xmlns:a="http://schemas.openxmlformats.org/drawingml/2006/main">
            <a:off x="14220825" y="58007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5-comparison / n201 / text 1">
            <a:extLst xmlns:a="http://schemas.openxmlformats.org/drawingml/2006/main">
              <a:ext uri="{FF2B5EF4-FFF2-40B4-BE49-F238E27FC236}">
                <a16:creationId xmlns:a16="http://schemas.microsoft.com/office/drawing/2014/main" id="{3DF01EB6-C905-4BA7-8AF9-8E1E653C87C6}"/>
              </a:ext>
            </a:extLst>
          </p:cNvPr>
          <p:cNvSpPr>
            <a:spLocks xmlns:a="http://schemas.openxmlformats.org/drawingml/2006/main" noGrp="1"/>
          </p:cNvSpPr>
          <p:nvPr/>
        </p:nvSpPr>
        <p:spPr>
          <a:xfrm xmlns:a="http://schemas.openxmlformats.org/drawingml/2006/main">
            <a:off x="14239875" y="5810250"/>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예외 문구만 생산 / 나머지 기준은 미생산</a:t>
            </a:r>
          </a:p>
        </p:txBody>
      </p:sp>
      <p:sp>
        <p:nvSpPr>
          <p:cNvPr id="294" name="dp45-comparison / n206">
            <a:extLst xmlns:a="http://schemas.openxmlformats.org/drawingml/2006/main">
              <a:ext uri="{FF2B5EF4-FFF2-40B4-BE49-F238E27FC236}">
                <a16:creationId xmlns:a16="http://schemas.microsoft.com/office/drawing/2014/main" id="{EE3730EB-D56C-4CAC-9B80-F95E88E568CC}"/>
              </a:ext>
            </a:extLst>
          </p:cNvPr>
          <p:cNvSpPr>
            <a:spLocks xmlns:a="http://schemas.openxmlformats.org/drawingml/2006/main" noGrp="1"/>
          </p:cNvSpPr>
          <p:nvPr/>
        </p:nvSpPr>
        <p:spPr>
          <a:xfrm xmlns:a="http://schemas.openxmlformats.org/drawingml/2006/main">
            <a:off x="10125075" y="5819775"/>
            <a:ext cx="204597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5" name="dp45-comparison / n207 / text 1">
            <a:extLst xmlns:a="http://schemas.openxmlformats.org/drawingml/2006/main">
              <a:ext uri="{FF2B5EF4-FFF2-40B4-BE49-F238E27FC236}">
                <a16:creationId xmlns:a16="http://schemas.microsoft.com/office/drawing/2014/main" id="{789052CA-85CC-44FA-83F1-DFDD0F5EE20A}"/>
              </a:ext>
            </a:extLst>
          </p:cNvPr>
          <p:cNvSpPr>
            <a:spLocks xmlns:a="http://schemas.openxmlformats.org/drawingml/2006/main" noGrp="1"/>
          </p:cNvSpPr>
          <p:nvPr/>
        </p:nvSpPr>
        <p:spPr>
          <a:xfrm xmlns:a="http://schemas.openxmlformats.org/drawingml/2006/main">
            <a:off x="10144125" y="5829300"/>
            <a:ext cx="3333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현재 개정과 요청한 원문은 owner 확인</a:t>
            </a:r>
          </a:p>
        </p:txBody>
      </p:sp>
      <p:sp>
        <p:nvSpPr>
          <p:cNvPr id="296" name="dp45-comparison / n210">
            <a:extLst xmlns:a="http://schemas.openxmlformats.org/drawingml/2006/main">
              <a:ext uri="{FF2B5EF4-FFF2-40B4-BE49-F238E27FC236}">
                <a16:creationId xmlns:a16="http://schemas.microsoft.com/office/drawing/2014/main" id="{2EC72412-3915-43BF-8D5A-B41119D8C6A2}"/>
              </a:ext>
            </a:extLst>
          </p:cNvPr>
          <p:cNvSpPr>
            <a:spLocks xmlns:a="http://schemas.openxmlformats.org/drawingml/2006/main" noGrp="1"/>
          </p:cNvSpPr>
          <p:nvPr/>
        </p:nvSpPr>
        <p:spPr>
          <a:xfrm xmlns:a="http://schemas.openxmlformats.org/drawingml/2006/main">
            <a:off x="10125075" y="5029200"/>
            <a:ext cx="23793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7" name="dp45-comparison / n211 / text 1">
            <a:extLst xmlns:a="http://schemas.openxmlformats.org/drawingml/2006/main">
              <a:ext uri="{FF2B5EF4-FFF2-40B4-BE49-F238E27FC236}">
                <a16:creationId xmlns:a16="http://schemas.microsoft.com/office/drawing/2014/main" id="{B42E108A-3966-4494-AB7A-B416EBE752C3}"/>
              </a:ext>
            </a:extLst>
          </p:cNvPr>
          <p:cNvSpPr>
            <a:spLocks xmlns:a="http://schemas.openxmlformats.org/drawingml/2006/main" noGrp="1"/>
          </p:cNvSpPr>
          <p:nvPr/>
        </p:nvSpPr>
        <p:spPr>
          <a:xfrm xmlns:a="http://schemas.openxmlformats.org/drawingml/2006/main">
            <a:off x="10144125" y="5038725"/>
            <a:ext cx="2857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② 현재 Query1 / Reader로 별도 시작</a:t>
            </a:r>
          </a:p>
        </p:txBody>
      </p:sp>
      <p:sp>
        <p:nvSpPr>
          <p:cNvPr id="298" name="dp45-comparison / n220">
            <a:extLst xmlns:a="http://schemas.openxmlformats.org/drawingml/2006/main">
              <a:ext uri="{FF2B5EF4-FFF2-40B4-BE49-F238E27FC236}">
                <a16:creationId xmlns:a16="http://schemas.microsoft.com/office/drawing/2014/main" id="{856D43CA-D870-4288-BED4-4F7F144F2C30}"/>
              </a:ext>
            </a:extLst>
          </p:cNvPr>
          <p:cNvSpPr>
            <a:spLocks xmlns:a="http://schemas.openxmlformats.org/drawingml/2006/main" noGrp="1"/>
          </p:cNvSpPr>
          <p:nvPr/>
        </p:nvSpPr>
        <p:spPr>
          <a:xfrm xmlns:a="http://schemas.openxmlformats.org/drawingml/2006/main">
            <a:off x="1293495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9" name="dp45-comparison / n221 / text 1">
            <a:extLst xmlns:a="http://schemas.openxmlformats.org/drawingml/2006/main">
              <a:ext uri="{FF2B5EF4-FFF2-40B4-BE49-F238E27FC236}">
                <a16:creationId xmlns:a16="http://schemas.microsoft.com/office/drawing/2014/main" id="{17E00372-F493-454F-A18B-273869D99DAE}"/>
              </a:ext>
            </a:extLst>
          </p:cNvPr>
          <p:cNvSpPr>
            <a:spLocks xmlns:a="http://schemas.openxmlformats.org/drawingml/2006/main" noGrp="1"/>
          </p:cNvSpPr>
          <p:nvPr/>
        </p:nvSpPr>
        <p:spPr>
          <a:xfrm xmlns:a="http://schemas.openxmlformats.org/drawingml/2006/main">
            <a:off x="1295400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필요한 과거 의미만 가공</a:t>
            </a:r>
          </a:p>
        </p:txBody>
      </p:sp>
      <p:sp>
        <p:nvSpPr>
          <p:cNvPr id="300" name="dp45-comparison / n223">
            <a:extLst xmlns:a="http://schemas.openxmlformats.org/drawingml/2006/main">
              <a:ext uri="{FF2B5EF4-FFF2-40B4-BE49-F238E27FC236}">
                <a16:creationId xmlns:a16="http://schemas.microsoft.com/office/drawing/2014/main" id="{6F520FE8-BF3D-428C-8928-5CE1EE1D7DF5}"/>
              </a:ext>
            </a:extLst>
          </p:cNvPr>
          <p:cNvSpPr>
            <a:spLocks xmlns:a="http://schemas.openxmlformats.org/drawingml/2006/main" noGrp="1"/>
          </p:cNvSpPr>
          <p:nvPr/>
        </p:nvSpPr>
        <p:spPr>
          <a:xfrm xmlns:a="http://schemas.openxmlformats.org/drawingml/2006/main">
            <a:off x="993457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1" name="dp45-comparison / n224 / text 1">
            <a:extLst xmlns:a="http://schemas.openxmlformats.org/drawingml/2006/main">
              <a:ext uri="{FF2B5EF4-FFF2-40B4-BE49-F238E27FC236}">
                <a16:creationId xmlns:a16="http://schemas.microsoft.com/office/drawing/2014/main" id="{319C599B-C959-4B81-870B-DB95C2429F8A}"/>
              </a:ext>
            </a:extLst>
          </p:cNvPr>
          <p:cNvSpPr>
            <a:spLocks xmlns:a="http://schemas.openxmlformats.org/drawingml/2006/main" noGrp="1"/>
          </p:cNvSpPr>
          <p:nvPr/>
        </p:nvSpPr>
        <p:spPr>
          <a:xfrm xmlns:a="http://schemas.openxmlformats.org/drawingml/2006/main">
            <a:off x="995362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실행 순서도 / 생산 시점과 조회 경로</a:t>
            </a:r>
          </a:p>
        </p:txBody>
      </p:sp>
      <p:sp>
        <p:nvSpPr>
          <p:cNvPr id="302" name="dp45-comparison / n241">
            <a:extLst xmlns:a="http://schemas.openxmlformats.org/drawingml/2006/main">
              <a:ext uri="{FF2B5EF4-FFF2-40B4-BE49-F238E27FC236}">
                <a16:creationId xmlns:a16="http://schemas.microsoft.com/office/drawing/2014/main" id="{B39BE0BE-1814-470D-9520-A6604DAFD30E}"/>
              </a:ext>
            </a:extLst>
          </p:cNvPr>
          <p:cNvSpPr>
            <a:spLocks xmlns:a="http://schemas.openxmlformats.org/drawingml/2006/main" noGrp="1"/>
          </p:cNvSpPr>
          <p:nvPr/>
        </p:nvSpPr>
        <p:spPr>
          <a:xfrm xmlns:a="http://schemas.openxmlformats.org/drawingml/2006/main">
            <a:off x="9934575" y="7058025"/>
            <a:ext cx="527227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3" name="dp45-comparison / n242 / text 1">
            <a:extLst xmlns:a="http://schemas.openxmlformats.org/drawingml/2006/main">
              <a:ext uri="{FF2B5EF4-FFF2-40B4-BE49-F238E27FC236}">
                <a16:creationId xmlns:a16="http://schemas.microsoft.com/office/drawing/2014/main" id="{2D94C4D2-E5E6-49B0-ADC4-E9E181D02AC2}"/>
              </a:ext>
            </a:extLst>
          </p:cNvPr>
          <p:cNvSpPr>
            <a:spLocks xmlns:a="http://schemas.openxmlformats.org/drawingml/2006/main" noGrp="1"/>
          </p:cNvSpPr>
          <p:nvPr/>
        </p:nvSpPr>
        <p:spPr>
          <a:xfrm xmlns:a="http://schemas.openxmlformats.org/drawingml/2006/main">
            <a:off x="995362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미생산 지원 범위: Publisher 게시 뒤 Reader 재조회 / 현재 Request 정답은 저장하지 않음</a:t>
            </a:r>
          </a:p>
        </p:txBody>
      </p:sp>
    </p:spTree>
    <p:extLst>
      <p:ext uri="{BB962C8B-B14F-4D97-AF65-F5344CB8AC3E}">
        <p14:creationId xmlns:p14="http://schemas.microsoft.com/office/powerpoint/2010/main" val="582865921"/>
      </p:ext>
    </p:extLst>
  </p:cSld>
</p:sld>
</file>

<file path=ppt/slides/slide29.xml><?xml version="1.0" encoding="utf-8"?>
<p:sld xmlns:p="http://schemas.openxmlformats.org/presentationml/2006/main">
  <p:cSld name="dp45-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5-v5-qa-detail / n1">
            <a:extLst xmlns:a="http://schemas.openxmlformats.org/drawingml/2006/main">
              <a:ext uri="{FF2B5EF4-FFF2-40B4-BE49-F238E27FC236}">
                <a16:creationId xmlns:a16="http://schemas.microsoft.com/office/drawing/2014/main" id="{2B9268C5-B4AF-4EE3-B5F8-EA860D853C69}"/>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1">
                <a:solidFill>
                  <a:srgbClr val="087E8B"/>
                </a:solidFill>
                <a:latin typeface="Apple SD Gothic Neo"/>
                <a:ea typeface="Apple SD Gothic Neo"/>
                <a:cs typeface="Apple SD Gothic Neo"/>
              </a:defRPr>
            </a:pPr>
            <a:r>
              <a:rPr sz="1400" b="1">
                <a:solidFill>
                  <a:srgbClr val="087E8B"/>
                </a:solidFill>
                <a:latin typeface="Apple SD Gothic Neo"/>
                <a:ea typeface="Apple SD Gothic Neo"/>
                <a:cs typeface="Apple SD Gothic Neo"/>
              </a:rPr>
              <a:t>VIA SOFTWARE ARCHITECTURE / ASR-QA-v6</a:t>
            </a:r>
          </a:p>
        </p:txBody>
      </p:sp>
      <p:sp>
        <p:nvSpPr>
          <p:cNvPr id="2" name="dp45-v5-qa-detail / n2">
            <a:extLst xmlns:a="http://schemas.openxmlformats.org/drawingml/2006/main">
              <a:ext uri="{FF2B5EF4-FFF2-40B4-BE49-F238E27FC236}">
                <a16:creationId xmlns:a16="http://schemas.microsoft.com/office/drawing/2014/main" id="{CC332197-65FC-4DAA-97B1-F6E7CD0B2AA5}"/>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1">
                <a:solidFill>
                  <a:srgbClr val="18232E"/>
                </a:solidFill>
                <a:latin typeface="Apple SD Gothic Neo"/>
                <a:ea typeface="Apple SD Gothic Neo"/>
                <a:cs typeface="Apple SD Gothic Neo"/>
              </a:defRPr>
            </a:pPr>
            <a:r>
              <a:rPr sz="2800" b="1">
                <a:solidFill>
                  <a:srgbClr val="18232E"/>
                </a:solidFill>
                <a:latin typeface="Apple SD Gothic Neo"/>
                <a:ea typeface="Apple SD Gothic Neo"/>
                <a:cs typeface="Apple SD Gothic Neo"/>
              </a:rPr>
              <a:t>04-45. 원본 조합과 공통 가공 정보 조회 / ASR-QA 평가</a:t>
            </a:r>
          </a:p>
        </p:txBody>
      </p:sp>
      <p:sp>
        <p:nvSpPr>
          <p:cNvPr id="3" name="dp45-v5-qa-detail / n3">
            <a:extLst xmlns:a="http://schemas.openxmlformats.org/drawingml/2006/main">
              <a:ext uri="{FF2B5EF4-FFF2-40B4-BE49-F238E27FC236}">
                <a16:creationId xmlns:a16="http://schemas.microsoft.com/office/drawing/2014/main" id="{88326051-9985-4B4C-BB5B-35A657774443}"/>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5-v5-qa-detail / n4">
            <a:extLst xmlns:a="http://schemas.openxmlformats.org/drawingml/2006/main">
              <a:ext uri="{FF2B5EF4-FFF2-40B4-BE49-F238E27FC236}">
                <a16:creationId xmlns:a16="http://schemas.microsoft.com/office/drawing/2014/main" id="{504E38D1-4521-4772-A4F7-1C79C6ADBFC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5-v5-qa-detail / n5">
            <a:extLst xmlns:a="http://schemas.openxmlformats.org/drawingml/2006/main">
              <a:ext uri="{FF2B5EF4-FFF2-40B4-BE49-F238E27FC236}">
                <a16:creationId xmlns:a16="http://schemas.microsoft.com/office/drawing/2014/main" id="{268F6133-23D3-4855-953E-AAEC50C60C02}"/>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0">
                <a:solidFill>
                  <a:srgbClr val="5F6B77"/>
                </a:solidFill>
                <a:latin typeface="Apple SD Gothic Neo"/>
                <a:ea typeface="Apple SD Gothic Neo"/>
                <a:cs typeface="Apple SD Gothic Neo"/>
              </a:defRPr>
            </a:pPr>
            <a:r>
              <a:rPr sz="170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5-v5-qa-detail / n6">
            <a:extLst xmlns:a="http://schemas.openxmlformats.org/drawingml/2006/main">
              <a:ext uri="{FF2B5EF4-FFF2-40B4-BE49-F238E27FC236}">
                <a16:creationId xmlns:a16="http://schemas.microsoft.com/office/drawing/2014/main" id="{FFE71DE6-AFDC-4E1D-8B58-67AC5893BC0B}"/>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5-v5-qa-detail / n7">
            <a:extLst xmlns:a="http://schemas.openxmlformats.org/drawingml/2006/main">
              <a:ext uri="{FF2B5EF4-FFF2-40B4-BE49-F238E27FC236}">
                <a16:creationId xmlns:a16="http://schemas.microsoft.com/office/drawing/2014/main" id="{DC67ABC8-AC9C-4EA4-AC2B-5F43EC09F17E}"/>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QA / 목표</a:t>
            </a:r>
          </a:p>
        </p:txBody>
      </p:sp>
      <p:sp>
        <p:nvSpPr>
          <p:cNvPr id="8" name="dp45-v5-qa-detail / n8">
            <a:extLst xmlns:a="http://schemas.openxmlformats.org/drawingml/2006/main">
              <a:ext uri="{FF2B5EF4-FFF2-40B4-BE49-F238E27FC236}">
                <a16:creationId xmlns:a16="http://schemas.microsoft.com/office/drawing/2014/main" id="{8E03A59F-43F7-4152-AC43-261B024D3589}"/>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A Request별 원본 조합</a:t>
            </a:r>
          </a:p>
        </p:txBody>
      </p:sp>
      <p:sp>
        <p:nvSpPr>
          <p:cNvPr id="9" name="dp45-v5-qa-detail / n9">
            <a:extLst xmlns:a="http://schemas.openxmlformats.org/drawingml/2006/main">
              <a:ext uri="{FF2B5EF4-FFF2-40B4-BE49-F238E27FC236}">
                <a16:creationId xmlns:a16="http://schemas.microsoft.com/office/drawing/2014/main" id="{9C1B52B9-5BD0-4AEE-9284-339C4493F418}"/>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B 공통 가공 정보 생산과 조회</a:t>
            </a:r>
          </a:p>
        </p:txBody>
      </p:sp>
      <p:sp>
        <p:nvSpPr>
          <p:cNvPr id="10" name="dp45-v5-qa-detail / n10">
            <a:extLst xmlns:a="http://schemas.openxmlformats.org/drawingml/2006/main">
              <a:ext uri="{FF2B5EF4-FFF2-40B4-BE49-F238E27FC236}">
                <a16:creationId xmlns:a16="http://schemas.microsoft.com/office/drawing/2014/main" id="{A83AFEC7-E6BA-48AC-A51D-B509B20D2739}"/>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차이 판단</a:t>
            </a:r>
          </a:p>
        </p:txBody>
      </p:sp>
      <p:sp>
        <p:nvSpPr>
          <p:cNvPr id="11" name="dp45-v5-qa-detail / n11">
            <a:extLst xmlns:a="http://schemas.openxmlformats.org/drawingml/2006/main">
              <a:ext uri="{FF2B5EF4-FFF2-40B4-BE49-F238E27FC236}">
                <a16:creationId xmlns:a16="http://schemas.microsoft.com/office/drawing/2014/main" id="{98A824C9-1C2F-4E77-A1B5-AFA6291D70DA}"/>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5-v5-qa-detail / n12">
            <a:extLst xmlns:a="http://schemas.openxmlformats.org/drawingml/2006/main">
              <a:ext uri="{FF2B5EF4-FFF2-40B4-BE49-F238E27FC236}">
                <a16:creationId xmlns:a16="http://schemas.microsoft.com/office/drawing/2014/main" id="{48999604-87FD-4E60-8B16-A76DBC13A11B}"/>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01  요청 처리 정확성</a:t>
            </a:r>
          </a:p>
        </p:txBody>
      </p:sp>
      <p:sp>
        <p:nvSpPr>
          <p:cNvPr id="13" name="dp45-v5-qa-detail / n13">
            <a:extLst xmlns:a="http://schemas.openxmlformats.org/drawingml/2006/main">
              <a:ext uri="{FF2B5EF4-FFF2-40B4-BE49-F238E27FC236}">
                <a16:creationId xmlns:a16="http://schemas.microsoft.com/office/drawing/2014/main" id="{E19F732B-2502-4383-AA69-3449C7077C9D}"/>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≥98%, 618/630</a:t>
            </a:r>
          </a:p>
        </p:txBody>
      </p:sp>
      <p:sp>
        <p:nvSpPr>
          <p:cNvPr id="14" name="dp45-v5-qa-detail / n14">
            <a:extLst xmlns:a="http://schemas.openxmlformats.org/drawingml/2006/main">
              <a:ext uri="{FF2B5EF4-FFF2-40B4-BE49-F238E27FC236}">
                <a16:creationId xmlns:a16="http://schemas.microsoft.com/office/drawing/2014/main" id="{CF0F638C-9189-4804-BC0D-F17CB6F68598}"/>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15" name="dp45-v5-qa-detail / n15">
            <a:extLst xmlns:a="http://schemas.openxmlformats.org/drawingml/2006/main">
              <a:ext uri="{FF2B5EF4-FFF2-40B4-BE49-F238E27FC236}">
                <a16:creationId xmlns:a16="http://schemas.microsoft.com/office/drawing/2014/main" id="{434148F4-F244-464E-9F75-06F426FAA2DA}"/>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원문과 유효 cache의 조건 보존</a:t>
            </a:r>
          </a:p>
        </p:txBody>
      </p:sp>
      <p:sp>
        <p:nvSpPr>
          <p:cNvPr id="16" name="dp45-v5-qa-detail / n16">
            <a:extLst xmlns:a="http://schemas.openxmlformats.org/drawingml/2006/main">
              <a:ext uri="{FF2B5EF4-FFF2-40B4-BE49-F238E27FC236}">
                <a16:creationId xmlns:a16="http://schemas.microsoft.com/office/drawing/2014/main" id="{90CEC71A-EE87-464D-A61C-145156839908}"/>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17" name="dp45-v5-qa-detail / n17">
            <a:extLst xmlns:a="http://schemas.openxmlformats.org/drawingml/2006/main">
              <a:ext uri="{FF2B5EF4-FFF2-40B4-BE49-F238E27FC236}">
                <a16:creationId xmlns:a16="http://schemas.microsoft.com/office/drawing/2014/main" id="{91475157-1DCC-40BF-B824-34AC31464488}"/>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게시 관계의 coverage와 예외 보존</a:t>
            </a:r>
          </a:p>
        </p:txBody>
      </p:sp>
      <p:sp>
        <p:nvSpPr>
          <p:cNvPr id="18" name="dp45-v5-qa-detail / n18">
            <a:extLst xmlns:a="http://schemas.openxmlformats.org/drawingml/2006/main">
              <a:ext uri="{FF2B5EF4-FFF2-40B4-BE49-F238E27FC236}">
                <a16:creationId xmlns:a16="http://schemas.microsoft.com/office/drawing/2014/main" id="{671956FB-1BDF-40EB-B41A-C501CA8433D7}"/>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5-v5-qa-detail / n19">
            <a:extLst xmlns:a="http://schemas.openxmlformats.org/drawingml/2006/main">
              <a:ext uri="{FF2B5EF4-FFF2-40B4-BE49-F238E27FC236}">
                <a16:creationId xmlns:a16="http://schemas.microsoft.com/office/drawing/2014/main" id="{2FE5E03B-DC14-4328-B096-7C9153BF7B8D}"/>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1%p</a:t>
            </a:r>
          </a:p>
        </p:txBody>
      </p:sp>
      <p:sp>
        <p:nvSpPr>
          <p:cNvPr id="20" name="dp45-v5-qa-detail / n20">
            <a:extLst xmlns:a="http://schemas.openxmlformats.org/drawingml/2006/main">
              <a:ext uri="{FF2B5EF4-FFF2-40B4-BE49-F238E27FC236}">
                <a16:creationId xmlns:a16="http://schemas.microsoft.com/office/drawing/2014/main" id="{B94B1E1A-D68D-4988-ACD7-0CC1B4D41D6E}"/>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21" name="dp45-v5-qa-detail / n21">
            <a:extLst xmlns:a="http://schemas.openxmlformats.org/drawingml/2006/main">
              <a:ext uri="{FF2B5EF4-FFF2-40B4-BE49-F238E27FC236}">
                <a16:creationId xmlns:a16="http://schemas.microsoft.com/office/drawing/2014/main" id="{E1D7C069-CFB3-4DF3-ADB9-28C6F0D25E7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5-v5-qa-detail / n22">
            <a:extLst xmlns:a="http://schemas.openxmlformats.org/drawingml/2006/main">
              <a:ext uri="{FF2B5EF4-FFF2-40B4-BE49-F238E27FC236}">
                <a16:creationId xmlns:a16="http://schemas.microsoft.com/office/drawing/2014/main" id="{18600F67-7283-4792-9256-AB4956573C0C}"/>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02  상호작용 응답시간</a:t>
            </a:r>
          </a:p>
        </p:txBody>
      </p:sp>
      <p:sp>
        <p:nvSpPr>
          <p:cNvPr id="23" name="dp45-v5-qa-detail / n23">
            <a:extLst xmlns:a="http://schemas.openxmlformats.org/drawingml/2006/main">
              <a:ext uri="{FF2B5EF4-FFF2-40B4-BE49-F238E27FC236}">
                <a16:creationId xmlns:a16="http://schemas.microsoft.com/office/drawing/2014/main" id="{BA628A3B-EEF8-44A9-9794-4C95688AD80E}"/>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≤1초, stop ≤0.1초</a:t>
            </a:r>
          </a:p>
        </p:txBody>
      </p:sp>
      <p:sp>
        <p:nvSpPr>
          <p:cNvPr id="24" name="dp45-v5-qa-detail / n24">
            <a:extLst xmlns:a="http://schemas.openxmlformats.org/drawingml/2006/main">
              <a:ext uri="{FF2B5EF4-FFF2-40B4-BE49-F238E27FC236}">
                <a16:creationId xmlns:a16="http://schemas.microsoft.com/office/drawing/2014/main" id="{EDA27F65-D4A2-4475-A2FD-4E0DCE1614FA}"/>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25" name="dp45-v5-qa-detail / n25">
            <a:extLst xmlns:a="http://schemas.openxmlformats.org/drawingml/2006/main">
              <a:ext uri="{FF2B5EF4-FFF2-40B4-BE49-F238E27FC236}">
                <a16:creationId xmlns:a16="http://schemas.microsoft.com/office/drawing/2014/main" id="{F202AFAC-5DBD-4BE2-B3D7-47422ABECF17}"/>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최초 조합과 재사용 cache 대기</a:t>
            </a:r>
          </a:p>
        </p:txBody>
      </p:sp>
      <p:sp>
        <p:nvSpPr>
          <p:cNvPr id="26" name="dp45-v5-qa-detail / n26">
            <a:extLst xmlns:a="http://schemas.openxmlformats.org/drawingml/2006/main">
              <a:ext uri="{FF2B5EF4-FFF2-40B4-BE49-F238E27FC236}">
                <a16:creationId xmlns:a16="http://schemas.microsoft.com/office/drawing/2014/main" id="{8CBE306E-7C0F-4343-8DD1-98C2B640F8F0}"/>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27" name="dp45-v5-qa-detail / n27">
            <a:extLst xmlns:a="http://schemas.openxmlformats.org/drawingml/2006/main">
              <a:ext uri="{FF2B5EF4-FFF2-40B4-BE49-F238E27FC236}">
                <a16:creationId xmlns:a16="http://schemas.microsoft.com/office/drawing/2014/main" id="{4231D2D2-680A-4A6C-AC18-683ECF8F9C86}"/>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준비된 조회와 미게시 backfill 대기</a:t>
            </a:r>
          </a:p>
        </p:txBody>
      </p:sp>
      <p:sp>
        <p:nvSpPr>
          <p:cNvPr id="28" name="dp45-v5-qa-detail / n28">
            <a:extLst xmlns:a="http://schemas.openxmlformats.org/drawingml/2006/main">
              <a:ext uri="{FF2B5EF4-FFF2-40B4-BE49-F238E27FC236}">
                <a16:creationId xmlns:a16="http://schemas.microsoft.com/office/drawing/2014/main" id="{DBE50C95-6E9D-4065-9E1D-42A199B346E1}"/>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5-v5-qa-detail / n29">
            <a:extLst xmlns:a="http://schemas.openxmlformats.org/drawingml/2006/main">
              <a:ext uri="{FF2B5EF4-FFF2-40B4-BE49-F238E27FC236}">
                <a16:creationId xmlns:a16="http://schemas.microsoft.com/office/drawing/2014/main" id="{675B2FD7-FCB9-498F-A0DD-C2B8059D1E97}"/>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0.10초</a:t>
            </a:r>
          </a:p>
        </p:txBody>
      </p:sp>
      <p:sp>
        <p:nvSpPr>
          <p:cNvPr id="30" name="dp45-v5-qa-detail / n30">
            <a:extLst xmlns:a="http://schemas.openxmlformats.org/drawingml/2006/main">
              <a:ext uri="{FF2B5EF4-FFF2-40B4-BE49-F238E27FC236}">
                <a16:creationId xmlns:a16="http://schemas.microsoft.com/office/drawing/2014/main" id="{95F6F4F6-2695-47BB-A9DD-8EF805F8305F}"/>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31" name="dp45-v5-qa-detail / n31">
            <a:extLst xmlns:a="http://schemas.openxmlformats.org/drawingml/2006/main">
              <a:ext uri="{FF2B5EF4-FFF2-40B4-BE49-F238E27FC236}">
                <a16:creationId xmlns:a16="http://schemas.microsoft.com/office/drawing/2014/main" id="{69EB9411-F933-4157-8C26-5DF010FE0520}"/>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5-v5-qa-detail / n32">
            <a:extLst xmlns:a="http://schemas.openxmlformats.org/drawingml/2006/main">
              <a:ext uri="{FF2B5EF4-FFF2-40B4-BE49-F238E27FC236}">
                <a16:creationId xmlns:a16="http://schemas.microsoft.com/office/drawing/2014/main" id="{5C8860FB-3D49-434A-93C6-A76A85C3E041}"/>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03  VIA 요청 처리시간</a:t>
            </a:r>
          </a:p>
        </p:txBody>
      </p:sp>
      <p:sp>
        <p:nvSpPr>
          <p:cNvPr id="33" name="dp45-v5-qa-detail / n33">
            <a:extLst xmlns:a="http://schemas.openxmlformats.org/drawingml/2006/main">
              <a:ext uri="{FF2B5EF4-FFF2-40B4-BE49-F238E27FC236}">
                <a16:creationId xmlns:a16="http://schemas.microsoft.com/office/drawing/2014/main" id="{3E556553-4E41-4064-B126-4DBCF8CA219C}"/>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≤10초</a:t>
            </a:r>
          </a:p>
        </p:txBody>
      </p:sp>
      <p:sp>
        <p:nvSpPr>
          <p:cNvPr id="34" name="dp45-v5-qa-detail / n34">
            <a:extLst xmlns:a="http://schemas.openxmlformats.org/drawingml/2006/main">
              <a:ext uri="{FF2B5EF4-FFF2-40B4-BE49-F238E27FC236}">
                <a16:creationId xmlns:a16="http://schemas.microsoft.com/office/drawing/2014/main" id="{D9990E9B-F55C-43E5-A09A-2A9771CC4768}"/>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35" name="dp45-v5-qa-detail / n35">
            <a:extLst xmlns:a="http://schemas.openxmlformats.org/drawingml/2006/main">
              <a:ext uri="{FF2B5EF4-FFF2-40B4-BE49-F238E27FC236}">
                <a16:creationId xmlns:a16="http://schemas.microsoft.com/office/drawing/2014/main" id="{B41A171C-E789-49D7-B78E-B241B45C26A9}"/>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첫 사용과 반복 및 갱신 후 조합</a:t>
            </a:r>
          </a:p>
        </p:txBody>
      </p:sp>
      <p:sp>
        <p:nvSpPr>
          <p:cNvPr id="36" name="dp45-v5-qa-detail / n36">
            <a:extLst xmlns:a="http://schemas.openxmlformats.org/drawingml/2006/main">
              <a:ext uri="{FF2B5EF4-FFF2-40B4-BE49-F238E27FC236}">
                <a16:creationId xmlns:a16="http://schemas.microsoft.com/office/drawing/2014/main" id="{7BE4D20B-9AEB-4785-9F89-C75A08F99192}"/>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37" name="dp45-v5-qa-detail / n37">
            <a:extLst xmlns:a="http://schemas.openxmlformats.org/drawingml/2006/main">
              <a:ext uri="{FF2B5EF4-FFF2-40B4-BE49-F238E27FC236}">
                <a16:creationId xmlns:a16="http://schemas.microsoft.com/office/drawing/2014/main" id="{0812570A-1A9F-45C6-9DCE-E6DC8A479A82}"/>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조회와 원문검증 및 동기 backfill</a:t>
            </a:r>
          </a:p>
        </p:txBody>
      </p:sp>
      <p:sp>
        <p:nvSpPr>
          <p:cNvPr id="38" name="dp45-v5-qa-detail / n38">
            <a:extLst xmlns:a="http://schemas.openxmlformats.org/drawingml/2006/main">
              <a:ext uri="{FF2B5EF4-FFF2-40B4-BE49-F238E27FC236}">
                <a16:creationId xmlns:a16="http://schemas.microsoft.com/office/drawing/2014/main" id="{0FF15096-E7B5-4E30-BD1B-35D20062DFF4}"/>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5-v5-qa-detail / n39">
            <a:extLst xmlns:a="http://schemas.openxmlformats.org/drawingml/2006/main">
              <a:ext uri="{FF2B5EF4-FFF2-40B4-BE49-F238E27FC236}">
                <a16:creationId xmlns:a16="http://schemas.microsoft.com/office/drawing/2014/main" id="{2E1DF362-43ED-4C92-9660-283C5FB513C9}"/>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0.50초</a:t>
            </a:r>
          </a:p>
        </p:txBody>
      </p:sp>
      <p:sp>
        <p:nvSpPr>
          <p:cNvPr id="40" name="dp45-v5-qa-detail / n40">
            <a:extLst xmlns:a="http://schemas.openxmlformats.org/drawingml/2006/main">
              <a:ext uri="{FF2B5EF4-FFF2-40B4-BE49-F238E27FC236}">
                <a16:creationId xmlns:a16="http://schemas.microsoft.com/office/drawing/2014/main" id="{BD66259C-54BD-4EC4-B8EA-9673CCE293FC}"/>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41" name="dp45-v5-qa-detail / n41">
            <a:extLst xmlns:a="http://schemas.openxmlformats.org/drawingml/2006/main">
              <a:ext uri="{FF2B5EF4-FFF2-40B4-BE49-F238E27FC236}">
                <a16:creationId xmlns:a16="http://schemas.microsoft.com/office/drawing/2014/main" id="{4FBB853D-F410-4B25-8098-903A054612D2}"/>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5-v5-qa-detail / n42">
            <a:extLst xmlns:a="http://schemas.openxmlformats.org/drawingml/2006/main">
              <a:ext uri="{FF2B5EF4-FFF2-40B4-BE49-F238E27FC236}">
                <a16:creationId xmlns:a16="http://schemas.microsoft.com/office/drawing/2014/main" id="{F3AB4997-C570-4ACC-9D64-44C65E9CA3D9}"/>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04  VIA 모델 사용 비용</a:t>
            </a:r>
          </a:p>
        </p:txBody>
      </p:sp>
      <p:sp>
        <p:nvSpPr>
          <p:cNvPr id="43" name="dp45-v5-qa-detail / n43">
            <a:extLst xmlns:a="http://schemas.openxmlformats.org/drawingml/2006/main">
              <a:ext uri="{FF2B5EF4-FFF2-40B4-BE49-F238E27FC236}">
                <a16:creationId xmlns:a16="http://schemas.microsoft.com/office/drawing/2014/main" id="{2A5A55FB-BF2D-4F35-A78F-379A9098D632}"/>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≤$0.50/P21</a:t>
            </a:r>
          </a:p>
        </p:txBody>
      </p:sp>
      <p:sp>
        <p:nvSpPr>
          <p:cNvPr id="44" name="dp45-v5-qa-detail / n44">
            <a:extLst xmlns:a="http://schemas.openxmlformats.org/drawingml/2006/main">
              <a:ext uri="{FF2B5EF4-FFF2-40B4-BE49-F238E27FC236}">
                <a16:creationId xmlns:a16="http://schemas.microsoft.com/office/drawing/2014/main" id="{1ADD7378-C686-4EA3-9473-6226A2101CB6}"/>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45" name="dp45-v5-qa-detail / n45">
            <a:extLst xmlns:a="http://schemas.openxmlformats.org/drawingml/2006/main">
              <a:ext uri="{FF2B5EF4-FFF2-40B4-BE49-F238E27FC236}">
                <a16:creationId xmlns:a16="http://schemas.microsoft.com/office/drawing/2014/main" id="{B4135216-F0DB-4DEE-B0A1-0FB44D1CAB22}"/>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cache miss와 실제 추가 해석 청구</a:t>
            </a:r>
          </a:p>
        </p:txBody>
      </p:sp>
      <p:sp>
        <p:nvSpPr>
          <p:cNvPr id="46" name="dp45-v5-qa-detail / n46">
            <a:extLst xmlns:a="http://schemas.openxmlformats.org/drawingml/2006/main">
              <a:ext uri="{FF2B5EF4-FFF2-40B4-BE49-F238E27FC236}">
                <a16:creationId xmlns:a16="http://schemas.microsoft.com/office/drawing/2014/main" id="{3ED990B5-6B52-42EC-AD61-16176E46C394}"/>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47" name="dp45-v5-qa-detail / n47">
            <a:extLst xmlns:a="http://schemas.openxmlformats.org/drawingml/2006/main">
              <a:ext uri="{FF2B5EF4-FFF2-40B4-BE49-F238E27FC236}">
                <a16:creationId xmlns:a16="http://schemas.microsoft.com/office/drawing/2014/main" id="{68C114D5-4CFC-4FBB-A04E-8A245094708F}"/>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초기와 미사용 갱신 및 철회 청구</a:t>
            </a:r>
          </a:p>
        </p:txBody>
      </p:sp>
      <p:sp>
        <p:nvSpPr>
          <p:cNvPr id="48" name="dp45-v5-qa-detail / n48">
            <a:extLst xmlns:a="http://schemas.openxmlformats.org/drawingml/2006/main">
              <a:ext uri="{FF2B5EF4-FFF2-40B4-BE49-F238E27FC236}">
                <a16:creationId xmlns:a16="http://schemas.microsoft.com/office/drawing/2014/main" id="{6248393F-D5EE-45A2-8722-863CF0610330}"/>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5-v5-qa-detail / n49">
            <a:extLst xmlns:a="http://schemas.openxmlformats.org/drawingml/2006/main">
              <a:ext uri="{FF2B5EF4-FFF2-40B4-BE49-F238E27FC236}">
                <a16:creationId xmlns:a16="http://schemas.microsoft.com/office/drawing/2014/main" id="{53D45FFE-52C7-400A-B4F4-48E484697AE4}"/>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$0.03/P21</a:t>
            </a:r>
          </a:p>
        </p:txBody>
      </p:sp>
      <p:sp>
        <p:nvSpPr>
          <p:cNvPr id="50" name="dp45-v5-qa-detail / n50">
            <a:extLst xmlns:a="http://schemas.openxmlformats.org/drawingml/2006/main">
              <a:ext uri="{FF2B5EF4-FFF2-40B4-BE49-F238E27FC236}">
                <a16:creationId xmlns:a16="http://schemas.microsoft.com/office/drawing/2014/main" id="{4F599DA5-4116-4643-83DF-C7542394E38A}"/>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51" name="dp45-v5-qa-detail / n51">
            <a:extLst xmlns:a="http://schemas.openxmlformats.org/drawingml/2006/main">
              <a:ext uri="{FF2B5EF4-FFF2-40B4-BE49-F238E27FC236}">
                <a16:creationId xmlns:a16="http://schemas.microsoft.com/office/drawing/2014/main" id="{8A7401D2-DBC4-45BE-AC46-D27450B64ADA}"/>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5-v5-qa-detail / n52">
            <a:extLst xmlns:a="http://schemas.openxmlformats.org/drawingml/2006/main">
              <a:ext uri="{FF2B5EF4-FFF2-40B4-BE49-F238E27FC236}">
                <a16:creationId xmlns:a16="http://schemas.microsoft.com/office/drawing/2014/main" id="{E0097861-FCBE-40E0-A11E-08A8AE6380C3}"/>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05  VIA 변경 용이성</a:t>
            </a:r>
          </a:p>
        </p:txBody>
      </p:sp>
      <p:sp>
        <p:nvSpPr>
          <p:cNvPr id="53" name="dp45-v5-qa-detail / n53">
            <a:extLst xmlns:a="http://schemas.openxmlformats.org/drawingml/2006/main">
              <a:ext uri="{FF2B5EF4-FFF2-40B4-BE49-F238E27FC236}">
                <a16:creationId xmlns:a16="http://schemas.microsoft.com/office/drawing/2014/main" id="{44F2434A-CDF9-4F5A-9238-C536DD4F64C8}"/>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≤3개, 과제별 ≤5개</a:t>
            </a:r>
          </a:p>
        </p:txBody>
      </p:sp>
      <p:sp>
        <p:nvSpPr>
          <p:cNvPr id="54" name="dp45-v5-qa-detail / n54">
            <a:extLst xmlns:a="http://schemas.openxmlformats.org/drawingml/2006/main">
              <a:ext uri="{FF2B5EF4-FFF2-40B4-BE49-F238E27FC236}">
                <a16:creationId xmlns:a16="http://schemas.microsoft.com/office/drawing/2014/main" id="{198C99E2-BA04-48DC-A094-265AFBCE0F8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55" name="dp45-v5-qa-detail / n55">
            <a:extLst xmlns:a="http://schemas.openxmlformats.org/drawingml/2006/main">
              <a:ext uri="{FF2B5EF4-FFF2-40B4-BE49-F238E27FC236}">
                <a16:creationId xmlns:a16="http://schemas.microsoft.com/office/drawing/2014/main" id="{61DFD837-5357-4E76-8756-B20CD4F61548}"/>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조합과 cache의 철회 처리 수정</a:t>
            </a:r>
          </a:p>
        </p:txBody>
      </p:sp>
      <p:sp>
        <p:nvSpPr>
          <p:cNvPr id="56" name="dp45-v5-qa-detail / n56">
            <a:extLst xmlns:a="http://schemas.openxmlformats.org/drawingml/2006/main">
              <a:ext uri="{FF2B5EF4-FFF2-40B4-BE49-F238E27FC236}">
                <a16:creationId xmlns:a16="http://schemas.microsoft.com/office/drawing/2014/main" id="{D9E936D8-2C28-45A9-AA66-30C8591E5973}"/>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57" name="dp45-v5-qa-detail / n57">
            <a:extLst xmlns:a="http://schemas.openxmlformats.org/drawingml/2006/main">
              <a:ext uri="{FF2B5EF4-FFF2-40B4-BE49-F238E27FC236}">
                <a16:creationId xmlns:a16="http://schemas.microsoft.com/office/drawing/2014/main" id="{13240DFA-FC44-48FD-8B77-E5E1E23D3846}"/>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생산자와 조회자의 철회 처리 수정</a:t>
            </a:r>
          </a:p>
        </p:txBody>
      </p:sp>
      <p:sp>
        <p:nvSpPr>
          <p:cNvPr id="58" name="dp45-v5-qa-detail / n58">
            <a:extLst xmlns:a="http://schemas.openxmlformats.org/drawingml/2006/main">
              <a:ext uri="{FF2B5EF4-FFF2-40B4-BE49-F238E27FC236}">
                <a16:creationId xmlns:a16="http://schemas.microsoft.com/office/drawing/2014/main" id="{72458032-49A5-4A8C-A4A1-560CA20E2FB5}"/>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5-v5-qa-detail / n59">
            <a:extLst xmlns:a="http://schemas.openxmlformats.org/drawingml/2006/main">
              <a:ext uri="{FF2B5EF4-FFF2-40B4-BE49-F238E27FC236}">
                <a16:creationId xmlns:a16="http://schemas.microsoft.com/office/drawing/2014/main" id="{1408861D-E578-4F89-8621-2358D5789565}"/>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0.50개</a:t>
            </a:r>
          </a:p>
        </p:txBody>
      </p:sp>
      <p:sp>
        <p:nvSpPr>
          <p:cNvPr id="60" name="dp45-v5-qa-detail / n60">
            <a:extLst xmlns:a="http://schemas.openxmlformats.org/drawingml/2006/main">
              <a:ext uri="{FF2B5EF4-FFF2-40B4-BE49-F238E27FC236}">
                <a16:creationId xmlns:a16="http://schemas.microsoft.com/office/drawing/2014/main" id="{7E05F39B-2B81-4D4C-BAE3-70F695EB4D8D}"/>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61" name="dp45-v5-qa-detail / n61">
            <a:extLst xmlns:a="http://schemas.openxmlformats.org/drawingml/2006/main">
              <a:ext uri="{FF2B5EF4-FFF2-40B4-BE49-F238E27FC236}">
                <a16:creationId xmlns:a16="http://schemas.microsoft.com/office/drawing/2014/main" id="{AF7552ED-145B-4BBA-8463-5E3E96F85FD3}"/>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5-v5-qa-detail / n62">
            <a:extLst xmlns:a="http://schemas.openxmlformats.org/drawingml/2006/main">
              <a:ext uri="{FF2B5EF4-FFF2-40B4-BE49-F238E27FC236}">
                <a16:creationId xmlns:a16="http://schemas.microsoft.com/office/drawing/2014/main" id="{011571D5-D275-412B-91BD-D4BF3630B60B}"/>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06  로컬 VIA 메모리 사용량</a:t>
            </a:r>
          </a:p>
        </p:txBody>
      </p:sp>
      <p:sp>
        <p:nvSpPr>
          <p:cNvPr id="63" name="dp45-v5-qa-detail / n63">
            <a:extLst xmlns:a="http://schemas.openxmlformats.org/drawingml/2006/main">
              <a:ext uri="{FF2B5EF4-FFF2-40B4-BE49-F238E27FC236}">
                <a16:creationId xmlns:a16="http://schemas.microsoft.com/office/drawing/2014/main" id="{3619282F-8C89-479C-B142-28CE95C64732}"/>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commit 최대 ≤4,096MiB</a:t>
            </a:r>
          </a:p>
        </p:txBody>
      </p:sp>
      <p:sp>
        <p:nvSpPr>
          <p:cNvPr id="64" name="dp45-v5-qa-detail / n64">
            <a:extLst xmlns:a="http://schemas.openxmlformats.org/drawingml/2006/main">
              <a:ext uri="{FF2B5EF4-FFF2-40B4-BE49-F238E27FC236}">
                <a16:creationId xmlns:a16="http://schemas.microsoft.com/office/drawing/2014/main" id="{9071C37D-D5D8-45A1-9DE5-64447B6CFF1A}"/>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예산 1,792MiB (가정)</a:t>
            </a:r>
          </a:p>
        </p:txBody>
      </p:sp>
      <p:sp>
        <p:nvSpPr>
          <p:cNvPr id="65" name="dp45-v5-qa-detail / n65">
            <a:extLst xmlns:a="http://schemas.openxmlformats.org/drawingml/2006/main">
              <a:ext uri="{FF2B5EF4-FFF2-40B4-BE49-F238E27FC236}">
                <a16:creationId xmlns:a16="http://schemas.microsoft.com/office/drawing/2014/main" id="{D24A73C9-7E19-48BA-9814-BCCEDBFFF75F}"/>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원문 Context와 선택 cache</a:t>
            </a:r>
          </a:p>
        </p:txBody>
      </p:sp>
      <p:sp>
        <p:nvSpPr>
          <p:cNvPr id="66" name="dp45-v5-qa-detail / n66">
            <a:extLst xmlns:a="http://schemas.openxmlformats.org/drawingml/2006/main">
              <a:ext uri="{FF2B5EF4-FFF2-40B4-BE49-F238E27FC236}">
                <a16:creationId xmlns:a16="http://schemas.microsoft.com/office/drawing/2014/main" id="{8B5BDFAB-9F46-4FE7-9165-1E02F42F641D}"/>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예산 1,920MiB (가정)</a:t>
            </a:r>
          </a:p>
        </p:txBody>
      </p:sp>
      <p:sp>
        <p:nvSpPr>
          <p:cNvPr id="67" name="dp45-v5-qa-detail / n67">
            <a:extLst xmlns:a="http://schemas.openxmlformats.org/drawingml/2006/main">
              <a:ext uri="{FF2B5EF4-FFF2-40B4-BE49-F238E27FC236}">
                <a16:creationId xmlns:a16="http://schemas.microsoft.com/office/drawing/2014/main" id="{2AA0BE21-9BFB-4776-8933-14354D46EEB6}"/>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관계 index와 생산 상태 및 원문</a:t>
            </a:r>
          </a:p>
        </p:txBody>
      </p:sp>
      <p:sp>
        <p:nvSpPr>
          <p:cNvPr id="68" name="dp45-v5-qa-detail / n68">
            <a:extLst xmlns:a="http://schemas.openxmlformats.org/drawingml/2006/main">
              <a:ext uri="{FF2B5EF4-FFF2-40B4-BE49-F238E27FC236}">
                <a16:creationId xmlns:a16="http://schemas.microsoft.com/office/drawing/2014/main" id="{3B4295E7-6CEE-4BB6-94A2-2890BC727DF2}"/>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5-v5-qa-detail / n69">
            <a:extLst xmlns:a="http://schemas.openxmlformats.org/drawingml/2006/main">
              <a:ext uri="{FF2B5EF4-FFF2-40B4-BE49-F238E27FC236}">
                <a16:creationId xmlns:a16="http://schemas.microsoft.com/office/drawing/2014/main" id="{622C00A9-D9E6-40D4-843E-4A32730DBDA2}"/>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128MiB</a:t>
            </a:r>
          </a:p>
        </p:txBody>
      </p:sp>
      <p:sp>
        <p:nvSpPr>
          <p:cNvPr id="70" name="dp45-v5-qa-detail / n70">
            <a:extLst xmlns:a="http://schemas.openxmlformats.org/drawingml/2006/main">
              <a:ext uri="{FF2B5EF4-FFF2-40B4-BE49-F238E27FC236}">
                <a16:creationId xmlns:a16="http://schemas.microsoft.com/office/drawing/2014/main" id="{4EFBF6F0-A57B-4C9E-87F3-2D6E2A80EBCE}"/>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71" name="dp45-v5-qa-detail / n71">
            <a:extLst xmlns:a="http://schemas.openxmlformats.org/drawingml/2006/main">
              <a:ext uri="{FF2B5EF4-FFF2-40B4-BE49-F238E27FC236}">
                <a16:creationId xmlns:a16="http://schemas.microsoft.com/office/drawing/2014/main" id="{8D7E5F5B-F35A-4F35-BD34-A6341807647F}"/>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5-v5-qa-detail / n72">
            <a:extLst xmlns:a="http://schemas.openxmlformats.org/drawingml/2006/main">
              <a:ext uri="{FF2B5EF4-FFF2-40B4-BE49-F238E27FC236}">
                <a16:creationId xmlns:a16="http://schemas.microsoft.com/office/drawing/2014/main" id="{1F4CE258-4504-426D-9A9C-29724C832C06}"/>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5-v5-qa-detail / n73">
            <a:extLst xmlns:a="http://schemas.openxmlformats.org/drawingml/2006/main">
              <a:ext uri="{FF2B5EF4-FFF2-40B4-BE49-F238E27FC236}">
                <a16:creationId xmlns:a16="http://schemas.microsoft.com/office/drawing/2014/main" id="{4E6BBC37-7531-483D-9E46-928038BB9780}"/>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5-v5-qa-detail / n74">
            <a:extLst xmlns:a="http://schemas.openxmlformats.org/drawingml/2006/main">
              <a:ext uri="{FF2B5EF4-FFF2-40B4-BE49-F238E27FC236}">
                <a16:creationId xmlns:a16="http://schemas.microsoft.com/office/drawing/2014/main" id="{4847B3DC-6409-4A9B-A6C5-5B96EDFEC352}"/>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과거 처리만 계산: A 3miss $0.00288, cache 1miss $0.00096 / B 4생산 $0.00608. 중복 청구는 제거한다.</a:t>
            </a:r>
          </a:p>
        </p:txBody>
      </p:sp>
      <p:sp>
        <p:nvSpPr>
          <p:cNvPr id="75" name="dp45-v5-qa-detail / n75">
            <a:extLst xmlns:a="http://schemas.openxmlformats.org/drawingml/2006/main">
              <a:ext uri="{FF2B5EF4-FFF2-40B4-BE49-F238E27FC236}">
                <a16:creationId xmlns:a16="http://schemas.microsoft.com/office/drawing/2014/main" id="{CC5F4406-D349-4B9F-BB34-E17F817417EB}"/>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5F6B77"/>
                </a:solidFill>
                <a:latin typeface="Apple SD Gothic Neo"/>
                <a:ea typeface="Apple SD Gothic Neo"/>
                <a:cs typeface="Apple SD Gothic Neo"/>
              </a:defRPr>
            </a:pPr>
            <a:r>
              <a:rPr sz="1600"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5-v5-qa-detail / n76">
            <a:extLst xmlns:a="http://schemas.openxmlformats.org/drawingml/2006/main">
              <a:ext uri="{FF2B5EF4-FFF2-40B4-BE49-F238E27FC236}">
                <a16:creationId xmlns:a16="http://schemas.microsoft.com/office/drawing/2014/main" id="{32893C1C-8885-4CB4-B8E6-68BE246A46CC}"/>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2078744682"/>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
    <p:bg>
      <p:bgPr>
        <a:solidFill>
          <a:srgbClr val="FFFFFF"/>
        </a:solidFill>
      </p:bgPr>
    </p:bg>
    <p:spTree>
      <p:nvGrpSpPr>
        <p:cNvPr id="1" name=""/>
        <p:cNvGrpSpPr/>
        <p:nvPr/>
      </p:nvGrpSpPr>
      <p:grpSpPr>
        <a:xfrm/>
      </p:grpSpPr>
      <p:sp>
        <p:nvSpPr>
          <p:cNvPr id="38"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대화와 Task는</a:t>
            </a:r>
          </a:p>
        </p:txBody>
      </p:sp>
      <p:sp>
        <p:nvSpPr>
          <p:cNvPr id="2"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서로 다른 시점에 시작하고 끝납니다</a:t>
            </a:r>
          </a:p>
        </p:txBody>
      </p:sp>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보고서를 맡기고 → 음성 연결을 잠시 끊고 → 다시 돌아와 결론을 수정</a:t>
            </a: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보고서 작성 Request</a:t>
            </a: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음성 연결을 잠시 종료</a:t>
            </a: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완료된 보고서 수정 Request</a:t>
            </a: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“이 자료로 보고서를 만들어줘.”</a:t>
            </a: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보고서 Task는 계속 진행</a:t>
            </a: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“결론 부분만 짧게 바꿔줘.”</a:t>
            </a: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음성 연결</a:t>
            </a: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개별 Request 처리</a:t>
            </a: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보고서 Task 이력</a:t>
            </a: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Agent의 실제 실행</a:t>
            </a: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a:solidFill>
                  <a:srgbClr val="66777D"/>
                </a:solidFill>
                <a:latin typeface="Apple SD Gothic Neo"/>
                <a:ea typeface="Apple SD Gothic Neo"/>
                <a:cs typeface="Apple SD Gothic Neo"/>
              </a:defRPr>
            </a:pPr>
            <a:r>
              <a:rPr sz="1800" b="0">
                <a:solidFill>
                  <a:srgbClr val="66777D"/>
                </a:solidFill>
                <a:latin typeface="Apple SD Gothic Neo"/>
                <a:ea typeface="Apple SD Gothic Neo"/>
                <a:cs typeface="Apple SD Gothic Neo"/>
              </a:rPr>
              <a:t>연결 없음</a:t>
            </a: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a:solidFill>
                  <a:srgbClr val="397C80"/>
                </a:solidFill>
                <a:latin typeface="Apple SD Gothic Neo"/>
                <a:ea typeface="Apple SD Gothic Neo"/>
                <a:cs typeface="Apple SD Gothic Neo"/>
              </a:defRPr>
            </a:pPr>
            <a:r>
              <a:rPr sz="1700" b="0">
                <a:solidFill>
                  <a:srgbClr val="397C80"/>
                </a:solidFill>
                <a:latin typeface="Apple SD Gothic Neo"/>
                <a:ea typeface="Apple SD Gothic Neo"/>
                <a:cs typeface="Apple SD Gothic Neo"/>
              </a:rPr>
              <a:t>위임 Request 처리</a:t>
            </a: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a:solidFill>
                  <a:srgbClr val="397C80"/>
                </a:solidFill>
                <a:latin typeface="Apple SD Gothic Neo"/>
                <a:ea typeface="Apple SD Gothic Neo"/>
                <a:cs typeface="Apple SD Gothic Neo"/>
              </a:defRPr>
            </a:pPr>
            <a:r>
              <a:rPr sz="1700" b="0">
                <a:solidFill>
                  <a:srgbClr val="397C80"/>
                </a:solidFill>
                <a:latin typeface="Apple SD Gothic Neo"/>
                <a:ea typeface="Apple SD Gothic Neo"/>
                <a:cs typeface="Apple SD Gothic Neo"/>
              </a:rPr>
              <a:t>수정 Request 처리</a:t>
            </a: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a:solidFill>
                  <a:srgbClr val="397C80"/>
                </a:solidFill>
                <a:latin typeface="Apple SD Gothic Neo"/>
                <a:ea typeface="Apple SD Gothic Neo"/>
                <a:cs typeface="Apple SD Gothic Neo"/>
              </a:defRPr>
            </a:pPr>
            <a:r>
              <a:rPr sz="1800" b="0">
                <a:solidFill>
                  <a:srgbClr val="397C80"/>
                </a:solidFill>
                <a:latin typeface="Apple SD Gothic Neo"/>
                <a:ea typeface="Apple SD Gothic Neo"/>
                <a:cs typeface="Apple SD Gothic Neo"/>
              </a:rPr>
              <a:t>같은 보고서의 Task, 결과, 정정 이력을 유지</a:t>
            </a: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작성 실행</a:t>
            </a: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수정 실행</a:t>
            </a: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a:solidFill>
                  <a:srgbClr val="202B30"/>
                </a:solidFill>
                <a:latin typeface="Apple SD Gothic Neo"/>
                <a:ea typeface="Apple SD Gothic Neo"/>
                <a:cs typeface="Apple SD Gothic Neo"/>
              </a:defRPr>
            </a:pPr>
            <a:r>
              <a:rPr sz="2200" b="1">
                <a:solidFill>
                  <a:srgbClr val="202B30"/>
                </a:solidFill>
                <a:latin typeface="Apple SD Gothic Neo"/>
                <a:ea typeface="Apple SD Gothic Neo"/>
                <a:cs typeface="Apple SD Gothic Neo"/>
              </a:rPr>
              <a:t>사용자는 다시 돌아와, 이미 맡긴 보고서의 결과를 확인하고 수정을 이어갑니다</a:t>
            </a: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대화 연결과 Request 처리가 끝나도 Task의 진행 상태와 결과 기록을 유지하고,</a:t>
            </a: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서로 다른 수명을 가진 상태와 연결 관계를 일관되게 관리하는 구조</a:t>
            </a:r>
          </a:p>
        </p:txBody>
      </p:sp>
    </p:spTree>
    <p:extLst>
      <p:ext uri="{BB962C8B-B14F-4D97-AF65-F5344CB8AC3E}">
        <p14:creationId val="2044630242"/>
      </p:ext>
    </p:extLst>
  </p:cSld>
</p:sld>
</file>

<file path=ppt/slides/slide31.xml><?xml version="1.0" encoding="utf-8"?>
<p:sld xmlns:p="http://schemas.openxmlformats.org/presentationml/2006/main">
  <p:cSld name="dp42-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294" name="dp42-comparison / n1">
            <a:extLst xmlns:a="http://schemas.openxmlformats.org/drawingml/2006/main">
              <a:ext uri="{FF2B5EF4-FFF2-40B4-BE49-F238E27FC236}">
                <a16:creationId xmlns:a16="http://schemas.microsoft.com/office/drawing/2014/main" id="{3E4FCF4B-90EB-4D52-9CDE-C617568DEA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2A56A83B-BCFF-4929-87D0-8FDDA5D890E3}"/>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1">
                <a:solidFill>
                  <a:srgbClr val="087E8B"/>
                </a:solidFill>
                <a:latin typeface="Apple SD Gothic Neo"/>
                <a:ea typeface="Apple SD Gothic Neo"/>
                <a:cs typeface="Apple SD Gothic Neo"/>
              </a:defRPr>
            </a:pPr>
            <a:r>
              <a:rPr sz="1400"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DF3ED12C-2CF9-40E7-9AAC-A6C996374737}"/>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C95D87CA-E0D7-43A8-B913-3986710D2FED}"/>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00" b="1">
                <a:solidFill>
                  <a:srgbClr val="18232E"/>
                </a:solidFill>
                <a:latin typeface="Apple SD Gothic Neo"/>
                <a:ea typeface="Apple SD Gothic Neo"/>
                <a:cs typeface="Apple SD Gothic Neo"/>
              </a:defRPr>
            </a:pPr>
            <a:r>
              <a:rPr sz="2900" b="1">
                <a:solidFill>
                  <a:srgbClr val="18232E"/>
                </a:solidFill>
                <a:latin typeface="Apple SD Gothic Neo"/>
                <a:ea typeface="Apple SD Gothic Neo"/>
                <a:cs typeface="Apple SD Gothic Neo"/>
              </a:rPr>
              <a:t>04-42. 대화와 Task 상태의 소유 및 확정</a:t>
            </a:r>
          </a:p>
        </p:txBody>
      </p:sp>
      <p:sp>
        <p:nvSpPr>
          <p:cNvPr id="5" name="dp42-comparison / n5 / path">
            <a:extLst xmlns:a="http://schemas.openxmlformats.org/drawingml/2006/main">
              <a:ext uri="{FF2B5EF4-FFF2-40B4-BE49-F238E27FC236}">
                <a16:creationId xmlns:a16="http://schemas.microsoft.com/office/drawing/2014/main" id="{268A1F89-A207-4757-A7C6-BE2F4ECA8A4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4342C25F-36CA-4DEF-8BC9-334F46D419E9}"/>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0">
                <a:solidFill>
                  <a:srgbClr val="18232E"/>
                </a:solidFill>
                <a:latin typeface="Apple SD Gothic Neo"/>
                <a:ea typeface="Apple SD Gothic Neo"/>
                <a:cs typeface="Apple SD Gothic Neo"/>
              </a:defRPr>
            </a:pPr>
            <a:r>
              <a:rPr sz="1700" b="0">
                <a:solidFill>
                  <a:srgbClr val="18232E"/>
                </a:solidFill>
                <a:latin typeface="Apple SD Gothic Neo"/>
                <a:ea typeface="Apple SD Gothic Neo"/>
                <a:cs typeface="Apple SD Gothic Neo"/>
              </a:rPr>
              <a:t>보고서 기간 질문을 실제 제시 → “응, 상반기로 해줘” → 내부 접수 / 외부 전달 확인</a:t>
            </a:r>
          </a:p>
        </p:txBody>
      </p:sp>
      <p:sp>
        <p:nvSpPr>
          <p:cNvPr id="7" name="dp42-comparison / n7 / text 1">
            <a:extLst xmlns:a="http://schemas.openxmlformats.org/drawingml/2006/main">
              <a:ext uri="{FF2B5EF4-FFF2-40B4-BE49-F238E27FC236}">
                <a16:creationId xmlns:a16="http://schemas.microsoft.com/office/drawing/2014/main" id="{979DB739-58E7-47BD-B95D-67A3DBEEBB4C}"/>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공통: 별도 Conversation / Request / Task / Execution 수명 / 로컬 VAD와 지속 입력 / 클라우드 모델 / 같은 의미 판단</a:t>
            </a:r>
          </a:p>
        </p:txBody>
      </p:sp>
      <p:sp>
        <p:nvSpPr>
          <p:cNvPr id="8" name="dp42-comparison / n8">
            <a:extLst xmlns:a="http://schemas.openxmlformats.org/drawingml/2006/main">
              <a:ext uri="{FF2B5EF4-FFF2-40B4-BE49-F238E27FC236}">
                <a16:creationId xmlns:a16="http://schemas.microsoft.com/office/drawing/2014/main" id="{7F01871B-D2DF-4DE8-ADBC-334BA042F66C}"/>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82A7F328-05A7-416C-9BEA-855B636F7835}"/>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A 모듈형 통합 Core / 공동 확정</a:t>
            </a:r>
          </a:p>
        </p:txBody>
      </p:sp>
      <p:sp>
        <p:nvSpPr>
          <p:cNvPr id="10" name="dp42-comparison / n10 / text 1">
            <a:extLst xmlns:a="http://schemas.openxmlformats.org/drawingml/2006/main">
              <a:ext uri="{FF2B5EF4-FFF2-40B4-BE49-F238E27FC236}">
                <a16:creationId xmlns:a16="http://schemas.microsoft.com/office/drawing/2014/main" id="{EA3EA96C-FA6C-4299-A30D-71092AA426E1}"/>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B 독립 대화 / Task 서비스 / 별도 접수</a:t>
            </a:r>
          </a:p>
        </p:txBody>
      </p:sp>
      <p:sp>
        <p:nvSpPr>
          <p:cNvPr id="11" name="dp42-comparison / n11 / path">
            <a:extLst xmlns:a="http://schemas.openxmlformats.org/drawingml/2006/main">
              <a:ext uri="{FF2B5EF4-FFF2-40B4-BE49-F238E27FC236}">
                <a16:creationId xmlns:a16="http://schemas.microsoft.com/office/drawing/2014/main" id="{ECFB07C1-87C5-45EE-A43C-660BBC2C82E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2-comparison / n12 / path">
            <a:extLst xmlns:a="http://schemas.openxmlformats.org/drawingml/2006/main">
              <a:ext uri="{FF2B5EF4-FFF2-40B4-BE49-F238E27FC236}">
                <a16:creationId xmlns:a16="http://schemas.microsoft.com/office/drawing/2014/main" id="{A5987A08-E1C2-467E-A791-43603A1C1D58}"/>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7BC290B2-3A07-458F-A53A-24A6E36A7E1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공통 의미 제안은 Request Interpreter, 채택은 Request Controller / 실제 전달 원장은 Response Manager / 모델 / 외부 통신은 transaction 밖</a:t>
            </a:r>
          </a:p>
        </p:txBody>
      </p:sp>
      <p:sp>
        <p:nvSpPr>
          <p:cNvPr id="14" name="dp42-comparison / n14 / text 1">
            <a:extLst xmlns:a="http://schemas.openxmlformats.org/drawingml/2006/main">
              <a:ext uri="{FF2B5EF4-FFF2-40B4-BE49-F238E27FC236}">
                <a16:creationId xmlns:a16="http://schemas.microsoft.com/office/drawing/2014/main" id="{37CFA3E7-997B-491A-B8D8-908C4E601F44}"/>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18232E"/>
                </a:solidFill>
                <a:latin typeface="Apple SD Gothic Neo"/>
                <a:ea typeface="Apple SD Gothic Neo"/>
                <a:cs typeface="Apple SD Gothic Neo"/>
              </a:defRPr>
            </a:pPr>
            <a:r>
              <a:rPr sz="1300" b="0">
                <a:solidFill>
                  <a:srgbClr val="18232E"/>
                </a:solidFill>
                <a:latin typeface="Apple SD Gothic Neo"/>
                <a:ea typeface="Apple SD Gothic Neo"/>
                <a:cs typeface="Apple SD Gothic Neo"/>
              </a:rPr>
              <a:t>B: hold 요청 시각과 업무 gate 적용 ACK 시각은 다름 / ACK 전 DISPATCHING은 UNKNOWN / 외부 확인으로 처리</a:t>
            </a:r>
          </a:p>
        </p:txBody>
      </p:sp>
      <p:sp>
        <p:nvSpPr>
          <p:cNvPr id="295" name="dp42-v5-summary / n1">
            <a:extLst xmlns:a="http://schemas.openxmlformats.org/drawingml/2006/main">
              <a:ext uri="{FF2B5EF4-FFF2-40B4-BE49-F238E27FC236}">
                <a16:creationId xmlns:a16="http://schemas.microsoft.com/office/drawing/2014/main" id="{BBB7754B-3A03-4875-AA18-962992E5FFEC}"/>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96" name="dp42-v5-summary / n2">
            <a:extLst xmlns:a="http://schemas.openxmlformats.org/drawingml/2006/main">
              <a:ext uri="{FF2B5EF4-FFF2-40B4-BE49-F238E27FC236}">
                <a16:creationId xmlns:a16="http://schemas.microsoft.com/office/drawing/2014/main" id="{A98EB82A-EAC2-40DA-8D80-EDF017078C94}"/>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97" name="dp42-v5-summary / n3">
            <a:extLst xmlns:a="http://schemas.openxmlformats.org/drawingml/2006/main">
              <a:ext uri="{FF2B5EF4-FFF2-40B4-BE49-F238E27FC236}">
                <a16:creationId xmlns:a16="http://schemas.microsoft.com/office/drawing/2014/main" id="{AC8DB5A1-4235-4B33-9CFD-A10C5F77CE36}"/>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[의미와 접수 및 현재성 검사]</a:t>
            </a:r>
          </a:p>
        </p:txBody>
      </p:sp>
      <p:sp>
        <p:nvSpPr>
          <p:cNvPr id="298" name="dp42-v5-summary / n4">
            <a:extLst xmlns:a="http://schemas.openxmlformats.org/drawingml/2006/main">
              <a:ext uri="{FF2B5EF4-FFF2-40B4-BE49-F238E27FC236}">
                <a16:creationId xmlns:a16="http://schemas.microsoft.com/office/drawing/2014/main" id="{A69367C5-5C12-453D-BCF4-867E178EC317}"/>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[동일 검사와 receipt의 올바른 반영]</a:t>
            </a:r>
          </a:p>
        </p:txBody>
      </p:sp>
      <p:sp>
        <p:nvSpPr>
          <p:cNvPr id="299" name="dp42-v5-summary / n5">
            <a:extLst xmlns:a="http://schemas.openxmlformats.org/drawingml/2006/main">
              <a:ext uri="{FF2B5EF4-FFF2-40B4-BE49-F238E27FC236}">
                <a16:creationId xmlns:a16="http://schemas.microsoft.com/office/drawing/2014/main" id="{11FD21C5-1F60-4B2F-8603-BDCE6D709AEA}"/>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0" name="dp42-v5-summary / n6">
            <a:extLst xmlns:a="http://schemas.openxmlformats.org/drawingml/2006/main">
              <a:ext uri="{FF2B5EF4-FFF2-40B4-BE49-F238E27FC236}">
                <a16:creationId xmlns:a16="http://schemas.microsoft.com/office/drawing/2014/main" id="{C29B0B20-446D-4FFC-8CA5-5BF055A72A6C}"/>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01" name="dp42-v5-summary / n7">
            <a:extLst xmlns:a="http://schemas.openxmlformats.org/drawingml/2006/main">
              <a:ext uri="{FF2B5EF4-FFF2-40B4-BE49-F238E27FC236}">
                <a16:creationId xmlns:a16="http://schemas.microsoft.com/office/drawing/2014/main" id="{9FEE09A3-ECAF-4A71-BEA0-F58BEB34BC90}"/>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[공동 commit과 대화 반영 대기]</a:t>
            </a:r>
          </a:p>
        </p:txBody>
      </p:sp>
      <p:sp>
        <p:nvSpPr>
          <p:cNvPr id="302" name="dp42-v5-summary / n8">
            <a:extLst xmlns:a="http://schemas.openxmlformats.org/drawingml/2006/main">
              <a:ext uri="{FF2B5EF4-FFF2-40B4-BE49-F238E27FC236}">
                <a16:creationId xmlns:a16="http://schemas.microsoft.com/office/drawing/2014/main" id="{87D80DA0-265C-4C7A-A585-1BD9050536C3}"/>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[독립 접수와 receipt 반영 대기]</a:t>
            </a:r>
          </a:p>
        </p:txBody>
      </p:sp>
      <p:sp>
        <p:nvSpPr>
          <p:cNvPr id="303" name="dp42-v5-summary / n9">
            <a:extLst xmlns:a="http://schemas.openxmlformats.org/drawingml/2006/main">
              <a:ext uri="{FF2B5EF4-FFF2-40B4-BE49-F238E27FC236}">
                <a16:creationId xmlns:a16="http://schemas.microsoft.com/office/drawing/2014/main" id="{02746A80-895B-4A31-AA1E-170BEEFCCD1B}"/>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4" name="dp42-v5-summary / n10">
            <a:extLst xmlns:a="http://schemas.openxmlformats.org/drawingml/2006/main">
              <a:ext uri="{FF2B5EF4-FFF2-40B4-BE49-F238E27FC236}">
                <a16:creationId xmlns:a16="http://schemas.microsoft.com/office/drawing/2014/main" id="{CC01BB89-1306-4B6A-9620-BE5B7101AFFB}"/>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05" name="dp42-v5-summary / n11">
            <a:extLst xmlns:a="http://schemas.openxmlformats.org/drawingml/2006/main">
              <a:ext uri="{FF2B5EF4-FFF2-40B4-BE49-F238E27FC236}">
                <a16:creationId xmlns:a16="http://schemas.microsoft.com/office/drawing/2014/main" id="{14660595-DF67-4D15-9CC5-0C71CA9777AA}"/>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[관련 상태의 공동 확정 경로]</a:t>
            </a:r>
          </a:p>
        </p:txBody>
      </p:sp>
      <p:sp>
        <p:nvSpPr>
          <p:cNvPr id="306" name="dp42-v5-summary / n12">
            <a:extLst xmlns:a="http://schemas.openxmlformats.org/drawingml/2006/main">
              <a:ext uri="{FF2B5EF4-FFF2-40B4-BE49-F238E27FC236}">
                <a16:creationId xmlns:a16="http://schemas.microsoft.com/office/drawing/2014/main" id="{F12BF402-3739-45A2-A328-DA422D4C8141}"/>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[인계와 reconciliation의 전체 경로]</a:t>
            </a:r>
          </a:p>
        </p:txBody>
      </p:sp>
      <p:sp>
        <p:nvSpPr>
          <p:cNvPr id="307" name="dp42-v5-summary / n13">
            <a:extLst xmlns:a="http://schemas.openxmlformats.org/drawingml/2006/main">
              <a:ext uri="{FF2B5EF4-FFF2-40B4-BE49-F238E27FC236}">
                <a16:creationId xmlns:a16="http://schemas.microsoft.com/office/drawing/2014/main" id="{3BDBA399-9060-4B28-A89A-5ED5C4CA795D}"/>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8" name="dp42-v5-summary / n14">
            <a:extLst xmlns:a="http://schemas.openxmlformats.org/drawingml/2006/main">
              <a:ext uri="{FF2B5EF4-FFF2-40B4-BE49-F238E27FC236}">
                <a16:creationId xmlns:a16="http://schemas.microsoft.com/office/drawing/2014/main" id="{34C29C02-63AE-4E05-84C2-5A22B0595056}"/>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09" name="dp42-v5-summary / n15">
            <a:extLst xmlns:a="http://schemas.openxmlformats.org/drawingml/2006/main">
              <a:ext uri="{FF2B5EF4-FFF2-40B4-BE49-F238E27FC236}">
                <a16:creationId xmlns:a16="http://schemas.microsoft.com/office/drawing/2014/main" id="{CA83F3F7-587D-49C4-8530-1D4D8668FC85}"/>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[코드 저장 외 실제 모델 청구]</a:t>
            </a:r>
          </a:p>
        </p:txBody>
      </p:sp>
      <p:sp>
        <p:nvSpPr>
          <p:cNvPr id="310" name="dp42-v5-summary / n16">
            <a:extLst xmlns:a="http://schemas.openxmlformats.org/drawingml/2006/main">
              <a:ext uri="{FF2B5EF4-FFF2-40B4-BE49-F238E27FC236}">
                <a16:creationId xmlns:a16="http://schemas.microsoft.com/office/drawing/2014/main" id="{6A6B042C-2191-416B-A1F7-A5F794832EA7}"/>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[IPC 외 실제 모델 청구]</a:t>
            </a:r>
          </a:p>
        </p:txBody>
      </p:sp>
      <p:sp>
        <p:nvSpPr>
          <p:cNvPr id="311" name="dp42-v5-summary / n17">
            <a:extLst xmlns:a="http://schemas.openxmlformats.org/drawingml/2006/main">
              <a:ext uri="{FF2B5EF4-FFF2-40B4-BE49-F238E27FC236}">
                <a16:creationId xmlns:a16="http://schemas.microsoft.com/office/drawing/2014/main" id="{F9653F1A-07BE-4B88-BF86-57A0BC2DE4EF}"/>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2" name="dp42-v5-summary / n18">
            <a:extLst xmlns:a="http://schemas.openxmlformats.org/drawingml/2006/main">
              <a:ext uri="{FF2B5EF4-FFF2-40B4-BE49-F238E27FC236}">
                <a16:creationId xmlns:a16="http://schemas.microsoft.com/office/drawing/2014/main" id="{64371A0C-93EB-481C-BDA2-BFD1CE325ECB}"/>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13" name="dp42-v5-summary / n19">
            <a:extLst xmlns:a="http://schemas.openxmlformats.org/drawingml/2006/main">
              <a:ext uri="{FF2B5EF4-FFF2-40B4-BE49-F238E27FC236}">
                <a16:creationId xmlns:a16="http://schemas.microsoft.com/office/drawing/2014/main" id="{16C61A28-CD0D-4F15-9BAB-C1096EF453D7}"/>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[공동 상태 계약의 실제 수정]</a:t>
            </a:r>
          </a:p>
        </p:txBody>
      </p:sp>
      <p:sp>
        <p:nvSpPr>
          <p:cNvPr id="314" name="dp42-v5-summary / n20">
            <a:extLst xmlns:a="http://schemas.openxmlformats.org/drawingml/2006/main">
              <a:ext uri="{FF2B5EF4-FFF2-40B4-BE49-F238E27FC236}">
                <a16:creationId xmlns:a16="http://schemas.microsoft.com/office/drawing/2014/main" id="{0C6F7E2E-07B0-42C7-BF74-26B88B4BDB27}"/>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[독립 인계 계약의 실제 수정]</a:t>
            </a:r>
          </a:p>
        </p:txBody>
      </p:sp>
      <p:sp>
        <p:nvSpPr>
          <p:cNvPr id="315" name="dp42-v5-summary / n21">
            <a:extLst xmlns:a="http://schemas.openxmlformats.org/drawingml/2006/main">
              <a:ext uri="{FF2B5EF4-FFF2-40B4-BE49-F238E27FC236}">
                <a16:creationId xmlns:a16="http://schemas.microsoft.com/office/drawing/2014/main" id="{99A2785B-B640-4165-A554-F2CA84C88B54}"/>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6" name="dp42-v5-summary / n22">
            <a:extLst xmlns:a="http://schemas.openxmlformats.org/drawingml/2006/main">
              <a:ext uri="{FF2B5EF4-FFF2-40B4-BE49-F238E27FC236}">
                <a16:creationId xmlns:a16="http://schemas.microsoft.com/office/drawing/2014/main" id="{EAFB6D55-0D87-46F2-8955-AD793DE0D412}"/>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17" name="dp42-v5-summary / n23">
            <a:extLst xmlns:a="http://schemas.openxmlformats.org/drawingml/2006/main">
              <a:ext uri="{FF2B5EF4-FFF2-40B4-BE49-F238E27FC236}">
                <a16:creationId xmlns:a16="http://schemas.microsoft.com/office/drawing/2014/main" id="{1C3646B8-938B-4A5D-918C-E9260953C3AD}"/>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[통합 실행체의 상태와 대기열]</a:t>
            </a:r>
          </a:p>
        </p:txBody>
      </p:sp>
      <p:sp>
        <p:nvSpPr>
          <p:cNvPr id="318" name="dp42-v5-summary / n24">
            <a:extLst xmlns:a="http://schemas.openxmlformats.org/drawingml/2006/main">
              <a:ext uri="{FF2B5EF4-FFF2-40B4-BE49-F238E27FC236}">
                <a16:creationId xmlns:a16="http://schemas.microsoft.com/office/drawing/2014/main" id="{2FD0F2FD-0ED4-4109-9805-83627B86BAFB}"/>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2,080MiB  [추가 process와 receipt 상태]</a:t>
            </a:r>
          </a:p>
        </p:txBody>
      </p:sp>
      <p:sp>
        <p:nvSpPr>
          <p:cNvPr id="319" name="dp42-v5-summary / n25">
            <a:extLst xmlns:a="http://schemas.openxmlformats.org/drawingml/2006/main">
              <a:ext uri="{FF2B5EF4-FFF2-40B4-BE49-F238E27FC236}">
                <a16:creationId xmlns:a16="http://schemas.microsoft.com/office/drawing/2014/main" id="{D251C843-FE50-49F8-870E-E2590AD3F181}"/>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5F6B77"/>
                </a:solidFill>
                <a:latin typeface="Apple SD Gothic Neo"/>
                <a:ea typeface="Apple SD Gothic Neo"/>
                <a:cs typeface="Apple SD Gothic Neo"/>
              </a:defRPr>
            </a:pPr>
            <a:r>
              <a:rPr sz="1100"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320" name="dp42-v5-summary / n26">
            <a:extLst xmlns:a="http://schemas.openxmlformats.org/drawingml/2006/main">
              <a:ext uri="{FF2B5EF4-FFF2-40B4-BE49-F238E27FC236}">
                <a16:creationId xmlns:a16="http://schemas.microsoft.com/office/drawing/2014/main" id="{9C7CAE37-D153-417C-9BE9-7EA721D0BA5B}"/>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5F6B77"/>
                </a:solidFill>
                <a:latin typeface="Apple SD Gothic Neo"/>
                <a:ea typeface="Apple SD Gothic Neo"/>
                <a:cs typeface="Apple SD Gothic Neo"/>
              </a:defRPr>
            </a:pPr>
            <a:r>
              <a:rPr sz="110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2-comparison / legend_continuation_0">
            <a:extLst xmlns:a="http://schemas.openxmlformats.org/drawingml/2006/main">
              <a:ext uri="{FF2B5EF4-FFF2-40B4-BE49-F238E27FC236}">
                <a16:creationId xmlns:a16="http://schemas.microsoft.com/office/drawing/2014/main" id="{9071856A-91DF-4652-AFFA-86640B40A089}"/>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2-comparison / legend_continuation_1 / text 1">
            <a:extLst xmlns:a="http://schemas.openxmlformats.org/drawingml/2006/main">
              <a:ext uri="{FF2B5EF4-FFF2-40B4-BE49-F238E27FC236}">
                <a16:creationId xmlns:a16="http://schemas.microsoft.com/office/drawing/2014/main" id="{FBDDCB17-AD2A-4CCD-B4C6-C1B45E28584B}"/>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Legend</a:t>
            </a:r>
          </a:p>
        </p:txBody>
      </p:sp>
      <p:sp>
        <p:nvSpPr>
          <p:cNvPr id="43" name="dp42-comparison / legend_continuation_2">
            <a:extLst xmlns:a="http://schemas.openxmlformats.org/drawingml/2006/main">
              <a:ext uri="{FF2B5EF4-FFF2-40B4-BE49-F238E27FC236}">
                <a16:creationId xmlns:a16="http://schemas.microsoft.com/office/drawing/2014/main" id="{4B50463D-1746-4D9C-8397-7DF92188235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2-comparison / legend_continuation_3 / text 1">
            <a:extLst xmlns:a="http://schemas.openxmlformats.org/drawingml/2006/main">
              <a:ext uri="{FF2B5EF4-FFF2-40B4-BE49-F238E27FC236}">
                <a16:creationId xmlns:a16="http://schemas.microsoft.com/office/drawing/2014/main" id="{F658AE43-4480-453D-BDA6-D908E288A137}"/>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Component</a:t>
            </a:r>
          </a:p>
        </p:txBody>
      </p:sp>
      <p:sp>
        <p:nvSpPr>
          <p:cNvPr id="45" name="dp42-comparison / legend_continuation_4 / text 1">
            <a:extLst xmlns:a="http://schemas.openxmlformats.org/drawingml/2006/main">
              <a:ext uri="{FF2B5EF4-FFF2-40B4-BE49-F238E27FC236}">
                <a16:creationId xmlns:a16="http://schemas.microsoft.com/office/drawing/2014/main" id="{04B91AE5-F7AF-48AB-B6E5-A1546518BC4F}"/>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2-comparison / legend_continuation_5">
            <a:extLst xmlns:a="http://schemas.openxmlformats.org/drawingml/2006/main">
              <a:ext uri="{FF2B5EF4-FFF2-40B4-BE49-F238E27FC236}">
                <a16:creationId xmlns:a16="http://schemas.microsoft.com/office/drawing/2014/main" id="{E1DC794E-F1AB-4F0A-A678-94922657E40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2-comparison / legend_continuation_6 / text 1">
            <a:extLst xmlns:a="http://schemas.openxmlformats.org/drawingml/2006/main">
              <a:ext uri="{FF2B5EF4-FFF2-40B4-BE49-F238E27FC236}">
                <a16:creationId xmlns:a16="http://schemas.microsoft.com/office/drawing/2014/main" id="{070803EC-079B-4675-8D67-4941FED3CB88}"/>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Module</a:t>
            </a:r>
          </a:p>
        </p:txBody>
      </p:sp>
      <p:sp>
        <p:nvSpPr>
          <p:cNvPr id="48" name="dp42-comparison / legend_continuation_7 / text 1">
            <a:extLst xmlns:a="http://schemas.openxmlformats.org/drawingml/2006/main">
              <a:ext uri="{FF2B5EF4-FFF2-40B4-BE49-F238E27FC236}">
                <a16:creationId xmlns:a16="http://schemas.microsoft.com/office/drawing/2014/main" id="{3EC9F628-A8FF-4C6C-90B4-08E0C4558ECA}"/>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2-comparison / legend_continuation_8">
            <a:extLst xmlns:a="http://schemas.openxmlformats.org/drawingml/2006/main">
              <a:ext uri="{FF2B5EF4-FFF2-40B4-BE49-F238E27FC236}">
                <a16:creationId xmlns:a16="http://schemas.microsoft.com/office/drawing/2014/main" id="{AEE016F7-0432-4A31-B30F-B56B9DE1FEE7}"/>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2-comparison / legend_continuation_8 / fold">
            <a:extLst xmlns:a="http://schemas.openxmlformats.org/drawingml/2006/main">
              <a:ext uri="{FF2B5EF4-FFF2-40B4-BE49-F238E27FC236}">
                <a16:creationId xmlns:a16="http://schemas.microsoft.com/office/drawing/2014/main" id="{984DB165-6D31-4DD4-B055-BB28A3F04881}"/>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2-comparison / legend_continuation_9 / text 1">
            <a:extLst xmlns:a="http://schemas.openxmlformats.org/drawingml/2006/main">
              <a:ext uri="{FF2B5EF4-FFF2-40B4-BE49-F238E27FC236}">
                <a16:creationId xmlns:a16="http://schemas.microsoft.com/office/drawing/2014/main" id="{399B0ED7-3253-472B-AC94-A32AAF7AAF5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Data</a:t>
            </a:r>
          </a:p>
        </p:txBody>
      </p:sp>
      <p:sp>
        <p:nvSpPr>
          <p:cNvPr id="52" name="dp42-comparison / legend_continuation_10 / text 1">
            <a:extLst xmlns:a="http://schemas.openxmlformats.org/drawingml/2006/main">
              <a:ext uri="{FF2B5EF4-FFF2-40B4-BE49-F238E27FC236}">
                <a16:creationId xmlns:a16="http://schemas.microsoft.com/office/drawing/2014/main" id="{2D6C36CC-8A5D-42CA-A223-55B3C6BCD4AB}"/>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2-comparison / legend_continuation_11">
            <a:extLst xmlns:a="http://schemas.openxmlformats.org/drawingml/2006/main">
              <a:ext uri="{FF2B5EF4-FFF2-40B4-BE49-F238E27FC236}">
                <a16:creationId xmlns:a16="http://schemas.microsoft.com/office/drawing/2014/main" id="{3F750774-DA40-4330-9468-CA28E5A53439}"/>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2-comparison / legend_continuation_12 / text 1">
            <a:extLst xmlns:a="http://schemas.openxmlformats.org/drawingml/2006/main">
              <a:ext uri="{FF2B5EF4-FFF2-40B4-BE49-F238E27FC236}">
                <a16:creationId xmlns:a16="http://schemas.microsoft.com/office/drawing/2014/main" id="{1D287714-F152-425F-917E-B757AC24E346}"/>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LLM</a:t>
            </a:r>
          </a:p>
        </p:txBody>
      </p:sp>
      <p:sp>
        <p:nvSpPr>
          <p:cNvPr id="55" name="dp42-comparison / legend_continuation_13 / text 1">
            <a:extLst xmlns:a="http://schemas.openxmlformats.org/drawingml/2006/main">
              <a:ext uri="{FF2B5EF4-FFF2-40B4-BE49-F238E27FC236}">
                <a16:creationId xmlns:a16="http://schemas.microsoft.com/office/drawing/2014/main" id="{6EB93D5E-261A-4169-B04D-477B6F66EF56}"/>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2-comparison / legend_continuation_14">
            <a:extLst xmlns:a="http://schemas.openxmlformats.org/drawingml/2006/main">
              <a:ext uri="{FF2B5EF4-FFF2-40B4-BE49-F238E27FC236}">
                <a16:creationId xmlns:a16="http://schemas.microsoft.com/office/drawing/2014/main" id="{1AD11029-0485-46DF-9D55-7A6098B7C7A4}"/>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2-comparison / legend_continuation_15 / text 1">
            <a:extLst xmlns:a="http://schemas.openxmlformats.org/drawingml/2006/main">
              <a:ext uri="{FF2B5EF4-FFF2-40B4-BE49-F238E27FC236}">
                <a16:creationId xmlns:a16="http://schemas.microsoft.com/office/drawing/2014/main" id="{D07EA871-DA6D-472A-8E99-322C66FD2D10}"/>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0000"/>
                </a:solidFill>
                <a:latin typeface="Apple SD Gothic Neo"/>
                <a:ea typeface="Apple SD Gothic Neo"/>
                <a:cs typeface="Apple SD Gothic Neo"/>
              </a:defRPr>
            </a:pPr>
            <a:r>
              <a:rPr sz="800" b="1">
                <a:solidFill>
                  <a:srgbClr val="000000"/>
                </a:solidFill>
                <a:latin typeface="Apple SD Gothic Neo"/>
                <a:ea typeface="Apple SD Gothic Neo"/>
                <a:cs typeface="Apple SD Gothic Neo"/>
              </a:rPr>
              <a:t>Module</a:t>
            </a:r>
          </a:p>
        </p:txBody>
      </p:sp>
      <p:sp>
        <p:nvSpPr>
          <p:cNvPr id="58" name="dp42-comparison / legend_continuation_16 / text 1">
            <a:extLst xmlns:a="http://schemas.openxmlformats.org/drawingml/2006/main">
              <a:ext uri="{FF2B5EF4-FFF2-40B4-BE49-F238E27FC236}">
                <a16:creationId xmlns:a16="http://schemas.microsoft.com/office/drawing/2014/main" id="{E442694E-DA5B-4D87-BFF6-554D395E016B}"/>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2-comparison / legend_continuation_17">
            <a:extLst xmlns:a="http://schemas.openxmlformats.org/drawingml/2006/main">
              <a:ext uri="{FF2B5EF4-FFF2-40B4-BE49-F238E27FC236}">
                <a16:creationId xmlns:a16="http://schemas.microsoft.com/office/drawing/2014/main" id="{EEECB04D-A385-4CBF-8C34-D41B637C3BE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2-comparison / legend_continuation_18 / text 1">
            <a:extLst xmlns:a="http://schemas.openxmlformats.org/drawingml/2006/main">
              <a:ext uri="{FF2B5EF4-FFF2-40B4-BE49-F238E27FC236}">
                <a16:creationId xmlns:a16="http://schemas.microsoft.com/office/drawing/2014/main" id="{1A69617A-4CC8-4226-AD36-F92C9F3B327F}"/>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18232E"/>
                </a:solidFill>
                <a:latin typeface="Apple SD Gothic Neo"/>
                <a:ea typeface="Apple SD Gothic Neo"/>
                <a:cs typeface="Apple SD Gothic Neo"/>
              </a:defRPr>
            </a:pPr>
            <a:r>
              <a:rPr sz="800" b="0">
                <a:solidFill>
                  <a:srgbClr val="18232E"/>
                </a:solidFill>
                <a:latin typeface="Apple SD Gothic Neo"/>
                <a:ea typeface="Apple SD Gothic Neo"/>
                <a:cs typeface="Apple SD Gothic Neo"/>
              </a:rPr>
              <a:t>State</a:t>
            </a:r>
          </a:p>
        </p:txBody>
      </p:sp>
      <p:sp>
        <p:nvSpPr>
          <p:cNvPr id="61" name="dp42-comparison / legend_continuation_19 / text 1">
            <a:extLst xmlns:a="http://schemas.openxmlformats.org/drawingml/2006/main">
              <a:ext uri="{FF2B5EF4-FFF2-40B4-BE49-F238E27FC236}">
                <a16:creationId xmlns:a16="http://schemas.microsoft.com/office/drawing/2014/main" id="{B1E069DF-531F-479B-9920-57D8842A7780}"/>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2-comparison / legend_continuation_20 / path">
            <a:extLst xmlns:a="http://schemas.openxmlformats.org/drawingml/2006/main">
              <a:ext uri="{FF2B5EF4-FFF2-40B4-BE49-F238E27FC236}">
                <a16:creationId xmlns:a16="http://schemas.microsoft.com/office/drawing/2014/main" id="{30712748-AFB9-46A1-ACEB-EB3A37BEFE26}"/>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2-comparison / legend_continuation_20 / arrow">
            <a:extLst xmlns:a="http://schemas.openxmlformats.org/drawingml/2006/main">
              <a:ext uri="{FF2B5EF4-FFF2-40B4-BE49-F238E27FC236}">
                <a16:creationId xmlns:a16="http://schemas.microsoft.com/office/drawing/2014/main" id="{F18A34CE-7BA1-4AB4-AC08-F0EF51C5AE14}"/>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2-comparison / legend_continuation_21 / text 1">
            <a:extLst xmlns:a="http://schemas.openxmlformats.org/drawingml/2006/main">
              <a:ext uri="{FF2B5EF4-FFF2-40B4-BE49-F238E27FC236}">
                <a16:creationId xmlns:a16="http://schemas.microsoft.com/office/drawing/2014/main" id="{DFA8DEF3-F858-4EE8-AD0D-4919EA0AAEDF}"/>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요청</a:t>
            </a:r>
          </a:p>
        </p:txBody>
      </p:sp>
      <p:sp>
        <p:nvSpPr>
          <p:cNvPr id="65" name="dp42-comparison / legend_continuation_22 / path">
            <a:extLst xmlns:a="http://schemas.openxmlformats.org/drawingml/2006/main">
              <a:ext uri="{FF2B5EF4-FFF2-40B4-BE49-F238E27FC236}">
                <a16:creationId xmlns:a16="http://schemas.microsoft.com/office/drawing/2014/main" id="{1A917C4B-76C7-47FC-AE98-D15594FB3D59}"/>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2-comparison / legend_continuation_22 / arrow">
            <a:extLst xmlns:a="http://schemas.openxmlformats.org/drawingml/2006/main">
              <a:ext uri="{FF2B5EF4-FFF2-40B4-BE49-F238E27FC236}">
                <a16:creationId xmlns:a16="http://schemas.microsoft.com/office/drawing/2014/main" id="{63167A26-EA30-488C-B0DB-98643AA32B99}"/>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2-comparison / legend_continuation_23 / text 1">
            <a:extLst xmlns:a="http://schemas.openxmlformats.org/drawingml/2006/main">
              <a:ext uri="{FF2B5EF4-FFF2-40B4-BE49-F238E27FC236}">
                <a16:creationId xmlns:a16="http://schemas.microsoft.com/office/drawing/2014/main" id="{9836846A-62A5-4282-A4A8-59FE139F866C}"/>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반환</a:t>
            </a:r>
          </a:p>
        </p:txBody>
      </p:sp>
      <p:sp>
        <p:nvSpPr>
          <p:cNvPr id="68" name="dp42-comparison / legend_continuation_24 / text 1">
            <a:extLst xmlns:a="http://schemas.openxmlformats.org/drawingml/2006/main">
              <a:ext uri="{FF2B5EF4-FFF2-40B4-BE49-F238E27FC236}">
                <a16:creationId xmlns:a16="http://schemas.microsoft.com/office/drawing/2014/main" id="{E6473929-7B0E-4007-B490-588ABA408609}"/>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아래: 순서도</a:t>
            </a:r>
          </a:p>
        </p:txBody>
      </p:sp>
      <p:sp>
        <p:nvSpPr>
          <p:cNvPr id="69" name="dp42-comparison / legend_continuation_25">
            <a:extLst xmlns:a="http://schemas.openxmlformats.org/drawingml/2006/main">
              <a:ext uri="{FF2B5EF4-FFF2-40B4-BE49-F238E27FC236}">
                <a16:creationId xmlns:a16="http://schemas.microsoft.com/office/drawing/2014/main" id="{9093E95D-642A-4DFF-AD44-D45B6CC360FD}"/>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2-comparison / legend_continuation_26 / text 1">
            <a:extLst xmlns:a="http://schemas.openxmlformats.org/drawingml/2006/main">
              <a:ext uri="{FF2B5EF4-FFF2-40B4-BE49-F238E27FC236}">
                <a16:creationId xmlns:a16="http://schemas.microsoft.com/office/drawing/2014/main" id="{608FF45B-9C11-4D58-B59B-9FAA8F14718E}"/>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2-comparison / legend_continuation_27 / text 1">
            <a:extLst xmlns:a="http://schemas.openxmlformats.org/drawingml/2006/main">
              <a:ext uri="{FF2B5EF4-FFF2-40B4-BE49-F238E27FC236}">
                <a16:creationId xmlns:a16="http://schemas.microsoft.com/office/drawing/2014/main" id="{051F5BE7-41E3-413F-B173-D1DE3C8E913E}"/>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동작</a:t>
            </a:r>
          </a:p>
        </p:txBody>
      </p:sp>
      <p:sp>
        <p:nvSpPr>
          <p:cNvPr id="72" name="dp42-comparison / legend_continuation_28">
            <a:extLst xmlns:a="http://schemas.openxmlformats.org/drawingml/2006/main">
              <a:ext uri="{FF2B5EF4-FFF2-40B4-BE49-F238E27FC236}">
                <a16:creationId xmlns:a16="http://schemas.microsoft.com/office/drawing/2014/main" id="{B1559AE1-FE7D-4347-A51D-37434CD47142}"/>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2-comparison / legend_continuation_29 / text 1">
            <a:extLst xmlns:a="http://schemas.openxmlformats.org/drawingml/2006/main">
              <a:ext uri="{FF2B5EF4-FFF2-40B4-BE49-F238E27FC236}">
                <a16:creationId xmlns:a16="http://schemas.microsoft.com/office/drawing/2014/main" id="{32216A94-7033-495D-BF74-04D41CFDA673}"/>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2-comparison / legend_continuation_30 / text 1">
            <a:extLst xmlns:a="http://schemas.openxmlformats.org/drawingml/2006/main">
              <a:ext uri="{FF2B5EF4-FFF2-40B4-BE49-F238E27FC236}">
                <a16:creationId xmlns:a16="http://schemas.microsoft.com/office/drawing/2014/main" id="{6B4669D8-10B0-48AB-B0EE-8C868F1C08D4}"/>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분기</a:t>
            </a:r>
          </a:p>
        </p:txBody>
      </p:sp>
      <p:sp>
        <p:nvSpPr>
          <p:cNvPr id="75" name="dp42-comparison / n72">
            <a:extLst xmlns:a="http://schemas.openxmlformats.org/drawingml/2006/main">
              <a:ext uri="{FF2B5EF4-FFF2-40B4-BE49-F238E27FC236}">
                <a16:creationId xmlns:a16="http://schemas.microsoft.com/office/drawing/2014/main" id="{3B9CE14D-5E0B-499D-88E3-52C4F3DE865C}"/>
              </a:ext>
            </a:extLst>
          </p:cNvPr>
          <p:cNvSpPr>
            <a:spLocks xmlns:a="http://schemas.openxmlformats.org/drawingml/2006/main" noGrp="1"/>
          </p:cNvSpPr>
          <p:nvPr/>
        </p:nvSpPr>
        <p:spPr>
          <a:xfrm xmlns:a="http://schemas.openxmlformats.org/drawingml/2006/main">
            <a:off x="514350"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solid"/>
          </a:ln>
        </p:spPr>
      </p:sp>
      <p:sp>
        <p:nvSpPr>
          <p:cNvPr id="76" name="dp42-comparison / n73 / text 1">
            <a:extLst xmlns:a="http://schemas.openxmlformats.org/drawingml/2006/main">
              <a:ext uri="{FF2B5EF4-FFF2-40B4-BE49-F238E27FC236}">
                <a16:creationId xmlns:a16="http://schemas.microsoft.com/office/drawing/2014/main" id="{630AB5FD-4502-4579-9B6A-B32799D84F7F}"/>
              </a:ext>
            </a:extLst>
          </p:cNvPr>
          <p:cNvSpPr>
            <a:spLocks xmlns:a="http://schemas.openxmlformats.org/drawingml/2006/main" noGrp="1"/>
          </p:cNvSpPr>
          <p:nvPr/>
        </p:nvSpPr>
        <p:spPr>
          <a:xfrm xmlns:a="http://schemas.openxmlformats.org/drawingml/2006/main">
            <a:off x="533400"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A</a:t>
            </a:r>
          </a:p>
        </p:txBody>
      </p:sp>
      <p:sp>
        <p:nvSpPr>
          <p:cNvPr id="77" name="dp42-comparison / n74">
            <a:extLst xmlns:a="http://schemas.openxmlformats.org/drawingml/2006/main">
              <a:ext uri="{FF2B5EF4-FFF2-40B4-BE49-F238E27FC236}">
                <a16:creationId xmlns:a16="http://schemas.microsoft.com/office/drawing/2014/main" id="{9C09DEB4-A18D-4E25-8164-657CAAD0389B}"/>
              </a:ext>
            </a:extLst>
          </p:cNvPr>
          <p:cNvSpPr>
            <a:spLocks xmlns:a="http://schemas.openxmlformats.org/drawingml/2006/main" noGrp="1"/>
          </p:cNvSpPr>
          <p:nvPr/>
        </p:nvSpPr>
        <p:spPr>
          <a:xfrm xmlns:a="http://schemas.openxmlformats.org/drawingml/2006/main">
            <a:off x="885825"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dash"/>
          </a:ln>
        </p:spPr>
      </p:sp>
      <p:sp>
        <p:nvSpPr>
          <p:cNvPr id="78" name="dp42-comparison / n75 / text 1">
            <a:extLst xmlns:a="http://schemas.openxmlformats.org/drawingml/2006/main">
              <a:ext uri="{FF2B5EF4-FFF2-40B4-BE49-F238E27FC236}">
                <a16:creationId xmlns:a16="http://schemas.microsoft.com/office/drawing/2014/main" id="{E68A6D15-5DC2-4D9D-965C-AF4B47397FFA}"/>
              </a:ext>
            </a:extLst>
          </p:cNvPr>
          <p:cNvSpPr>
            <a:spLocks xmlns:a="http://schemas.openxmlformats.org/drawingml/2006/main" noGrp="1"/>
          </p:cNvSpPr>
          <p:nvPr/>
        </p:nvSpPr>
        <p:spPr>
          <a:xfrm xmlns:a="http://schemas.openxmlformats.org/drawingml/2006/main">
            <a:off x="904875"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B</a:t>
            </a:r>
          </a:p>
        </p:txBody>
      </p:sp>
      <p:sp>
        <p:nvSpPr>
          <p:cNvPr id="79" name="dp42-comparison / n76 / text 1">
            <a:extLst xmlns:a="http://schemas.openxmlformats.org/drawingml/2006/main">
              <a:ext uri="{FF2B5EF4-FFF2-40B4-BE49-F238E27FC236}">
                <a16:creationId xmlns:a16="http://schemas.microsoft.com/office/drawing/2014/main" id="{43C3A445-2067-409D-A90B-A22D59D7DCE2}"/>
              </a:ext>
            </a:extLst>
          </p:cNvPr>
          <p:cNvSpPr>
            <a:spLocks xmlns:a="http://schemas.openxmlformats.org/drawingml/2006/main" noGrp="1"/>
          </p:cNvSpPr>
          <p:nvPr/>
        </p:nvSpPr>
        <p:spPr>
          <a:xfrm xmlns:a="http://schemas.openxmlformats.org/drawingml/2006/main">
            <a:off x="514350" y="29622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실행 / 저장</a:t>
            </a:r>
          </a:p>
        </p:txBody>
      </p:sp>
      <p:sp>
        <p:nvSpPr>
          <p:cNvPr id="80" name="dp42-comparison / n76 / text 2">
            <a:extLst xmlns:a="http://schemas.openxmlformats.org/drawingml/2006/main">
              <a:ext uri="{FF2B5EF4-FFF2-40B4-BE49-F238E27FC236}">
                <a16:creationId xmlns:a16="http://schemas.microsoft.com/office/drawing/2014/main" id="{74A939AF-420E-4FFA-9AE1-CAD36407FDD6}"/>
              </a:ext>
            </a:extLst>
          </p:cNvPr>
          <p:cNvSpPr>
            <a:spLocks xmlns:a="http://schemas.openxmlformats.org/drawingml/2006/main" noGrp="1"/>
          </p:cNvSpPr>
          <p:nvPr/>
        </p:nvSpPr>
        <p:spPr>
          <a:xfrm xmlns:a="http://schemas.openxmlformats.org/drawingml/2006/main">
            <a:off x="514350" y="30765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확정 경계</a:t>
            </a:r>
          </a:p>
        </p:txBody>
      </p:sp>
      <p:sp>
        <p:nvSpPr>
          <p:cNvPr id="81" name="dp42-comparison / n77">
            <a:extLst xmlns:a="http://schemas.openxmlformats.org/drawingml/2006/main">
              <a:ext uri="{FF2B5EF4-FFF2-40B4-BE49-F238E27FC236}">
                <a16:creationId xmlns:a16="http://schemas.microsoft.com/office/drawing/2014/main" id="{FFE7BD3A-F8D2-4176-AEA7-B27013253AC4}"/>
              </a:ext>
            </a:extLst>
          </p:cNvPr>
          <p:cNvSpPr>
            <a:spLocks xmlns:a="http://schemas.openxmlformats.org/drawingml/2006/main" noGrp="1"/>
          </p:cNvSpPr>
          <p:nvPr/>
        </p:nvSpPr>
        <p:spPr>
          <a:xfrm xmlns:a="http://schemas.openxmlformats.org/drawingml/2006/main">
            <a:off x="166687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2-comparison / n78 / text 1">
            <a:extLst xmlns:a="http://schemas.openxmlformats.org/drawingml/2006/main">
              <a:ext uri="{FF2B5EF4-FFF2-40B4-BE49-F238E27FC236}">
                <a16:creationId xmlns:a16="http://schemas.microsoft.com/office/drawing/2014/main" id="{837AA157-D308-4310-8CB9-23F29A6A6F06}"/>
              </a:ext>
            </a:extLst>
          </p:cNvPr>
          <p:cNvSpPr>
            <a:spLocks xmlns:a="http://schemas.openxmlformats.org/drawingml/2006/main" noGrp="1"/>
          </p:cNvSpPr>
          <p:nvPr/>
        </p:nvSpPr>
        <p:spPr>
          <a:xfrm xmlns:a="http://schemas.openxmlformats.org/drawingml/2006/main">
            <a:off x="175260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Interaction Manager</a:t>
            </a:r>
          </a:p>
        </p:txBody>
      </p:sp>
      <p:sp>
        <p:nvSpPr>
          <p:cNvPr id="83" name="dp42-comparison / n81 / path">
            <a:extLst xmlns:a="http://schemas.openxmlformats.org/drawingml/2006/main">
              <a:ext uri="{FF2B5EF4-FFF2-40B4-BE49-F238E27FC236}">
                <a16:creationId xmlns:a16="http://schemas.microsoft.com/office/drawing/2014/main" id="{9913037B-F916-4EC7-BA13-96FCA33C7142}"/>
              </a:ext>
            </a:extLst>
          </p:cNvPr>
          <p:cNvSpPr>
            <a:spLocks xmlns:a="http://schemas.openxmlformats.org/drawingml/2006/main" noGrp="1"/>
          </p:cNvSpPr>
          <p:nvPr/>
        </p:nvSpPr>
        <p:spPr>
          <a:xfrm xmlns:a="http://schemas.openxmlformats.org/drawingml/2006/main">
            <a:off x="423862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84" name="dp42-comparison / n81 / arrow">
            <a:extLst xmlns:a="http://schemas.openxmlformats.org/drawingml/2006/main">
              <a:ext uri="{FF2B5EF4-FFF2-40B4-BE49-F238E27FC236}">
                <a16:creationId xmlns:a16="http://schemas.microsoft.com/office/drawing/2014/main" id="{3AF0878A-A29B-49C8-988C-0E3D5FE56286}"/>
              </a:ext>
            </a:extLst>
          </p:cNvPr>
          <p:cNvSpPr>
            <a:spLocks xmlns:a="http://schemas.openxmlformats.org/drawingml/2006/main" noGrp="1"/>
          </p:cNvSpPr>
          <p:nvPr/>
        </p:nvSpPr>
        <p:spPr>
          <a:xfrm xmlns:a="http://schemas.openxmlformats.org/drawingml/2006/main">
            <a:off x="450494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5" name="dp42-comparison / n86 / path">
            <a:extLst xmlns:a="http://schemas.openxmlformats.org/drawingml/2006/main">
              <a:ext uri="{FF2B5EF4-FFF2-40B4-BE49-F238E27FC236}">
                <a16:creationId xmlns:a16="http://schemas.microsoft.com/office/drawing/2014/main" id="{D3CFE383-8AE9-48FE-B1E0-DD4169A9CE5F}"/>
              </a:ext>
            </a:extLst>
          </p:cNvPr>
          <p:cNvSpPr>
            <a:spLocks xmlns:a="http://schemas.openxmlformats.org/drawingml/2006/main" noGrp="1"/>
          </p:cNvSpPr>
          <p:nvPr/>
        </p:nvSpPr>
        <p:spPr>
          <a:xfrm xmlns:a="http://schemas.openxmlformats.org/drawingml/2006/main">
            <a:off x="310515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6" name="dp42-comparison / n91 / path">
            <a:extLst xmlns:a="http://schemas.openxmlformats.org/drawingml/2006/main">
              <a:ext uri="{FF2B5EF4-FFF2-40B4-BE49-F238E27FC236}">
                <a16:creationId xmlns:a16="http://schemas.microsoft.com/office/drawing/2014/main" id="{0188F03C-44B2-4482-B324-A214D30B4C6B}"/>
              </a:ext>
            </a:extLst>
          </p:cNvPr>
          <p:cNvSpPr>
            <a:spLocks xmlns:a="http://schemas.openxmlformats.org/drawingml/2006/main" noGrp="1"/>
          </p:cNvSpPr>
          <p:nvPr/>
        </p:nvSpPr>
        <p:spPr>
          <a:xfrm xmlns:a="http://schemas.openxmlformats.org/drawingml/2006/main">
            <a:off x="310515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87" name="dp42-comparison / n96 / path">
            <a:extLst xmlns:a="http://schemas.openxmlformats.org/drawingml/2006/main">
              <a:ext uri="{FF2B5EF4-FFF2-40B4-BE49-F238E27FC236}">
                <a16:creationId xmlns:a16="http://schemas.microsoft.com/office/drawing/2014/main" id="{CBA7E758-9E50-4AFA-B2E3-2D30F179708F}"/>
              </a:ext>
            </a:extLst>
          </p:cNvPr>
          <p:cNvSpPr>
            <a:spLocks xmlns:a="http://schemas.openxmlformats.org/drawingml/2006/main" noGrp="1"/>
          </p:cNvSpPr>
          <p:nvPr/>
        </p:nvSpPr>
        <p:spPr>
          <a:xfrm xmlns:a="http://schemas.openxmlformats.org/drawingml/2006/main">
            <a:off x="310515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8" name="dp42-comparison / n101 / path">
            <a:extLst xmlns:a="http://schemas.openxmlformats.org/drawingml/2006/main">
              <a:ext uri="{FF2B5EF4-FFF2-40B4-BE49-F238E27FC236}">
                <a16:creationId xmlns:a16="http://schemas.microsoft.com/office/drawing/2014/main" id="{69624171-32C3-49C9-8F68-A03881D96B49}"/>
              </a:ext>
            </a:extLst>
          </p:cNvPr>
          <p:cNvSpPr>
            <a:spLocks xmlns:a="http://schemas.openxmlformats.org/drawingml/2006/main" noGrp="1"/>
          </p:cNvSpPr>
          <p:nvPr/>
        </p:nvSpPr>
        <p:spPr>
          <a:xfrm xmlns:a="http://schemas.openxmlformats.org/drawingml/2006/main">
            <a:off x="310515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9" name="dp42-comparison / n104">
            <a:extLst xmlns:a="http://schemas.openxmlformats.org/drawingml/2006/main">
              <a:ext uri="{FF2B5EF4-FFF2-40B4-BE49-F238E27FC236}">
                <a16:creationId xmlns:a16="http://schemas.microsoft.com/office/drawing/2014/main" id="{C8E1F564-614E-4D62-A23E-CA4A184213A7}"/>
              </a:ext>
            </a:extLst>
          </p:cNvPr>
          <p:cNvSpPr>
            <a:spLocks xmlns:a="http://schemas.openxmlformats.org/drawingml/2006/main" noGrp="1"/>
          </p:cNvSpPr>
          <p:nvPr/>
        </p:nvSpPr>
        <p:spPr>
          <a:xfrm xmlns:a="http://schemas.openxmlformats.org/drawingml/2006/main">
            <a:off x="1571625" y="3638550"/>
            <a:ext cx="771525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90" name="dp42-comparison / n105 / text 1">
            <a:extLst xmlns:a="http://schemas.openxmlformats.org/drawingml/2006/main">
              <a:ext uri="{FF2B5EF4-FFF2-40B4-BE49-F238E27FC236}">
                <a16:creationId xmlns:a16="http://schemas.microsoft.com/office/drawing/2014/main" id="{D15F40C0-A9EA-4127-BE09-F73BD5C737DF}"/>
              </a:ext>
            </a:extLst>
          </p:cNvPr>
          <p:cNvSpPr>
            <a:spLocks xmlns:a="http://schemas.openxmlformats.org/drawingml/2006/main" noGrp="1"/>
          </p:cNvSpPr>
          <p:nvPr/>
        </p:nvSpPr>
        <p:spPr>
          <a:xfrm xmlns:a="http://schemas.openxmlformats.org/drawingml/2006/main">
            <a:off x="1695450" y="37338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VIA Core 실행 경계</a:t>
            </a:r>
          </a:p>
        </p:txBody>
      </p:sp>
      <p:sp>
        <p:nvSpPr>
          <p:cNvPr id="91" name="dp42-comparison / n108">
            <a:extLst xmlns:a="http://schemas.openxmlformats.org/drawingml/2006/main">
              <a:ext uri="{FF2B5EF4-FFF2-40B4-BE49-F238E27FC236}">
                <a16:creationId xmlns:a16="http://schemas.microsoft.com/office/drawing/2014/main" id="{C17E54AC-B15D-4DAB-AA5C-EA6DE646183A}"/>
              </a:ext>
            </a:extLst>
          </p:cNvPr>
          <p:cNvSpPr>
            <a:spLocks xmlns:a="http://schemas.openxmlformats.org/drawingml/2006/main" noGrp="1"/>
          </p:cNvSpPr>
          <p:nvPr/>
        </p:nvSpPr>
        <p:spPr>
          <a:xfrm xmlns:a="http://schemas.openxmlformats.org/drawingml/2006/main">
            <a:off x="171450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2-comparison / n109 / text 1">
            <a:extLst xmlns:a="http://schemas.openxmlformats.org/drawingml/2006/main">
              <a:ext uri="{FF2B5EF4-FFF2-40B4-BE49-F238E27FC236}">
                <a16:creationId xmlns:a16="http://schemas.microsoft.com/office/drawing/2014/main" id="{E41D0C45-C48B-4EF1-9915-4EB45FA2B86A}"/>
              </a:ext>
            </a:extLst>
          </p:cNvPr>
          <p:cNvSpPr>
            <a:spLocks xmlns:a="http://schemas.openxmlformats.org/drawingml/2006/main" noGrp="1"/>
          </p:cNvSpPr>
          <p:nvPr/>
        </p:nvSpPr>
        <p:spPr>
          <a:xfrm xmlns:a="http://schemas.openxmlformats.org/drawingml/2006/main">
            <a:off x="183832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Request Controller</a:t>
            </a:r>
          </a:p>
        </p:txBody>
      </p:sp>
      <p:sp>
        <p:nvSpPr>
          <p:cNvPr id="93" name="dp42-comparison / n110">
            <a:extLst xmlns:a="http://schemas.openxmlformats.org/drawingml/2006/main">
              <a:ext uri="{FF2B5EF4-FFF2-40B4-BE49-F238E27FC236}">
                <a16:creationId xmlns:a16="http://schemas.microsoft.com/office/drawing/2014/main" id="{ABD76D8D-C4C6-45FC-9D92-D545712E85EE}"/>
              </a:ext>
            </a:extLst>
          </p:cNvPr>
          <p:cNvSpPr>
            <a:spLocks xmlns:a="http://schemas.openxmlformats.org/drawingml/2006/main" noGrp="1"/>
          </p:cNvSpPr>
          <p:nvPr/>
        </p:nvSpPr>
        <p:spPr>
          <a:xfrm xmlns:a="http://schemas.openxmlformats.org/drawingml/2006/main">
            <a:off x="180975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94" name="dp42-comparison / n111 / text 1">
            <a:extLst xmlns:a="http://schemas.openxmlformats.org/drawingml/2006/main">
              <a:ext uri="{FF2B5EF4-FFF2-40B4-BE49-F238E27FC236}">
                <a16:creationId xmlns:a16="http://schemas.microsoft.com/office/drawing/2014/main" id="{68E1B450-53E5-4C87-B368-CBB255BCBA9B}"/>
              </a:ext>
            </a:extLst>
          </p:cNvPr>
          <p:cNvSpPr>
            <a:spLocks xmlns:a="http://schemas.openxmlformats.org/drawingml/2006/main" noGrp="1"/>
          </p:cNvSpPr>
          <p:nvPr/>
        </p:nvSpPr>
        <p:spPr>
          <a:xfrm xmlns:a="http://schemas.openxmlformats.org/drawingml/2006/main">
            <a:off x="189547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95" name="dp42-comparison / n112">
            <a:extLst xmlns:a="http://schemas.openxmlformats.org/drawingml/2006/main">
              <a:ext uri="{FF2B5EF4-FFF2-40B4-BE49-F238E27FC236}">
                <a16:creationId xmlns:a16="http://schemas.microsoft.com/office/drawing/2014/main" id="{E778BD3E-EC9B-46DD-B756-D2EBEDAACC40}"/>
              </a:ext>
            </a:extLst>
          </p:cNvPr>
          <p:cNvSpPr>
            <a:spLocks xmlns:a="http://schemas.openxmlformats.org/drawingml/2006/main" noGrp="1"/>
          </p:cNvSpPr>
          <p:nvPr/>
        </p:nvSpPr>
        <p:spPr>
          <a:xfrm xmlns:a="http://schemas.openxmlformats.org/drawingml/2006/main">
            <a:off x="595312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2-comparison / n113 / text 1">
            <a:extLst xmlns:a="http://schemas.openxmlformats.org/drawingml/2006/main">
              <a:ext uri="{FF2B5EF4-FFF2-40B4-BE49-F238E27FC236}">
                <a16:creationId xmlns:a16="http://schemas.microsoft.com/office/drawing/2014/main" id="{D56483F7-8F36-4C24-906C-FA0192AB6AC9}"/>
              </a:ext>
            </a:extLst>
          </p:cNvPr>
          <p:cNvSpPr>
            <a:spLocks xmlns:a="http://schemas.openxmlformats.org/drawingml/2006/main" noGrp="1"/>
          </p:cNvSpPr>
          <p:nvPr/>
        </p:nvSpPr>
        <p:spPr>
          <a:xfrm xmlns:a="http://schemas.openxmlformats.org/drawingml/2006/main">
            <a:off x="607695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Task Manager</a:t>
            </a:r>
          </a:p>
        </p:txBody>
      </p:sp>
      <p:sp>
        <p:nvSpPr>
          <p:cNvPr id="97" name="dp42-comparison / n114">
            <a:extLst xmlns:a="http://schemas.openxmlformats.org/drawingml/2006/main">
              <a:ext uri="{FF2B5EF4-FFF2-40B4-BE49-F238E27FC236}">
                <a16:creationId xmlns:a16="http://schemas.microsoft.com/office/drawing/2014/main" id="{498E8CA4-D4C2-49B6-8C7E-BE109FB6932D}"/>
              </a:ext>
            </a:extLst>
          </p:cNvPr>
          <p:cNvSpPr>
            <a:spLocks xmlns:a="http://schemas.openxmlformats.org/drawingml/2006/main" noGrp="1"/>
          </p:cNvSpPr>
          <p:nvPr/>
        </p:nvSpPr>
        <p:spPr>
          <a:xfrm xmlns:a="http://schemas.openxmlformats.org/drawingml/2006/main">
            <a:off x="6096000" y="4400550"/>
            <a:ext cx="2905125"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000000"/>
            </a:solidFill>
            <a:prstDash val="solid"/>
          </a:ln>
        </p:spPr>
      </p:sp>
      <p:sp>
        <p:nvSpPr>
          <p:cNvPr id="98" name="dp42-comparison / n115 / text 1">
            <a:extLst xmlns:a="http://schemas.openxmlformats.org/drawingml/2006/main">
              <a:ext uri="{FF2B5EF4-FFF2-40B4-BE49-F238E27FC236}">
                <a16:creationId xmlns:a16="http://schemas.microsoft.com/office/drawing/2014/main" id="{E104304E-2968-40A7-BE34-FC685466C3EC}"/>
              </a:ext>
            </a:extLst>
          </p:cNvPr>
          <p:cNvSpPr>
            <a:spLocks xmlns:a="http://schemas.openxmlformats.org/drawingml/2006/main" noGrp="1"/>
          </p:cNvSpPr>
          <p:nvPr/>
        </p:nvSpPr>
        <p:spPr>
          <a:xfrm xmlns:a="http://schemas.openxmlformats.org/drawingml/2006/main">
            <a:off x="618172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업무 접수·전송 게이트</a:t>
            </a:r>
          </a:p>
        </p:txBody>
      </p:sp>
      <p:sp>
        <p:nvSpPr>
          <p:cNvPr id="99" name="dp42-comparison / n116">
            <a:extLst xmlns:a="http://schemas.openxmlformats.org/drawingml/2006/main">
              <a:ext uri="{FF2B5EF4-FFF2-40B4-BE49-F238E27FC236}">
                <a16:creationId xmlns:a16="http://schemas.microsoft.com/office/drawing/2014/main" id="{3B437977-0068-4314-88F2-1106BEF8EEF2}"/>
              </a:ext>
            </a:extLst>
          </p:cNvPr>
          <p:cNvSpPr>
            <a:spLocks xmlns:a="http://schemas.openxmlformats.org/drawingml/2006/main" noGrp="1"/>
          </p:cNvSpPr>
          <p:nvPr/>
        </p:nvSpPr>
        <p:spPr>
          <a:xfrm xmlns:a="http://schemas.openxmlformats.org/drawingml/2006/main">
            <a:off x="604837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0" name="dp42-comparison / n117 / text 1">
            <a:extLst xmlns:a="http://schemas.openxmlformats.org/drawingml/2006/main">
              <a:ext uri="{FF2B5EF4-FFF2-40B4-BE49-F238E27FC236}">
                <a16:creationId xmlns:a16="http://schemas.microsoft.com/office/drawing/2014/main" id="{87DCAEC1-E2DA-4F5A-B7A5-8CA86AEE08F3}"/>
              </a:ext>
            </a:extLst>
          </p:cNvPr>
          <p:cNvSpPr>
            <a:spLocks xmlns:a="http://schemas.openxmlformats.org/drawingml/2006/main" noGrp="1"/>
          </p:cNvSpPr>
          <p:nvPr/>
        </p:nvSpPr>
        <p:spPr>
          <a:xfrm xmlns:a="http://schemas.openxmlformats.org/drawingml/2006/main">
            <a:off x="613410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101" name="dp42-comparison / n118">
            <a:extLst xmlns:a="http://schemas.openxmlformats.org/drawingml/2006/main">
              <a:ext uri="{FF2B5EF4-FFF2-40B4-BE49-F238E27FC236}">
                <a16:creationId xmlns:a16="http://schemas.microsoft.com/office/drawing/2014/main" id="{5CB6CF0D-2A0A-4F26-A39D-F5B762011FB1}"/>
              </a:ext>
            </a:extLst>
          </p:cNvPr>
          <p:cNvSpPr>
            <a:spLocks xmlns:a="http://schemas.openxmlformats.org/drawingml/2006/main" noGrp="1"/>
          </p:cNvSpPr>
          <p:nvPr/>
        </p:nvSpPr>
        <p:spPr>
          <a:xfrm xmlns:a="http://schemas.openxmlformats.org/drawingml/2006/main">
            <a:off x="171450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2-comparison / n119 / text 1">
            <a:extLst xmlns:a="http://schemas.openxmlformats.org/drawingml/2006/main">
              <a:ext uri="{FF2B5EF4-FFF2-40B4-BE49-F238E27FC236}">
                <a16:creationId xmlns:a16="http://schemas.microsoft.com/office/drawing/2014/main" id="{0D5CE792-9E2D-4D98-A763-00A88A42AE45}"/>
              </a:ext>
            </a:extLst>
          </p:cNvPr>
          <p:cNvSpPr>
            <a:spLocks xmlns:a="http://schemas.openxmlformats.org/drawingml/2006/main" noGrp="1"/>
          </p:cNvSpPr>
          <p:nvPr/>
        </p:nvSpPr>
        <p:spPr>
          <a:xfrm xmlns:a="http://schemas.openxmlformats.org/drawingml/2006/main">
            <a:off x="183832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Response Manager</a:t>
            </a:r>
          </a:p>
        </p:txBody>
      </p:sp>
      <p:sp>
        <p:nvSpPr>
          <p:cNvPr id="103" name="dp42-comparison / n120">
            <a:extLst xmlns:a="http://schemas.openxmlformats.org/drawingml/2006/main">
              <a:ext uri="{FF2B5EF4-FFF2-40B4-BE49-F238E27FC236}">
                <a16:creationId xmlns:a16="http://schemas.microsoft.com/office/drawing/2014/main" id="{99BE0AF7-B750-4933-B22F-76F175964965}"/>
              </a:ext>
            </a:extLst>
          </p:cNvPr>
          <p:cNvSpPr>
            <a:spLocks xmlns:a="http://schemas.openxmlformats.org/drawingml/2006/main" noGrp="1"/>
          </p:cNvSpPr>
          <p:nvPr/>
        </p:nvSpPr>
        <p:spPr>
          <a:xfrm xmlns:a="http://schemas.openxmlformats.org/drawingml/2006/main">
            <a:off x="180975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4" name="dp42-comparison / n121 / text 1">
            <a:extLst xmlns:a="http://schemas.openxmlformats.org/drawingml/2006/main">
              <a:ext uri="{FF2B5EF4-FFF2-40B4-BE49-F238E27FC236}">
                <a16:creationId xmlns:a16="http://schemas.microsoft.com/office/drawing/2014/main" id="{0DF50C96-D71E-420E-83B3-76A934189444}"/>
              </a:ext>
            </a:extLst>
          </p:cNvPr>
          <p:cNvSpPr>
            <a:spLocks xmlns:a="http://schemas.openxmlformats.org/drawingml/2006/main" noGrp="1"/>
          </p:cNvSpPr>
          <p:nvPr/>
        </p:nvSpPr>
        <p:spPr>
          <a:xfrm xmlns:a="http://schemas.openxmlformats.org/drawingml/2006/main">
            <a:off x="189547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18232E"/>
                </a:solidFill>
                <a:latin typeface="Apple SD Gothic Neo"/>
                <a:ea typeface="Apple SD Gothic Neo"/>
                <a:cs typeface="Apple SD Gothic Neo"/>
              </a:defRPr>
            </a:pPr>
            <a:r>
              <a:rPr sz="800" b="0">
                <a:solidFill>
                  <a:srgbClr val="18232E"/>
                </a:solidFill>
                <a:latin typeface="Apple SD Gothic Neo"/>
                <a:ea typeface="Apple SD Gothic Neo"/>
                <a:cs typeface="Apple SD Gothic Neo"/>
              </a:rPr>
              <a:t>Publication Ledger</a:t>
            </a:r>
          </a:p>
        </p:txBody>
      </p:sp>
      <p:sp>
        <p:nvSpPr>
          <p:cNvPr id="105" name="dp42-comparison / n122">
            <a:extLst xmlns:a="http://schemas.openxmlformats.org/drawingml/2006/main">
              <a:ext uri="{FF2B5EF4-FFF2-40B4-BE49-F238E27FC236}">
                <a16:creationId xmlns:a16="http://schemas.microsoft.com/office/drawing/2014/main" id="{BF7AF3B0-E203-4106-BCA3-D0360648638D}"/>
              </a:ext>
            </a:extLst>
          </p:cNvPr>
          <p:cNvSpPr>
            <a:spLocks xmlns:a="http://schemas.openxmlformats.org/drawingml/2006/main" noGrp="1"/>
          </p:cNvSpPr>
          <p:nvPr/>
        </p:nvSpPr>
        <p:spPr>
          <a:xfrm xmlns:a="http://schemas.openxmlformats.org/drawingml/2006/main">
            <a:off x="595312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6" name="dp42-comparison / n123 / text 1">
            <a:extLst xmlns:a="http://schemas.openxmlformats.org/drawingml/2006/main">
              <a:ext uri="{FF2B5EF4-FFF2-40B4-BE49-F238E27FC236}">
                <a16:creationId xmlns:a16="http://schemas.microsoft.com/office/drawing/2014/main" id="{E8EEFD4C-46A9-4DCC-86F9-4A0957C14E44}"/>
              </a:ext>
            </a:extLst>
          </p:cNvPr>
          <p:cNvSpPr>
            <a:spLocks xmlns:a="http://schemas.openxmlformats.org/drawingml/2006/main" noGrp="1"/>
          </p:cNvSpPr>
          <p:nvPr/>
        </p:nvSpPr>
        <p:spPr>
          <a:xfrm xmlns:a="http://schemas.openxmlformats.org/drawingml/2006/main">
            <a:off x="603885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Agent Gateway</a:t>
            </a:r>
          </a:p>
        </p:txBody>
      </p:sp>
      <p:sp>
        <p:nvSpPr>
          <p:cNvPr id="107" name="dp42-comparison / n126 / path">
            <a:extLst xmlns:a="http://schemas.openxmlformats.org/drawingml/2006/main">
              <a:ext uri="{FF2B5EF4-FFF2-40B4-BE49-F238E27FC236}">
                <a16:creationId xmlns:a16="http://schemas.microsoft.com/office/drawing/2014/main" id="{D76B324A-A859-4F17-9EF4-B41332197409}"/>
              </a:ext>
            </a:extLst>
          </p:cNvPr>
          <p:cNvSpPr>
            <a:spLocks xmlns:a="http://schemas.openxmlformats.org/drawingml/2006/main" noGrp="1"/>
          </p:cNvSpPr>
          <p:nvPr/>
        </p:nvSpPr>
        <p:spPr>
          <a:xfrm xmlns:a="http://schemas.openxmlformats.org/drawingml/2006/main">
            <a:off x="157162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108" name="dp42-comparison / n126 / arrow">
            <a:extLst xmlns:a="http://schemas.openxmlformats.org/drawingml/2006/main">
              <a:ext uri="{FF2B5EF4-FFF2-40B4-BE49-F238E27FC236}">
                <a16:creationId xmlns:a16="http://schemas.microsoft.com/office/drawing/2014/main" id="{9CE673C1-24F4-4A17-89BB-80508663F4A0}"/>
              </a:ext>
            </a:extLst>
          </p:cNvPr>
          <p:cNvSpPr>
            <a:spLocks xmlns:a="http://schemas.openxmlformats.org/drawingml/2006/main" noGrp="1"/>
          </p:cNvSpPr>
          <p:nvPr/>
        </p:nvSpPr>
        <p:spPr>
          <a:xfrm xmlns:a="http://schemas.openxmlformats.org/drawingml/2006/main">
            <a:off x="164744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9" name="dp42-comparison / n127">
            <a:extLst xmlns:a="http://schemas.openxmlformats.org/drawingml/2006/main">
              <a:ext uri="{FF2B5EF4-FFF2-40B4-BE49-F238E27FC236}">
                <a16:creationId xmlns:a16="http://schemas.microsoft.com/office/drawing/2014/main" id="{E9FDA494-A21B-417B-92FA-AD3CF3C17587}"/>
              </a:ext>
            </a:extLst>
          </p:cNvPr>
          <p:cNvSpPr>
            <a:spLocks xmlns:a="http://schemas.openxmlformats.org/drawingml/2006/main" noGrp="1"/>
          </p:cNvSpPr>
          <p:nvPr/>
        </p:nvSpPr>
        <p:spPr>
          <a:xfrm xmlns:a="http://schemas.openxmlformats.org/drawingml/2006/main">
            <a:off x="5000625" y="5629275"/>
            <a:ext cx="4048125" cy="352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2-comparison / n128 / text 1">
            <a:extLst xmlns:a="http://schemas.openxmlformats.org/drawingml/2006/main">
              <a:ext uri="{FF2B5EF4-FFF2-40B4-BE49-F238E27FC236}">
                <a16:creationId xmlns:a16="http://schemas.microsoft.com/office/drawing/2014/main" id="{A2C9F874-61F4-41A9-84AB-517AA1BA7231}"/>
              </a:ext>
            </a:extLst>
          </p:cNvPr>
          <p:cNvSpPr>
            <a:spLocks xmlns:a="http://schemas.openxmlformats.org/drawingml/2006/main" noGrp="1"/>
          </p:cNvSpPr>
          <p:nvPr/>
        </p:nvSpPr>
        <p:spPr>
          <a:xfrm xmlns:a="http://schemas.openxmlformats.org/drawingml/2006/main">
            <a:off x="5124450" y="5724525"/>
            <a:ext cx="380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State Store</a:t>
            </a:r>
          </a:p>
        </p:txBody>
      </p:sp>
      <p:sp>
        <p:nvSpPr>
          <p:cNvPr id="111" name="dp42-comparison / n129">
            <a:extLst xmlns:a="http://schemas.openxmlformats.org/drawingml/2006/main">
              <a:ext uri="{FF2B5EF4-FFF2-40B4-BE49-F238E27FC236}">
                <a16:creationId xmlns:a16="http://schemas.microsoft.com/office/drawing/2014/main" id="{30446C53-8530-404E-9495-2CA0509D8954}"/>
              </a:ext>
            </a:extLst>
          </p:cNvPr>
          <p:cNvSpPr>
            <a:spLocks xmlns:a="http://schemas.openxmlformats.org/drawingml/2006/main" noGrp="1"/>
          </p:cNvSpPr>
          <p:nvPr/>
        </p:nvSpPr>
        <p:spPr>
          <a:xfrm xmlns:a="http://schemas.openxmlformats.org/drawingml/2006/main">
            <a:off x="7096125" y="5676900"/>
            <a:ext cx="1809750" cy="238125"/>
          </a:xfrm>
          <a:prstGeom xmlns:a="http://schemas.openxmlformats.org/drawingml/2006/main" prst="roundRect">
            <a:avLst>
              <a:gd name="adj" fmla="val 32000"/>
            </a:avLst>
          </a:prstGeom>
          <a:solidFill xmlns:a="http://schemas.openxmlformats.org/drawingml/2006/main">
            <a:srgbClr val="FFF0DD"/>
          </a:solidFill>
          <a:ln xmlns:a="http://schemas.openxmlformats.org/drawingml/2006/main" w="17145">
            <a:solidFill>
              <a:srgbClr val="B8753F"/>
            </a:solidFill>
            <a:prstDash val="solid"/>
          </a:ln>
        </p:spPr>
      </p:sp>
      <p:sp>
        <p:nvSpPr>
          <p:cNvPr id="112" name="dp42-comparison / n130 / text 1">
            <a:extLst xmlns:a="http://schemas.openxmlformats.org/drawingml/2006/main">
              <a:ext uri="{FF2B5EF4-FFF2-40B4-BE49-F238E27FC236}">
                <a16:creationId xmlns:a16="http://schemas.microsoft.com/office/drawing/2014/main" id="{D96E1102-B49C-403B-9A6E-F6134352BA31}"/>
              </a:ext>
            </a:extLst>
          </p:cNvPr>
          <p:cNvSpPr>
            <a:spLocks xmlns:a="http://schemas.openxmlformats.org/drawingml/2006/main" noGrp="1"/>
          </p:cNvSpPr>
          <p:nvPr/>
        </p:nvSpPr>
        <p:spPr>
          <a:xfrm xmlns:a="http://schemas.openxmlformats.org/drawingml/2006/main">
            <a:off x="7181850" y="5709285"/>
            <a:ext cx="16383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트랜잭션 관리자</a:t>
            </a:r>
          </a:p>
        </p:txBody>
      </p:sp>
      <p:sp>
        <p:nvSpPr>
          <p:cNvPr id="113" name="dp42-comparison / n131 / path">
            <a:extLst xmlns:a="http://schemas.openxmlformats.org/drawingml/2006/main">
              <a:ext uri="{FF2B5EF4-FFF2-40B4-BE49-F238E27FC236}">
                <a16:creationId xmlns:a16="http://schemas.microsoft.com/office/drawing/2014/main" id="{42D787F6-E3F0-4F6C-9468-07A5E154481E}"/>
              </a:ext>
            </a:extLst>
          </p:cNvPr>
          <p:cNvSpPr>
            <a:spLocks xmlns:a="http://schemas.openxmlformats.org/drawingml/2006/main" noGrp="1"/>
          </p:cNvSpPr>
          <p:nvPr/>
        </p:nvSpPr>
        <p:spPr>
          <a:xfrm xmlns:a="http://schemas.openxmlformats.org/drawingml/2006/main">
            <a:off x="4667250" y="4371975"/>
            <a:ext cx="2952750" cy="1304925"/>
          </a:xfrm>
          <a:custGeom xmlns:a="http://schemas.openxmlformats.org/drawingml/2006/main">
            <a:pathLst>
              <a:path w="2952750" h="1304925">
                <a:moveTo>
                  <a:pt x="0" y="0"/>
                </a:moveTo>
                <a:lnTo>
                  <a:pt x="190500" y="0"/>
                </a:lnTo>
                <a:lnTo>
                  <a:pt x="190500" y="1219200"/>
                </a:lnTo>
                <a:lnTo>
                  <a:pt x="2952750" y="1219200"/>
                </a:lnTo>
                <a:lnTo>
                  <a:pt x="2952750" y="1304925"/>
                </a:lnTo>
              </a:path>
            </a:pathLst>
          </a:custGeom>
          <a:noFill xmlns:a="http://schemas.openxmlformats.org/drawingml/2006/main"/>
          <a:ln xmlns:a="http://schemas.openxmlformats.org/drawingml/2006/main" w="10478">
            <a:solidFill>
              <a:srgbClr val="000000"/>
            </a:solidFill>
            <a:prstDash val="solid"/>
          </a:ln>
        </p:spPr>
      </p:sp>
      <p:sp>
        <p:nvSpPr>
          <p:cNvPr id="114" name="dp42-comparison / n131 / arrow">
            <a:extLst xmlns:a="http://schemas.openxmlformats.org/drawingml/2006/main">
              <a:ext uri="{FF2B5EF4-FFF2-40B4-BE49-F238E27FC236}">
                <a16:creationId xmlns:a16="http://schemas.microsoft.com/office/drawing/2014/main" id="{D7BD7B37-779D-4E02-8621-6AB8328C4B8E}"/>
              </a:ext>
            </a:extLst>
          </p:cNvPr>
          <p:cNvSpPr>
            <a:spLocks xmlns:a="http://schemas.openxmlformats.org/drawingml/2006/main" noGrp="1"/>
          </p:cNvSpPr>
          <p:nvPr/>
        </p:nvSpPr>
        <p:spPr>
          <a:xfrm xmlns:a="http://schemas.openxmlformats.org/drawingml/2006/main">
            <a:off x="7586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5" name="dp42-comparison / n132 / path">
            <a:extLst xmlns:a="http://schemas.openxmlformats.org/drawingml/2006/main">
              <a:ext uri="{FF2B5EF4-FFF2-40B4-BE49-F238E27FC236}">
                <a16:creationId xmlns:a16="http://schemas.microsoft.com/office/drawing/2014/main" id="{D8690226-1C08-4B81-8B58-AD35C2616D17}"/>
              </a:ext>
            </a:extLst>
          </p:cNvPr>
          <p:cNvSpPr>
            <a:spLocks xmlns:a="http://schemas.openxmlformats.org/drawingml/2006/main" noGrp="1"/>
          </p:cNvSpPr>
          <p:nvPr/>
        </p:nvSpPr>
        <p:spPr>
          <a:xfrm xmlns:a="http://schemas.openxmlformats.org/drawingml/2006/main">
            <a:off x="5848350" y="4371975"/>
            <a:ext cx="2152650" cy="1304925"/>
          </a:xfrm>
          <a:custGeom xmlns:a="http://schemas.openxmlformats.org/drawingml/2006/main">
            <a:pathLst>
              <a:path w="2152650" h="1304925">
                <a:moveTo>
                  <a:pt x="104775" y="0"/>
                </a:moveTo>
                <a:lnTo>
                  <a:pt x="0" y="0"/>
                </a:lnTo>
                <a:lnTo>
                  <a:pt x="0" y="1190625"/>
                </a:lnTo>
                <a:lnTo>
                  <a:pt x="2152650" y="1190625"/>
                </a:lnTo>
                <a:lnTo>
                  <a:pt x="2152650" y="1304925"/>
                </a:lnTo>
              </a:path>
            </a:pathLst>
          </a:custGeom>
          <a:noFill xmlns:a="http://schemas.openxmlformats.org/drawingml/2006/main"/>
          <a:ln xmlns:a="http://schemas.openxmlformats.org/drawingml/2006/main" w="10478">
            <a:solidFill>
              <a:srgbClr val="000000"/>
            </a:solidFill>
            <a:prstDash val="solid"/>
          </a:ln>
        </p:spPr>
      </p:sp>
      <p:sp>
        <p:nvSpPr>
          <p:cNvPr id="116" name="dp42-comparison / n132 / arrow">
            <a:extLst xmlns:a="http://schemas.openxmlformats.org/drawingml/2006/main">
              <a:ext uri="{FF2B5EF4-FFF2-40B4-BE49-F238E27FC236}">
                <a16:creationId xmlns:a16="http://schemas.microsoft.com/office/drawing/2014/main" id="{E78CCD6D-D9B3-49F1-8AF3-35342CBD9732}"/>
              </a:ext>
            </a:extLst>
          </p:cNvPr>
          <p:cNvSpPr>
            <a:spLocks xmlns:a="http://schemas.openxmlformats.org/drawingml/2006/main" noGrp="1"/>
          </p:cNvSpPr>
          <p:nvPr/>
        </p:nvSpPr>
        <p:spPr>
          <a:xfrm xmlns:a="http://schemas.openxmlformats.org/drawingml/2006/main">
            <a:off x="7967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7" name="dp42-comparison / n133 / path">
            <a:extLst xmlns:a="http://schemas.openxmlformats.org/drawingml/2006/main">
              <a:ext uri="{FF2B5EF4-FFF2-40B4-BE49-F238E27FC236}">
                <a16:creationId xmlns:a16="http://schemas.microsoft.com/office/drawing/2014/main" id="{9F880A11-0AF8-44E7-807A-D388F4A7AC36}"/>
              </a:ext>
            </a:extLst>
          </p:cNvPr>
          <p:cNvSpPr>
            <a:spLocks xmlns:a="http://schemas.openxmlformats.org/drawingml/2006/main" noGrp="1"/>
          </p:cNvSpPr>
          <p:nvPr/>
        </p:nvSpPr>
        <p:spPr>
          <a:xfrm xmlns:a="http://schemas.openxmlformats.org/drawingml/2006/main">
            <a:off x="4667250" y="4314825"/>
            <a:ext cx="2428875" cy="1704975"/>
          </a:xfrm>
          <a:custGeom xmlns:a="http://schemas.openxmlformats.org/drawingml/2006/main">
            <a:pathLst>
              <a:path w="2428875" h="1704975">
                <a:moveTo>
                  <a:pt x="2428875" y="1481138"/>
                </a:moveTo>
                <a:lnTo>
                  <a:pt x="2343150" y="1481138"/>
                </a:lnTo>
                <a:lnTo>
                  <a:pt x="2343150" y="1704975"/>
                </a:lnTo>
                <a:lnTo>
                  <a:pt x="228600" y="1704975"/>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118" name="dp42-comparison / n133 / arrow">
            <a:extLst xmlns:a="http://schemas.openxmlformats.org/drawingml/2006/main">
              <a:ext uri="{FF2B5EF4-FFF2-40B4-BE49-F238E27FC236}">
                <a16:creationId xmlns:a16="http://schemas.microsoft.com/office/drawing/2014/main" id="{71BB299B-B18C-48E1-9173-8D6CF9E6076E}"/>
              </a:ext>
            </a:extLst>
          </p:cNvPr>
          <p:cNvSpPr>
            <a:spLocks xmlns:a="http://schemas.openxmlformats.org/drawingml/2006/main" noGrp="1"/>
          </p:cNvSpPr>
          <p:nvPr/>
        </p:nvSpPr>
        <p:spPr>
          <a:xfrm xmlns:a="http://schemas.openxmlformats.org/drawingml/2006/main">
            <a:off x="466725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9" name="dp42-comparison / n134 / path">
            <a:extLst xmlns:a="http://schemas.openxmlformats.org/drawingml/2006/main">
              <a:ext uri="{FF2B5EF4-FFF2-40B4-BE49-F238E27FC236}">
                <a16:creationId xmlns:a16="http://schemas.microsoft.com/office/drawing/2014/main" id="{B9936ECE-56D1-4DAD-A610-A5B0B1A53E71}"/>
              </a:ext>
            </a:extLst>
          </p:cNvPr>
          <p:cNvSpPr>
            <a:spLocks xmlns:a="http://schemas.openxmlformats.org/drawingml/2006/main" noGrp="1"/>
          </p:cNvSpPr>
          <p:nvPr/>
        </p:nvSpPr>
        <p:spPr>
          <a:xfrm xmlns:a="http://schemas.openxmlformats.org/drawingml/2006/main">
            <a:off x="8905875" y="4314825"/>
            <a:ext cx="295275" cy="1481138"/>
          </a:xfrm>
          <a:custGeom xmlns:a="http://schemas.openxmlformats.org/drawingml/2006/main">
            <a:pathLst>
              <a:path w="295275" h="1481138">
                <a:moveTo>
                  <a:pt x="0" y="1481138"/>
                </a:moveTo>
                <a:lnTo>
                  <a:pt x="295275" y="1481138"/>
                </a:lnTo>
                <a:lnTo>
                  <a:pt x="295275" y="0"/>
                </a:lnTo>
                <a:lnTo>
                  <a:pt x="238125" y="0"/>
                </a:lnTo>
              </a:path>
            </a:pathLst>
          </a:custGeom>
          <a:noFill xmlns:a="http://schemas.openxmlformats.org/drawingml/2006/main"/>
          <a:ln xmlns:a="http://schemas.openxmlformats.org/drawingml/2006/main" w="10478">
            <a:solidFill>
              <a:srgbClr val="000000"/>
            </a:solidFill>
            <a:prstDash val="dash"/>
          </a:ln>
        </p:spPr>
      </p:sp>
      <p:sp>
        <p:nvSpPr>
          <p:cNvPr id="120" name="dp42-comparison / n134 / arrow">
            <a:extLst xmlns:a="http://schemas.openxmlformats.org/drawingml/2006/main">
              <a:ext uri="{FF2B5EF4-FFF2-40B4-BE49-F238E27FC236}">
                <a16:creationId xmlns:a16="http://schemas.microsoft.com/office/drawing/2014/main" id="{F66B7812-AA4F-46E1-BE63-40B18C355522}"/>
              </a:ext>
            </a:extLst>
          </p:cNvPr>
          <p:cNvSpPr>
            <a:spLocks xmlns:a="http://schemas.openxmlformats.org/drawingml/2006/main" noGrp="1"/>
          </p:cNvSpPr>
          <p:nvPr/>
        </p:nvSpPr>
        <p:spPr>
          <a:xfrm xmlns:a="http://schemas.openxmlformats.org/drawingml/2006/main">
            <a:off x="914400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2-comparison / n139 / path">
            <a:extLst xmlns:a="http://schemas.openxmlformats.org/drawingml/2006/main">
              <a:ext uri="{FF2B5EF4-FFF2-40B4-BE49-F238E27FC236}">
                <a16:creationId xmlns:a16="http://schemas.microsoft.com/office/drawing/2014/main" id="{07E4188A-1D39-4748-A87E-974458F7CD0D}"/>
              </a:ext>
            </a:extLst>
          </p:cNvPr>
          <p:cNvSpPr>
            <a:spLocks xmlns:a="http://schemas.openxmlformats.org/drawingml/2006/main" noGrp="1"/>
          </p:cNvSpPr>
          <p:nvPr/>
        </p:nvSpPr>
        <p:spPr>
          <a:xfrm xmlns:a="http://schemas.openxmlformats.org/drawingml/2006/main">
            <a:off x="754856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22" name="dp42-comparison / n139 / arrow">
            <a:extLst xmlns:a="http://schemas.openxmlformats.org/drawingml/2006/main">
              <a:ext uri="{FF2B5EF4-FFF2-40B4-BE49-F238E27FC236}">
                <a16:creationId xmlns:a16="http://schemas.microsoft.com/office/drawing/2014/main" id="{65116B88-47CE-4EEA-B2CA-D858035F81B3}"/>
              </a:ext>
            </a:extLst>
          </p:cNvPr>
          <p:cNvSpPr>
            <a:spLocks xmlns:a="http://schemas.openxmlformats.org/drawingml/2006/main" noGrp="1"/>
          </p:cNvSpPr>
          <p:nvPr/>
        </p:nvSpPr>
        <p:spPr>
          <a:xfrm xmlns:a="http://schemas.openxmlformats.org/drawingml/2006/main">
            <a:off x="751503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3" name="dp42-comparison / n144 / path">
            <a:extLst xmlns:a="http://schemas.openxmlformats.org/drawingml/2006/main">
              <a:ext uri="{FF2B5EF4-FFF2-40B4-BE49-F238E27FC236}">
                <a16:creationId xmlns:a16="http://schemas.microsoft.com/office/drawing/2014/main" id="{9D1C015C-3DB5-41D0-853E-969CEA5A174B}"/>
              </a:ext>
            </a:extLst>
          </p:cNvPr>
          <p:cNvSpPr>
            <a:spLocks xmlns:a="http://schemas.openxmlformats.org/drawingml/2006/main" noGrp="1"/>
          </p:cNvSpPr>
          <p:nvPr/>
        </p:nvSpPr>
        <p:spPr>
          <a:xfrm xmlns:a="http://schemas.openxmlformats.org/drawingml/2006/main">
            <a:off x="157162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4" name="dp42-comparison / n147">
            <a:extLst xmlns:a="http://schemas.openxmlformats.org/drawingml/2006/main">
              <a:ext uri="{FF2B5EF4-FFF2-40B4-BE49-F238E27FC236}">
                <a16:creationId xmlns:a16="http://schemas.microsoft.com/office/drawing/2014/main" id="{54A04251-6D49-410A-B5C2-38618B272348}"/>
              </a:ext>
            </a:extLst>
          </p:cNvPr>
          <p:cNvSpPr>
            <a:spLocks xmlns:a="http://schemas.openxmlformats.org/drawingml/2006/main" noGrp="1"/>
          </p:cNvSpPr>
          <p:nvPr/>
        </p:nvSpPr>
        <p:spPr>
          <a:xfrm xmlns:a="http://schemas.openxmlformats.org/drawingml/2006/main">
            <a:off x="1666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2-comparison / n148 / text 1">
            <a:extLst xmlns:a="http://schemas.openxmlformats.org/drawingml/2006/main">
              <a:ext uri="{FF2B5EF4-FFF2-40B4-BE49-F238E27FC236}">
                <a16:creationId xmlns:a16="http://schemas.microsoft.com/office/drawing/2014/main" id="{9FE96EEF-2228-4487-8A3A-770F22419EAF}"/>
              </a:ext>
            </a:extLst>
          </p:cNvPr>
          <p:cNvSpPr>
            <a:spLocks xmlns:a="http://schemas.openxmlformats.org/drawingml/2006/main" noGrp="1"/>
          </p:cNvSpPr>
          <p:nvPr/>
        </p:nvSpPr>
        <p:spPr>
          <a:xfrm xmlns:a="http://schemas.openxmlformats.org/drawingml/2006/main">
            <a:off x="1752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RC / TM: 관련 변경 준비</a:t>
            </a:r>
          </a:p>
        </p:txBody>
      </p:sp>
      <p:sp>
        <p:nvSpPr>
          <p:cNvPr id="126" name="dp42-comparison / n149">
            <a:extLst xmlns:a="http://schemas.openxmlformats.org/drawingml/2006/main">
              <a:ext uri="{FF2B5EF4-FFF2-40B4-BE49-F238E27FC236}">
                <a16:creationId xmlns:a16="http://schemas.microsoft.com/office/drawing/2014/main" id="{92A7BE6D-6AB8-445F-991D-4C948EB92999}"/>
              </a:ext>
            </a:extLst>
          </p:cNvPr>
          <p:cNvSpPr>
            <a:spLocks xmlns:a="http://schemas.openxmlformats.org/drawingml/2006/main" noGrp="1"/>
          </p:cNvSpPr>
          <p:nvPr/>
        </p:nvSpPr>
        <p:spPr>
          <a:xfrm xmlns:a="http://schemas.openxmlformats.org/drawingml/2006/main">
            <a:off x="4333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2-comparison / n150 / text 1">
            <a:extLst xmlns:a="http://schemas.openxmlformats.org/drawingml/2006/main">
              <a:ext uri="{FF2B5EF4-FFF2-40B4-BE49-F238E27FC236}">
                <a16:creationId xmlns:a16="http://schemas.microsoft.com/office/drawing/2014/main" id="{C03DA996-CD74-43CC-813B-74C8C3611C8B}"/>
              </a:ext>
            </a:extLst>
          </p:cNvPr>
          <p:cNvSpPr>
            <a:spLocks xmlns:a="http://schemas.openxmlformats.org/drawingml/2006/main" noGrp="1"/>
          </p:cNvSpPr>
          <p:nvPr/>
        </p:nvSpPr>
        <p:spPr>
          <a:xfrm xmlns:a="http://schemas.openxmlformats.org/drawingml/2006/main">
            <a:off x="4419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트랜잭션 관리자: 공동 확정</a:t>
            </a:r>
          </a:p>
        </p:txBody>
      </p:sp>
      <p:sp>
        <p:nvSpPr>
          <p:cNvPr id="128" name="dp42-comparison / n151 / path">
            <a:extLst xmlns:a="http://schemas.openxmlformats.org/drawingml/2006/main">
              <a:ext uri="{FF2B5EF4-FFF2-40B4-BE49-F238E27FC236}">
                <a16:creationId xmlns:a16="http://schemas.microsoft.com/office/drawing/2014/main" id="{973425CA-B266-460C-A88A-C949C9D7A45D}"/>
              </a:ext>
            </a:extLst>
          </p:cNvPr>
          <p:cNvSpPr>
            <a:spLocks xmlns:a="http://schemas.openxmlformats.org/drawingml/2006/main" noGrp="1"/>
          </p:cNvSpPr>
          <p:nvPr/>
        </p:nvSpPr>
        <p:spPr>
          <a:xfrm xmlns:a="http://schemas.openxmlformats.org/drawingml/2006/main">
            <a:off x="3905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2-comparison / n151 / arrow">
            <a:extLst xmlns:a="http://schemas.openxmlformats.org/drawingml/2006/main">
              <a:ext uri="{FF2B5EF4-FFF2-40B4-BE49-F238E27FC236}">
                <a16:creationId xmlns:a16="http://schemas.microsoft.com/office/drawing/2014/main" id="{37DE5052-88CF-4046-8282-06CAF143B912}"/>
              </a:ext>
            </a:extLst>
          </p:cNvPr>
          <p:cNvSpPr>
            <a:spLocks xmlns:a="http://schemas.openxmlformats.org/drawingml/2006/main" noGrp="1"/>
          </p:cNvSpPr>
          <p:nvPr/>
        </p:nvSpPr>
        <p:spPr>
          <a:xfrm xmlns:a="http://schemas.openxmlformats.org/drawingml/2006/main">
            <a:off x="4266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2-comparison / n152">
            <a:extLst xmlns:a="http://schemas.openxmlformats.org/drawingml/2006/main">
              <a:ext uri="{FF2B5EF4-FFF2-40B4-BE49-F238E27FC236}">
                <a16:creationId xmlns:a16="http://schemas.microsoft.com/office/drawing/2014/main" id="{7441E275-B928-457A-80F9-175F72D7AFDE}"/>
              </a:ext>
            </a:extLst>
          </p:cNvPr>
          <p:cNvSpPr>
            <a:spLocks xmlns:a="http://schemas.openxmlformats.org/drawingml/2006/main" noGrp="1"/>
          </p:cNvSpPr>
          <p:nvPr/>
        </p:nvSpPr>
        <p:spPr>
          <a:xfrm xmlns:a="http://schemas.openxmlformats.org/drawingml/2006/main">
            <a:off x="700087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2-comparison / n153 / text 1">
            <a:extLst xmlns:a="http://schemas.openxmlformats.org/drawingml/2006/main">
              <a:ext uri="{FF2B5EF4-FFF2-40B4-BE49-F238E27FC236}">
                <a16:creationId xmlns:a16="http://schemas.microsoft.com/office/drawing/2014/main" id="{EA1B61BC-4E10-4704-9182-9234959BB808}"/>
              </a:ext>
            </a:extLst>
          </p:cNvPr>
          <p:cNvSpPr>
            <a:spLocks xmlns:a="http://schemas.openxmlformats.org/drawingml/2006/main" noGrp="1"/>
          </p:cNvSpPr>
          <p:nvPr/>
        </p:nvSpPr>
        <p:spPr>
          <a:xfrm xmlns:a="http://schemas.openxmlformats.org/drawingml/2006/main">
            <a:off x="708660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Gateway: 확정 명령 전송</a:t>
            </a:r>
          </a:p>
        </p:txBody>
      </p:sp>
      <p:sp>
        <p:nvSpPr>
          <p:cNvPr id="132" name="dp42-comparison / n154 / path">
            <a:extLst xmlns:a="http://schemas.openxmlformats.org/drawingml/2006/main">
              <a:ext uri="{FF2B5EF4-FFF2-40B4-BE49-F238E27FC236}">
                <a16:creationId xmlns:a16="http://schemas.microsoft.com/office/drawing/2014/main" id="{4229E366-E502-4FF5-9117-D446ED65A4C3}"/>
              </a:ext>
            </a:extLst>
          </p:cNvPr>
          <p:cNvSpPr>
            <a:spLocks xmlns:a="http://schemas.openxmlformats.org/drawingml/2006/main" noGrp="1"/>
          </p:cNvSpPr>
          <p:nvPr/>
        </p:nvSpPr>
        <p:spPr>
          <a:xfrm xmlns:a="http://schemas.openxmlformats.org/drawingml/2006/main">
            <a:off x="6572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2-comparison / n154 / arrow">
            <a:extLst xmlns:a="http://schemas.openxmlformats.org/drawingml/2006/main">
              <a:ext uri="{FF2B5EF4-FFF2-40B4-BE49-F238E27FC236}">
                <a16:creationId xmlns:a16="http://schemas.microsoft.com/office/drawing/2014/main" id="{FA8187EC-61E3-4DF5-9209-4A31DE888858}"/>
              </a:ext>
            </a:extLst>
          </p:cNvPr>
          <p:cNvSpPr>
            <a:spLocks xmlns:a="http://schemas.openxmlformats.org/drawingml/2006/main" noGrp="1"/>
          </p:cNvSpPr>
          <p:nvPr/>
        </p:nvSpPr>
        <p:spPr>
          <a:xfrm xmlns:a="http://schemas.openxmlformats.org/drawingml/2006/main">
            <a:off x="6933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2-comparison / n79">
            <a:extLst xmlns:a="http://schemas.openxmlformats.org/drawingml/2006/main">
              <a:ext uri="{FF2B5EF4-FFF2-40B4-BE49-F238E27FC236}">
                <a16:creationId xmlns:a16="http://schemas.microsoft.com/office/drawing/2014/main" id="{AD16CA4B-44BA-4650-AC3B-EB18900B5EB9}"/>
              </a:ext>
            </a:extLst>
          </p:cNvPr>
          <p:cNvSpPr>
            <a:spLocks xmlns:a="http://schemas.openxmlformats.org/drawingml/2006/main" noGrp="1"/>
          </p:cNvSpPr>
          <p:nvPr/>
        </p:nvSpPr>
        <p:spPr>
          <a:xfrm xmlns:a="http://schemas.openxmlformats.org/drawingml/2006/main">
            <a:off x="457200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5" name="dp42-comparison / n79 / fold">
            <a:extLst xmlns:a="http://schemas.openxmlformats.org/drawingml/2006/main">
              <a:ext uri="{FF2B5EF4-FFF2-40B4-BE49-F238E27FC236}">
                <a16:creationId xmlns:a16="http://schemas.microsoft.com/office/drawing/2014/main" id="{C522FB7D-4213-4D36-AADF-5123CFD9C66B}"/>
              </a:ext>
            </a:extLst>
          </p:cNvPr>
          <p:cNvSpPr>
            <a:spLocks xmlns:a="http://schemas.openxmlformats.org/drawingml/2006/main" noGrp="1"/>
          </p:cNvSpPr>
          <p:nvPr/>
        </p:nvSpPr>
        <p:spPr>
          <a:xfrm xmlns:a="http://schemas.openxmlformats.org/drawingml/2006/main">
            <a:off x="906780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6" name="dp42-comparison / n80 / text 1">
            <a:extLst xmlns:a="http://schemas.openxmlformats.org/drawingml/2006/main">
              <a:ext uri="{FF2B5EF4-FFF2-40B4-BE49-F238E27FC236}">
                <a16:creationId xmlns:a16="http://schemas.microsoft.com/office/drawing/2014/main" id="{FA461BF4-6FBF-4F14-895F-BE30A498AC3F}"/>
              </a:ext>
            </a:extLst>
          </p:cNvPr>
          <p:cNvSpPr>
            <a:spLocks xmlns:a="http://schemas.openxmlformats.org/drawingml/2006/main" noGrp="1"/>
          </p:cNvSpPr>
          <p:nvPr/>
        </p:nvSpPr>
        <p:spPr>
          <a:xfrm xmlns:a="http://schemas.openxmlformats.org/drawingml/2006/main">
            <a:off x="466725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Input1: “응, 상반기로 해줘”</a:t>
            </a:r>
          </a:p>
        </p:txBody>
      </p:sp>
      <p:sp>
        <p:nvSpPr>
          <p:cNvPr id="137" name="dp42-comparison / n82">
            <a:extLst xmlns:a="http://schemas.openxmlformats.org/drawingml/2006/main">
              <a:ext uri="{FF2B5EF4-FFF2-40B4-BE49-F238E27FC236}">
                <a16:creationId xmlns:a16="http://schemas.microsoft.com/office/drawing/2014/main" id="{A2FF4B15-8F59-4BD4-BF96-B33CB7670804}"/>
              </a:ext>
            </a:extLst>
          </p:cNvPr>
          <p:cNvSpPr>
            <a:spLocks xmlns:a="http://schemas.openxmlformats.org/drawingml/2006/main" noGrp="1"/>
          </p:cNvSpPr>
          <p:nvPr/>
        </p:nvSpPr>
        <p:spPr>
          <a:xfrm xmlns:a="http://schemas.openxmlformats.org/drawingml/2006/main">
            <a:off x="164782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2-comparison / n83 / text 1">
            <a:extLst xmlns:a="http://schemas.openxmlformats.org/drawingml/2006/main">
              <a:ext uri="{FF2B5EF4-FFF2-40B4-BE49-F238E27FC236}">
                <a16:creationId xmlns:a16="http://schemas.microsoft.com/office/drawing/2014/main" id="{45F58B63-CBCF-4C53-86D4-DCF8D0B1BC51}"/>
              </a:ext>
            </a:extLst>
          </p:cNvPr>
          <p:cNvSpPr>
            <a:spLocks xmlns:a="http://schemas.openxmlformats.org/drawingml/2006/main" noGrp="1"/>
          </p:cNvSpPr>
          <p:nvPr/>
        </p:nvSpPr>
        <p:spPr>
          <a:xfrm xmlns:a="http://schemas.openxmlformats.org/drawingml/2006/main">
            <a:off x="166687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공통 장면: 보고서 기간 질문 Question1을 Publication1로 실제 제시</a:t>
            </a:r>
          </a:p>
        </p:txBody>
      </p:sp>
      <p:sp>
        <p:nvSpPr>
          <p:cNvPr id="139" name="dp42-comparison / n84">
            <a:extLst xmlns:a="http://schemas.openxmlformats.org/drawingml/2006/main">
              <a:ext uri="{FF2B5EF4-FFF2-40B4-BE49-F238E27FC236}">
                <a16:creationId xmlns:a16="http://schemas.microsoft.com/office/drawing/2014/main" id="{5EA5C5D8-0E42-43E1-A04A-34A649F3B0C4}"/>
              </a:ext>
            </a:extLst>
          </p:cNvPr>
          <p:cNvSpPr>
            <a:spLocks xmlns:a="http://schemas.openxmlformats.org/drawingml/2006/main" noGrp="1"/>
          </p:cNvSpPr>
          <p:nvPr/>
        </p:nvSpPr>
        <p:spPr>
          <a:xfrm xmlns:a="http://schemas.openxmlformats.org/drawingml/2006/main">
            <a:off x="164782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2-comparison / n85 / text 1">
            <a:extLst xmlns:a="http://schemas.openxmlformats.org/drawingml/2006/main">
              <a:ext uri="{FF2B5EF4-FFF2-40B4-BE49-F238E27FC236}">
                <a16:creationId xmlns:a16="http://schemas.microsoft.com/office/drawing/2014/main" id="{84F9F70E-1A19-4A15-825B-2C7F7E7F5B62}"/>
              </a:ext>
            </a:extLst>
          </p:cNvPr>
          <p:cNvSpPr>
            <a:spLocks xmlns:a="http://schemas.openxmlformats.org/drawingml/2006/main" noGrp="1"/>
          </p:cNvSpPr>
          <p:nvPr/>
        </p:nvSpPr>
        <p:spPr>
          <a:xfrm xmlns:a="http://schemas.openxmlformats.org/drawingml/2006/main">
            <a:off x="166687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141" name="dp42-comparison / n87">
            <a:extLst xmlns:a="http://schemas.openxmlformats.org/drawingml/2006/main">
              <a:ext uri="{FF2B5EF4-FFF2-40B4-BE49-F238E27FC236}">
                <a16:creationId xmlns:a16="http://schemas.microsoft.com/office/drawing/2014/main" id="{C0B1D572-CDA3-4D55-8941-40CD66F52219}"/>
              </a:ext>
            </a:extLst>
          </p:cNvPr>
          <p:cNvSpPr>
            <a:spLocks xmlns:a="http://schemas.openxmlformats.org/drawingml/2006/main" noGrp="1"/>
          </p:cNvSpPr>
          <p:nvPr/>
        </p:nvSpPr>
        <p:spPr>
          <a:xfrm xmlns:a="http://schemas.openxmlformats.org/drawingml/2006/main">
            <a:off x="317182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2-comparison / n88 / text 1">
            <a:extLst xmlns:a="http://schemas.openxmlformats.org/drawingml/2006/main">
              <a:ext uri="{FF2B5EF4-FFF2-40B4-BE49-F238E27FC236}">
                <a16:creationId xmlns:a16="http://schemas.microsoft.com/office/drawing/2014/main" id="{EBA48700-4917-4795-A97A-FB1AA82A8B39}"/>
              </a:ext>
            </a:extLst>
          </p:cNvPr>
          <p:cNvSpPr>
            <a:spLocks xmlns:a="http://schemas.openxmlformats.org/drawingml/2006/main" noGrp="1"/>
          </p:cNvSpPr>
          <p:nvPr/>
        </p:nvSpPr>
        <p:spPr>
          <a:xfrm xmlns:a="http://schemas.openxmlformats.org/drawingml/2006/main">
            <a:off x="319087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대화 연결 유지</a:t>
            </a:r>
          </a:p>
        </p:txBody>
      </p:sp>
      <p:sp>
        <p:nvSpPr>
          <p:cNvPr id="143" name="dp42-comparison / n89">
            <a:extLst xmlns:a="http://schemas.openxmlformats.org/drawingml/2006/main">
              <a:ext uri="{FF2B5EF4-FFF2-40B4-BE49-F238E27FC236}">
                <a16:creationId xmlns:a16="http://schemas.microsoft.com/office/drawing/2014/main" id="{169A9E2C-895A-449A-A807-06A42BE6B6D3}"/>
              </a:ext>
            </a:extLst>
          </p:cNvPr>
          <p:cNvSpPr>
            <a:spLocks xmlns:a="http://schemas.openxmlformats.org/drawingml/2006/main" noGrp="1"/>
          </p:cNvSpPr>
          <p:nvPr/>
        </p:nvSpPr>
        <p:spPr>
          <a:xfrm xmlns:a="http://schemas.openxmlformats.org/drawingml/2006/main">
            <a:off x="164782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2-comparison / n90 / text 1">
            <a:extLst xmlns:a="http://schemas.openxmlformats.org/drawingml/2006/main">
              <a:ext uri="{FF2B5EF4-FFF2-40B4-BE49-F238E27FC236}">
                <a16:creationId xmlns:a16="http://schemas.microsoft.com/office/drawing/2014/main" id="{55CF8F50-31CE-4D12-B88F-67E4F61BF3EC}"/>
              </a:ext>
            </a:extLst>
          </p:cNvPr>
          <p:cNvSpPr>
            <a:spLocks xmlns:a="http://schemas.openxmlformats.org/drawingml/2006/main" noGrp="1"/>
          </p:cNvSpPr>
          <p:nvPr/>
        </p:nvSpPr>
        <p:spPr>
          <a:xfrm xmlns:a="http://schemas.openxmlformats.org/drawingml/2006/main">
            <a:off x="166687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145" name="dp42-comparison / n92">
            <a:extLst xmlns:a="http://schemas.openxmlformats.org/drawingml/2006/main">
              <a:ext uri="{FF2B5EF4-FFF2-40B4-BE49-F238E27FC236}">
                <a16:creationId xmlns:a16="http://schemas.microsoft.com/office/drawing/2014/main" id="{CF5C77F4-896E-4F76-9842-A4718838CA2A}"/>
              </a:ext>
            </a:extLst>
          </p:cNvPr>
          <p:cNvSpPr>
            <a:spLocks xmlns:a="http://schemas.openxmlformats.org/drawingml/2006/main" noGrp="1"/>
          </p:cNvSpPr>
          <p:nvPr/>
        </p:nvSpPr>
        <p:spPr>
          <a:xfrm xmlns:a="http://schemas.openxmlformats.org/drawingml/2006/main">
            <a:off x="317182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2-comparison / n93 / text 1">
            <a:extLst xmlns:a="http://schemas.openxmlformats.org/drawingml/2006/main">
              <a:ext uri="{FF2B5EF4-FFF2-40B4-BE49-F238E27FC236}">
                <a16:creationId xmlns:a16="http://schemas.microsoft.com/office/drawing/2014/main" id="{55992C8D-FEC6-47AE-BA6C-F820B8233C49}"/>
              </a:ext>
            </a:extLst>
          </p:cNvPr>
          <p:cNvSpPr>
            <a:spLocks xmlns:a="http://schemas.openxmlformats.org/drawingml/2006/main" noGrp="1"/>
          </p:cNvSpPr>
          <p:nvPr/>
        </p:nvSpPr>
        <p:spPr>
          <a:xfrm xmlns:a="http://schemas.openxmlformats.org/drawingml/2006/main">
            <a:off x="319087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이번 답변의 외부 접수 확인 후 처리 종료</a:t>
            </a:r>
          </a:p>
        </p:txBody>
      </p:sp>
      <p:sp>
        <p:nvSpPr>
          <p:cNvPr id="147" name="dp42-comparison / n94">
            <a:extLst xmlns:a="http://schemas.openxmlformats.org/drawingml/2006/main">
              <a:ext uri="{FF2B5EF4-FFF2-40B4-BE49-F238E27FC236}">
                <a16:creationId xmlns:a16="http://schemas.microsoft.com/office/drawing/2014/main" id="{096B6CC3-00E3-482F-87F2-4F2886164D48}"/>
              </a:ext>
            </a:extLst>
          </p:cNvPr>
          <p:cNvSpPr>
            <a:spLocks xmlns:a="http://schemas.openxmlformats.org/drawingml/2006/main" noGrp="1"/>
          </p:cNvSpPr>
          <p:nvPr/>
        </p:nvSpPr>
        <p:spPr>
          <a:xfrm xmlns:a="http://schemas.openxmlformats.org/drawingml/2006/main">
            <a:off x="164782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2-comparison / n95 / text 1">
            <a:extLst xmlns:a="http://schemas.openxmlformats.org/drawingml/2006/main">
              <a:ext uri="{FF2B5EF4-FFF2-40B4-BE49-F238E27FC236}">
                <a16:creationId xmlns:a16="http://schemas.microsoft.com/office/drawing/2014/main" id="{BFE4FE09-D03E-4CCF-9168-2BC3EFB3AB02}"/>
              </a:ext>
            </a:extLst>
          </p:cNvPr>
          <p:cNvSpPr>
            <a:spLocks xmlns:a="http://schemas.openxmlformats.org/drawingml/2006/main" noGrp="1"/>
          </p:cNvSpPr>
          <p:nvPr/>
        </p:nvSpPr>
        <p:spPr>
          <a:xfrm xmlns:a="http://schemas.openxmlformats.org/drawingml/2006/main">
            <a:off x="166687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149" name="dp42-comparison / n97">
            <a:extLst xmlns:a="http://schemas.openxmlformats.org/drawingml/2006/main">
              <a:ext uri="{FF2B5EF4-FFF2-40B4-BE49-F238E27FC236}">
                <a16:creationId xmlns:a16="http://schemas.microsoft.com/office/drawing/2014/main" id="{5F5F1A1F-CA23-4EDF-A585-54ADB281EB5E}"/>
              </a:ext>
            </a:extLst>
          </p:cNvPr>
          <p:cNvSpPr>
            <a:spLocks xmlns:a="http://schemas.openxmlformats.org/drawingml/2006/main" noGrp="1"/>
          </p:cNvSpPr>
          <p:nvPr/>
        </p:nvSpPr>
        <p:spPr>
          <a:xfrm xmlns:a="http://schemas.openxmlformats.org/drawingml/2006/main">
            <a:off x="317182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2-comparison / n98 / text 1">
            <a:extLst xmlns:a="http://schemas.openxmlformats.org/drawingml/2006/main">
              <a:ext uri="{FF2B5EF4-FFF2-40B4-BE49-F238E27FC236}">
                <a16:creationId xmlns:a16="http://schemas.microsoft.com/office/drawing/2014/main" id="{C9CB3062-C29E-402F-8A9A-C2DD03CF6A2A}"/>
              </a:ext>
            </a:extLst>
          </p:cNvPr>
          <p:cNvSpPr>
            <a:spLocks xmlns:a="http://schemas.openxmlformats.org/drawingml/2006/main" noGrp="1"/>
          </p:cNvSpPr>
          <p:nvPr/>
        </p:nvSpPr>
        <p:spPr>
          <a:xfrm xmlns:a="http://schemas.openxmlformats.org/drawingml/2006/main">
            <a:off x="319087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보고서 Task는 계속 / 대화와 별도 수명</a:t>
            </a:r>
          </a:p>
        </p:txBody>
      </p:sp>
      <p:sp>
        <p:nvSpPr>
          <p:cNvPr id="151" name="dp42-comparison / n99">
            <a:extLst xmlns:a="http://schemas.openxmlformats.org/drawingml/2006/main">
              <a:ext uri="{FF2B5EF4-FFF2-40B4-BE49-F238E27FC236}">
                <a16:creationId xmlns:a16="http://schemas.microsoft.com/office/drawing/2014/main" id="{713A1F22-8B02-4D5F-9B69-50F36507FBAF}"/>
              </a:ext>
            </a:extLst>
          </p:cNvPr>
          <p:cNvSpPr>
            <a:spLocks xmlns:a="http://schemas.openxmlformats.org/drawingml/2006/main" noGrp="1"/>
          </p:cNvSpPr>
          <p:nvPr/>
        </p:nvSpPr>
        <p:spPr>
          <a:xfrm xmlns:a="http://schemas.openxmlformats.org/drawingml/2006/main">
            <a:off x="164782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2-comparison / n100 / text 1">
            <a:extLst xmlns:a="http://schemas.openxmlformats.org/drawingml/2006/main">
              <a:ext uri="{FF2B5EF4-FFF2-40B4-BE49-F238E27FC236}">
                <a16:creationId xmlns:a16="http://schemas.microsoft.com/office/drawing/2014/main" id="{E90593D7-E1B7-4756-A882-0CDB6371D309}"/>
              </a:ext>
            </a:extLst>
          </p:cNvPr>
          <p:cNvSpPr>
            <a:spLocks xmlns:a="http://schemas.openxmlformats.org/drawingml/2006/main" noGrp="1"/>
          </p:cNvSpPr>
          <p:nvPr/>
        </p:nvSpPr>
        <p:spPr>
          <a:xfrm xmlns:a="http://schemas.openxmlformats.org/drawingml/2006/main">
            <a:off x="166687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153" name="dp42-comparison / n102">
            <a:extLst xmlns:a="http://schemas.openxmlformats.org/drawingml/2006/main">
              <a:ext uri="{FF2B5EF4-FFF2-40B4-BE49-F238E27FC236}">
                <a16:creationId xmlns:a16="http://schemas.microsoft.com/office/drawing/2014/main" id="{82023FBA-219A-40FB-B2C5-B3FA0CB28140}"/>
              </a:ext>
            </a:extLst>
          </p:cNvPr>
          <p:cNvSpPr>
            <a:spLocks xmlns:a="http://schemas.openxmlformats.org/drawingml/2006/main" noGrp="1"/>
          </p:cNvSpPr>
          <p:nvPr/>
        </p:nvSpPr>
        <p:spPr>
          <a:xfrm xmlns:a="http://schemas.openxmlformats.org/drawingml/2006/main">
            <a:off x="317182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2-comparison / n103 / text 1">
            <a:extLst xmlns:a="http://schemas.openxmlformats.org/drawingml/2006/main">
              <a:ext uri="{FF2B5EF4-FFF2-40B4-BE49-F238E27FC236}">
                <a16:creationId xmlns:a16="http://schemas.microsoft.com/office/drawing/2014/main" id="{9819B888-F388-44B7-95D5-FF26F8CC122D}"/>
              </a:ext>
            </a:extLst>
          </p:cNvPr>
          <p:cNvSpPr>
            <a:spLocks xmlns:a="http://schemas.openxmlformats.org/drawingml/2006/main" noGrp="1"/>
          </p:cNvSpPr>
          <p:nvPr/>
        </p:nvSpPr>
        <p:spPr>
          <a:xfrm xmlns:a="http://schemas.openxmlformats.org/drawingml/2006/main">
            <a:off x="319087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Downstream Agent의 실제 실행은 별도 수명</a:t>
            </a:r>
          </a:p>
        </p:txBody>
      </p:sp>
      <p:sp>
        <p:nvSpPr>
          <p:cNvPr id="155" name="dp42-comparison / n106">
            <a:extLst xmlns:a="http://schemas.openxmlformats.org/drawingml/2006/main">
              <a:ext uri="{FF2B5EF4-FFF2-40B4-BE49-F238E27FC236}">
                <a16:creationId xmlns:a16="http://schemas.microsoft.com/office/drawing/2014/main" id="{CB5C5C44-7AF0-41D1-B8D7-5D72C05335F1}"/>
              </a:ext>
            </a:extLst>
          </p:cNvPr>
          <p:cNvSpPr>
            <a:spLocks xmlns:a="http://schemas.openxmlformats.org/drawingml/2006/main" noGrp="1"/>
          </p:cNvSpPr>
          <p:nvPr/>
        </p:nvSpPr>
        <p:spPr>
          <a:xfrm xmlns:a="http://schemas.openxmlformats.org/drawingml/2006/main">
            <a:off x="5029200" y="3733800"/>
            <a:ext cx="260451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2-comparison / n107 / text 1">
            <a:extLst xmlns:a="http://schemas.openxmlformats.org/drawingml/2006/main">
              <a:ext uri="{FF2B5EF4-FFF2-40B4-BE49-F238E27FC236}">
                <a16:creationId xmlns:a16="http://schemas.microsoft.com/office/drawing/2014/main" id="{82647F4E-C649-40BC-B843-2F1713879849}"/>
              </a:ext>
            </a:extLst>
          </p:cNvPr>
          <p:cNvSpPr>
            <a:spLocks xmlns:a="http://schemas.openxmlformats.org/drawingml/2006/main" noGrp="1"/>
          </p:cNvSpPr>
          <p:nvPr/>
        </p:nvSpPr>
        <p:spPr>
          <a:xfrm xmlns:a="http://schemas.openxmlformats.org/drawingml/2006/main">
            <a:off x="5048250" y="3743325"/>
            <a:ext cx="40195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모듈형 Core / 관련 변경의 한 번 확정</a:t>
            </a:r>
          </a:p>
        </p:txBody>
      </p:sp>
      <p:sp>
        <p:nvSpPr>
          <p:cNvPr id="157" name="dp42-comparison / n124">
            <a:extLst xmlns:a="http://schemas.openxmlformats.org/drawingml/2006/main">
              <a:ext uri="{FF2B5EF4-FFF2-40B4-BE49-F238E27FC236}">
                <a16:creationId xmlns:a16="http://schemas.microsoft.com/office/drawing/2014/main" id="{90C83E23-FEA0-46F1-852A-DD484405CD7D}"/>
              </a:ext>
            </a:extLst>
          </p:cNvPr>
          <p:cNvSpPr>
            <a:spLocks xmlns:a="http://schemas.openxmlformats.org/drawingml/2006/main" noGrp="1"/>
          </p:cNvSpPr>
          <p:nvPr/>
        </p:nvSpPr>
        <p:spPr>
          <a:xfrm xmlns:a="http://schemas.openxmlformats.org/drawingml/2006/main">
            <a:off x="608647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2-comparison / n125 / text 1">
            <a:extLst xmlns:a="http://schemas.openxmlformats.org/drawingml/2006/main">
              <a:ext uri="{FF2B5EF4-FFF2-40B4-BE49-F238E27FC236}">
                <a16:creationId xmlns:a16="http://schemas.microsoft.com/office/drawing/2014/main" id="{F482C8C9-219D-462D-92E7-42204C66B39C}"/>
              </a:ext>
            </a:extLst>
          </p:cNvPr>
          <p:cNvSpPr>
            <a:spLocks xmlns:a="http://schemas.openxmlformats.org/drawingml/2006/main" noGrp="1"/>
          </p:cNvSpPr>
          <p:nvPr/>
        </p:nvSpPr>
        <p:spPr>
          <a:xfrm xmlns:a="http://schemas.openxmlformats.org/drawingml/2006/main">
            <a:off x="610552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Task1: 보고서 / Command1: 상반기 답변</a:t>
            </a:r>
          </a:p>
        </p:txBody>
      </p:sp>
      <p:sp>
        <p:nvSpPr>
          <p:cNvPr id="159" name="dp42-comparison / n135">
            <a:extLst xmlns:a="http://schemas.openxmlformats.org/drawingml/2006/main">
              <a:ext uri="{FF2B5EF4-FFF2-40B4-BE49-F238E27FC236}">
                <a16:creationId xmlns:a16="http://schemas.microsoft.com/office/drawing/2014/main" id="{367B99DD-7F68-4CA3-8C14-E6C942A4E2F4}"/>
              </a:ext>
            </a:extLst>
          </p:cNvPr>
          <p:cNvSpPr>
            <a:spLocks xmlns:a="http://schemas.openxmlformats.org/drawingml/2006/main" noGrp="1"/>
          </p:cNvSpPr>
          <p:nvPr/>
        </p:nvSpPr>
        <p:spPr>
          <a:xfrm xmlns:a="http://schemas.openxmlformats.org/drawingml/2006/main">
            <a:off x="4838700" y="4381500"/>
            <a:ext cx="6076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2-comparison / n136 / text 1">
            <a:extLst xmlns:a="http://schemas.openxmlformats.org/drawingml/2006/main">
              <a:ext uri="{FF2B5EF4-FFF2-40B4-BE49-F238E27FC236}">
                <a16:creationId xmlns:a16="http://schemas.microsoft.com/office/drawing/2014/main" id="{677E3B54-98D6-41EC-95A2-A44BE50D81FB}"/>
              </a:ext>
            </a:extLst>
          </p:cNvPr>
          <p:cNvSpPr>
            <a:spLocks xmlns:a="http://schemas.openxmlformats.org/drawingml/2006/main" noGrp="1"/>
          </p:cNvSpPr>
          <p:nvPr/>
        </p:nvSpPr>
        <p:spPr>
          <a:xfrm xmlns:a="http://schemas.openxmlformats.org/drawingml/2006/main">
            <a:off x="4857750" y="43910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검증한 변경</a:t>
            </a:r>
          </a:p>
        </p:txBody>
      </p:sp>
      <p:sp>
        <p:nvSpPr>
          <p:cNvPr id="161" name="dp42-comparison / n137">
            <a:extLst xmlns:a="http://schemas.openxmlformats.org/drawingml/2006/main">
              <a:ext uri="{FF2B5EF4-FFF2-40B4-BE49-F238E27FC236}">
                <a16:creationId xmlns:a16="http://schemas.microsoft.com/office/drawing/2014/main" id="{8751B58C-698D-4834-B8A3-471B37293E8E}"/>
              </a:ext>
            </a:extLst>
          </p:cNvPr>
          <p:cNvSpPr>
            <a:spLocks xmlns:a="http://schemas.openxmlformats.org/drawingml/2006/main" noGrp="1"/>
          </p:cNvSpPr>
          <p:nvPr/>
        </p:nvSpPr>
        <p:spPr>
          <a:xfrm xmlns:a="http://schemas.openxmlformats.org/drawingml/2006/main">
            <a:off x="4838700" y="4610100"/>
            <a:ext cx="65341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2-comparison / n138 / text 1">
            <a:extLst xmlns:a="http://schemas.openxmlformats.org/drawingml/2006/main">
              <a:ext uri="{FF2B5EF4-FFF2-40B4-BE49-F238E27FC236}">
                <a16:creationId xmlns:a16="http://schemas.microsoft.com/office/drawing/2014/main" id="{77CB5F22-465E-4E32-905C-F67C2D1BC7F3}"/>
              </a:ext>
            </a:extLst>
          </p:cNvPr>
          <p:cNvSpPr>
            <a:spLocks xmlns:a="http://schemas.openxmlformats.org/drawingml/2006/main" noGrp="1"/>
          </p:cNvSpPr>
          <p:nvPr/>
        </p:nvSpPr>
        <p:spPr>
          <a:xfrm xmlns:a="http://schemas.openxmlformats.org/drawingml/2006/main">
            <a:off x="4857750" y="46196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같은 commit</a:t>
            </a:r>
          </a:p>
        </p:txBody>
      </p:sp>
      <p:sp>
        <p:nvSpPr>
          <p:cNvPr id="163" name="dp42-comparison / n140">
            <a:extLst xmlns:a="http://schemas.openxmlformats.org/drawingml/2006/main">
              <a:ext uri="{FF2B5EF4-FFF2-40B4-BE49-F238E27FC236}">
                <a16:creationId xmlns:a16="http://schemas.microsoft.com/office/drawing/2014/main" id="{6B2B1296-6B29-4153-817D-2D29C7108D6F}"/>
              </a:ext>
            </a:extLst>
          </p:cNvPr>
          <p:cNvSpPr>
            <a:spLocks xmlns:a="http://schemas.openxmlformats.org/drawingml/2006/main" noGrp="1"/>
          </p:cNvSpPr>
          <p:nvPr/>
        </p:nvSpPr>
        <p:spPr>
          <a:xfrm xmlns:a="http://schemas.openxmlformats.org/drawingml/2006/main">
            <a:off x="1666875" y="6191250"/>
            <a:ext cx="3238500" cy="647700"/>
          </a:xfrm>
          <a:custGeom xmlns:a="http://schemas.openxmlformats.org/drawingml/2006/main">
            <a:pathLst>
              <a:path w="3238500" h="647700">
                <a:moveTo>
                  <a:pt x="0" y="0"/>
                </a:moveTo>
                <a:lnTo>
                  <a:pt x="3067050" y="0"/>
                </a:lnTo>
                <a:lnTo>
                  <a:pt x="3238500" y="171450"/>
                </a:lnTo>
                <a:lnTo>
                  <a:pt x="323850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4" name="dp42-comparison / n140 / fold">
            <a:extLst xmlns:a="http://schemas.openxmlformats.org/drawingml/2006/main">
              <a:ext uri="{FF2B5EF4-FFF2-40B4-BE49-F238E27FC236}">
                <a16:creationId xmlns:a16="http://schemas.microsoft.com/office/drawing/2014/main" id="{7ABC59AF-41A3-4B7F-A1DD-A5518EDD6468}"/>
              </a:ext>
            </a:extLst>
          </p:cNvPr>
          <p:cNvSpPr>
            <a:spLocks xmlns:a="http://schemas.openxmlformats.org/drawingml/2006/main" noGrp="1"/>
          </p:cNvSpPr>
          <p:nvPr/>
        </p:nvSpPr>
        <p:spPr>
          <a:xfrm xmlns:a="http://schemas.openxmlformats.org/drawingml/2006/main">
            <a:off x="4733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5" name="dp42-comparison / n141 / text 1">
            <a:extLst xmlns:a="http://schemas.openxmlformats.org/drawingml/2006/main">
              <a:ext uri="{FF2B5EF4-FFF2-40B4-BE49-F238E27FC236}">
                <a16:creationId xmlns:a16="http://schemas.microsoft.com/office/drawing/2014/main" id="{C7B6EBCE-E701-47C5-A7C2-36B79476A61E}"/>
              </a:ext>
            </a:extLst>
          </p:cNvPr>
          <p:cNvSpPr>
            <a:spLocks xmlns:a="http://schemas.openxmlformats.org/drawingml/2006/main" noGrp="1"/>
          </p:cNvSpPr>
          <p:nvPr/>
        </p:nvSpPr>
        <p:spPr>
          <a:xfrm xmlns:a="http://schemas.openxmlformats.org/drawingml/2006/main">
            <a:off x="1762125" y="624840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1 / Request Controller의 관계</a:t>
            </a:r>
          </a:p>
        </p:txBody>
      </p:sp>
      <p:sp>
        <p:nvSpPr>
          <p:cNvPr id="166" name="dp42-comparison / n141 / text 2">
            <a:extLst xmlns:a="http://schemas.openxmlformats.org/drawingml/2006/main">
              <a:ext uri="{FF2B5EF4-FFF2-40B4-BE49-F238E27FC236}">
                <a16:creationId xmlns:a16="http://schemas.microsoft.com/office/drawing/2014/main" id="{7ECD41CA-F053-4E48-A93F-F27C33A1387B}"/>
              </a:ext>
            </a:extLst>
          </p:cNvPr>
          <p:cNvSpPr>
            <a:spLocks xmlns:a="http://schemas.openxmlformats.org/drawingml/2006/main" noGrp="1"/>
          </p:cNvSpPr>
          <p:nvPr/>
        </p:nvSpPr>
        <p:spPr>
          <a:xfrm xmlns:a="http://schemas.openxmlformats.org/drawingml/2006/main">
            <a:off x="1762125" y="638556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 → Question1 → Task1</a:t>
            </a:r>
          </a:p>
        </p:txBody>
      </p:sp>
      <p:sp>
        <p:nvSpPr>
          <p:cNvPr id="167" name="dp42-comparison / n141 / text 3">
            <a:extLst xmlns:a="http://schemas.openxmlformats.org/drawingml/2006/main">
              <a:ext uri="{FF2B5EF4-FFF2-40B4-BE49-F238E27FC236}">
                <a16:creationId xmlns:a16="http://schemas.microsoft.com/office/drawing/2014/main" id="{CF02771E-42B1-4FC1-988D-4258B188CA8D}"/>
              </a:ext>
            </a:extLst>
          </p:cNvPr>
          <p:cNvSpPr>
            <a:spLocks xmlns:a="http://schemas.openxmlformats.org/drawingml/2006/main" noGrp="1"/>
          </p:cNvSpPr>
          <p:nvPr/>
        </p:nvSpPr>
        <p:spPr>
          <a:xfrm xmlns:a="http://schemas.openxmlformats.org/drawingml/2006/main">
            <a:off x="1762125" y="652272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사용자 답변: 상반기</a:t>
            </a:r>
          </a:p>
        </p:txBody>
      </p:sp>
      <p:sp>
        <p:nvSpPr>
          <p:cNvPr id="168" name="dp42-comparison / n141 / text 4">
            <a:extLst xmlns:a="http://schemas.openxmlformats.org/drawingml/2006/main">
              <a:ext uri="{FF2B5EF4-FFF2-40B4-BE49-F238E27FC236}">
                <a16:creationId xmlns:a16="http://schemas.microsoft.com/office/drawing/2014/main" id="{A46E05F4-68FB-4F45-9871-C043238B2655}"/>
              </a:ext>
            </a:extLst>
          </p:cNvPr>
          <p:cNvSpPr>
            <a:spLocks xmlns:a="http://schemas.openxmlformats.org/drawingml/2006/main" noGrp="1"/>
          </p:cNvSpPr>
          <p:nvPr/>
        </p:nvSpPr>
        <p:spPr>
          <a:xfrm xmlns:a="http://schemas.openxmlformats.org/drawingml/2006/main">
            <a:off x="1762125" y="665988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Command1과 연결 / 관련 변경과 함께 확정</a:t>
            </a:r>
          </a:p>
        </p:txBody>
      </p:sp>
      <p:sp>
        <p:nvSpPr>
          <p:cNvPr id="169" name="dp42-comparison / n142">
            <a:extLst xmlns:a="http://schemas.openxmlformats.org/drawingml/2006/main">
              <a:ext uri="{FF2B5EF4-FFF2-40B4-BE49-F238E27FC236}">
                <a16:creationId xmlns:a16="http://schemas.microsoft.com/office/drawing/2014/main" id="{D4532F2B-2231-4381-BB87-25ECDA962701}"/>
              </a:ext>
            </a:extLst>
          </p:cNvPr>
          <p:cNvSpPr>
            <a:spLocks xmlns:a="http://schemas.openxmlformats.org/drawingml/2006/main" noGrp="1"/>
          </p:cNvSpPr>
          <p:nvPr/>
        </p:nvSpPr>
        <p:spPr>
          <a:xfrm xmlns:a="http://schemas.openxmlformats.org/drawingml/2006/main">
            <a:off x="5667375" y="6191250"/>
            <a:ext cx="3524250" cy="647700"/>
          </a:xfrm>
          <a:custGeom xmlns:a="http://schemas.openxmlformats.org/drawingml/2006/main">
            <a:pathLst>
              <a:path w="3524250" h="647700">
                <a:moveTo>
                  <a:pt x="0" y="0"/>
                </a:moveTo>
                <a:lnTo>
                  <a:pt x="3352800" y="0"/>
                </a:lnTo>
                <a:lnTo>
                  <a:pt x="3524250" y="171450"/>
                </a:lnTo>
                <a:lnTo>
                  <a:pt x="352425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70" name="dp42-comparison / n142 / fold">
            <a:extLst xmlns:a="http://schemas.openxmlformats.org/drawingml/2006/main">
              <a:ext uri="{FF2B5EF4-FFF2-40B4-BE49-F238E27FC236}">
                <a16:creationId xmlns:a16="http://schemas.microsoft.com/office/drawing/2014/main" id="{20E90AF9-CF73-4F5F-9848-1CFDC5DA5B0D}"/>
              </a:ext>
            </a:extLst>
          </p:cNvPr>
          <p:cNvSpPr>
            <a:spLocks xmlns:a="http://schemas.openxmlformats.org/drawingml/2006/main" noGrp="1"/>
          </p:cNvSpPr>
          <p:nvPr/>
        </p:nvSpPr>
        <p:spPr>
          <a:xfrm xmlns:a="http://schemas.openxmlformats.org/drawingml/2006/main">
            <a:off x="9020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71" name="dp42-comparison / n143 / text 1">
            <a:extLst xmlns:a="http://schemas.openxmlformats.org/drawingml/2006/main">
              <a:ext uri="{FF2B5EF4-FFF2-40B4-BE49-F238E27FC236}">
                <a16:creationId xmlns:a16="http://schemas.microsoft.com/office/drawing/2014/main" id="{719F2A39-427C-4FDE-B5B1-AE8946933F13}"/>
              </a:ext>
            </a:extLst>
          </p:cNvPr>
          <p:cNvSpPr>
            <a:spLocks xmlns:a="http://schemas.openxmlformats.org/drawingml/2006/main" noGrp="1"/>
          </p:cNvSpPr>
          <p:nvPr/>
        </p:nvSpPr>
        <p:spPr>
          <a:xfrm xmlns:a="http://schemas.openxmlformats.org/drawingml/2006/main">
            <a:off x="5762625" y="624840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2 / Task Manager의 상태</a:t>
            </a:r>
          </a:p>
        </p:txBody>
      </p:sp>
      <p:sp>
        <p:nvSpPr>
          <p:cNvPr id="172" name="dp42-comparison / n143 / text 2">
            <a:extLst xmlns:a="http://schemas.openxmlformats.org/drawingml/2006/main">
              <a:ext uri="{FF2B5EF4-FFF2-40B4-BE49-F238E27FC236}">
                <a16:creationId xmlns:a16="http://schemas.microsoft.com/office/drawing/2014/main" id="{42F2B34E-2F9A-4F38-93F2-58AB4D33E501}"/>
              </a:ext>
            </a:extLst>
          </p:cNvPr>
          <p:cNvSpPr>
            <a:spLocks xmlns:a="http://schemas.openxmlformats.org/drawingml/2006/main" noGrp="1"/>
          </p:cNvSpPr>
          <p:nvPr/>
        </p:nvSpPr>
        <p:spPr>
          <a:xfrm xmlns:a="http://schemas.openxmlformats.org/drawingml/2006/main">
            <a:off x="5762625" y="638556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Question1: OPEN → ANSWERED</a:t>
            </a:r>
          </a:p>
        </p:txBody>
      </p:sp>
      <p:sp>
        <p:nvSpPr>
          <p:cNvPr id="173" name="dp42-comparison / n143 / text 3">
            <a:extLst xmlns:a="http://schemas.openxmlformats.org/drawingml/2006/main">
              <a:ext uri="{FF2B5EF4-FFF2-40B4-BE49-F238E27FC236}">
                <a16:creationId xmlns:a16="http://schemas.microsoft.com/office/drawing/2014/main" id="{0FACC604-C104-435B-9F9B-AE3299FE23FC}"/>
              </a:ext>
            </a:extLst>
          </p:cNvPr>
          <p:cNvSpPr>
            <a:spLocks xmlns:a="http://schemas.openxmlformats.org/drawingml/2006/main" noGrp="1"/>
          </p:cNvSpPr>
          <p:nvPr/>
        </p:nvSpPr>
        <p:spPr>
          <a:xfrm xmlns:a="http://schemas.openxmlformats.org/drawingml/2006/main">
            <a:off x="5762625" y="652272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 PENDING / payload.answer:상반기</a:t>
            </a:r>
          </a:p>
        </p:txBody>
      </p:sp>
      <p:sp>
        <p:nvSpPr>
          <p:cNvPr id="174" name="dp42-comparison / n143 / text 4">
            <a:extLst xmlns:a="http://schemas.openxmlformats.org/drawingml/2006/main">
              <a:ext uri="{FF2B5EF4-FFF2-40B4-BE49-F238E27FC236}">
                <a16:creationId xmlns:a16="http://schemas.microsoft.com/office/drawing/2014/main" id="{EB0E89DB-0395-4539-B97E-6030C7B38FD4}"/>
              </a:ext>
            </a:extLst>
          </p:cNvPr>
          <p:cNvSpPr>
            <a:spLocks xmlns:a="http://schemas.openxmlformats.org/drawingml/2006/main" noGrp="1"/>
          </p:cNvSpPr>
          <p:nvPr/>
        </p:nvSpPr>
        <p:spPr>
          <a:xfrm xmlns:a="http://schemas.openxmlformats.org/drawingml/2006/main">
            <a:off x="5762625" y="665988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성공: 모두 반영 / 충돌과 실패: 모두 미반영</a:t>
            </a:r>
          </a:p>
        </p:txBody>
      </p:sp>
      <p:sp>
        <p:nvSpPr>
          <p:cNvPr id="175" name="dp42-comparison / n145">
            <a:extLst xmlns:a="http://schemas.openxmlformats.org/drawingml/2006/main">
              <a:ext uri="{FF2B5EF4-FFF2-40B4-BE49-F238E27FC236}">
                <a16:creationId xmlns:a16="http://schemas.microsoft.com/office/drawing/2014/main" id="{7AC68273-2825-40B3-9939-09A92DFDA9C5}"/>
              </a:ext>
            </a:extLst>
          </p:cNvPr>
          <p:cNvSpPr>
            <a:spLocks xmlns:a="http://schemas.openxmlformats.org/drawingml/2006/main" noGrp="1"/>
          </p:cNvSpPr>
          <p:nvPr/>
        </p:nvSpPr>
        <p:spPr>
          <a:xfrm xmlns:a="http://schemas.openxmlformats.org/drawingml/2006/main">
            <a:off x="164782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2-comparison / n146 / text 1">
            <a:extLst xmlns:a="http://schemas.openxmlformats.org/drawingml/2006/main">
              <a:ext uri="{FF2B5EF4-FFF2-40B4-BE49-F238E27FC236}">
                <a16:creationId xmlns:a16="http://schemas.microsoft.com/office/drawing/2014/main" id="{CEEAD770-4613-474C-94A7-3F24E97C11F6}"/>
              </a:ext>
            </a:extLst>
          </p:cNvPr>
          <p:cNvSpPr>
            <a:spLocks xmlns:a="http://schemas.openxmlformats.org/drawingml/2006/main" noGrp="1"/>
          </p:cNvSpPr>
          <p:nvPr/>
        </p:nvSpPr>
        <p:spPr>
          <a:xfrm xmlns:a="http://schemas.openxmlformats.org/drawingml/2006/main">
            <a:off x="166687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실행 순서도 / 같은 상반기 답변의 로컬 확정</a:t>
            </a:r>
          </a:p>
        </p:txBody>
      </p:sp>
      <p:sp>
        <p:nvSpPr>
          <p:cNvPr id="177" name="dp42-comparison / n155">
            <a:extLst xmlns:a="http://schemas.openxmlformats.org/drawingml/2006/main">
              <a:ext uri="{FF2B5EF4-FFF2-40B4-BE49-F238E27FC236}">
                <a16:creationId xmlns:a16="http://schemas.microsoft.com/office/drawing/2014/main" id="{A61225C5-E548-480D-803A-342B032BDB9E}"/>
              </a:ext>
            </a:extLst>
          </p:cNvPr>
          <p:cNvSpPr>
            <a:spLocks xmlns:a="http://schemas.openxmlformats.org/drawingml/2006/main" noGrp="1"/>
          </p:cNvSpPr>
          <p:nvPr/>
        </p:nvSpPr>
        <p:spPr>
          <a:xfrm xmlns:a="http://schemas.openxmlformats.org/drawingml/2006/main">
            <a:off x="1647825" y="7448550"/>
            <a:ext cx="3101340"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2-comparison / n156 / text 1">
            <a:extLst xmlns:a="http://schemas.openxmlformats.org/drawingml/2006/main">
              <a:ext uri="{FF2B5EF4-FFF2-40B4-BE49-F238E27FC236}">
                <a16:creationId xmlns:a16="http://schemas.microsoft.com/office/drawing/2014/main" id="{E5308301-6EA0-4871-A95C-49CED5A43455}"/>
              </a:ext>
            </a:extLst>
          </p:cNvPr>
          <p:cNvSpPr>
            <a:spLocks xmlns:a="http://schemas.openxmlformats.org/drawingml/2006/main" noGrp="1"/>
          </p:cNvSpPr>
          <p:nvPr/>
        </p:nvSpPr>
        <p:spPr>
          <a:xfrm xmlns:a="http://schemas.openxmlformats.org/drawingml/2006/main">
            <a:off x="166687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충돌과 실패: 함께 미반영 / 모델과 외부 통신은 transaction 밖</a:t>
            </a:r>
          </a:p>
        </p:txBody>
      </p:sp>
      <p:sp>
        <p:nvSpPr>
          <p:cNvPr id="179" name="dp42-comparison / n157">
            <a:extLst xmlns:a="http://schemas.openxmlformats.org/drawingml/2006/main">
              <a:ext uri="{FF2B5EF4-FFF2-40B4-BE49-F238E27FC236}">
                <a16:creationId xmlns:a16="http://schemas.microsoft.com/office/drawing/2014/main" id="{791D83F5-79C2-4356-8D21-71DF34DB67E2}"/>
              </a:ext>
            </a:extLst>
          </p:cNvPr>
          <p:cNvSpPr>
            <a:spLocks xmlns:a="http://schemas.openxmlformats.org/drawingml/2006/main" noGrp="1"/>
          </p:cNvSpPr>
          <p:nvPr/>
        </p:nvSpPr>
        <p:spPr>
          <a:xfrm xmlns:a="http://schemas.openxmlformats.org/drawingml/2006/main">
            <a:off x="995362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0" name="dp42-comparison / n158 / text 1">
            <a:extLst xmlns:a="http://schemas.openxmlformats.org/drawingml/2006/main">
              <a:ext uri="{FF2B5EF4-FFF2-40B4-BE49-F238E27FC236}">
                <a16:creationId xmlns:a16="http://schemas.microsoft.com/office/drawing/2014/main" id="{532A65AA-E128-42E9-82CF-62AA00A47CA3}"/>
              </a:ext>
            </a:extLst>
          </p:cNvPr>
          <p:cNvSpPr>
            <a:spLocks xmlns:a="http://schemas.openxmlformats.org/drawingml/2006/main" noGrp="1"/>
          </p:cNvSpPr>
          <p:nvPr/>
        </p:nvSpPr>
        <p:spPr>
          <a:xfrm xmlns:a="http://schemas.openxmlformats.org/drawingml/2006/main">
            <a:off x="1003935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Interaction Manager</a:t>
            </a:r>
          </a:p>
        </p:txBody>
      </p:sp>
      <p:sp>
        <p:nvSpPr>
          <p:cNvPr id="181" name="dp42-comparison / n161 / path">
            <a:extLst xmlns:a="http://schemas.openxmlformats.org/drawingml/2006/main">
              <a:ext uri="{FF2B5EF4-FFF2-40B4-BE49-F238E27FC236}">
                <a16:creationId xmlns:a16="http://schemas.microsoft.com/office/drawing/2014/main" id="{E064153E-4331-44CE-B0D4-B0E11474ADC2}"/>
              </a:ext>
            </a:extLst>
          </p:cNvPr>
          <p:cNvSpPr>
            <a:spLocks xmlns:a="http://schemas.openxmlformats.org/drawingml/2006/main" noGrp="1"/>
          </p:cNvSpPr>
          <p:nvPr/>
        </p:nvSpPr>
        <p:spPr>
          <a:xfrm xmlns:a="http://schemas.openxmlformats.org/drawingml/2006/main">
            <a:off x="1252537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2" name="dp42-comparison / n161 / arrow">
            <a:extLst xmlns:a="http://schemas.openxmlformats.org/drawingml/2006/main">
              <a:ext uri="{FF2B5EF4-FFF2-40B4-BE49-F238E27FC236}">
                <a16:creationId xmlns:a16="http://schemas.microsoft.com/office/drawing/2014/main" id="{455CB784-FD8D-4FD0-954C-15DF05EADA91}"/>
              </a:ext>
            </a:extLst>
          </p:cNvPr>
          <p:cNvSpPr>
            <a:spLocks xmlns:a="http://schemas.openxmlformats.org/drawingml/2006/main" noGrp="1"/>
          </p:cNvSpPr>
          <p:nvPr/>
        </p:nvSpPr>
        <p:spPr>
          <a:xfrm xmlns:a="http://schemas.openxmlformats.org/drawingml/2006/main">
            <a:off x="1279169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3" name="dp42-comparison / n166 / path">
            <a:extLst xmlns:a="http://schemas.openxmlformats.org/drawingml/2006/main">
              <a:ext uri="{FF2B5EF4-FFF2-40B4-BE49-F238E27FC236}">
                <a16:creationId xmlns:a16="http://schemas.microsoft.com/office/drawing/2014/main" id="{D81372E8-E40C-4843-A8B7-54B443B30B5E}"/>
              </a:ext>
            </a:extLst>
          </p:cNvPr>
          <p:cNvSpPr>
            <a:spLocks xmlns:a="http://schemas.openxmlformats.org/drawingml/2006/main" noGrp="1"/>
          </p:cNvSpPr>
          <p:nvPr/>
        </p:nvSpPr>
        <p:spPr>
          <a:xfrm xmlns:a="http://schemas.openxmlformats.org/drawingml/2006/main">
            <a:off x="1139190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4" name="dp42-comparison / n171 / path">
            <a:extLst xmlns:a="http://schemas.openxmlformats.org/drawingml/2006/main">
              <a:ext uri="{FF2B5EF4-FFF2-40B4-BE49-F238E27FC236}">
                <a16:creationId xmlns:a16="http://schemas.microsoft.com/office/drawing/2014/main" id="{F5AE7F17-9F4A-4C48-BBB1-583101B68D52}"/>
              </a:ext>
            </a:extLst>
          </p:cNvPr>
          <p:cNvSpPr>
            <a:spLocks xmlns:a="http://schemas.openxmlformats.org/drawingml/2006/main" noGrp="1"/>
          </p:cNvSpPr>
          <p:nvPr/>
        </p:nvSpPr>
        <p:spPr>
          <a:xfrm xmlns:a="http://schemas.openxmlformats.org/drawingml/2006/main">
            <a:off x="1139190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185" name="dp42-comparison / n176 / path">
            <a:extLst xmlns:a="http://schemas.openxmlformats.org/drawingml/2006/main">
              <a:ext uri="{FF2B5EF4-FFF2-40B4-BE49-F238E27FC236}">
                <a16:creationId xmlns:a16="http://schemas.microsoft.com/office/drawing/2014/main" id="{4CEDAEBC-EAC5-4CBA-85B3-9628D71AE548}"/>
              </a:ext>
            </a:extLst>
          </p:cNvPr>
          <p:cNvSpPr>
            <a:spLocks xmlns:a="http://schemas.openxmlformats.org/drawingml/2006/main" noGrp="1"/>
          </p:cNvSpPr>
          <p:nvPr/>
        </p:nvSpPr>
        <p:spPr>
          <a:xfrm xmlns:a="http://schemas.openxmlformats.org/drawingml/2006/main">
            <a:off x="1139190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6" name="dp42-comparison / n181 / path">
            <a:extLst xmlns:a="http://schemas.openxmlformats.org/drawingml/2006/main">
              <a:ext uri="{FF2B5EF4-FFF2-40B4-BE49-F238E27FC236}">
                <a16:creationId xmlns:a16="http://schemas.microsoft.com/office/drawing/2014/main" id="{5F6A1C93-EB90-48FB-9EF7-516936B3F99C}"/>
              </a:ext>
            </a:extLst>
          </p:cNvPr>
          <p:cNvSpPr>
            <a:spLocks xmlns:a="http://schemas.openxmlformats.org/drawingml/2006/main" noGrp="1"/>
          </p:cNvSpPr>
          <p:nvPr/>
        </p:nvSpPr>
        <p:spPr>
          <a:xfrm xmlns:a="http://schemas.openxmlformats.org/drawingml/2006/main">
            <a:off x="1139190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7" name="dp42-comparison / n184">
            <a:extLst xmlns:a="http://schemas.openxmlformats.org/drawingml/2006/main">
              <a:ext uri="{FF2B5EF4-FFF2-40B4-BE49-F238E27FC236}">
                <a16:creationId xmlns:a16="http://schemas.microsoft.com/office/drawing/2014/main" id="{AE24BFCF-70C1-4324-A075-77C511392AEF}"/>
              </a:ext>
            </a:extLst>
          </p:cNvPr>
          <p:cNvSpPr>
            <a:spLocks xmlns:a="http://schemas.openxmlformats.org/drawingml/2006/main" noGrp="1"/>
          </p:cNvSpPr>
          <p:nvPr/>
        </p:nvSpPr>
        <p:spPr>
          <a:xfrm xmlns:a="http://schemas.openxmlformats.org/drawingml/2006/main">
            <a:off x="9858375" y="3638550"/>
            <a:ext cx="323850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88" name="dp42-comparison / n185 / text 1">
            <a:extLst xmlns:a="http://schemas.openxmlformats.org/drawingml/2006/main">
              <a:ext uri="{FF2B5EF4-FFF2-40B4-BE49-F238E27FC236}">
                <a16:creationId xmlns:a16="http://schemas.microsoft.com/office/drawing/2014/main" id="{4882C480-3525-43D4-BEED-26705EEA1431}"/>
              </a:ext>
            </a:extLst>
          </p:cNvPr>
          <p:cNvSpPr>
            <a:spLocks xmlns:a="http://schemas.openxmlformats.org/drawingml/2006/main" noGrp="1"/>
          </p:cNvSpPr>
          <p:nvPr/>
        </p:nvSpPr>
        <p:spPr>
          <a:xfrm xmlns:a="http://schemas.openxmlformats.org/drawingml/2006/main">
            <a:off x="9982200" y="3733800"/>
            <a:ext cx="2990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대화 서비스 실행 경계</a:t>
            </a:r>
          </a:p>
        </p:txBody>
      </p:sp>
      <p:sp>
        <p:nvSpPr>
          <p:cNvPr id="189" name="dp42-comparison / n186">
            <a:extLst xmlns:a="http://schemas.openxmlformats.org/drawingml/2006/main">
              <a:ext uri="{FF2B5EF4-FFF2-40B4-BE49-F238E27FC236}">
                <a16:creationId xmlns:a16="http://schemas.microsoft.com/office/drawing/2014/main" id="{5C8065C3-8809-4F7A-BE53-D92F8DF845DD}"/>
              </a:ext>
            </a:extLst>
          </p:cNvPr>
          <p:cNvSpPr>
            <a:spLocks xmlns:a="http://schemas.openxmlformats.org/drawingml/2006/main" noGrp="1"/>
          </p:cNvSpPr>
          <p:nvPr/>
        </p:nvSpPr>
        <p:spPr>
          <a:xfrm xmlns:a="http://schemas.openxmlformats.org/drawingml/2006/main">
            <a:off x="14097000" y="3638550"/>
            <a:ext cx="3476625"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90" name="dp42-comparison / n187 / text 1">
            <a:extLst xmlns:a="http://schemas.openxmlformats.org/drawingml/2006/main">
              <a:ext uri="{FF2B5EF4-FFF2-40B4-BE49-F238E27FC236}">
                <a16:creationId xmlns:a16="http://schemas.microsoft.com/office/drawing/2014/main" id="{3F994FA6-7780-4504-97D5-DDB66242BC01}"/>
              </a:ext>
            </a:extLst>
          </p:cNvPr>
          <p:cNvSpPr>
            <a:spLocks xmlns:a="http://schemas.openxmlformats.org/drawingml/2006/main" noGrp="1"/>
          </p:cNvSpPr>
          <p:nvPr/>
        </p:nvSpPr>
        <p:spPr>
          <a:xfrm xmlns:a="http://schemas.openxmlformats.org/drawingml/2006/main">
            <a:off x="14220825" y="3733800"/>
            <a:ext cx="3228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Task 서비스 실행 경계</a:t>
            </a:r>
          </a:p>
        </p:txBody>
      </p:sp>
      <p:sp>
        <p:nvSpPr>
          <p:cNvPr id="191" name="dp42-comparison / n188">
            <a:extLst xmlns:a="http://schemas.openxmlformats.org/drawingml/2006/main">
              <a:ext uri="{FF2B5EF4-FFF2-40B4-BE49-F238E27FC236}">
                <a16:creationId xmlns:a16="http://schemas.microsoft.com/office/drawing/2014/main" id="{CDBCD7BD-8E84-44AF-A47D-F531669303A9}"/>
              </a:ext>
            </a:extLst>
          </p:cNvPr>
          <p:cNvSpPr>
            <a:spLocks xmlns:a="http://schemas.openxmlformats.org/drawingml/2006/main" noGrp="1"/>
          </p:cNvSpPr>
          <p:nvPr/>
        </p:nvSpPr>
        <p:spPr>
          <a:xfrm xmlns:a="http://schemas.openxmlformats.org/drawingml/2006/main">
            <a:off x="1000125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2-comparison / n189 / text 1">
            <a:extLst xmlns:a="http://schemas.openxmlformats.org/drawingml/2006/main">
              <a:ext uri="{FF2B5EF4-FFF2-40B4-BE49-F238E27FC236}">
                <a16:creationId xmlns:a16="http://schemas.microsoft.com/office/drawing/2014/main" id="{80B0632D-CC44-4054-8667-4A3FDB587F20}"/>
              </a:ext>
            </a:extLst>
          </p:cNvPr>
          <p:cNvSpPr>
            <a:spLocks xmlns:a="http://schemas.openxmlformats.org/drawingml/2006/main" noGrp="1"/>
          </p:cNvSpPr>
          <p:nvPr/>
        </p:nvSpPr>
        <p:spPr>
          <a:xfrm xmlns:a="http://schemas.openxmlformats.org/drawingml/2006/main">
            <a:off x="1012507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Request Controller</a:t>
            </a:r>
          </a:p>
        </p:txBody>
      </p:sp>
      <p:sp>
        <p:nvSpPr>
          <p:cNvPr id="193" name="dp42-comparison / n190">
            <a:extLst xmlns:a="http://schemas.openxmlformats.org/drawingml/2006/main">
              <a:ext uri="{FF2B5EF4-FFF2-40B4-BE49-F238E27FC236}">
                <a16:creationId xmlns:a16="http://schemas.microsoft.com/office/drawing/2014/main" id="{541C4357-C268-42BD-A623-D15FD28EA415}"/>
              </a:ext>
            </a:extLst>
          </p:cNvPr>
          <p:cNvSpPr>
            <a:spLocks xmlns:a="http://schemas.openxmlformats.org/drawingml/2006/main" noGrp="1"/>
          </p:cNvSpPr>
          <p:nvPr/>
        </p:nvSpPr>
        <p:spPr>
          <a:xfrm xmlns:a="http://schemas.openxmlformats.org/drawingml/2006/main">
            <a:off x="1009650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94" name="dp42-comparison / n191 / text 1">
            <a:extLst xmlns:a="http://schemas.openxmlformats.org/drawingml/2006/main">
              <a:ext uri="{FF2B5EF4-FFF2-40B4-BE49-F238E27FC236}">
                <a16:creationId xmlns:a16="http://schemas.microsoft.com/office/drawing/2014/main" id="{52DD89B1-E134-4D60-A6CD-FDB6791EC964}"/>
              </a:ext>
            </a:extLst>
          </p:cNvPr>
          <p:cNvSpPr>
            <a:spLocks xmlns:a="http://schemas.openxmlformats.org/drawingml/2006/main" noGrp="1"/>
          </p:cNvSpPr>
          <p:nvPr/>
        </p:nvSpPr>
        <p:spPr>
          <a:xfrm xmlns:a="http://schemas.openxmlformats.org/drawingml/2006/main">
            <a:off x="1018222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195" name="dp42-comparison / n192">
            <a:extLst xmlns:a="http://schemas.openxmlformats.org/drawingml/2006/main">
              <a:ext uri="{FF2B5EF4-FFF2-40B4-BE49-F238E27FC236}">
                <a16:creationId xmlns:a16="http://schemas.microsoft.com/office/drawing/2014/main" id="{8F2C2826-2412-4680-B9CB-3BD8903450A0}"/>
              </a:ext>
            </a:extLst>
          </p:cNvPr>
          <p:cNvSpPr>
            <a:spLocks xmlns:a="http://schemas.openxmlformats.org/drawingml/2006/main" noGrp="1"/>
          </p:cNvSpPr>
          <p:nvPr/>
        </p:nvSpPr>
        <p:spPr>
          <a:xfrm xmlns:a="http://schemas.openxmlformats.org/drawingml/2006/main">
            <a:off x="1423987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6" name="dp42-comparison / n193 / text 1">
            <a:extLst xmlns:a="http://schemas.openxmlformats.org/drawingml/2006/main">
              <a:ext uri="{FF2B5EF4-FFF2-40B4-BE49-F238E27FC236}">
                <a16:creationId xmlns:a16="http://schemas.microsoft.com/office/drawing/2014/main" id="{C71C6D95-555B-4E11-A553-9F9F3631693F}"/>
              </a:ext>
            </a:extLst>
          </p:cNvPr>
          <p:cNvSpPr>
            <a:spLocks xmlns:a="http://schemas.openxmlformats.org/drawingml/2006/main" noGrp="1"/>
          </p:cNvSpPr>
          <p:nvPr/>
        </p:nvSpPr>
        <p:spPr>
          <a:xfrm xmlns:a="http://schemas.openxmlformats.org/drawingml/2006/main">
            <a:off x="1436370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Task Manager</a:t>
            </a:r>
          </a:p>
        </p:txBody>
      </p:sp>
      <p:sp>
        <p:nvSpPr>
          <p:cNvPr id="197" name="dp42-comparison / n194">
            <a:extLst xmlns:a="http://schemas.openxmlformats.org/drawingml/2006/main">
              <a:ext uri="{FF2B5EF4-FFF2-40B4-BE49-F238E27FC236}">
                <a16:creationId xmlns:a16="http://schemas.microsoft.com/office/drawing/2014/main" id="{E2B68D76-579E-4CAC-B75B-2FAD6EE8C3C9}"/>
              </a:ext>
            </a:extLst>
          </p:cNvPr>
          <p:cNvSpPr>
            <a:spLocks xmlns:a="http://schemas.openxmlformats.org/drawingml/2006/main" noGrp="1"/>
          </p:cNvSpPr>
          <p:nvPr/>
        </p:nvSpPr>
        <p:spPr>
          <a:xfrm xmlns:a="http://schemas.openxmlformats.org/drawingml/2006/main">
            <a:off x="14382750" y="4400550"/>
            <a:ext cx="2905125" cy="209550"/>
          </a:xfrm>
          <a:prstGeom xmlns:a="http://schemas.openxmlformats.org/drawingml/2006/main" prst="roundRect">
            <a:avLst>
              <a:gd name="adj" fmla="val 36364"/>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2-comparison / n195 / text 1">
            <a:extLst xmlns:a="http://schemas.openxmlformats.org/drawingml/2006/main">
              <a:ext uri="{FF2B5EF4-FFF2-40B4-BE49-F238E27FC236}">
                <a16:creationId xmlns:a16="http://schemas.microsoft.com/office/drawing/2014/main" id="{6AD9D561-B97F-4C4E-B082-927467C9979B}"/>
              </a:ext>
            </a:extLst>
          </p:cNvPr>
          <p:cNvSpPr>
            <a:spLocks xmlns:a="http://schemas.openxmlformats.org/drawingml/2006/main" noGrp="1"/>
          </p:cNvSpPr>
          <p:nvPr/>
        </p:nvSpPr>
        <p:spPr>
          <a:xfrm xmlns:a="http://schemas.openxmlformats.org/drawingml/2006/main">
            <a:off x="1446847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업무 접수·전송 게이트</a:t>
            </a:r>
          </a:p>
        </p:txBody>
      </p:sp>
      <p:sp>
        <p:nvSpPr>
          <p:cNvPr id="199" name="dp42-comparison / n196">
            <a:extLst xmlns:a="http://schemas.openxmlformats.org/drawingml/2006/main">
              <a:ext uri="{FF2B5EF4-FFF2-40B4-BE49-F238E27FC236}">
                <a16:creationId xmlns:a16="http://schemas.microsoft.com/office/drawing/2014/main" id="{1CB57076-7289-4CED-ABA0-13191D572F3B}"/>
              </a:ext>
            </a:extLst>
          </p:cNvPr>
          <p:cNvSpPr>
            <a:spLocks xmlns:a="http://schemas.openxmlformats.org/drawingml/2006/main" noGrp="1"/>
          </p:cNvSpPr>
          <p:nvPr/>
        </p:nvSpPr>
        <p:spPr>
          <a:xfrm xmlns:a="http://schemas.openxmlformats.org/drawingml/2006/main">
            <a:off x="1433512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0" name="dp42-comparison / n197 / text 1">
            <a:extLst xmlns:a="http://schemas.openxmlformats.org/drawingml/2006/main">
              <a:ext uri="{FF2B5EF4-FFF2-40B4-BE49-F238E27FC236}">
                <a16:creationId xmlns:a16="http://schemas.microsoft.com/office/drawing/2014/main" id="{E2BC8EFB-A77C-4059-9F50-EF29B8ACBB7E}"/>
              </a:ext>
            </a:extLst>
          </p:cNvPr>
          <p:cNvSpPr>
            <a:spLocks xmlns:a="http://schemas.openxmlformats.org/drawingml/2006/main" noGrp="1"/>
          </p:cNvSpPr>
          <p:nvPr/>
        </p:nvSpPr>
        <p:spPr>
          <a:xfrm xmlns:a="http://schemas.openxmlformats.org/drawingml/2006/main">
            <a:off x="1442085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201" name="dp42-comparison / n198">
            <a:extLst xmlns:a="http://schemas.openxmlformats.org/drawingml/2006/main">
              <a:ext uri="{FF2B5EF4-FFF2-40B4-BE49-F238E27FC236}">
                <a16:creationId xmlns:a16="http://schemas.microsoft.com/office/drawing/2014/main" id="{88902767-F5D0-431D-8D5B-D0FA77DE4A89}"/>
              </a:ext>
            </a:extLst>
          </p:cNvPr>
          <p:cNvSpPr>
            <a:spLocks xmlns:a="http://schemas.openxmlformats.org/drawingml/2006/main" noGrp="1"/>
          </p:cNvSpPr>
          <p:nvPr/>
        </p:nvSpPr>
        <p:spPr>
          <a:xfrm xmlns:a="http://schemas.openxmlformats.org/drawingml/2006/main">
            <a:off x="1000125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2-comparison / n199 / text 1">
            <a:extLst xmlns:a="http://schemas.openxmlformats.org/drawingml/2006/main">
              <a:ext uri="{FF2B5EF4-FFF2-40B4-BE49-F238E27FC236}">
                <a16:creationId xmlns:a16="http://schemas.microsoft.com/office/drawing/2014/main" id="{EF11937F-C984-4B26-BCE4-D49B48024286}"/>
              </a:ext>
            </a:extLst>
          </p:cNvPr>
          <p:cNvSpPr>
            <a:spLocks xmlns:a="http://schemas.openxmlformats.org/drawingml/2006/main" noGrp="1"/>
          </p:cNvSpPr>
          <p:nvPr/>
        </p:nvSpPr>
        <p:spPr>
          <a:xfrm xmlns:a="http://schemas.openxmlformats.org/drawingml/2006/main">
            <a:off x="1012507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000000"/>
                </a:solidFill>
                <a:latin typeface="Apple SD Gothic Neo"/>
                <a:ea typeface="Apple SD Gothic Neo"/>
                <a:cs typeface="Apple SD Gothic Neo"/>
              </a:defRPr>
            </a:pPr>
            <a:r>
              <a:rPr sz="1600" b="1">
                <a:solidFill>
                  <a:srgbClr val="000000"/>
                </a:solidFill>
                <a:latin typeface="Apple SD Gothic Neo"/>
                <a:ea typeface="Apple SD Gothic Neo"/>
                <a:cs typeface="Apple SD Gothic Neo"/>
              </a:rPr>
              <a:t>Response Manager</a:t>
            </a:r>
          </a:p>
        </p:txBody>
      </p:sp>
      <p:sp>
        <p:nvSpPr>
          <p:cNvPr id="203" name="dp42-comparison / n200">
            <a:extLst xmlns:a="http://schemas.openxmlformats.org/drawingml/2006/main">
              <a:ext uri="{FF2B5EF4-FFF2-40B4-BE49-F238E27FC236}">
                <a16:creationId xmlns:a16="http://schemas.microsoft.com/office/drawing/2014/main" id="{C3CB287A-96C0-4E86-A24C-83945E974967}"/>
              </a:ext>
            </a:extLst>
          </p:cNvPr>
          <p:cNvSpPr>
            <a:spLocks xmlns:a="http://schemas.openxmlformats.org/drawingml/2006/main" noGrp="1"/>
          </p:cNvSpPr>
          <p:nvPr/>
        </p:nvSpPr>
        <p:spPr>
          <a:xfrm xmlns:a="http://schemas.openxmlformats.org/drawingml/2006/main">
            <a:off x="1009650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4" name="dp42-comparison / n201 / text 1">
            <a:extLst xmlns:a="http://schemas.openxmlformats.org/drawingml/2006/main">
              <a:ext uri="{FF2B5EF4-FFF2-40B4-BE49-F238E27FC236}">
                <a16:creationId xmlns:a16="http://schemas.microsoft.com/office/drawing/2014/main" id="{340ECB31-AC54-4EA2-BBCB-ED4944703CCF}"/>
              </a:ext>
            </a:extLst>
          </p:cNvPr>
          <p:cNvSpPr>
            <a:spLocks xmlns:a="http://schemas.openxmlformats.org/drawingml/2006/main" noGrp="1"/>
          </p:cNvSpPr>
          <p:nvPr/>
        </p:nvSpPr>
        <p:spPr>
          <a:xfrm xmlns:a="http://schemas.openxmlformats.org/drawingml/2006/main">
            <a:off x="1018222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18232E"/>
                </a:solidFill>
                <a:latin typeface="Apple SD Gothic Neo"/>
                <a:ea typeface="Apple SD Gothic Neo"/>
                <a:cs typeface="Apple SD Gothic Neo"/>
              </a:defRPr>
            </a:pPr>
            <a:r>
              <a:rPr sz="800" b="0">
                <a:solidFill>
                  <a:srgbClr val="18232E"/>
                </a:solidFill>
                <a:latin typeface="Apple SD Gothic Neo"/>
                <a:ea typeface="Apple SD Gothic Neo"/>
                <a:cs typeface="Apple SD Gothic Neo"/>
              </a:rPr>
              <a:t>Publication Ledger</a:t>
            </a:r>
          </a:p>
        </p:txBody>
      </p:sp>
      <p:sp>
        <p:nvSpPr>
          <p:cNvPr id="205" name="dp42-comparison / n202">
            <a:extLst xmlns:a="http://schemas.openxmlformats.org/drawingml/2006/main">
              <a:ext uri="{FF2B5EF4-FFF2-40B4-BE49-F238E27FC236}">
                <a16:creationId xmlns:a16="http://schemas.microsoft.com/office/drawing/2014/main" id="{62A3E8C4-9C54-436D-881B-C9A3EB013333}"/>
              </a:ext>
            </a:extLst>
          </p:cNvPr>
          <p:cNvSpPr>
            <a:spLocks xmlns:a="http://schemas.openxmlformats.org/drawingml/2006/main" noGrp="1"/>
          </p:cNvSpPr>
          <p:nvPr/>
        </p:nvSpPr>
        <p:spPr>
          <a:xfrm xmlns:a="http://schemas.openxmlformats.org/drawingml/2006/main">
            <a:off x="1423987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6" name="dp42-comparison / n203 / text 1">
            <a:extLst xmlns:a="http://schemas.openxmlformats.org/drawingml/2006/main">
              <a:ext uri="{FF2B5EF4-FFF2-40B4-BE49-F238E27FC236}">
                <a16:creationId xmlns:a16="http://schemas.microsoft.com/office/drawing/2014/main" id="{C72037FB-55E0-4F74-9666-989BDB529F8F}"/>
              </a:ext>
            </a:extLst>
          </p:cNvPr>
          <p:cNvSpPr>
            <a:spLocks xmlns:a="http://schemas.openxmlformats.org/drawingml/2006/main" noGrp="1"/>
          </p:cNvSpPr>
          <p:nvPr/>
        </p:nvSpPr>
        <p:spPr>
          <a:xfrm xmlns:a="http://schemas.openxmlformats.org/drawingml/2006/main">
            <a:off x="1432560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Agent Gateway</a:t>
            </a:r>
          </a:p>
        </p:txBody>
      </p:sp>
      <p:sp>
        <p:nvSpPr>
          <p:cNvPr id="207" name="dp42-comparison / n206 / path">
            <a:extLst xmlns:a="http://schemas.openxmlformats.org/drawingml/2006/main">
              <a:ext uri="{FF2B5EF4-FFF2-40B4-BE49-F238E27FC236}">
                <a16:creationId xmlns:a16="http://schemas.microsoft.com/office/drawing/2014/main" id="{AC07CF4F-7CB4-4F5E-B325-25B5EE7DBE2E}"/>
              </a:ext>
            </a:extLst>
          </p:cNvPr>
          <p:cNvSpPr>
            <a:spLocks xmlns:a="http://schemas.openxmlformats.org/drawingml/2006/main" noGrp="1"/>
          </p:cNvSpPr>
          <p:nvPr/>
        </p:nvSpPr>
        <p:spPr>
          <a:xfrm xmlns:a="http://schemas.openxmlformats.org/drawingml/2006/main">
            <a:off x="985837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208" name="dp42-comparison / n206 / arrow">
            <a:extLst xmlns:a="http://schemas.openxmlformats.org/drawingml/2006/main">
              <a:ext uri="{FF2B5EF4-FFF2-40B4-BE49-F238E27FC236}">
                <a16:creationId xmlns:a16="http://schemas.microsoft.com/office/drawing/2014/main" id="{193394F1-5A9C-4139-AA33-F34C1C0239B2}"/>
              </a:ext>
            </a:extLst>
          </p:cNvPr>
          <p:cNvSpPr>
            <a:spLocks xmlns:a="http://schemas.openxmlformats.org/drawingml/2006/main" noGrp="1"/>
          </p:cNvSpPr>
          <p:nvPr/>
        </p:nvSpPr>
        <p:spPr>
          <a:xfrm xmlns:a="http://schemas.openxmlformats.org/drawingml/2006/main">
            <a:off x="993419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9" name="dp42-comparison / n207">
            <a:extLst xmlns:a="http://schemas.openxmlformats.org/drawingml/2006/main">
              <a:ext uri="{FF2B5EF4-FFF2-40B4-BE49-F238E27FC236}">
                <a16:creationId xmlns:a16="http://schemas.microsoft.com/office/drawing/2014/main" id="{4247294D-6B06-47DC-BAB6-08520B8C4662}"/>
              </a:ext>
            </a:extLst>
          </p:cNvPr>
          <p:cNvSpPr>
            <a:spLocks xmlns:a="http://schemas.openxmlformats.org/drawingml/2006/main" noGrp="1"/>
          </p:cNvSpPr>
          <p:nvPr/>
        </p:nvSpPr>
        <p:spPr>
          <a:xfrm xmlns:a="http://schemas.openxmlformats.org/drawingml/2006/main">
            <a:off x="10001250" y="5667375"/>
            <a:ext cx="29527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0" name="dp42-comparison / n208 / text 1">
            <a:extLst xmlns:a="http://schemas.openxmlformats.org/drawingml/2006/main">
              <a:ext uri="{FF2B5EF4-FFF2-40B4-BE49-F238E27FC236}">
                <a16:creationId xmlns:a16="http://schemas.microsoft.com/office/drawing/2014/main" id="{AFBFE341-9A46-4E43-BA01-52A786EB0BC1}"/>
              </a:ext>
            </a:extLst>
          </p:cNvPr>
          <p:cNvSpPr>
            <a:spLocks xmlns:a="http://schemas.openxmlformats.org/drawingml/2006/main" noGrp="1"/>
          </p:cNvSpPr>
          <p:nvPr/>
        </p:nvSpPr>
        <p:spPr>
          <a:xfrm xmlns:a="http://schemas.openxmlformats.org/drawingml/2006/main">
            <a:off x="10086975" y="5703570"/>
            <a:ext cx="2781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State Store</a:t>
            </a:r>
          </a:p>
        </p:txBody>
      </p:sp>
      <p:sp>
        <p:nvSpPr>
          <p:cNvPr id="211" name="dp42-comparison / n209">
            <a:extLst xmlns:a="http://schemas.openxmlformats.org/drawingml/2006/main">
              <a:ext uri="{FF2B5EF4-FFF2-40B4-BE49-F238E27FC236}">
                <a16:creationId xmlns:a16="http://schemas.microsoft.com/office/drawing/2014/main" id="{EF1145CC-9879-43F1-9272-14F843293CF4}"/>
              </a:ext>
            </a:extLst>
          </p:cNvPr>
          <p:cNvSpPr>
            <a:spLocks xmlns:a="http://schemas.openxmlformats.org/drawingml/2006/main" noGrp="1"/>
          </p:cNvSpPr>
          <p:nvPr/>
        </p:nvSpPr>
        <p:spPr>
          <a:xfrm xmlns:a="http://schemas.openxmlformats.org/drawingml/2006/main">
            <a:off x="14239875" y="5667375"/>
            <a:ext cx="31908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2" name="dp42-comparison / n210 / text 1">
            <a:extLst xmlns:a="http://schemas.openxmlformats.org/drawingml/2006/main">
              <a:ext uri="{FF2B5EF4-FFF2-40B4-BE49-F238E27FC236}">
                <a16:creationId xmlns:a16="http://schemas.microsoft.com/office/drawing/2014/main" id="{F11E38E7-1710-46B5-96D0-A68E701739EC}"/>
              </a:ext>
            </a:extLst>
          </p:cNvPr>
          <p:cNvSpPr>
            <a:spLocks xmlns:a="http://schemas.openxmlformats.org/drawingml/2006/main" noGrp="1"/>
          </p:cNvSpPr>
          <p:nvPr/>
        </p:nvSpPr>
        <p:spPr>
          <a:xfrm xmlns:a="http://schemas.openxmlformats.org/drawingml/2006/main">
            <a:off x="14325600" y="5703570"/>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00" b="1">
                <a:solidFill>
                  <a:srgbClr val="000000"/>
                </a:solidFill>
                <a:latin typeface="Apple SD Gothic Neo"/>
                <a:ea typeface="Apple SD Gothic Neo"/>
                <a:cs typeface="Apple SD Gothic Neo"/>
              </a:defRPr>
            </a:pPr>
            <a:r>
              <a:rPr sz="1400" b="1">
                <a:solidFill>
                  <a:srgbClr val="000000"/>
                </a:solidFill>
                <a:latin typeface="Apple SD Gothic Neo"/>
                <a:ea typeface="Apple SD Gothic Neo"/>
                <a:cs typeface="Apple SD Gothic Neo"/>
              </a:rPr>
              <a:t>State Store</a:t>
            </a:r>
          </a:p>
        </p:txBody>
      </p:sp>
      <p:sp>
        <p:nvSpPr>
          <p:cNvPr id="213" name="dp42-comparison / n211 / path">
            <a:extLst xmlns:a="http://schemas.openxmlformats.org/drawingml/2006/main">
              <a:ext uri="{FF2B5EF4-FFF2-40B4-BE49-F238E27FC236}">
                <a16:creationId xmlns:a16="http://schemas.microsoft.com/office/drawing/2014/main" id="{A4A48178-8D79-4D57-9455-CDF95F972256}"/>
              </a:ext>
            </a:extLst>
          </p:cNvPr>
          <p:cNvSpPr>
            <a:spLocks xmlns:a="http://schemas.openxmlformats.org/drawingml/2006/main" noGrp="1"/>
          </p:cNvSpPr>
          <p:nvPr/>
        </p:nvSpPr>
        <p:spPr>
          <a:xfrm xmlns:a="http://schemas.openxmlformats.org/drawingml/2006/main">
            <a:off x="12954000" y="42005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214" name="dp42-comparison / n211 / arrow">
            <a:extLst xmlns:a="http://schemas.openxmlformats.org/drawingml/2006/main">
              <a:ext uri="{FF2B5EF4-FFF2-40B4-BE49-F238E27FC236}">
                <a16:creationId xmlns:a16="http://schemas.microsoft.com/office/drawing/2014/main" id="{6332AB89-4CD8-454E-BADA-CF62F9532017}"/>
              </a:ext>
            </a:extLst>
          </p:cNvPr>
          <p:cNvSpPr>
            <a:spLocks xmlns:a="http://schemas.openxmlformats.org/drawingml/2006/main" noGrp="1"/>
          </p:cNvSpPr>
          <p:nvPr/>
        </p:nvSpPr>
        <p:spPr>
          <a:xfrm xmlns:a="http://schemas.openxmlformats.org/drawingml/2006/main">
            <a:off x="14172819"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2-comparison / n214 / path">
            <a:extLst xmlns:a="http://schemas.openxmlformats.org/drawingml/2006/main">
              <a:ext uri="{FF2B5EF4-FFF2-40B4-BE49-F238E27FC236}">
                <a16:creationId xmlns:a16="http://schemas.microsoft.com/office/drawing/2014/main" id="{F7D9E950-F3E9-47B5-8874-C13769C37209}"/>
              </a:ext>
            </a:extLst>
          </p:cNvPr>
          <p:cNvSpPr>
            <a:spLocks xmlns:a="http://schemas.openxmlformats.org/drawingml/2006/main" noGrp="1"/>
          </p:cNvSpPr>
          <p:nvPr/>
        </p:nvSpPr>
        <p:spPr>
          <a:xfrm xmlns:a="http://schemas.openxmlformats.org/drawingml/2006/main">
            <a:off x="12954000" y="4371975"/>
            <a:ext cx="1285875" cy="571500"/>
          </a:xfrm>
          <a:custGeom xmlns:a="http://schemas.openxmlformats.org/drawingml/2006/main">
            <a:pathLst>
              <a:path w="1285875" h="571500">
                <a:moveTo>
                  <a:pt x="1285875" y="0"/>
                </a:moveTo>
                <a:lnTo>
                  <a:pt x="1181100" y="0"/>
                </a:lnTo>
                <a:lnTo>
                  <a:pt x="1181100" y="571500"/>
                </a:lnTo>
                <a:lnTo>
                  <a:pt x="123825" y="571500"/>
                </a:lnTo>
                <a:lnTo>
                  <a:pt x="123825" y="0"/>
                </a:lnTo>
                <a:lnTo>
                  <a:pt x="0" y="0"/>
                </a:lnTo>
              </a:path>
            </a:pathLst>
          </a:custGeom>
          <a:noFill xmlns:a="http://schemas.openxmlformats.org/drawingml/2006/main"/>
          <a:ln xmlns:a="http://schemas.openxmlformats.org/drawingml/2006/main" w="10478">
            <a:solidFill>
              <a:srgbClr val="000000"/>
            </a:solidFill>
            <a:prstDash val="dash"/>
          </a:ln>
        </p:spPr>
      </p:sp>
      <p:sp>
        <p:nvSpPr>
          <p:cNvPr id="216" name="dp42-comparison / n214 / arrow">
            <a:extLst xmlns:a="http://schemas.openxmlformats.org/drawingml/2006/main">
              <a:ext uri="{FF2B5EF4-FFF2-40B4-BE49-F238E27FC236}">
                <a16:creationId xmlns:a16="http://schemas.microsoft.com/office/drawing/2014/main" id="{908833FF-CD67-47CC-9277-57DC86FB4C97}"/>
              </a:ext>
            </a:extLst>
          </p:cNvPr>
          <p:cNvSpPr>
            <a:spLocks xmlns:a="http://schemas.openxmlformats.org/drawingml/2006/main" noGrp="1"/>
          </p:cNvSpPr>
          <p:nvPr/>
        </p:nvSpPr>
        <p:spPr>
          <a:xfrm xmlns:a="http://schemas.openxmlformats.org/drawingml/2006/main">
            <a:off x="12954000" y="43384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7" name="dp42-comparison / n217 / path">
            <a:extLst xmlns:a="http://schemas.openxmlformats.org/drawingml/2006/main">
              <a:ext uri="{FF2B5EF4-FFF2-40B4-BE49-F238E27FC236}">
                <a16:creationId xmlns:a16="http://schemas.microsoft.com/office/drawing/2014/main" id="{1016E164-1F46-4020-ABBD-7422634CA4BD}"/>
              </a:ext>
            </a:extLst>
          </p:cNvPr>
          <p:cNvSpPr>
            <a:spLocks xmlns:a="http://schemas.openxmlformats.org/drawingml/2006/main" noGrp="1"/>
          </p:cNvSpPr>
          <p:nvPr/>
        </p:nvSpPr>
        <p:spPr>
          <a:xfrm xmlns:a="http://schemas.openxmlformats.org/drawingml/2006/main">
            <a:off x="11477625" y="4295775"/>
            <a:ext cx="1552575" cy="1371600"/>
          </a:xfrm>
          <a:custGeom xmlns:a="http://schemas.openxmlformats.org/drawingml/2006/main">
            <a:pathLst>
              <a:path w="1552575" h="1371600">
                <a:moveTo>
                  <a:pt x="1476375" y="0"/>
                </a:moveTo>
                <a:lnTo>
                  <a:pt x="1552575" y="0"/>
                </a:lnTo>
                <a:lnTo>
                  <a:pt x="1552575"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18" name="dp42-comparison / n217 / arrow">
            <a:extLst xmlns:a="http://schemas.openxmlformats.org/drawingml/2006/main">
              <a:ext uri="{FF2B5EF4-FFF2-40B4-BE49-F238E27FC236}">
                <a16:creationId xmlns:a16="http://schemas.microsoft.com/office/drawing/2014/main" id="{85826F5C-1D72-4505-BA26-824B91536E67}"/>
              </a:ext>
            </a:extLst>
          </p:cNvPr>
          <p:cNvSpPr>
            <a:spLocks xmlns:a="http://schemas.openxmlformats.org/drawingml/2006/main" noGrp="1"/>
          </p:cNvSpPr>
          <p:nvPr/>
        </p:nvSpPr>
        <p:spPr>
          <a:xfrm xmlns:a="http://schemas.openxmlformats.org/drawingml/2006/main">
            <a:off x="11444097"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9" name="dp42-comparison / n218 / path">
            <a:extLst xmlns:a="http://schemas.openxmlformats.org/drawingml/2006/main">
              <a:ext uri="{FF2B5EF4-FFF2-40B4-BE49-F238E27FC236}">
                <a16:creationId xmlns:a16="http://schemas.microsoft.com/office/drawing/2014/main" id="{523B9EE7-6CC2-4D96-A821-212FC8380D71}"/>
              </a:ext>
            </a:extLst>
          </p:cNvPr>
          <p:cNvSpPr>
            <a:spLocks xmlns:a="http://schemas.openxmlformats.org/drawingml/2006/main" noGrp="1"/>
          </p:cNvSpPr>
          <p:nvPr/>
        </p:nvSpPr>
        <p:spPr>
          <a:xfrm xmlns:a="http://schemas.openxmlformats.org/drawingml/2006/main">
            <a:off x="15835313" y="4295775"/>
            <a:ext cx="1652588" cy="1371600"/>
          </a:xfrm>
          <a:custGeom xmlns:a="http://schemas.openxmlformats.org/drawingml/2006/main">
            <a:pathLst>
              <a:path w="1652588" h="1371600">
                <a:moveTo>
                  <a:pt x="1595438" y="0"/>
                </a:moveTo>
                <a:lnTo>
                  <a:pt x="1652588" y="0"/>
                </a:lnTo>
                <a:lnTo>
                  <a:pt x="1652588"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20" name="dp42-comparison / n218 / arrow">
            <a:extLst xmlns:a="http://schemas.openxmlformats.org/drawingml/2006/main">
              <a:ext uri="{FF2B5EF4-FFF2-40B4-BE49-F238E27FC236}">
                <a16:creationId xmlns:a16="http://schemas.microsoft.com/office/drawing/2014/main" id="{39AA240F-0098-4C48-8F84-8A7A036121A4}"/>
              </a:ext>
            </a:extLst>
          </p:cNvPr>
          <p:cNvSpPr>
            <a:spLocks xmlns:a="http://schemas.openxmlformats.org/drawingml/2006/main" noGrp="1"/>
          </p:cNvSpPr>
          <p:nvPr/>
        </p:nvSpPr>
        <p:spPr>
          <a:xfrm xmlns:a="http://schemas.openxmlformats.org/drawingml/2006/main">
            <a:off x="15801785"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1" name="dp42-comparison / n223 / path">
            <a:extLst xmlns:a="http://schemas.openxmlformats.org/drawingml/2006/main">
              <a:ext uri="{FF2B5EF4-FFF2-40B4-BE49-F238E27FC236}">
                <a16:creationId xmlns:a16="http://schemas.microsoft.com/office/drawing/2014/main" id="{4437FFC7-6CDD-49D8-BD31-93A75FADD7C2}"/>
              </a:ext>
            </a:extLst>
          </p:cNvPr>
          <p:cNvSpPr>
            <a:spLocks xmlns:a="http://schemas.openxmlformats.org/drawingml/2006/main" noGrp="1"/>
          </p:cNvSpPr>
          <p:nvPr/>
        </p:nvSpPr>
        <p:spPr>
          <a:xfrm xmlns:a="http://schemas.openxmlformats.org/drawingml/2006/main">
            <a:off x="1583531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222" name="dp42-comparison / n223 / arrow">
            <a:extLst xmlns:a="http://schemas.openxmlformats.org/drawingml/2006/main">
              <a:ext uri="{FF2B5EF4-FFF2-40B4-BE49-F238E27FC236}">
                <a16:creationId xmlns:a16="http://schemas.microsoft.com/office/drawing/2014/main" id="{F010CF3E-D722-444B-9DCD-C8B82B2345E5}"/>
              </a:ext>
            </a:extLst>
          </p:cNvPr>
          <p:cNvSpPr>
            <a:spLocks xmlns:a="http://schemas.openxmlformats.org/drawingml/2006/main" noGrp="1"/>
          </p:cNvSpPr>
          <p:nvPr/>
        </p:nvSpPr>
        <p:spPr>
          <a:xfrm xmlns:a="http://schemas.openxmlformats.org/drawingml/2006/main">
            <a:off x="1580178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3" name="dp42-comparison / n230 / path">
            <a:extLst xmlns:a="http://schemas.openxmlformats.org/drawingml/2006/main">
              <a:ext uri="{FF2B5EF4-FFF2-40B4-BE49-F238E27FC236}">
                <a16:creationId xmlns:a16="http://schemas.microsoft.com/office/drawing/2014/main" id="{D5806055-29DB-4EA7-A164-3A081B89EE93}"/>
              </a:ext>
            </a:extLst>
          </p:cNvPr>
          <p:cNvSpPr>
            <a:spLocks xmlns:a="http://schemas.openxmlformats.org/drawingml/2006/main" noGrp="1"/>
          </p:cNvSpPr>
          <p:nvPr/>
        </p:nvSpPr>
        <p:spPr>
          <a:xfrm xmlns:a="http://schemas.openxmlformats.org/drawingml/2006/main">
            <a:off x="12239625" y="65484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4" name="dp42-comparison / n230 / arrow">
            <a:extLst xmlns:a="http://schemas.openxmlformats.org/drawingml/2006/main">
              <a:ext uri="{FF2B5EF4-FFF2-40B4-BE49-F238E27FC236}">
                <a16:creationId xmlns:a16="http://schemas.microsoft.com/office/drawing/2014/main" id="{16AF8BEF-0F61-438F-852F-94C222135C35}"/>
              </a:ext>
            </a:extLst>
          </p:cNvPr>
          <p:cNvSpPr>
            <a:spLocks xmlns:a="http://schemas.openxmlformats.org/drawingml/2006/main" noGrp="1"/>
          </p:cNvSpPr>
          <p:nvPr/>
        </p:nvSpPr>
        <p:spPr>
          <a:xfrm xmlns:a="http://schemas.openxmlformats.org/drawingml/2006/main">
            <a:off x="12601194"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5" name="dp42-comparison / n231 / path">
            <a:extLst xmlns:a="http://schemas.openxmlformats.org/drawingml/2006/main">
              <a:ext uri="{FF2B5EF4-FFF2-40B4-BE49-F238E27FC236}">
                <a16:creationId xmlns:a16="http://schemas.microsoft.com/office/drawing/2014/main" id="{753D3489-35FA-4FD6-B06A-074F9BC62437}"/>
              </a:ext>
            </a:extLst>
          </p:cNvPr>
          <p:cNvSpPr>
            <a:spLocks xmlns:a="http://schemas.openxmlformats.org/drawingml/2006/main" noGrp="1"/>
          </p:cNvSpPr>
          <p:nvPr/>
        </p:nvSpPr>
        <p:spPr>
          <a:xfrm xmlns:a="http://schemas.openxmlformats.org/drawingml/2006/main">
            <a:off x="14954250" y="65484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26" name="dp42-comparison / n231 / arrow">
            <a:extLst xmlns:a="http://schemas.openxmlformats.org/drawingml/2006/main">
              <a:ext uri="{FF2B5EF4-FFF2-40B4-BE49-F238E27FC236}">
                <a16:creationId xmlns:a16="http://schemas.microsoft.com/office/drawing/2014/main" id="{E5249B08-E6E0-4519-8109-743215F4F872}"/>
              </a:ext>
            </a:extLst>
          </p:cNvPr>
          <p:cNvSpPr>
            <a:spLocks xmlns:a="http://schemas.openxmlformats.org/drawingml/2006/main" noGrp="1"/>
          </p:cNvSpPr>
          <p:nvPr/>
        </p:nvSpPr>
        <p:spPr>
          <a:xfrm xmlns:a="http://schemas.openxmlformats.org/drawingml/2006/main">
            <a:off x="15220569"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7" name="dp42-comparison / n232 / path">
            <a:extLst xmlns:a="http://schemas.openxmlformats.org/drawingml/2006/main">
              <a:ext uri="{FF2B5EF4-FFF2-40B4-BE49-F238E27FC236}">
                <a16:creationId xmlns:a16="http://schemas.microsoft.com/office/drawing/2014/main" id="{4F3F883B-FAF0-43ED-8B1B-69B2770C20EB}"/>
              </a:ext>
            </a:extLst>
          </p:cNvPr>
          <p:cNvSpPr>
            <a:spLocks xmlns:a="http://schemas.openxmlformats.org/drawingml/2006/main" noGrp="1"/>
          </p:cNvSpPr>
          <p:nvPr/>
        </p:nvSpPr>
        <p:spPr>
          <a:xfrm xmlns:a="http://schemas.openxmlformats.org/drawingml/2006/main">
            <a:off x="985837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28" name="dp42-comparison / n235">
            <a:extLst xmlns:a="http://schemas.openxmlformats.org/drawingml/2006/main">
              <a:ext uri="{FF2B5EF4-FFF2-40B4-BE49-F238E27FC236}">
                <a16:creationId xmlns:a16="http://schemas.microsoft.com/office/drawing/2014/main" id="{DDB5740E-F3E4-485A-9027-F2FA7C2ADA69}"/>
              </a:ext>
            </a:extLst>
          </p:cNvPr>
          <p:cNvSpPr>
            <a:spLocks xmlns:a="http://schemas.openxmlformats.org/drawingml/2006/main" noGrp="1"/>
          </p:cNvSpPr>
          <p:nvPr/>
        </p:nvSpPr>
        <p:spPr>
          <a:xfrm xmlns:a="http://schemas.openxmlformats.org/drawingml/2006/main">
            <a:off x="9953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2-comparison / n236 / text 1">
            <a:extLst xmlns:a="http://schemas.openxmlformats.org/drawingml/2006/main">
              <a:ext uri="{FF2B5EF4-FFF2-40B4-BE49-F238E27FC236}">
                <a16:creationId xmlns:a16="http://schemas.microsoft.com/office/drawing/2014/main" id="{5200D1F4-0C7E-4431-8BD1-4F3315AA5DA0}"/>
              </a:ext>
            </a:extLst>
          </p:cNvPr>
          <p:cNvSpPr>
            <a:spLocks xmlns:a="http://schemas.openxmlformats.org/drawingml/2006/main" noGrp="1"/>
          </p:cNvSpPr>
          <p:nvPr/>
        </p:nvSpPr>
        <p:spPr>
          <a:xfrm xmlns:a="http://schemas.openxmlformats.org/drawingml/2006/main">
            <a:off x="10039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대화: 의도 저장</a:t>
            </a:r>
          </a:p>
        </p:txBody>
      </p:sp>
      <p:sp>
        <p:nvSpPr>
          <p:cNvPr id="230" name="dp42-comparison / n237">
            <a:extLst xmlns:a="http://schemas.openxmlformats.org/drawingml/2006/main">
              <a:ext uri="{FF2B5EF4-FFF2-40B4-BE49-F238E27FC236}">
                <a16:creationId xmlns:a16="http://schemas.microsoft.com/office/drawing/2014/main" id="{22E4C20D-0B91-47B5-99A7-E1DB5268801E}"/>
              </a:ext>
            </a:extLst>
          </p:cNvPr>
          <p:cNvSpPr>
            <a:spLocks xmlns:a="http://schemas.openxmlformats.org/drawingml/2006/main" noGrp="1"/>
          </p:cNvSpPr>
          <p:nvPr/>
        </p:nvSpPr>
        <p:spPr>
          <a:xfrm xmlns:a="http://schemas.openxmlformats.org/drawingml/2006/main">
            <a:off x="12620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1" name="dp42-comparison / n238 / text 1">
            <a:extLst xmlns:a="http://schemas.openxmlformats.org/drawingml/2006/main">
              <a:ext uri="{FF2B5EF4-FFF2-40B4-BE49-F238E27FC236}">
                <a16:creationId xmlns:a16="http://schemas.microsoft.com/office/drawing/2014/main" id="{58743EA0-D003-4EFE-BE3C-1455C96B3FBA}"/>
              </a:ext>
            </a:extLst>
          </p:cNvPr>
          <p:cNvSpPr>
            <a:spLocks xmlns:a="http://schemas.openxmlformats.org/drawingml/2006/main" noGrp="1"/>
          </p:cNvSpPr>
          <p:nvPr/>
        </p:nvSpPr>
        <p:spPr>
          <a:xfrm xmlns:a="http://schemas.openxmlformats.org/drawingml/2006/main">
            <a:off x="12706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Task: 접수 상태 확정</a:t>
            </a:r>
          </a:p>
        </p:txBody>
      </p:sp>
      <p:sp>
        <p:nvSpPr>
          <p:cNvPr id="232" name="dp42-comparison / n239 / path">
            <a:extLst xmlns:a="http://schemas.openxmlformats.org/drawingml/2006/main">
              <a:ext uri="{FF2B5EF4-FFF2-40B4-BE49-F238E27FC236}">
                <a16:creationId xmlns:a16="http://schemas.microsoft.com/office/drawing/2014/main" id="{3BB64326-AD0A-40BB-9393-AEFC1860CCD7}"/>
              </a:ext>
            </a:extLst>
          </p:cNvPr>
          <p:cNvSpPr>
            <a:spLocks xmlns:a="http://schemas.openxmlformats.org/drawingml/2006/main" noGrp="1"/>
          </p:cNvSpPr>
          <p:nvPr/>
        </p:nvSpPr>
        <p:spPr>
          <a:xfrm xmlns:a="http://schemas.openxmlformats.org/drawingml/2006/main">
            <a:off x="12192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3" name="dp42-comparison / n239 / arrow">
            <a:extLst xmlns:a="http://schemas.openxmlformats.org/drawingml/2006/main">
              <a:ext uri="{FF2B5EF4-FFF2-40B4-BE49-F238E27FC236}">
                <a16:creationId xmlns:a16="http://schemas.microsoft.com/office/drawing/2014/main" id="{7222CCD2-B47F-419F-9984-63AF3B625CF6}"/>
              </a:ext>
            </a:extLst>
          </p:cNvPr>
          <p:cNvSpPr>
            <a:spLocks xmlns:a="http://schemas.openxmlformats.org/drawingml/2006/main" noGrp="1"/>
          </p:cNvSpPr>
          <p:nvPr/>
        </p:nvSpPr>
        <p:spPr>
          <a:xfrm xmlns:a="http://schemas.openxmlformats.org/drawingml/2006/main">
            <a:off x="12553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4" name="dp42-comparison / n240">
            <a:extLst xmlns:a="http://schemas.openxmlformats.org/drawingml/2006/main">
              <a:ext uri="{FF2B5EF4-FFF2-40B4-BE49-F238E27FC236}">
                <a16:creationId xmlns:a16="http://schemas.microsoft.com/office/drawing/2014/main" id="{B6F1E930-AB9D-4E05-BF25-A3178165D879}"/>
              </a:ext>
            </a:extLst>
          </p:cNvPr>
          <p:cNvSpPr>
            <a:spLocks xmlns:a="http://schemas.openxmlformats.org/drawingml/2006/main" noGrp="1"/>
          </p:cNvSpPr>
          <p:nvPr/>
        </p:nvSpPr>
        <p:spPr>
          <a:xfrm xmlns:a="http://schemas.openxmlformats.org/drawingml/2006/main">
            <a:off x="1528762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2-comparison / n241 / text 1">
            <a:extLst xmlns:a="http://schemas.openxmlformats.org/drawingml/2006/main">
              <a:ext uri="{FF2B5EF4-FFF2-40B4-BE49-F238E27FC236}">
                <a16:creationId xmlns:a16="http://schemas.microsoft.com/office/drawing/2014/main" id="{31967476-5C71-4A9C-B3F7-45C84803E3A7}"/>
              </a:ext>
            </a:extLst>
          </p:cNvPr>
          <p:cNvSpPr>
            <a:spLocks xmlns:a="http://schemas.openxmlformats.org/drawingml/2006/main" noGrp="1"/>
          </p:cNvSpPr>
          <p:nvPr/>
        </p:nvSpPr>
        <p:spPr>
          <a:xfrm xmlns:a="http://schemas.openxmlformats.org/drawingml/2006/main">
            <a:off x="1537335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00" b="1">
                <a:solidFill>
                  <a:srgbClr val="000000"/>
                </a:solidFill>
                <a:latin typeface="Apple SD Gothic Neo"/>
                <a:ea typeface="Apple SD Gothic Neo"/>
                <a:cs typeface="Apple SD Gothic Neo"/>
              </a:defRPr>
            </a:pPr>
            <a:r>
              <a:rPr sz="1100" b="1">
                <a:solidFill>
                  <a:srgbClr val="000000"/>
                </a:solidFill>
                <a:latin typeface="Apple SD Gothic Neo"/>
                <a:ea typeface="Apple SD Gothic Neo"/>
                <a:cs typeface="Apple SD Gothic Neo"/>
              </a:rPr>
              <a:t>대화: 접수 receipt 반영</a:t>
            </a:r>
          </a:p>
        </p:txBody>
      </p:sp>
      <p:sp>
        <p:nvSpPr>
          <p:cNvPr id="236" name="dp42-comparison / n242 / path">
            <a:extLst xmlns:a="http://schemas.openxmlformats.org/drawingml/2006/main">
              <a:ext uri="{FF2B5EF4-FFF2-40B4-BE49-F238E27FC236}">
                <a16:creationId xmlns:a16="http://schemas.microsoft.com/office/drawing/2014/main" id="{8DD2B051-FC5E-48B3-9693-435FC36AC66A}"/>
              </a:ext>
            </a:extLst>
          </p:cNvPr>
          <p:cNvSpPr>
            <a:spLocks xmlns:a="http://schemas.openxmlformats.org/drawingml/2006/main" noGrp="1"/>
          </p:cNvSpPr>
          <p:nvPr/>
        </p:nvSpPr>
        <p:spPr>
          <a:xfrm xmlns:a="http://schemas.openxmlformats.org/drawingml/2006/main">
            <a:off x="14859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7" name="dp42-comparison / n242 / arrow">
            <a:extLst xmlns:a="http://schemas.openxmlformats.org/drawingml/2006/main">
              <a:ext uri="{FF2B5EF4-FFF2-40B4-BE49-F238E27FC236}">
                <a16:creationId xmlns:a16="http://schemas.microsoft.com/office/drawing/2014/main" id="{5EAC8DDA-2847-4C84-97AE-C9952139D8F1}"/>
              </a:ext>
            </a:extLst>
          </p:cNvPr>
          <p:cNvSpPr>
            <a:spLocks xmlns:a="http://schemas.openxmlformats.org/drawingml/2006/main" noGrp="1"/>
          </p:cNvSpPr>
          <p:nvPr/>
        </p:nvSpPr>
        <p:spPr>
          <a:xfrm xmlns:a="http://schemas.openxmlformats.org/drawingml/2006/main">
            <a:off x="15220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8" name="dp42-comparison / n159">
            <a:extLst xmlns:a="http://schemas.openxmlformats.org/drawingml/2006/main">
              <a:ext uri="{FF2B5EF4-FFF2-40B4-BE49-F238E27FC236}">
                <a16:creationId xmlns:a16="http://schemas.microsoft.com/office/drawing/2014/main" id="{EDD614A1-B7A5-4C47-87B2-57FBC19EF648}"/>
              </a:ext>
            </a:extLst>
          </p:cNvPr>
          <p:cNvSpPr>
            <a:spLocks xmlns:a="http://schemas.openxmlformats.org/drawingml/2006/main" noGrp="1"/>
          </p:cNvSpPr>
          <p:nvPr/>
        </p:nvSpPr>
        <p:spPr>
          <a:xfrm xmlns:a="http://schemas.openxmlformats.org/drawingml/2006/main">
            <a:off x="1285875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39" name="dp42-comparison / n159 / fold">
            <a:extLst xmlns:a="http://schemas.openxmlformats.org/drawingml/2006/main">
              <a:ext uri="{FF2B5EF4-FFF2-40B4-BE49-F238E27FC236}">
                <a16:creationId xmlns:a16="http://schemas.microsoft.com/office/drawing/2014/main" id="{7D749A08-7991-400C-A349-5698287F0E46}"/>
              </a:ext>
            </a:extLst>
          </p:cNvPr>
          <p:cNvSpPr>
            <a:spLocks xmlns:a="http://schemas.openxmlformats.org/drawingml/2006/main" noGrp="1"/>
          </p:cNvSpPr>
          <p:nvPr/>
        </p:nvSpPr>
        <p:spPr>
          <a:xfrm xmlns:a="http://schemas.openxmlformats.org/drawingml/2006/main">
            <a:off x="1735455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0" name="dp42-comparison / n160 / text 1">
            <a:extLst xmlns:a="http://schemas.openxmlformats.org/drawingml/2006/main">
              <a:ext uri="{FF2B5EF4-FFF2-40B4-BE49-F238E27FC236}">
                <a16:creationId xmlns:a16="http://schemas.microsoft.com/office/drawing/2014/main" id="{FF9C31A0-9ACC-49A8-9991-AC8C8148804A}"/>
              </a:ext>
            </a:extLst>
          </p:cNvPr>
          <p:cNvSpPr>
            <a:spLocks xmlns:a="http://schemas.openxmlformats.org/drawingml/2006/main" noGrp="1"/>
          </p:cNvSpPr>
          <p:nvPr/>
        </p:nvSpPr>
        <p:spPr>
          <a:xfrm xmlns:a="http://schemas.openxmlformats.org/drawingml/2006/main">
            <a:off x="1295400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Input1: “응, 상반기로 해줘”</a:t>
            </a:r>
          </a:p>
        </p:txBody>
      </p:sp>
      <p:sp>
        <p:nvSpPr>
          <p:cNvPr id="241" name="dp42-comparison / n162">
            <a:extLst xmlns:a="http://schemas.openxmlformats.org/drawingml/2006/main">
              <a:ext uri="{FF2B5EF4-FFF2-40B4-BE49-F238E27FC236}">
                <a16:creationId xmlns:a16="http://schemas.microsoft.com/office/drawing/2014/main" id="{1888CE70-76DE-482E-9A34-2359D470CF36}"/>
              </a:ext>
            </a:extLst>
          </p:cNvPr>
          <p:cNvSpPr>
            <a:spLocks xmlns:a="http://schemas.openxmlformats.org/drawingml/2006/main" noGrp="1"/>
          </p:cNvSpPr>
          <p:nvPr/>
        </p:nvSpPr>
        <p:spPr>
          <a:xfrm xmlns:a="http://schemas.openxmlformats.org/drawingml/2006/main">
            <a:off x="993457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2" name="dp42-comparison / n163 / text 1">
            <a:extLst xmlns:a="http://schemas.openxmlformats.org/drawingml/2006/main">
              <a:ext uri="{FF2B5EF4-FFF2-40B4-BE49-F238E27FC236}">
                <a16:creationId xmlns:a16="http://schemas.microsoft.com/office/drawing/2014/main" id="{747C4523-E463-4361-865E-D17CC8F003DE}"/>
              </a:ext>
            </a:extLst>
          </p:cNvPr>
          <p:cNvSpPr>
            <a:spLocks xmlns:a="http://schemas.openxmlformats.org/drawingml/2006/main" noGrp="1"/>
          </p:cNvSpPr>
          <p:nvPr/>
        </p:nvSpPr>
        <p:spPr>
          <a:xfrm xmlns:a="http://schemas.openxmlformats.org/drawingml/2006/main">
            <a:off x="995362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0">
                <a:solidFill>
                  <a:srgbClr val="000000"/>
                </a:solidFill>
                <a:latin typeface="Apple SD Gothic Neo"/>
                <a:ea typeface="Apple SD Gothic Neo"/>
                <a:cs typeface="Apple SD Gothic Neo"/>
              </a:defRPr>
            </a:pPr>
            <a:r>
              <a:rPr sz="1000" b="0">
                <a:solidFill>
                  <a:srgbClr val="000000"/>
                </a:solidFill>
                <a:latin typeface="Apple SD Gothic Neo"/>
                <a:ea typeface="Apple SD Gothic Neo"/>
                <a:cs typeface="Apple SD Gothic Neo"/>
              </a:rPr>
              <a:t>공통 장면: 보고서 기간 질문 Question1을 Publication1로 실제 제시</a:t>
            </a:r>
          </a:p>
        </p:txBody>
      </p:sp>
      <p:sp>
        <p:nvSpPr>
          <p:cNvPr id="243" name="dp42-comparison / n164">
            <a:extLst xmlns:a="http://schemas.openxmlformats.org/drawingml/2006/main">
              <a:ext uri="{FF2B5EF4-FFF2-40B4-BE49-F238E27FC236}">
                <a16:creationId xmlns:a16="http://schemas.microsoft.com/office/drawing/2014/main" id="{20DCADF8-6E10-4F45-A696-7DE4D82D99E5}"/>
              </a:ext>
            </a:extLst>
          </p:cNvPr>
          <p:cNvSpPr>
            <a:spLocks xmlns:a="http://schemas.openxmlformats.org/drawingml/2006/main" noGrp="1"/>
          </p:cNvSpPr>
          <p:nvPr/>
        </p:nvSpPr>
        <p:spPr>
          <a:xfrm xmlns:a="http://schemas.openxmlformats.org/drawingml/2006/main">
            <a:off x="993457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4" name="dp42-comparison / n165 / text 1">
            <a:extLst xmlns:a="http://schemas.openxmlformats.org/drawingml/2006/main">
              <a:ext uri="{FF2B5EF4-FFF2-40B4-BE49-F238E27FC236}">
                <a16:creationId xmlns:a16="http://schemas.microsoft.com/office/drawing/2014/main" id="{62100F08-BC7D-4696-B385-D36BF048033A}"/>
              </a:ext>
            </a:extLst>
          </p:cNvPr>
          <p:cNvSpPr>
            <a:spLocks xmlns:a="http://schemas.openxmlformats.org/drawingml/2006/main" noGrp="1"/>
          </p:cNvSpPr>
          <p:nvPr/>
        </p:nvSpPr>
        <p:spPr>
          <a:xfrm xmlns:a="http://schemas.openxmlformats.org/drawingml/2006/main">
            <a:off x="995362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245" name="dp42-comparison / n167">
            <a:extLst xmlns:a="http://schemas.openxmlformats.org/drawingml/2006/main">
              <a:ext uri="{FF2B5EF4-FFF2-40B4-BE49-F238E27FC236}">
                <a16:creationId xmlns:a16="http://schemas.microsoft.com/office/drawing/2014/main" id="{06C7C9ED-F345-47AE-8B3B-8EA0BA2B325A}"/>
              </a:ext>
            </a:extLst>
          </p:cNvPr>
          <p:cNvSpPr>
            <a:spLocks xmlns:a="http://schemas.openxmlformats.org/drawingml/2006/main" noGrp="1"/>
          </p:cNvSpPr>
          <p:nvPr/>
        </p:nvSpPr>
        <p:spPr>
          <a:xfrm xmlns:a="http://schemas.openxmlformats.org/drawingml/2006/main">
            <a:off x="1145857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6" name="dp42-comparison / n168 / text 1">
            <a:extLst xmlns:a="http://schemas.openxmlformats.org/drawingml/2006/main">
              <a:ext uri="{FF2B5EF4-FFF2-40B4-BE49-F238E27FC236}">
                <a16:creationId xmlns:a16="http://schemas.microsoft.com/office/drawing/2014/main" id="{4B5394D1-8070-430B-B862-E0DDB3B379EC}"/>
              </a:ext>
            </a:extLst>
          </p:cNvPr>
          <p:cNvSpPr>
            <a:spLocks xmlns:a="http://schemas.openxmlformats.org/drawingml/2006/main" noGrp="1"/>
          </p:cNvSpPr>
          <p:nvPr/>
        </p:nvSpPr>
        <p:spPr>
          <a:xfrm xmlns:a="http://schemas.openxmlformats.org/drawingml/2006/main">
            <a:off x="1147762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대화 연결 유지</a:t>
            </a:r>
          </a:p>
        </p:txBody>
      </p:sp>
      <p:sp>
        <p:nvSpPr>
          <p:cNvPr id="247" name="dp42-comparison / n169">
            <a:extLst xmlns:a="http://schemas.openxmlformats.org/drawingml/2006/main">
              <a:ext uri="{FF2B5EF4-FFF2-40B4-BE49-F238E27FC236}">
                <a16:creationId xmlns:a16="http://schemas.microsoft.com/office/drawing/2014/main" id="{42C0FDBC-E37A-463C-9DFC-9CC5D759E1B3}"/>
              </a:ext>
            </a:extLst>
          </p:cNvPr>
          <p:cNvSpPr>
            <a:spLocks xmlns:a="http://schemas.openxmlformats.org/drawingml/2006/main" noGrp="1"/>
          </p:cNvSpPr>
          <p:nvPr/>
        </p:nvSpPr>
        <p:spPr>
          <a:xfrm xmlns:a="http://schemas.openxmlformats.org/drawingml/2006/main">
            <a:off x="993457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8" name="dp42-comparison / n170 / text 1">
            <a:extLst xmlns:a="http://schemas.openxmlformats.org/drawingml/2006/main">
              <a:ext uri="{FF2B5EF4-FFF2-40B4-BE49-F238E27FC236}">
                <a16:creationId xmlns:a16="http://schemas.microsoft.com/office/drawing/2014/main" id="{9DDB72E6-9E05-4870-9EF8-848D786B83F1}"/>
              </a:ext>
            </a:extLst>
          </p:cNvPr>
          <p:cNvSpPr>
            <a:spLocks xmlns:a="http://schemas.openxmlformats.org/drawingml/2006/main" noGrp="1"/>
          </p:cNvSpPr>
          <p:nvPr/>
        </p:nvSpPr>
        <p:spPr>
          <a:xfrm xmlns:a="http://schemas.openxmlformats.org/drawingml/2006/main">
            <a:off x="995362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249" name="dp42-comparison / n172">
            <a:extLst xmlns:a="http://schemas.openxmlformats.org/drawingml/2006/main">
              <a:ext uri="{FF2B5EF4-FFF2-40B4-BE49-F238E27FC236}">
                <a16:creationId xmlns:a16="http://schemas.microsoft.com/office/drawing/2014/main" id="{2767A8C1-79E0-446A-BC8C-80AFD72D7337}"/>
              </a:ext>
            </a:extLst>
          </p:cNvPr>
          <p:cNvSpPr>
            <a:spLocks xmlns:a="http://schemas.openxmlformats.org/drawingml/2006/main" noGrp="1"/>
          </p:cNvSpPr>
          <p:nvPr/>
        </p:nvSpPr>
        <p:spPr>
          <a:xfrm xmlns:a="http://schemas.openxmlformats.org/drawingml/2006/main">
            <a:off x="1145857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0" name="dp42-comparison / n173 / text 1">
            <a:extLst xmlns:a="http://schemas.openxmlformats.org/drawingml/2006/main">
              <a:ext uri="{FF2B5EF4-FFF2-40B4-BE49-F238E27FC236}">
                <a16:creationId xmlns:a16="http://schemas.microsoft.com/office/drawing/2014/main" id="{7C1BED76-86BE-4BD1-ACDF-EB34D4F251FC}"/>
              </a:ext>
            </a:extLst>
          </p:cNvPr>
          <p:cNvSpPr>
            <a:spLocks xmlns:a="http://schemas.openxmlformats.org/drawingml/2006/main" noGrp="1"/>
          </p:cNvSpPr>
          <p:nvPr/>
        </p:nvSpPr>
        <p:spPr>
          <a:xfrm xmlns:a="http://schemas.openxmlformats.org/drawingml/2006/main">
            <a:off x="1147762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이번 답변의 외부 접수 확인 후 처리 종료</a:t>
            </a:r>
          </a:p>
        </p:txBody>
      </p:sp>
      <p:sp>
        <p:nvSpPr>
          <p:cNvPr id="251" name="dp42-comparison / n174">
            <a:extLst xmlns:a="http://schemas.openxmlformats.org/drawingml/2006/main">
              <a:ext uri="{FF2B5EF4-FFF2-40B4-BE49-F238E27FC236}">
                <a16:creationId xmlns:a16="http://schemas.microsoft.com/office/drawing/2014/main" id="{9F2817F9-F0AB-4B78-A6DC-BFF7257F94CB}"/>
              </a:ext>
            </a:extLst>
          </p:cNvPr>
          <p:cNvSpPr>
            <a:spLocks xmlns:a="http://schemas.openxmlformats.org/drawingml/2006/main" noGrp="1"/>
          </p:cNvSpPr>
          <p:nvPr/>
        </p:nvSpPr>
        <p:spPr>
          <a:xfrm xmlns:a="http://schemas.openxmlformats.org/drawingml/2006/main">
            <a:off x="993457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2" name="dp42-comparison / n175 / text 1">
            <a:extLst xmlns:a="http://schemas.openxmlformats.org/drawingml/2006/main">
              <a:ext uri="{FF2B5EF4-FFF2-40B4-BE49-F238E27FC236}">
                <a16:creationId xmlns:a16="http://schemas.microsoft.com/office/drawing/2014/main" id="{2B00A224-582A-460B-A760-7CD3CAD4D2A9}"/>
              </a:ext>
            </a:extLst>
          </p:cNvPr>
          <p:cNvSpPr>
            <a:spLocks xmlns:a="http://schemas.openxmlformats.org/drawingml/2006/main" noGrp="1"/>
          </p:cNvSpPr>
          <p:nvPr/>
        </p:nvSpPr>
        <p:spPr>
          <a:xfrm xmlns:a="http://schemas.openxmlformats.org/drawingml/2006/main">
            <a:off x="995362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253" name="dp42-comparison / n177">
            <a:extLst xmlns:a="http://schemas.openxmlformats.org/drawingml/2006/main">
              <a:ext uri="{FF2B5EF4-FFF2-40B4-BE49-F238E27FC236}">
                <a16:creationId xmlns:a16="http://schemas.microsoft.com/office/drawing/2014/main" id="{CFEDA17C-417D-4844-8636-6E5032F15EAF}"/>
              </a:ext>
            </a:extLst>
          </p:cNvPr>
          <p:cNvSpPr>
            <a:spLocks xmlns:a="http://schemas.openxmlformats.org/drawingml/2006/main" noGrp="1"/>
          </p:cNvSpPr>
          <p:nvPr/>
        </p:nvSpPr>
        <p:spPr>
          <a:xfrm xmlns:a="http://schemas.openxmlformats.org/drawingml/2006/main">
            <a:off x="1145857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4" name="dp42-comparison / n178 / text 1">
            <a:extLst xmlns:a="http://schemas.openxmlformats.org/drawingml/2006/main">
              <a:ext uri="{FF2B5EF4-FFF2-40B4-BE49-F238E27FC236}">
                <a16:creationId xmlns:a16="http://schemas.microsoft.com/office/drawing/2014/main" id="{F00FFA1B-27E1-4AFF-AE09-4F058A22918F}"/>
              </a:ext>
            </a:extLst>
          </p:cNvPr>
          <p:cNvSpPr>
            <a:spLocks xmlns:a="http://schemas.openxmlformats.org/drawingml/2006/main" noGrp="1"/>
          </p:cNvSpPr>
          <p:nvPr/>
        </p:nvSpPr>
        <p:spPr>
          <a:xfrm xmlns:a="http://schemas.openxmlformats.org/drawingml/2006/main">
            <a:off x="1147762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보고서 Task는 계속 / 대화와 별도 수명</a:t>
            </a:r>
          </a:p>
        </p:txBody>
      </p:sp>
      <p:sp>
        <p:nvSpPr>
          <p:cNvPr id="255" name="dp42-comparison / n179">
            <a:extLst xmlns:a="http://schemas.openxmlformats.org/drawingml/2006/main">
              <a:ext uri="{FF2B5EF4-FFF2-40B4-BE49-F238E27FC236}">
                <a16:creationId xmlns:a16="http://schemas.microsoft.com/office/drawing/2014/main" id="{800F7B51-95E7-4D85-AC15-5E8189D63330}"/>
              </a:ext>
            </a:extLst>
          </p:cNvPr>
          <p:cNvSpPr>
            <a:spLocks xmlns:a="http://schemas.openxmlformats.org/drawingml/2006/main" noGrp="1"/>
          </p:cNvSpPr>
          <p:nvPr/>
        </p:nvSpPr>
        <p:spPr>
          <a:xfrm xmlns:a="http://schemas.openxmlformats.org/drawingml/2006/main">
            <a:off x="993457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6" name="dp42-comparison / n180 / text 1">
            <a:extLst xmlns:a="http://schemas.openxmlformats.org/drawingml/2006/main">
              <a:ext uri="{FF2B5EF4-FFF2-40B4-BE49-F238E27FC236}">
                <a16:creationId xmlns:a16="http://schemas.microsoft.com/office/drawing/2014/main" id="{CEB385FB-7906-4783-9276-EF2729847BDB}"/>
              </a:ext>
            </a:extLst>
          </p:cNvPr>
          <p:cNvSpPr>
            <a:spLocks xmlns:a="http://schemas.openxmlformats.org/drawingml/2006/main" noGrp="1"/>
          </p:cNvSpPr>
          <p:nvPr/>
        </p:nvSpPr>
        <p:spPr>
          <a:xfrm xmlns:a="http://schemas.openxmlformats.org/drawingml/2006/main">
            <a:off x="995362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257" name="dp42-comparison / n182">
            <a:extLst xmlns:a="http://schemas.openxmlformats.org/drawingml/2006/main">
              <a:ext uri="{FF2B5EF4-FFF2-40B4-BE49-F238E27FC236}">
                <a16:creationId xmlns:a16="http://schemas.microsoft.com/office/drawing/2014/main" id="{86FC01FD-8D8D-4BA4-94CF-09090962C331}"/>
              </a:ext>
            </a:extLst>
          </p:cNvPr>
          <p:cNvSpPr>
            <a:spLocks xmlns:a="http://schemas.openxmlformats.org/drawingml/2006/main" noGrp="1"/>
          </p:cNvSpPr>
          <p:nvPr/>
        </p:nvSpPr>
        <p:spPr>
          <a:xfrm xmlns:a="http://schemas.openxmlformats.org/drawingml/2006/main">
            <a:off x="1145857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8" name="dp42-comparison / n183 / text 1">
            <a:extLst xmlns:a="http://schemas.openxmlformats.org/drawingml/2006/main">
              <a:ext uri="{FF2B5EF4-FFF2-40B4-BE49-F238E27FC236}">
                <a16:creationId xmlns:a16="http://schemas.microsoft.com/office/drawing/2014/main" id="{E7AE3C44-16FD-4F2F-82C6-E352E1C18B85}"/>
              </a:ext>
            </a:extLst>
          </p:cNvPr>
          <p:cNvSpPr>
            <a:spLocks xmlns:a="http://schemas.openxmlformats.org/drawingml/2006/main" noGrp="1"/>
          </p:cNvSpPr>
          <p:nvPr/>
        </p:nvSpPr>
        <p:spPr>
          <a:xfrm xmlns:a="http://schemas.openxmlformats.org/drawingml/2006/main">
            <a:off x="1147762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Downstream Agent의 실제 실행은 별도 수명</a:t>
            </a:r>
          </a:p>
        </p:txBody>
      </p:sp>
      <p:sp>
        <p:nvSpPr>
          <p:cNvPr id="259" name="dp42-comparison / n204">
            <a:extLst xmlns:a="http://schemas.openxmlformats.org/drawingml/2006/main">
              <a:ext uri="{FF2B5EF4-FFF2-40B4-BE49-F238E27FC236}">
                <a16:creationId xmlns:a16="http://schemas.microsoft.com/office/drawing/2014/main" id="{EFA55EC9-1CF8-45C2-97FE-75EDF0595613}"/>
              </a:ext>
            </a:extLst>
          </p:cNvPr>
          <p:cNvSpPr>
            <a:spLocks xmlns:a="http://schemas.openxmlformats.org/drawingml/2006/main" noGrp="1"/>
          </p:cNvSpPr>
          <p:nvPr/>
        </p:nvSpPr>
        <p:spPr>
          <a:xfrm xmlns:a="http://schemas.openxmlformats.org/drawingml/2006/main">
            <a:off x="1437322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0" name="dp42-comparison / n205 / text 1">
            <a:extLst xmlns:a="http://schemas.openxmlformats.org/drawingml/2006/main">
              <a:ext uri="{FF2B5EF4-FFF2-40B4-BE49-F238E27FC236}">
                <a16:creationId xmlns:a16="http://schemas.microsoft.com/office/drawing/2014/main" id="{73E0CA4A-D0D7-4628-97F9-A716B0BF928C}"/>
              </a:ext>
            </a:extLst>
          </p:cNvPr>
          <p:cNvSpPr>
            <a:spLocks xmlns:a="http://schemas.openxmlformats.org/drawingml/2006/main" noGrp="1"/>
          </p:cNvSpPr>
          <p:nvPr/>
        </p:nvSpPr>
        <p:spPr>
          <a:xfrm xmlns:a="http://schemas.openxmlformats.org/drawingml/2006/main">
            <a:off x="1439227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Task1: 보고서 / Command1: 상반기 답변</a:t>
            </a:r>
          </a:p>
        </p:txBody>
      </p:sp>
      <p:sp>
        <p:nvSpPr>
          <p:cNvPr id="261" name="dp42-comparison / n212">
            <a:extLst xmlns:a="http://schemas.openxmlformats.org/drawingml/2006/main">
              <a:ext uri="{FF2B5EF4-FFF2-40B4-BE49-F238E27FC236}">
                <a16:creationId xmlns:a16="http://schemas.microsoft.com/office/drawing/2014/main" id="{9A8656D1-1389-4D82-8C8A-9E77D2CBFB0F}"/>
              </a:ext>
            </a:extLst>
          </p:cNvPr>
          <p:cNvSpPr>
            <a:spLocks xmlns:a="http://schemas.openxmlformats.org/drawingml/2006/main" noGrp="1"/>
          </p:cNvSpPr>
          <p:nvPr/>
        </p:nvSpPr>
        <p:spPr>
          <a:xfrm xmlns:a="http://schemas.openxmlformats.org/drawingml/2006/main">
            <a:off x="13106400" y="4000500"/>
            <a:ext cx="62865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2" name="dp42-comparison / n213 / text 1">
            <a:extLst xmlns:a="http://schemas.openxmlformats.org/drawingml/2006/main">
              <a:ext uri="{FF2B5EF4-FFF2-40B4-BE49-F238E27FC236}">
                <a16:creationId xmlns:a16="http://schemas.microsoft.com/office/drawing/2014/main" id="{744583A2-EFF7-4E0C-AFFF-FD3B051BE337}"/>
              </a:ext>
            </a:extLst>
          </p:cNvPr>
          <p:cNvSpPr>
            <a:spLocks xmlns:a="http://schemas.openxmlformats.org/drawingml/2006/main" noGrp="1"/>
          </p:cNvSpPr>
          <p:nvPr/>
        </p:nvSpPr>
        <p:spPr>
          <a:xfrm xmlns:a="http://schemas.openxmlformats.org/drawingml/2006/main">
            <a:off x="13125450" y="4010025"/>
            <a:ext cx="1047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Command1 →</a:t>
            </a:r>
          </a:p>
        </p:txBody>
      </p:sp>
      <p:sp>
        <p:nvSpPr>
          <p:cNvPr id="263" name="dp42-comparison / n215">
            <a:extLst xmlns:a="http://schemas.openxmlformats.org/drawingml/2006/main">
              <a:ext uri="{FF2B5EF4-FFF2-40B4-BE49-F238E27FC236}">
                <a16:creationId xmlns:a16="http://schemas.microsoft.com/office/drawing/2014/main" id="{7FF70E6A-DE67-43C9-83C6-93A51F4CFDA3}"/>
              </a:ext>
            </a:extLst>
          </p:cNvPr>
          <p:cNvSpPr>
            <a:spLocks xmlns:a="http://schemas.openxmlformats.org/drawingml/2006/main" noGrp="1"/>
          </p:cNvSpPr>
          <p:nvPr/>
        </p:nvSpPr>
        <p:spPr>
          <a:xfrm xmlns:a="http://schemas.openxmlformats.org/drawingml/2006/main">
            <a:off x="13115925" y="4581525"/>
            <a:ext cx="62293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4" name="dp42-comparison / n216 / text 1">
            <a:extLst xmlns:a="http://schemas.openxmlformats.org/drawingml/2006/main">
              <a:ext uri="{FF2B5EF4-FFF2-40B4-BE49-F238E27FC236}">
                <a16:creationId xmlns:a16="http://schemas.microsoft.com/office/drawing/2014/main" id="{4E3AE806-6313-441A-B3C3-52B0573A29F2}"/>
              </a:ext>
            </a:extLst>
          </p:cNvPr>
          <p:cNvSpPr>
            <a:spLocks xmlns:a="http://schemas.openxmlformats.org/drawingml/2006/main" noGrp="1"/>
          </p:cNvSpPr>
          <p:nvPr/>
        </p:nvSpPr>
        <p:spPr>
          <a:xfrm xmlns:a="http://schemas.openxmlformats.org/drawingml/2006/main">
            <a:off x="13134975" y="4591050"/>
            <a:ext cx="9715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 접수 결과</a:t>
            </a:r>
          </a:p>
        </p:txBody>
      </p:sp>
      <p:sp>
        <p:nvSpPr>
          <p:cNvPr id="265" name="dp42-comparison / n219">
            <a:extLst xmlns:a="http://schemas.openxmlformats.org/drawingml/2006/main">
              <a:ext uri="{FF2B5EF4-FFF2-40B4-BE49-F238E27FC236}">
                <a16:creationId xmlns:a16="http://schemas.microsoft.com/office/drawing/2014/main" id="{6C681DF3-0E47-4CF2-B3AB-C85B51E7E141}"/>
              </a:ext>
            </a:extLst>
          </p:cNvPr>
          <p:cNvSpPr>
            <a:spLocks xmlns:a="http://schemas.openxmlformats.org/drawingml/2006/main" noGrp="1"/>
          </p:cNvSpPr>
          <p:nvPr/>
        </p:nvSpPr>
        <p:spPr>
          <a:xfrm xmlns:a="http://schemas.openxmlformats.org/drawingml/2006/main">
            <a:off x="10039350"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2-comparison / n220 / text 1">
            <a:extLst xmlns:a="http://schemas.openxmlformats.org/drawingml/2006/main">
              <a:ext uri="{FF2B5EF4-FFF2-40B4-BE49-F238E27FC236}">
                <a16:creationId xmlns:a16="http://schemas.microsoft.com/office/drawing/2014/main" id="{DFA025CE-2D61-4092-960F-610278C99F9D}"/>
              </a:ext>
            </a:extLst>
          </p:cNvPr>
          <p:cNvSpPr>
            <a:spLocks xmlns:a="http://schemas.openxmlformats.org/drawingml/2006/main" noGrp="1"/>
          </p:cNvSpPr>
          <p:nvPr/>
        </p:nvSpPr>
        <p:spPr>
          <a:xfrm xmlns:a="http://schemas.openxmlformats.org/drawingml/2006/main">
            <a:off x="10058400" y="5972175"/>
            <a:ext cx="28479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대화 원본 / 독립 local transaction</a:t>
            </a:r>
          </a:p>
        </p:txBody>
      </p:sp>
      <p:sp>
        <p:nvSpPr>
          <p:cNvPr id="267" name="dp42-comparison / n221">
            <a:extLst xmlns:a="http://schemas.openxmlformats.org/drawingml/2006/main">
              <a:ext uri="{FF2B5EF4-FFF2-40B4-BE49-F238E27FC236}">
                <a16:creationId xmlns:a16="http://schemas.microsoft.com/office/drawing/2014/main" id="{02E5C838-89D2-4760-9ACB-CA8C8405509D}"/>
              </a:ext>
            </a:extLst>
          </p:cNvPr>
          <p:cNvSpPr>
            <a:spLocks xmlns:a="http://schemas.openxmlformats.org/drawingml/2006/main" noGrp="1"/>
          </p:cNvSpPr>
          <p:nvPr/>
        </p:nvSpPr>
        <p:spPr>
          <a:xfrm xmlns:a="http://schemas.openxmlformats.org/drawingml/2006/main">
            <a:off x="14277975" y="5962650"/>
            <a:ext cx="189357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2-comparison / n222 / text 1">
            <a:extLst xmlns:a="http://schemas.openxmlformats.org/drawingml/2006/main">
              <a:ext uri="{FF2B5EF4-FFF2-40B4-BE49-F238E27FC236}">
                <a16:creationId xmlns:a16="http://schemas.microsoft.com/office/drawing/2014/main" id="{243552D2-5DC2-44C7-91DC-AEC527B26B44}"/>
              </a:ext>
            </a:extLst>
          </p:cNvPr>
          <p:cNvSpPr>
            <a:spLocks xmlns:a="http://schemas.openxmlformats.org/drawingml/2006/main" noGrp="1"/>
          </p:cNvSpPr>
          <p:nvPr/>
        </p:nvSpPr>
        <p:spPr>
          <a:xfrm xmlns:a="http://schemas.openxmlformats.org/drawingml/2006/main">
            <a:off x="14297025" y="5972175"/>
            <a:ext cx="31146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Task 원본 / 독립 local transaction</a:t>
            </a:r>
          </a:p>
        </p:txBody>
      </p:sp>
      <p:sp>
        <p:nvSpPr>
          <p:cNvPr id="269" name="dp42-comparison / n224">
            <a:extLst xmlns:a="http://schemas.openxmlformats.org/drawingml/2006/main">
              <a:ext uri="{FF2B5EF4-FFF2-40B4-BE49-F238E27FC236}">
                <a16:creationId xmlns:a16="http://schemas.microsoft.com/office/drawing/2014/main" id="{72A131C8-EEAD-4D82-B6D5-AC86D5C5B20B}"/>
              </a:ext>
            </a:extLst>
          </p:cNvPr>
          <p:cNvSpPr>
            <a:spLocks xmlns:a="http://schemas.openxmlformats.org/drawingml/2006/main" noGrp="1"/>
          </p:cNvSpPr>
          <p:nvPr/>
        </p:nvSpPr>
        <p:spPr>
          <a:xfrm xmlns:a="http://schemas.openxmlformats.org/drawingml/2006/main">
            <a:off x="9953625"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0" name="dp42-comparison / n224 / fold">
            <a:extLst xmlns:a="http://schemas.openxmlformats.org/drawingml/2006/main">
              <a:ext uri="{FF2B5EF4-FFF2-40B4-BE49-F238E27FC236}">
                <a16:creationId xmlns:a16="http://schemas.microsoft.com/office/drawing/2014/main" id="{E2C3C1D3-78B0-4CF9-A57D-362A1BDEB5FA}"/>
              </a:ext>
            </a:extLst>
          </p:cNvPr>
          <p:cNvSpPr>
            <a:spLocks xmlns:a="http://schemas.openxmlformats.org/drawingml/2006/main" noGrp="1"/>
          </p:cNvSpPr>
          <p:nvPr/>
        </p:nvSpPr>
        <p:spPr>
          <a:xfrm xmlns:a="http://schemas.openxmlformats.org/drawingml/2006/main">
            <a:off x="12068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1" name="dp42-comparison / n225 / text 1">
            <a:extLst xmlns:a="http://schemas.openxmlformats.org/drawingml/2006/main">
              <a:ext uri="{FF2B5EF4-FFF2-40B4-BE49-F238E27FC236}">
                <a16:creationId xmlns:a16="http://schemas.microsoft.com/office/drawing/2014/main" id="{09DB3C43-799C-4F4F-BBC3-E1A8DE8C41F7}"/>
              </a:ext>
            </a:extLst>
          </p:cNvPr>
          <p:cNvSpPr>
            <a:spLocks xmlns:a="http://schemas.openxmlformats.org/drawingml/2006/main" noGrp="1"/>
          </p:cNvSpPr>
          <p:nvPr/>
        </p:nvSpPr>
        <p:spPr>
          <a:xfrm xmlns:a="http://schemas.openxmlformats.org/drawingml/2006/main">
            <a:off x="10048875" y="624840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① 대화 저장 / 접수 대기</a:t>
            </a:r>
          </a:p>
        </p:txBody>
      </p:sp>
      <p:sp>
        <p:nvSpPr>
          <p:cNvPr id="272" name="dp42-comparison / n225 / text 2">
            <a:extLst xmlns:a="http://schemas.openxmlformats.org/drawingml/2006/main">
              <a:ext uri="{FF2B5EF4-FFF2-40B4-BE49-F238E27FC236}">
                <a16:creationId xmlns:a16="http://schemas.microsoft.com/office/drawing/2014/main" id="{72911999-C4A2-4B6A-9A1A-809D53F8AA83}"/>
              </a:ext>
            </a:extLst>
          </p:cNvPr>
          <p:cNvSpPr>
            <a:spLocks xmlns:a="http://schemas.openxmlformats.org/drawingml/2006/main" noGrp="1"/>
          </p:cNvSpPr>
          <p:nvPr/>
        </p:nvSpPr>
        <p:spPr>
          <a:xfrm xmlns:a="http://schemas.openxmlformats.org/drawingml/2006/main">
            <a:off x="10048875" y="636841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command_id:Command1 / request_id:Request1</a:t>
            </a:r>
          </a:p>
        </p:txBody>
      </p:sp>
      <p:sp>
        <p:nvSpPr>
          <p:cNvPr id="273" name="dp42-comparison / n225 / text 3">
            <a:extLst xmlns:a="http://schemas.openxmlformats.org/drawingml/2006/main">
              <a:ext uri="{FF2B5EF4-FFF2-40B4-BE49-F238E27FC236}">
                <a16:creationId xmlns:a16="http://schemas.microsoft.com/office/drawing/2014/main" id="{B94F280F-4FE5-45F0-A398-2F18DE80A251}"/>
              </a:ext>
            </a:extLst>
          </p:cNvPr>
          <p:cNvSpPr>
            <a:spLocks xmlns:a="http://schemas.openxmlformats.org/drawingml/2006/main" noGrp="1"/>
          </p:cNvSpPr>
          <p:nvPr/>
        </p:nvSpPr>
        <p:spPr>
          <a:xfrm xmlns:a="http://schemas.openxmlformats.org/drawingml/2006/main">
            <a:off x="10048875" y="648843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task_id:Task1 / question_id:Question1</a:t>
            </a:r>
          </a:p>
        </p:txBody>
      </p:sp>
      <p:sp>
        <p:nvSpPr>
          <p:cNvPr id="274" name="dp42-comparison / n225 / text 4">
            <a:extLst xmlns:a="http://schemas.openxmlformats.org/drawingml/2006/main">
              <a:ext uri="{FF2B5EF4-FFF2-40B4-BE49-F238E27FC236}">
                <a16:creationId xmlns:a16="http://schemas.microsoft.com/office/drawing/2014/main" id="{1D554925-3FAF-41E7-B26D-6A310EFCCA5E}"/>
              </a:ext>
            </a:extLst>
          </p:cNvPr>
          <p:cNvSpPr>
            <a:spLocks xmlns:a="http://schemas.openxmlformats.org/drawingml/2006/main" noGrp="1"/>
          </p:cNvSpPr>
          <p:nvPr/>
        </p:nvSpPr>
        <p:spPr>
          <a:xfrm xmlns:a="http://schemas.openxmlformats.org/drawingml/2006/main">
            <a:off x="10048875" y="660844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payload.answer:상반기</a:t>
            </a:r>
          </a:p>
        </p:txBody>
      </p:sp>
      <p:sp>
        <p:nvSpPr>
          <p:cNvPr id="275" name="dp42-comparison / n225 / text 5">
            <a:extLst xmlns:a="http://schemas.openxmlformats.org/drawingml/2006/main">
              <a:ext uri="{FF2B5EF4-FFF2-40B4-BE49-F238E27FC236}">
                <a16:creationId xmlns:a16="http://schemas.microsoft.com/office/drawing/2014/main" id="{128EE658-A5CC-4711-9F68-4390F308D87D}"/>
              </a:ext>
            </a:extLst>
          </p:cNvPr>
          <p:cNvSpPr>
            <a:spLocks xmlns:a="http://schemas.openxmlformats.org/drawingml/2006/main" noGrp="1"/>
          </p:cNvSpPr>
          <p:nvPr/>
        </p:nvSpPr>
        <p:spPr>
          <a:xfrm xmlns:a="http://schemas.openxmlformats.org/drawingml/2006/main">
            <a:off x="10048875" y="672846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expected_question_revision:7</a:t>
            </a:r>
          </a:p>
        </p:txBody>
      </p:sp>
      <p:sp>
        <p:nvSpPr>
          <p:cNvPr id="276" name="dp42-comparison / n226">
            <a:extLst xmlns:a="http://schemas.openxmlformats.org/drawingml/2006/main">
              <a:ext uri="{FF2B5EF4-FFF2-40B4-BE49-F238E27FC236}">
                <a16:creationId xmlns:a16="http://schemas.microsoft.com/office/drawing/2014/main" id="{C036201E-B499-493F-95C3-DA83D4C8C9F2}"/>
              </a:ext>
            </a:extLst>
          </p:cNvPr>
          <p:cNvSpPr>
            <a:spLocks xmlns:a="http://schemas.openxmlformats.org/drawingml/2006/main" noGrp="1"/>
          </p:cNvSpPr>
          <p:nvPr/>
        </p:nvSpPr>
        <p:spPr>
          <a:xfrm xmlns:a="http://schemas.openxmlformats.org/drawingml/2006/main">
            <a:off x="12668250"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7" name="dp42-comparison / n226 / fold">
            <a:extLst xmlns:a="http://schemas.openxmlformats.org/drawingml/2006/main">
              <a:ext uri="{FF2B5EF4-FFF2-40B4-BE49-F238E27FC236}">
                <a16:creationId xmlns:a16="http://schemas.microsoft.com/office/drawing/2014/main" id="{7F1081C1-7DF0-49CD-9DE3-EB57861A822B}"/>
              </a:ext>
            </a:extLst>
          </p:cNvPr>
          <p:cNvSpPr>
            <a:spLocks xmlns:a="http://schemas.openxmlformats.org/drawingml/2006/main" noGrp="1"/>
          </p:cNvSpPr>
          <p:nvPr/>
        </p:nvSpPr>
        <p:spPr>
          <a:xfrm xmlns:a="http://schemas.openxmlformats.org/drawingml/2006/main">
            <a:off x="14782800"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8" name="dp42-comparison / n227 / text 1">
            <a:extLst xmlns:a="http://schemas.openxmlformats.org/drawingml/2006/main">
              <a:ext uri="{FF2B5EF4-FFF2-40B4-BE49-F238E27FC236}">
                <a16:creationId xmlns:a16="http://schemas.microsoft.com/office/drawing/2014/main" id="{5CD68AFA-65E0-4EB6-BB34-35B4713D22DD}"/>
              </a:ext>
            </a:extLst>
          </p:cNvPr>
          <p:cNvSpPr>
            <a:spLocks xmlns:a="http://schemas.openxmlformats.org/drawingml/2006/main" noGrp="1"/>
          </p:cNvSpPr>
          <p:nvPr/>
        </p:nvSpPr>
        <p:spPr>
          <a:xfrm xmlns:a="http://schemas.openxmlformats.org/drawingml/2006/main">
            <a:off x="12763500" y="624840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② Task 상태 확정 / 내부 접수</a:t>
            </a:r>
          </a:p>
        </p:txBody>
      </p:sp>
      <p:sp>
        <p:nvSpPr>
          <p:cNvPr id="279" name="dp42-comparison / n227 / text 2">
            <a:extLst xmlns:a="http://schemas.openxmlformats.org/drawingml/2006/main">
              <a:ext uri="{FF2B5EF4-FFF2-40B4-BE49-F238E27FC236}">
                <a16:creationId xmlns:a16="http://schemas.microsoft.com/office/drawing/2014/main" id="{9D1A9141-BF84-4C7E-8C65-B28E80801877}"/>
              </a:ext>
            </a:extLst>
          </p:cNvPr>
          <p:cNvSpPr>
            <a:spLocks xmlns:a="http://schemas.openxmlformats.org/drawingml/2006/main" noGrp="1"/>
          </p:cNvSpPr>
          <p:nvPr/>
        </p:nvSpPr>
        <p:spPr>
          <a:xfrm xmlns:a="http://schemas.openxmlformats.org/drawingml/2006/main">
            <a:off x="12763500" y="637413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Question1: ANSWERED</a:t>
            </a:r>
          </a:p>
        </p:txBody>
      </p:sp>
      <p:sp>
        <p:nvSpPr>
          <p:cNvPr id="280" name="dp42-comparison / n227 / text 3">
            <a:extLst xmlns:a="http://schemas.openxmlformats.org/drawingml/2006/main">
              <a:ext uri="{FF2B5EF4-FFF2-40B4-BE49-F238E27FC236}">
                <a16:creationId xmlns:a16="http://schemas.microsoft.com/office/drawing/2014/main" id="{CDAD74A7-4D6F-43C3-9377-65F9F8A10A58}"/>
              </a:ext>
            </a:extLst>
          </p:cNvPr>
          <p:cNvSpPr>
            <a:spLocks xmlns:a="http://schemas.openxmlformats.org/drawingml/2006/main" noGrp="1"/>
          </p:cNvSpPr>
          <p:nvPr/>
        </p:nvSpPr>
        <p:spPr>
          <a:xfrm xmlns:a="http://schemas.openxmlformats.org/drawingml/2006/main">
            <a:off x="12763500" y="649986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Command1: PENDING</a:t>
            </a:r>
          </a:p>
        </p:txBody>
      </p:sp>
      <p:sp>
        <p:nvSpPr>
          <p:cNvPr id="281" name="dp42-comparison / n227 / text 4">
            <a:extLst xmlns:a="http://schemas.openxmlformats.org/drawingml/2006/main">
              <a:ext uri="{FF2B5EF4-FFF2-40B4-BE49-F238E27FC236}">
                <a16:creationId xmlns:a16="http://schemas.microsoft.com/office/drawing/2014/main" id="{2CBBF1EE-675D-4AF4-B35D-30760440F713}"/>
              </a:ext>
            </a:extLst>
          </p:cNvPr>
          <p:cNvSpPr>
            <a:spLocks xmlns:a="http://schemas.openxmlformats.org/drawingml/2006/main" noGrp="1"/>
          </p:cNvSpPr>
          <p:nvPr/>
        </p:nvSpPr>
        <p:spPr>
          <a:xfrm xmlns:a="http://schemas.openxmlformats.org/drawingml/2006/main">
            <a:off x="12763500" y="662559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acceptance_status:ACCEPTED</a:t>
            </a:r>
          </a:p>
        </p:txBody>
      </p:sp>
      <p:sp>
        <p:nvSpPr>
          <p:cNvPr id="282" name="dp42-comparison / n227 / text 5">
            <a:extLst xmlns:a="http://schemas.openxmlformats.org/drawingml/2006/main">
              <a:ext uri="{FF2B5EF4-FFF2-40B4-BE49-F238E27FC236}">
                <a16:creationId xmlns:a16="http://schemas.microsoft.com/office/drawing/2014/main" id="{C34B19BB-FAEF-4A00-9246-D4E724A8DBDB}"/>
              </a:ext>
            </a:extLst>
          </p:cNvPr>
          <p:cNvSpPr>
            <a:spLocks xmlns:a="http://schemas.openxmlformats.org/drawingml/2006/main" noGrp="1"/>
          </p:cNvSpPr>
          <p:nvPr/>
        </p:nvSpPr>
        <p:spPr>
          <a:xfrm xmlns:a="http://schemas.openxmlformats.org/drawingml/2006/main">
            <a:off x="12763500" y="675132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확정 접수 결과도 함께 저장</a:t>
            </a:r>
          </a:p>
        </p:txBody>
      </p:sp>
      <p:sp>
        <p:nvSpPr>
          <p:cNvPr id="283" name="dp42-comparison / n228">
            <a:extLst xmlns:a="http://schemas.openxmlformats.org/drawingml/2006/main">
              <a:ext uri="{FF2B5EF4-FFF2-40B4-BE49-F238E27FC236}">
                <a16:creationId xmlns:a16="http://schemas.microsoft.com/office/drawing/2014/main" id="{575FE653-082E-4059-B618-DE2055720942}"/>
              </a:ext>
            </a:extLst>
          </p:cNvPr>
          <p:cNvSpPr>
            <a:spLocks xmlns:a="http://schemas.openxmlformats.org/drawingml/2006/main" noGrp="1"/>
          </p:cNvSpPr>
          <p:nvPr/>
        </p:nvSpPr>
        <p:spPr>
          <a:xfrm xmlns:a="http://schemas.openxmlformats.org/drawingml/2006/main">
            <a:off x="15287625" y="6191250"/>
            <a:ext cx="2190750" cy="714375"/>
          </a:xfrm>
          <a:custGeom xmlns:a="http://schemas.openxmlformats.org/drawingml/2006/main">
            <a:pathLst>
              <a:path w="2190750" h="714375">
                <a:moveTo>
                  <a:pt x="0" y="0"/>
                </a:moveTo>
                <a:lnTo>
                  <a:pt x="2019300" y="0"/>
                </a:lnTo>
                <a:lnTo>
                  <a:pt x="2190750" y="171450"/>
                </a:lnTo>
                <a:lnTo>
                  <a:pt x="219075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84" name="dp42-comparison / n228 / fold">
            <a:extLst xmlns:a="http://schemas.openxmlformats.org/drawingml/2006/main">
              <a:ext uri="{FF2B5EF4-FFF2-40B4-BE49-F238E27FC236}">
                <a16:creationId xmlns:a16="http://schemas.microsoft.com/office/drawing/2014/main" id="{6413BF0C-3013-45B3-8E53-EF8016734B31}"/>
              </a:ext>
            </a:extLst>
          </p:cNvPr>
          <p:cNvSpPr>
            <a:spLocks xmlns:a="http://schemas.openxmlformats.org/drawingml/2006/main" noGrp="1"/>
          </p:cNvSpPr>
          <p:nvPr/>
        </p:nvSpPr>
        <p:spPr>
          <a:xfrm xmlns:a="http://schemas.openxmlformats.org/drawingml/2006/main">
            <a:off x="17306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85" name="dp42-comparison / n229 / text 1">
            <a:extLst xmlns:a="http://schemas.openxmlformats.org/drawingml/2006/main">
              <a:ext uri="{FF2B5EF4-FFF2-40B4-BE49-F238E27FC236}">
                <a16:creationId xmlns:a16="http://schemas.microsoft.com/office/drawing/2014/main" id="{846B70C0-1BDC-4A34-9F99-4B9D6C82E261}"/>
              </a:ext>
            </a:extLst>
          </p:cNvPr>
          <p:cNvSpPr>
            <a:spLocks xmlns:a="http://schemas.openxmlformats.org/drawingml/2006/main" noGrp="1"/>
          </p:cNvSpPr>
          <p:nvPr/>
        </p:nvSpPr>
        <p:spPr>
          <a:xfrm xmlns:a="http://schemas.openxmlformats.org/drawingml/2006/main">
            <a:off x="15382875" y="624840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③ 대화에 접수 결과 반영</a:t>
            </a:r>
          </a:p>
        </p:txBody>
      </p:sp>
      <p:sp>
        <p:nvSpPr>
          <p:cNvPr id="286" name="dp42-comparison / n229 / text 2">
            <a:extLst xmlns:a="http://schemas.openxmlformats.org/drawingml/2006/main">
              <a:ext uri="{FF2B5EF4-FFF2-40B4-BE49-F238E27FC236}">
                <a16:creationId xmlns:a16="http://schemas.microsoft.com/office/drawing/2014/main" id="{155F6723-2AD4-4F96-8744-BA9E395597D1}"/>
              </a:ext>
            </a:extLst>
          </p:cNvPr>
          <p:cNvSpPr>
            <a:spLocks xmlns:a="http://schemas.openxmlformats.org/drawingml/2006/main" noGrp="1"/>
          </p:cNvSpPr>
          <p:nvPr/>
        </p:nvSpPr>
        <p:spPr>
          <a:xfrm xmlns:a="http://schemas.openxmlformats.org/drawingml/2006/main">
            <a:off x="15382875" y="636841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AcceptanceReceipt (필드 축약)</a:t>
            </a:r>
          </a:p>
        </p:txBody>
      </p:sp>
      <p:sp>
        <p:nvSpPr>
          <p:cNvPr id="287" name="dp42-comparison / n229 / text 3">
            <a:extLst xmlns:a="http://schemas.openxmlformats.org/drawingml/2006/main">
              <a:ext uri="{FF2B5EF4-FFF2-40B4-BE49-F238E27FC236}">
                <a16:creationId xmlns:a16="http://schemas.microsoft.com/office/drawing/2014/main" id="{8D6A173E-DA66-4224-AE26-34E41138E1B0}"/>
              </a:ext>
            </a:extLst>
          </p:cNvPr>
          <p:cNvSpPr>
            <a:spLocks xmlns:a="http://schemas.openxmlformats.org/drawingml/2006/main" noGrp="1"/>
          </p:cNvSpPr>
          <p:nvPr/>
        </p:nvSpPr>
        <p:spPr>
          <a:xfrm xmlns:a="http://schemas.openxmlformats.org/drawingml/2006/main">
            <a:off x="15382875" y="648843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command_id:Command1</a:t>
            </a:r>
          </a:p>
        </p:txBody>
      </p:sp>
      <p:sp>
        <p:nvSpPr>
          <p:cNvPr id="288" name="dp42-comparison / n229 / text 4">
            <a:extLst xmlns:a="http://schemas.openxmlformats.org/drawingml/2006/main">
              <a:ext uri="{FF2B5EF4-FFF2-40B4-BE49-F238E27FC236}">
                <a16:creationId xmlns:a16="http://schemas.microsoft.com/office/drawing/2014/main" id="{8A0A13F5-AAA8-4066-B068-826477F0EC3F}"/>
              </a:ext>
            </a:extLst>
          </p:cNvPr>
          <p:cNvSpPr>
            <a:spLocks xmlns:a="http://schemas.openxmlformats.org/drawingml/2006/main" noGrp="1"/>
          </p:cNvSpPr>
          <p:nvPr/>
        </p:nvSpPr>
        <p:spPr>
          <a:xfrm xmlns:a="http://schemas.openxmlformats.org/drawingml/2006/main">
            <a:off x="15382875" y="660844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acceptance_status:ACCEPTED</a:t>
            </a:r>
          </a:p>
        </p:txBody>
      </p:sp>
      <p:sp>
        <p:nvSpPr>
          <p:cNvPr id="289" name="dp42-comparison / n229 / text 5">
            <a:extLst xmlns:a="http://schemas.openxmlformats.org/drawingml/2006/main">
              <a:ext uri="{FF2B5EF4-FFF2-40B4-BE49-F238E27FC236}">
                <a16:creationId xmlns:a16="http://schemas.microsoft.com/office/drawing/2014/main" id="{79003101-E423-4E99-9DFE-9FA136AC040D}"/>
              </a:ext>
            </a:extLst>
          </p:cNvPr>
          <p:cNvSpPr>
            <a:spLocks xmlns:a="http://schemas.openxmlformats.org/drawingml/2006/main" noGrp="1"/>
          </p:cNvSpPr>
          <p:nvPr/>
        </p:nvSpPr>
        <p:spPr>
          <a:xfrm xmlns:a="http://schemas.openxmlformats.org/drawingml/2006/main">
            <a:off x="15382875" y="672846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같은 Command1의 내부 접수 확인</a:t>
            </a:r>
          </a:p>
        </p:txBody>
      </p:sp>
      <p:sp>
        <p:nvSpPr>
          <p:cNvPr id="290" name="dp42-comparison / n233">
            <a:extLst xmlns:a="http://schemas.openxmlformats.org/drawingml/2006/main">
              <a:ext uri="{FF2B5EF4-FFF2-40B4-BE49-F238E27FC236}">
                <a16:creationId xmlns:a16="http://schemas.microsoft.com/office/drawing/2014/main" id="{66BF7818-06A7-4DE6-8EE8-A94D3908ED14}"/>
              </a:ext>
            </a:extLst>
          </p:cNvPr>
          <p:cNvSpPr>
            <a:spLocks xmlns:a="http://schemas.openxmlformats.org/drawingml/2006/main" noGrp="1"/>
          </p:cNvSpPr>
          <p:nvPr/>
        </p:nvSpPr>
        <p:spPr>
          <a:xfrm xmlns:a="http://schemas.openxmlformats.org/drawingml/2006/main">
            <a:off x="993457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2-comparison / n234 / text 1">
            <a:extLst xmlns:a="http://schemas.openxmlformats.org/drawingml/2006/main">
              <a:ext uri="{FF2B5EF4-FFF2-40B4-BE49-F238E27FC236}">
                <a16:creationId xmlns:a16="http://schemas.microsoft.com/office/drawing/2014/main" id="{4BE8063C-836F-43ED-A99D-79A475F8A76E}"/>
              </a:ext>
            </a:extLst>
          </p:cNvPr>
          <p:cNvSpPr>
            <a:spLocks xmlns:a="http://schemas.openxmlformats.org/drawingml/2006/main" noGrp="1"/>
          </p:cNvSpPr>
          <p:nvPr/>
        </p:nvSpPr>
        <p:spPr>
          <a:xfrm xmlns:a="http://schemas.openxmlformats.org/drawingml/2006/main">
            <a:off x="995362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00" b="0">
                <a:solidFill>
                  <a:srgbClr val="000000"/>
                </a:solidFill>
                <a:latin typeface="Apple SD Gothic Neo"/>
                <a:ea typeface="Apple SD Gothic Neo"/>
                <a:cs typeface="Apple SD Gothic Neo"/>
              </a:defRPr>
            </a:pPr>
            <a:r>
              <a:rPr sz="1100" b="0">
                <a:solidFill>
                  <a:srgbClr val="000000"/>
                </a:solidFill>
                <a:latin typeface="Apple SD Gothic Neo"/>
                <a:ea typeface="Apple SD Gothic Neo"/>
                <a:cs typeface="Apple SD Gothic Neo"/>
              </a:rPr>
              <a:t>실행 순서도 / 같은 상반기 답변의 로컬 확정</a:t>
            </a:r>
          </a:p>
        </p:txBody>
      </p:sp>
      <p:sp>
        <p:nvSpPr>
          <p:cNvPr id="292" name="dp42-comparison / n243">
            <a:extLst xmlns:a="http://schemas.openxmlformats.org/drawingml/2006/main">
              <a:ext uri="{FF2B5EF4-FFF2-40B4-BE49-F238E27FC236}">
                <a16:creationId xmlns:a16="http://schemas.microsoft.com/office/drawing/2014/main" id="{5EF21C65-C496-427D-A199-BB857B9AEA1B}"/>
              </a:ext>
            </a:extLst>
          </p:cNvPr>
          <p:cNvSpPr>
            <a:spLocks xmlns:a="http://schemas.openxmlformats.org/drawingml/2006/main" noGrp="1"/>
          </p:cNvSpPr>
          <p:nvPr/>
        </p:nvSpPr>
        <p:spPr>
          <a:xfrm xmlns:a="http://schemas.openxmlformats.org/drawingml/2006/main">
            <a:off x="9934575" y="7448550"/>
            <a:ext cx="4154805"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2-comparison / n244 / text 1">
            <a:extLst xmlns:a="http://schemas.openxmlformats.org/drawingml/2006/main">
              <a:ext uri="{FF2B5EF4-FFF2-40B4-BE49-F238E27FC236}">
                <a16:creationId xmlns:a16="http://schemas.microsoft.com/office/drawing/2014/main" id="{34C64162-57A4-4C3D-8D9A-55C39CF2BD33}"/>
              </a:ext>
            </a:extLst>
          </p:cNvPr>
          <p:cNvSpPr>
            <a:spLocks xmlns:a="http://schemas.openxmlformats.org/drawingml/2006/main" noGrp="1"/>
          </p:cNvSpPr>
          <p:nvPr/>
        </p:nvSpPr>
        <p:spPr>
          <a:xfrm xmlns:a="http://schemas.openxmlformats.org/drawingml/2006/main">
            <a:off x="995362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000000"/>
                </a:solidFill>
                <a:latin typeface="Apple SD Gothic Neo"/>
                <a:ea typeface="Apple SD Gothic Neo"/>
                <a:cs typeface="Apple SD Gothic Neo"/>
              </a:defRPr>
            </a:pPr>
            <a:r>
              <a:rPr sz="800" b="0">
                <a:solidFill>
                  <a:srgbClr val="000000"/>
                </a:solidFill>
                <a:latin typeface="Apple SD Gothic Neo"/>
                <a:ea typeface="Apple SD Gothic Neo"/>
                <a:cs typeface="Apple SD Gothic Neo"/>
              </a:rPr>
              <a:t>Task 접수 후 외부 전송 가능 / 대화 반영은 별도 / 접수 대기는 같은 Command1로 확인</a:t>
            </a:r>
          </a:p>
        </p:txBody>
      </p:sp>
    </p:spTree>
    <p:extLst>
      <p:ext uri="{BB962C8B-B14F-4D97-AF65-F5344CB8AC3E}">
        <p14:creationId xmlns:p14="http://schemas.microsoft.com/office/powerpoint/2010/main" val="871643071"/>
      </p:ext>
    </p:extLst>
  </p:cSld>
</p:sld>
</file>

<file path=ppt/slides/slide32.xml><?xml version="1.0" encoding="utf-8"?>
<p:sld xmlns:p="http://schemas.openxmlformats.org/presentationml/2006/main">
  <p:cSld name="dp42-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2-v5-qa-detail / n1">
            <a:extLst xmlns:a="http://schemas.openxmlformats.org/drawingml/2006/main">
              <a:ext uri="{FF2B5EF4-FFF2-40B4-BE49-F238E27FC236}">
                <a16:creationId xmlns:a16="http://schemas.microsoft.com/office/drawing/2014/main" id="{E0052E12-1DAD-4541-9BED-863C770F4ECB}"/>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1">
                <a:solidFill>
                  <a:srgbClr val="087E8B"/>
                </a:solidFill>
                <a:latin typeface="Apple SD Gothic Neo"/>
                <a:ea typeface="Apple SD Gothic Neo"/>
                <a:cs typeface="Apple SD Gothic Neo"/>
              </a:defRPr>
            </a:pPr>
            <a:r>
              <a:rPr sz="1400" b="1">
                <a:solidFill>
                  <a:srgbClr val="087E8B"/>
                </a:solidFill>
                <a:latin typeface="Apple SD Gothic Neo"/>
                <a:ea typeface="Apple SD Gothic Neo"/>
                <a:cs typeface="Apple SD Gothic Neo"/>
              </a:rPr>
              <a:t>VIA SOFTWARE ARCHITECTURE / ASR-QA-v6</a:t>
            </a:r>
          </a:p>
        </p:txBody>
      </p:sp>
      <p:sp>
        <p:nvSpPr>
          <p:cNvPr id="2" name="dp42-v5-qa-detail / n2">
            <a:extLst xmlns:a="http://schemas.openxmlformats.org/drawingml/2006/main">
              <a:ext uri="{FF2B5EF4-FFF2-40B4-BE49-F238E27FC236}">
                <a16:creationId xmlns:a16="http://schemas.microsoft.com/office/drawing/2014/main" id="{9AC23387-E6B6-4089-98BA-060D1546A1EB}"/>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1">
                <a:solidFill>
                  <a:srgbClr val="18232E"/>
                </a:solidFill>
                <a:latin typeface="Apple SD Gothic Neo"/>
                <a:ea typeface="Apple SD Gothic Neo"/>
                <a:cs typeface="Apple SD Gothic Neo"/>
              </a:defRPr>
            </a:pPr>
            <a:r>
              <a:rPr sz="2800" b="1">
                <a:solidFill>
                  <a:srgbClr val="18232E"/>
                </a:solidFill>
                <a:latin typeface="Apple SD Gothic Neo"/>
                <a:ea typeface="Apple SD Gothic Neo"/>
                <a:cs typeface="Apple SD Gothic Neo"/>
              </a:rPr>
              <a:t>04-42. 공동 상태 확정과 독립 상태 접수 / ASR-QA 평가</a:t>
            </a:r>
          </a:p>
        </p:txBody>
      </p:sp>
      <p:sp>
        <p:nvSpPr>
          <p:cNvPr id="3" name="dp42-v5-qa-detail / n3">
            <a:extLst xmlns:a="http://schemas.openxmlformats.org/drawingml/2006/main">
              <a:ext uri="{FF2B5EF4-FFF2-40B4-BE49-F238E27FC236}">
                <a16:creationId xmlns:a16="http://schemas.microsoft.com/office/drawing/2014/main" id="{616269BC-ECD1-4B52-84D1-CE987F38D7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2-v5-qa-detail / n4">
            <a:extLst xmlns:a="http://schemas.openxmlformats.org/drawingml/2006/main">
              <a:ext uri="{FF2B5EF4-FFF2-40B4-BE49-F238E27FC236}">
                <a16:creationId xmlns:a16="http://schemas.microsoft.com/office/drawing/2014/main" id="{D1E736EA-DCCF-4FF8-B273-2CC4697CF24C}"/>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2-v5-qa-detail / n5">
            <a:extLst xmlns:a="http://schemas.openxmlformats.org/drawingml/2006/main">
              <a:ext uri="{FF2B5EF4-FFF2-40B4-BE49-F238E27FC236}">
                <a16:creationId xmlns:a16="http://schemas.microsoft.com/office/drawing/2014/main" id="{5CF79C2C-D2F5-4B8A-A70B-21FCB1741DA2}"/>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0">
                <a:solidFill>
                  <a:srgbClr val="5F6B77"/>
                </a:solidFill>
                <a:latin typeface="Apple SD Gothic Neo"/>
                <a:ea typeface="Apple SD Gothic Neo"/>
                <a:cs typeface="Apple SD Gothic Neo"/>
              </a:defRPr>
            </a:pPr>
            <a:r>
              <a:rPr sz="170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2-v5-qa-detail / n6">
            <a:extLst xmlns:a="http://schemas.openxmlformats.org/drawingml/2006/main">
              <a:ext uri="{FF2B5EF4-FFF2-40B4-BE49-F238E27FC236}">
                <a16:creationId xmlns:a16="http://schemas.microsoft.com/office/drawing/2014/main" id="{AAA5A47A-97F4-4641-8F8D-C7146FE7DA4A}"/>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2-v5-qa-detail / n7">
            <a:extLst xmlns:a="http://schemas.openxmlformats.org/drawingml/2006/main">
              <a:ext uri="{FF2B5EF4-FFF2-40B4-BE49-F238E27FC236}">
                <a16:creationId xmlns:a16="http://schemas.microsoft.com/office/drawing/2014/main" id="{28838343-4710-478C-8F5D-65E9F4FF426A}"/>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QA / 목표</a:t>
            </a:r>
          </a:p>
        </p:txBody>
      </p:sp>
      <p:sp>
        <p:nvSpPr>
          <p:cNvPr id="8" name="dp42-v5-qa-detail / n8">
            <a:extLst xmlns:a="http://schemas.openxmlformats.org/drawingml/2006/main">
              <a:ext uri="{FF2B5EF4-FFF2-40B4-BE49-F238E27FC236}">
                <a16:creationId xmlns:a16="http://schemas.microsoft.com/office/drawing/2014/main" id="{3032A0CC-B2D8-4114-B35B-F9BB1E8845D9}"/>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A 통합 Core의 공동 확정</a:t>
            </a:r>
          </a:p>
        </p:txBody>
      </p:sp>
      <p:sp>
        <p:nvSpPr>
          <p:cNvPr id="9" name="dp42-v5-qa-detail / n9">
            <a:extLst xmlns:a="http://schemas.openxmlformats.org/drawingml/2006/main">
              <a:ext uri="{FF2B5EF4-FFF2-40B4-BE49-F238E27FC236}">
                <a16:creationId xmlns:a16="http://schemas.microsoft.com/office/drawing/2014/main" id="{6186DAEB-3155-475A-81A0-AE05B47BB4D6}"/>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B 독립 대화와 Task 서비스의 접수</a:t>
            </a:r>
          </a:p>
        </p:txBody>
      </p:sp>
      <p:sp>
        <p:nvSpPr>
          <p:cNvPr id="10" name="dp42-v5-qa-detail / n10">
            <a:extLst xmlns:a="http://schemas.openxmlformats.org/drawingml/2006/main">
              <a:ext uri="{FF2B5EF4-FFF2-40B4-BE49-F238E27FC236}">
                <a16:creationId xmlns:a16="http://schemas.microsoft.com/office/drawing/2014/main" id="{1BF400FA-6C22-4831-A025-5D1EA87B45E6}"/>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차이 판단</a:t>
            </a:r>
          </a:p>
        </p:txBody>
      </p:sp>
      <p:sp>
        <p:nvSpPr>
          <p:cNvPr id="11" name="dp42-v5-qa-detail / n11">
            <a:extLst xmlns:a="http://schemas.openxmlformats.org/drawingml/2006/main">
              <a:ext uri="{FF2B5EF4-FFF2-40B4-BE49-F238E27FC236}">
                <a16:creationId xmlns:a16="http://schemas.microsoft.com/office/drawing/2014/main" id="{6C80D7EE-3CD2-4E7D-A5FD-B508FAE0B00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2-v5-qa-detail / n12">
            <a:extLst xmlns:a="http://schemas.openxmlformats.org/drawingml/2006/main">
              <a:ext uri="{FF2B5EF4-FFF2-40B4-BE49-F238E27FC236}">
                <a16:creationId xmlns:a16="http://schemas.microsoft.com/office/drawing/2014/main" id="{ACC0F7C7-127F-41DA-A70B-226379BD6B0C}"/>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01  요청 처리 정확성</a:t>
            </a:r>
          </a:p>
        </p:txBody>
      </p:sp>
      <p:sp>
        <p:nvSpPr>
          <p:cNvPr id="13" name="dp42-v5-qa-detail / n13">
            <a:extLst xmlns:a="http://schemas.openxmlformats.org/drawingml/2006/main">
              <a:ext uri="{FF2B5EF4-FFF2-40B4-BE49-F238E27FC236}">
                <a16:creationId xmlns:a16="http://schemas.microsoft.com/office/drawing/2014/main" id="{05D3609A-88C5-4C2D-ABB7-4E2FFCE58396}"/>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≥98%, 618/630</a:t>
            </a:r>
          </a:p>
        </p:txBody>
      </p:sp>
      <p:sp>
        <p:nvSpPr>
          <p:cNvPr id="14" name="dp42-v5-qa-detail / n14">
            <a:extLst xmlns:a="http://schemas.openxmlformats.org/drawingml/2006/main">
              <a:ext uri="{FF2B5EF4-FFF2-40B4-BE49-F238E27FC236}">
                <a16:creationId xmlns:a16="http://schemas.microsoft.com/office/drawing/2014/main" id="{CB30482C-3D5B-45A7-BFB2-2BD982D9CEF3}"/>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15" name="dp42-v5-qa-detail / n15">
            <a:extLst xmlns:a="http://schemas.openxmlformats.org/drawingml/2006/main">
              <a:ext uri="{FF2B5EF4-FFF2-40B4-BE49-F238E27FC236}">
                <a16:creationId xmlns:a16="http://schemas.microsoft.com/office/drawing/2014/main" id="{94E7ABA1-8F4E-4F8F-8019-0235844CA74B}"/>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의미와 접수 및 현재성 검사</a:t>
            </a:r>
          </a:p>
        </p:txBody>
      </p:sp>
      <p:sp>
        <p:nvSpPr>
          <p:cNvPr id="16" name="dp42-v5-qa-detail / n16">
            <a:extLst xmlns:a="http://schemas.openxmlformats.org/drawingml/2006/main">
              <a:ext uri="{FF2B5EF4-FFF2-40B4-BE49-F238E27FC236}">
                <a16:creationId xmlns:a16="http://schemas.microsoft.com/office/drawing/2014/main" id="{3CB92D02-CDB9-4D07-8699-F9FDF33C9601}"/>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17" name="dp42-v5-qa-detail / n17">
            <a:extLst xmlns:a="http://schemas.openxmlformats.org/drawingml/2006/main">
              <a:ext uri="{FF2B5EF4-FFF2-40B4-BE49-F238E27FC236}">
                <a16:creationId xmlns:a16="http://schemas.microsoft.com/office/drawing/2014/main" id="{A0672D16-BCD5-4950-8852-B80DD4D80EA9}"/>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동일 검사와 receipt의 올바른 반영</a:t>
            </a:r>
          </a:p>
        </p:txBody>
      </p:sp>
      <p:sp>
        <p:nvSpPr>
          <p:cNvPr id="18" name="dp42-v5-qa-detail / n18">
            <a:extLst xmlns:a="http://schemas.openxmlformats.org/drawingml/2006/main">
              <a:ext uri="{FF2B5EF4-FFF2-40B4-BE49-F238E27FC236}">
                <a16:creationId xmlns:a16="http://schemas.microsoft.com/office/drawing/2014/main" id="{EB2A28A1-537A-452D-AC68-B935FAE3FA59}"/>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2-v5-qa-detail / n19">
            <a:extLst xmlns:a="http://schemas.openxmlformats.org/drawingml/2006/main">
              <a:ext uri="{FF2B5EF4-FFF2-40B4-BE49-F238E27FC236}">
                <a16:creationId xmlns:a16="http://schemas.microsoft.com/office/drawing/2014/main" id="{333ACB09-5CC8-4F98-BD3A-E6C7897CEAB9}"/>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1%p</a:t>
            </a:r>
          </a:p>
        </p:txBody>
      </p:sp>
      <p:sp>
        <p:nvSpPr>
          <p:cNvPr id="20" name="dp42-v5-qa-detail / n20">
            <a:extLst xmlns:a="http://schemas.openxmlformats.org/drawingml/2006/main">
              <a:ext uri="{FF2B5EF4-FFF2-40B4-BE49-F238E27FC236}">
                <a16:creationId xmlns:a16="http://schemas.microsoft.com/office/drawing/2014/main" id="{89679BA1-10D4-448A-88EF-495E7DDAB0D0}"/>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21" name="dp42-v5-qa-detail / n21">
            <a:extLst xmlns:a="http://schemas.openxmlformats.org/drawingml/2006/main">
              <a:ext uri="{FF2B5EF4-FFF2-40B4-BE49-F238E27FC236}">
                <a16:creationId xmlns:a16="http://schemas.microsoft.com/office/drawing/2014/main" id="{A183CDA9-39A8-40B7-A144-6D256214F06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2-v5-qa-detail / n22">
            <a:extLst xmlns:a="http://schemas.openxmlformats.org/drawingml/2006/main">
              <a:ext uri="{FF2B5EF4-FFF2-40B4-BE49-F238E27FC236}">
                <a16:creationId xmlns:a16="http://schemas.microsoft.com/office/drawing/2014/main" id="{8C6ABC98-5957-4577-8D56-5965B005BEA8}"/>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02  상호작용 응답시간</a:t>
            </a:r>
          </a:p>
        </p:txBody>
      </p:sp>
      <p:sp>
        <p:nvSpPr>
          <p:cNvPr id="23" name="dp42-v5-qa-detail / n23">
            <a:extLst xmlns:a="http://schemas.openxmlformats.org/drawingml/2006/main">
              <a:ext uri="{FF2B5EF4-FFF2-40B4-BE49-F238E27FC236}">
                <a16:creationId xmlns:a16="http://schemas.microsoft.com/office/drawing/2014/main" id="{6A52D990-E1EF-4059-870C-CAF278572D44}"/>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≤1초, stop ≤0.1초</a:t>
            </a:r>
          </a:p>
        </p:txBody>
      </p:sp>
      <p:sp>
        <p:nvSpPr>
          <p:cNvPr id="24" name="dp42-v5-qa-detail / n24">
            <a:extLst xmlns:a="http://schemas.openxmlformats.org/drawingml/2006/main">
              <a:ext uri="{FF2B5EF4-FFF2-40B4-BE49-F238E27FC236}">
                <a16:creationId xmlns:a16="http://schemas.microsoft.com/office/drawing/2014/main" id="{57ABAEE6-B9AE-48F1-A54F-58562A637106}"/>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25" name="dp42-v5-qa-detail / n25">
            <a:extLst xmlns:a="http://schemas.openxmlformats.org/drawingml/2006/main">
              <a:ext uri="{FF2B5EF4-FFF2-40B4-BE49-F238E27FC236}">
                <a16:creationId xmlns:a16="http://schemas.microsoft.com/office/drawing/2014/main" id="{0D379A5A-F6AF-4CFC-9437-CD87FEC5DD0A}"/>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공동 commit과 대화 반영 대기</a:t>
            </a:r>
          </a:p>
        </p:txBody>
      </p:sp>
      <p:sp>
        <p:nvSpPr>
          <p:cNvPr id="26" name="dp42-v5-qa-detail / n26">
            <a:extLst xmlns:a="http://schemas.openxmlformats.org/drawingml/2006/main">
              <a:ext uri="{FF2B5EF4-FFF2-40B4-BE49-F238E27FC236}">
                <a16:creationId xmlns:a16="http://schemas.microsoft.com/office/drawing/2014/main" id="{56FEC738-42C2-4E46-837F-14806C58B2EB}"/>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27" name="dp42-v5-qa-detail / n27">
            <a:extLst xmlns:a="http://schemas.openxmlformats.org/drawingml/2006/main">
              <a:ext uri="{FF2B5EF4-FFF2-40B4-BE49-F238E27FC236}">
                <a16:creationId xmlns:a16="http://schemas.microsoft.com/office/drawing/2014/main" id="{F7254C71-C574-417E-89F1-25ED1F5AAE92}"/>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독립 접수와 receipt 반영 대기</a:t>
            </a:r>
          </a:p>
        </p:txBody>
      </p:sp>
      <p:sp>
        <p:nvSpPr>
          <p:cNvPr id="28" name="dp42-v5-qa-detail / n28">
            <a:extLst xmlns:a="http://schemas.openxmlformats.org/drawingml/2006/main">
              <a:ext uri="{FF2B5EF4-FFF2-40B4-BE49-F238E27FC236}">
                <a16:creationId xmlns:a16="http://schemas.microsoft.com/office/drawing/2014/main" id="{546672EC-1ECE-4F3F-8B12-7ED015AAB9A6}"/>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2-v5-qa-detail / n29">
            <a:extLst xmlns:a="http://schemas.openxmlformats.org/drawingml/2006/main">
              <a:ext uri="{FF2B5EF4-FFF2-40B4-BE49-F238E27FC236}">
                <a16:creationId xmlns:a16="http://schemas.microsoft.com/office/drawing/2014/main" id="{46B1BAC1-96E4-4E21-92E5-BCB21F926CB1}"/>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0.10초</a:t>
            </a:r>
          </a:p>
        </p:txBody>
      </p:sp>
      <p:sp>
        <p:nvSpPr>
          <p:cNvPr id="30" name="dp42-v5-qa-detail / n30">
            <a:extLst xmlns:a="http://schemas.openxmlformats.org/drawingml/2006/main">
              <a:ext uri="{FF2B5EF4-FFF2-40B4-BE49-F238E27FC236}">
                <a16:creationId xmlns:a16="http://schemas.microsoft.com/office/drawing/2014/main" id="{ABA50E0E-0586-4FDC-97A7-9D6EB5F8CA7E}"/>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31" name="dp42-v5-qa-detail / n31">
            <a:extLst xmlns:a="http://schemas.openxmlformats.org/drawingml/2006/main">
              <a:ext uri="{FF2B5EF4-FFF2-40B4-BE49-F238E27FC236}">
                <a16:creationId xmlns:a16="http://schemas.microsoft.com/office/drawing/2014/main" id="{59050E6C-2A16-4876-A557-A3A9A2645A5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2-v5-qa-detail / n32">
            <a:extLst xmlns:a="http://schemas.openxmlformats.org/drawingml/2006/main">
              <a:ext uri="{FF2B5EF4-FFF2-40B4-BE49-F238E27FC236}">
                <a16:creationId xmlns:a16="http://schemas.microsoft.com/office/drawing/2014/main" id="{D76A025A-6521-4E5A-BF91-F486B25A62D0}"/>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03  VIA 요청 처리시간</a:t>
            </a:r>
          </a:p>
        </p:txBody>
      </p:sp>
      <p:sp>
        <p:nvSpPr>
          <p:cNvPr id="33" name="dp42-v5-qa-detail / n33">
            <a:extLst xmlns:a="http://schemas.openxmlformats.org/drawingml/2006/main">
              <a:ext uri="{FF2B5EF4-FFF2-40B4-BE49-F238E27FC236}">
                <a16:creationId xmlns:a16="http://schemas.microsoft.com/office/drawing/2014/main" id="{775FF466-C3F6-4F67-8091-E81F45EE5AA4}"/>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≤10초</a:t>
            </a:r>
          </a:p>
        </p:txBody>
      </p:sp>
      <p:sp>
        <p:nvSpPr>
          <p:cNvPr id="34" name="dp42-v5-qa-detail / n34">
            <a:extLst xmlns:a="http://schemas.openxmlformats.org/drawingml/2006/main">
              <a:ext uri="{FF2B5EF4-FFF2-40B4-BE49-F238E27FC236}">
                <a16:creationId xmlns:a16="http://schemas.microsoft.com/office/drawing/2014/main" id="{0AC44497-6110-4A0C-9E5A-3DDC5805E1C6}"/>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35" name="dp42-v5-qa-detail / n35">
            <a:extLst xmlns:a="http://schemas.openxmlformats.org/drawingml/2006/main">
              <a:ext uri="{FF2B5EF4-FFF2-40B4-BE49-F238E27FC236}">
                <a16:creationId xmlns:a16="http://schemas.microsoft.com/office/drawing/2014/main" id="{5B54F910-04BA-4523-AF83-9D2021E4E261}"/>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관련 상태의 공동 확정 경로</a:t>
            </a:r>
          </a:p>
        </p:txBody>
      </p:sp>
      <p:sp>
        <p:nvSpPr>
          <p:cNvPr id="36" name="dp42-v5-qa-detail / n36">
            <a:extLst xmlns:a="http://schemas.openxmlformats.org/drawingml/2006/main">
              <a:ext uri="{FF2B5EF4-FFF2-40B4-BE49-F238E27FC236}">
                <a16:creationId xmlns:a16="http://schemas.microsoft.com/office/drawing/2014/main" id="{6E96FA26-E099-4CBF-9744-2A65E83D5B42}"/>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37" name="dp42-v5-qa-detail / n37">
            <a:extLst xmlns:a="http://schemas.openxmlformats.org/drawingml/2006/main">
              <a:ext uri="{FF2B5EF4-FFF2-40B4-BE49-F238E27FC236}">
                <a16:creationId xmlns:a16="http://schemas.microsoft.com/office/drawing/2014/main" id="{D7292273-B6BC-4716-900D-0F627D5EB9C8}"/>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인계와 reconciliation의 전체 경로</a:t>
            </a:r>
          </a:p>
        </p:txBody>
      </p:sp>
      <p:sp>
        <p:nvSpPr>
          <p:cNvPr id="38" name="dp42-v5-qa-detail / n38">
            <a:extLst xmlns:a="http://schemas.openxmlformats.org/drawingml/2006/main">
              <a:ext uri="{FF2B5EF4-FFF2-40B4-BE49-F238E27FC236}">
                <a16:creationId xmlns:a16="http://schemas.microsoft.com/office/drawing/2014/main" id="{6E8A9371-F9ED-430E-9C42-27EBF679AE1C}"/>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2-v5-qa-detail / n39">
            <a:extLst xmlns:a="http://schemas.openxmlformats.org/drawingml/2006/main">
              <a:ext uri="{FF2B5EF4-FFF2-40B4-BE49-F238E27FC236}">
                <a16:creationId xmlns:a16="http://schemas.microsoft.com/office/drawing/2014/main" id="{03655D70-01E8-4F6F-94C2-3F4539D3702F}"/>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0.50초</a:t>
            </a:r>
          </a:p>
        </p:txBody>
      </p:sp>
      <p:sp>
        <p:nvSpPr>
          <p:cNvPr id="40" name="dp42-v5-qa-detail / n40">
            <a:extLst xmlns:a="http://schemas.openxmlformats.org/drawingml/2006/main">
              <a:ext uri="{FF2B5EF4-FFF2-40B4-BE49-F238E27FC236}">
                <a16:creationId xmlns:a16="http://schemas.microsoft.com/office/drawing/2014/main" id="{06EC16BF-DA90-49FF-8C44-A71246F28AA3}"/>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41" name="dp42-v5-qa-detail / n41">
            <a:extLst xmlns:a="http://schemas.openxmlformats.org/drawingml/2006/main">
              <a:ext uri="{FF2B5EF4-FFF2-40B4-BE49-F238E27FC236}">
                <a16:creationId xmlns:a16="http://schemas.microsoft.com/office/drawing/2014/main" id="{70EE21AD-A97E-420C-B24B-7CEC95FACEF9}"/>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2-v5-qa-detail / n42">
            <a:extLst xmlns:a="http://schemas.openxmlformats.org/drawingml/2006/main">
              <a:ext uri="{FF2B5EF4-FFF2-40B4-BE49-F238E27FC236}">
                <a16:creationId xmlns:a16="http://schemas.microsoft.com/office/drawing/2014/main" id="{9D82186A-07CC-4151-B0C0-4507D77FFEDA}"/>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04  VIA 모델 사용 비용</a:t>
            </a:r>
          </a:p>
        </p:txBody>
      </p:sp>
      <p:sp>
        <p:nvSpPr>
          <p:cNvPr id="43" name="dp42-v5-qa-detail / n43">
            <a:extLst xmlns:a="http://schemas.openxmlformats.org/drawingml/2006/main">
              <a:ext uri="{FF2B5EF4-FFF2-40B4-BE49-F238E27FC236}">
                <a16:creationId xmlns:a16="http://schemas.microsoft.com/office/drawing/2014/main" id="{0FF2BC54-AA01-40A7-9C66-2E55B99EE186}"/>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≤$0.50/P21</a:t>
            </a:r>
          </a:p>
        </p:txBody>
      </p:sp>
      <p:sp>
        <p:nvSpPr>
          <p:cNvPr id="44" name="dp42-v5-qa-detail / n44">
            <a:extLst xmlns:a="http://schemas.openxmlformats.org/drawingml/2006/main">
              <a:ext uri="{FF2B5EF4-FFF2-40B4-BE49-F238E27FC236}">
                <a16:creationId xmlns:a16="http://schemas.microsoft.com/office/drawing/2014/main" id="{23BDA1F8-349E-4C2B-9B27-8F88FAF88FD9}"/>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45" name="dp42-v5-qa-detail / n45">
            <a:extLst xmlns:a="http://schemas.openxmlformats.org/drawingml/2006/main">
              <a:ext uri="{FF2B5EF4-FFF2-40B4-BE49-F238E27FC236}">
                <a16:creationId xmlns:a16="http://schemas.microsoft.com/office/drawing/2014/main" id="{41E4D9DF-BACE-4042-ADBB-E4427D978E5D}"/>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코드 저장 외 실제 모델 청구</a:t>
            </a:r>
          </a:p>
        </p:txBody>
      </p:sp>
      <p:sp>
        <p:nvSpPr>
          <p:cNvPr id="46" name="dp42-v5-qa-detail / n46">
            <a:extLst xmlns:a="http://schemas.openxmlformats.org/drawingml/2006/main">
              <a:ext uri="{FF2B5EF4-FFF2-40B4-BE49-F238E27FC236}">
                <a16:creationId xmlns:a16="http://schemas.microsoft.com/office/drawing/2014/main" id="{0816BA81-618A-4B62-8DA1-6E2D95375788}"/>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47" name="dp42-v5-qa-detail / n47">
            <a:extLst xmlns:a="http://schemas.openxmlformats.org/drawingml/2006/main">
              <a:ext uri="{FF2B5EF4-FFF2-40B4-BE49-F238E27FC236}">
                <a16:creationId xmlns:a16="http://schemas.microsoft.com/office/drawing/2014/main" id="{F6FCE6FE-FB2B-4993-9D6D-864F2DF06D7D}"/>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IPC 외 실제 모델 청구</a:t>
            </a:r>
          </a:p>
        </p:txBody>
      </p:sp>
      <p:sp>
        <p:nvSpPr>
          <p:cNvPr id="48" name="dp42-v5-qa-detail / n48">
            <a:extLst xmlns:a="http://schemas.openxmlformats.org/drawingml/2006/main">
              <a:ext uri="{FF2B5EF4-FFF2-40B4-BE49-F238E27FC236}">
                <a16:creationId xmlns:a16="http://schemas.microsoft.com/office/drawing/2014/main" id="{29913499-9549-4D7D-9932-BCEDFD96A7F7}"/>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2-v5-qa-detail / n49">
            <a:extLst xmlns:a="http://schemas.openxmlformats.org/drawingml/2006/main">
              <a:ext uri="{FF2B5EF4-FFF2-40B4-BE49-F238E27FC236}">
                <a16:creationId xmlns:a16="http://schemas.microsoft.com/office/drawing/2014/main" id="{7F6FE70F-4CF9-46E3-BA79-EA5987ED7DC8}"/>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$0.03/P21</a:t>
            </a:r>
          </a:p>
        </p:txBody>
      </p:sp>
      <p:sp>
        <p:nvSpPr>
          <p:cNvPr id="50" name="dp42-v5-qa-detail / n50">
            <a:extLst xmlns:a="http://schemas.openxmlformats.org/drawingml/2006/main">
              <a:ext uri="{FF2B5EF4-FFF2-40B4-BE49-F238E27FC236}">
                <a16:creationId xmlns:a16="http://schemas.microsoft.com/office/drawing/2014/main" id="{6F897435-9B71-4F1C-B30C-33BBEDB7B8AE}"/>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51" name="dp42-v5-qa-detail / n51">
            <a:extLst xmlns:a="http://schemas.openxmlformats.org/drawingml/2006/main">
              <a:ext uri="{FF2B5EF4-FFF2-40B4-BE49-F238E27FC236}">
                <a16:creationId xmlns:a16="http://schemas.microsoft.com/office/drawing/2014/main" id="{77230508-5978-44F7-9F17-594B9BABF06E}"/>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2-v5-qa-detail / n52">
            <a:extLst xmlns:a="http://schemas.openxmlformats.org/drawingml/2006/main">
              <a:ext uri="{FF2B5EF4-FFF2-40B4-BE49-F238E27FC236}">
                <a16:creationId xmlns:a16="http://schemas.microsoft.com/office/drawing/2014/main" id="{BFAE2C7C-FF1E-4A1F-B5F4-FC807FBC9006}"/>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05  VIA 변경 용이성</a:t>
            </a:r>
          </a:p>
        </p:txBody>
      </p:sp>
      <p:sp>
        <p:nvSpPr>
          <p:cNvPr id="53" name="dp42-v5-qa-detail / n53">
            <a:extLst xmlns:a="http://schemas.openxmlformats.org/drawingml/2006/main">
              <a:ext uri="{FF2B5EF4-FFF2-40B4-BE49-F238E27FC236}">
                <a16:creationId xmlns:a16="http://schemas.microsoft.com/office/drawing/2014/main" id="{2DEA17DF-9C5C-40F3-9272-5BF240CA043C}"/>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평균 ≤3개, 과제별 ≤5개</a:t>
            </a:r>
          </a:p>
        </p:txBody>
      </p:sp>
      <p:sp>
        <p:nvSpPr>
          <p:cNvPr id="54" name="dp42-v5-qa-detail / n54">
            <a:extLst xmlns:a="http://schemas.openxmlformats.org/drawingml/2006/main">
              <a:ext uri="{FF2B5EF4-FFF2-40B4-BE49-F238E27FC236}">
                <a16:creationId xmlns:a16="http://schemas.microsoft.com/office/drawing/2014/main" id="{86D35AE4-1A1C-4441-8778-A7F39F2A121A}"/>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55" name="dp42-v5-qa-detail / n55">
            <a:extLst xmlns:a="http://schemas.openxmlformats.org/drawingml/2006/main">
              <a:ext uri="{FF2B5EF4-FFF2-40B4-BE49-F238E27FC236}">
                <a16:creationId xmlns:a16="http://schemas.microsoft.com/office/drawing/2014/main" id="{6557B021-0E70-4839-8BCE-D1F7095ABDEA}"/>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공동 상태 계약의 실제 수정</a:t>
            </a:r>
          </a:p>
        </p:txBody>
      </p:sp>
      <p:sp>
        <p:nvSpPr>
          <p:cNvPr id="56" name="dp42-v5-qa-detail / n56">
            <a:extLst xmlns:a="http://schemas.openxmlformats.org/drawingml/2006/main">
              <a:ext uri="{FF2B5EF4-FFF2-40B4-BE49-F238E27FC236}">
                <a16:creationId xmlns:a16="http://schemas.microsoft.com/office/drawing/2014/main" id="{24D12290-C101-4E09-832C-0CC6B4A77186}"/>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평가 전</a:t>
            </a:r>
          </a:p>
        </p:txBody>
      </p:sp>
      <p:sp>
        <p:nvSpPr>
          <p:cNvPr id="57" name="dp42-v5-qa-detail / n57">
            <a:extLst xmlns:a="http://schemas.openxmlformats.org/drawingml/2006/main">
              <a:ext uri="{FF2B5EF4-FFF2-40B4-BE49-F238E27FC236}">
                <a16:creationId xmlns:a16="http://schemas.microsoft.com/office/drawing/2014/main" id="{660985D6-1122-4DA6-A2C7-305ADB989956}"/>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독립 인계 계약의 실제 수정</a:t>
            </a:r>
          </a:p>
        </p:txBody>
      </p:sp>
      <p:sp>
        <p:nvSpPr>
          <p:cNvPr id="58" name="dp42-v5-qa-detail / n58">
            <a:extLst xmlns:a="http://schemas.openxmlformats.org/drawingml/2006/main">
              <a:ext uri="{FF2B5EF4-FFF2-40B4-BE49-F238E27FC236}">
                <a16:creationId xmlns:a16="http://schemas.microsoft.com/office/drawing/2014/main" id="{778CC2C5-B11E-4DF2-86B5-DB540DE5B161}"/>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2-v5-qa-detail / n59">
            <a:extLst xmlns:a="http://schemas.openxmlformats.org/drawingml/2006/main">
              <a:ext uri="{FF2B5EF4-FFF2-40B4-BE49-F238E27FC236}">
                <a16:creationId xmlns:a16="http://schemas.microsoft.com/office/drawing/2014/main" id="{20CDC1C6-0D8C-4AD9-98D5-2409CB745597}"/>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0.50개</a:t>
            </a:r>
          </a:p>
        </p:txBody>
      </p:sp>
      <p:sp>
        <p:nvSpPr>
          <p:cNvPr id="60" name="dp42-v5-qa-detail / n60">
            <a:extLst xmlns:a="http://schemas.openxmlformats.org/drawingml/2006/main">
              <a:ext uri="{FF2B5EF4-FFF2-40B4-BE49-F238E27FC236}">
                <a16:creationId xmlns:a16="http://schemas.microsoft.com/office/drawing/2014/main" id="{A3D9A227-2830-473B-B4D0-FE05402D8F1D}"/>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61" name="dp42-v5-qa-detail / n61">
            <a:extLst xmlns:a="http://schemas.openxmlformats.org/drawingml/2006/main">
              <a:ext uri="{FF2B5EF4-FFF2-40B4-BE49-F238E27FC236}">
                <a16:creationId xmlns:a16="http://schemas.microsoft.com/office/drawing/2014/main" id="{83D2913F-66E7-4E29-8AC6-E17044B64FFC}"/>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2-v5-qa-detail / n62">
            <a:extLst xmlns:a="http://schemas.openxmlformats.org/drawingml/2006/main">
              <a:ext uri="{FF2B5EF4-FFF2-40B4-BE49-F238E27FC236}">
                <a16:creationId xmlns:a16="http://schemas.microsoft.com/office/drawing/2014/main" id="{3B442BC9-755B-47F5-AF10-EC479C7FE135}"/>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18232E"/>
                </a:solidFill>
                <a:latin typeface="Apple SD Gothic Neo"/>
                <a:ea typeface="Apple SD Gothic Neo"/>
                <a:cs typeface="Apple SD Gothic Neo"/>
              </a:defRPr>
            </a:pPr>
            <a:r>
              <a:rPr sz="1700" b="1">
                <a:solidFill>
                  <a:srgbClr val="18232E"/>
                </a:solidFill>
                <a:latin typeface="Apple SD Gothic Neo"/>
                <a:ea typeface="Apple SD Gothic Neo"/>
                <a:cs typeface="Apple SD Gothic Neo"/>
              </a:rPr>
              <a:t>06  로컬 VIA 메모리 사용량</a:t>
            </a:r>
          </a:p>
        </p:txBody>
      </p:sp>
      <p:sp>
        <p:nvSpPr>
          <p:cNvPr id="63" name="dp42-v5-qa-detail / n63">
            <a:extLst xmlns:a="http://schemas.openxmlformats.org/drawingml/2006/main">
              <a:ext uri="{FF2B5EF4-FFF2-40B4-BE49-F238E27FC236}">
                <a16:creationId xmlns:a16="http://schemas.microsoft.com/office/drawing/2014/main" id="{34326D37-5158-4C86-89A3-A58C6C91ADEB}"/>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commit 최대 ≤4,096MiB</a:t>
            </a:r>
          </a:p>
        </p:txBody>
      </p:sp>
      <p:sp>
        <p:nvSpPr>
          <p:cNvPr id="64" name="dp42-v5-qa-detail / n64">
            <a:extLst xmlns:a="http://schemas.openxmlformats.org/drawingml/2006/main">
              <a:ext uri="{FF2B5EF4-FFF2-40B4-BE49-F238E27FC236}">
                <a16:creationId xmlns:a16="http://schemas.microsoft.com/office/drawing/2014/main" id="{2C3D3F81-F166-4CC5-B1F1-F0159468CB0D}"/>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예산 1,792MiB (가정)</a:t>
            </a:r>
          </a:p>
        </p:txBody>
      </p:sp>
      <p:sp>
        <p:nvSpPr>
          <p:cNvPr id="65" name="dp42-v5-qa-detail / n65">
            <a:extLst xmlns:a="http://schemas.openxmlformats.org/drawingml/2006/main">
              <a:ext uri="{FF2B5EF4-FFF2-40B4-BE49-F238E27FC236}">
                <a16:creationId xmlns:a16="http://schemas.microsoft.com/office/drawing/2014/main" id="{D49112B5-316D-405C-A861-6061A0437C1B}"/>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통합 실행체의 상태와 대기열</a:t>
            </a:r>
          </a:p>
        </p:txBody>
      </p:sp>
      <p:sp>
        <p:nvSpPr>
          <p:cNvPr id="66" name="dp42-v5-qa-detail / n66">
            <a:extLst xmlns:a="http://schemas.openxmlformats.org/drawingml/2006/main">
              <a:ext uri="{FF2B5EF4-FFF2-40B4-BE49-F238E27FC236}">
                <a16:creationId xmlns:a16="http://schemas.microsoft.com/office/drawing/2014/main" id="{003015C0-6ECD-440A-B3BA-F8A4AAE486F5}"/>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00" b="1">
                <a:solidFill>
                  <a:srgbClr val="18232E"/>
                </a:solidFill>
                <a:latin typeface="Apple SD Gothic Neo"/>
                <a:ea typeface="Apple SD Gothic Neo"/>
                <a:cs typeface="Apple SD Gothic Neo"/>
              </a:defRPr>
            </a:pPr>
            <a:r>
              <a:rPr sz="2000" b="1">
                <a:solidFill>
                  <a:srgbClr val="18232E"/>
                </a:solidFill>
                <a:latin typeface="Apple SD Gothic Neo"/>
                <a:ea typeface="Apple SD Gothic Neo"/>
                <a:cs typeface="Apple SD Gothic Neo"/>
              </a:rPr>
              <a:t>예산 2,080MiB (가정)</a:t>
            </a:r>
          </a:p>
        </p:txBody>
      </p:sp>
      <p:sp>
        <p:nvSpPr>
          <p:cNvPr id="67" name="dp42-v5-qa-detail / n67">
            <a:extLst xmlns:a="http://schemas.openxmlformats.org/drawingml/2006/main">
              <a:ext uri="{FF2B5EF4-FFF2-40B4-BE49-F238E27FC236}">
                <a16:creationId xmlns:a16="http://schemas.microsoft.com/office/drawing/2014/main" id="{CA74D0FF-BEEE-4F31-8B5F-952DC8CE53B7}"/>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추가 process와 receipt 상태</a:t>
            </a:r>
          </a:p>
        </p:txBody>
      </p:sp>
      <p:sp>
        <p:nvSpPr>
          <p:cNvPr id="68" name="dp42-v5-qa-detail / n68">
            <a:extLst xmlns:a="http://schemas.openxmlformats.org/drawingml/2006/main">
              <a:ext uri="{FF2B5EF4-FFF2-40B4-BE49-F238E27FC236}">
                <a16:creationId xmlns:a16="http://schemas.microsoft.com/office/drawing/2014/main" id="{67B44F0A-0452-4DC0-81D8-435E2D234D24}"/>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2-v5-qa-detail / n69">
            <a:extLst xmlns:a="http://schemas.openxmlformats.org/drawingml/2006/main">
              <a:ext uri="{FF2B5EF4-FFF2-40B4-BE49-F238E27FC236}">
                <a16:creationId xmlns:a16="http://schemas.microsoft.com/office/drawing/2014/main" id="{FE0C7A5A-3EDE-4C4C-A686-7E8FC8AC891F}"/>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기준 128MiB</a:t>
            </a:r>
          </a:p>
        </p:txBody>
      </p:sp>
      <p:sp>
        <p:nvSpPr>
          <p:cNvPr id="70" name="dp42-v5-qa-detail / n70">
            <a:extLst xmlns:a="http://schemas.openxmlformats.org/drawingml/2006/main">
              <a:ext uri="{FF2B5EF4-FFF2-40B4-BE49-F238E27FC236}">
                <a16:creationId xmlns:a16="http://schemas.microsoft.com/office/drawing/2014/main" id="{70009BE0-A31E-4FB0-8B5A-6FDD0930EA13}"/>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F6B77"/>
                </a:solidFill>
                <a:latin typeface="Apple SD Gothic Neo"/>
                <a:ea typeface="Apple SD Gothic Neo"/>
                <a:cs typeface="Apple SD Gothic Neo"/>
              </a:defRPr>
            </a:pPr>
            <a:r>
              <a:rPr sz="1300" b="0">
                <a:solidFill>
                  <a:srgbClr val="5F6B77"/>
                </a:solidFill>
                <a:latin typeface="Apple SD Gothic Neo"/>
                <a:ea typeface="Apple SD Gothic Neo"/>
                <a:cs typeface="Apple SD Gothic Neo"/>
              </a:rPr>
              <a:t>보호 조건 별도</a:t>
            </a:r>
          </a:p>
        </p:txBody>
      </p:sp>
      <p:sp>
        <p:nvSpPr>
          <p:cNvPr id="71" name="dp42-v5-qa-detail / n71">
            <a:extLst xmlns:a="http://schemas.openxmlformats.org/drawingml/2006/main">
              <a:ext uri="{FF2B5EF4-FFF2-40B4-BE49-F238E27FC236}">
                <a16:creationId xmlns:a16="http://schemas.microsoft.com/office/drawing/2014/main" id="{93E560E6-16C5-411F-BAB6-494B44198617}"/>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2-v5-qa-detail / n72">
            <a:extLst xmlns:a="http://schemas.openxmlformats.org/drawingml/2006/main">
              <a:ext uri="{FF2B5EF4-FFF2-40B4-BE49-F238E27FC236}">
                <a16:creationId xmlns:a16="http://schemas.microsoft.com/office/drawing/2014/main" id="{A494667C-15FC-4119-B46C-05B345E93077}"/>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2-v5-qa-detail / n73">
            <a:extLst xmlns:a="http://schemas.openxmlformats.org/drawingml/2006/main">
              <a:ext uri="{FF2B5EF4-FFF2-40B4-BE49-F238E27FC236}">
                <a16:creationId xmlns:a16="http://schemas.microsoft.com/office/drawing/2014/main" id="{17CE71E5-4D06-4C08-8C7B-F02FCF64EFDB}"/>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2-v5-qa-detail / n74">
            <a:extLst xmlns:a="http://schemas.openxmlformats.org/drawingml/2006/main">
              <a:ext uri="{FF2B5EF4-FFF2-40B4-BE49-F238E27FC236}">
                <a16:creationId xmlns:a16="http://schemas.microsoft.com/office/drawing/2014/main" id="{C455F8E0-DCB2-4A02-B433-A7BE40CD9457}"/>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8232E"/>
                </a:solidFill>
                <a:latin typeface="Apple SD Gothic Neo"/>
                <a:ea typeface="Apple SD Gothic Neo"/>
                <a:cs typeface="Apple SD Gothic Neo"/>
              </a:defRPr>
            </a:pPr>
            <a:r>
              <a:rPr sz="1600" b="0">
                <a:solidFill>
                  <a:srgbClr val="18232E"/>
                </a:solidFill>
                <a:latin typeface="Apple SD Gothic Neo"/>
                <a:ea typeface="Apple SD Gothic Neo"/>
                <a:cs typeface="Apple SD Gothic Neo"/>
              </a:rPr>
              <a:t>지역 계산 S6-04: 확정/접수 A 0.010초 / B 0.025초. 모델과 외부 접수는 공통이며 전체 평균은 아니다.</a:t>
            </a:r>
          </a:p>
        </p:txBody>
      </p:sp>
      <p:sp>
        <p:nvSpPr>
          <p:cNvPr id="75" name="dp42-v5-qa-detail / n75">
            <a:extLst xmlns:a="http://schemas.openxmlformats.org/drawingml/2006/main">
              <a:ext uri="{FF2B5EF4-FFF2-40B4-BE49-F238E27FC236}">
                <a16:creationId xmlns:a16="http://schemas.microsoft.com/office/drawing/2014/main" id="{4F200CD4-152C-4229-ADFC-9CEA573A0FC9}"/>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5F6B77"/>
                </a:solidFill>
                <a:latin typeface="Apple SD Gothic Neo"/>
                <a:ea typeface="Apple SD Gothic Neo"/>
                <a:cs typeface="Apple SD Gothic Neo"/>
              </a:defRPr>
            </a:pPr>
            <a:r>
              <a:rPr sz="1600"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2-v5-qa-detail / n76">
            <a:extLst xmlns:a="http://schemas.openxmlformats.org/drawingml/2006/main">
              <a:ext uri="{FF2B5EF4-FFF2-40B4-BE49-F238E27FC236}">
                <a16:creationId xmlns:a16="http://schemas.microsoft.com/office/drawing/2014/main" id="{A50400FF-8397-42FE-98F6-CA34DEC4F3D0}"/>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F6B77"/>
                </a:solidFill>
                <a:latin typeface="Apple SD Gothic Neo"/>
                <a:ea typeface="Apple SD Gothic Neo"/>
                <a:cs typeface="Apple SD Gothic Neo"/>
              </a:defRPr>
            </a:pPr>
            <a:r>
              <a:rPr sz="1400"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1875579069"/>
      </p:ext>
    </p:extLst>
  </p:cSld>
</p:sld>
</file>

<file path=ppt/slides/slide3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background-v2">
    <p:bg>
      <p:bgPr>
        <a:solidFill>
          <a:srgbClr val="FFFFFF"/>
        </a:solidFill>
      </p:bgPr>
    </p:bg>
    <p:spTree>
      <p:nvGrpSpPr>
        <p:cNvPr id="1" name=""/>
        <p:cNvGrpSpPr/>
        <p:nvPr/>
      </p:nvGrpSpPr>
      <p:grpSpPr>
        <a:xfrm/>
      </p:grpSpPr>
      <p:sp>
        <p:nvSpPr>
          <p:cNvPr id="2" name="r3-1">
            <a:extLst>
              <a:ext uri="{FF2B5EF4-FFF2-40B4-BE49-F238E27FC236}">
                <ns2:creationId id="{8CAC8117-16F8-4F9D-8317-AAE3EC84E1F0}"/>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배경 | 관련 동향</a:t>
            </a:r>
          </a:p>
        </p:txBody>
      </p:sp>
      <p:sp>
        <p:nvSpPr>
          <p:cNvPr id="3" name="line-2">
            <a:extLst>
              <a:ext uri="{FF2B5EF4-FFF2-40B4-BE49-F238E27FC236}">
                <ns2:creationId id="{1F04E5D7-6604-4B32-8D5A-9E70895E6885}"/>
              </a:ext>
            </a:extLst>
          </p:cNvPr>
          <p:cNvSpPr>
            <a:spLocks noGrp="1"/>
          </p:cNvSpPr>
          <p:nvPr/>
        </p:nvSpPr>
        <p:spPr>
          <a:xfrm flipH="0">
            <a:off x="428625" y="971550"/>
            <a:ext cx="17430750" cy="0"/>
          </a:xfrm>
          <a:prstGeom prst="line">
            <a:avLst/>
          </a:prstGeom>
          <a:noFill/>
          <a:ln w="14288">
            <a:solidFill>
              <a:srgbClr val="6C747C"/>
            </a:solidFill>
          </a:ln>
        </p:spPr>
      </p:sp>
      <p:sp>
        <p:nvSpPr>
          <p:cNvPr id="4" name="r3-3">
            <a:extLst>
              <a:ext uri="{FF2B5EF4-FFF2-40B4-BE49-F238E27FC236}">
                <ns2:creationId id="{5D800A3F-CABC-4308-9166-7DAF8662354C}"/>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5" name="r3-4">
            <a:extLst>
              <a:ext uri="{FF2B5EF4-FFF2-40B4-BE49-F238E27FC236}">
                <ns2:creationId id="{EE344BD5-A6DC-4CB7-B0B9-BACB68666A2A}"/>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배경과 소개</a:t>
            </a:r>
          </a:p>
        </p:txBody>
      </p:sp>
      <p:sp>
        <p:nvSpPr>
          <p:cNvPr id="6" name="r3-5">
            <a:extLst>
              <a:ext uri="{FF2B5EF4-FFF2-40B4-BE49-F238E27FC236}">
                <ns2:creationId id="{5ECD5165-4A5E-4669-AB00-85E21B2BA05D}"/>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7" name="r3-6">
            <a:extLst>
              <a:ext uri="{FF2B5EF4-FFF2-40B4-BE49-F238E27FC236}">
                <ns2:creationId id="{AE7D1F32-45B1-4DA1-971C-5910B03C6135}"/>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요구사항</a:t>
            </a:r>
          </a:p>
        </p:txBody>
      </p:sp>
      <p:sp>
        <p:nvSpPr>
          <p:cNvPr id="8" name="r3-7">
            <a:extLst>
              <a:ext uri="{FF2B5EF4-FFF2-40B4-BE49-F238E27FC236}">
                <ns2:creationId id="{194B31F5-3247-439B-8C74-15BBAE0DB6C3}"/>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9" name="r3-8">
            <a:extLst>
              <a:ext uri="{FF2B5EF4-FFF2-40B4-BE49-F238E27FC236}">
                <ns2:creationId id="{88798B45-16FB-4AB2-ACF7-6E6610600246}"/>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설계 비교</a:t>
            </a:r>
          </a:p>
        </p:txBody>
      </p:sp>
      <p:sp>
        <p:nvSpPr>
          <p:cNvPr id="10" name="r3-9">
            <a:extLst>
              <a:ext uri="{FF2B5EF4-FFF2-40B4-BE49-F238E27FC236}">
                <ns2:creationId id="{F6CFE006-9B0B-447D-8A36-45C993829EDA}"/>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1" name="r3-10">
            <a:extLst>
              <a:ext uri="{FF2B5EF4-FFF2-40B4-BE49-F238E27FC236}">
                <ns2:creationId id="{6B8203DC-D402-43CF-90AB-C3619D54AA55}"/>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검토 요약</a:t>
            </a:r>
          </a:p>
        </p:txBody>
      </p:sp>
      <p:sp>
        <p:nvSpPr>
          <p:cNvPr id="12" name="r3-11">
            <a:extLst>
              <a:ext uri="{FF2B5EF4-FFF2-40B4-BE49-F238E27FC236}">
                <ns2:creationId id="{47B018C3-A7AC-4BE4-A77F-68B7D6B38E2D}"/>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3" name="r3-12">
            <a:extLst>
              <a:ext uri="{FF2B5EF4-FFF2-40B4-BE49-F238E27FC236}">
                <ns2:creationId id="{D1CDE218-9368-46CC-976D-B3F71B741ECD}"/>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Appendix</a:t>
            </a:r>
          </a:p>
        </p:txBody>
      </p:sp>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122445"/>
          </a:solidFill>
          <a:ln w="14288">
            <a:solidFill>
              <a:srgbClr val="CAD2D9"/>
            </a:solidFill>
          </a:ln>
        </p:spPr>
      </p:sp>
      <p:sp>
        <p:nvSpPr>
          <p:cNvPr id="15" name="r3-15">
            <a:extLst>
              <a:ext uri="{FF2B5EF4-FFF2-40B4-BE49-F238E27FC236}">
                <ns2:creationId id="{43866F53-5468-4287-8E54-A0A623F7C35D}"/>
              </a:ext>
            </a:extLst>
          </p:cNvPr>
          <p:cNvSpPr>
            <a:spLocks noGrp="1"/>
          </p:cNvSpPr>
          <p:nvPr/>
        </p:nvSpPr>
        <p:spPr>
          <a:xfrm>
            <a:off x="1085850" y="1385888"/>
            <a:ext cx="7272338" cy="542925"/>
          </a:xfrm>
          <a:prstGeom prst="rect">
            <a:avLst/>
          </a:prstGeom>
          <a:noFill/>
          <a:ln w="0">
            <a:noFill/>
          </a:ln>
        </p:spPr>
        <p:txBody>
          <a:bodyPr wrap="none" lIns="0" tIns="0" rIns="0" bIns="0" anchor="ctr">
            <a:noAutofit/>
          </a:bodyPr>
          <a:lstStyle/>
          <a:p>
            <a:pPr algn="ctr">
              <a:defRPr sz="2600" b="1">
                <a:solidFill>
                  <a:srgbClr val="FFFFFF"/>
                </a:solidFill>
                <a:latin typeface="Apple SD Gothic Neo"/>
                <a:ea typeface="Apple SD Gothic Neo"/>
                <a:cs typeface="Apple SD Gothic Neo"/>
              </a:defRPr>
            </a:pPr>
            <a:r>
              <a:rPr sz="2600" b="1">
                <a:solidFill>
                  <a:srgbClr val="FFFFFF"/>
                </a:solidFill>
                <a:latin typeface="Apple SD Gothic Neo"/>
                <a:ea typeface="Apple SD Gothic Neo"/>
                <a:cs typeface="Apple SD Gothic Neo"/>
              </a:rPr>
              <a:t>PC 업무를 수행하는 AI의 등장</a:t>
            </a: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122445"/>
          </a:solidFill>
          <a:ln w="14288">
            <a:solidFill>
              <a:srgbClr val="CAD2D9"/>
            </a:solidFill>
          </a:ln>
        </p:spPr>
      </p:sp>
      <p:sp>
        <p:nvSpPr>
          <p:cNvPr id="17" name="r3-17">
            <a:extLst>
              <a:ext uri="{FF2B5EF4-FFF2-40B4-BE49-F238E27FC236}">
                <ns2:creationId id="{7C2B80B6-5FEB-4339-8F7E-9889897F2A62}"/>
              </a:ext>
            </a:extLst>
          </p:cNvPr>
          <p:cNvSpPr>
            <a:spLocks noGrp="1"/>
          </p:cNvSpPr>
          <p:nvPr/>
        </p:nvSpPr>
        <p:spPr>
          <a:xfrm>
            <a:off x="9929812" y="1385888"/>
            <a:ext cx="7272338" cy="542925"/>
          </a:xfrm>
          <a:prstGeom prst="rect">
            <a:avLst/>
          </a:prstGeom>
          <a:noFill/>
          <a:ln w="0">
            <a:noFill/>
          </a:ln>
        </p:spPr>
        <p:txBody>
          <a:bodyPr wrap="none" lIns="0" tIns="0" rIns="0" bIns="0" anchor="ctr">
            <a:noAutofit/>
          </a:bodyPr>
          <a:lstStyle/>
          <a:p>
            <a:pPr algn="ctr">
              <a:defRPr sz="2600" b="1">
                <a:solidFill>
                  <a:srgbClr val="FFFFFF"/>
                </a:solidFill>
                <a:latin typeface="Apple SD Gothic Neo"/>
                <a:ea typeface="Apple SD Gothic Neo"/>
                <a:cs typeface="Apple SD Gothic Neo"/>
              </a:defRPr>
            </a:pPr>
            <a:r>
              <a:rPr sz="2600" b="1">
                <a:solidFill>
                  <a:srgbClr val="FFFFFF"/>
                </a:solidFill>
                <a:latin typeface="Apple SD Gothic Neo"/>
                <a:ea typeface="Apple SD Gothic Neo"/>
                <a:cs typeface="Apple SD Gothic Neo"/>
              </a:rPr>
              <a:t>화면을 보며 말로 지시하는 상호작용</a:t>
            </a: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20262C"/>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a:solidFill>
                  <a:srgbClr val="20262C"/>
                </a:solidFill>
                <a:latin typeface="Apple SD Gothic Neo"/>
                <a:ea typeface="Apple SD Gothic Neo"/>
                <a:cs typeface="Apple SD Gothic Neo"/>
              </a:defRPr>
            </a:pPr>
            <a:r>
              <a:rPr sz="2500" b="1">
                <a:solidFill>
                  <a:srgbClr val="20262C"/>
                </a:solidFill>
                <a:latin typeface="Apple SD Gothic Neo"/>
                <a:ea typeface="Apple SD Gothic Neo"/>
                <a:cs typeface="Apple SD Gothic Neo"/>
              </a:rPr>
              <a:t>자료를 찾아 업무 앱까지 조작하는 AI</a:t>
            </a: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화면을 읽고, 필요한 정보를 찾아 신청서에 입력</a:t>
            </a:r>
          </a:p>
        </p:txBody>
      </p:sp>
      <p:pic>
        <p:nvPicPr>
          <p:cNvPr id="22"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거래처 검색 → 정보 확인 → 신청서 입력</a:t>
            </a: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a:solidFill>
                  <a:srgbClr val="657079"/>
                </a:solidFill>
                <a:latin typeface="Apple SD Gothic Neo"/>
                <a:ea typeface="Apple SD Gothic Neo"/>
                <a:cs typeface="Apple SD Gothic Neo"/>
              </a:defRPr>
            </a:pPr>
            <a:r>
              <a:rPr sz="1500" b="0">
                <a:solidFill>
                  <a:srgbClr val="657079"/>
                </a:solidFill>
                <a:latin typeface="Apple SD Gothic Neo"/>
                <a:ea typeface="Apple SD Gothic Neo"/>
                <a:cs typeface="Apple SD Gothic Neo"/>
              </a:rPr>
              <a:t>[ Anthropic computer use 공개 시연, 2024.10 / 발췌, 3배속 ]</a:t>
            </a: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20262C"/>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사무 업무부터 개발 업무까지 적용 영역 확대</a:t>
            </a: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a:solidFill>
                  <a:srgbClr val="122445"/>
                </a:solidFill>
                <a:latin typeface="Apple SD Gothic Neo"/>
                <a:ea typeface="Apple SD Gothic Neo"/>
                <a:cs typeface="Apple SD Gothic Neo"/>
              </a:defRPr>
            </a:pPr>
            <a:r>
              <a:rPr sz="2300" b="1">
                <a:solidFill>
                  <a:srgbClr val="122445"/>
                </a:solidFill>
                <a:latin typeface="Apple SD Gothic Neo"/>
                <a:ea typeface="Apple SD Gothic Neo"/>
                <a:cs typeface="Apple SD Gothic Neo"/>
              </a:rPr>
              <a:t>여러 앱을 활용한 사무 업무</a:t>
            </a: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Cowork 사례</a:t>
            </a: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a:solidFill>
                  <a:srgbClr val="20262C"/>
                </a:solidFill>
                <a:latin typeface="Apple SD Gothic Neo"/>
                <a:ea typeface="Apple SD Gothic Neo"/>
                <a:cs typeface="Apple SD Gothic Neo"/>
              </a:defRPr>
            </a:pPr>
            <a:r>
              <a:rPr sz="2000" b="0">
                <a:solidFill>
                  <a:srgbClr val="20262C"/>
                </a:solidFill>
                <a:latin typeface="Apple SD Gothic Neo"/>
                <a:ea typeface="Apple SD Gothic Neo"/>
                <a:cs typeface="Apple SD Gothic Neo"/>
              </a:rPr>
              <a:t>파일과 앱의 자료로 보고서 작성</a:t>
            </a:r>
          </a:p>
          <a:p>
            <a:pPr algn="l">
              <a:defRPr sz="2000" b="0">
                <a:solidFill>
                  <a:srgbClr val="20262C"/>
                </a:solidFill>
                <a:latin typeface="Apple SD Gothic Neo"/>
                <a:ea typeface="Apple SD Gothic Neo"/>
                <a:cs typeface="Apple SD Gothic Neo"/>
              </a:defRPr>
            </a:pPr>
            <a:r>
              <a:rPr sz="2000" b="0">
                <a:solidFill>
                  <a:srgbClr val="20262C"/>
                </a:solidFill>
                <a:latin typeface="Apple SD Gothic Neo"/>
                <a:ea typeface="Apple SD Gothic Neo"/>
                <a:cs typeface="Apple SD Gothic Neo"/>
              </a:rPr>
              <a:t>자료를 비교해 표와 발표자료 생성</a:t>
            </a: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a:solidFill>
                  <a:srgbClr val="122445"/>
                </a:solidFill>
                <a:latin typeface="Apple SD Gothic Neo"/>
                <a:ea typeface="Apple SD Gothic Neo"/>
                <a:cs typeface="Apple SD Gothic Neo"/>
              </a:defRPr>
            </a:pPr>
            <a:r>
              <a:rPr sz="2300" b="1">
                <a:solidFill>
                  <a:srgbClr val="122445"/>
                </a:solidFill>
                <a:latin typeface="Apple SD Gothic Neo"/>
                <a:ea typeface="Apple SD Gothic Neo"/>
                <a:cs typeface="Apple SD Gothic Neo"/>
              </a:rPr>
              <a:t>개발에 필요한 전문 업무</a:t>
            </a: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Code 사례</a:t>
            </a: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a:solidFill>
                  <a:srgbClr val="20262C"/>
                </a:solidFill>
                <a:latin typeface="Apple SD Gothic Neo"/>
                <a:ea typeface="Apple SD Gothic Neo"/>
                <a:cs typeface="Apple SD Gothic Neo"/>
              </a:defRPr>
            </a:pPr>
            <a:r>
              <a:rPr sz="2000" b="0">
                <a:solidFill>
                  <a:srgbClr val="20262C"/>
                </a:solidFill>
                <a:latin typeface="Apple SD Gothic Neo"/>
                <a:ea typeface="Apple SD Gothic Neo"/>
                <a:cs typeface="Apple SD Gothic Neo"/>
              </a:rPr>
              <a:t>코드를 탐색하고 수정</a:t>
            </a:r>
          </a:p>
          <a:p>
            <a:pPr algn="l">
              <a:defRPr sz="2000" b="0">
                <a:solidFill>
                  <a:srgbClr val="20262C"/>
                </a:solidFill>
                <a:latin typeface="Apple SD Gothic Neo"/>
                <a:ea typeface="Apple SD Gothic Neo"/>
                <a:cs typeface="Apple SD Gothic Neo"/>
              </a:defRPr>
            </a:pPr>
            <a:r>
              <a:rPr sz="2000" b="0">
                <a:solidFill>
                  <a:srgbClr val="20262C"/>
                </a:solidFill>
                <a:latin typeface="Apple SD Gothic Neo"/>
                <a:ea typeface="Apple SD Gothic Neo"/>
                <a:cs typeface="Apple SD Gothic Neo"/>
              </a:rPr>
              <a:t>테스트로 문제를 확인하고 보완</a:t>
            </a: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20262C"/>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a:solidFill>
                  <a:srgbClr val="20262C"/>
                </a:solidFill>
                <a:latin typeface="Apple SD Gothic Neo"/>
                <a:ea typeface="Apple SD Gothic Neo"/>
                <a:cs typeface="Apple SD Gothic Neo"/>
              </a:defRPr>
            </a:pPr>
            <a:r>
              <a:rPr sz="2500" b="1">
                <a:solidFill>
                  <a:srgbClr val="20262C"/>
                </a:solidFill>
                <a:latin typeface="Apple SD Gothic Neo"/>
                <a:ea typeface="Apple SD Gothic Neo"/>
                <a:cs typeface="Apple SD Gothic Neo"/>
              </a:rPr>
              <a:t>화면의 대상을 가리키며 음성으로 요청</a:t>
            </a: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앞선 결과를 보며 수정하고, 다음 작업으로 연결</a:t>
            </a:r>
          </a:p>
        </p:txBody>
      </p:sp>
      <p:pic>
        <p:nvPicPr>
          <p:cNvPr id="37"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원을 로켓 창문으로 수정 → 3D 모델 작업으로 연결</a:t>
            </a: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a:solidFill>
                  <a:srgbClr val="657079"/>
                </a:solidFill>
                <a:latin typeface="Apple SD Gothic Neo"/>
                <a:ea typeface="Apple SD Gothic Neo"/>
                <a:cs typeface="Apple SD Gothic Neo"/>
              </a:defRPr>
            </a:pPr>
            <a:r>
              <a:rPr sz="1500" b="0">
                <a:solidFill>
                  <a:srgbClr val="657079"/>
                </a:solidFill>
                <a:latin typeface="Apple SD Gothic Neo"/>
                <a:ea typeface="Apple SD Gothic Neo"/>
                <a:cs typeface="Apple SD Gothic Neo"/>
              </a:rPr>
              <a:t>[ OpenAI GPT-6 Astra 공개 시연 / 발췌, 1.5배속 ]</a:t>
            </a: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20262C"/>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당사 PC에서 시작하고 이어가는 음성 사용자 접점</a:t>
            </a: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사용자</a:t>
            </a: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a:solidFill>
                  <a:srgbClr val="122445"/>
                </a:solidFill>
                <a:latin typeface="Apple SD Gothic Neo"/>
                <a:ea typeface="Apple SD Gothic Neo"/>
                <a:cs typeface="Apple SD Gothic Neo"/>
              </a:defRPr>
            </a:pPr>
            <a:r>
              <a:rPr sz="2300" b="1">
                <a:solidFill>
                  <a:srgbClr val="122445"/>
                </a:solidFill>
                <a:latin typeface="Apple SD Gothic Neo"/>
                <a:ea typeface="Apple SD Gothic Neo"/>
                <a:cs typeface="Apple SD Gothic Neo"/>
              </a:rPr>
              <a:t>당사 PC의 대화 접점</a:t>
            </a: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다양한 업무 AI</a:t>
            </a: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a:solidFill>
                  <a:srgbClr val="20262C"/>
                </a:solidFill>
                <a:latin typeface="Apple SD Gothic Neo"/>
                <a:ea typeface="Apple SD Gothic Neo"/>
                <a:cs typeface="Apple SD Gothic Neo"/>
              </a:defRPr>
            </a:pPr>
            <a:r>
              <a:rPr sz="2300" b="0">
                <a:solidFill>
                  <a:srgbClr val="20262C"/>
                </a:solidFill>
                <a:latin typeface="Apple SD Gothic Neo"/>
                <a:ea typeface="Apple SD Gothic Neo"/>
                <a:cs typeface="Apple SD Gothic Neo"/>
              </a:rPr>
              <a:t>화면과 대화의 맥락을 기기 경험과 연결하고,</a:t>
            </a: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E6EACB"/>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a:solidFill>
                  <a:srgbClr val="20262C"/>
                </a:solidFill>
                <a:latin typeface="Apple SD Gothic Neo"/>
                <a:ea typeface="Apple SD Gothic Neo"/>
                <a:cs typeface="Apple SD Gothic Neo"/>
              </a:defRPr>
            </a:pPr>
            <a:r>
              <a:rPr sz="230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좌: Anthropic 공개 제품 사례 / 우: 사용자가 전달한 CTO 방향을 바탕으로 정리</a:t>
            </a:r>
          </a:p>
        </p:txBody>
      </p:sp>
      <p:sp>
        <p:nvSpPr>
          <p:cNvPr id="57" name="v2-469-header-white">
            <a:extLst>
              <a:ext uri="{FF2B5EF4-FFF2-40B4-BE49-F238E27FC236}">
                <ns2:creationId id="{42B64C09-E667-431D-A95D-91DB0FFC313F}"/>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58" name="v2-470-page">
            <a:extLst>
              <a:ext uri="{FF2B5EF4-FFF2-40B4-BE49-F238E27FC236}">
                <ns2:creationId id="{143BF172-B19B-4F35-B366-09C15B6FCF54}"/>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1</a:t>
            </a:r>
          </a:p>
        </p:txBody>
      </p:sp>
    </p:spTree>
    <p:extLst>
      <p:ext uri="{BB962C8B-B14F-4D97-AF65-F5344CB8AC3E}">
        <p14:creationId val="18252564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2" name="r3-55">
            <a:extLst>
              <a:ext uri="{FF2B5EF4-FFF2-40B4-BE49-F238E27FC236}">
                <ns2:creationId id="{4F10A4B6-5D16-454B-8BB5-D264799AED9B}"/>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VIA의 역할과 범위</a:t>
            </a:r>
          </a:p>
        </p:txBody>
      </p:sp>
      <p:sp>
        <p:nvSpPr>
          <p:cNvPr id="3" name="line-56">
            <a:extLst>
              <a:ext uri="{FF2B5EF4-FFF2-40B4-BE49-F238E27FC236}">
                <ns2:creationId id="{6CCC342C-0EED-4D43-8536-FFD24DC0A115}"/>
              </a:ext>
            </a:extLst>
          </p:cNvPr>
          <p:cNvSpPr>
            <a:spLocks noGrp="1"/>
          </p:cNvSpPr>
          <p:nvPr/>
        </p:nvSpPr>
        <p:spPr>
          <a:xfrm flipH="0">
            <a:off x="428625" y="971550"/>
            <a:ext cx="17430750" cy="0"/>
          </a:xfrm>
          <a:prstGeom prst="line">
            <a:avLst/>
          </a:prstGeom>
          <a:noFill/>
          <a:ln w="14288">
            <a:solidFill>
              <a:srgbClr val="6C747C"/>
            </a:solidFill>
          </a:ln>
        </p:spPr>
      </p:sp>
      <p:sp>
        <p:nvSpPr>
          <p:cNvPr id="4" name="r3-57">
            <a:extLst>
              <a:ext uri="{FF2B5EF4-FFF2-40B4-BE49-F238E27FC236}">
                <ns2:creationId id="{1A9B2A83-A38B-4986-ADDC-729D6C4CB177}"/>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5" name="r3-58">
            <a:extLst>
              <a:ext uri="{FF2B5EF4-FFF2-40B4-BE49-F238E27FC236}">
                <ns2:creationId id="{9398A36F-0235-4D32-82BE-271C56710EB4}"/>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배경과 소개</a:t>
            </a:r>
          </a:p>
        </p:txBody>
      </p:sp>
      <p:sp>
        <p:nvSpPr>
          <p:cNvPr id="6" name="r3-59">
            <a:extLst>
              <a:ext uri="{FF2B5EF4-FFF2-40B4-BE49-F238E27FC236}">
                <ns2:creationId id="{FB20379E-8FA2-4019-8608-07FD1432E489}"/>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7" name="r3-60">
            <a:extLst>
              <a:ext uri="{FF2B5EF4-FFF2-40B4-BE49-F238E27FC236}">
                <ns2:creationId id="{FA822008-FA24-4B4D-AF89-55979FBB9513}"/>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요구사항</a:t>
            </a:r>
          </a:p>
        </p:txBody>
      </p:sp>
      <p:sp>
        <p:nvSpPr>
          <p:cNvPr id="8" name="r3-61">
            <a:extLst>
              <a:ext uri="{FF2B5EF4-FFF2-40B4-BE49-F238E27FC236}">
                <ns2:creationId id="{6EA1C1AE-C7F9-4BD4-9B6D-51582AC1D383}"/>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9" name="r3-62">
            <a:extLst>
              <a:ext uri="{FF2B5EF4-FFF2-40B4-BE49-F238E27FC236}">
                <ns2:creationId id="{321E688F-4A70-49BB-B0D0-39BA71F6F574}"/>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설계 비교</a:t>
            </a:r>
          </a:p>
        </p:txBody>
      </p:sp>
      <p:sp>
        <p:nvSpPr>
          <p:cNvPr id="10" name="r3-63">
            <a:extLst>
              <a:ext uri="{FF2B5EF4-FFF2-40B4-BE49-F238E27FC236}">
                <ns2:creationId id="{84726BA7-2CEF-416F-8A44-1E8C2509AF07}"/>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1" name="r3-64">
            <a:extLst>
              <a:ext uri="{FF2B5EF4-FFF2-40B4-BE49-F238E27FC236}">
                <ns2:creationId id="{F1D4221E-EF21-4AB0-9DE0-FA7E942F7741}"/>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검토 요약</a:t>
            </a:r>
          </a:p>
        </p:txBody>
      </p:sp>
      <p:sp>
        <p:nvSpPr>
          <p:cNvPr id="12" name="r3-65">
            <a:extLst>
              <a:ext uri="{FF2B5EF4-FFF2-40B4-BE49-F238E27FC236}">
                <ns2:creationId id="{6AC10B34-3669-4AF2-8EA1-207CD83D43E0}"/>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3" name="r3-66">
            <a:extLst>
              <a:ext uri="{FF2B5EF4-FFF2-40B4-BE49-F238E27FC236}">
                <ns2:creationId id="{4F8EB712-84F7-41A3-9A45-5CAFB06A2111}"/>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Appendix</a:t>
            </a:r>
          </a:p>
        </p:txBody>
      </p:sp>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a:solidFill>
                  <a:srgbClr val="122445"/>
                </a:solidFill>
                <a:latin typeface="Apple SD Gothic Neo"/>
                <a:ea typeface="Apple SD Gothic Neo"/>
                <a:cs typeface="Apple SD Gothic Neo"/>
              </a:defRPr>
            </a:pPr>
            <a:r>
              <a:rPr sz="320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122445"/>
          </a:solidFill>
          <a:ln w="14288">
            <a:solidFill>
              <a:srgbClr val="CAD2D9"/>
            </a:solidFill>
          </a:ln>
        </p:spPr>
      </p:sp>
      <p:sp>
        <p:nvSpPr>
          <p:cNvPr id="16" name="r3-70">
            <a:extLst>
              <a:ext uri="{FF2B5EF4-FFF2-40B4-BE49-F238E27FC236}">
                <ns2:creationId id="{6E18A2A2-C644-4E28-9F32-4FF1CE83DB78}"/>
              </a:ext>
            </a:extLst>
          </p:cNvPr>
          <p:cNvSpPr>
            <a:spLocks noGrp="1"/>
          </p:cNvSpPr>
          <p:nvPr/>
        </p:nvSpPr>
        <p:spPr>
          <a:xfrm>
            <a:off x="785812" y="2314575"/>
            <a:ext cx="10315575" cy="542925"/>
          </a:xfrm>
          <a:prstGeom prst="rect">
            <a:avLst/>
          </a:prstGeom>
          <a:noFill/>
          <a:ln w="0">
            <a:noFill/>
          </a:ln>
        </p:spPr>
        <p:txBody>
          <a:bodyPr wrap="none" lIns="0" tIns="0" rIns="0" bIns="0" anchor="ctr">
            <a:noAutofit/>
          </a:bodyPr>
          <a:lstStyle/>
          <a:p>
            <a:pPr algn="ctr">
              <a:defRPr sz="2600" b="1">
                <a:solidFill>
                  <a:srgbClr val="FFFFFF"/>
                </a:solidFill>
                <a:latin typeface="Apple SD Gothic Neo"/>
                <a:ea typeface="Apple SD Gothic Neo"/>
                <a:cs typeface="Apple SD Gothic Neo"/>
              </a:defRPr>
            </a:pPr>
            <a:r>
              <a:rPr sz="2600" b="1">
                <a:solidFill>
                  <a:srgbClr val="FFFFFF"/>
                </a:solidFill>
                <a:latin typeface="Apple SD Gothic Neo"/>
                <a:ea typeface="Apple SD Gothic Neo"/>
                <a:cs typeface="Apple SD Gothic Neo"/>
              </a:rPr>
              <a:t>VIA: PC에서 대화와 업무 연결을 담당</a:t>
            </a: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122445"/>
          </a:solidFill>
          <a:ln w="14288">
            <a:solidFill>
              <a:srgbClr val="CAD2D9"/>
            </a:solidFill>
          </a:ln>
        </p:spPr>
      </p:sp>
      <p:sp>
        <p:nvSpPr>
          <p:cNvPr id="18" name="r3-72">
            <a:extLst>
              <a:ext uri="{FF2B5EF4-FFF2-40B4-BE49-F238E27FC236}">
                <ns2:creationId id="{E1A06081-B3D9-4326-93D4-AA213D3D281C}"/>
              </a:ext>
            </a:extLst>
          </p:cNvPr>
          <p:cNvSpPr>
            <a:spLocks noGrp="1"/>
          </p:cNvSpPr>
          <p:nvPr/>
        </p:nvSpPr>
        <p:spPr>
          <a:xfrm>
            <a:off x="12644438" y="2314575"/>
            <a:ext cx="4914900" cy="542925"/>
          </a:xfrm>
          <a:prstGeom prst="rect">
            <a:avLst/>
          </a:prstGeom>
          <a:noFill/>
          <a:ln w="0">
            <a:noFill/>
          </a:ln>
        </p:spPr>
        <p:txBody>
          <a:bodyPr wrap="none" lIns="0" tIns="0" rIns="0" bIns="0" anchor="ctr">
            <a:noAutofit/>
          </a:bodyPr>
          <a:lstStyle/>
          <a:p>
            <a:pPr algn="ctr">
              <a:defRPr sz="2500" b="1">
                <a:solidFill>
                  <a:srgbClr val="FFFFFF"/>
                </a:solidFill>
                <a:latin typeface="Apple SD Gothic Neo"/>
                <a:ea typeface="Apple SD Gothic Neo"/>
                <a:cs typeface="Apple SD Gothic Neo"/>
              </a:defRPr>
            </a:pPr>
            <a:r>
              <a:rPr sz="2500" b="1">
                <a:solidFill>
                  <a:srgbClr val="FFFFFF"/>
                </a:solidFill>
                <a:latin typeface="Apple SD Gothic Neo"/>
                <a:ea typeface="Apple SD Gothic Neo"/>
                <a:cs typeface="Apple SD Gothic Neo"/>
              </a:rPr>
              <a:t>연결된 AI: 맡은 업무를 수행</a:t>
            </a: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a:solidFill>
                  <a:srgbClr val="258FAF"/>
                </a:solidFill>
                <a:latin typeface="Apple SD Gothic Neo"/>
                <a:ea typeface="Apple SD Gothic Neo"/>
                <a:cs typeface="Apple SD Gothic Neo"/>
              </a:defRPr>
            </a:pPr>
            <a:r>
              <a:rPr sz="2400"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122445"/>
          </a:solidFill>
          <a:ln w="0">
            <a:noFill/>
          </a:ln>
        </p:spPr>
      </p:sp>
      <p:sp>
        <p:nvSpPr>
          <p:cNvPr id="22" name="r3-76">
            <a:extLst>
              <a:ext uri="{FF2B5EF4-FFF2-40B4-BE49-F238E27FC236}">
                <ns2:creationId id="{B1F82549-7471-4B25-B99C-719B1F269AD6}"/>
              </a:ext>
            </a:extLst>
          </p:cNvPr>
          <p:cNvSpPr>
            <a:spLocks noGrp="1"/>
          </p:cNvSpPr>
          <p:nvPr/>
        </p:nvSpPr>
        <p:spPr>
          <a:xfrm>
            <a:off x="957262" y="3900488"/>
            <a:ext cx="414338" cy="414338"/>
          </a:xfrm>
          <a:prstGeom prst="rect">
            <a:avLst/>
          </a:prstGeom>
          <a:noFill/>
          <a:ln w="0">
            <a:noFill/>
          </a:ln>
        </p:spPr>
        <p:txBody>
          <a:bodyPr wrap="none" lIns="0" tIns="0" rIns="0" bIns="0" anchor="ctr">
            <a:noAutofit/>
          </a:bodyPr>
          <a:lstStyle/>
          <a:p>
            <a:pPr algn="ctr">
              <a:defRPr sz="1900" b="1">
                <a:solidFill>
                  <a:srgbClr val="FFFFFF"/>
                </a:solidFill>
                <a:latin typeface="Apple SD Gothic Neo"/>
                <a:ea typeface="Apple SD Gothic Neo"/>
                <a:cs typeface="Apple SD Gothic Neo"/>
              </a:defRPr>
            </a:pPr>
            <a:r>
              <a:rPr sz="1900" b="1">
                <a:solidFill>
                  <a:srgbClr val="FFFFFF"/>
                </a:solidFill>
                <a:latin typeface="Apple SD Gothic Neo"/>
                <a:ea typeface="Apple SD Gothic Neo"/>
                <a:cs typeface="Apple SD Gothic Neo"/>
              </a:rPr>
              <a:t>1</a:t>
            </a: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a:solidFill>
                  <a:srgbClr val="122445"/>
                </a:solidFill>
                <a:latin typeface="Apple SD Gothic Neo"/>
                <a:ea typeface="Apple SD Gothic Neo"/>
                <a:cs typeface="Apple SD Gothic Neo"/>
              </a:defRPr>
            </a:pPr>
            <a:r>
              <a:rPr sz="2500" b="1">
                <a:solidFill>
                  <a:srgbClr val="122445"/>
                </a:solidFill>
                <a:latin typeface="Apple SD Gothic Neo"/>
                <a:ea typeface="Apple SD Gothic Neo"/>
                <a:cs typeface="Apple SD Gothic Neo"/>
              </a:rPr>
              <a:t>요청의 의미와 대상 확정</a:t>
            </a: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목표와 조건, 정정 내용 파악</a:t>
            </a:r>
          </a:p>
          <a:p>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새 업무인지 기존 업무인지 판단</a:t>
            </a: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122445"/>
          </a:solidFill>
          <a:ln w="0">
            <a:noFill/>
          </a:ln>
        </p:spPr>
      </p:sp>
      <p:sp>
        <p:nvSpPr>
          <p:cNvPr id="26" name="r3-80">
            <a:extLst>
              <a:ext uri="{FF2B5EF4-FFF2-40B4-BE49-F238E27FC236}">
                <ns2:creationId id="{93AD9379-ED6A-42A1-8E4F-E289506218D9}"/>
              </a:ext>
            </a:extLst>
          </p:cNvPr>
          <p:cNvSpPr>
            <a:spLocks noGrp="1"/>
          </p:cNvSpPr>
          <p:nvPr/>
        </p:nvSpPr>
        <p:spPr>
          <a:xfrm>
            <a:off x="957262" y="5014912"/>
            <a:ext cx="414338" cy="414338"/>
          </a:xfrm>
          <a:prstGeom prst="rect">
            <a:avLst/>
          </a:prstGeom>
          <a:noFill/>
          <a:ln w="0">
            <a:noFill/>
          </a:ln>
        </p:spPr>
        <p:txBody>
          <a:bodyPr wrap="none" lIns="0" tIns="0" rIns="0" bIns="0" anchor="ctr">
            <a:noAutofit/>
          </a:bodyPr>
          <a:lstStyle/>
          <a:p>
            <a:pPr algn="ctr">
              <a:defRPr sz="1900" b="1">
                <a:solidFill>
                  <a:srgbClr val="FFFFFF"/>
                </a:solidFill>
                <a:latin typeface="Apple SD Gothic Neo"/>
                <a:ea typeface="Apple SD Gothic Neo"/>
                <a:cs typeface="Apple SD Gothic Neo"/>
              </a:defRPr>
            </a:pPr>
            <a:r>
              <a:rPr sz="1900" b="1">
                <a:solidFill>
                  <a:srgbClr val="FFFFFF"/>
                </a:solidFill>
                <a:latin typeface="Apple SD Gothic Neo"/>
                <a:ea typeface="Apple SD Gothic Neo"/>
                <a:cs typeface="Apple SD Gothic Neo"/>
              </a:rPr>
              <a:t>2</a:t>
            </a: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a:solidFill>
                  <a:srgbClr val="122445"/>
                </a:solidFill>
                <a:latin typeface="Apple SD Gothic Neo"/>
                <a:ea typeface="Apple SD Gothic Neo"/>
                <a:cs typeface="Apple SD Gothic Neo"/>
              </a:defRPr>
            </a:pPr>
            <a:r>
              <a:rPr sz="2500" b="1">
                <a:solidFill>
                  <a:srgbClr val="122445"/>
                </a:solidFill>
                <a:latin typeface="Apple SD Gothic Neo"/>
                <a:ea typeface="Apple SD Gothic Neo"/>
                <a:cs typeface="Apple SD Gothic Neo"/>
              </a:rPr>
              <a:t>직접 응답 또는 업무 위임</a:t>
            </a: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122445"/>
          </a:solidFill>
          <a:ln w="0">
            <a:noFill/>
          </a:ln>
        </p:spPr>
      </p:sp>
      <p:sp>
        <p:nvSpPr>
          <p:cNvPr id="30" name="r3-84">
            <a:extLst>
              <a:ext uri="{FF2B5EF4-FFF2-40B4-BE49-F238E27FC236}">
                <ns2:creationId id="{473D0A13-E8CD-4C0A-BBC7-766A6E3FBD92}"/>
              </a:ext>
            </a:extLst>
          </p:cNvPr>
          <p:cNvSpPr>
            <a:spLocks noGrp="1"/>
          </p:cNvSpPr>
          <p:nvPr/>
        </p:nvSpPr>
        <p:spPr>
          <a:xfrm>
            <a:off x="957262" y="5972175"/>
            <a:ext cx="414338" cy="414338"/>
          </a:xfrm>
          <a:prstGeom prst="rect">
            <a:avLst/>
          </a:prstGeom>
          <a:noFill/>
          <a:ln w="0">
            <a:noFill/>
          </a:ln>
        </p:spPr>
        <p:txBody>
          <a:bodyPr wrap="none" lIns="0" tIns="0" rIns="0" bIns="0" anchor="ctr">
            <a:noAutofit/>
          </a:bodyPr>
          <a:lstStyle/>
          <a:p>
            <a:pPr algn="ctr">
              <a:defRPr sz="1900" b="1">
                <a:solidFill>
                  <a:srgbClr val="FFFFFF"/>
                </a:solidFill>
                <a:latin typeface="Apple SD Gothic Neo"/>
                <a:ea typeface="Apple SD Gothic Neo"/>
                <a:cs typeface="Apple SD Gothic Neo"/>
              </a:defRPr>
            </a:pPr>
            <a:r>
              <a:rPr sz="1900" b="1">
                <a:solidFill>
                  <a:srgbClr val="FFFFFF"/>
                </a:solidFill>
                <a:latin typeface="Apple SD Gothic Neo"/>
                <a:ea typeface="Apple SD Gothic Neo"/>
                <a:cs typeface="Apple SD Gothic Neo"/>
              </a:rPr>
              <a:t>3</a:t>
            </a: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a:solidFill>
                  <a:srgbClr val="122445"/>
                </a:solidFill>
                <a:latin typeface="Apple SD Gothic Neo"/>
                <a:ea typeface="Apple SD Gothic Neo"/>
                <a:cs typeface="Apple SD Gothic Neo"/>
              </a:defRPr>
            </a:pPr>
            <a:r>
              <a:rPr sz="2500" b="1">
                <a:solidFill>
                  <a:srgbClr val="122445"/>
                </a:solidFill>
                <a:latin typeface="Apple SD Gothic Neo"/>
                <a:ea typeface="Apple SD Gothic Neo"/>
                <a:cs typeface="Apple SD Gothic Neo"/>
              </a:rPr>
              <a:t>대화와 업무 상태 관리</a:t>
            </a: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질문과 추가 지시, 취소를 해당 업무에 연결</a:t>
            </a:r>
          </a:p>
          <a:p>
            <a:pPr algn="l">
              <a:defRPr sz="2100" b="0">
                <a:solidFill>
                  <a:srgbClr val="20262C"/>
                </a:solidFill>
                <a:latin typeface="Apple SD Gothic Neo"/>
                <a:ea typeface="Apple SD Gothic Neo"/>
                <a:cs typeface="Apple SD Gothic Neo"/>
              </a:defRPr>
            </a:pPr>
            <a:r>
              <a:rPr sz="2100" b="0">
                <a:solidFill>
                  <a:srgbClr val="20262C"/>
                </a:solidFill>
                <a:latin typeface="Apple SD Gothic Neo"/>
                <a:ea typeface="Apple SD Gothic Neo"/>
                <a:cs typeface="Apple SD Gothic Neo"/>
              </a:rPr>
              <a:t>진행 상황과 결과도 같은 업무에서 관리</a:t>
            </a: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a:solidFill>
                  <a:srgbClr val="657079"/>
                </a:solidFill>
                <a:latin typeface="Apple SD Gothic Neo"/>
                <a:ea typeface="Apple SD Gothic Neo"/>
                <a:cs typeface="Apple SD Gothic Neo"/>
              </a:defRPr>
            </a:pPr>
            <a:r>
              <a:rPr sz="1700" b="1">
                <a:solidFill>
                  <a:srgbClr val="657079"/>
                </a:solidFill>
                <a:latin typeface="Apple SD Gothic Neo"/>
                <a:ea typeface="Apple SD Gothic Neo"/>
                <a:cs typeface="Apple SD Gothic Neo"/>
              </a:rPr>
              <a:t>목표와 조건</a:t>
            </a: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a:solidFill>
                  <a:srgbClr val="657079"/>
                </a:solidFill>
                <a:latin typeface="Apple SD Gothic Neo"/>
                <a:ea typeface="Apple SD Gothic Neo"/>
                <a:cs typeface="Apple SD Gothic Neo"/>
              </a:defRPr>
            </a:pPr>
            <a:r>
              <a:rPr sz="1700" b="1">
                <a:solidFill>
                  <a:srgbClr val="657079"/>
                </a:solidFill>
                <a:latin typeface="Apple SD Gothic Neo"/>
                <a:ea typeface="Apple SD Gothic Neo"/>
                <a:cs typeface="Apple SD Gothic Neo"/>
              </a:rPr>
              <a:t>질문과 상태</a:t>
            </a: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a:solidFill>
                  <a:srgbClr val="657079"/>
                </a:solidFill>
                <a:latin typeface="Apple SD Gothic Neo"/>
                <a:ea typeface="Apple SD Gothic Neo"/>
                <a:cs typeface="Apple SD Gothic Neo"/>
              </a:defRPr>
            </a:pPr>
            <a:r>
              <a:rPr sz="1700" b="1">
                <a:solidFill>
                  <a:srgbClr val="657079"/>
                </a:solidFill>
                <a:latin typeface="Apple SD Gothic Neo"/>
                <a:ea typeface="Apple SD Gothic Neo"/>
                <a:cs typeface="Apple SD Gothic Neo"/>
              </a:rPr>
              <a:t>결과</a:t>
            </a: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a:solidFill>
                  <a:srgbClr val="122445"/>
                </a:solidFill>
                <a:latin typeface="Apple SD Gothic Neo"/>
                <a:ea typeface="Apple SD Gothic Neo"/>
                <a:cs typeface="Apple SD Gothic Neo"/>
              </a:defRPr>
            </a:pPr>
            <a:r>
              <a:rPr sz="2600" b="1">
                <a:solidFill>
                  <a:srgbClr val="122445"/>
                </a:solidFill>
                <a:latin typeface="Apple SD Gothic Neo"/>
                <a:ea typeface="Apple SD Gothic Neo"/>
                <a:cs typeface="Apple SD Gothic Neo"/>
              </a:rPr>
              <a:t>업무 방법과 도구 선택</a:t>
            </a: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a:solidFill>
                  <a:srgbClr val="122445"/>
                </a:solidFill>
                <a:latin typeface="Apple SD Gothic Neo"/>
                <a:ea typeface="Apple SD Gothic Neo"/>
                <a:cs typeface="Apple SD Gothic Neo"/>
              </a:defRPr>
            </a:pPr>
            <a:r>
              <a:rPr sz="2500" b="1">
                <a:solidFill>
                  <a:srgbClr val="122445"/>
                </a:solidFill>
                <a:latin typeface="Apple SD Gothic Neo"/>
                <a:ea typeface="Apple SD Gothic Neo"/>
                <a:cs typeface="Apple SD Gothic Neo"/>
              </a:rPr>
              <a:t>자료 조사와 문서 작성</a:t>
            </a: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a:solidFill>
                  <a:srgbClr val="20262C"/>
                </a:solidFill>
                <a:latin typeface="Apple SD Gothic Neo"/>
                <a:ea typeface="Apple SD Gothic Neo"/>
                <a:cs typeface="Apple SD Gothic Neo"/>
              </a:defRPr>
            </a:pPr>
            <a:r>
              <a:rPr sz="2300" b="0">
                <a:solidFill>
                  <a:srgbClr val="20262C"/>
                </a:solidFill>
                <a:latin typeface="Apple SD Gothic Neo"/>
                <a:ea typeface="Apple SD Gothic Neo"/>
                <a:cs typeface="Apple SD Gothic Neo"/>
              </a:rPr>
              <a:t>앱 조작, 코드 수정과 시험 등</a:t>
            </a: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a:solidFill>
                  <a:srgbClr val="122445"/>
                </a:solidFill>
                <a:latin typeface="Apple SD Gothic Neo"/>
                <a:ea typeface="Apple SD Gothic Neo"/>
                <a:cs typeface="Apple SD Gothic Neo"/>
              </a:defRPr>
            </a:pPr>
            <a:r>
              <a:rPr sz="2300" b="1">
                <a:solidFill>
                  <a:srgbClr val="122445"/>
                </a:solidFill>
                <a:latin typeface="Apple SD Gothic Neo"/>
                <a:ea typeface="Apple SD Gothic Neo"/>
                <a:cs typeface="Apple SD Gothic Neo"/>
              </a:rPr>
              <a:t>결과를 확인하고 작업을 이어감</a:t>
            </a: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a:solidFill>
                  <a:srgbClr val="122445"/>
                </a:solidFill>
                <a:latin typeface="Apple SD Gothic Neo"/>
                <a:ea typeface="Apple SD Gothic Neo"/>
                <a:cs typeface="Apple SD Gothic Neo"/>
              </a:defRPr>
            </a:pPr>
            <a:r>
              <a:rPr sz="2500" b="1">
                <a:solidFill>
                  <a:srgbClr val="122445"/>
                </a:solidFill>
                <a:latin typeface="Apple SD Gothic Neo"/>
                <a:ea typeface="Apple SD Gothic Neo"/>
                <a:cs typeface="Apple SD Gothic Neo"/>
              </a:rPr>
              <a:t>같은 대화 안에서 두 업무를 구분하는 예</a:t>
            </a: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a:solidFill>
                  <a:srgbClr val="657079"/>
                </a:solidFill>
                <a:latin typeface="Apple SD Gothic Neo"/>
                <a:ea typeface="Apple SD Gothic Neo"/>
                <a:cs typeface="Apple SD Gothic Neo"/>
              </a:defRPr>
            </a:pPr>
            <a:r>
              <a:rPr sz="2100" b="1">
                <a:solidFill>
                  <a:srgbClr val="657079"/>
                </a:solidFill>
                <a:latin typeface="Apple SD Gothic Neo"/>
                <a:ea typeface="Apple SD Gothic Neo"/>
                <a:cs typeface="Apple SD Gothic Neo"/>
              </a:rPr>
              <a:t>사용자 요청</a:t>
            </a: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a:solidFill>
                  <a:srgbClr val="122445"/>
                </a:solidFill>
                <a:latin typeface="Apple SD Gothic Neo"/>
                <a:ea typeface="Apple SD Gothic Neo"/>
                <a:cs typeface="Apple SD Gothic Neo"/>
              </a:defRPr>
            </a:pPr>
            <a:r>
              <a:rPr sz="2600" b="1">
                <a:solidFill>
                  <a:srgbClr val="122445"/>
                </a:solidFill>
                <a:latin typeface="Apple SD Gothic Neo"/>
                <a:ea typeface="Apple SD Gothic Neo"/>
                <a:cs typeface="Apple SD Gothic Neo"/>
              </a:rPr>
              <a:t>“이 표로 보고서 만들어줘.</a:t>
            </a:r>
          </a:p>
          <a:p>
            <a:pPr algn="l">
              <a:defRPr sz="2600" b="1">
                <a:solidFill>
                  <a:srgbClr val="122445"/>
                </a:solidFill>
                <a:latin typeface="Apple SD Gothic Neo"/>
                <a:ea typeface="Apple SD Gothic Neo"/>
                <a:cs typeface="Apple SD Gothic Neo"/>
              </a:defRPr>
            </a:pPr>
            <a:r>
              <a:rPr sz="2600" b="1">
                <a:solidFill>
                  <a:srgbClr val="122445"/>
                </a:solidFill>
                <a:latin typeface="Apple SD Gothic Neo"/>
                <a:ea typeface="Apple SD Gothic Neo"/>
                <a:cs typeface="Apple SD Gothic Neo"/>
              </a:rPr>
              <a:t>아까 자료 조사는 계속해.”</a:t>
            </a: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보고서 작성</a:t>
            </a: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a:solidFill>
                  <a:srgbClr val="20262C"/>
                </a:solidFill>
                <a:latin typeface="Apple SD Gothic Neo"/>
                <a:ea typeface="Apple SD Gothic Neo"/>
                <a:cs typeface="Apple SD Gothic Neo"/>
              </a:defRPr>
            </a:pPr>
            <a:r>
              <a:rPr sz="2400" b="0">
                <a:solidFill>
                  <a:srgbClr val="20262C"/>
                </a:solidFill>
                <a:latin typeface="Apple SD Gothic Neo"/>
                <a:ea typeface="Apple SD Gothic Neo"/>
                <a:cs typeface="Apple SD Gothic Neo"/>
              </a:rPr>
              <a:t>새 업무로 위임</a:t>
            </a: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기존 자료 조사</a:t>
            </a: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a:solidFill>
                  <a:srgbClr val="20262C"/>
                </a:solidFill>
                <a:latin typeface="Apple SD Gothic Neo"/>
                <a:ea typeface="Apple SD Gothic Neo"/>
                <a:cs typeface="Apple SD Gothic Neo"/>
              </a:defRPr>
            </a:pPr>
            <a:r>
              <a:rPr sz="2400" b="0">
                <a:solidFill>
                  <a:srgbClr val="20262C"/>
                </a:solidFill>
                <a:latin typeface="Apple SD Gothic Neo"/>
                <a:ea typeface="Apple SD Gothic Neo"/>
                <a:cs typeface="Apple SD Gothic Neo"/>
              </a:rPr>
              <a:t>진행 상태를 유지하며 별도로 추적</a:t>
            </a: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E6EACB"/>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a:solidFill>
                  <a:srgbClr val="20262C"/>
                </a:solidFill>
                <a:latin typeface="Apple SD Gothic Neo"/>
                <a:ea typeface="Apple SD Gothic Neo"/>
                <a:cs typeface="Apple SD Gothic Neo"/>
              </a:defRPr>
            </a:pPr>
            <a:r>
              <a:rPr sz="2600"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a:solidFill>
                  <a:srgbClr val="657079"/>
                </a:solidFill>
                <a:latin typeface="Apple SD Gothic Neo"/>
                <a:ea typeface="Apple SD Gothic Neo"/>
                <a:cs typeface="Apple SD Gothic Neo"/>
              </a:defRPr>
            </a:pPr>
            <a:r>
              <a:rPr sz="1400" b="0">
                <a:solidFill>
                  <a:srgbClr val="657079"/>
                </a:solidFill>
                <a:latin typeface="Apple SD Gothic Neo"/>
                <a:ea typeface="Apple SD Gothic Neo"/>
                <a:cs typeface="Apple SD Gothic Neo"/>
              </a:rPr>
              <a:t>본 과제 범위: 요청 판단과 상호작용, 업무 연결과 상태 관리</a:t>
            </a:r>
          </a:p>
        </p:txBody>
      </p:sp>
      <p:sp>
        <p:nvSpPr>
          <p:cNvPr id="66" name="v2-471-header-white">
            <a:extLst>
              <a:ext uri="{FF2B5EF4-FFF2-40B4-BE49-F238E27FC236}">
                <ns2:creationId id="{284AB2B6-2657-4F1C-A40B-A823BAC3C36B}"/>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67" name="v2-472-page">
            <a:extLst>
              <a:ext uri="{FF2B5EF4-FFF2-40B4-BE49-F238E27FC236}">
                <ns2:creationId id="{B49E5FB5-DA53-42DA-B9C8-A8FD584DD789}"/>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3</a:t>
            </a: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2" name="title">
            <a:extLst>
              <a:ext uri="{FF2B5EF4-FFF2-40B4-BE49-F238E27FC236}">
                <ns2:creationId id="{46F7D485-C964-46E9-A0CE-CDC23268F0C7}"/>
              </a:ext>
            </a:extLst>
          </p:cNvPr>
          <p:cNvSpPr>
            <a:spLocks noGrp="1"/>
          </p:cNvSpPr>
          <p:nvPr/>
        </p:nvSpPr>
        <p:spPr>
          <a:xfrm>
            <a:off x="571500" y="214312"/>
            <a:ext cx="10058400" cy="671512"/>
          </a:xfrm>
          <a:prstGeom prst="rect">
            <a:avLst/>
          </a:prstGeom>
          <a:noFill/>
          <a:ln w="0">
            <a:noFill/>
          </a:ln>
        </p:spPr>
        <p:txBody>
          <a:bodyPr wrap="none" lIns="0" tIns="0" rIns="0" bIns="0">
            <a:noAutofit/>
          </a:bodyPr>
          <a:lstStyle/>
          <a:p>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대표 시나리오</a:t>
            </a:r>
          </a:p>
        </p:txBody>
      </p:sp>
      <p:sp>
        <p:nvSpPr>
          <p:cNvPr id="3" name="section-0">
            <a:extLst>
              <a:ext uri="{FF2B5EF4-FFF2-40B4-BE49-F238E27FC236}">
                <ns2:creationId id="{20627BC3-C17E-4ECB-8D90-84B3CDD85147}"/>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4" name="section-label-0">
            <a:extLst>
              <a:ext uri="{FF2B5EF4-FFF2-40B4-BE49-F238E27FC236}">
                <ns2:creationId id="{594294E0-16A6-4BF9-84BC-3A17ABB9236F}"/>
              </a:ext>
            </a:extLst>
          </p:cNvPr>
          <p:cNvSpPr>
            <a:spLocks noGrp="1"/>
          </p:cNvSpPr>
          <p:nvPr/>
        </p:nvSpPr>
        <p:spPr>
          <a:xfrm>
            <a:off x="11044238" y="328612"/>
            <a:ext cx="1185862" cy="328612"/>
          </a:xfrm>
          <a:prstGeom prst="rect">
            <a:avLst/>
          </a:prstGeom>
          <a:noFill/>
          <a:ln w="0">
            <a:noFill/>
          </a:ln>
        </p:spPr>
        <p:txBody>
          <a:bodyPr wrap="none" lIns="0" tIns="0" rIns="0" bIns="0">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배경과 소개</a:t>
            </a:r>
          </a:p>
        </p:txBody>
      </p:sp>
      <p:sp>
        <p:nvSpPr>
          <p:cNvPr id="5" name="section-1">
            <a:extLst>
              <a:ext uri="{FF2B5EF4-FFF2-40B4-BE49-F238E27FC236}">
                <ns2:creationId id="{97AB402B-EC30-4A94-87A4-96FBB07F024A}"/>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6" name="section-label-1">
            <a:extLst>
              <a:ext uri="{FF2B5EF4-FFF2-40B4-BE49-F238E27FC236}">
                <ns2:creationId id="{F8B2CBA6-5C2F-48E7-A45B-F7F4937EAD27}"/>
              </a:ext>
            </a:extLst>
          </p:cNvPr>
          <p:cNvSpPr>
            <a:spLocks noGrp="1"/>
          </p:cNvSpPr>
          <p:nvPr/>
        </p:nvSpPr>
        <p:spPr>
          <a:xfrm>
            <a:off x="12387262" y="328612"/>
            <a:ext cx="1185862" cy="328612"/>
          </a:xfrm>
          <a:prstGeom prst="rect">
            <a:avLst/>
          </a:prstGeom>
          <a:noFill/>
          <a:ln w="0">
            <a:noFill/>
          </a:ln>
        </p:spPr>
        <p:txBody>
          <a:bodyPr wrap="none" lIns="0" tIns="0" rIns="0" bIns="0">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요구사항</a:t>
            </a:r>
          </a:p>
        </p:txBody>
      </p:sp>
      <p:sp>
        <p:nvSpPr>
          <p:cNvPr id="7" name="section-2">
            <a:extLst>
              <a:ext uri="{FF2B5EF4-FFF2-40B4-BE49-F238E27FC236}">
                <ns2:creationId id="{5D16BE09-CF50-44BB-BEFD-FBDA196F12C4}"/>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8" name="section-label-2">
            <a:extLst>
              <a:ext uri="{FF2B5EF4-FFF2-40B4-BE49-F238E27FC236}">
                <ns2:creationId id="{D842BAC8-B832-47D2-8D12-6BDD33D3CC9D}"/>
              </a:ext>
            </a:extLst>
          </p:cNvPr>
          <p:cNvSpPr>
            <a:spLocks noGrp="1"/>
          </p:cNvSpPr>
          <p:nvPr/>
        </p:nvSpPr>
        <p:spPr>
          <a:xfrm>
            <a:off x="13730288" y="328612"/>
            <a:ext cx="1185862" cy="328612"/>
          </a:xfrm>
          <a:prstGeom prst="rect">
            <a:avLst/>
          </a:prstGeom>
          <a:noFill/>
          <a:ln w="0">
            <a:noFill/>
          </a:ln>
        </p:spPr>
        <p:txBody>
          <a:bodyPr wrap="none" lIns="0" tIns="0" rIns="0" bIns="0">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설계 비교</a:t>
            </a:r>
          </a:p>
        </p:txBody>
      </p:sp>
      <p:sp>
        <p:nvSpPr>
          <p:cNvPr id="9" name="section-3">
            <a:extLst>
              <a:ext uri="{FF2B5EF4-FFF2-40B4-BE49-F238E27FC236}">
                <ns2:creationId id="{B6F9D7ED-363F-4286-BDD4-67556B86292D}"/>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0" name="section-label-3">
            <a:extLst>
              <a:ext uri="{FF2B5EF4-FFF2-40B4-BE49-F238E27FC236}">
                <ns2:creationId id="{B467D0E6-2704-4D2E-8C2C-E5592A943B84}"/>
              </a:ext>
            </a:extLst>
          </p:cNvPr>
          <p:cNvSpPr>
            <a:spLocks noGrp="1"/>
          </p:cNvSpPr>
          <p:nvPr/>
        </p:nvSpPr>
        <p:spPr>
          <a:xfrm>
            <a:off x="15073312" y="328612"/>
            <a:ext cx="1185862" cy="328612"/>
          </a:xfrm>
          <a:prstGeom prst="rect">
            <a:avLst/>
          </a:prstGeom>
          <a:noFill/>
          <a:ln w="0">
            <a:noFill/>
          </a:ln>
        </p:spPr>
        <p:txBody>
          <a:bodyPr wrap="none" lIns="0" tIns="0" rIns="0" bIns="0">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검토 요약</a:t>
            </a:r>
          </a:p>
        </p:txBody>
      </p:sp>
      <p:sp>
        <p:nvSpPr>
          <p:cNvPr id="11" name="section-4">
            <a:extLst>
              <a:ext uri="{FF2B5EF4-FFF2-40B4-BE49-F238E27FC236}">
                <ns2:creationId id="{DF6231EB-4064-404D-AC37-EE49327DC1EE}"/>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2" name="section-label-4">
            <a:extLst>
              <a:ext uri="{FF2B5EF4-FFF2-40B4-BE49-F238E27FC236}">
                <ns2:creationId id="{796213A6-DC64-4F3D-9652-57DC33BFCF91}"/>
              </a:ext>
            </a:extLst>
          </p:cNvPr>
          <p:cNvSpPr>
            <a:spLocks noGrp="1"/>
          </p:cNvSpPr>
          <p:nvPr/>
        </p:nvSpPr>
        <p:spPr>
          <a:xfrm>
            <a:off x="16416338" y="328612"/>
            <a:ext cx="1185862" cy="328612"/>
          </a:xfrm>
          <a:prstGeom prst="rect">
            <a:avLst/>
          </a:prstGeom>
          <a:noFill/>
          <a:ln w="0">
            <a:noFill/>
          </a:ln>
        </p:spPr>
        <p:txBody>
          <a:bodyPr wrap="none" lIns="0" tIns="0" rIns="0" bIns="0">
            <a:noAutofit/>
          </a:bodyPr>
          <a:lstStyle/>
          <a:p>
            <a:pPr algn="ctr">
              <a:defRPr sz="1400" b="1">
                <a:solidFill>
                  <a:srgbClr val="FFFFFF"/>
                </a:solidFill>
                <a:latin typeface="Apple SD Gothic Neo"/>
                <a:ea typeface="Apple SD Gothic Neo"/>
                <a:cs typeface="Apple SD Gothic Neo"/>
              </a:defRPr>
            </a:pPr>
            <a:r>
              <a:rPr sz="1400" b="1">
                <a:solidFill>
                  <a:srgbClr val="FFFFFF"/>
                </a:solidFill>
                <a:latin typeface="Apple SD Gothic Neo"/>
                <a:ea typeface="Apple SD Gothic Neo"/>
                <a:cs typeface="Apple SD Gothic Neo"/>
              </a:rPr>
              <a:t>Appendix</a:t>
            </a:r>
          </a:p>
        </p:txBody>
      </p:sp>
      <p:sp>
        <p:nvSpPr>
          <p:cNvPr id="13" name="header-rule">
            <a:extLst>
              <a:ext uri="{FF2B5EF4-FFF2-40B4-BE49-F238E27FC236}">
                <ns2:creationId id="{B2FFB637-6F21-40C6-93AB-2459860B94D3}"/>
              </a:ext>
            </a:extLst>
          </p:cNvPr>
          <p:cNvSpPr>
            <a:spLocks noGrp="1"/>
          </p:cNvSpPr>
          <p:nvPr/>
        </p:nvSpPr>
        <p:spPr>
          <a:xfrm>
            <a:off x="428625" y="971550"/>
            <a:ext cx="17430750" cy="0"/>
          </a:xfrm>
          <a:prstGeom prst="line">
            <a:avLst/>
          </a:prstGeom>
          <a:noFill/>
          <a:ln w="14288">
            <a:solidFill>
              <a:srgbClr val="6C747C"/>
            </a:solidFill>
          </a:ln>
        </p:spPr>
      </p:sp>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a:solidFill>
                  <a:srgbClr val="122445"/>
                </a:solidFill>
                <a:latin typeface="Apple SD Gothic Neo"/>
                <a:ea typeface="Apple SD Gothic Neo"/>
                <a:cs typeface="Apple SD Gothic Neo"/>
              </a:defRPr>
            </a:pPr>
            <a:r>
              <a:rPr sz="3200" b="1">
                <a:solidFill>
                  <a:srgbClr val="122445"/>
                </a:solidFill>
                <a:latin typeface="Apple SD Gothic Neo"/>
                <a:ea typeface="Apple SD Gothic Neo"/>
                <a:cs typeface="Apple SD Gothic Neo"/>
              </a:rPr>
              <a:t>표를 설명받고, 보고서와 메일 초안을 맡긴 뒤 대화로 작업을 이어가는 상황</a:t>
            </a: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a:solidFill>
                  <a:srgbClr val="258FAF"/>
                </a:solidFill>
                <a:latin typeface="Apple SD Gothic Neo"/>
                <a:ea typeface="Apple SD Gothic Neo"/>
                <a:cs typeface="Apple SD Gothic Neo"/>
              </a:defRPr>
            </a:pPr>
            <a:r>
              <a:rPr sz="2600" b="1">
                <a:solidFill>
                  <a:srgbClr val="258FAF"/>
                </a:solidFill>
                <a:latin typeface="Apple SD Gothic Neo"/>
                <a:ea typeface="Apple SD Gothic Neo"/>
                <a:cs typeface="Apple SD Gothic Neo"/>
              </a:rPr>
              <a:t>① 화면을 짚어 질문</a:t>
            </a: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“이 표의 핵심을</a:t>
            </a:r>
          </a:p>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설명해줘.”</a:t>
            </a: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당시 화면의 표를 지정</a:t>
            </a:r>
          </a:p>
          <a:p>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VIA가 핵심을 직접 설명</a:t>
            </a: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a:solidFill>
                  <a:srgbClr val="258FAF"/>
                </a:solidFill>
                <a:latin typeface="Apple SD Gothic Neo"/>
                <a:ea typeface="Apple SD Gothic Neo"/>
                <a:cs typeface="Apple SD Gothic Neo"/>
              </a:defRPr>
            </a:pPr>
            <a:r>
              <a:rPr sz="2600" b="1">
                <a:solidFill>
                  <a:srgbClr val="258FAF"/>
                </a:solidFill>
                <a:latin typeface="Apple SD Gothic Neo"/>
                <a:ea typeface="Apple SD Gothic Neo"/>
                <a:cs typeface="Apple SD Gothic Neo"/>
              </a:rPr>
              <a:t>② 두 업무를 위임</a:t>
            </a: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“이 내용으로 PDF</a:t>
            </a:r>
          </a:p>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보고서 만들어줘.</a:t>
            </a:r>
          </a:p>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회의 안내 메일은</a:t>
            </a:r>
          </a:p>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초안만 작성해줘.”</a:t>
            </a: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앞선 설명으로 두 업무 위임</a:t>
            </a:r>
          </a:p>
          <a:p>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PDF와 ‘초안만’ 조건 보존</a:t>
            </a: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a:solidFill>
                  <a:srgbClr val="258FAF"/>
                </a:solidFill>
                <a:latin typeface="Apple SD Gothic Neo"/>
                <a:ea typeface="Apple SD Gothic Neo"/>
                <a:cs typeface="Apple SD Gothic Neo"/>
              </a:defRPr>
            </a:pPr>
            <a:r>
              <a:rPr sz="2600" b="1">
                <a:solidFill>
                  <a:srgbClr val="258FAF"/>
                </a:solidFill>
                <a:latin typeface="Apple SD Gothic Neo"/>
                <a:ea typeface="Apple SD Gothic Neo"/>
                <a:cs typeface="Apple SD Gothic Neo"/>
              </a:rPr>
              <a:t>③ 말하는 도중 정정</a:t>
            </a: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“잠깐, 보고서는 지난번</a:t>
            </a:r>
          </a:p>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고친 형식으로 만들어줘.</a:t>
            </a:r>
          </a:p>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메일은 그대로 진행해.”</a:t>
            </a: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음성 응답을 즉시 중단</a:t>
            </a:r>
          </a:p>
          <a:p>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보고서의 형식만 변경</a:t>
            </a: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a:solidFill>
                  <a:srgbClr val="258FAF"/>
                </a:solidFill>
                <a:latin typeface="Apple SD Gothic Neo"/>
                <a:ea typeface="Apple SD Gothic Neo"/>
                <a:cs typeface="Apple SD Gothic Neo"/>
              </a:defRPr>
            </a:pPr>
            <a:r>
              <a:rPr sz="2600" b="1">
                <a:solidFill>
                  <a:srgbClr val="258FAF"/>
                </a:solidFill>
                <a:latin typeface="Apple SD Gothic Neo"/>
                <a:ea typeface="Apple SD Gothic Neo"/>
                <a:cs typeface="Apple SD Gothic Neo"/>
              </a:rPr>
              <a:t>④ 해당 업무에 답변</a:t>
            </a: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VIA “초안의</a:t>
            </a:r>
          </a:p>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받는 사람은?”</a:t>
            </a:r>
          </a:p>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사용자 “영업팀.”</a:t>
            </a: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정정 중 도착한 질문을 보류</a:t>
            </a:r>
          </a:p>
          <a:p>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발화 후 메일에 답변 연결</a:t>
            </a: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a:solidFill>
                  <a:srgbClr val="258FAF"/>
                </a:solidFill>
                <a:latin typeface="Apple SD Gothic Neo"/>
                <a:ea typeface="Apple SD Gothic Neo"/>
                <a:cs typeface="Apple SD Gothic Neo"/>
              </a:defRPr>
            </a:pPr>
            <a:r>
              <a:rPr sz="2600" b="1">
                <a:solidFill>
                  <a:srgbClr val="258FAF"/>
                </a:solidFill>
                <a:latin typeface="Apple SD Gothic Neo"/>
                <a:ea typeface="Apple SD Gothic Neo"/>
                <a:cs typeface="Apple SD Gothic Neo"/>
              </a:rPr>
              <a:t>⑤ Text로 상태 확인</a:t>
            </a: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“아까 보고서</a:t>
            </a:r>
          </a:p>
          <a:p>
            <a:pPr algn="l">
              <a:defRPr sz="2400" b="1">
                <a:solidFill>
                  <a:srgbClr val="122445"/>
                </a:solidFill>
                <a:latin typeface="Apple SD Gothic Neo"/>
                <a:ea typeface="Apple SD Gothic Neo"/>
                <a:cs typeface="Apple SD Gothic Neo"/>
              </a:defRPr>
            </a:pPr>
            <a:r>
              <a:rPr sz="2400" b="1">
                <a:solidFill>
                  <a:srgbClr val="122445"/>
                </a:solidFill>
                <a:latin typeface="Apple SD Gothic Neo"/>
                <a:ea typeface="Apple SD Gothic Neo"/>
                <a:cs typeface="Apple SD Gothic Neo"/>
              </a:rPr>
              <a:t>어디까지 됐어?”</a:t>
            </a: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음성을 끄고 Text로 전환</a:t>
            </a:r>
          </a:p>
          <a:p>
            <a:pPr algn="l">
              <a:defRPr sz="2100" b="0">
                <a:solidFill>
                  <a:srgbClr val="657079"/>
                </a:solidFill>
                <a:latin typeface="Apple SD Gothic Neo"/>
                <a:ea typeface="Apple SD Gothic Neo"/>
                <a:cs typeface="Apple SD Gothic Neo"/>
              </a:defRPr>
            </a:pPr>
            <a:r>
              <a:rPr sz="2100" b="0">
                <a:solidFill>
                  <a:srgbClr val="657079"/>
                </a:solidFill>
                <a:latin typeface="Apple SD Gothic Neo"/>
                <a:ea typeface="Apple SD Gothic Neo"/>
                <a:cs typeface="Apple SD Gothic Neo"/>
              </a:rPr>
              <a:t>기존 업무의 확인된 상태 전달</a:t>
            </a: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r>
                        <a:rPr sz="1900" b="1">
                          <a:solidFill>
                            <a:srgbClr val="FFFFFF"/>
                          </a:solidFill>
                          <a:latin typeface="Apple SD Gothic Neo"/>
                          <a:ea typeface="Apple SD Gothic Neo"/>
                          <a:cs typeface="Apple SD Gothic Neo"/>
                        </a:rPr>
                        <a:t>업무 상태</a:t>
                      </a:r>
                    </a:p>
                  </a:txBody>
                  <a:tcPr marL="128588" marR="128588" marT="14288" marB="14288" anchor="ctr">
                    <a:solidFill>
                      <a:srgbClr val="122445"/>
                    </a:solidFill>
                  </a:tcPr>
                </a:tc>
                <a:tc>
                  <a:txBody>
                    <a:bodyPr/>
                    <a:lstStyle/>
                    <a:p>
                      <a:pPr algn="l"/>
                      <a:r>
                        <a:rPr sz="1900" b="1">
                          <a:solidFill>
                            <a:srgbClr val="FFFFFF"/>
                          </a:solidFill>
                          <a:latin typeface="Apple SD Gothic Neo"/>
                          <a:ea typeface="Apple SD Gothic Neo"/>
                          <a:cs typeface="Apple SD Gothic Neo"/>
                        </a:rPr>
                        <a:t>② 위임</a:t>
                      </a:r>
                    </a:p>
                  </a:txBody>
                  <a:tcPr marL="128588" marR="128588" marT="14288" marB="14288" anchor="ctr">
                    <a:solidFill>
                      <a:srgbClr val="122445"/>
                    </a:solidFill>
                  </a:tcPr>
                </a:tc>
                <a:tc>
                  <a:txBody>
                    <a:bodyPr/>
                    <a:lstStyle/>
                    <a:p>
                      <a:pPr algn="l"/>
                      <a:r>
                        <a:rPr sz="1900" b="1">
                          <a:solidFill>
                            <a:srgbClr val="FFFFFF"/>
                          </a:solidFill>
                          <a:latin typeface="Apple SD Gothic Neo"/>
                          <a:ea typeface="Apple SD Gothic Neo"/>
                          <a:cs typeface="Apple SD Gothic Neo"/>
                        </a:rPr>
                        <a:t>③ 부분 정정</a:t>
                      </a:r>
                    </a:p>
                  </a:txBody>
                  <a:tcPr marL="128588" marR="128588" marT="14288" marB="14288" anchor="ctr">
                    <a:solidFill>
                      <a:srgbClr val="122445"/>
                    </a:solidFill>
                  </a:tcPr>
                </a:tc>
                <a:tc>
                  <a:txBody>
                    <a:bodyPr/>
                    <a:lstStyle/>
                    <a:p>
                      <a:pPr algn="l"/>
                      <a:r>
                        <a:rPr sz="1900" b="1">
                          <a:solidFill>
                            <a:srgbClr val="FFFFFF"/>
                          </a:solidFill>
                          <a:latin typeface="Apple SD Gothic Neo"/>
                          <a:ea typeface="Apple SD Gothic Neo"/>
                          <a:cs typeface="Apple SD Gothic Neo"/>
                        </a:rPr>
                        <a:t>④ 질문·답변</a:t>
                      </a:r>
                    </a:p>
                  </a:txBody>
                  <a:tcPr marL="128588" marR="128588" marT="14288" marB="14288" anchor="ctr">
                    <a:solidFill>
                      <a:srgbClr val="122445"/>
                    </a:solidFill>
                  </a:tcPr>
                </a:tc>
                <a:tc>
                  <a:txBody>
                    <a:bodyPr/>
                    <a:lstStyle/>
                    <a:p>
                      <a:pPr algn="l"/>
                      <a:r>
                        <a:rPr sz="1900" b="1">
                          <a:solidFill>
                            <a:srgbClr val="FFFFFF"/>
                          </a:solidFill>
                          <a:latin typeface="Apple SD Gothic Neo"/>
                          <a:ea typeface="Apple SD Gothic Neo"/>
                          <a:cs typeface="Apple SD Gothic Neo"/>
                        </a:rPr>
                        <a:t>⑤ 상태 확인</a:t>
                      </a:r>
                    </a:p>
                  </a:txBody>
                  <a:tcPr marL="128588" marR="128588" marT="14288" marB="14288" anchor="ctr">
                    <a:solidFill>
                      <a:srgbClr val="122445"/>
                    </a:solidFill>
                  </a:tcPr>
                </a:tc>
              </a:tr>
              <a:tr h="428625">
                <a:tc>
                  <a:txBody>
                    <a:bodyPr/>
                    <a:lstStyle/>
                    <a:p>
                      <a:pPr algn="l"/>
                      <a:r>
                        <a:rPr sz="1900" b="1">
                          <a:solidFill>
                            <a:srgbClr val="20262C"/>
                          </a:solidFill>
                          <a:latin typeface="Apple SD Gothic Neo"/>
                          <a:ea typeface="Apple SD Gothic Neo"/>
                          <a:cs typeface="Apple SD Gothic Neo"/>
                        </a:rPr>
                        <a:t>보고서</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PDF 작성</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이전 형식 적용, PDF 유지</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작성 계속</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확인된 진행 상태 전달</a:t>
                      </a:r>
                    </a:p>
                  </a:txBody>
                  <a:tcPr marL="128588" marR="128588" marT="14288" marB="14288" anchor="ctr">
                    <a:solidFill>
                      <a:srgbClr val="FFFFFF"/>
                    </a:solidFill>
                  </a:tcPr>
                </a:tc>
              </a:tr>
              <a:tr h="428625">
                <a:tc>
                  <a:txBody>
                    <a:bodyPr/>
                    <a:lstStyle/>
                    <a:p>
                      <a:pPr algn="l"/>
                      <a:r>
                        <a:rPr sz="1900" b="1">
                          <a:solidFill>
                            <a:srgbClr val="20262C"/>
                          </a:solidFill>
                          <a:latin typeface="Apple SD Gothic Neo"/>
                          <a:ea typeface="Apple SD Gothic Neo"/>
                          <a:cs typeface="Apple SD Gothic Neo"/>
                        </a:rPr>
                        <a:t>메일 초안</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초안만 작성</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기존 지시 유지</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받는 사람: 영업팀</a:t>
                      </a:r>
                    </a:p>
                  </a:txBody>
                  <a:tcPr marL="128588" marR="128588" marT="14288" marB="14288" anchor="ctr">
                    <a:solidFill>
                      <a:srgbClr val="FFFFFF"/>
                    </a:solidFill>
                  </a:tcPr>
                </a:tc>
                <a:tc>
                  <a:txBody>
                    <a:bodyPr/>
                    <a:lstStyle/>
                    <a:p>
                      <a:pPr algn="l"/>
                      <a:r>
                        <a:rPr sz="1900" b="0">
                          <a:solidFill>
                            <a:srgbClr val="20262C"/>
                          </a:solidFill>
                          <a:latin typeface="Apple SD Gothic Neo"/>
                          <a:ea typeface="Apple SD Gothic Neo"/>
                          <a:cs typeface="Apple SD Gothic Neo"/>
                        </a:rPr>
                        <a:t>초안 상태 유지</a:t>
                      </a: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a:solidFill>
                  <a:srgbClr val="657079"/>
                </a:solidFill>
                <a:latin typeface="Apple SD Gothic Neo"/>
                <a:ea typeface="Apple SD Gothic Neo"/>
                <a:cs typeface="Apple SD Gothic Neo"/>
              </a:defRPr>
            </a:pPr>
            <a:r>
              <a:rPr sz="1700" b="0">
                <a:solidFill>
                  <a:srgbClr val="657079"/>
                </a:solidFill>
                <a:latin typeface="Apple SD Gothic Neo"/>
                <a:ea typeface="Apple SD Gothic Neo"/>
                <a:cs typeface="Apple SD Gothic Neo"/>
              </a:rPr>
              <a:t>VIA: 요청 이해와 대화·업무 연결     Downstream Agent: 보고서·메일 초안의 실제 작성</a:t>
            </a:r>
          </a:p>
        </p:txBody>
      </p:sp>
      <p:sp>
        <p:nvSpPr>
          <p:cNvPr id="37" name="v2-473-header-white">
            <a:extLst>
              <a:ext uri="{FF2B5EF4-FFF2-40B4-BE49-F238E27FC236}">
                <ns2:creationId id="{CCCAA2CA-0E50-4802-8F50-41D206E479B7}"/>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8" name="v2-474-page">
            <a:extLst>
              <a:ext uri="{FF2B5EF4-FFF2-40B4-BE49-F238E27FC236}">
                <ns2:creationId id="{8CF6521F-9887-4B4E-99F7-7301DE0D3299}"/>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5</a:t>
            </a: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2"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700" b="1">
                <a:solidFill>
                  <a:srgbClr val="202B30"/>
                </a:solidFill>
                <a:latin typeface="Apple SD Gothic Neo"/>
                <a:ea typeface="Apple SD Gothic Neo"/>
                <a:cs typeface="Apple SD Gothic Neo"/>
              </a:defRPr>
            </a:pPr>
            <a:r>
              <a:rPr sz="3700" b="1">
                <a:solidFill>
                  <a:srgbClr val="202B30"/>
                </a:solidFill>
                <a:latin typeface="Apple SD Gothic Neo"/>
                <a:ea typeface="Apple SD Gothic Neo"/>
                <a:cs typeface="Apple SD Gothic Neo"/>
              </a:rPr>
              <a:t>사용자의 요청을 이해해 업무를 위임하고,</a:t>
            </a:r>
          </a:p>
        </p:txBody>
      </p:sp>
      <p:sp>
        <p:nvSpPr>
          <p:cNvPr id="3"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700" b="1">
                <a:solidFill>
                  <a:srgbClr val="202B30"/>
                </a:solidFill>
                <a:latin typeface="Apple SD Gothic Neo"/>
                <a:ea typeface="Apple SD Gothic Neo"/>
                <a:cs typeface="Apple SD Gothic Neo"/>
              </a:defRPr>
            </a:pPr>
            <a:r>
              <a:rPr sz="3700" b="1">
                <a:solidFill>
                  <a:srgbClr val="202B30"/>
                </a:solidFill>
                <a:latin typeface="Apple SD Gothic Neo"/>
                <a:ea typeface="Apple SD Gothic Neo"/>
                <a:cs typeface="Apple SD Gothic Neo"/>
              </a:rPr>
              <a:t>입력부터 응답까지 사용자와의 대화를 관리하는 VIA</a:t>
            </a:r>
          </a:p>
        </p:txBody>
      </p:sp>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a:solidFill>
                  <a:srgbClr val="397C80"/>
                </a:solidFill>
                <a:latin typeface="Apple SD Gothic Neo"/>
                <a:ea typeface="Apple SD Gothic Neo"/>
                <a:cs typeface="Apple SD Gothic Neo"/>
              </a:defRPr>
            </a:pPr>
            <a:r>
              <a:rPr sz="2800" b="1">
                <a:solidFill>
                  <a:srgbClr val="397C80"/>
                </a:solidFill>
                <a:latin typeface="Apple SD Gothic Neo"/>
                <a:ea typeface="Apple SD Gothic Neo"/>
                <a:cs typeface="Apple SD Gothic Neo"/>
              </a:rPr>
              <a:t>“이 표와 지난달 매출보고서를 바탕으로</a:t>
            </a: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a:solidFill>
                  <a:srgbClr val="397C80"/>
                </a:solidFill>
                <a:latin typeface="Apple SD Gothic Neo"/>
                <a:ea typeface="Apple SD Gothic Neo"/>
                <a:cs typeface="Apple SD Gothic Neo"/>
              </a:defRPr>
            </a:pPr>
            <a:r>
              <a:rPr sz="2800" b="1">
                <a:solidFill>
                  <a:srgbClr val="397C80"/>
                </a:solidFill>
                <a:latin typeface="Apple SD Gothic Neo"/>
                <a:ea typeface="Apple SD Gothic Neo"/>
                <a:cs typeface="Apple SD Gothic Neo"/>
              </a:rPr>
              <a:t>이번 달 매출보고서를 만들어줘.”</a:t>
            </a: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사용자</a:t>
            </a: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VIA</a:t>
            </a: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업무 수행 Agent</a:t>
            </a: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a:solidFill>
                  <a:srgbClr val="397C80"/>
                </a:solidFill>
                <a:latin typeface="Apple SD Gothic Neo"/>
                <a:ea typeface="Apple SD Gothic Neo"/>
                <a:cs typeface="Apple SD Gothic Neo"/>
              </a:defRPr>
            </a:pPr>
            <a:r>
              <a:rPr sz="2200" b="0">
                <a:solidFill>
                  <a:srgbClr val="397C80"/>
                </a:solidFill>
                <a:latin typeface="Apple SD Gothic Neo"/>
                <a:ea typeface="Apple SD Gothic Neo"/>
                <a:cs typeface="Apple SD Gothic Neo"/>
              </a:rPr>
              <a:t>음성 요청 + 선택한 표</a:t>
            </a: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a:solidFill>
                  <a:srgbClr val="397C80"/>
                </a:solidFill>
                <a:latin typeface="Apple SD Gothic Neo"/>
                <a:ea typeface="Apple SD Gothic Neo"/>
                <a:cs typeface="Apple SD Gothic Neo"/>
              </a:defRPr>
            </a:pPr>
            <a:r>
              <a:rPr sz="2000" b="0">
                <a:solidFill>
                  <a:srgbClr val="397C80"/>
                </a:solidFill>
                <a:latin typeface="Apple SD Gothic Neo"/>
                <a:ea typeface="Apple SD Gothic Neo"/>
                <a:cs typeface="Apple SD Gothic Neo"/>
              </a:rPr>
              <a:t>목표·자료·조건을 이해해 위임</a:t>
            </a: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a:solidFill>
                  <a:srgbClr val="A56237"/>
                </a:solidFill>
                <a:latin typeface="Apple SD Gothic Neo"/>
                <a:ea typeface="Apple SD Gothic Neo"/>
                <a:cs typeface="Apple SD Gothic Neo"/>
              </a:defRPr>
            </a:pPr>
            <a:r>
              <a:rPr sz="2000" b="0">
                <a:solidFill>
                  <a:srgbClr val="A56237"/>
                </a:solidFill>
                <a:latin typeface="Apple SD Gothic Neo"/>
                <a:ea typeface="Apple SD Gothic Neo"/>
                <a:cs typeface="Apple SD Gothic Neo"/>
              </a:rPr>
              <a:t>화면에 결과, 음성으로 핵심 안내</a:t>
            </a: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a:solidFill>
                  <a:srgbClr val="202B30"/>
                </a:solidFill>
                <a:latin typeface="Apple SD Gothic Neo"/>
                <a:ea typeface="Apple SD Gothic Neo"/>
                <a:cs typeface="Apple SD Gothic Neo"/>
              </a:defRPr>
            </a:pPr>
            <a:r>
              <a:rPr sz="2300" b="1">
                <a:solidFill>
                  <a:srgbClr val="202B30"/>
                </a:solidFill>
                <a:latin typeface="Apple SD Gothic Neo"/>
                <a:ea typeface="Apple SD Gothic Neo"/>
                <a:cs typeface="Apple SD Gothic Neo"/>
              </a:rPr>
              <a:t>사용자는 VIA에서 대화를 이어가고, Agent는 실제 보고서 작성을 수행합니다</a:t>
            </a:r>
          </a:p>
        </p:txBody>
      </p:sp>
      <p:sp>
        <p:nvSpPr>
          <p:cNvPr id="40" name="v2-475-header-white">
            <a:extLst>
              <a:ext uri="{FF2B5EF4-FFF2-40B4-BE49-F238E27FC236}">
                <ns2:creationId id="{8AFC85FD-87A4-4E7A-8D42-514DD4AA4BD4}"/>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41" name="v2-476-page">
            <a:extLst>
              <a:ext uri="{FF2B5EF4-FFF2-40B4-BE49-F238E27FC236}">
                <ns2:creationId id="{1B66DFC7-DEDC-4410-81BD-C59D8AE3E948}"/>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6</a:t>
            </a: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2" name="title">
            <a:extLst>
              <a:ext uri="{FF2B5EF4-FFF2-40B4-BE49-F238E27FC236}">
                <ns2:creationId id="{4092BEB7-8E0A-41CB-A00E-B902962BF04A}"/>
              </a:ext>
            </a:extLst>
          </p:cNvPr>
          <p:cNvSpPr>
            <a:spLocks noGrp="1"/>
          </p:cNvSpPr>
          <p:nvPr/>
        </p:nvSpPr>
        <p:spPr>
          <a:xfrm>
            <a:off x="457200" y="304800"/>
            <a:ext cx="17373600" cy="800100"/>
          </a:xfrm>
          <a:prstGeom prst="rect">
            <a:avLst/>
          </a:prstGeom>
          <a:noFill/>
          <a:ln w="0">
            <a:noFill/>
          </a:ln>
        </p:spPr>
        <p:txBody>
          <a:bodyPr wrap="none" lIns="0" tIns="0" rIns="0" bIns="0">
            <a:noAutofit/>
          </a:bodyPr>
          <a:lstStyle/>
          <a:p>
            <a:pPr>
              <a:defRPr sz="4800" b="1">
                <a:solidFill>
                  <a:srgbClr val="202B35"/>
                </a:solidFill>
                <a:latin typeface="Apple SD Gothic Neo"/>
                <a:ea typeface="Apple SD Gothic Neo"/>
                <a:cs typeface="Apple SD Gothic Neo"/>
              </a:defRPr>
            </a:pPr>
            <a:r>
              <a:rPr sz="4800" b="1">
                <a:solidFill>
                  <a:srgbClr val="202B35"/>
                </a:solidFill>
                <a:latin typeface="Apple SD Gothic Neo"/>
                <a:ea typeface="Apple SD Gothic Neo"/>
                <a:cs typeface="Apple SD Gothic Neo"/>
              </a:rPr>
              <a:t>기능 요구사항 및 제약사항</a:t>
            </a:r>
          </a:p>
        </p:txBody>
      </p:sp>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a:solidFill>
                  <a:srgbClr val="2873B9"/>
                </a:solidFill>
                <a:latin typeface="Apple SD Gothic Neo"/>
                <a:ea typeface="Apple SD Gothic Neo"/>
                <a:cs typeface="Apple SD Gothic Neo"/>
              </a:defRPr>
            </a:pPr>
            <a:r>
              <a:rPr sz="2700" b="1">
                <a:solidFill>
                  <a:srgbClr val="2873B9"/>
                </a:solidFill>
                <a:latin typeface="Apple SD Gothic Neo"/>
                <a:ea typeface="Apple SD Gothic Neo"/>
                <a:cs typeface="Apple SD Gothic Neo"/>
              </a:rPr>
              <a:t>기능 요구사항</a:t>
            </a: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r>
                        <a:rPr sz="2000" b="1">
                          <a:solidFill>
                            <a:srgbClr val="FFFFFF"/>
                          </a:solidFill>
                          <a:latin typeface="Apple SD Gothic Neo"/>
                          <a:ea typeface="Apple SD Gothic Neo"/>
                          <a:cs typeface="Apple SD Gothic Neo"/>
                        </a:rPr>
                        <a:t>ID</a:t>
                      </a:r>
                    </a:p>
                  </a:txBody>
                  <a:tcPr marL="95250" marR="95250" marT="19050" marB="19050" anchor="ctr">
                    <a:solidFill>
                      <a:srgbClr val="2873B9"/>
                    </a:solidFill>
                  </a:tcPr>
                </a:tc>
                <a:tc>
                  <a:txBody>
                    <a:bodyPr/>
                    <a:lstStyle/>
                    <a:p>
                      <a:pPr algn="ctr"/>
                      <a:r>
                        <a:rPr sz="2000" b="1">
                          <a:solidFill>
                            <a:srgbClr val="FFFFFF"/>
                          </a:solidFill>
                          <a:latin typeface="Apple SD Gothic Neo"/>
                          <a:ea typeface="Apple SD Gothic Neo"/>
                          <a:cs typeface="Apple SD Gothic Neo"/>
                        </a:rPr>
                        <a:t>기능 요구사항명</a:t>
                      </a:r>
                    </a:p>
                  </a:txBody>
                  <a:tcPr marL="95250" marR="95250" marT="19050" marB="19050" anchor="ctr">
                    <a:solidFill>
                      <a:srgbClr val="2873B9"/>
                    </a:solidFill>
                  </a:tcPr>
                </a:tc>
                <a:tc>
                  <a:txBody>
                    <a:bodyPr/>
                    <a:lstStyle/>
                    <a:p>
                      <a:pPr algn="l"/>
                      <a:r>
                        <a:rPr sz="2000" b="1">
                          <a:solidFill>
                            <a:srgbClr val="FFFFFF"/>
                          </a:solidFill>
                          <a:latin typeface="Apple SD Gothic Neo"/>
                          <a:ea typeface="Apple SD Gothic Neo"/>
                          <a:cs typeface="Apple SD Gothic Neo"/>
                        </a:rPr>
                        <a:t>설명</a:t>
                      </a:r>
                    </a:p>
                  </a:txBody>
                  <a:tcPr marL="152400" marR="152400" marT="19050" marB="19050" anchor="ctr">
                    <a:solidFill>
                      <a:srgbClr val="2873B9"/>
                    </a:solidFill>
                  </a:tcPr>
                </a:tc>
                <a:tc>
                  <a:txBody>
                    <a:bodyPr/>
                    <a:lstStyle/>
                    <a:p>
                      <a:pPr algn="ctr"/>
                      <a:r>
                        <a:rPr sz="2000" b="1">
                          <a:solidFill>
                            <a:srgbClr val="FFFFFF"/>
                          </a:solidFill>
                          <a:latin typeface="Apple SD Gothic Neo"/>
                          <a:ea typeface="Apple SD Gothic Neo"/>
                          <a:cs typeface="Apple SD Gothic Neo"/>
                        </a:rPr>
                        <a:t>관련 DP</a:t>
                      </a:r>
                    </a:p>
                  </a:txBody>
                  <a:tcPr marL="95250" marR="95250" marT="19050" marB="19050" anchor="ctr">
                    <a:solidFill>
                      <a:srgbClr val="2873B9"/>
                    </a:solidFill>
                  </a:tcPr>
                </a:tc>
              </a:tr>
              <a:tr h="752475">
                <a:tc>
                  <a:txBody>
                    <a:bodyPr/>
                    <a:lstStyle/>
                    <a:p>
                      <a:pPr algn="ctr"/>
                      <a:r>
                        <a:rPr sz="2200" b="1">
                          <a:solidFill>
                            <a:srgbClr val="2873B9"/>
                          </a:solidFill>
                          <a:latin typeface="Apple SD Gothic Neo"/>
                          <a:ea typeface="Apple SD Gothic Neo"/>
                          <a:cs typeface="Apple SD Gothic Neo"/>
                        </a:rPr>
                        <a:t>FR1</a:t>
                      </a:r>
                    </a:p>
                  </a:txBody>
                  <a:tcPr marL="95250" marR="95250" marT="19050" marB="19050" anchor="ctr">
                    <a:solidFill>
                      <a:srgbClr val="EEF4F9"/>
                    </a:solidFill>
                  </a:tcPr>
                </a:tc>
                <a:tc>
                  <a:txBody>
                    <a:bodyPr/>
                    <a:lstStyle/>
                    <a:p>
                      <a:pPr algn="ctr"/>
                      <a:r>
                        <a:rPr sz="2200" b="1">
                          <a:solidFill>
                            <a:srgbClr val="202B35"/>
                          </a:solidFill>
                          <a:latin typeface="Apple SD Gothic Neo"/>
                          <a:ea typeface="Apple SD Gothic Neo"/>
                          <a:cs typeface="Apple SD Gothic Neo"/>
                        </a:rPr>
                        <a:t>지속 대화 처리</a:t>
                      </a:r>
                    </a:p>
                  </a:txBody>
                  <a:tcPr marL="95250" marR="95250" marT="19050" marB="19050" anchor="ctr">
                    <a:solidFill>
                      <a:srgbClr val="EEF4F9"/>
                    </a:solidFill>
                  </a:tcPr>
                </a:tc>
                <a:tc>
                  <a:txBody>
                    <a:bodyPr/>
                    <a:lstStyle/>
                    <a:p>
                      <a:pPr algn="l"/>
                      <a:r>
                        <a:rPr sz="2200" b="0">
                          <a:solidFill>
                            <a:srgbClr val="202B35"/>
                          </a:solidFill>
                          <a:latin typeface="Apple SD Gothic Neo"/>
                          <a:ea typeface="Apple SD Gothic Neo"/>
                          <a:cs typeface="Apple SD Gothic Neo"/>
                        </a:rPr>
                        <a:t>VIA가 요청을 처리하거나 응답하는 동안에도 사용자의 음성 또는 텍스트 입력을 받아</a:t>
                      </a:r>
                    </a:p>
                    <a:p>
                      <a:pPr algn="l"/>
                      <a:r>
                        <a:rPr sz="2200" b="0">
                          <a:solidFill>
                            <a:srgbClr val="202B35"/>
                          </a:solidFill>
                          <a:latin typeface="Apple SD Gothic Neo"/>
                          <a:ea typeface="Apple SD Gothic Neo"/>
                          <a:cs typeface="Apple SD Gothic Neo"/>
                        </a:rPr>
                        <a:t>대화를 이어갈 수 있어야 한다.</a:t>
                      </a:r>
                    </a:p>
                  </a:txBody>
                  <a:tcPr marL="152400" marR="152400" marT="19050" marB="19050" anchor="ctr">
                    <a:solidFill>
                      <a:srgbClr val="EEF4F9"/>
                    </a:solidFill>
                  </a:tcPr>
                </a:tc>
                <a:tc>
                  <a:txBody>
                    <a:bodyPr/>
                    <a:lstStyle/>
                    <a:p>
                      <a:pPr algn="ctr"/>
                      <a:r>
                        <a:rPr sz="2000" b="0">
                          <a:solidFill>
                            <a:srgbClr val="202B35"/>
                          </a:solidFill>
                          <a:latin typeface="Apple SD Gothic Neo"/>
                          <a:ea typeface="Apple SD Gothic Neo"/>
                          <a:cs typeface="Apple SD Gothic Neo"/>
                        </a:rPr>
                        <a:t>04-44</a:t>
                      </a:r>
                    </a:p>
                  </a:txBody>
                  <a:tcPr marL="95250" marR="95250" marT="19050" marB="19050" anchor="ctr">
                    <a:solidFill>
                      <a:srgbClr val="EEF4F9"/>
                    </a:solidFill>
                  </a:tcPr>
                </a:tc>
              </a:tr>
              <a:tr h="752475">
                <a:tc>
                  <a:txBody>
                    <a:bodyPr/>
                    <a:lstStyle/>
                    <a:p>
                      <a:pPr algn="ctr"/>
                      <a:r>
                        <a:rPr sz="2200" b="1">
                          <a:solidFill>
                            <a:srgbClr val="2873B9"/>
                          </a:solidFill>
                          <a:latin typeface="Apple SD Gothic Neo"/>
                          <a:ea typeface="Apple SD Gothic Neo"/>
                          <a:cs typeface="Apple SD Gothic Neo"/>
                        </a:rPr>
                        <a:t>FR2</a:t>
                      </a:r>
                    </a:p>
                  </a:txBody>
                  <a:tcPr marL="95250" marR="95250" marT="19050" marB="19050" anchor="ctr">
                    <a:solidFill>
                      <a:srgbClr val="F8FAFC"/>
                    </a:solidFill>
                  </a:tcPr>
                </a:tc>
                <a:tc>
                  <a:txBody>
                    <a:bodyPr/>
                    <a:lstStyle/>
                    <a:p>
                      <a:pPr algn="ctr"/>
                      <a:r>
                        <a:rPr sz="2200" b="1">
                          <a:solidFill>
                            <a:srgbClr val="202B35"/>
                          </a:solidFill>
                          <a:latin typeface="Apple SD Gothic Neo"/>
                          <a:ea typeface="Apple SD Gothic Neo"/>
                          <a:cs typeface="Apple SD Gothic Neo"/>
                        </a:rPr>
                        <a:t>맥락 기반 요청 해석</a:t>
                      </a:r>
                    </a:p>
                  </a:txBody>
                  <a:tcPr marL="95250" marR="95250" marT="19050" marB="19050" anchor="ctr">
                    <a:solidFill>
                      <a:srgbClr val="F8FAFC"/>
                    </a:solidFill>
                  </a:tcPr>
                </a:tc>
                <a:tc>
                  <a:txBody>
                    <a:bodyPr/>
                    <a:lstStyle/>
                    <a:p>
                      <a:pPr algn="l"/>
                      <a:r>
                        <a:rPr sz="2200" b="0">
                          <a:solidFill>
                            <a:srgbClr val="202B35"/>
                          </a:solidFill>
                          <a:latin typeface="Apple SD Gothic Neo"/>
                          <a:ea typeface="Apple SD Gothic Neo"/>
                          <a:cs typeface="Apple SD Gothic Neo"/>
                        </a:rPr>
                        <a:t>화면, 자료와 대화 맥락을 이용해 사용자 입력을 목표, 대상, 조건과 관련 업무가</a:t>
                      </a:r>
                    </a:p>
                    <a:p>
                      <a:pPr algn="l"/>
                      <a:r>
                        <a:rPr sz="2200" b="0">
                          <a:solidFill>
                            <a:srgbClr val="202B35"/>
                          </a:solidFill>
                          <a:latin typeface="Apple SD Gothic Neo"/>
                          <a:ea typeface="Apple SD Gothic Neo"/>
                          <a:cs typeface="Apple SD Gothic Neo"/>
                        </a:rPr>
                        <a:t>식별된 요청으로 해석할 수 있어야 한다.</a:t>
                      </a:r>
                    </a:p>
                  </a:txBody>
                  <a:tcPr marL="152400" marR="152400" marT="19050" marB="19050" anchor="ctr">
                    <a:solidFill>
                      <a:srgbClr val="F8FAFC"/>
                    </a:solidFill>
                  </a:tcPr>
                </a:tc>
                <a:tc>
                  <a:txBody>
                    <a:bodyPr/>
                    <a:lstStyle/>
                    <a:p>
                      <a:pPr algn="ctr"/>
                      <a:r>
                        <a:rPr sz="2000" b="0">
                          <a:solidFill>
                            <a:srgbClr val="202B35"/>
                          </a:solidFill>
                          <a:latin typeface="Apple SD Gothic Neo"/>
                          <a:ea typeface="Apple SD Gothic Neo"/>
                          <a:cs typeface="Apple SD Gothic Neo"/>
                        </a:rPr>
                        <a:t>04-41</a:t>
                      </a:r>
                    </a:p>
                  </a:txBody>
                  <a:tcPr marL="95250" marR="95250" marT="19050" marB="19050" anchor="ctr">
                    <a:solidFill>
                      <a:srgbClr val="F8FAFC"/>
                    </a:solidFill>
                  </a:tcPr>
                </a:tc>
              </a:tr>
              <a:tr h="752475">
                <a:tc>
                  <a:txBody>
                    <a:bodyPr/>
                    <a:lstStyle/>
                    <a:p>
                      <a:pPr algn="ctr"/>
                      <a:r>
                        <a:rPr sz="2200" b="1">
                          <a:solidFill>
                            <a:srgbClr val="2873B9"/>
                          </a:solidFill>
                          <a:latin typeface="Apple SD Gothic Neo"/>
                          <a:ea typeface="Apple SD Gothic Neo"/>
                          <a:cs typeface="Apple SD Gothic Neo"/>
                        </a:rPr>
                        <a:t>FR3</a:t>
                      </a:r>
                    </a:p>
                  </a:txBody>
                  <a:tcPr marL="95250" marR="95250" marT="19050" marB="19050" anchor="ctr">
                    <a:solidFill>
                      <a:srgbClr val="EEF4F9"/>
                    </a:solidFill>
                  </a:tcPr>
                </a:tc>
                <a:tc>
                  <a:txBody>
                    <a:bodyPr/>
                    <a:lstStyle/>
                    <a:p>
                      <a:pPr algn="ctr"/>
                      <a:r>
                        <a:rPr sz="2200" b="1">
                          <a:solidFill>
                            <a:srgbClr val="202B35"/>
                          </a:solidFill>
                          <a:latin typeface="Apple SD Gothic Neo"/>
                          <a:ea typeface="Apple SD Gothic Neo"/>
                          <a:cs typeface="Apple SD Gothic Neo"/>
                        </a:rPr>
                        <a:t>복합 요청 처리</a:t>
                      </a:r>
                    </a:p>
                  </a:txBody>
                  <a:tcPr marL="95250" marR="95250" marT="19050" marB="19050" anchor="ctr">
                    <a:solidFill>
                      <a:srgbClr val="EEF4F9"/>
                    </a:solidFill>
                  </a:tcPr>
                </a:tc>
                <a:tc>
                  <a:txBody>
                    <a:bodyPr/>
                    <a:lstStyle/>
                    <a:p>
                      <a:pPr algn="l"/>
                      <a:r>
                        <a:rPr sz="2200" b="0">
                          <a:solidFill>
                            <a:srgbClr val="202B35"/>
                          </a:solidFill>
                          <a:latin typeface="Apple SD Gothic Neo"/>
                          <a:ea typeface="Apple SD Gothic Neo"/>
                          <a:cs typeface="Apple SD Gothic Neo"/>
                        </a:rPr>
                        <a:t>한 입력에 포함된 여러 요청을 사용자가 명시한 순서, 조건과 결과 의존 관계에 따라</a:t>
                      </a:r>
                    </a:p>
                    <a:p>
                      <a:pPr algn="l"/>
                      <a:r>
                        <a:rPr sz="2200" b="0">
                          <a:solidFill>
                            <a:srgbClr val="202B35"/>
                          </a:solidFill>
                          <a:latin typeface="Apple SD Gothic Neo"/>
                          <a:ea typeface="Apple SD Gothic Neo"/>
                          <a:cs typeface="Apple SD Gothic Neo"/>
                        </a:rPr>
                        <a:t>처리할 수 있어야 한다.</a:t>
                      </a:r>
                    </a:p>
                  </a:txBody>
                  <a:tcPr marL="152400" marR="152400" marT="19050" marB="19050" anchor="ctr">
                    <a:solidFill>
                      <a:srgbClr val="EEF4F9"/>
                    </a:solidFill>
                  </a:tcPr>
                </a:tc>
                <a:tc>
                  <a:txBody>
                    <a:bodyPr/>
                    <a:lstStyle/>
                    <a:p>
                      <a:pPr algn="ctr"/>
                      <a:r>
                        <a:rPr sz="2000" b="0">
                          <a:solidFill>
                            <a:srgbClr val="202B35"/>
                          </a:solidFill>
                          <a:latin typeface="Apple SD Gothic Neo"/>
                          <a:ea typeface="Apple SD Gothic Neo"/>
                          <a:cs typeface="Apple SD Gothic Neo"/>
                        </a:rPr>
                        <a:t>04-41, 04-44</a:t>
                      </a:r>
                    </a:p>
                  </a:txBody>
                  <a:tcPr marL="95250" marR="95250" marT="19050" marB="19050" anchor="ctr">
                    <a:solidFill>
                      <a:srgbClr val="EEF4F9"/>
                    </a:solidFill>
                  </a:tcPr>
                </a:tc>
              </a:tr>
              <a:tr h="752475">
                <a:tc>
                  <a:txBody>
                    <a:bodyPr/>
                    <a:lstStyle/>
                    <a:p>
                      <a:pPr algn="ctr"/>
                      <a:r>
                        <a:rPr sz="2200" b="1">
                          <a:solidFill>
                            <a:srgbClr val="2873B9"/>
                          </a:solidFill>
                          <a:latin typeface="Apple SD Gothic Neo"/>
                          <a:ea typeface="Apple SD Gothic Neo"/>
                          <a:cs typeface="Apple SD Gothic Neo"/>
                        </a:rPr>
                        <a:t>FR4</a:t>
                      </a:r>
                    </a:p>
                  </a:txBody>
                  <a:tcPr marL="95250" marR="95250" marT="19050" marB="19050" anchor="ctr">
                    <a:solidFill>
                      <a:srgbClr val="F8FAFC"/>
                    </a:solidFill>
                  </a:tcPr>
                </a:tc>
                <a:tc>
                  <a:txBody>
                    <a:bodyPr/>
                    <a:lstStyle/>
                    <a:p>
                      <a:pPr algn="ctr"/>
                      <a:r>
                        <a:rPr sz="2200" b="1">
                          <a:solidFill>
                            <a:srgbClr val="202B35"/>
                          </a:solidFill>
                          <a:latin typeface="Apple SD Gothic Neo"/>
                          <a:ea typeface="Apple SD Gothic Neo"/>
                          <a:cs typeface="Apple SD Gothic Neo"/>
                        </a:rPr>
                        <a:t>다중 업무 상호작용</a:t>
                      </a:r>
                    </a:p>
                  </a:txBody>
                  <a:tcPr marL="95250" marR="95250" marT="19050" marB="19050" anchor="ctr">
                    <a:solidFill>
                      <a:srgbClr val="F8FAFC"/>
                    </a:solidFill>
                  </a:tcPr>
                </a:tc>
                <a:tc>
                  <a:txBody>
                    <a:bodyPr/>
                    <a:lstStyle/>
                    <a:p>
                      <a:pPr algn="l"/>
                      <a:r>
                        <a:rPr sz="2200" b="0">
                          <a:solidFill>
                            <a:srgbClr val="202B35"/>
                          </a:solidFill>
                          <a:latin typeface="Apple SD Gothic Neo"/>
                          <a:ea typeface="Apple SD Gothic Neo"/>
                          <a:cs typeface="Apple SD Gothic Neo"/>
                        </a:rPr>
                        <a:t>여러 업무의 질문, 진행 상황, 결과와 사용자 후속 지시를 각각</a:t>
                      </a:r>
                    </a:p>
                    <a:p>
                      <a:pPr algn="l"/>
                      <a:r>
                        <a:rPr sz="2200" b="0">
                          <a:solidFill>
                            <a:srgbClr val="202B35"/>
                          </a:solidFill>
                          <a:latin typeface="Apple SD Gothic Neo"/>
                          <a:ea typeface="Apple SD Gothic Neo"/>
                          <a:cs typeface="Apple SD Gothic Neo"/>
                        </a:rPr>
                        <a:t>해당 업무에 연결할 수 있어야 한다.</a:t>
                      </a:r>
                    </a:p>
                  </a:txBody>
                  <a:tcPr marL="152400" marR="152400" marT="19050" marB="19050" anchor="ctr">
                    <a:solidFill>
                      <a:srgbClr val="F8FAFC"/>
                    </a:solidFill>
                  </a:tcPr>
                </a:tc>
                <a:tc>
                  <a:txBody>
                    <a:bodyPr/>
                    <a:lstStyle/>
                    <a:p>
                      <a:pPr algn="ctr"/>
                      <a:r>
                        <a:rPr sz="2000" b="0">
                          <a:solidFill>
                            <a:srgbClr val="202B35"/>
                          </a:solidFill>
                          <a:latin typeface="Apple SD Gothic Neo"/>
                          <a:ea typeface="Apple SD Gothic Neo"/>
                          <a:cs typeface="Apple SD Gothic Neo"/>
                        </a:rPr>
                        <a:t>04-42, 04-44</a:t>
                      </a:r>
                    </a:p>
                  </a:txBody>
                  <a:tcPr marL="95250" marR="95250" marT="19050" marB="19050" anchor="ctr">
                    <a:solidFill>
                      <a:srgbClr val="F8FAFC"/>
                    </a:solidFill>
                  </a:tcPr>
                </a:tc>
              </a:tr>
              <a:tr h="752475">
                <a:tc>
                  <a:txBody>
                    <a:bodyPr/>
                    <a:lstStyle/>
                    <a:p>
                      <a:pPr algn="ctr"/>
                      <a:r>
                        <a:rPr sz="2200" b="1">
                          <a:solidFill>
                            <a:srgbClr val="2873B9"/>
                          </a:solidFill>
                          <a:latin typeface="Apple SD Gothic Neo"/>
                          <a:ea typeface="Apple SD Gothic Neo"/>
                          <a:cs typeface="Apple SD Gothic Neo"/>
                        </a:rPr>
                        <a:t>FR5</a:t>
                      </a:r>
                    </a:p>
                  </a:txBody>
                  <a:tcPr marL="95250" marR="95250" marT="19050" marB="19050" anchor="ctr">
                    <a:solidFill>
                      <a:srgbClr val="EEF4F9"/>
                    </a:solidFill>
                  </a:tcPr>
                </a:tc>
                <a:tc>
                  <a:txBody>
                    <a:bodyPr/>
                    <a:lstStyle/>
                    <a:p>
                      <a:pPr algn="ctr"/>
                      <a:r>
                        <a:rPr sz="2200" b="1">
                          <a:solidFill>
                            <a:srgbClr val="202B35"/>
                          </a:solidFill>
                          <a:latin typeface="Apple SD Gothic Neo"/>
                          <a:ea typeface="Apple SD Gothic Neo"/>
                          <a:cs typeface="Apple SD Gothic Neo"/>
                        </a:rPr>
                        <a:t>업무 연속성 유지</a:t>
                      </a:r>
                    </a:p>
                  </a:txBody>
                  <a:tcPr marL="95250" marR="95250" marT="19050" marB="19050" anchor="ctr">
                    <a:solidFill>
                      <a:srgbClr val="EEF4F9"/>
                    </a:solidFill>
                  </a:tcPr>
                </a:tc>
                <a:tc>
                  <a:txBody>
                    <a:bodyPr/>
                    <a:lstStyle/>
                    <a:p>
                      <a:pPr algn="l"/>
                      <a:r>
                        <a:rPr sz="2200" b="0">
                          <a:solidFill>
                            <a:srgbClr val="202B35"/>
                          </a:solidFill>
                          <a:latin typeface="Apple SD Gothic Neo"/>
                          <a:ea typeface="Apple SD Gothic Neo"/>
                          <a:cs typeface="Apple SD Gothic Neo"/>
                        </a:rPr>
                        <a:t>음성 연결 종료, 대화 전환 또는 VIA 재시작 이후에도 기존 업무를</a:t>
                      </a:r>
                    </a:p>
                    <a:p>
                      <a:pPr algn="l"/>
                      <a:r>
                        <a:rPr sz="2200" b="0">
                          <a:solidFill>
                            <a:srgbClr val="202B35"/>
                          </a:solidFill>
                          <a:latin typeface="Apple SD Gothic Neo"/>
                          <a:ea typeface="Apple SD Gothic Neo"/>
                          <a:cs typeface="Apple SD Gothic Neo"/>
                        </a:rPr>
                        <a:t>중복 실행 없이 확인 가능한 상태로 이어갈 수 있어야 한다.</a:t>
                      </a:r>
                    </a:p>
                  </a:txBody>
                  <a:tcPr marL="152400" marR="152400" marT="19050" marB="19050" anchor="ctr">
                    <a:solidFill>
                      <a:srgbClr val="EEF4F9"/>
                    </a:solidFill>
                  </a:tcPr>
                </a:tc>
                <a:tc>
                  <a:txBody>
                    <a:bodyPr/>
                    <a:lstStyle/>
                    <a:p>
                      <a:pPr algn="ctr"/>
                      <a:r>
                        <a:rPr sz="2000" b="0">
                          <a:solidFill>
                            <a:srgbClr val="202B35"/>
                          </a:solidFill>
                          <a:latin typeface="Apple SD Gothic Neo"/>
                          <a:ea typeface="Apple SD Gothic Neo"/>
                          <a:cs typeface="Apple SD Gothic Neo"/>
                        </a:rPr>
                        <a:t>04-42</a:t>
                      </a:r>
                    </a:p>
                  </a:txBody>
                  <a:tcPr marL="95250" marR="95250" marT="19050" marB="19050" anchor="ctr">
                    <a:solidFill>
                      <a:srgbClr val="EEF4F9"/>
                    </a:solidFill>
                  </a:tcPr>
                </a:tc>
              </a:tr>
              <a:tr h="752475">
                <a:tc>
                  <a:txBody>
                    <a:bodyPr/>
                    <a:lstStyle/>
                    <a:p>
                      <a:pPr algn="ctr"/>
                      <a:r>
                        <a:rPr sz="2200" b="1">
                          <a:solidFill>
                            <a:srgbClr val="2873B9"/>
                          </a:solidFill>
                          <a:latin typeface="Apple SD Gothic Neo"/>
                          <a:ea typeface="Apple SD Gothic Neo"/>
                          <a:cs typeface="Apple SD Gothic Neo"/>
                        </a:rPr>
                        <a:t>FR6</a:t>
                      </a:r>
                    </a:p>
                  </a:txBody>
                  <a:tcPr marL="95250" marR="95250" marT="19050" marB="19050" anchor="ctr">
                    <a:solidFill>
                      <a:srgbClr val="F8FAFC"/>
                    </a:solidFill>
                  </a:tcPr>
                </a:tc>
                <a:tc>
                  <a:txBody>
                    <a:bodyPr/>
                    <a:lstStyle/>
                    <a:p>
                      <a:pPr algn="ctr"/>
                      <a:r>
                        <a:rPr sz="2200" b="1">
                          <a:solidFill>
                            <a:srgbClr val="202B35"/>
                          </a:solidFill>
                          <a:latin typeface="Apple SD Gothic Neo"/>
                          <a:ea typeface="Apple SD Gothic Neo"/>
                          <a:cs typeface="Apple SD Gothic Neo"/>
                        </a:rPr>
                        <a:t>과거 맥락 활용</a:t>
                      </a:r>
                    </a:p>
                  </a:txBody>
                  <a:tcPr marL="95250" marR="95250" marT="19050" marB="19050" anchor="ctr">
                    <a:solidFill>
                      <a:srgbClr val="F8FAFC"/>
                    </a:solidFill>
                  </a:tcPr>
                </a:tc>
                <a:tc>
                  <a:txBody>
                    <a:bodyPr/>
                    <a:lstStyle/>
                    <a:p>
                      <a:pPr algn="l"/>
                      <a:r>
                        <a:rPr sz="2200" b="0">
                          <a:solidFill>
                            <a:srgbClr val="202B35"/>
                          </a:solidFill>
                          <a:latin typeface="Apple SD Gothic Neo"/>
                          <a:ea typeface="Apple SD Gothic Neo"/>
                          <a:cs typeface="Apple SD Gothic Neo"/>
                        </a:rPr>
                        <a:t>이전 대화의 정정 내용, 업무 결과와 허용된 사용자 기억을</a:t>
                      </a:r>
                    </a:p>
                    <a:p>
                      <a:pPr algn="l"/>
                      <a:r>
                        <a:rPr sz="2200" b="0">
                          <a:solidFill>
                            <a:srgbClr val="202B35"/>
                          </a:solidFill>
                          <a:latin typeface="Apple SD Gothic Neo"/>
                          <a:ea typeface="Apple SD Gothic Neo"/>
                          <a:cs typeface="Apple SD Gothic Neo"/>
                        </a:rPr>
                        <a:t>현재 요청에 필요한 맥락으로 활용할 수 있어야 한다.</a:t>
                      </a:r>
                    </a:p>
                  </a:txBody>
                  <a:tcPr marL="152400" marR="152400" marT="19050" marB="19050" anchor="ctr">
                    <a:solidFill>
                      <a:srgbClr val="F8FAFC"/>
                    </a:solidFill>
                  </a:tcPr>
                </a:tc>
                <a:tc>
                  <a:txBody>
                    <a:bodyPr/>
                    <a:lstStyle/>
                    <a:p>
                      <a:pPr algn="ctr"/>
                      <a:r>
                        <a:rPr sz="2000" b="0">
                          <a:solidFill>
                            <a:srgbClr val="202B35"/>
                          </a:solidFill>
                          <a:latin typeface="Apple SD Gothic Neo"/>
                          <a:ea typeface="Apple SD Gothic Neo"/>
                          <a:cs typeface="Apple SD Gothic Neo"/>
                        </a:rPr>
                        <a:t>04-45</a:t>
                      </a:r>
                    </a:p>
                  </a:txBody>
                  <a:tcPr marL="95250" marR="95250" marT="19050" marB="19050" anchor="ctr">
                    <a:solidFill>
                      <a:srgbClr val="F8FAFC"/>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a:solidFill>
                  <a:srgbClr val="B96D14"/>
                </a:solidFill>
                <a:latin typeface="Apple SD Gothic Neo"/>
                <a:ea typeface="Apple SD Gothic Neo"/>
                <a:cs typeface="Apple SD Gothic Neo"/>
              </a:defRPr>
            </a:pPr>
            <a:r>
              <a:rPr sz="2700" b="1">
                <a:solidFill>
                  <a:srgbClr val="B96D14"/>
                </a:solidFill>
                <a:latin typeface="Apple SD Gothic Neo"/>
                <a:ea typeface="Apple SD Gothic Neo"/>
                <a:cs typeface="Apple SD Gothic Neo"/>
              </a:rPr>
              <a:t>제약사항</a:t>
            </a: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r>
                        <a:rPr sz="2000" b="1">
                          <a:solidFill>
                            <a:srgbClr val="FFFFFF"/>
                          </a:solidFill>
                          <a:latin typeface="Apple SD Gothic Neo"/>
                          <a:ea typeface="Apple SD Gothic Neo"/>
                          <a:cs typeface="Apple SD Gothic Neo"/>
                        </a:rPr>
                        <a:t>ID</a:t>
                      </a:r>
                    </a:p>
                  </a:txBody>
                  <a:tcPr marL="95250" marR="95250" marT="19050" marB="19050" anchor="ctr">
                    <a:solidFill>
                      <a:srgbClr val="B96D14"/>
                    </a:solidFill>
                  </a:tcPr>
                </a:tc>
                <a:tc>
                  <a:txBody>
                    <a:bodyPr/>
                    <a:lstStyle/>
                    <a:p>
                      <a:pPr algn="ctr"/>
                      <a:r>
                        <a:rPr sz="2000" b="1">
                          <a:solidFill>
                            <a:srgbClr val="FFFFFF"/>
                          </a:solidFill>
                          <a:latin typeface="Apple SD Gothic Neo"/>
                          <a:ea typeface="Apple SD Gothic Neo"/>
                          <a:cs typeface="Apple SD Gothic Neo"/>
                        </a:rPr>
                        <a:t>제약사항명</a:t>
                      </a:r>
                    </a:p>
                  </a:txBody>
                  <a:tcPr marL="95250" marR="95250" marT="19050" marB="19050" anchor="ctr">
                    <a:solidFill>
                      <a:srgbClr val="B96D14"/>
                    </a:solidFill>
                  </a:tcPr>
                </a:tc>
                <a:tc>
                  <a:txBody>
                    <a:bodyPr/>
                    <a:lstStyle/>
                    <a:p>
                      <a:pPr algn="l"/>
                      <a:r>
                        <a:rPr sz="2000" b="1">
                          <a:solidFill>
                            <a:srgbClr val="FFFFFF"/>
                          </a:solidFill>
                          <a:latin typeface="Apple SD Gothic Neo"/>
                          <a:ea typeface="Apple SD Gothic Neo"/>
                          <a:cs typeface="Apple SD Gothic Neo"/>
                        </a:rPr>
                        <a:t>설명</a:t>
                      </a:r>
                    </a:p>
                  </a:txBody>
                  <a:tcPr marL="152400" marR="152400" marT="19050" marB="19050" anchor="ctr">
                    <a:solidFill>
                      <a:srgbClr val="B96D14"/>
                    </a:solidFill>
                  </a:tcPr>
                </a:tc>
                <a:tc>
                  <a:txBody>
                    <a:bodyPr/>
                    <a:lstStyle/>
                    <a:p>
                      <a:pPr algn="ctr"/>
                      <a:r>
                        <a:rPr sz="2000" b="1">
                          <a:solidFill>
                            <a:srgbClr val="FFFFFF"/>
                          </a:solidFill>
                          <a:latin typeface="Apple SD Gothic Neo"/>
                          <a:ea typeface="Apple SD Gothic Neo"/>
                          <a:cs typeface="Apple SD Gothic Neo"/>
                        </a:rPr>
                        <a:t>관련 DP</a:t>
                      </a:r>
                    </a:p>
                  </a:txBody>
                  <a:tcPr marL="95250" marR="95250" marT="19050" marB="19050" anchor="ctr">
                    <a:solidFill>
                      <a:srgbClr val="B96D14"/>
                    </a:solidFill>
                  </a:tcPr>
                </a:tc>
              </a:tr>
              <a:tr h="800100">
                <a:tc>
                  <a:txBody>
                    <a:bodyPr/>
                    <a:lstStyle/>
                    <a:p>
                      <a:pPr algn="ctr"/>
                      <a:r>
                        <a:rPr sz="2200" b="1">
                          <a:solidFill>
                            <a:srgbClr val="B96D14"/>
                          </a:solidFill>
                          <a:latin typeface="Apple SD Gothic Neo"/>
                          <a:ea typeface="Apple SD Gothic Neo"/>
                          <a:cs typeface="Apple SD Gothic Neo"/>
                        </a:rPr>
                        <a:t>C1</a:t>
                      </a:r>
                    </a:p>
                  </a:txBody>
                  <a:tcPr marL="95250" marR="95250" marT="19050" marB="19050" anchor="ctr">
                    <a:solidFill>
                      <a:srgbClr val="FCF4E8"/>
                    </a:solidFill>
                  </a:tcPr>
                </a:tc>
                <a:tc>
                  <a:txBody>
                    <a:bodyPr/>
                    <a:lstStyle/>
                    <a:p>
                      <a:pPr algn="ctr"/>
                      <a:r>
                        <a:rPr sz="2200" b="1">
                          <a:solidFill>
                            <a:srgbClr val="202B35"/>
                          </a:solidFill>
                          <a:latin typeface="Apple SD Gothic Neo"/>
                          <a:ea typeface="Apple SD Gothic Neo"/>
                          <a:cs typeface="Apple SD Gothic Neo"/>
                        </a:rPr>
                        <a:t>음성과 의미 모델 분리</a:t>
                      </a:r>
                    </a:p>
                  </a:txBody>
                  <a:tcPr marL="95250" marR="95250" marT="19050" marB="19050" anchor="ctr">
                    <a:solidFill>
                      <a:srgbClr val="FCF4E8"/>
                    </a:solidFill>
                  </a:tcPr>
                </a:tc>
                <a:tc>
                  <a:txBody>
                    <a:bodyPr/>
                    <a:lstStyle/>
                    <a:p>
                      <a:pPr algn="l"/>
                      <a:r>
                        <a:rPr sz="2200" b="0">
                          <a:solidFill>
                            <a:srgbClr val="202B35"/>
                          </a:solidFill>
                          <a:latin typeface="Apple SD Gothic Neo"/>
                          <a:ea typeface="Apple SD Gothic Neo"/>
                          <a:cs typeface="Apple SD Gothic Neo"/>
                        </a:rPr>
                        <a:t>VIA와 VAD는 사용자 PC에서 실행하고, 음성과 의미 해석은 별도 클라우드 모델을</a:t>
                      </a:r>
                    </a:p>
                    <a:p>
                      <a:pPr algn="l"/>
                      <a:r>
                        <a:rPr sz="2200" b="0">
                          <a:solidFill>
                            <a:srgbClr val="202B35"/>
                          </a:solidFill>
                          <a:latin typeface="Apple SD Gothic Neo"/>
                          <a:ea typeface="Apple SD Gothic Neo"/>
                          <a:cs typeface="Apple SD Gothic Neo"/>
                        </a:rPr>
                        <a:t>Model Access를 통해 사용해야 한다.</a:t>
                      </a:r>
                    </a:p>
                  </a:txBody>
                  <a:tcPr marL="152400" marR="152400" marT="19050" marB="19050" anchor="ctr">
                    <a:solidFill>
                      <a:srgbClr val="FCF4E8"/>
                    </a:solidFill>
                  </a:tcPr>
                </a:tc>
                <a:tc>
                  <a:txBody>
                    <a:bodyPr/>
                    <a:lstStyle/>
                    <a:p>
                      <a:pPr algn="ctr"/>
                      <a:r>
                        <a:rPr sz="2000" b="0">
                          <a:solidFill>
                            <a:srgbClr val="202B35"/>
                          </a:solidFill>
                          <a:latin typeface="Apple SD Gothic Neo"/>
                          <a:ea typeface="Apple SD Gothic Neo"/>
                          <a:cs typeface="Apple SD Gothic Neo"/>
                        </a:rPr>
                        <a:t>04-41, 04-44,</a:t>
                      </a:r>
                    </a:p>
                    <a:p>
                      <a:pPr algn="ctr"/>
                      <a:r>
                        <a:rPr sz="2000" b="0">
                          <a:solidFill>
                            <a:srgbClr val="202B35"/>
                          </a:solidFill>
                          <a:latin typeface="Apple SD Gothic Neo"/>
                          <a:ea typeface="Apple SD Gothic Neo"/>
                          <a:cs typeface="Apple SD Gothic Neo"/>
                        </a:rPr>
                        <a:t>04-45</a:t>
                      </a:r>
                    </a:p>
                  </a:txBody>
                  <a:tcPr marL="95250" marR="95250" marT="19050" marB="19050" anchor="ctr">
                    <a:solidFill>
                      <a:srgbClr val="FCF4E8"/>
                    </a:solidFill>
                  </a:tcPr>
                </a:tc>
              </a:tr>
              <a:tr h="800100">
                <a:tc>
                  <a:txBody>
                    <a:bodyPr/>
                    <a:lstStyle/>
                    <a:p>
                      <a:pPr algn="ctr"/>
                      <a:r>
                        <a:rPr sz="2200" b="1">
                          <a:solidFill>
                            <a:srgbClr val="B96D14"/>
                          </a:solidFill>
                          <a:latin typeface="Apple SD Gothic Neo"/>
                          <a:ea typeface="Apple SD Gothic Neo"/>
                          <a:cs typeface="Apple SD Gothic Neo"/>
                        </a:rPr>
                        <a:t>C2</a:t>
                      </a:r>
                    </a:p>
                  </a:txBody>
                  <a:tcPr marL="95250" marR="95250" marT="19050" marB="19050" anchor="ctr">
                    <a:solidFill>
                      <a:srgbClr val="FEFAF3"/>
                    </a:solidFill>
                  </a:tcPr>
                </a:tc>
                <a:tc>
                  <a:txBody>
                    <a:bodyPr/>
                    <a:lstStyle/>
                    <a:p>
                      <a:pPr algn="ctr"/>
                      <a:r>
                        <a:rPr sz="2200" b="1">
                          <a:solidFill>
                            <a:srgbClr val="202B35"/>
                          </a:solidFill>
                          <a:latin typeface="Apple SD Gothic Neo"/>
                          <a:ea typeface="Apple SD Gothic Neo"/>
                          <a:cs typeface="Apple SD Gothic Neo"/>
                        </a:rPr>
                        <a:t>업무 실행 위임</a:t>
                      </a:r>
                    </a:p>
                  </a:txBody>
                  <a:tcPr marL="95250" marR="95250" marT="19050" marB="19050" anchor="ctr">
                    <a:solidFill>
                      <a:srgbClr val="FEFAF3"/>
                    </a:solidFill>
                  </a:tcPr>
                </a:tc>
                <a:tc>
                  <a:txBody>
                    <a:bodyPr/>
                    <a:lstStyle/>
                    <a:p>
                      <a:pPr algn="l"/>
                      <a:r>
                        <a:rPr sz="2200" b="0">
                          <a:solidFill>
                            <a:srgbClr val="202B35"/>
                          </a:solidFill>
                          <a:latin typeface="Apple SD Gothic Neo"/>
                          <a:ea typeface="Apple SD Gothic Neo"/>
                          <a:cs typeface="Apple SD Gothic Neo"/>
                        </a:rPr>
                        <a:t>실제 업무 수행에 필요한 도메인 추론, 계획, 도구 선택과 실행은</a:t>
                      </a:r>
                    </a:p>
                    <a:p>
                      <a:pPr algn="l"/>
                      <a:r>
                        <a:rPr sz="2200" b="0">
                          <a:solidFill>
                            <a:srgbClr val="202B35"/>
                          </a:solidFill>
                          <a:latin typeface="Apple SD Gothic Neo"/>
                          <a:ea typeface="Apple SD Gothic Neo"/>
                          <a:cs typeface="Apple SD Gothic Neo"/>
                        </a:rPr>
                        <a:t>Downstream Agent에 위임해야 한다.</a:t>
                      </a:r>
                    </a:p>
                  </a:txBody>
                  <a:tcPr marL="152400" marR="152400" marT="19050" marB="19050" anchor="ctr">
                    <a:solidFill>
                      <a:srgbClr val="FEFAF3"/>
                    </a:solidFill>
                  </a:tcPr>
                </a:tc>
                <a:tc>
                  <a:txBody>
                    <a:bodyPr/>
                    <a:lstStyle/>
                    <a:p>
                      <a:pPr algn="ctr"/>
                      <a:r>
                        <a:rPr sz="2000" b="0">
                          <a:solidFill>
                            <a:srgbClr val="202B35"/>
                          </a:solidFill>
                          <a:latin typeface="Apple SD Gothic Neo"/>
                          <a:ea typeface="Apple SD Gothic Neo"/>
                          <a:cs typeface="Apple SD Gothic Neo"/>
                        </a:rPr>
                        <a:t>04-41, 04-42,</a:t>
                      </a:r>
                    </a:p>
                    <a:p>
                      <a:pPr algn="ctr"/>
                      <a:r>
                        <a:rPr sz="2000" b="0">
                          <a:solidFill>
                            <a:srgbClr val="202B35"/>
                          </a:solidFill>
                          <a:latin typeface="Apple SD Gothic Neo"/>
                          <a:ea typeface="Apple SD Gothic Neo"/>
                          <a:cs typeface="Apple SD Gothic Neo"/>
                        </a:rPr>
                        <a:t>04-44</a:t>
                      </a:r>
                    </a:p>
                  </a:txBody>
                  <a:tcPr marL="95250" marR="95250" marT="19050" marB="19050" anchor="ctr">
                    <a:solidFill>
                      <a:srgbClr val="FEFAF3"/>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a:solidFill>
                  <a:srgbClr val="586878"/>
                </a:solidFill>
                <a:latin typeface="Apple SD Gothic Neo"/>
                <a:ea typeface="Apple SD Gothic Neo"/>
                <a:cs typeface="Apple SD Gothic Neo"/>
              </a:defRPr>
            </a:pPr>
            <a:r>
              <a:rPr sz="1700" b="0">
                <a:solidFill>
                  <a:srgbClr val="586878"/>
                </a:solidFill>
                <a:latin typeface="Apple SD Gothic Neo"/>
                <a:ea typeface="Apple SD Gothic Neo"/>
                <a:cs typeface="Apple SD Gothic Neo"/>
              </a:rPr>
              <a:t>관련 DP는 직접 설계 영향만 표시한다. 로컬 VAD와 업무 상태의 권위는 VIA에 있으며 모델 공급자는 별도 reference다.</a:t>
            </a:r>
          </a:p>
        </p:txBody>
      </p:sp>
      <p:sp>
        <p:nvSpPr>
          <p:cNvPr id="8" name="v2-477-header-white">
            <a:extLst>
              <a:ext uri="{FF2B5EF4-FFF2-40B4-BE49-F238E27FC236}">
                <ns2:creationId id="{F3814450-0FB5-43D2-AEB7-4075D326D128}"/>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9" name="v2-478-page">
            <a:extLst>
              <a:ext uri="{FF2B5EF4-FFF2-40B4-BE49-F238E27FC236}">
                <ns2:creationId id="{77611AE9-1783-439E-97A9-0C8A472A690C}"/>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요구사항과 QA / v2 8</a:t>
            </a: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1" name=""/>
        <p:cNvGrpSpPr/>
        <p:nvPr/>
      </p:nvGrpSpPr>
      <p:grpSpPr>
        <a:xfrm/>
      </p:grpSpPr>
      <p:sp>
        <p:nvSpPr>
          <p:cNvPr id="2" name="title">
            <a:extLst>
              <a:ext uri="{FF2B5EF4-FFF2-40B4-BE49-F238E27FC236}">
                <ns2:creationId id="{D47C90FA-CC78-4FE4-BB65-C5695A80957C}"/>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품질 요구사항</a:t>
            </a:r>
          </a:p>
        </p:txBody>
      </p:sp>
      <p:sp>
        <p:nvSpPr>
          <p:cNvPr id="3" name="header-rule">
            <a:extLst>
              <a:ext uri="{FF2B5EF4-FFF2-40B4-BE49-F238E27FC236}">
                <ns2:creationId id="{1AE99F0D-1516-4243-8AA2-E5731C72807E}"/>
              </a:ext>
            </a:extLst>
          </p:cNvPr>
          <p:cNvSpPr>
            <a:spLocks noGrp="1"/>
          </p:cNvSpPr>
          <p:nvPr/>
        </p:nvSpPr>
        <p:spPr>
          <a:xfrm>
            <a:off x="457200" y="1066800"/>
            <a:ext cx="17373600" cy="19050"/>
          </a:xfrm>
          <a:prstGeom prst="rect">
            <a:avLst/>
          </a:prstGeom>
          <a:solidFill>
            <a:srgbClr val="9E9E9E"/>
          </a:solidFill>
          <a:ln w="0">
            <a:noFill/>
          </a:ln>
        </p:spPr>
      </p:sp>
      <p:sp>
        <p:nvSpPr>
          <p:cNvPr id="4" name="page">
            <a:extLst>
              <a:ext uri="{FF2B5EF4-FFF2-40B4-BE49-F238E27FC236}">
                <ns2:creationId id="{F4DB649A-571F-4189-B090-07C989DEC292}"/>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1 / 6</a:t>
            </a:r>
          </a:p>
        </p:txBody>
      </p:sp>
      <p:sp>
        <p:nvSpPr>
          <p:cNvPr id="5"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a:solidFill>
                  <a:srgbClr val="4472C4"/>
                </a:solidFill>
                <a:latin typeface="Apple SD Gothic Neo"/>
                <a:ea typeface="Apple SD Gothic Neo"/>
                <a:cs typeface="Apple SD Gothic Neo"/>
              </a:defRPr>
            </a:pPr>
            <a:r>
              <a:rPr sz="3200" b="1">
                <a:solidFill>
                  <a:srgbClr val="4472C4"/>
                </a:solidFill>
                <a:latin typeface="Apple SD Gothic Neo"/>
                <a:ea typeface="Apple SD Gothic Neo"/>
                <a:cs typeface="Apple SD Gothic Neo"/>
              </a:rPr>
              <a:t>핵심 품질속성: 정확성과 응답시간</a:t>
            </a:r>
          </a:p>
        </p:txBody>
      </p:sp>
      <p:sp>
        <p:nvSpPr>
          <p:cNvPr id="6"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r>
                        <a:rPr sz="2000"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900"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요청 처리</a:t>
                      </a:r>
                    </a:p>
                    <a:p>
                      <a:pPr algn="ctr"/>
                      <a:r>
                        <a:rPr sz="260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00" b="1">
                          <a:solidFill>
                            <a:srgbClr val="43AACC"/>
                          </a:solidFill>
                          <a:latin typeface="Apple SD Gothic Neo"/>
                          <a:ea typeface="Apple SD Gothic Neo"/>
                          <a:cs typeface="Apple SD Gothic Neo"/>
                        </a:rPr>
                        <a:t>필수 정답 조건 충족률 ≥ 98%</a:t>
                      </a:r>
                    </a:p>
                    <a:p>
                      <a:pPr algn="l"/>
                      <a:r>
                        <a:rPr sz="2000" b="0">
                          <a:solidFill>
                            <a:srgbClr val="222A35"/>
                          </a:solidFill>
                          <a:latin typeface="Apple SD Gothic Neo"/>
                          <a:ea typeface="Apple SD Gothic Neo"/>
                          <a:cs typeface="Apple SD Gothic Neo"/>
                        </a:rPr>
                        <a:t>측정: 21개 Voice/Agent 사례 × 5회 × 6조건 = 630개</a:t>
                      </a:r>
                    </a:p>
                    <a:p>
                      <a:pPr algn="l"/>
                      <a:r>
                        <a:rPr sz="2000" b="0">
                          <a:solidFill>
                            <a:srgbClr val="56606B"/>
                          </a:solidFill>
                          <a:latin typeface="Apple SD Gothic Neo"/>
                          <a:ea typeface="Apple SD Gothic Neo"/>
                          <a:cs typeface="Apple SD Gothic Neo"/>
                        </a:rPr>
                        <a:t>근거: 50개 조건당 오류 1개 이하, 전체 시나리오 실패 ≤5%</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900"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상호작용</a:t>
                      </a:r>
                    </a:p>
                    <a:p>
                      <a:pPr algn="ctr"/>
                      <a:r>
                        <a:rPr sz="260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00" b="1">
                          <a:solidFill>
                            <a:srgbClr val="43AACC"/>
                          </a:solidFill>
                          <a:latin typeface="Apple SD Gothic Neo"/>
                          <a:ea typeface="Apple SD Gothic Neo"/>
                          <a:cs typeface="Apple SD Gothic Neo"/>
                        </a:rPr>
                        <a:t>평균 상호작용 응답시간 ≤ 1초</a:t>
                      </a:r>
                    </a:p>
                    <a:p>
                      <a:pPr algn="l"/>
                      <a:r>
                        <a:rPr sz="2000" b="0">
                          <a:solidFill>
                            <a:srgbClr val="222A35"/>
                          </a:solidFill>
                          <a:latin typeface="Apple SD Gothic Neo"/>
                          <a:ea typeface="Apple SD Gothic Neo"/>
                          <a:cs typeface="Apple SD Gothic Neo"/>
                        </a:rPr>
                        <a:t>측정: 모든 사례의 지정 반응 27개 × 5회 = 135관측</a:t>
                      </a:r>
                    </a:p>
                    <a:p>
                      <a:pPr algn="l"/>
                      <a:r>
                        <a:rPr sz="2000" b="0">
                          <a:solidFill>
                            <a:srgbClr val="56606B"/>
                          </a:solidFill>
                          <a:latin typeface="Apple SD Gothic Neo"/>
                          <a:ea typeface="Apple SD Gothic Neo"/>
                          <a:cs typeface="Apple SD Gothic Neo"/>
                        </a:rPr>
                        <a:t>근거: 대화 흐름 1초, 끼어들기 local stop 0.1초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900"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VIA 요청</a:t>
                      </a:r>
                    </a:p>
                    <a:p>
                      <a:pPr algn="ctr"/>
                      <a:r>
                        <a:rPr sz="260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00" b="1">
                          <a:solidFill>
                            <a:srgbClr val="43AACC"/>
                          </a:solidFill>
                          <a:latin typeface="Apple SD Gothic Neo"/>
                          <a:ea typeface="Apple SD Gothic Neo"/>
                          <a:cs typeface="Apple SD Gothic Neo"/>
                        </a:rPr>
                        <a:t>평균 VIA 요청 처리시간 ≤ 10초</a:t>
                      </a:r>
                    </a:p>
                    <a:p>
                      <a:pPr algn="l"/>
                      <a:r>
                        <a:rPr sz="2000" b="0">
                          <a:solidFill>
                            <a:srgbClr val="222A35"/>
                          </a:solidFill>
                          <a:latin typeface="Apple SD Gothic Neo"/>
                          <a:ea typeface="Apple SD Gothic Neo"/>
                          <a:cs typeface="Apple SD Gothic Neo"/>
                        </a:rPr>
                        <a:t>측정: 사용자 목표 19개 × 5회 = 95사이클</a:t>
                      </a:r>
                    </a:p>
                    <a:p>
                      <a:pPr algn="l"/>
                      <a:r>
                        <a:rPr sz="2000" b="0">
                          <a:solidFill>
                            <a:srgbClr val="56606B"/>
                          </a:solidFill>
                          <a:latin typeface="Apple SD Gothic Neo"/>
                          <a:ea typeface="Apple SD Gothic Neo"/>
                          <a:cs typeface="Apple SD Gothic Neo"/>
                        </a:rPr>
                        <a:t>근거: 의미 6초 + 연결 1초 + 전달 1초 + 재검증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8"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
        <p:nvSpPr>
          <p:cNvPr id="9" name="v2-479-header-white">
            <a:extLst>
              <a:ext uri="{FF2B5EF4-FFF2-40B4-BE49-F238E27FC236}">
                <ns2:creationId id="{8927DBBD-92F1-44F7-A023-ABB343EF1302}"/>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0" name="v2-480-page">
            <a:extLst>
              <a:ext uri="{FF2B5EF4-FFF2-40B4-BE49-F238E27FC236}">
                <ns2:creationId id="{F202504E-E91A-4CDB-AF74-C05F5CDAC4CE}"/>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요구사항과 QA / v2 9</a:t>
            </a:r>
          </a:p>
        </p:txBody>
      </p:sp>
    </p:spTree>
    <p:extLst>
      <p:ext uri="{BB962C8B-B14F-4D97-AF65-F5344CB8AC3E}">
        <p14:creationId val="1354158922"/>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1" name=""/>
        <p:cNvGrpSpPr/>
        <p:nvPr/>
      </p:nvGrpSpPr>
      <p:grpSpPr>
        <a:xfrm/>
      </p:grpSpPr>
      <p:sp>
        <p:nvSpPr>
          <p:cNvPr id="2" name="title">
            <a:extLst>
              <a:ext uri="{FF2B5EF4-FFF2-40B4-BE49-F238E27FC236}">
                <ns2:creationId id="{A7C103DE-C20F-43E0-AFE4-8567DC06D3B9}"/>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a:solidFill>
                  <a:srgbClr val="222A35"/>
                </a:solidFill>
                <a:latin typeface="Apple SD Gothic Neo"/>
                <a:ea typeface="Apple SD Gothic Neo"/>
                <a:cs typeface="Apple SD Gothic Neo"/>
              </a:defRPr>
            </a:pPr>
            <a:r>
              <a:rPr sz="4400" b="1">
                <a:solidFill>
                  <a:srgbClr val="222A35"/>
                </a:solidFill>
                <a:latin typeface="Apple SD Gothic Neo"/>
                <a:ea typeface="Apple SD Gothic Neo"/>
                <a:cs typeface="Apple SD Gothic Neo"/>
              </a:rPr>
              <a:t>품질 요구사항</a:t>
            </a:r>
          </a:p>
        </p:txBody>
      </p:sp>
      <p:sp>
        <p:nvSpPr>
          <p:cNvPr id="3" name="header-rule">
            <a:extLst>
              <a:ext uri="{FF2B5EF4-FFF2-40B4-BE49-F238E27FC236}">
                <ns2:creationId id="{3B5E52BE-6306-46D5-8F90-0A9C27BA5EBD}"/>
              </a:ext>
            </a:extLst>
          </p:cNvPr>
          <p:cNvSpPr>
            <a:spLocks noGrp="1"/>
          </p:cNvSpPr>
          <p:nvPr/>
        </p:nvSpPr>
        <p:spPr>
          <a:xfrm>
            <a:off x="457200" y="1066800"/>
            <a:ext cx="17373600" cy="19050"/>
          </a:xfrm>
          <a:prstGeom prst="rect">
            <a:avLst/>
          </a:prstGeom>
          <a:solidFill>
            <a:srgbClr val="9E9E9E"/>
          </a:solidFill>
          <a:ln w="0">
            <a:noFill/>
          </a:ln>
        </p:spPr>
      </p:sp>
      <p:sp>
        <p:nvSpPr>
          <p:cNvPr id="4" name="page">
            <a:extLst>
              <a:ext uri="{FF2B5EF4-FFF2-40B4-BE49-F238E27FC236}">
                <ns2:creationId id="{A100A0F0-E488-48F8-A363-788164D86B29}"/>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a:solidFill>
                  <a:srgbClr val="56606B"/>
                </a:solidFill>
                <a:latin typeface="Apple SD Gothic Neo"/>
                <a:ea typeface="Apple SD Gothic Neo"/>
                <a:cs typeface="Apple SD Gothic Neo"/>
              </a:defRPr>
            </a:pPr>
            <a:r>
              <a:rPr sz="1900" b="0">
                <a:solidFill>
                  <a:srgbClr val="56606B"/>
                </a:solidFill>
                <a:latin typeface="Apple SD Gothic Neo"/>
                <a:ea typeface="Apple SD Gothic Neo"/>
                <a:cs typeface="Apple SD Gothic Neo"/>
              </a:rPr>
              <a:t>2 / 6</a:t>
            </a:r>
          </a:p>
        </p:txBody>
      </p:sp>
      <p:sp>
        <p:nvSpPr>
          <p:cNvPr id="5"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a:solidFill>
                  <a:srgbClr val="4472C4"/>
                </a:solidFill>
                <a:latin typeface="Apple SD Gothic Neo"/>
                <a:ea typeface="Apple SD Gothic Neo"/>
                <a:cs typeface="Apple SD Gothic Neo"/>
              </a:defRPr>
            </a:pPr>
            <a:r>
              <a:rPr sz="3200" b="1">
                <a:solidFill>
                  <a:srgbClr val="4472C4"/>
                </a:solidFill>
                <a:latin typeface="Apple SD Gothic Neo"/>
                <a:ea typeface="Apple SD Gothic Neo"/>
                <a:cs typeface="Apple SD Gothic Neo"/>
              </a:rPr>
              <a:t>핵심 품질속성: 비용, 변경 용이성과 메모리</a:t>
            </a:r>
          </a:p>
        </p:txBody>
      </p:sp>
      <p:sp>
        <p:nvSpPr>
          <p:cNvPr id="6"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r>
                        <a:rPr sz="2000"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00"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900"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VIA 모델</a:t>
                      </a:r>
                    </a:p>
                    <a:p>
                      <a:pPr algn="ctr"/>
                      <a:r>
                        <a:rPr sz="260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00" b="1">
                          <a:solidFill>
                            <a:srgbClr val="43AACC"/>
                          </a:solidFill>
                          <a:latin typeface="Apple SD Gothic Neo"/>
                          <a:ea typeface="Apple SD Gothic Neo"/>
                          <a:cs typeface="Apple SD Gothic Neo"/>
                        </a:rPr>
                        <a:t>P21 1묶음 평균 모델 비용 ≤ $0.50</a:t>
                      </a:r>
                    </a:p>
                    <a:p>
                      <a:pPr algn="l"/>
                      <a:r>
                        <a:rPr sz="2000" b="0">
                          <a:solidFill>
                            <a:srgbClr val="222A35"/>
                          </a:solidFill>
                          <a:latin typeface="Apple SD Gothic Neo"/>
                          <a:ea typeface="Apple SD Gothic Neo"/>
                          <a:cs typeface="Apple SD Gothic Neo"/>
                        </a:rPr>
                        <a:t>측정: 동일 P21 전체 5회 총 청구량의 평균 × 단가</a:t>
                      </a:r>
                    </a:p>
                    <a:p>
                      <a:pPr algn="l"/>
                      <a:r>
                        <a:rPr sz="2000" b="0">
                          <a:solidFill>
                            <a:srgbClr val="56606B"/>
                          </a:solidFill>
                          <a:latin typeface="Apple SD Gothic Neo"/>
                          <a:ea typeface="Apple SD Gothic Neo"/>
                          <a:cs typeface="Apple SD Gothic Neo"/>
                        </a:rPr>
                        <a:t>근거: 신규 audio·Text 기본 $0.351840 + 추가 여유 $0.148160</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900"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VIA 변경</a:t>
                      </a:r>
                    </a:p>
                    <a:p>
                      <a:pPr algn="ctr"/>
                      <a:r>
                        <a:rPr sz="260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00" b="1">
                          <a:solidFill>
                            <a:srgbClr val="43AACC"/>
                          </a:solidFill>
                          <a:latin typeface="Apple SD Gothic Neo"/>
                          <a:ea typeface="Apple SD Gothic Neo"/>
                          <a:cs typeface="Apple SD Gothic Neo"/>
                        </a:rPr>
                        <a:t>평균 변경 책임 단위 수 ≤ 3개</a:t>
                      </a:r>
                    </a:p>
                    <a:p>
                      <a:pPr algn="l"/>
                      <a:r>
                        <a:rPr sz="2000" b="0">
                          <a:solidFill>
                            <a:srgbClr val="222A35"/>
                          </a:solidFill>
                          <a:latin typeface="Apple SD Gothic Neo"/>
                          <a:ea typeface="Apple SD Gothic Neo"/>
                          <a:cs typeface="Apple SD Gothic Neo"/>
                        </a:rPr>
                        <a:t>측정: 6개 변경 과제의 고유 수정 책임 수 평균</a:t>
                      </a:r>
                    </a:p>
                    <a:p>
                      <a:pPr algn="l"/>
                      <a:r>
                        <a:rPr sz="200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900"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600" b="1">
                          <a:solidFill>
                            <a:srgbClr val="222A35"/>
                          </a:solidFill>
                          <a:latin typeface="Apple SD Gothic Neo"/>
                          <a:ea typeface="Apple SD Gothic Neo"/>
                          <a:cs typeface="Apple SD Gothic Neo"/>
                        </a:rPr>
                        <a:t>로컬 VIA</a:t>
                      </a:r>
                    </a:p>
                    <a:p>
                      <a:pPr algn="ctr"/>
                      <a:r>
                        <a:rPr sz="260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00" b="1">
                          <a:solidFill>
                            <a:srgbClr val="43AACC"/>
                          </a:solidFill>
                          <a:latin typeface="Apple SD Gothic Neo"/>
                          <a:ea typeface="Apple SD Gothic Neo"/>
                          <a:cs typeface="Apple SD Gothic Neo"/>
                        </a:rPr>
                        <a:t>최대 전체 commit 메모리 ≤ 4GiB</a:t>
                      </a:r>
                    </a:p>
                    <a:p>
                      <a:pPr algn="l"/>
                      <a:r>
                        <a:rPr sz="2000" b="0">
                          <a:solidFill>
                            <a:srgbClr val="222A35"/>
                          </a:solidFill>
                          <a:latin typeface="Apple SD Gothic Neo"/>
                          <a:ea typeface="Apple SD Gothic Neo"/>
                          <a:cs typeface="Apple SD Gothic Neo"/>
                        </a:rPr>
                        <a:t>측정: 동일 P21 전체 5회 중 최대 동시 commit량</a:t>
                      </a:r>
                    </a:p>
                    <a:p>
                      <a:pPr algn="l"/>
                      <a:r>
                        <a:rPr sz="200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8"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a:solidFill>
                  <a:srgbClr val="56606B"/>
                </a:solidFill>
                <a:latin typeface="Apple SD Gothic Neo"/>
                <a:ea typeface="Apple SD Gothic Neo"/>
                <a:cs typeface="Apple SD Gothic Neo"/>
              </a:defRPr>
            </a:pPr>
            <a:r>
              <a:rPr sz="170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
        <p:nvSpPr>
          <p:cNvPr id="9" name="v2-481-header-white">
            <a:extLst>
              <a:ext uri="{FF2B5EF4-FFF2-40B4-BE49-F238E27FC236}">
                <ns2:creationId id="{905CD084-C2FD-4A44-A371-FE8BA573EABD}"/>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0" name="v2-482-page">
            <a:extLst>
              <a:ext uri="{FF2B5EF4-FFF2-40B4-BE49-F238E27FC236}">
                <ns2:creationId id="{E2F85742-725E-4328-ACBC-F45D7229ABB2}"/>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요구사항과 QA / v2 10</a:t>
            </a:r>
          </a:p>
        </p:txBody>
      </p:sp>
    </p:spTree>
    <p:extLst>
      <p:ext uri="{BB962C8B-B14F-4D97-AF65-F5344CB8AC3E}">
        <p14:creationId val="1472402474"/>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2" name="overview-title">
            <a:extLst>
              <a:ext uri="{FF2B5EF4-FFF2-40B4-BE49-F238E27FC236}">
                <ns2:creationId id="{3FA9B9E0-1721-440B-B414-98E51D89BDE8}"/>
              </a:ext>
            </a:extLst>
          </p:cNvPr>
          <p:cNvSpPr>
            <a:spLocks noGrp="1"/>
          </p:cNvSpPr>
          <p:nvPr/>
        </p:nvSpPr>
        <p:spPr>
          <a:xfrm>
            <a:off x="495300" y="228600"/>
            <a:ext cx="6667500" cy="704850"/>
          </a:xfrm>
          <a:prstGeom prst="rect">
            <a:avLst/>
          </a:prstGeom>
          <a:noFill/>
          <a:ln w="0">
            <a:noFill/>
            <a:prstDash val="solid"/>
          </a:ln>
        </p:spPr>
        <p:txBody>
          <a:bodyPr wrap="none" lIns="0" tIns="0" rIns="0" bIns="0" anchor="ctr">
            <a:noAutofit/>
          </a:bodyPr>
          <a:lstStyle/>
          <a:p>
            <a:pPr algn="l">
              <a:defRPr sz="4800" b="1">
                <a:solidFill>
                  <a:srgbClr val="141414"/>
                </a:solidFill>
                <a:latin typeface="Apple SD Gothic Neo"/>
                <a:ea typeface="Apple SD Gothic Neo"/>
                <a:cs typeface="Apple SD Gothic Neo"/>
              </a:defRPr>
            </a:pPr>
            <a:r>
              <a:rPr sz="4800" b="1">
                <a:solidFill>
                  <a:srgbClr val="141414"/>
                </a:solidFill>
                <a:latin typeface="Apple SD Gothic Neo"/>
                <a:ea typeface="Apple SD Gothic Neo"/>
                <a:cs typeface="Apple SD Gothic Neo"/>
              </a:rPr>
              <a:t>설계 Overview</a:t>
            </a:r>
          </a:p>
        </p:txBody>
      </p:sp>
      <p:sp>
        <p:nvSpPr>
          <p:cNvPr id="3" name="overview-step-0">
            <a:extLst>
              <a:ext uri="{FF2B5EF4-FFF2-40B4-BE49-F238E27FC236}">
                <ns2:creationId id="{5D2C6240-291B-463B-B74F-9D4C53059BC2}"/>
              </a:ext>
            </a:extLst>
          </p:cNvPr>
          <p:cNvSpPr>
            <a:spLocks noGrp="1"/>
          </p:cNvSpPr>
          <p:nvPr/>
        </p:nvSpPr>
        <p:spPr>
          <a:xfrm>
            <a:off x="10763250" y="276225"/>
            <a:ext cx="1457325" cy="447675"/>
          </a:xfrm>
          <a:custGeom>
            <a:pathLst>
              <a:path w="1457325" h="447675">
                <a:moveTo>
                  <a:pt x="0" y="0"/>
                </a:moveTo>
                <a:lnTo>
                  <a:pt x="1276350" y="0"/>
                </a:lnTo>
                <a:lnTo>
                  <a:pt x="1457325" y="223838"/>
                </a:lnTo>
                <a:lnTo>
                  <a:pt x="1276350" y="447675"/>
                </a:lnTo>
                <a:lnTo>
                  <a:pt x="0" y="447675"/>
                </a:lnTo>
                <a:close/>
              </a:path>
            </a:pathLst>
          </a:custGeom>
          <a:solidFill>
            <a:srgbClr val="95989B"/>
          </a:solidFill>
          <a:ln w="28575">
            <a:solidFill>
              <a:srgbClr val="FFFFFF"/>
            </a:solidFill>
            <a:prstDash val="solid"/>
          </a:ln>
        </p:spPr>
      </p:sp>
      <p:sp>
        <p:nvSpPr>
          <p:cNvPr id="4" name="overview-step-label-0">
            <a:extLst>
              <a:ext uri="{FF2B5EF4-FFF2-40B4-BE49-F238E27FC236}">
                <ns2:creationId id="{FBA08701-9047-4A3A-8332-AFBAB7D43ECD}"/>
              </a:ext>
            </a:extLst>
          </p:cNvPr>
          <p:cNvSpPr>
            <a:spLocks noGrp="1"/>
          </p:cNvSpPr>
          <p:nvPr/>
        </p:nvSpPr>
        <p:spPr>
          <a:xfrm>
            <a:off x="10763250" y="276225"/>
            <a:ext cx="1371600" cy="447675"/>
          </a:xfrm>
          <a:prstGeom prst="rect">
            <a:avLst/>
          </a:prstGeom>
          <a:noFill/>
          <a:ln w="0">
            <a:noFill/>
            <a:prstDash val="solid"/>
          </a:ln>
        </p:spPr>
        <p:txBody>
          <a:bodyPr wrap="none" lIns="0" tIns="0" rIns="0" bIns="0" anchor="ctr">
            <a:noAutofit/>
          </a:bodyPr>
          <a:lstStyle/>
          <a:p>
            <a:pPr algn="ctr">
              <a:defRPr sz="1700" b="1">
                <a:solidFill>
                  <a:srgbClr val="FFFFFF"/>
                </a:solidFill>
                <a:latin typeface="Apple SD Gothic Neo"/>
                <a:ea typeface="Apple SD Gothic Neo"/>
                <a:cs typeface="Apple SD Gothic Neo"/>
              </a:defRPr>
            </a:pPr>
            <a:r>
              <a:rPr sz="1700" b="1">
                <a:solidFill>
                  <a:srgbClr val="FFFFFF"/>
                </a:solidFill>
                <a:latin typeface="Apple SD Gothic Neo"/>
                <a:ea typeface="Apple SD Gothic Neo"/>
                <a:cs typeface="Apple SD Gothic Neo"/>
              </a:rPr>
              <a:t>배경과 소개</a:t>
            </a:r>
          </a:p>
        </p:txBody>
      </p:sp>
      <p:sp>
        <p:nvSpPr>
          <p:cNvPr id="5" name="overview-step-1">
            <a:extLst>
              <a:ext uri="{FF2B5EF4-FFF2-40B4-BE49-F238E27FC236}">
                <ns2:creationId id="{7F812109-A2ED-4705-90C6-57E5683CB498}"/>
              </a:ext>
            </a:extLst>
          </p:cNvPr>
          <p:cNvSpPr>
            <a:spLocks noGrp="1"/>
          </p:cNvSpPr>
          <p:nvPr/>
        </p:nvSpPr>
        <p:spPr>
          <a:xfrm>
            <a:off x="121729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6" name="overview-step-label-1">
            <a:extLst>
              <a:ext uri="{FF2B5EF4-FFF2-40B4-BE49-F238E27FC236}">
                <ns2:creationId id="{E1774CA4-3A78-4AD3-B8C6-82F52180399B}"/>
              </a:ext>
            </a:extLst>
          </p:cNvPr>
          <p:cNvSpPr>
            <a:spLocks noGrp="1"/>
          </p:cNvSpPr>
          <p:nvPr/>
        </p:nvSpPr>
        <p:spPr>
          <a:xfrm>
            <a:off x="12325350" y="276225"/>
            <a:ext cx="1266825" cy="447675"/>
          </a:xfrm>
          <a:prstGeom prst="rect">
            <a:avLst/>
          </a:prstGeom>
          <a:noFill/>
          <a:ln w="0">
            <a:noFill/>
            <a:prstDash val="solid"/>
          </a:ln>
        </p:spPr>
        <p:txBody>
          <a:bodyPr wrap="none" lIns="0" tIns="0" rIns="0" bIns="0" anchor="ctr">
            <a:noAutofit/>
          </a:bodyPr>
          <a:lstStyle/>
          <a:p>
            <a:pPr algn="ctr">
              <a:defRPr sz="1700" b="1">
                <a:solidFill>
                  <a:srgbClr val="FFFFFF"/>
                </a:solidFill>
                <a:latin typeface="Apple SD Gothic Neo"/>
                <a:ea typeface="Apple SD Gothic Neo"/>
                <a:cs typeface="Apple SD Gothic Neo"/>
              </a:defRPr>
            </a:pPr>
            <a:r>
              <a:rPr sz="1700" b="1">
                <a:solidFill>
                  <a:srgbClr val="FFFFFF"/>
                </a:solidFill>
                <a:latin typeface="Apple SD Gothic Neo"/>
                <a:ea typeface="Apple SD Gothic Neo"/>
                <a:cs typeface="Apple SD Gothic Neo"/>
              </a:rPr>
              <a:t>요구사항</a:t>
            </a:r>
          </a:p>
        </p:txBody>
      </p:sp>
      <p:sp>
        <p:nvSpPr>
          <p:cNvPr id="7" name="overview-step-2">
            <a:extLst>
              <a:ext uri="{FF2B5EF4-FFF2-40B4-BE49-F238E27FC236}">
                <ns2:creationId id="{E71D2F5C-FEEF-4FB5-BE94-3CBAE5FDFF8D}"/>
              </a:ext>
            </a:extLst>
          </p:cNvPr>
          <p:cNvSpPr>
            <a:spLocks noGrp="1"/>
          </p:cNvSpPr>
          <p:nvPr/>
        </p:nvSpPr>
        <p:spPr>
          <a:xfrm>
            <a:off x="135826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38A9C9"/>
          </a:solidFill>
          <a:ln w="28575">
            <a:solidFill>
              <a:srgbClr val="FFFFFF"/>
            </a:solidFill>
            <a:prstDash val="solid"/>
          </a:ln>
        </p:spPr>
      </p:sp>
      <p:sp>
        <p:nvSpPr>
          <p:cNvPr id="8" name="overview-step-label-2">
            <a:extLst>
              <a:ext uri="{FF2B5EF4-FFF2-40B4-BE49-F238E27FC236}">
                <ns2:creationId id="{C0026E30-CF2D-4517-916D-EA0847A5D744}"/>
              </a:ext>
            </a:extLst>
          </p:cNvPr>
          <p:cNvSpPr>
            <a:spLocks noGrp="1"/>
          </p:cNvSpPr>
          <p:nvPr/>
        </p:nvSpPr>
        <p:spPr>
          <a:xfrm>
            <a:off x="13735050" y="276225"/>
            <a:ext cx="1266825" cy="447675"/>
          </a:xfrm>
          <a:prstGeom prst="rect">
            <a:avLst/>
          </a:prstGeom>
          <a:noFill/>
          <a:ln w="0">
            <a:noFill/>
            <a:prstDash val="solid"/>
          </a:ln>
        </p:spPr>
        <p:txBody>
          <a:bodyPr wrap="none" lIns="0" tIns="0" rIns="0" bIns="0" anchor="ctr">
            <a:noAutofit/>
          </a:bodyPr>
          <a:lstStyle/>
          <a:p>
            <a:pPr algn="ctr">
              <a:defRPr sz="1700" b="1">
                <a:solidFill>
                  <a:srgbClr val="FFFFFF"/>
                </a:solidFill>
                <a:latin typeface="Apple SD Gothic Neo"/>
                <a:ea typeface="Apple SD Gothic Neo"/>
                <a:cs typeface="Apple SD Gothic Neo"/>
              </a:defRPr>
            </a:pPr>
            <a:r>
              <a:rPr sz="1700" b="1">
                <a:solidFill>
                  <a:srgbClr val="FFFFFF"/>
                </a:solidFill>
                <a:latin typeface="Apple SD Gothic Neo"/>
                <a:ea typeface="Apple SD Gothic Neo"/>
                <a:cs typeface="Apple SD Gothic Neo"/>
              </a:rPr>
              <a:t>설계 비교</a:t>
            </a:r>
          </a:p>
        </p:txBody>
      </p:sp>
      <p:sp>
        <p:nvSpPr>
          <p:cNvPr id="9" name="overview-step-3">
            <a:extLst>
              <a:ext uri="{FF2B5EF4-FFF2-40B4-BE49-F238E27FC236}">
                <ns2:creationId id="{1778232F-241B-45F6-BBC9-98DA0627FFAB}"/>
              </a:ext>
            </a:extLst>
          </p:cNvPr>
          <p:cNvSpPr>
            <a:spLocks noGrp="1"/>
          </p:cNvSpPr>
          <p:nvPr/>
        </p:nvSpPr>
        <p:spPr>
          <a:xfrm>
            <a:off x="149923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10" name="overview-step-label-3">
            <a:extLst>
              <a:ext uri="{FF2B5EF4-FFF2-40B4-BE49-F238E27FC236}">
                <ns2:creationId id="{4733DE92-EA7E-4D20-A6B5-D0BEE3E3AF28}"/>
              </a:ext>
            </a:extLst>
          </p:cNvPr>
          <p:cNvSpPr>
            <a:spLocks noGrp="1"/>
          </p:cNvSpPr>
          <p:nvPr/>
        </p:nvSpPr>
        <p:spPr>
          <a:xfrm>
            <a:off x="15144750" y="276225"/>
            <a:ext cx="1266825" cy="447675"/>
          </a:xfrm>
          <a:prstGeom prst="rect">
            <a:avLst/>
          </a:prstGeom>
          <a:noFill/>
          <a:ln w="0">
            <a:noFill/>
            <a:prstDash val="solid"/>
          </a:ln>
        </p:spPr>
        <p:txBody>
          <a:bodyPr wrap="none" lIns="0" tIns="0" rIns="0" bIns="0" anchor="ctr">
            <a:noAutofit/>
          </a:bodyPr>
          <a:lstStyle/>
          <a:p>
            <a:pPr algn="ctr">
              <a:defRPr sz="1700" b="1">
                <a:solidFill>
                  <a:srgbClr val="FFFFFF"/>
                </a:solidFill>
                <a:latin typeface="Apple SD Gothic Neo"/>
                <a:ea typeface="Apple SD Gothic Neo"/>
                <a:cs typeface="Apple SD Gothic Neo"/>
              </a:defRPr>
            </a:pPr>
            <a:r>
              <a:rPr sz="1700" b="1">
                <a:solidFill>
                  <a:srgbClr val="FFFFFF"/>
                </a:solidFill>
                <a:latin typeface="Apple SD Gothic Neo"/>
                <a:ea typeface="Apple SD Gothic Neo"/>
                <a:cs typeface="Apple SD Gothic Neo"/>
              </a:rPr>
              <a:t>검토 요약</a:t>
            </a:r>
          </a:p>
        </p:txBody>
      </p:sp>
      <p:sp>
        <p:nvSpPr>
          <p:cNvPr id="11" name="overview-step-4">
            <a:extLst>
              <a:ext uri="{FF2B5EF4-FFF2-40B4-BE49-F238E27FC236}">
                <ns2:creationId id="{CF850C3C-2294-4B70-9961-8E240595230D}"/>
              </a:ext>
            </a:extLst>
          </p:cNvPr>
          <p:cNvSpPr>
            <a:spLocks noGrp="1"/>
          </p:cNvSpPr>
          <p:nvPr/>
        </p:nvSpPr>
        <p:spPr>
          <a:xfrm>
            <a:off x="164020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12" name="overview-step-label-4">
            <a:extLst>
              <a:ext uri="{FF2B5EF4-FFF2-40B4-BE49-F238E27FC236}">
                <ns2:creationId id="{FD3E9190-E72A-4E7F-AF59-74AE2F0C60E2}"/>
              </a:ext>
            </a:extLst>
          </p:cNvPr>
          <p:cNvSpPr>
            <a:spLocks noGrp="1"/>
          </p:cNvSpPr>
          <p:nvPr/>
        </p:nvSpPr>
        <p:spPr>
          <a:xfrm>
            <a:off x="16554450" y="276225"/>
            <a:ext cx="1266825" cy="447675"/>
          </a:xfrm>
          <a:prstGeom prst="rect">
            <a:avLst/>
          </a:prstGeom>
          <a:noFill/>
          <a:ln w="0">
            <a:noFill/>
            <a:prstDash val="solid"/>
          </a:ln>
        </p:spPr>
        <p:txBody>
          <a:bodyPr wrap="none" lIns="0" tIns="0" rIns="0" bIns="0" anchor="ctr">
            <a:noAutofit/>
          </a:bodyPr>
          <a:lstStyle/>
          <a:p>
            <a:pPr algn="ctr">
              <a:defRPr sz="1700" b="1">
                <a:solidFill>
                  <a:srgbClr val="FFFFFF"/>
                </a:solidFill>
                <a:latin typeface="Apple SD Gothic Neo"/>
                <a:ea typeface="Apple SD Gothic Neo"/>
                <a:cs typeface="Apple SD Gothic Neo"/>
              </a:defRPr>
            </a:pPr>
            <a:r>
              <a:rPr sz="1700" b="1">
                <a:solidFill>
                  <a:srgbClr val="FFFFFF"/>
                </a:solidFill>
                <a:latin typeface="Apple SD Gothic Neo"/>
                <a:ea typeface="Apple SD Gothic Neo"/>
                <a:cs typeface="Apple SD Gothic Neo"/>
              </a:rPr>
              <a:t>Appendix</a:t>
            </a:r>
          </a:p>
        </p:txBody>
      </p:sp>
      <p:sp>
        <p:nvSpPr>
          <p:cNvPr id="13" name="overview-header-rule">
            <a:extLst>
              <a:ext uri="{FF2B5EF4-FFF2-40B4-BE49-F238E27FC236}">
                <ns2:creationId id="{C6FAA2DD-FEF1-4097-9C91-131E4BE11434}"/>
              </a:ext>
            </a:extLst>
          </p:cNvPr>
          <p:cNvSpPr>
            <a:spLocks noGrp="1"/>
          </p:cNvSpPr>
          <p:nvPr/>
        </p:nvSpPr>
        <p:spPr>
          <a:xfrm>
            <a:off x="495300" y="1009650"/>
            <a:ext cx="17335500" cy="953"/>
          </a:xfrm>
          <a:custGeom>
            <a:pathLst>
              <a:path w="17335500" h="953">
                <a:moveTo>
                  <a:pt x="0" y="0"/>
                </a:moveTo>
                <a:lnTo>
                  <a:pt x="17335500" y="0"/>
                </a:lnTo>
              </a:path>
            </a:pathLst>
          </a:custGeom>
          <a:noFill/>
          <a:ln w="23813">
            <a:solidFill>
              <a:srgbClr val="9A9A9A"/>
            </a:solidFill>
            <a:prstDash val="solid"/>
          </a:ln>
        </p:spPr>
      </p:sp>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a:solidFill>
                  <a:srgbClr val="354354"/>
                </a:solidFill>
                <a:latin typeface="Apple SD Gothic Neo"/>
                <a:ea typeface="Apple SD Gothic Neo"/>
                <a:cs typeface="Apple SD Gothic Neo"/>
              </a:defRPr>
            </a:pPr>
            <a:r>
              <a:rPr sz="2600" b="1">
                <a:solidFill>
                  <a:srgbClr val="354354"/>
                </a:solidFill>
                <a:latin typeface="Apple SD Gothic Neo"/>
                <a:ea typeface="Apple SD Gothic Neo"/>
                <a:cs typeface="Apple SD Gothic Neo"/>
              </a:rPr>
              <a:t>품질 목표와 주요 설계 질문</a:t>
            </a:r>
          </a:p>
        </p:txBody>
      </p:sp>
      <p:sp>
        <p:nvSpPr>
          <p:cNvPr id="15"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a:solidFill>
                  <a:srgbClr val="59616B"/>
                </a:solidFill>
                <a:latin typeface="Apple SD Gothic Neo"/>
                <a:ea typeface="Apple SD Gothic Neo"/>
                <a:cs typeface="Apple SD Gothic Neo"/>
              </a:defRPr>
            </a:pPr>
            <a:r>
              <a:rPr sz="1700" b="0">
                <a:solidFill>
                  <a:srgbClr val="59616B"/>
                </a:solidFill>
                <a:latin typeface="Apple SD Gothic Neo"/>
                <a:ea typeface="Apple SD Gothic Neo"/>
                <a:cs typeface="Apple SD Gothic Neo"/>
              </a:rPr>
              <a:t>ASR-QA-v6 / 번호순 우선순위</a:t>
            </a:r>
          </a:p>
        </p:txBody>
      </p:sp>
      <p:sp>
        <p:nvSpPr>
          <p:cNvPr id="16"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7"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8"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354354"/>
          </a:solidFill>
          <a:ln w="19050">
            <a:solidFill>
              <a:srgbClr val="45699B"/>
            </a:solidFill>
            <a:prstDash val="solid"/>
          </a:ln>
        </p:spPr>
      </p:sp>
      <p:sp>
        <p:nvSpPr>
          <p:cNvPr id="19" name="overview-goal-name-ASR-QA-01">
            <a:extLst>
              <a:ext uri="{FF2B5EF4-FFF2-40B4-BE49-F238E27FC236}">
                <ns2:creationId id="{33A893EF-0B93-4ED0-86C7-D8266512AF2C}"/>
              </a:ext>
            </a:extLst>
          </p:cNvPr>
          <p:cNvSpPr>
            <a:spLocks noGrp="1"/>
          </p:cNvSpPr>
          <p:nvPr/>
        </p:nvSpPr>
        <p:spPr>
          <a:xfrm>
            <a:off x="581025" y="2457450"/>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01 요청 처리 정확성</a:t>
            </a:r>
          </a:p>
        </p:txBody>
      </p:sp>
      <p:sp>
        <p:nvSpPr>
          <p:cNvPr id="20" name="overview-goal-target-ASR-QA-01">
            <a:extLst>
              <a:ext uri="{FF2B5EF4-FFF2-40B4-BE49-F238E27FC236}">
                <ns2:creationId id="{786B7EAC-9562-4918-B9B6-1D0F83B8F30F}"/>
              </a:ext>
            </a:extLst>
          </p:cNvPr>
          <p:cNvSpPr>
            <a:spLocks noGrp="1"/>
          </p:cNvSpPr>
          <p:nvPr/>
        </p:nvSpPr>
        <p:spPr>
          <a:xfrm>
            <a:off x="552450" y="2809875"/>
            <a:ext cx="2628900" cy="295275"/>
          </a:xfrm>
          <a:prstGeom prst="rect">
            <a:avLst/>
          </a:prstGeom>
          <a:noFill/>
          <a:ln w="0">
            <a:noFill/>
            <a:prstDash val="solid"/>
          </a:ln>
        </p:spPr>
        <p:txBody>
          <a:bodyPr wrap="none" lIns="0" tIns="0" rIns="0" bIns="0" anchor="ctr">
            <a:noAutofit/>
          </a:bodyPr>
          <a:lstStyle/>
          <a:p>
            <a:pPr algn="ctr">
              <a:defRPr sz="1700" b="0">
                <a:solidFill>
                  <a:srgbClr val="FFFFFF"/>
                </a:solidFill>
                <a:latin typeface="Apple SD Gothic Neo"/>
                <a:ea typeface="Apple SD Gothic Neo"/>
                <a:cs typeface="Apple SD Gothic Neo"/>
              </a:defRPr>
            </a:pPr>
            <a:r>
              <a:rPr sz="1700" b="0">
                <a:solidFill>
                  <a:srgbClr val="FFFFFF"/>
                </a:solidFill>
                <a:latin typeface="Apple SD Gothic Neo"/>
                <a:ea typeface="Apple SD Gothic Neo"/>
                <a:cs typeface="Apple SD Gothic Neo"/>
              </a:rPr>
              <a:t>98% 이상</a:t>
            </a:r>
          </a:p>
        </p:txBody>
      </p:sp>
      <p:sp>
        <p:nvSpPr>
          <p:cNvPr id="21"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2"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354354"/>
          </a:solidFill>
          <a:ln w="19050">
            <a:solidFill>
              <a:srgbClr val="45699B"/>
            </a:solidFill>
            <a:prstDash val="solid"/>
          </a:ln>
        </p:spPr>
      </p:sp>
      <p:sp>
        <p:nvSpPr>
          <p:cNvPr id="23" name="overview-goal-name-ASR-QA-02">
            <a:extLst>
              <a:ext uri="{FF2B5EF4-FFF2-40B4-BE49-F238E27FC236}">
                <ns2:creationId id="{B08B77C5-75BE-484E-BC51-4F51D121D082}"/>
              </a:ext>
            </a:extLst>
          </p:cNvPr>
          <p:cNvSpPr>
            <a:spLocks noGrp="1"/>
          </p:cNvSpPr>
          <p:nvPr/>
        </p:nvSpPr>
        <p:spPr>
          <a:xfrm>
            <a:off x="581025" y="3381375"/>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02 상호작용 응답시간</a:t>
            </a:r>
          </a:p>
        </p:txBody>
      </p:sp>
      <p:sp>
        <p:nvSpPr>
          <p:cNvPr id="24" name="overview-goal-target-ASR-QA-02">
            <a:extLst>
              <a:ext uri="{FF2B5EF4-FFF2-40B4-BE49-F238E27FC236}">
                <ns2:creationId id="{9D55656E-45B0-45D9-854D-ED28EC7575F5}"/>
              </a:ext>
            </a:extLst>
          </p:cNvPr>
          <p:cNvSpPr>
            <a:spLocks noGrp="1"/>
          </p:cNvSpPr>
          <p:nvPr/>
        </p:nvSpPr>
        <p:spPr>
          <a:xfrm>
            <a:off x="552450" y="3733800"/>
            <a:ext cx="2628900" cy="295275"/>
          </a:xfrm>
          <a:prstGeom prst="rect">
            <a:avLst/>
          </a:prstGeom>
          <a:noFill/>
          <a:ln w="0">
            <a:noFill/>
            <a:prstDash val="solid"/>
          </a:ln>
        </p:spPr>
        <p:txBody>
          <a:bodyPr wrap="none" lIns="0" tIns="0" rIns="0" bIns="0" anchor="ctr">
            <a:noAutofit/>
          </a:bodyPr>
          <a:lstStyle/>
          <a:p>
            <a:pPr algn="ctr">
              <a:defRPr sz="1400" b="0">
                <a:solidFill>
                  <a:srgbClr val="FFFFFF"/>
                </a:solidFill>
                <a:latin typeface="Apple SD Gothic Neo"/>
                <a:ea typeface="Apple SD Gothic Neo"/>
                <a:cs typeface="Apple SD Gothic Neo"/>
              </a:defRPr>
            </a:pPr>
            <a:r>
              <a:rPr sz="1400" b="0">
                <a:solidFill>
                  <a:srgbClr val="FFFFFF"/>
                </a:solidFill>
                <a:latin typeface="Apple SD Gothic Neo"/>
                <a:ea typeface="Apple SD Gothic Neo"/>
                <a:cs typeface="Apple SD Gothic Neo"/>
              </a:rPr>
              <a:t>평균 1초 이하, stop 0.1초 이하</a:t>
            </a:r>
          </a:p>
        </p:txBody>
      </p:sp>
      <p:sp>
        <p:nvSpPr>
          <p:cNvPr id="25"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6"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354354"/>
          </a:solidFill>
          <a:ln w="19050">
            <a:solidFill>
              <a:srgbClr val="45699B"/>
            </a:solidFill>
            <a:prstDash val="solid"/>
          </a:ln>
        </p:spPr>
      </p:sp>
      <p:sp>
        <p:nvSpPr>
          <p:cNvPr id="27" name="overview-goal-name-ASR-QA-03">
            <a:extLst>
              <a:ext uri="{FF2B5EF4-FFF2-40B4-BE49-F238E27FC236}">
                <ns2:creationId id="{B75D278C-1D79-4BFF-87BE-A0008E5E0B9A}"/>
              </a:ext>
            </a:extLst>
          </p:cNvPr>
          <p:cNvSpPr>
            <a:spLocks noGrp="1"/>
          </p:cNvSpPr>
          <p:nvPr/>
        </p:nvSpPr>
        <p:spPr>
          <a:xfrm>
            <a:off x="581025" y="4305300"/>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03 VIA 요청 처리시간</a:t>
            </a:r>
          </a:p>
        </p:txBody>
      </p:sp>
      <p:sp>
        <p:nvSpPr>
          <p:cNvPr id="28" name="overview-goal-target-ASR-QA-03">
            <a:extLst>
              <a:ext uri="{FF2B5EF4-FFF2-40B4-BE49-F238E27FC236}">
                <ns2:creationId id="{A58BBC63-821F-4642-A8CC-F0F1C84026B3}"/>
              </a:ext>
            </a:extLst>
          </p:cNvPr>
          <p:cNvSpPr>
            <a:spLocks noGrp="1"/>
          </p:cNvSpPr>
          <p:nvPr/>
        </p:nvSpPr>
        <p:spPr>
          <a:xfrm>
            <a:off x="552450" y="4657725"/>
            <a:ext cx="2628900" cy="295275"/>
          </a:xfrm>
          <a:prstGeom prst="rect">
            <a:avLst/>
          </a:prstGeom>
          <a:noFill/>
          <a:ln w="0">
            <a:noFill/>
            <a:prstDash val="solid"/>
          </a:ln>
        </p:spPr>
        <p:txBody>
          <a:bodyPr wrap="none" lIns="0" tIns="0" rIns="0" bIns="0" anchor="ctr">
            <a:noAutofit/>
          </a:bodyPr>
          <a:lstStyle/>
          <a:p>
            <a:pPr algn="ctr">
              <a:defRPr sz="1700" b="0">
                <a:solidFill>
                  <a:srgbClr val="FFFFFF"/>
                </a:solidFill>
                <a:latin typeface="Apple SD Gothic Neo"/>
                <a:ea typeface="Apple SD Gothic Neo"/>
                <a:cs typeface="Apple SD Gothic Neo"/>
              </a:defRPr>
            </a:pPr>
            <a:r>
              <a:rPr sz="1700" b="0">
                <a:solidFill>
                  <a:srgbClr val="FFFFFF"/>
                </a:solidFill>
                <a:latin typeface="Apple SD Gothic Neo"/>
                <a:ea typeface="Apple SD Gothic Neo"/>
                <a:cs typeface="Apple SD Gothic Neo"/>
              </a:rPr>
              <a:t>평균 10초 이하</a:t>
            </a:r>
          </a:p>
        </p:txBody>
      </p:sp>
      <p:sp>
        <p:nvSpPr>
          <p:cNvPr id="29"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30"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1"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354354"/>
          </a:solidFill>
          <a:ln w="19050">
            <a:solidFill>
              <a:srgbClr val="45699B"/>
            </a:solidFill>
            <a:prstDash val="solid"/>
          </a:ln>
        </p:spPr>
      </p:sp>
      <p:sp>
        <p:nvSpPr>
          <p:cNvPr id="32" name="overview-goal-name-ASR-QA-04">
            <a:extLst>
              <a:ext uri="{FF2B5EF4-FFF2-40B4-BE49-F238E27FC236}">
                <ns2:creationId id="{8A745147-861A-49A7-9133-65F7CD4D8997}"/>
              </a:ext>
            </a:extLst>
          </p:cNvPr>
          <p:cNvSpPr>
            <a:spLocks noGrp="1"/>
          </p:cNvSpPr>
          <p:nvPr/>
        </p:nvSpPr>
        <p:spPr>
          <a:xfrm>
            <a:off x="581025" y="5229225"/>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04 VIA 모델 사용 비용</a:t>
            </a:r>
          </a:p>
        </p:txBody>
      </p:sp>
      <p:sp>
        <p:nvSpPr>
          <p:cNvPr id="33" name="overview-goal-target-ASR-QA-04">
            <a:extLst>
              <a:ext uri="{FF2B5EF4-FFF2-40B4-BE49-F238E27FC236}">
                <ns2:creationId id="{A1E7A340-E402-44F5-AB96-7EFD356DE24E}"/>
              </a:ext>
            </a:extLst>
          </p:cNvPr>
          <p:cNvSpPr>
            <a:spLocks noGrp="1"/>
          </p:cNvSpPr>
          <p:nvPr/>
        </p:nvSpPr>
        <p:spPr>
          <a:xfrm>
            <a:off x="552450" y="5581650"/>
            <a:ext cx="2628900" cy="295275"/>
          </a:xfrm>
          <a:prstGeom prst="rect">
            <a:avLst/>
          </a:prstGeom>
          <a:noFill/>
          <a:ln w="0">
            <a:noFill/>
            <a:prstDash val="solid"/>
          </a:ln>
        </p:spPr>
        <p:txBody>
          <a:bodyPr wrap="none" lIns="0" tIns="0" rIns="0" bIns="0" anchor="ctr">
            <a:noAutofit/>
          </a:bodyPr>
          <a:lstStyle/>
          <a:p>
            <a:pPr algn="ctr">
              <a:defRPr sz="1700" b="0">
                <a:solidFill>
                  <a:srgbClr val="FFFFFF"/>
                </a:solidFill>
                <a:latin typeface="Apple SD Gothic Neo"/>
                <a:ea typeface="Apple SD Gothic Neo"/>
                <a:cs typeface="Apple SD Gothic Neo"/>
              </a:defRPr>
            </a:pPr>
            <a:r>
              <a:rPr sz="1700" b="0">
                <a:solidFill>
                  <a:srgbClr val="FFFFFF"/>
                </a:solidFill>
                <a:latin typeface="Apple SD Gothic Neo"/>
                <a:ea typeface="Apple SD Gothic Neo"/>
                <a:cs typeface="Apple SD Gothic Neo"/>
              </a:rPr>
              <a:t>$0.50/P21 이하</a:t>
            </a:r>
          </a:p>
        </p:txBody>
      </p:sp>
      <p:sp>
        <p:nvSpPr>
          <p:cNvPr id="34"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5"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354354"/>
          </a:solidFill>
          <a:ln w="19050">
            <a:solidFill>
              <a:srgbClr val="45699B"/>
            </a:solidFill>
            <a:prstDash val="solid"/>
          </a:ln>
        </p:spPr>
      </p:sp>
      <p:sp>
        <p:nvSpPr>
          <p:cNvPr id="36" name="overview-goal-name-ASR-QA-05">
            <a:extLst>
              <a:ext uri="{FF2B5EF4-FFF2-40B4-BE49-F238E27FC236}">
                <ns2:creationId id="{9A39E249-2325-48F7-AC3C-69EAA8EAAB22}"/>
              </a:ext>
            </a:extLst>
          </p:cNvPr>
          <p:cNvSpPr>
            <a:spLocks noGrp="1"/>
          </p:cNvSpPr>
          <p:nvPr/>
        </p:nvSpPr>
        <p:spPr>
          <a:xfrm>
            <a:off x="581025" y="6153150"/>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05 VIA 변경 용이성</a:t>
            </a:r>
          </a:p>
        </p:txBody>
      </p:sp>
      <p:sp>
        <p:nvSpPr>
          <p:cNvPr id="37" name="overview-goal-target-ASR-QA-05">
            <a:extLst>
              <a:ext uri="{FF2B5EF4-FFF2-40B4-BE49-F238E27FC236}">
                <ns2:creationId id="{CB22923C-2C12-432C-9600-06704B1B768A}"/>
              </a:ext>
            </a:extLst>
          </p:cNvPr>
          <p:cNvSpPr>
            <a:spLocks noGrp="1"/>
          </p:cNvSpPr>
          <p:nvPr/>
        </p:nvSpPr>
        <p:spPr>
          <a:xfrm>
            <a:off x="552450" y="6505575"/>
            <a:ext cx="2628900" cy="295275"/>
          </a:xfrm>
          <a:prstGeom prst="rect">
            <a:avLst/>
          </a:prstGeom>
          <a:noFill/>
          <a:ln w="0">
            <a:noFill/>
            <a:prstDash val="solid"/>
          </a:ln>
        </p:spPr>
        <p:txBody>
          <a:bodyPr wrap="none" lIns="0" tIns="0" rIns="0" bIns="0" anchor="ctr">
            <a:noAutofit/>
          </a:bodyPr>
          <a:lstStyle/>
          <a:p>
            <a:pPr algn="ctr">
              <a:defRPr sz="1400" b="0">
                <a:solidFill>
                  <a:srgbClr val="FFFFFF"/>
                </a:solidFill>
                <a:latin typeface="Apple SD Gothic Neo"/>
                <a:ea typeface="Apple SD Gothic Neo"/>
                <a:cs typeface="Apple SD Gothic Neo"/>
              </a:defRPr>
            </a:pPr>
            <a:r>
              <a:rPr sz="1400" b="0">
                <a:solidFill>
                  <a:srgbClr val="FFFFFF"/>
                </a:solidFill>
                <a:latin typeface="Apple SD Gothic Neo"/>
                <a:ea typeface="Apple SD Gothic Neo"/>
                <a:cs typeface="Apple SD Gothic Neo"/>
              </a:rPr>
              <a:t>평균 3개 이하, 과제별 5개 이하</a:t>
            </a:r>
          </a:p>
        </p:txBody>
      </p:sp>
      <p:sp>
        <p:nvSpPr>
          <p:cNvPr id="38"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9"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354354"/>
          </a:solidFill>
          <a:ln w="19050">
            <a:solidFill>
              <a:srgbClr val="45699B"/>
            </a:solidFill>
            <a:prstDash val="solid"/>
          </a:ln>
        </p:spPr>
      </p:sp>
      <p:sp>
        <p:nvSpPr>
          <p:cNvPr id="40" name="overview-goal-name-ASR-QA-06">
            <a:extLst>
              <a:ext uri="{FF2B5EF4-FFF2-40B4-BE49-F238E27FC236}">
                <ns2:creationId id="{25FDCD8E-FD7C-4D0D-A29F-3AB509674788}"/>
              </a:ext>
            </a:extLst>
          </p:cNvPr>
          <p:cNvSpPr>
            <a:spLocks noGrp="1"/>
          </p:cNvSpPr>
          <p:nvPr/>
        </p:nvSpPr>
        <p:spPr>
          <a:xfrm>
            <a:off x="581025" y="7077075"/>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06 로컬 VIA 메모리 사용량</a:t>
            </a:r>
          </a:p>
        </p:txBody>
      </p:sp>
      <p:sp>
        <p:nvSpPr>
          <p:cNvPr id="41" name="overview-goal-target-ASR-QA-06">
            <a:extLst>
              <a:ext uri="{FF2B5EF4-FFF2-40B4-BE49-F238E27FC236}">
                <ns2:creationId id="{8DA9633C-43BB-499E-A772-A079C4BB6379}"/>
              </a:ext>
            </a:extLst>
          </p:cNvPr>
          <p:cNvSpPr>
            <a:spLocks noGrp="1"/>
          </p:cNvSpPr>
          <p:nvPr/>
        </p:nvSpPr>
        <p:spPr>
          <a:xfrm>
            <a:off x="552450" y="7429500"/>
            <a:ext cx="2628900" cy="295275"/>
          </a:xfrm>
          <a:prstGeom prst="rect">
            <a:avLst/>
          </a:prstGeom>
          <a:noFill/>
          <a:ln w="0">
            <a:noFill/>
            <a:prstDash val="solid"/>
          </a:ln>
        </p:spPr>
        <p:txBody>
          <a:bodyPr wrap="none" lIns="0" tIns="0" rIns="0" bIns="0" anchor="ctr">
            <a:noAutofit/>
          </a:bodyPr>
          <a:lstStyle/>
          <a:p>
            <a:pPr algn="ctr">
              <a:defRPr sz="1700" b="0">
                <a:solidFill>
                  <a:srgbClr val="FFFFFF"/>
                </a:solidFill>
                <a:latin typeface="Apple SD Gothic Neo"/>
                <a:ea typeface="Apple SD Gothic Neo"/>
                <a:cs typeface="Apple SD Gothic Neo"/>
              </a:defRPr>
            </a:pPr>
            <a:r>
              <a:rPr sz="1700" b="0">
                <a:solidFill>
                  <a:srgbClr val="FFFFFF"/>
                </a:solidFill>
                <a:latin typeface="Apple SD Gothic Neo"/>
                <a:ea typeface="Apple SD Gothic Neo"/>
                <a:cs typeface="Apple SD Gothic Neo"/>
              </a:rPr>
              <a:t>4,096MiB 이하 (commit)</a:t>
            </a:r>
          </a:p>
        </p:txBody>
      </p: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E5A700"/>
          </a:solidFill>
          <a:ln w="0">
            <a:solidFill>
              <a:srgbClr val="E5A700"/>
            </a:solidFill>
            <a:prstDash val="solid"/>
          </a:ln>
        </p:spPr>
      </p:sp>
      <p:sp>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500" b="1">
                <a:solidFill>
                  <a:srgbClr val="141414"/>
                </a:solidFill>
                <a:latin typeface="Apple SD Gothic Neo"/>
                <a:ea typeface="Apple SD Gothic Neo"/>
                <a:cs typeface="Apple SD Gothic Neo"/>
              </a:defRPr>
            </a:pPr>
            <a:r>
              <a:rPr sz="2500" b="1">
                <a:solidFill>
                  <a:srgbClr val="141414"/>
                </a:solidFill>
                <a:latin typeface="Apple SD Gothic Neo"/>
                <a:ea typeface="Apple SD Gothic Neo"/>
                <a:cs typeface="Apple SD Gothic Neo"/>
              </a:rPr>
              <a:t>04-41. Request 해석 제어</a:t>
            </a:r>
          </a:p>
        </p:txBody>
      </p:sp>
      <p:sp>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00" b="0">
                <a:solidFill>
                  <a:srgbClr val="505760"/>
                </a:solidFill>
                <a:latin typeface="Apple SD Gothic Neo"/>
                <a:ea typeface="Apple SD Gothic Neo"/>
                <a:cs typeface="Apple SD Gothic Neo"/>
              </a:defRPr>
            </a:pPr>
            <a:r>
              <a:rPr sz="2000" b="0">
                <a:solidFill>
                  <a:srgbClr val="505760"/>
                </a:solidFill>
                <a:latin typeface="Apple SD Gothic Neo"/>
                <a:ea typeface="Apple SD Gothic Neo"/>
                <a:cs typeface="Apple SD Gothic Neo"/>
              </a:rPr>
              <a:t>조회와 의미 완성의 진행 책임</a:t>
            </a: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00A65A"/>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a:solidFill>
                  <a:srgbClr val="141414"/>
                </a:solidFill>
                <a:latin typeface="Apple SD Gothic Neo"/>
                <a:ea typeface="Apple SD Gothic Neo"/>
                <a:cs typeface="Apple SD Gothic Neo"/>
              </a:defRPr>
            </a:pPr>
            <a:r>
              <a:rPr sz="2500" b="1">
                <a:solidFill>
                  <a:srgbClr val="141414"/>
                </a:solidFill>
                <a:latin typeface="Apple SD Gothic Neo"/>
                <a:ea typeface="Apple SD Gothic Neo"/>
                <a:cs typeface="Apple SD Gothic Neo"/>
              </a:rPr>
              <a:t>04-44. 지속 대화 실행</a:t>
            </a: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a:solidFill>
                  <a:srgbClr val="505760"/>
                </a:solidFill>
                <a:latin typeface="Apple SD Gothic Neo"/>
                <a:ea typeface="Apple SD Gothic Neo"/>
                <a:cs typeface="Apple SD Gothic Neo"/>
              </a:defRPr>
            </a:pPr>
            <a:r>
              <a:rPr sz="2000" b="0">
                <a:solidFill>
                  <a:srgbClr val="505760"/>
                </a:solidFill>
                <a:latin typeface="Apple SD Gothic Neo"/>
                <a:ea typeface="Apple SD Gothic Neo"/>
                <a:cs typeface="Apple SD Gothic Neo"/>
              </a:rPr>
              <a:t>입력과 질문 및 결과의 후속 실행</a:t>
            </a: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8D49B8"/>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a:solidFill>
                  <a:srgbClr val="141414"/>
                </a:solidFill>
                <a:latin typeface="Apple SD Gothic Neo"/>
                <a:ea typeface="Apple SD Gothic Neo"/>
                <a:cs typeface="Apple SD Gothic Neo"/>
              </a:defRPr>
            </a:pPr>
            <a:r>
              <a:rPr sz="2500" b="1">
                <a:solidFill>
                  <a:srgbClr val="141414"/>
                </a:solidFill>
                <a:latin typeface="Apple SD Gothic Neo"/>
                <a:ea typeface="Apple SD Gothic Neo"/>
                <a:cs typeface="Apple SD Gothic Neo"/>
              </a:rPr>
              <a:t>04-45. 기억과 Context</a:t>
            </a: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a:solidFill>
                  <a:srgbClr val="505760"/>
                </a:solidFill>
                <a:latin typeface="Apple SD Gothic Neo"/>
                <a:ea typeface="Apple SD Gothic Neo"/>
                <a:cs typeface="Apple SD Gothic Neo"/>
              </a:defRPr>
            </a:pPr>
            <a:r>
              <a:rPr sz="2000" b="0">
                <a:solidFill>
                  <a:srgbClr val="505760"/>
                </a:solidFill>
                <a:latin typeface="Apple SD Gothic Neo"/>
                <a:ea typeface="Apple SD Gothic Neo"/>
                <a:cs typeface="Apple SD Gothic Neo"/>
              </a:rPr>
              <a:t>과거 근거의 구성 및 공통 기억 제공</a:t>
            </a: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2463DD"/>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a:solidFill>
                  <a:srgbClr val="141414"/>
                </a:solidFill>
                <a:latin typeface="Apple SD Gothic Neo"/>
                <a:ea typeface="Apple SD Gothic Neo"/>
                <a:cs typeface="Apple SD Gothic Neo"/>
              </a:defRPr>
            </a:pPr>
            <a:r>
              <a:rPr sz="2200" b="1">
                <a:solidFill>
                  <a:srgbClr val="141414"/>
                </a:solidFill>
                <a:latin typeface="Apple SD Gothic Neo"/>
                <a:ea typeface="Apple SD Gothic Neo"/>
                <a:cs typeface="Apple SD Gothic Neo"/>
              </a:rPr>
              <a:t>04-42. Conversation과 Task 관리</a:t>
            </a: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a:solidFill>
                  <a:srgbClr val="505760"/>
                </a:solidFill>
                <a:latin typeface="Apple SD Gothic Neo"/>
                <a:ea typeface="Apple SD Gothic Neo"/>
                <a:cs typeface="Apple SD Gothic Neo"/>
              </a:defRPr>
            </a:pPr>
            <a:r>
              <a:rPr sz="2000" b="0">
                <a:solidFill>
                  <a:srgbClr val="505760"/>
                </a:solidFill>
                <a:latin typeface="Apple SD Gothic Neo"/>
                <a:ea typeface="Apple SD Gothic Neo"/>
                <a:cs typeface="Apple SD Gothic Neo"/>
              </a:rPr>
              <a:t>상태 소유와 실행 수명의 분리 방식</a:t>
            </a: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sp>
      <p:sp>
        <p:nvSpPr>
          <p:cNvPr id="55" name="overview-VIA-label">
            <a:extLst>
              <a:ext uri="{FF2B5EF4-FFF2-40B4-BE49-F238E27FC236}">
                <ns2:creationId id="{D4B1B01E-411B-48FB-B131-F0A731EA7F93}"/>
              </a:ext>
            </a:extLst>
          </p:cNvPr>
          <p:cNvSpPr>
            <a:spLocks noGrp="1"/>
          </p:cNvSpPr>
          <p:nvPr/>
        </p:nvSpPr>
        <p:spPr>
          <a:xfrm>
            <a:off x="8658225" y="1381125"/>
            <a:ext cx="2095500" cy="381000"/>
          </a:xfrm>
          <a:prstGeom prst="rect">
            <a:avLst/>
          </a:prstGeom>
          <a:noFill/>
          <a:ln w="0">
            <a:noFill/>
            <a:prstDash val="solid"/>
          </a:ln>
        </p:spPr>
        <p:txBody>
          <a:bodyPr wrap="none" lIns="0" tIns="0" rIns="0" bIns="0" anchor="ctr">
            <a:noAutofit/>
          </a:bodyPr>
          <a:lstStyle/>
          <a:p>
            <a:pPr algn="l">
              <a:defRPr sz="2600" b="0">
                <a:solidFill>
                  <a:srgbClr val="141414"/>
                </a:solidFill>
                <a:latin typeface="Apple SD Gothic Neo"/>
                <a:ea typeface="Apple SD Gothic Neo"/>
                <a:cs typeface="Apple SD Gothic Neo"/>
              </a:defRPr>
            </a:pPr>
            <a:r>
              <a:rPr sz="2600" b="0">
                <a:solidFill>
                  <a:srgbClr val="141414"/>
                </a:solidFill>
                <a:latin typeface="Apple SD Gothic Neo"/>
                <a:ea typeface="Apple SD Gothic Neo"/>
                <a:cs typeface="Apple SD Gothic Neo"/>
              </a:rPr>
              <a:t>VIA</a:t>
            </a: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F6F7F8"/>
          </a:solidFill>
          <a:ln w="16193">
            <a:solidFill>
              <a:srgbClr val="141414"/>
            </a:solidFill>
            <a:prstDash val="solid"/>
          </a:ln>
        </p:spPr>
      </p:sp>
      <p:sp>
        <p:nvSpPr>
          <p:cNvPr id="57" name="overview-Interaction-label">
            <a:extLst>
              <a:ext uri="{FF2B5EF4-FFF2-40B4-BE49-F238E27FC236}">
                <ns2:creationId id="{B4C83EED-8672-4B9F-99C8-3C29E33D4909}"/>
              </a:ext>
            </a:extLst>
          </p:cNvPr>
          <p:cNvSpPr>
            <a:spLocks noGrp="1"/>
          </p:cNvSpPr>
          <p:nvPr/>
        </p:nvSpPr>
        <p:spPr>
          <a:xfrm>
            <a:off x="8801100" y="1885950"/>
            <a:ext cx="4286250" cy="381000"/>
          </a:xfrm>
          <a:prstGeom prst="rect">
            <a:avLst/>
          </a:prstGeom>
          <a:noFill/>
          <a:ln w="0">
            <a:noFill/>
            <a:prstDash val="solid"/>
          </a:ln>
        </p:spPr>
        <p:txBody>
          <a:bodyPr wrap="none" lIns="0" tIns="0" rIns="0" bIns="0" anchor="ctr">
            <a:noAutofit/>
          </a:bodyPr>
          <a:lstStyle/>
          <a:p>
            <a:pPr algn="l">
              <a:defRPr sz="2200" b="0">
                <a:solidFill>
                  <a:srgbClr val="141414"/>
                </a:solidFill>
                <a:latin typeface="Apple SD Gothic Neo"/>
                <a:ea typeface="Apple SD Gothic Neo"/>
                <a:cs typeface="Apple SD Gothic Neo"/>
              </a:defRPr>
            </a:pPr>
            <a:r>
              <a:rPr sz="2200" b="0">
                <a:solidFill>
                  <a:srgbClr val="141414"/>
                </a:solidFill>
                <a:latin typeface="Apple SD Gothic Neo"/>
                <a:ea typeface="Apple SD Gothic Neo"/>
                <a:cs typeface="Apple SD Gothic Neo"/>
              </a:rPr>
              <a:t>Interaction</a:t>
            </a: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sp>
      <p:sp>
        <p:nvSpPr>
          <p:cNvPr id="59" name="overview-name-Interaction Manager">
            <a:extLst>
              <a:ext uri="{FF2B5EF4-FFF2-40B4-BE49-F238E27FC236}">
                <ns2:creationId id="{C9EDC35C-F628-4FF9-BF4D-8AD712C66390}"/>
              </a:ext>
            </a:extLst>
          </p:cNvPr>
          <p:cNvSpPr>
            <a:spLocks noGrp="1"/>
          </p:cNvSpPr>
          <p:nvPr/>
        </p:nvSpPr>
        <p:spPr>
          <a:xfrm>
            <a:off x="8982075" y="2400300"/>
            <a:ext cx="3971925" cy="5334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Interaction Manager</a:t>
            </a: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sp>
      <p:sp>
        <p:nvSpPr>
          <p:cNvPr id="61" name="overview-name-Response Manager">
            <a:extLst>
              <a:ext uri="{FF2B5EF4-FFF2-40B4-BE49-F238E27FC236}">
                <ns2:creationId id="{A7068843-721B-4A60-AD45-332B9611AF67}"/>
              </a:ext>
            </a:extLst>
          </p:cNvPr>
          <p:cNvSpPr>
            <a:spLocks noGrp="1"/>
          </p:cNvSpPr>
          <p:nvPr/>
        </p:nvSpPr>
        <p:spPr>
          <a:xfrm>
            <a:off x="13363575" y="2400300"/>
            <a:ext cx="3971925" cy="5334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Response Manager</a:t>
            </a: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F6F7F8"/>
          </a:solidFill>
          <a:ln w="16193">
            <a:solidFill>
              <a:srgbClr val="141414"/>
            </a:solidFill>
            <a:prstDash val="solid"/>
          </a:ln>
        </p:spPr>
      </p:sp>
      <p:sp>
        <p:nvSpPr>
          <p:cNvPr id="63" name="overview-Orchestration-label">
            <a:extLst>
              <a:ext uri="{FF2B5EF4-FFF2-40B4-BE49-F238E27FC236}">
                <ns2:creationId id="{F7FA0B2B-F1C8-4AB6-AA80-D94EFD0B90C5}"/>
              </a:ext>
            </a:extLst>
          </p:cNvPr>
          <p:cNvSpPr>
            <a:spLocks noGrp="1"/>
          </p:cNvSpPr>
          <p:nvPr/>
        </p:nvSpPr>
        <p:spPr>
          <a:xfrm>
            <a:off x="8801100" y="3400425"/>
            <a:ext cx="2333625" cy="409575"/>
          </a:xfrm>
          <a:prstGeom prst="rect">
            <a:avLst/>
          </a:prstGeom>
          <a:noFill/>
          <a:ln w="0">
            <a:noFill/>
            <a:prstDash val="solid"/>
          </a:ln>
        </p:spPr>
        <p:txBody>
          <a:bodyPr wrap="none" lIns="0" tIns="0" rIns="0" bIns="0" anchor="ctr">
            <a:noAutofit/>
          </a:bodyPr>
          <a:lstStyle/>
          <a:p>
            <a:pPr algn="l">
              <a:defRPr sz="2200" b="0">
                <a:solidFill>
                  <a:srgbClr val="141414"/>
                </a:solidFill>
                <a:latin typeface="Apple SD Gothic Neo"/>
                <a:ea typeface="Apple SD Gothic Neo"/>
                <a:cs typeface="Apple SD Gothic Neo"/>
              </a:defRPr>
            </a:pPr>
            <a:r>
              <a:rPr sz="2200" b="0">
                <a:solidFill>
                  <a:srgbClr val="141414"/>
                </a:solidFill>
                <a:latin typeface="Apple SD Gothic Neo"/>
                <a:ea typeface="Apple SD Gothic Neo"/>
                <a:cs typeface="Apple SD Gothic Neo"/>
              </a:rPr>
              <a:t>Orchestration</a:t>
            </a: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sp>
      <p:sp>
        <p:nvSpPr>
          <p:cNvPr id="65" name="overview-name-Request Controller">
            <a:extLst>
              <a:ext uri="{FF2B5EF4-FFF2-40B4-BE49-F238E27FC236}">
                <ns2:creationId id="{0BD89C5D-2909-4652-9B57-929FAEE069A2}"/>
              </a:ext>
            </a:extLst>
          </p:cNvPr>
          <p:cNvSpPr>
            <a:spLocks noGrp="1"/>
          </p:cNvSpPr>
          <p:nvPr/>
        </p:nvSpPr>
        <p:spPr>
          <a:xfrm>
            <a:off x="8982075" y="407670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Controller</a:t>
            </a: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sp>
      <p:sp>
        <p:nvSpPr>
          <p:cNvPr id="67" name="overview-name-Request Interpreter">
            <a:extLst>
              <a:ext uri="{FF2B5EF4-FFF2-40B4-BE49-F238E27FC236}">
                <ns2:creationId id="{C7DE6FB3-F4ED-4273-A692-B5D4E85938E1}"/>
              </a:ext>
            </a:extLst>
          </p:cNvPr>
          <p:cNvSpPr>
            <a:spLocks noGrp="1"/>
          </p:cNvSpPr>
          <p:nvPr/>
        </p:nvSpPr>
        <p:spPr>
          <a:xfrm>
            <a:off x="13363575" y="407670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Interpreter</a:t>
            </a: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sp>
      <p:sp>
        <p:nvSpPr>
          <p:cNvPr id="69" name="overview-name-Context Manager">
            <a:extLst>
              <a:ext uri="{FF2B5EF4-FFF2-40B4-BE49-F238E27FC236}">
                <ns2:creationId id="{5DDCC5D7-62AD-43D5-A518-69A59D4BF05C}"/>
              </a:ext>
            </a:extLst>
          </p:cNvPr>
          <p:cNvSpPr>
            <a:spLocks noGrp="1"/>
          </p:cNvSpPr>
          <p:nvPr/>
        </p:nvSpPr>
        <p:spPr>
          <a:xfrm>
            <a:off x="8982075" y="4981575"/>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Context Manager</a:t>
            </a: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sp>
      <p:sp>
        <p:nvSpPr>
          <p:cNvPr id="71" name="overview-name-Policy Manager">
            <a:extLst>
              <a:ext uri="{FF2B5EF4-FFF2-40B4-BE49-F238E27FC236}">
                <ns2:creationId id="{4C489507-5C88-47E3-B463-24C64B16F6E8}"/>
              </a:ext>
            </a:extLst>
          </p:cNvPr>
          <p:cNvSpPr>
            <a:spLocks noGrp="1"/>
          </p:cNvSpPr>
          <p:nvPr/>
        </p:nvSpPr>
        <p:spPr>
          <a:xfrm>
            <a:off x="13363575" y="4981575"/>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Policy Manager</a:t>
            </a: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sp>
      <p:sp>
        <p:nvSpPr>
          <p:cNvPr id="73" name="overview-name-Task Manager">
            <a:extLst>
              <a:ext uri="{FF2B5EF4-FFF2-40B4-BE49-F238E27FC236}">
                <ns2:creationId id="{3DE7176D-B17C-4FE8-A02A-6A566C6721E0}"/>
              </a:ext>
            </a:extLst>
          </p:cNvPr>
          <p:cNvSpPr>
            <a:spLocks noGrp="1"/>
          </p:cNvSpPr>
          <p:nvPr/>
        </p:nvSpPr>
        <p:spPr>
          <a:xfrm>
            <a:off x="8982075" y="588645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Task Manager</a:t>
            </a: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sp>
      <p:sp>
        <p:nvSpPr>
          <p:cNvPr id="75" name="overview-name-Agent Gateway">
            <a:extLst>
              <a:ext uri="{FF2B5EF4-FFF2-40B4-BE49-F238E27FC236}">
                <ns2:creationId id="{049E4586-44AB-4EC4-9BE6-59A688F09B55}"/>
              </a:ext>
            </a:extLst>
          </p:cNvPr>
          <p:cNvSpPr>
            <a:spLocks noGrp="1"/>
          </p:cNvSpPr>
          <p:nvPr/>
        </p:nvSpPr>
        <p:spPr>
          <a:xfrm>
            <a:off x="13363575" y="588645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Agent Gateway</a:t>
            </a: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F6F7F8"/>
          </a:solidFill>
          <a:ln w="16193">
            <a:solidFill>
              <a:srgbClr val="141414"/>
            </a:solidFill>
            <a:prstDash val="solid"/>
          </a:ln>
        </p:spPr>
      </p:sp>
      <p:sp>
        <p:nvSpPr>
          <p:cNvPr id="77" name="overview-Shared-label">
            <a:extLst>
              <a:ext uri="{FF2B5EF4-FFF2-40B4-BE49-F238E27FC236}">
                <ns2:creationId id="{35118724-3179-4EDC-8CF3-0CE5DC055862}"/>
              </a:ext>
            </a:extLst>
          </p:cNvPr>
          <p:cNvSpPr>
            <a:spLocks noGrp="1"/>
          </p:cNvSpPr>
          <p:nvPr/>
        </p:nvSpPr>
        <p:spPr>
          <a:xfrm>
            <a:off x="8801100" y="7086600"/>
            <a:ext cx="1905000" cy="409575"/>
          </a:xfrm>
          <a:prstGeom prst="rect">
            <a:avLst/>
          </a:prstGeom>
          <a:noFill/>
          <a:ln w="0">
            <a:noFill/>
            <a:prstDash val="solid"/>
          </a:ln>
        </p:spPr>
        <p:txBody>
          <a:bodyPr wrap="none" lIns="0" tIns="0" rIns="0" bIns="0" anchor="ctr">
            <a:noAutofit/>
          </a:bodyPr>
          <a:lstStyle/>
          <a:p>
            <a:pPr algn="l">
              <a:defRPr sz="2200" b="0">
                <a:solidFill>
                  <a:srgbClr val="141414"/>
                </a:solidFill>
                <a:latin typeface="Apple SD Gothic Neo"/>
                <a:ea typeface="Apple SD Gothic Neo"/>
                <a:cs typeface="Apple SD Gothic Neo"/>
              </a:defRPr>
            </a:pPr>
            <a:r>
              <a:rPr sz="2200" b="0">
                <a:solidFill>
                  <a:srgbClr val="141414"/>
                </a:solidFill>
                <a:latin typeface="Apple SD Gothic Neo"/>
                <a:ea typeface="Apple SD Gothic Neo"/>
                <a:cs typeface="Apple SD Gothic Neo"/>
              </a:rPr>
              <a:t>Shared</a:t>
            </a: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sp>
      <p:sp>
        <p:nvSpPr>
          <p:cNvPr id="79" name="overview-name-State Store">
            <a:extLst>
              <a:ext uri="{FF2B5EF4-FFF2-40B4-BE49-F238E27FC236}">
                <ns2:creationId id="{C04D2307-C7C3-4318-B8D0-DAD0DCCE8344}"/>
              </a:ext>
            </a:extLst>
          </p:cNvPr>
          <p:cNvSpPr>
            <a:spLocks noGrp="1"/>
          </p:cNvSpPr>
          <p:nvPr/>
        </p:nvSpPr>
        <p:spPr>
          <a:xfrm>
            <a:off x="8982075" y="7781925"/>
            <a:ext cx="3971925" cy="447675"/>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State Store</a:t>
            </a: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sp>
      <p:sp>
        <p:nvSpPr>
          <p:cNvPr id="81" name="overview-name-Model Access">
            <a:extLst>
              <a:ext uri="{FF2B5EF4-FFF2-40B4-BE49-F238E27FC236}">
                <ns2:creationId id="{C88EF205-84AC-4C5E-BD98-D592DEE8E74C}"/>
              </a:ext>
            </a:extLst>
          </p:cNvPr>
          <p:cNvSpPr>
            <a:spLocks noGrp="1"/>
          </p:cNvSpPr>
          <p:nvPr/>
        </p:nvSpPr>
        <p:spPr>
          <a:xfrm>
            <a:off x="13363575" y="7781925"/>
            <a:ext cx="3971925" cy="447675"/>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Model Access</a:t>
            </a: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sp>
      <p:sp>
        <p:nvSpPr>
          <p:cNvPr id="83" name="overview-External-label">
            <a:extLst>
              <a:ext uri="{FF2B5EF4-FFF2-40B4-BE49-F238E27FC236}">
                <ns2:creationId id="{2070E664-1378-40E8-865B-6A34F38FD443}"/>
              </a:ext>
            </a:extLst>
          </p:cNvPr>
          <p:cNvSpPr>
            <a:spLocks noGrp="1"/>
          </p:cNvSpPr>
          <p:nvPr/>
        </p:nvSpPr>
        <p:spPr>
          <a:xfrm>
            <a:off x="8658225" y="8829675"/>
            <a:ext cx="5715000" cy="352425"/>
          </a:xfrm>
          <a:prstGeom prst="rect">
            <a:avLst/>
          </a:prstGeom>
          <a:noFill/>
          <a:ln w="0">
            <a:noFill/>
            <a:prstDash val="solid"/>
          </a:ln>
        </p:spPr>
        <p:txBody>
          <a:bodyPr wrap="none" lIns="0" tIns="0" rIns="0" bIns="0" anchor="ctr">
            <a:noAutofit/>
          </a:bodyPr>
          <a:lstStyle/>
          <a:p>
            <a:pPr algn="l">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External Components</a:t>
            </a: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DDE0E4"/>
          </a:solidFill>
          <a:ln w="16193">
            <a:solidFill>
              <a:srgbClr val="141414"/>
            </a:solidFill>
            <a:prstDash val="solid"/>
          </a:ln>
        </p:spPr>
      </p:sp>
      <p:sp>
        <p:nvSpPr>
          <p:cNvPr id="85" name="overview-name-Context Sources">
            <a:extLst>
              <a:ext uri="{FF2B5EF4-FFF2-40B4-BE49-F238E27FC236}">
                <ns2:creationId id="{2FAFE2F4-67D2-41D0-9B67-167C1EC50335}"/>
              </a:ext>
            </a:extLst>
          </p:cNvPr>
          <p:cNvSpPr>
            <a:spLocks noGrp="1"/>
          </p:cNvSpPr>
          <p:nvPr/>
        </p:nvSpPr>
        <p:spPr>
          <a:xfrm>
            <a:off x="8715375" y="9296400"/>
            <a:ext cx="2047875" cy="381000"/>
          </a:xfrm>
          <a:prstGeom prst="rect">
            <a:avLst/>
          </a:prstGeom>
          <a:noFill/>
          <a:ln w="0">
            <a:noFill/>
            <a:prstDash val="solid"/>
          </a:ln>
        </p:spPr>
        <p:txBody>
          <a:bodyPr wrap="none" lIns="0" tIns="0" rIns="0" bIns="0" anchor="ctr">
            <a:noAutofit/>
          </a:bodyPr>
          <a:lstStyle/>
          <a:p>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Context Sources</a:t>
            </a: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DDE0E4"/>
          </a:solidFill>
          <a:ln w="16193">
            <a:solidFill>
              <a:srgbClr val="141414"/>
            </a:solidFill>
            <a:prstDash val="solid"/>
          </a:ln>
        </p:spPr>
      </p:sp>
      <p:sp>
        <p:nvSpPr>
          <p:cNvPr id="87" name="overview-name-Downstream Agents">
            <a:extLst>
              <a:ext uri="{FF2B5EF4-FFF2-40B4-BE49-F238E27FC236}">
                <ns2:creationId id="{CB888E71-FF3A-4BF4-A35D-C834EA91CE20}"/>
              </a:ext>
            </a:extLst>
          </p:cNvPr>
          <p:cNvSpPr>
            <a:spLocks noGrp="1"/>
          </p:cNvSpPr>
          <p:nvPr/>
        </p:nvSpPr>
        <p:spPr>
          <a:xfrm>
            <a:off x="11058525" y="9296400"/>
            <a:ext cx="2181225" cy="381000"/>
          </a:xfrm>
          <a:prstGeom prst="rect">
            <a:avLst/>
          </a:prstGeom>
          <a:noFill/>
          <a:ln w="0">
            <a:noFill/>
            <a:prstDash val="solid"/>
          </a:ln>
        </p:spPr>
        <p:txBody>
          <a:bodyPr wrap="none" lIns="0" tIns="0" rIns="0" bIns="0" anchor="ctr">
            <a:noAutofit/>
          </a:bodyPr>
          <a:lstStyle/>
          <a:p>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Downstream Agents</a:t>
            </a: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F6F7F8"/>
          </a:solidFill>
          <a:ln w="16193">
            <a:solidFill>
              <a:srgbClr val="141414"/>
            </a:solidFill>
            <a:prstDash val="solid"/>
          </a:ln>
        </p:spPr>
      </p:sp>
      <p:sp>
        <p:nvSpPr>
          <p:cNvPr id="89" name="overview-Model-runtime-label">
            <a:extLst>
              <a:ext uri="{FF2B5EF4-FFF2-40B4-BE49-F238E27FC236}">
                <ns2:creationId id="{FCF21818-A223-494E-91B0-BCE7EC92D67E}"/>
              </a:ext>
            </a:extLst>
          </p:cNvPr>
          <p:cNvSpPr>
            <a:spLocks noGrp="1"/>
          </p:cNvSpPr>
          <p:nvPr/>
        </p:nvSpPr>
        <p:spPr>
          <a:xfrm>
            <a:off x="13582650" y="9144000"/>
            <a:ext cx="3810000" cy="228600"/>
          </a:xfrm>
          <a:prstGeom prst="rect">
            <a:avLst/>
          </a:prstGeom>
          <a:noFill/>
          <a:ln w="0">
            <a:noFill/>
            <a:prstDash val="solid"/>
          </a:ln>
        </p:spPr>
        <p:txBody>
          <a:bodyPr wrap="none" lIns="0" tIns="0" rIns="0" bIns="0" anchor="ctr">
            <a:noAutofit/>
          </a:bodyPr>
          <a:lstStyle/>
          <a:p>
            <a:pPr algn="l">
              <a:defRPr sz="1600" b="0">
                <a:solidFill>
                  <a:srgbClr val="141414"/>
                </a:solidFill>
                <a:latin typeface="Apple SD Gothic Neo"/>
                <a:ea typeface="Apple SD Gothic Neo"/>
                <a:cs typeface="Apple SD Gothic Neo"/>
              </a:defRPr>
            </a:pPr>
            <a:r>
              <a:rPr sz="1600" b="0">
                <a:solidFill>
                  <a:srgbClr val="141414"/>
                </a:solidFill>
                <a:latin typeface="Apple SD Gothic Neo"/>
                <a:ea typeface="Apple SD Gothic Neo"/>
                <a:cs typeface="Apple SD Gothic Neo"/>
              </a:rPr>
              <a:t>Cloud Model Runtime</a:t>
            </a: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DDE0E4"/>
          </a:solidFill>
          <a:ln w="16193">
            <a:solidFill>
              <a:srgbClr val="141414"/>
            </a:solidFill>
            <a:prstDash val="solid"/>
          </a:ln>
        </p:spPr>
      </p:sp>
      <p:sp>
        <p:nvSpPr>
          <p:cNvPr id="91" name="overview-name-음성 모델">
            <a:extLst>
              <a:ext uri="{FF2B5EF4-FFF2-40B4-BE49-F238E27FC236}">
                <ns2:creationId id="{08145815-739F-4B46-A752-A183878634CA}"/>
              </a:ext>
            </a:extLst>
          </p:cNvPr>
          <p:cNvSpPr>
            <a:spLocks noGrp="1"/>
          </p:cNvSpPr>
          <p:nvPr/>
        </p:nvSpPr>
        <p:spPr>
          <a:xfrm>
            <a:off x="13668375" y="9429750"/>
            <a:ext cx="1524000" cy="238125"/>
          </a:xfrm>
          <a:prstGeom prst="rect">
            <a:avLst/>
          </a:prstGeom>
          <a:noFill/>
          <a:ln w="0">
            <a:noFill/>
            <a:prstDash val="solid"/>
          </a:ln>
        </p:spPr>
        <p:txBody>
          <a:bodyPr wrap="none" lIns="0" tIns="0" rIns="0" bIns="0" anchor="ctr">
            <a:noAutofit/>
          </a:bodyPr>
          <a:lstStyle/>
          <a:p>
            <a:pPr algn="ctr">
              <a:defRPr sz="1600" b="0">
                <a:solidFill>
                  <a:srgbClr val="141414"/>
                </a:solidFill>
                <a:latin typeface="Apple SD Gothic Neo"/>
                <a:ea typeface="Apple SD Gothic Neo"/>
                <a:cs typeface="Apple SD Gothic Neo"/>
              </a:defRPr>
            </a:pPr>
            <a:r>
              <a:rPr sz="1600" b="0">
                <a:solidFill>
                  <a:srgbClr val="141414"/>
                </a:solidFill>
                <a:latin typeface="Apple SD Gothic Neo"/>
                <a:ea typeface="Apple SD Gothic Neo"/>
                <a:cs typeface="Apple SD Gothic Neo"/>
              </a:rPr>
              <a:t>음성 모델</a:t>
            </a: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DDE0E4"/>
          </a:solidFill>
          <a:ln w="16193">
            <a:solidFill>
              <a:srgbClr val="141414"/>
            </a:solidFill>
            <a:prstDash val="solid"/>
          </a:ln>
        </p:spPr>
      </p:sp>
      <p:sp>
        <p:nvSpPr>
          <p:cNvPr id="93" name="overview-name-의미 LLM">
            <a:extLst>
              <a:ext uri="{FF2B5EF4-FFF2-40B4-BE49-F238E27FC236}">
                <ns2:creationId id="{46640195-5AB9-4311-A44B-668281A2A039}"/>
              </a:ext>
            </a:extLst>
          </p:cNvPr>
          <p:cNvSpPr>
            <a:spLocks noGrp="1"/>
          </p:cNvSpPr>
          <p:nvPr/>
        </p:nvSpPr>
        <p:spPr>
          <a:xfrm>
            <a:off x="15497175" y="9429750"/>
            <a:ext cx="1885950" cy="238125"/>
          </a:xfrm>
          <a:prstGeom prst="rect">
            <a:avLst/>
          </a:prstGeom>
          <a:noFill/>
          <a:ln w="0">
            <a:noFill/>
            <a:prstDash val="solid"/>
          </a:ln>
        </p:spPr>
        <p:txBody>
          <a:bodyPr wrap="none" lIns="0" tIns="0" rIns="0" bIns="0" anchor="ctr">
            <a:noAutofit/>
          </a:bodyPr>
          <a:lstStyle/>
          <a:p>
            <a:pPr algn="ctr">
              <a:defRPr sz="1600" b="0">
                <a:solidFill>
                  <a:srgbClr val="141414"/>
                </a:solidFill>
                <a:latin typeface="Apple SD Gothic Neo"/>
                <a:ea typeface="Apple SD Gothic Neo"/>
                <a:cs typeface="Apple SD Gothic Neo"/>
              </a:defRPr>
            </a:pPr>
            <a:r>
              <a:rPr sz="1600" b="0">
                <a:solidFill>
                  <a:srgbClr val="141414"/>
                </a:solidFill>
                <a:latin typeface="Apple SD Gothic Neo"/>
                <a:ea typeface="Apple SD Gothic Neo"/>
                <a:cs typeface="Apple SD Gothic Neo"/>
              </a:rPr>
              <a:t>의미 LLM</a:t>
            </a: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E0F5E8"/>
          </a:solidFill>
          <a:ln w="28575">
            <a:solidFill>
              <a:srgbClr val="00A65A"/>
            </a:solidFill>
            <a:prstDash val="solid"/>
          </a:ln>
        </p:spPr>
      </p:sp>
      <p:sp>
        <p:nvSpPr>
          <p:cNvPr id="96" name="overview-tag-text-44-interaction">
            <a:extLst>
              <a:ext uri="{FF2B5EF4-FFF2-40B4-BE49-F238E27FC236}">
                <ns2:creationId id="{050FDA99-9E25-4FEA-B995-EB94CC224FE1}"/>
              </a:ext>
            </a:extLst>
          </p:cNvPr>
          <p:cNvSpPr>
            <a:spLocks noGrp="1"/>
          </p:cNvSpPr>
          <p:nvPr/>
        </p:nvSpPr>
        <p:spPr>
          <a:xfrm>
            <a:off x="16440150" y="193357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04-44</a:t>
            </a:r>
          </a:p>
        </p:txBody>
      </p:sp>
      <p:sp>
        <p:nvSpPr>
          <p:cNvPr id="97"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8"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1BE"/>
          </a:solidFill>
          <a:ln w="28575">
            <a:solidFill>
              <a:srgbClr val="E5A700"/>
            </a:solidFill>
            <a:prstDash val="solid"/>
          </a:ln>
        </p:spPr>
      </p:sp>
      <p:sp>
        <p:nvSpPr>
          <p:cNvPr id="99" name="overview-tag-text-41-resolution">
            <a:extLst>
              <a:ext uri="{FF2B5EF4-FFF2-40B4-BE49-F238E27FC236}">
                <ns2:creationId id="{0353F6F6-190E-4B13-8745-AF76511FD8D8}"/>
              </a:ext>
            </a:extLst>
          </p:cNvPr>
          <p:cNvSpPr>
            <a:spLocks noGrp="1"/>
          </p:cNvSpPr>
          <p:nvPr/>
        </p:nvSpPr>
        <p:spPr>
          <a:xfrm>
            <a:off x="12249150" y="349567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04-41</a:t>
            </a:r>
          </a:p>
        </p:txBody>
      </p:sp>
      <p:sp>
        <p:nvSpPr>
          <p:cNvPr id="100"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4EDFF"/>
          </a:solidFill>
          <a:ln w="28575">
            <a:solidFill>
              <a:srgbClr val="2463DD"/>
            </a:solidFill>
            <a:prstDash val="solid"/>
          </a:ln>
        </p:spPr>
      </p:sp>
      <p:sp>
        <p:nvSpPr>
          <p:cNvPr id="103" name="overview-tag-text-42-dialogue">
            <a:extLst>
              <a:ext uri="{FF2B5EF4-FFF2-40B4-BE49-F238E27FC236}">
                <ns2:creationId id="{9BD8150C-7023-4E47-AE87-2170FA869D80}"/>
              </a:ext>
            </a:extLst>
          </p:cNvPr>
          <p:cNvSpPr>
            <a:spLocks noGrp="1"/>
          </p:cNvSpPr>
          <p:nvPr/>
        </p:nvSpPr>
        <p:spPr>
          <a:xfrm>
            <a:off x="11125200" y="349567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4EDFF"/>
          </a:solidFill>
          <a:ln w="28575">
            <a:solidFill>
              <a:srgbClr val="2463DD"/>
            </a:solidFill>
            <a:prstDash val="solid"/>
          </a:ln>
        </p:spPr>
      </p:sp>
      <p:sp>
        <p:nvSpPr>
          <p:cNvPr id="107" name="overview-tag-text-42-work">
            <a:extLst>
              <a:ext uri="{FF2B5EF4-FFF2-40B4-BE49-F238E27FC236}">
                <ns2:creationId id="{5FB759DB-9A6C-400A-BFEE-34FA6000B142}"/>
              </a:ext>
            </a:extLst>
          </p:cNvPr>
          <p:cNvSpPr>
            <a:spLocks noGrp="1"/>
          </p:cNvSpPr>
          <p:nvPr/>
        </p:nvSpPr>
        <p:spPr>
          <a:xfrm>
            <a:off x="16344900" y="648652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F1E5FA"/>
          </a:solidFill>
          <a:ln w="28575">
            <a:solidFill>
              <a:srgbClr val="8D49B8"/>
            </a:solidFill>
            <a:prstDash val="solid"/>
          </a:ln>
        </p:spPr>
      </p:sp>
      <p:sp>
        <p:nvSpPr>
          <p:cNvPr id="110" name="overview-tag-text-45-context">
            <a:extLst>
              <a:ext uri="{FF2B5EF4-FFF2-40B4-BE49-F238E27FC236}">
                <ns2:creationId id="{FE6A6FEF-1D3F-46D2-AE94-BB3B8676D039}"/>
              </a:ext>
            </a:extLst>
          </p:cNvPr>
          <p:cNvSpPr>
            <a:spLocks noGrp="1"/>
          </p:cNvSpPr>
          <p:nvPr/>
        </p:nvSpPr>
        <p:spPr>
          <a:xfrm>
            <a:off x="11858625" y="4695825"/>
            <a:ext cx="1000125" cy="266700"/>
          </a:xfrm>
          <a:prstGeom prst="rect">
            <a:avLst/>
          </a:prstGeom>
          <a:noFill/>
          <a:ln w="0">
            <a:noFill/>
            <a:prstDash val="solid"/>
          </a:ln>
        </p:spPr>
        <p:txBody>
          <a:bodyPr wrap="none" lIns="0" tIns="0" rIns="0" bIns="0" anchor="ctr">
            <a:noAutofit/>
          </a:bodyPr>
          <a:lstStyle/>
          <a:p>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04-45</a:t>
            </a: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4EDFF"/>
          </a:solidFill>
          <a:ln w="28575">
            <a:solidFill>
              <a:srgbClr val="2463DD"/>
            </a:solidFill>
            <a:prstDash val="solid"/>
          </a:ln>
        </p:spPr>
      </p:sp>
      <p:sp>
        <p:nvSpPr>
          <p:cNvPr id="114" name="overview-tag-text-42-store">
            <a:extLst>
              <a:ext uri="{FF2B5EF4-FFF2-40B4-BE49-F238E27FC236}">
                <ns2:creationId id="{9D3B8A08-800B-49A4-A55F-463675ECEFB6}"/>
              </a:ext>
            </a:extLst>
          </p:cNvPr>
          <p:cNvSpPr>
            <a:spLocks noGrp="1"/>
          </p:cNvSpPr>
          <p:nvPr/>
        </p:nvSpPr>
        <p:spPr>
          <a:xfrm>
            <a:off x="10982325" y="7143750"/>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F1E5FA"/>
          </a:solidFill>
          <a:ln w="28575">
            <a:solidFill>
              <a:srgbClr val="8D49B8"/>
            </a:solidFill>
            <a:prstDash val="solid"/>
          </a:ln>
        </p:spPr>
      </p:sp>
      <p:sp>
        <p:nvSpPr>
          <p:cNvPr id="116" name="overview-tag-text-45-store">
            <a:extLst>
              <a:ext uri="{FF2B5EF4-FFF2-40B4-BE49-F238E27FC236}">
                <ns2:creationId id="{5A08A67E-36A0-4845-A203-49CD315BF00A}"/>
              </a:ext>
            </a:extLst>
          </p:cNvPr>
          <p:cNvSpPr>
            <a:spLocks noGrp="1"/>
          </p:cNvSpPr>
          <p:nvPr/>
        </p:nvSpPr>
        <p:spPr>
          <a:xfrm>
            <a:off x="12125325" y="7143750"/>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04-45</a:t>
            </a: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sp>
      <p:sp>
        <p:nvSpPr>
          <p:cNvPr id="120" name="overview-legend-title">
            <a:extLst>
              <a:ext uri="{FF2B5EF4-FFF2-40B4-BE49-F238E27FC236}">
                <ns2:creationId id="{45C12E20-AD8E-41ED-94B3-B2AE51B9B7B9}"/>
              </a:ext>
            </a:extLst>
          </p:cNvPr>
          <p:cNvSpPr>
            <a:spLocks noGrp="1"/>
          </p:cNvSpPr>
          <p:nvPr/>
        </p:nvSpPr>
        <p:spPr>
          <a:xfrm>
            <a:off x="495300" y="8448675"/>
            <a:ext cx="7419975" cy="333375"/>
          </a:xfrm>
          <a:prstGeom prst="rect">
            <a:avLst/>
          </a:prstGeom>
          <a:noFill/>
          <a:ln w="0">
            <a:noFill/>
            <a:prstDash val="solid"/>
          </a:ln>
        </p:spPr>
        <p:txBody>
          <a:bodyPr wrap="none" lIns="0" tIns="0" rIns="0" bIns="0" anchor="ctr">
            <a:noAutofit/>
          </a:bodyPr>
          <a:lstStyle/>
          <a:p>
            <a:pPr algn="ctr">
              <a:defRPr sz="2000" b="0">
                <a:solidFill>
                  <a:srgbClr val="141414"/>
                </a:solidFill>
                <a:latin typeface="Apple SD Gothic Neo"/>
                <a:ea typeface="Apple SD Gothic Neo"/>
                <a:cs typeface="Apple SD Gothic Neo"/>
              </a:defRPr>
            </a:pPr>
            <a:r>
              <a:rPr sz="2000" b="0">
                <a:solidFill>
                  <a:srgbClr val="141414"/>
                </a:solidFill>
                <a:latin typeface="Apple SD Gothic Neo"/>
                <a:ea typeface="Apple SD Gothic Neo"/>
                <a:cs typeface="Apple SD Gothic Neo"/>
              </a:rPr>
              <a:t>Legend</a:t>
            </a: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a:solidFill>
                  <a:srgbClr val="141414"/>
                </a:solidFill>
                <a:latin typeface="Apple SD Gothic Neo"/>
                <a:ea typeface="Apple SD Gothic Neo"/>
                <a:cs typeface="Apple SD Gothic Neo"/>
              </a:defRPr>
            </a:pPr>
            <a:r>
              <a:rPr sz="1700" b="0">
                <a:solidFill>
                  <a:srgbClr val="141414"/>
                </a:solidFill>
                <a:latin typeface="Apple SD Gothic Neo"/>
                <a:ea typeface="Apple SD Gothic Neo"/>
                <a:cs typeface="Apple SD Gothic Neo"/>
              </a:rPr>
              <a:t>기능 모듈</a:t>
            </a: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DDE0E4"/>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a:solidFill>
                  <a:srgbClr val="141414"/>
                </a:solidFill>
                <a:latin typeface="Apple SD Gothic Neo"/>
                <a:ea typeface="Apple SD Gothic Neo"/>
                <a:cs typeface="Apple SD Gothic Neo"/>
              </a:defRPr>
            </a:pPr>
            <a:r>
              <a:rPr sz="1700" b="0">
                <a:solidFill>
                  <a:srgbClr val="141414"/>
                </a:solidFill>
                <a:latin typeface="Apple SD Gothic Neo"/>
                <a:ea typeface="Apple SD Gothic Neo"/>
                <a:cs typeface="Apple SD Gothic Neo"/>
              </a:rPr>
              <a:t>외부 책임 모듈</a:t>
            </a: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a:solidFill>
                  <a:srgbClr val="141414"/>
                </a:solidFill>
                <a:latin typeface="Apple SD Gothic Neo"/>
                <a:ea typeface="Apple SD Gothic Neo"/>
                <a:cs typeface="Apple SD Gothic Neo"/>
              </a:defRPr>
            </a:pPr>
            <a:r>
              <a:rPr sz="1700" b="0">
                <a:solidFill>
                  <a:srgbClr val="141414"/>
                </a:solidFill>
                <a:latin typeface="Apple SD Gothic Neo"/>
                <a:ea typeface="Apple SD Gothic Neo"/>
                <a:cs typeface="Apple SD Gothic Neo"/>
              </a:rPr>
              <a:t>영속 저장소</a:t>
            </a: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00" b="0">
                <a:solidFill>
                  <a:srgbClr val="141414"/>
                </a:solidFill>
                <a:latin typeface="Apple SD Gothic Neo"/>
                <a:ea typeface="Apple SD Gothic Neo"/>
                <a:cs typeface="Apple SD Gothic Neo"/>
              </a:defRPr>
            </a:pPr>
            <a:r>
              <a:rPr sz="1700" b="0">
                <a:solidFill>
                  <a:srgbClr val="141414"/>
                </a:solidFill>
                <a:latin typeface="Apple SD Gothic Neo"/>
                <a:ea typeface="Apple SD Gothic Neo"/>
                <a:cs typeface="Apple SD Gothic Neo"/>
              </a:rPr>
              <a:t>색상 점선: 주요 DP 범위</a:t>
            </a:r>
          </a:p>
        </p:txBody>
      </p:sp>
      <p:sp>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600" b="0">
                <a:solidFill>
                  <a:srgbClr val="59616B"/>
                </a:solidFill>
                <a:latin typeface="Apple SD Gothic Neo"/>
                <a:ea typeface="Apple SD Gothic Neo"/>
                <a:cs typeface="Apple SD Gothic Neo"/>
              </a:defRPr>
            </a:pPr>
            <a:r>
              <a:rPr sz="1600" b="0">
                <a:solidFill>
                  <a:srgbClr val="59616B"/>
                </a:solidFill>
                <a:latin typeface="Apple SD Gothic Neo"/>
                <a:ea typeface="Apple SD Gothic Neo"/>
                <a:cs typeface="Apple SD Gothic Neo"/>
              </a:rPr>
              <a:t>점선은 주요 비교 위치. 모든 DP를 6개 QA로 검토하며, 권위 상태와 VAD는 로컬, 음성과 의미 모델은 클라우드</a:t>
            </a:r>
          </a:p>
        </p:txBody>
      </p:sp>
      <p:sp>
        <p:nvSpPr>
          <p:cNvPr id="130" name="v2-483-header-white">
            <a:extLst>
              <a:ext uri="{FF2B5EF4-FFF2-40B4-BE49-F238E27FC236}">
                <ns2:creationId id="{BB7E350D-2889-467F-B49B-6A044AD272E0}"/>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31" name="v2-484-page">
            <a:extLst>
              <a:ext uri="{FF2B5EF4-FFF2-40B4-BE49-F238E27FC236}">
                <ns2:creationId id="{3DF9EE03-FAD4-4E1A-805E-855653A322F7}"/>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설계 도입 / v2 13</a:t>
            </a: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overlap-v2">
    <p:bg>
      <p:bgPr>
        <a:solidFill>
          <a:srgbClr val="FFFFFF"/>
        </a:solidFill>
      </p:bgPr>
    </p:bg>
    <p:spTree>
      <p:nvGrpSpPr>
        <p:cNvPr id="1" name=""/>
        <p:cNvGrpSpPr/>
        <p:nvPr/>
      </p:nvGrpSpPr>
      <p:grpSpPr>
        <a:xfrm/>
      </p:grpSpPr>
      <p:sp>
        <p:nvSpPr>
          <p:cNvPr id="2"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업무를 맡긴 뒤에도,</a:t>
            </a:r>
          </a:p>
        </p:txBody>
      </p:sp>
      <p:sp>
        <p:nvSpPr>
          <p:cNvPr id="3"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새 발화와 업무 결과가 같은 대화로 들어옵니다</a:t>
            </a:r>
          </a:p>
        </p:txBody>
      </p:sp>
      <p:sp>
        <p:nvSpPr>
          <p:cNvPr id="4"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“이 표와 지난달 보고서로 이번 달 매출보고서를 만들고,</a:t>
            </a:r>
          </a:p>
        </p:txBody>
      </p:sp>
      <p:sp>
        <p:nvSpPr>
          <p:cNvPr id="5"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내일 오후 3시 팀 회의 안내 메일 초안도 준비해줘.”</a:t>
            </a:r>
          </a:p>
        </p:txBody>
      </p:sp>
      <p:pic>
        <p:nvPicPr>
          <p:cNvPr id="6"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7"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8"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9"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사용자</a:t>
            </a:r>
          </a:p>
        </p:txBody>
      </p:sp>
      <p:sp>
        <p:nvSpPr>
          <p:cNvPr id="10"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VIA</a:t>
            </a:r>
          </a:p>
        </p:txBody>
      </p:sp>
      <p:sp>
        <p:nvSpPr>
          <p:cNvPr id="11"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업무 수행 Agent</a:t>
            </a:r>
          </a:p>
        </p:txBody>
      </p:sp>
      <p:sp>
        <p:nvSpPr>
          <p:cNvPr id="12"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a:solidFill>
                  <a:srgbClr val="397C80"/>
                </a:solidFill>
                <a:latin typeface="Apple SD Gothic Neo"/>
                <a:ea typeface="Apple SD Gothic Neo"/>
                <a:cs typeface="Apple SD Gothic Neo"/>
              </a:defRPr>
            </a:pPr>
            <a:r>
              <a:rPr sz="2000" b="0">
                <a:solidFill>
                  <a:srgbClr val="397C80"/>
                </a:solidFill>
                <a:latin typeface="Apple SD Gothic Neo"/>
                <a:ea typeface="Apple SD Gothic Neo"/>
                <a:cs typeface="Apple SD Gothic Neo"/>
              </a:rPr>
              <a:t>한 발화에 서로 독립적인 두 업무</a:t>
            </a:r>
          </a:p>
        </p:txBody>
      </p:sp>
      <p:sp>
        <p:nvSpPr>
          <p:cNvPr id="18"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a:solidFill>
                  <a:srgbClr val="397C80"/>
                </a:solidFill>
                <a:latin typeface="Apple SD Gothic Neo"/>
                <a:ea typeface="Apple SD Gothic Neo"/>
                <a:cs typeface="Apple SD Gothic Neo"/>
              </a:defRPr>
            </a:pPr>
            <a:r>
              <a:rPr sz="2000" b="0">
                <a:solidFill>
                  <a:srgbClr val="397C80"/>
                </a:solidFill>
                <a:latin typeface="Apple SD Gothic Neo"/>
                <a:ea typeface="Apple SD Gothic Neo"/>
                <a:cs typeface="Apple SD Gothic Neo"/>
              </a:rPr>
              <a:t>보고서 작성 / 회의 안내 메일 초안</a:t>
            </a:r>
          </a:p>
        </p:txBody>
      </p:sp>
      <p:sp>
        <p:nvSpPr>
          <p:cNvPr id="21"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a:solidFill>
                  <a:srgbClr val="66777D"/>
                </a:solidFill>
                <a:latin typeface="Apple SD Gothic Neo"/>
                <a:ea typeface="Apple SD Gothic Neo"/>
                <a:cs typeface="Apple SD Gothic Neo"/>
              </a:defRPr>
            </a:pPr>
            <a:r>
              <a:rPr sz="2000" b="0">
                <a:solidFill>
                  <a:srgbClr val="66777D"/>
                </a:solidFill>
                <a:latin typeface="Apple SD Gothic Neo"/>
                <a:ea typeface="Apple SD Gothic Neo"/>
                <a:cs typeface="Apple SD Gothic Neo"/>
              </a:rPr>
              <a:t>보고서·메일 처리 중</a:t>
            </a:r>
          </a:p>
        </p:txBody>
      </p:sp>
      <p:sp>
        <p:nvSpPr>
          <p:cNvPr id="22"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3"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4"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a:solidFill>
                  <a:srgbClr val="397C80"/>
                </a:solidFill>
                <a:latin typeface="Apple SD Gothic Neo"/>
                <a:ea typeface="Apple SD Gothic Neo"/>
                <a:cs typeface="Apple SD Gothic Neo"/>
              </a:defRPr>
            </a:pPr>
            <a:r>
              <a:rPr sz="2000" b="0">
                <a:solidFill>
                  <a:srgbClr val="397C80"/>
                </a:solidFill>
                <a:latin typeface="Apple SD Gothic Neo"/>
                <a:ea typeface="Apple SD Gothic Neo"/>
                <a:cs typeface="Apple SD Gothic Neo"/>
              </a:rPr>
              <a:t>“잠깐, 보고서엔 국내 매출만 넣어줘.”</a:t>
            </a:r>
          </a:p>
        </p:txBody>
      </p:sp>
      <p:sp>
        <p:nvSpPr>
          <p:cNvPr id="25"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6"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7"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a:solidFill>
                  <a:srgbClr val="A56237"/>
                </a:solidFill>
                <a:latin typeface="Apple SD Gothic Neo"/>
                <a:ea typeface="Apple SD Gothic Neo"/>
                <a:cs typeface="Apple SD Gothic Neo"/>
              </a:defRPr>
            </a:pPr>
            <a:r>
              <a:rPr sz="2000" b="0">
                <a:solidFill>
                  <a:srgbClr val="A56237"/>
                </a:solidFill>
                <a:latin typeface="Apple SD Gothic Neo"/>
                <a:ea typeface="Apple SD Gothic Neo"/>
                <a:cs typeface="Apple SD Gothic Neo"/>
              </a:rPr>
              <a:t>이전에 맡긴 공급업체 견적 도착</a:t>
            </a:r>
          </a:p>
        </p:txBody>
      </p:sp>
      <p:sp>
        <p:nvSpPr>
          <p:cNvPr id="28"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a:solidFill>
                  <a:srgbClr val="66777D"/>
                </a:solidFill>
                <a:latin typeface="Apple SD Gothic Neo"/>
                <a:ea typeface="Apple SD Gothic Neo"/>
                <a:cs typeface="Apple SD Gothic Neo"/>
              </a:defRPr>
            </a:pPr>
            <a:r>
              <a:rPr sz="1900" b="1">
                <a:solidFill>
                  <a:srgbClr val="66777D"/>
                </a:solidFill>
                <a:latin typeface="Apple SD Gothic Neo"/>
                <a:ea typeface="Apple SD Gothic Neo"/>
                <a:cs typeface="Apple SD Gothic Neo"/>
              </a:rPr>
              <a:t>새 발화와 결과가 겹쳐 도착</a:t>
            </a:r>
          </a:p>
        </p:txBody>
      </p:sp>
      <p:sp>
        <p:nvSpPr>
          <p:cNvPr id="29"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30"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a:solidFill>
                  <a:srgbClr val="397C80"/>
                </a:solidFill>
                <a:latin typeface="Apple SD Gothic Neo"/>
                <a:ea typeface="Apple SD Gothic Neo"/>
                <a:cs typeface="Apple SD Gothic Neo"/>
              </a:defRPr>
            </a:pPr>
            <a:r>
              <a:rPr sz="2000" b="0">
                <a:solidFill>
                  <a:srgbClr val="397C80"/>
                </a:solidFill>
                <a:latin typeface="Apple SD Gothic Neo"/>
                <a:ea typeface="Apple SD Gothic Neo"/>
                <a:cs typeface="Apple SD Gothic Neo"/>
              </a:rPr>
              <a:t>정정은 보고서 업무에 연결</a:t>
            </a:r>
          </a:p>
        </p:txBody>
      </p:sp>
      <p:sp>
        <p:nvSpPr>
          <p:cNvPr id="32"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3"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a:solidFill>
                  <a:srgbClr val="A56237"/>
                </a:solidFill>
                <a:latin typeface="Apple SD Gothic Neo"/>
                <a:ea typeface="Apple SD Gothic Neo"/>
                <a:cs typeface="Apple SD Gothic Neo"/>
              </a:defRPr>
            </a:pPr>
            <a:r>
              <a:rPr sz="2000" b="0">
                <a:solidFill>
                  <a:srgbClr val="A56237"/>
                </a:solidFill>
                <a:latin typeface="Apple SD Gothic Neo"/>
                <a:ea typeface="Apple SD Gothic Neo"/>
                <a:cs typeface="Apple SD Gothic Neo"/>
              </a:rPr>
              <a:t>말을 마친 뒤, 견적 도착을 안내</a:t>
            </a:r>
          </a:p>
        </p:txBody>
      </p:sp>
      <p:sp>
        <p:nvSpPr>
          <p:cNvPr id="35"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a:solidFill>
                  <a:srgbClr val="202B30"/>
                </a:solidFill>
                <a:latin typeface="Apple SD Gothic Neo"/>
                <a:ea typeface="Apple SD Gothic Neo"/>
                <a:cs typeface="Apple SD Gothic Neo"/>
              </a:defRPr>
            </a:pPr>
            <a:r>
              <a:rPr sz="230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
        <p:nvSpPr>
          <p:cNvPr id="36" name="v2-101-header-white">
            <a:extLst>
              <a:ext uri="{FF2B5EF4-FFF2-40B4-BE49-F238E27FC236}">
                <ns2:creationId id="{031CC21A-25E5-4204-97D1-C4E50EE0FDB9}"/>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7" name="v2-102-page">
            <a:extLst>
              <a:ext uri="{FF2B5EF4-FFF2-40B4-BE49-F238E27FC236}">
                <ns2:creationId id="{B2ABEEE1-89E9-4D30-9ADD-405CE67D15CB}"/>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설계 도입 / v2 14</a:t>
            </a:r>
          </a:p>
        </p:txBody>
      </p:sp>
      <p:sp>
        <p:nvSpPr>
          <p:cNvPr id="38" name="v2-103-note">
            <a:extLst>
              <a:ext uri="{FF2B5EF4-FFF2-40B4-BE49-F238E27FC236}">
                <ns2:creationId id="{CB5AD177-97D6-49C1-94FE-58A7A44D3E7B}"/>
              </a:ext>
            </a:extLst>
          </p:cNvPr>
          <p:cNvSpPr>
            <a:spLocks noGrp="1"/>
          </p:cNvSpPr>
          <p:nvPr/>
        </p:nvSpPr>
        <p:spPr>
          <a:xfrm>
            <a:off x="904875" y="2800350"/>
            <a:ext cx="16287750" cy="342900"/>
          </a:xfrm>
          <a:prstGeom prst="rect">
            <a:avLst/>
          </a:prstGeom>
          <a:noFill/>
          <a:ln w="0">
            <a:noFill/>
          </a:ln>
        </p:spPr>
        <p:txBody>
          <a:bodyPr wrap="none" lIns="0" tIns="0" rIns="0" bIns="0" anchor="ctr">
            <a:noAutofit/>
          </a:bodyPr>
          <a:lstStyle/>
          <a:p>
            <a:pPr algn="l">
              <a:defRPr sz="2000" b="0">
                <a:solidFill>
                  <a:srgbClr val="00889A"/>
                </a:solidFill>
                <a:latin typeface="Apple SD Gothic Neo"/>
                <a:ea typeface="Apple SD Gothic Neo"/>
                <a:cs typeface="Apple SD Gothic Neo"/>
              </a:defRPr>
            </a:pPr>
            <a:r>
              <a:rPr sz="2000" b="0">
                <a:solidFill>
                  <a:srgbClr val="00889A"/>
                </a:solidFill>
                <a:latin typeface="Apple SD Gothic Neo"/>
                <a:ea typeface="Apple SD Gothic Neo"/>
                <a:cs typeface="Apple SD Gothic Neo"/>
              </a:rPr>
              <a:t>시작 상태: 보고서와 메일을 지금 위임하며, 공급업체 견적은 그 전에 맡겨 아직 진행 중입니다.</a:t>
            </a:r>
          </a:p>
        </p:txBody>
      </p:sp>
    </p:spTree>
    <p:extLst>
      <p:ext uri="{BB962C8B-B14F-4D97-AF65-F5344CB8AC3E}">
        <p14:creationId val="1301013122"/>
      </p:ext>
    </p:extLst>
  </p:cSld>
</p:sld>
</file>

<file path=ppt/slides/slide4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v2">
    <p:bg>
      <p:bgPr>
        <a:solidFill>
          <a:srgbClr val="FFFFFF"/>
        </a:solidFill>
      </p:bgPr>
    </p:bg>
    <p:spTree>
      <p:nvGrpSpPr>
        <p:cNvPr id="1" name=""/>
        <p:cNvGrpSpPr/>
        <p:nvPr/>
      </p:nvGrpSpPr>
      <p:grpSpPr>
        <a:xfrm/>
      </p:grpSpPr>
      <p:sp>
        <p:nvSpPr>
          <p:cNvPr id="2"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말 속의 지칭 대상과 조건을 찾아,</a:t>
            </a:r>
          </a:p>
        </p:txBody>
      </p:sp>
      <p:sp>
        <p:nvSpPr>
          <p:cNvPr id="3"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위임할 Request를 완성하는 VIA</a:t>
            </a:r>
          </a:p>
        </p:txBody>
      </p:sp>
      <p:sp>
        <p:nvSpPr>
          <p:cNvPr id="4"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“이 표를 아까 보고서에 넣고,</a:t>
            </a:r>
          </a:p>
        </p:txBody>
      </p:sp>
      <p:sp>
        <p:nvSpPr>
          <p:cNvPr id="5"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메일은 보내지 말고 보고서 결과로 메일 초안만 만들어줘.”</a:t>
            </a:r>
          </a:p>
        </p:txBody>
      </p:sp>
      <p:pic>
        <p:nvPicPr>
          <p:cNvPr id="6"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7"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8"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9"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발화 + 선택한 화면</a:t>
            </a:r>
          </a:p>
        </p:txBody>
      </p:sp>
      <p:sp>
        <p:nvSpPr>
          <p:cNvPr id="10"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VIA의 Request 이해</a:t>
            </a:r>
          </a:p>
        </p:txBody>
      </p:sp>
      <p:sp>
        <p:nvSpPr>
          <p:cNvPr id="11"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위임할 Task</a:t>
            </a:r>
          </a:p>
        </p:txBody>
      </p:sp>
      <p:sp>
        <p:nvSpPr>
          <p:cNvPr id="12"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화면에서 선택한 표</a:t>
            </a:r>
          </a:p>
        </p:txBody>
      </p:sp>
      <p:sp>
        <p:nvSpPr>
          <p:cNvPr id="17"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대화에 남아 있는 보고서</a:t>
            </a:r>
          </a:p>
        </p:txBody>
      </p:sp>
      <p:sp>
        <p:nvSpPr>
          <p:cNvPr id="18"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지칭 대상: 어느 표, 어느 보고서?</a:t>
            </a:r>
          </a:p>
        </p:txBody>
      </p:sp>
      <p:sp>
        <p:nvSpPr>
          <p:cNvPr id="19"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순서: 보고서 수정 → 메일 초안</a:t>
            </a:r>
          </a:p>
        </p:txBody>
      </p:sp>
      <p:sp>
        <p:nvSpPr>
          <p:cNvPr id="20"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조건: 메일 발송 금지</a:t>
            </a:r>
          </a:p>
        </p:txBody>
      </p:sp>
      <p:sp>
        <p:nvSpPr>
          <p:cNvPr id="21"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보고서에 표 추가</a:t>
            </a:r>
          </a:p>
        </p:txBody>
      </p:sp>
      <p:sp>
        <p:nvSpPr>
          <p:cNvPr id="22"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그 결과로 메일 초안 작성</a:t>
            </a:r>
          </a:p>
        </p:txBody>
      </p:sp>
      <p:sp>
        <p:nvSpPr>
          <p:cNvPr id="23"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발송하지 않는 조건 유지</a:t>
            </a:r>
          </a:p>
        </p:txBody>
      </p:sp>
      <p:sp>
        <p:nvSpPr>
          <p:cNvPr id="24"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a:solidFill>
                  <a:srgbClr val="66777D"/>
                </a:solidFill>
                <a:latin typeface="Apple SD Gothic Neo"/>
                <a:ea typeface="Apple SD Gothic Neo"/>
                <a:cs typeface="Apple SD Gothic Neo"/>
              </a:defRPr>
            </a:pPr>
            <a:r>
              <a:rPr sz="1900" b="0">
                <a:solidFill>
                  <a:srgbClr val="66777D"/>
                </a:solidFill>
                <a:latin typeface="Apple SD Gothic Neo"/>
                <a:ea typeface="Apple SD Gothic Neo"/>
                <a:cs typeface="Apple SD Gothic Neo"/>
              </a:rPr>
              <a:t>지칭 대상이 모호하면 VIA가 사용자에게 확인합니다</a:t>
            </a:r>
          </a:p>
        </p:txBody>
      </p:sp>
      <p:sp>
        <p:nvSpPr>
          <p:cNvPr id="25"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a:solidFill>
                  <a:srgbClr val="202B30"/>
                </a:solidFill>
                <a:latin typeface="Apple SD Gothic Neo"/>
                <a:ea typeface="Apple SD Gothic Neo"/>
                <a:cs typeface="Apple SD Gothic Neo"/>
              </a:defRPr>
            </a:pPr>
            <a:r>
              <a:rPr sz="2200" b="1">
                <a:solidFill>
                  <a:srgbClr val="202B30"/>
                </a:solidFill>
                <a:latin typeface="Apple SD Gothic Neo"/>
                <a:ea typeface="Apple SD Gothic Neo"/>
                <a:cs typeface="Apple SD Gothic Neo"/>
              </a:rPr>
              <a:t>사용자는 파일명이나 Task 번호를 외우지 않아도, 지칭 대상과 순서, 조건을 함께 말할 수 있습니다</a:t>
            </a:r>
          </a:p>
        </p:txBody>
      </p:sp>
      <p:sp>
        <p:nvSpPr>
          <p:cNvPr id="26"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7" name="v2-104-header-white">
            <a:extLst>
              <a:ext uri="{FF2B5EF4-FFF2-40B4-BE49-F238E27FC236}">
                <ns2:creationId id="{8F5EB3AC-87C6-4B8B-B396-A7DB20890FE8}"/>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28" name="v2-105-page">
            <a:extLst>
              <a:ext uri="{FF2B5EF4-FFF2-40B4-BE49-F238E27FC236}">
                <ns2:creationId id="{D584DAE8-1F78-4F91-8CC0-C4F46C80AEC6}"/>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DP41 배경 / v2 15</a:t>
            </a:r>
          </a:p>
        </p:txBody>
      </p:sp>
      <p:sp>
        <p:nvSpPr>
          <p:cNvPr id="29" name="v2-106-choice-white">
            <a:extLst>
              <a:ext uri="{FF2B5EF4-FFF2-40B4-BE49-F238E27FC236}">
                <ns2:creationId id="{16B9579C-FD5E-4951-831D-941733699779}"/>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0" name="v2-107-choice-question">
            <a:extLst>
              <a:ext uri="{FF2B5EF4-FFF2-40B4-BE49-F238E27FC236}">
                <ns2:creationId id="{E71C772E-FF29-4510-B3DD-AEE0699B4879}"/>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설계 질문  조회와 정정이 반복되어도, 요청의 대상과 순서 및 조건을 어떻게 정확히 확정할까?</a:t>
            </a:r>
          </a:p>
        </p:txBody>
      </p:sp>
      <p:sp>
        <p:nvSpPr>
          <p:cNvPr id="31" name="v2-108-note">
            <a:extLst>
              <a:ext uri="{FF2B5EF4-FFF2-40B4-BE49-F238E27FC236}">
                <ns2:creationId id="{B2325057-EE6A-4466-9855-C9BBF1EFE5F5}"/>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모델 재판단의 유연성과 반복 비용 ↔ 유한 표현의 추적 가능성과 지원 범위/추가 해석 비용</a:t>
            </a:r>
          </a:p>
        </p:txBody>
      </p:sp>
    </p:spTree>
    <p:extLst>
      <p:ext uri="{BB962C8B-B14F-4D97-AF65-F5344CB8AC3E}">
        <p14:creationId val="75001597"/>
      </p:ext>
    </p:extLst>
  </p:cSld>
</p:sld>
</file>

<file path=ppt/slides/slide4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v2">
    <p:bg>
      <p:bgPr>
        <a:solidFill>
          <a:srgbClr val="FFFFFF"/>
        </a:solidFill>
      </p:bgPr>
    </p:bg>
    <p:spTree>
      <p:nvGrpSpPr>
        <p:cNvPr id="1" name=""/>
        <p:cNvGrpSpPr/>
        <p:nvPr/>
      </p:nvGrpSpPr>
      <p:grpSpPr>
        <a:xfrm/>
      </p:grpSpPr>
      <p:sp>
        <p:nvSpPr>
          <p:cNvPr id="2"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VIA가 처리하는 동안에도,</a:t>
            </a:r>
          </a:p>
        </p:txBody>
      </p:sp>
      <p:sp>
        <p:nvSpPr>
          <p:cNvPr id="3"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새 발화와 Task 결과는 계속 들어옵니다</a:t>
            </a:r>
          </a:p>
        </p:txBody>
      </p:sp>
      <p:sp>
        <p:nvSpPr>
          <p:cNvPr id="4"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5"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6"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7"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8"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9"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새 사용자 발화</a:t>
            </a:r>
          </a:p>
        </p:txBody>
      </p:sp>
      <p:sp>
        <p:nvSpPr>
          <p:cNvPr id="10"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VIA의 준비 완료</a:t>
            </a:r>
          </a:p>
        </p:txBody>
      </p:sp>
      <p:sp>
        <p:nvSpPr>
          <p:cNvPr id="11"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Agent의 질문</a:t>
            </a:r>
          </a:p>
        </p:txBody>
      </p:sp>
      <p:sp>
        <p:nvSpPr>
          <p:cNvPr id="12"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“잠깐, 표부터 설명해줘.”</a:t>
            </a:r>
          </a:p>
        </p:txBody>
      </p:sp>
      <p:sp>
        <p:nvSpPr>
          <p:cNvPr id="13"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이전 보고서 설명이</a:t>
            </a:r>
          </a:p>
        </p:txBody>
      </p:sp>
      <p:sp>
        <p:nvSpPr>
          <p:cNvPr id="14"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늦게 준비됨</a:t>
            </a:r>
          </a:p>
        </p:txBody>
      </p:sp>
      <p:sp>
        <p:nvSpPr>
          <p:cNvPr id="15"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“회의 안내 메일의</a:t>
            </a:r>
          </a:p>
        </p:txBody>
      </p:sp>
      <p:sp>
        <p:nvSpPr>
          <p:cNvPr id="16"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수신자는 누구인가요?”</a:t>
            </a:r>
          </a:p>
        </p:txBody>
      </p:sp>
      <p:sp>
        <p:nvSpPr>
          <p:cNvPr id="17"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8"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9"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20"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1"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2"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3"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4"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5"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6"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유효한 응답과 질문 연결, 실제 전달 뒤 후속 처리</a:t>
            </a:r>
          </a:p>
        </p:txBody>
      </p:sp>
      <p:sp>
        <p:nvSpPr>
          <p:cNvPr id="27"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a:solidFill>
                  <a:srgbClr val="202B30"/>
                </a:solidFill>
                <a:latin typeface="Apple SD Gothic Neo"/>
                <a:ea typeface="Apple SD Gothic Neo"/>
                <a:cs typeface="Apple SD Gothic Neo"/>
              </a:defRPr>
            </a:pPr>
            <a:r>
              <a:rPr sz="2200" b="1">
                <a:solidFill>
                  <a:srgbClr val="202B30"/>
                </a:solidFill>
                <a:latin typeface="Apple SD Gothic Neo"/>
                <a:ea typeface="Apple SD Gothic Neo"/>
                <a:cs typeface="Apple SD Gothic Neo"/>
              </a:rPr>
              <a:t>사용자는 말을 이어가고, Task 질문과 결과도 같은 대화에서 받습니다</a:t>
            </a:r>
          </a:p>
        </p:txBody>
      </p:sp>
      <p:sp>
        <p:nvSpPr>
          <p:cNvPr id="28"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9" name="v2-109-header-white">
            <a:extLst>
              <a:ext uri="{FF2B5EF4-FFF2-40B4-BE49-F238E27FC236}">
                <ns2:creationId id="{AD52C790-E014-442F-90F8-14F038C24BEC}"/>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0" name="v2-110-page">
            <a:extLst>
              <a:ext uri="{FF2B5EF4-FFF2-40B4-BE49-F238E27FC236}">
                <ns2:creationId id="{8BF4AFEE-F181-49E8-B062-B1B471B1B218}"/>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DP44 배경 / v2 17</a:t>
            </a:r>
          </a:p>
        </p:txBody>
      </p:sp>
      <p:sp>
        <p:nvSpPr>
          <p:cNvPr id="31" name="v2-111-choice-white">
            <a:extLst>
              <a:ext uri="{FF2B5EF4-FFF2-40B4-BE49-F238E27FC236}">
                <ns2:creationId id="{80B1982B-D083-4409-9F9C-5DF0A8CB8C1B}"/>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2" name="v2-112-choice-question">
            <a:extLst>
              <a:ext uri="{FF2B5EF4-FFF2-40B4-BE49-F238E27FC236}">
                <ns2:creationId id="{D8265227-5F77-4DD4-AF23-C4CBFB51BD1A}"/>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설계 질문  새 발화와 업무 사건이 겹쳐도, 유효한 응답을 적절한 시점에 어떻게 전달할까?</a:t>
            </a:r>
          </a:p>
        </p:txBody>
      </p:sp>
      <p:sp>
        <p:nvSpPr>
          <p:cNvPr id="33" name="v2-113-note">
            <a:extLst>
              <a:ext uri="{FF2B5EF4-FFF2-40B4-BE49-F238E27FC236}">
                <ns2:creationId id="{FD008B8A-1E99-47B0-B3A3-472DA810ED3F}"/>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중앙 진행 상태와 회수 대기 ↔ 단계별 상태와 Join 조건, 대기 및 수용량 관리 비용</a:t>
            </a:r>
          </a:p>
        </p:txBody>
      </p:sp>
    </p:spTree>
    <p:extLst>
      <p:ext uri="{BB962C8B-B14F-4D97-AF65-F5344CB8AC3E}">
        <p14:creationId val="464077372"/>
      </p:ext>
    </p:extLst>
  </p:cSld>
</p:sld>
</file>

<file path=ppt/slides/slide4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v2">
    <p:bg>
      <p:bgPr>
        <a:solidFill>
          <a:srgbClr val="FFFFFF"/>
        </a:solidFill>
      </p:bgPr>
    </p:bg>
    <p:spTree>
      <p:nvGrpSpPr>
        <p:cNvPr id="1" name=""/>
        <p:cNvGrpSpPr/>
        <p:nvPr/>
      </p:nvGrpSpPr>
      <p:grpSpPr>
        <a:xfrm/>
      </p:grpSpPr>
      <p:sp>
        <p:nvSpPr>
          <p:cNvPr id="2"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이전 설명과 여러 Agent의 결과를,</a:t>
            </a:r>
          </a:p>
        </p:txBody>
      </p:sp>
      <p:sp>
        <p:nvSpPr>
          <p:cNvPr id="3"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새 Request에 함께 활용하는 VIA</a:t>
            </a:r>
          </a:p>
        </p:txBody>
      </p:sp>
      <p:sp>
        <p:nvSpPr>
          <p:cNvPr id="4"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“지난번 네가 설명한 평가 기준으로,</a:t>
            </a:r>
          </a:p>
        </p:txBody>
      </p:sp>
      <p:sp>
        <p:nvSpPr>
          <p:cNvPr id="5"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제품 비교와 견적 결과를 함께 써서 제안서를 만들어줘.”</a:t>
            </a:r>
          </a:p>
        </p:txBody>
      </p:sp>
      <p:pic>
        <p:nvPicPr>
          <p:cNvPr id="6"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7"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8"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9"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서로 다른 과거 기록</a:t>
            </a:r>
          </a:p>
        </p:txBody>
      </p:sp>
      <p:sp>
        <p:nvSpPr>
          <p:cNvPr id="10"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VIA의 맥락 연결</a:t>
            </a:r>
          </a:p>
        </p:txBody>
      </p:sp>
      <p:sp>
        <p:nvSpPr>
          <p:cNvPr id="11"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새 Task를 수행하는 Agent</a:t>
            </a:r>
          </a:p>
        </p:txBody>
      </p:sp>
      <p:sp>
        <p:nvSpPr>
          <p:cNvPr id="12"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VIA가 설명한 평가 기준</a:t>
            </a:r>
          </a:p>
        </p:txBody>
      </p:sp>
      <p:sp>
        <p:nvSpPr>
          <p:cNvPr id="17"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제품 조사 Agent의 비교 결과</a:t>
            </a:r>
          </a:p>
        </p:txBody>
      </p:sp>
      <p:sp>
        <p:nvSpPr>
          <p:cNvPr id="18"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a:solidFill>
                  <a:srgbClr val="202B30"/>
                </a:solidFill>
                <a:latin typeface="Apple SD Gothic Neo"/>
                <a:ea typeface="Apple SD Gothic Neo"/>
                <a:cs typeface="Apple SD Gothic Neo"/>
              </a:defRPr>
            </a:pPr>
            <a:r>
              <a:rPr sz="2200" b="0">
                <a:solidFill>
                  <a:srgbClr val="202B30"/>
                </a:solidFill>
                <a:latin typeface="Apple SD Gothic Neo"/>
                <a:ea typeface="Apple SD Gothic Neo"/>
                <a:cs typeface="Apple SD Gothic Neo"/>
              </a:rPr>
              <a:t>견적 Agent의 견적 결과</a:t>
            </a:r>
          </a:p>
        </p:txBody>
      </p:sp>
      <p:sp>
        <p:nvSpPr>
          <p:cNvPr id="19"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관련 기록, 실제 전달 범위 확인</a:t>
            </a:r>
          </a:p>
        </p:txBody>
      </p:sp>
      <p:sp>
        <p:nvSpPr>
          <p:cNvPr id="20"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필요한 발췌, 결과 참조 연결</a:t>
            </a:r>
          </a:p>
        </p:txBody>
      </p:sp>
      <p:sp>
        <p:nvSpPr>
          <p:cNvPr id="21"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이번 Request에 필요한 맥락 제공</a:t>
            </a:r>
          </a:p>
        </p:txBody>
      </p:sp>
      <p:sp>
        <p:nvSpPr>
          <p:cNvPr id="22"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3"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4"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a:solidFill>
                  <a:srgbClr val="202B30"/>
                </a:solidFill>
                <a:latin typeface="Apple SD Gothic Neo"/>
                <a:ea typeface="Apple SD Gothic Neo"/>
                <a:cs typeface="Apple SD Gothic Neo"/>
              </a:defRPr>
            </a:pPr>
            <a:r>
              <a:rPr sz="2200" b="1">
                <a:solidFill>
                  <a:srgbClr val="202B30"/>
                </a:solidFill>
                <a:latin typeface="Apple SD Gothic Neo"/>
                <a:ea typeface="Apple SD Gothic Neo"/>
                <a:cs typeface="Apple SD Gothic Neo"/>
              </a:rPr>
              <a:t>사용자는 이전 설명과 여러 Task의 결과를 다시 모아 전달할 필요가 없습니다</a:t>
            </a:r>
          </a:p>
        </p:txBody>
      </p:sp>
      <p:sp>
        <p:nvSpPr>
          <p:cNvPr id="25"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v2-114-header-white">
            <a:extLst>
              <a:ext uri="{FF2B5EF4-FFF2-40B4-BE49-F238E27FC236}">
                <ns2:creationId id="{90EC32BB-C2C0-4D38-A043-AA030EB1ED9B}"/>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27" name="v2-115-page">
            <a:extLst>
              <a:ext uri="{FF2B5EF4-FFF2-40B4-BE49-F238E27FC236}">
                <ns2:creationId id="{D8EE70C3-F160-4B55-8666-B4E09F373BB4}"/>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DP45 배경 / v2 19</a:t>
            </a:r>
          </a:p>
        </p:txBody>
      </p:sp>
      <p:sp>
        <p:nvSpPr>
          <p:cNvPr id="28" name="v2-116-choice-white">
            <a:extLst>
              <a:ext uri="{FF2B5EF4-FFF2-40B4-BE49-F238E27FC236}">
                <ns2:creationId id="{AEAD3BC0-D248-474F-8999-D46276F6F413}"/>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29" name="v2-117-choice-question">
            <a:extLst>
              <a:ext uri="{FF2B5EF4-FFF2-40B4-BE49-F238E27FC236}">
                <ns2:creationId id="{7EF0C2FA-804B-4E3D-805B-F95AFF5B0324}"/>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설계 질문  흩어진 과거 근거를 어떻게 연결하고, 최신 상태와 권한에 맞게 다시 사용할까?</a:t>
            </a:r>
          </a:p>
        </p:txBody>
      </p:sp>
      <p:sp>
        <p:nvSpPr>
          <p:cNvPr id="30" name="v2-118-note">
            <a:extLst>
              <a:ext uri="{FF2B5EF4-FFF2-40B4-BE49-F238E27FC236}">
                <ns2:creationId id="{100EE5A8-D338-4858-BF2E-F78DA3C38010}"/>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유효 cache와 요청별 miss 비용 ↔ 공통 조회와 초기/미사용 생산, 철회 및 coverage 비용</a:t>
            </a:r>
          </a:p>
        </p:txBody>
      </p:sp>
    </p:spTree>
    <p:extLst>
      <p:ext uri="{BB962C8B-B14F-4D97-AF65-F5344CB8AC3E}">
        <p14:creationId val="331947025"/>
      </p:ext>
    </p:extLst>
  </p:cSld>
</p:sld>
</file>

<file path=ppt/slides/slide4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v2">
    <p:bg>
      <p:bgPr>
        <a:solidFill>
          <a:srgbClr val="FFFFFF"/>
        </a:solidFill>
      </p:bgPr>
    </p:bg>
    <p:spTree>
      <p:nvGrpSpPr>
        <p:cNvPr id="1" name=""/>
        <p:cNvGrpSpPr/>
        <p:nvPr/>
      </p:nvGrpSpPr>
      <p:grpSpPr>
        <a:xfrm/>
      </p:grpSpPr>
      <p:sp>
        <p:nvSpPr>
          <p:cNvPr id="2"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대화와 Task는</a:t>
            </a:r>
          </a:p>
        </p:txBody>
      </p:sp>
      <p:sp>
        <p:nvSpPr>
          <p:cNvPr id="3"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a:solidFill>
                  <a:srgbClr val="202B30"/>
                </a:solidFill>
                <a:latin typeface="Apple SD Gothic Neo"/>
                <a:ea typeface="Apple SD Gothic Neo"/>
                <a:cs typeface="Apple SD Gothic Neo"/>
              </a:defRPr>
            </a:pPr>
            <a:r>
              <a:rPr sz="3800" b="1">
                <a:solidFill>
                  <a:srgbClr val="202B30"/>
                </a:solidFill>
                <a:latin typeface="Apple SD Gothic Neo"/>
                <a:ea typeface="Apple SD Gothic Neo"/>
                <a:cs typeface="Apple SD Gothic Neo"/>
              </a:rPr>
              <a:t>서로 다른 시점에 시작하고 끝납니다</a:t>
            </a:r>
          </a:p>
        </p:txBody>
      </p:sp>
      <p:sp>
        <p:nvSpPr>
          <p:cNvPr id="4"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보고서를 맡기고 → 음성 연결을 잠시 끊고 → 다시 돌아와 결론을 수정</a:t>
            </a:r>
          </a:p>
        </p:txBody>
      </p:sp>
      <p:pic>
        <p:nvPicPr>
          <p:cNvPr id="5"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6"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7"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8"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보고서 작성 Request</a:t>
            </a:r>
          </a:p>
        </p:txBody>
      </p:sp>
      <p:sp>
        <p:nvSpPr>
          <p:cNvPr id="9"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a:solidFill>
                  <a:srgbClr val="397C80"/>
                </a:solidFill>
                <a:latin typeface="Apple SD Gothic Neo"/>
                <a:ea typeface="Apple SD Gothic Neo"/>
                <a:cs typeface="Apple SD Gothic Neo"/>
              </a:defRPr>
            </a:pPr>
            <a:r>
              <a:rPr sz="2600" b="1">
                <a:solidFill>
                  <a:srgbClr val="397C80"/>
                </a:solidFill>
                <a:latin typeface="Apple SD Gothic Neo"/>
                <a:ea typeface="Apple SD Gothic Neo"/>
                <a:cs typeface="Apple SD Gothic Neo"/>
              </a:rPr>
              <a:t>음성 연결을 잠시 종료</a:t>
            </a:r>
          </a:p>
        </p:txBody>
      </p:sp>
      <p:sp>
        <p:nvSpPr>
          <p:cNvPr id="10"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a:solidFill>
                  <a:srgbClr val="202B30"/>
                </a:solidFill>
                <a:latin typeface="Apple SD Gothic Neo"/>
                <a:ea typeface="Apple SD Gothic Neo"/>
                <a:cs typeface="Apple SD Gothic Neo"/>
              </a:defRPr>
            </a:pPr>
            <a:r>
              <a:rPr sz="2600" b="1">
                <a:solidFill>
                  <a:srgbClr val="202B30"/>
                </a:solidFill>
                <a:latin typeface="Apple SD Gothic Neo"/>
                <a:ea typeface="Apple SD Gothic Neo"/>
                <a:cs typeface="Apple SD Gothic Neo"/>
              </a:rPr>
              <a:t>완료된 보고서 수정 Request</a:t>
            </a:r>
          </a:p>
        </p:txBody>
      </p:sp>
      <p:sp>
        <p:nvSpPr>
          <p:cNvPr id="11"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“이 자료로 보고서를 만들어줘.”</a:t>
            </a:r>
          </a:p>
        </p:txBody>
      </p:sp>
      <p:sp>
        <p:nvSpPr>
          <p:cNvPr id="12"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보고서 Task는 계속 진행</a:t>
            </a:r>
          </a:p>
        </p:txBody>
      </p:sp>
      <p:sp>
        <p:nvSpPr>
          <p:cNvPr id="13"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a:solidFill>
                  <a:srgbClr val="202B30"/>
                </a:solidFill>
                <a:latin typeface="Apple SD Gothic Neo"/>
                <a:ea typeface="Apple SD Gothic Neo"/>
                <a:cs typeface="Apple SD Gothic Neo"/>
              </a:defRPr>
            </a:pPr>
            <a:r>
              <a:rPr sz="2000" b="0">
                <a:solidFill>
                  <a:srgbClr val="202B30"/>
                </a:solidFill>
                <a:latin typeface="Apple SD Gothic Neo"/>
                <a:ea typeface="Apple SD Gothic Neo"/>
                <a:cs typeface="Apple SD Gothic Neo"/>
              </a:rPr>
              <a:t>“결론 부분만 짧게 바꿔줘.”</a:t>
            </a:r>
          </a:p>
        </p:txBody>
      </p:sp>
      <p:sp>
        <p:nvSpPr>
          <p:cNvPr id="14"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음성 연결</a:t>
            </a:r>
          </a:p>
        </p:txBody>
      </p:sp>
      <p:sp>
        <p:nvSpPr>
          <p:cNvPr id="15"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6"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개별 Request 처리</a:t>
            </a:r>
          </a:p>
        </p:txBody>
      </p:sp>
      <p:sp>
        <p:nvSpPr>
          <p:cNvPr id="17"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8"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보고서 Task 이력</a:t>
            </a:r>
          </a:p>
        </p:txBody>
      </p:sp>
      <p:sp>
        <p:nvSpPr>
          <p:cNvPr id="19"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20"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Agent의 실제 실행</a:t>
            </a:r>
          </a:p>
        </p:txBody>
      </p:sp>
      <p:sp>
        <p:nvSpPr>
          <p:cNvPr id="21"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2"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3"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4"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a:solidFill>
                  <a:srgbClr val="66777D"/>
                </a:solidFill>
                <a:latin typeface="Apple SD Gothic Neo"/>
                <a:ea typeface="Apple SD Gothic Neo"/>
                <a:cs typeface="Apple SD Gothic Neo"/>
              </a:defRPr>
            </a:pPr>
            <a:r>
              <a:rPr sz="1800" b="0">
                <a:solidFill>
                  <a:srgbClr val="66777D"/>
                </a:solidFill>
                <a:latin typeface="Apple SD Gothic Neo"/>
                <a:ea typeface="Apple SD Gothic Neo"/>
                <a:cs typeface="Apple SD Gothic Neo"/>
              </a:rPr>
              <a:t>연결 없음</a:t>
            </a:r>
          </a:p>
        </p:txBody>
      </p:sp>
      <p:sp>
        <p:nvSpPr>
          <p:cNvPr id="25"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6"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7"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a:solidFill>
                  <a:srgbClr val="397C80"/>
                </a:solidFill>
                <a:latin typeface="Apple SD Gothic Neo"/>
                <a:ea typeface="Apple SD Gothic Neo"/>
                <a:cs typeface="Apple SD Gothic Neo"/>
              </a:defRPr>
            </a:pPr>
            <a:r>
              <a:rPr sz="1700" b="0">
                <a:solidFill>
                  <a:srgbClr val="397C80"/>
                </a:solidFill>
                <a:latin typeface="Apple SD Gothic Neo"/>
                <a:ea typeface="Apple SD Gothic Neo"/>
                <a:cs typeface="Apple SD Gothic Neo"/>
              </a:rPr>
              <a:t>위임 Request 처리</a:t>
            </a:r>
          </a:p>
        </p:txBody>
      </p:sp>
      <p:sp>
        <p:nvSpPr>
          <p:cNvPr id="28"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a:solidFill>
                  <a:srgbClr val="397C80"/>
                </a:solidFill>
                <a:latin typeface="Apple SD Gothic Neo"/>
                <a:ea typeface="Apple SD Gothic Neo"/>
                <a:cs typeface="Apple SD Gothic Neo"/>
              </a:defRPr>
            </a:pPr>
            <a:r>
              <a:rPr sz="1700" b="0">
                <a:solidFill>
                  <a:srgbClr val="397C80"/>
                </a:solidFill>
                <a:latin typeface="Apple SD Gothic Neo"/>
                <a:ea typeface="Apple SD Gothic Neo"/>
                <a:cs typeface="Apple SD Gothic Neo"/>
              </a:rPr>
              <a:t>수정 Request 처리</a:t>
            </a:r>
          </a:p>
        </p:txBody>
      </p:sp>
      <p:sp>
        <p:nvSpPr>
          <p:cNvPr id="29"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30"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a:solidFill>
                  <a:srgbClr val="397C80"/>
                </a:solidFill>
                <a:latin typeface="Apple SD Gothic Neo"/>
                <a:ea typeface="Apple SD Gothic Neo"/>
                <a:cs typeface="Apple SD Gothic Neo"/>
              </a:defRPr>
            </a:pPr>
            <a:r>
              <a:rPr sz="1800" b="0">
                <a:solidFill>
                  <a:srgbClr val="397C80"/>
                </a:solidFill>
                <a:latin typeface="Apple SD Gothic Neo"/>
                <a:ea typeface="Apple SD Gothic Neo"/>
                <a:cs typeface="Apple SD Gothic Neo"/>
              </a:rPr>
              <a:t>같은 보고서의 Task, 결과, 정정 이력을 유지</a:t>
            </a:r>
          </a:p>
        </p:txBody>
      </p:sp>
      <p:sp>
        <p:nvSpPr>
          <p:cNvPr id="31"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2"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3"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작성 실행</a:t>
            </a:r>
          </a:p>
        </p:txBody>
      </p:sp>
      <p:sp>
        <p:nvSpPr>
          <p:cNvPr id="34"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수정 실행</a:t>
            </a:r>
          </a:p>
        </p:txBody>
      </p:sp>
      <p:sp>
        <p:nvSpPr>
          <p:cNvPr id="35"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a:solidFill>
                  <a:srgbClr val="202B30"/>
                </a:solidFill>
                <a:latin typeface="Apple SD Gothic Neo"/>
                <a:ea typeface="Apple SD Gothic Neo"/>
                <a:cs typeface="Apple SD Gothic Neo"/>
              </a:defRPr>
            </a:pPr>
            <a:r>
              <a:rPr sz="2200" b="1">
                <a:solidFill>
                  <a:srgbClr val="202B30"/>
                </a:solidFill>
                <a:latin typeface="Apple SD Gothic Neo"/>
                <a:ea typeface="Apple SD Gothic Neo"/>
                <a:cs typeface="Apple SD Gothic Neo"/>
              </a:rPr>
              <a:t>사용자는 다시 돌아와, 이미 맡긴 보고서의 결과를 확인하고 수정을 이어갑니다</a:t>
            </a:r>
          </a:p>
        </p:txBody>
      </p:sp>
      <p:sp>
        <p:nvSpPr>
          <p:cNvPr id="36" name="v2-119-header-white">
            <a:extLst>
              <a:ext uri="{FF2B5EF4-FFF2-40B4-BE49-F238E27FC236}">
                <ns2:creationId id="{2177A069-EBD7-46B2-959A-4D8C3B1975BD}"/>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7" name="v2-120-page">
            <a:extLst>
              <a:ext uri="{FF2B5EF4-FFF2-40B4-BE49-F238E27FC236}">
                <ns2:creationId id="{1C1A7BF5-495F-44E9-87C0-4BD7BD806A1D}"/>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DP42 배경 / v2 21</a:t>
            </a:r>
          </a:p>
        </p:txBody>
      </p:sp>
      <p:sp>
        <p:nvSpPr>
          <p:cNvPr id="38" name="v2-121-choice-white">
            <a:extLst>
              <a:ext uri="{FF2B5EF4-FFF2-40B4-BE49-F238E27FC236}">
                <ns2:creationId id="{1735B41E-BEBE-46BA-B79C-225CE4449434}"/>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9" name="v2-122-choice-question">
            <a:extLst>
              <a:ext uri="{FF2B5EF4-FFF2-40B4-BE49-F238E27FC236}">
                <ns2:creationId id="{2F53DF19-2C18-41B7-A5BF-A4ED44F51206}"/>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설계 질문  대화와 업무의 수명이 달라도, 요청과 실행의 연결 및 상태를 어떻게 일관되게 유지할까?</a:t>
            </a:r>
          </a:p>
        </p:txBody>
      </p:sp>
      <p:sp>
        <p:nvSpPr>
          <p:cNvPr id="40" name="v2-123-note">
            <a:extLst>
              <a:ext uri="{FF2B5EF4-FFF2-40B4-BE49-F238E27FC236}">
                <ns2:creationId id="{FADC07F8-CC6A-4800-86ED-FAFBF47F3DC9}"/>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모듈형 Core의 공동 확정 ↔ 독립 운영 조건과 인계/재확인, process 및 접수 상태 비용</a:t>
            </a:r>
          </a:p>
        </p:txBody>
      </p:sp>
      <p:sp>
        <p:nvSpPr>
          <p:cNvPr id="41" name="v2-124-conversation-white">
            <a:extLst>
              <a:ext uri="{FF2B5EF4-FFF2-40B4-BE49-F238E27FC236}">
                <ns2:creationId id="{C7AB4E29-A1F9-4F9F-BC10-91E4C2D55A5E}"/>
              </a:ext>
            </a:extLst>
          </p:cNvPr>
          <p:cNvSpPr>
            <a:spLocks noGrp="1"/>
          </p:cNvSpPr>
          <p:nvPr/>
        </p:nvSpPr>
        <p:spPr>
          <a:xfrm>
            <a:off x="723900" y="2533650"/>
            <a:ext cx="16859250" cy="323850"/>
          </a:xfrm>
          <a:prstGeom prst="rect">
            <a:avLst/>
          </a:prstGeom>
          <a:solidFill>
            <a:srgbClr val="FFFFFF"/>
          </a:solidFill>
          <a:ln w="0">
            <a:solidFill>
              <a:srgbClr val="FFFFFF"/>
            </a:solidFill>
          </a:ln>
        </p:spPr>
      </p:sp>
      <p:sp>
        <p:nvSpPr>
          <p:cNvPr id="42" name="v2-125-note">
            <a:extLst>
              <a:ext uri="{FF2B5EF4-FFF2-40B4-BE49-F238E27FC236}">
                <ns2:creationId id="{77F3126A-AAFD-4DB2-B8EF-1EFD4CF49302}"/>
              </a:ext>
            </a:extLst>
          </p:cNvPr>
          <p:cNvSpPr>
            <a:spLocks noGrp="1"/>
          </p:cNvSpPr>
          <p:nvPr/>
        </p:nvSpPr>
        <p:spPr>
          <a:xfrm>
            <a:off x="904875" y="2533650"/>
            <a:ext cx="16764000" cy="323850"/>
          </a:xfrm>
          <a:prstGeom prst="rect">
            <a:avLst/>
          </a:prstGeom>
          <a:noFill/>
          <a:ln w="0">
            <a:noFill/>
          </a:ln>
        </p:spPr>
        <p:txBody>
          <a:bodyPr wrap="none" lIns="0" tIns="0" rIns="0" bIns="0" anchor="ctr">
            <a:noAutofit/>
          </a:bodyPr>
          <a:lstStyle/>
          <a:p>
            <a:pPr algn="l">
              <a:defRPr sz="1900" b="0">
                <a:solidFill>
                  <a:srgbClr val="00889A"/>
                </a:solidFill>
                <a:latin typeface="Apple SD Gothic Neo"/>
                <a:ea typeface="Apple SD Gothic Neo"/>
                <a:cs typeface="Apple SD Gothic Neo"/>
              </a:defRPr>
            </a:pPr>
            <a:r>
              <a:rPr sz="1900" b="0">
                <a:solidFill>
                  <a:srgbClr val="00889A"/>
                </a:solidFill>
                <a:latin typeface="Apple SD Gothic Neo"/>
                <a:ea typeface="Apple SD Gothic Neo"/>
                <a:cs typeface="Apple SD Gothic Neo"/>
              </a:rPr>
              <a:t>Conversation(대화 기록과 업무 연결)은 음성 연결 종료 뒤에도 이어집니다. 아래의 수명 차이는 양안 공통입니다.</a:t>
            </a:r>
          </a:p>
        </p:txBody>
      </p:sp>
    </p:spTree>
    <p:extLst>
      <p:ext uri="{BB962C8B-B14F-4D97-AF65-F5344CB8AC3E}">
        <p14:creationId val="2044630242"/>
      </p:ext>
    </p:extLst>
  </p:cSld>
</p:sld>
</file>

<file path=ppt/slides/slide46.xml><?xml version="1.0" encoding="utf-8"?>
<p:sld xmlns:p="http://schemas.openxmlformats.org/presentationml/2006/main">
  <p:cSld name="necessity-v2">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v2-0-section">
            <a:extLst xmlns:a="http://schemas.openxmlformats.org/drawingml/2006/main">
              <a:ext uri="{FF2B5EF4-FFF2-40B4-BE49-F238E27FC236}">
                <a16:creationId xmlns:a16="http://schemas.microsoft.com/office/drawing/2014/main" id="{FAF43B61-F354-4CEA-8B0D-4818C608827C}"/>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과제 필요성</a:t>
            </a:r>
          </a:p>
        </p:txBody>
      </p:sp>
      <p:sp>
        <p:nvSpPr>
          <p:cNvPr id="2" name="v2-1-title">
            <a:extLst xmlns:a="http://schemas.openxmlformats.org/drawingml/2006/main">
              <a:ext uri="{FF2B5EF4-FFF2-40B4-BE49-F238E27FC236}">
                <a16:creationId xmlns:a16="http://schemas.microsoft.com/office/drawing/2014/main" id="{28AAEB6B-63A7-4382-B7D9-A586A063F4C6}"/>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사용자의 흐름을 끊지 않고, 의도를 보존하며 업무를 이어가야 합니다</a:t>
            </a:r>
          </a:p>
        </p:txBody>
      </p:sp>
      <p:sp>
        <p:nvSpPr>
          <p:cNvPr id="3" name="v2-2-rule">
            <a:extLst xmlns:a="http://schemas.openxmlformats.org/drawingml/2006/main">
              <a:ext uri="{FF2B5EF4-FFF2-40B4-BE49-F238E27FC236}">
                <a16:creationId xmlns:a16="http://schemas.microsoft.com/office/drawing/2014/main" id="{0C08EC59-6690-463A-9924-165C75589F29}"/>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3-page">
            <a:extLst xmlns:a="http://schemas.openxmlformats.org/drawingml/2006/main">
              <a:ext uri="{FF2B5EF4-FFF2-40B4-BE49-F238E27FC236}">
                <a16:creationId xmlns:a16="http://schemas.microsoft.com/office/drawing/2014/main" id="{43F1920A-86E8-4E67-A63B-F6819F15E6DC}"/>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02</a:t>
            </a:r>
          </a:p>
        </p:txBody>
      </p:sp>
      <p:sp>
        <p:nvSpPr>
          <p:cNvPr id="5" name="v2-4-need-title">
            <a:extLst xmlns:a="http://schemas.openxmlformats.org/drawingml/2006/main">
              <a:ext uri="{FF2B5EF4-FFF2-40B4-BE49-F238E27FC236}">
                <a16:creationId xmlns:a16="http://schemas.microsoft.com/office/drawing/2014/main" id="{C8C4C48A-5FA9-4428-A46F-18A8D5553A95}"/>
              </a:ext>
            </a:extLst>
          </p:cNvPr>
          <p:cNvSpPr>
            <a:spLocks xmlns:a="http://schemas.openxmlformats.org/drawingml/2006/main" noGrp="1"/>
          </p:cNvSpPr>
          <p:nvPr/>
        </p:nvSpPr>
        <p:spPr>
          <a:xfrm xmlns:a="http://schemas.openxmlformats.org/drawingml/2006/main">
            <a:off x="495300" y="18859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00889A"/>
                </a:solidFill>
                <a:latin typeface="Apple SD Gothic Neo"/>
                <a:ea typeface="Apple SD Gothic Neo"/>
                <a:cs typeface="Apple SD Gothic Neo"/>
              </a:defRPr>
            </a:pPr>
            <a:r>
              <a:rPr sz="2800" b="1">
                <a:solidFill>
                  <a:srgbClr val="00889A"/>
                </a:solidFill>
                <a:latin typeface="Apple SD Gothic Neo"/>
                <a:ea typeface="Apple SD Gothic Neo"/>
                <a:cs typeface="Apple SD Gothic Neo"/>
              </a:rPr>
              <a:t>뜻과 조건을 함께 보존</a:t>
            </a:r>
          </a:p>
        </p:txBody>
      </p:sp>
      <p:sp>
        <p:nvSpPr>
          <p:cNvPr id="6" name="v2-5-note">
            <a:extLst xmlns:a="http://schemas.openxmlformats.org/drawingml/2006/main">
              <a:ext uri="{FF2B5EF4-FFF2-40B4-BE49-F238E27FC236}">
                <a16:creationId xmlns:a16="http://schemas.microsoft.com/office/drawing/2014/main" id="{79ABC226-031E-46EB-90D9-9EF214165FE8}"/>
              </a:ext>
            </a:extLst>
          </p:cNvPr>
          <p:cNvSpPr>
            <a:spLocks xmlns:a="http://schemas.openxmlformats.org/drawingml/2006/main" noGrp="1"/>
          </p:cNvSpPr>
          <p:nvPr/>
        </p:nvSpPr>
        <p:spPr>
          <a:xfrm xmlns:a="http://schemas.openxmlformats.org/drawingml/2006/main">
            <a:off x="495300" y="2638425"/>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“메일에는 이 표를 넣어줘.”</a:t>
            </a:r>
          </a:p>
        </p:txBody>
      </p:sp>
      <p:sp>
        <p:nvSpPr>
          <p:cNvPr id="7" name="v2-6-need-line">
            <a:extLst xmlns:a="http://schemas.openxmlformats.org/drawingml/2006/main">
              <a:ext uri="{FF2B5EF4-FFF2-40B4-BE49-F238E27FC236}">
                <a16:creationId xmlns:a16="http://schemas.microsoft.com/office/drawing/2014/main" id="{D3821A77-A8C3-4B65-B968-3FA87A6D9E45}"/>
              </a:ext>
            </a:extLst>
          </p:cNvPr>
          <p:cNvSpPr>
            <a:spLocks xmlns:a="http://schemas.openxmlformats.org/drawingml/2006/main" noGrp="1"/>
          </p:cNvSpPr>
          <p:nvPr/>
        </p:nvSpPr>
        <p:spPr>
          <a:xfrm xmlns:a="http://schemas.openxmlformats.org/drawingml/2006/main">
            <a:off x="495300" y="3571875"/>
            <a:ext cx="5410200" cy="9525"/>
          </a:xfrm>
          <a:custGeom xmlns:a="http://schemas.openxmlformats.org/drawingml/2006/main">
            <a:pathLst>
              <a:path w="5410200" h="9525">
                <a:moveTo>
                  <a:pt x="0" y="0"/>
                </a:moveTo>
                <a:lnTo>
                  <a:pt x="5410200" y="0"/>
                </a:lnTo>
              </a:path>
            </a:pathLst>
          </a:custGeom>
          <a:noFill xmlns:a="http://schemas.openxmlformats.org/drawingml/2006/main"/>
          <a:ln xmlns:a="http://schemas.openxmlformats.org/drawingml/2006/main" w="19050">
            <a:solidFill>
              <a:srgbClr val="BCCAD2"/>
            </a:solidFill>
            <a:prstDash val="solid"/>
          </a:ln>
        </p:spPr>
      </p:sp>
      <p:sp>
        <p:nvSpPr>
          <p:cNvPr id="8" name="v2-7-need-body">
            <a:extLst xmlns:a="http://schemas.openxmlformats.org/drawingml/2006/main">
              <a:ext uri="{FF2B5EF4-FFF2-40B4-BE49-F238E27FC236}">
                <a16:creationId xmlns:a16="http://schemas.microsoft.com/office/drawing/2014/main" id="{B944A4C2-C0CF-48A8-BA76-CD1F769B59B3}"/>
              </a:ext>
            </a:extLst>
          </p:cNvPr>
          <p:cNvSpPr>
            <a:spLocks xmlns:a="http://schemas.openxmlformats.org/drawingml/2006/main" noGrp="1"/>
          </p:cNvSpPr>
          <p:nvPr/>
        </p:nvSpPr>
        <p:spPr>
          <a:xfrm xmlns:a="http://schemas.openxmlformats.org/drawingml/2006/main">
            <a:off x="495300" y="3943350"/>
            <a:ext cx="5524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바꿀 대상은 메일 내용입니다.</a:t>
            </a:r>
          </a:p>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보고서 PDF와 초안만 조건은 유지해야 합니다.</a:t>
            </a:r>
          </a:p>
        </p:txBody>
      </p:sp>
      <p:sp>
        <p:nvSpPr>
          <p:cNvPr id="9" name="v2-8-need-title">
            <a:extLst xmlns:a="http://schemas.openxmlformats.org/drawingml/2006/main">
              <a:ext uri="{FF2B5EF4-FFF2-40B4-BE49-F238E27FC236}">
                <a16:creationId xmlns:a16="http://schemas.microsoft.com/office/drawing/2014/main" id="{F2840371-A41B-4A05-A1D2-26A1C4229551}"/>
              </a:ext>
            </a:extLst>
          </p:cNvPr>
          <p:cNvSpPr>
            <a:spLocks xmlns:a="http://schemas.openxmlformats.org/drawingml/2006/main" noGrp="1"/>
          </p:cNvSpPr>
          <p:nvPr/>
        </p:nvSpPr>
        <p:spPr>
          <a:xfrm xmlns:a="http://schemas.openxmlformats.org/drawingml/2006/main">
            <a:off x="6343650" y="18859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00889A"/>
                </a:solidFill>
                <a:latin typeface="Apple SD Gothic Neo"/>
                <a:ea typeface="Apple SD Gothic Neo"/>
                <a:cs typeface="Apple SD Gothic Neo"/>
              </a:defRPr>
            </a:pPr>
            <a:r>
              <a:rPr sz="2800" b="1">
                <a:solidFill>
                  <a:srgbClr val="00889A"/>
                </a:solidFill>
                <a:latin typeface="Apple SD Gothic Neo"/>
                <a:ea typeface="Apple SD Gothic Neo"/>
                <a:cs typeface="Apple SD Gothic Neo"/>
              </a:rPr>
              <a:t>일하는 중에도 새 입력에 반응</a:t>
            </a:r>
          </a:p>
        </p:txBody>
      </p:sp>
      <p:sp>
        <p:nvSpPr>
          <p:cNvPr id="10" name="v2-9-note">
            <a:extLst xmlns:a="http://schemas.openxmlformats.org/drawingml/2006/main">
              <a:ext uri="{FF2B5EF4-FFF2-40B4-BE49-F238E27FC236}">
                <a16:creationId xmlns:a16="http://schemas.microsoft.com/office/drawing/2014/main" id="{602C06AC-86CA-4B53-B173-F759E5AA7CD9}"/>
              </a:ext>
            </a:extLst>
          </p:cNvPr>
          <p:cNvSpPr>
            <a:spLocks xmlns:a="http://schemas.openxmlformats.org/drawingml/2006/main" noGrp="1"/>
          </p:cNvSpPr>
          <p:nvPr/>
        </p:nvSpPr>
        <p:spPr>
          <a:xfrm xmlns:a="http://schemas.openxmlformats.org/drawingml/2006/main">
            <a:off x="6343650" y="2638425"/>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보고서 작성 중 새 지시와 질문이 도착</a:t>
            </a:r>
          </a:p>
        </p:txBody>
      </p:sp>
      <p:sp>
        <p:nvSpPr>
          <p:cNvPr id="11" name="v2-10-need-line">
            <a:extLst xmlns:a="http://schemas.openxmlformats.org/drawingml/2006/main">
              <a:ext uri="{FF2B5EF4-FFF2-40B4-BE49-F238E27FC236}">
                <a16:creationId xmlns:a16="http://schemas.microsoft.com/office/drawing/2014/main" id="{7ED2467F-2C74-40DC-8054-C837A2CDFD90}"/>
              </a:ext>
            </a:extLst>
          </p:cNvPr>
          <p:cNvSpPr>
            <a:spLocks xmlns:a="http://schemas.openxmlformats.org/drawingml/2006/main" noGrp="1"/>
          </p:cNvSpPr>
          <p:nvPr/>
        </p:nvSpPr>
        <p:spPr>
          <a:xfrm xmlns:a="http://schemas.openxmlformats.org/drawingml/2006/main">
            <a:off x="6343650" y="3571875"/>
            <a:ext cx="5410200" cy="9525"/>
          </a:xfrm>
          <a:custGeom xmlns:a="http://schemas.openxmlformats.org/drawingml/2006/main">
            <a:pathLst>
              <a:path w="5410200" h="9525">
                <a:moveTo>
                  <a:pt x="0" y="0"/>
                </a:moveTo>
                <a:lnTo>
                  <a:pt x="5410200" y="0"/>
                </a:lnTo>
              </a:path>
            </a:pathLst>
          </a:custGeom>
          <a:noFill xmlns:a="http://schemas.openxmlformats.org/drawingml/2006/main"/>
          <a:ln xmlns:a="http://schemas.openxmlformats.org/drawingml/2006/main" w="19050">
            <a:solidFill>
              <a:srgbClr val="BCCAD2"/>
            </a:solidFill>
            <a:prstDash val="solid"/>
          </a:ln>
        </p:spPr>
      </p:sp>
      <p:sp>
        <p:nvSpPr>
          <p:cNvPr id="12" name="v2-11-need-body">
            <a:extLst xmlns:a="http://schemas.openxmlformats.org/drawingml/2006/main">
              <a:ext uri="{FF2B5EF4-FFF2-40B4-BE49-F238E27FC236}">
                <a16:creationId xmlns:a16="http://schemas.microsoft.com/office/drawing/2014/main" id="{301631E0-A6CD-445E-A1BA-D75CF99B72DB}"/>
              </a:ext>
            </a:extLst>
          </p:cNvPr>
          <p:cNvSpPr>
            <a:spLocks xmlns:a="http://schemas.openxmlformats.org/drawingml/2006/main" noGrp="1"/>
          </p:cNvSpPr>
          <p:nvPr/>
        </p:nvSpPr>
        <p:spPr>
          <a:xfrm xmlns:a="http://schemas.openxmlformats.org/drawingml/2006/main">
            <a:off x="6343650" y="3943350"/>
            <a:ext cx="5524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처리 완료를 기다리지 않고 말을 받으며,</a:t>
            </a:r>
          </a:p>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옛 응답과 새 지시를 구별해야 합니다.</a:t>
            </a:r>
          </a:p>
        </p:txBody>
      </p:sp>
      <p:sp>
        <p:nvSpPr>
          <p:cNvPr id="13" name="v2-12-need-title">
            <a:extLst xmlns:a="http://schemas.openxmlformats.org/drawingml/2006/main">
              <a:ext uri="{FF2B5EF4-FFF2-40B4-BE49-F238E27FC236}">
                <a16:creationId xmlns:a16="http://schemas.microsoft.com/office/drawing/2014/main" id="{2335F5D0-431B-4FA5-B420-917E12C60B0E}"/>
              </a:ext>
            </a:extLst>
          </p:cNvPr>
          <p:cNvSpPr>
            <a:spLocks xmlns:a="http://schemas.openxmlformats.org/drawingml/2006/main" noGrp="1"/>
          </p:cNvSpPr>
          <p:nvPr/>
        </p:nvSpPr>
        <p:spPr>
          <a:xfrm xmlns:a="http://schemas.openxmlformats.org/drawingml/2006/main">
            <a:off x="12192000" y="18859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00889A"/>
                </a:solidFill>
                <a:latin typeface="Apple SD Gothic Neo"/>
                <a:ea typeface="Apple SD Gothic Neo"/>
                <a:cs typeface="Apple SD Gothic Neo"/>
              </a:defRPr>
            </a:pPr>
            <a:r>
              <a:rPr sz="2800" b="1">
                <a:solidFill>
                  <a:srgbClr val="00889A"/>
                </a:solidFill>
                <a:latin typeface="Apple SD Gothic Neo"/>
                <a:ea typeface="Apple SD Gothic Neo"/>
                <a:cs typeface="Apple SD Gothic Neo"/>
              </a:rPr>
              <a:t>변화하는 기술과 연결을 수용</a:t>
            </a:r>
          </a:p>
        </p:txBody>
      </p:sp>
      <p:sp>
        <p:nvSpPr>
          <p:cNvPr id="14" name="v2-13-note">
            <a:extLst xmlns:a="http://schemas.openxmlformats.org/drawingml/2006/main">
              <a:ext uri="{FF2B5EF4-FFF2-40B4-BE49-F238E27FC236}">
                <a16:creationId xmlns:a16="http://schemas.microsoft.com/office/drawing/2014/main" id="{DB8DEDE1-B895-4FB6-8BBC-E8A3ADFD7D9C}"/>
              </a:ext>
            </a:extLst>
          </p:cNvPr>
          <p:cNvSpPr>
            <a:spLocks xmlns:a="http://schemas.openxmlformats.org/drawingml/2006/main" noGrp="1"/>
          </p:cNvSpPr>
          <p:nvPr/>
        </p:nvSpPr>
        <p:spPr>
          <a:xfrm xmlns:a="http://schemas.openxmlformats.org/drawingml/2006/main">
            <a:off x="12192000" y="2638425"/>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새 음성 모델, 업무 AI와 정보원이 등장</a:t>
            </a:r>
          </a:p>
        </p:txBody>
      </p:sp>
      <p:sp>
        <p:nvSpPr>
          <p:cNvPr id="15" name="v2-14-need-line">
            <a:extLst xmlns:a="http://schemas.openxmlformats.org/drawingml/2006/main">
              <a:ext uri="{FF2B5EF4-FFF2-40B4-BE49-F238E27FC236}">
                <a16:creationId xmlns:a16="http://schemas.microsoft.com/office/drawing/2014/main" id="{1FEDBB27-4820-4B6E-8F5C-B6AAA52101C3}"/>
              </a:ext>
            </a:extLst>
          </p:cNvPr>
          <p:cNvSpPr>
            <a:spLocks xmlns:a="http://schemas.openxmlformats.org/drawingml/2006/main" noGrp="1"/>
          </p:cNvSpPr>
          <p:nvPr/>
        </p:nvSpPr>
        <p:spPr>
          <a:xfrm xmlns:a="http://schemas.openxmlformats.org/drawingml/2006/main">
            <a:off x="12192000" y="3571875"/>
            <a:ext cx="5410200" cy="9525"/>
          </a:xfrm>
          <a:custGeom xmlns:a="http://schemas.openxmlformats.org/drawingml/2006/main">
            <a:pathLst>
              <a:path w="5410200" h="9525">
                <a:moveTo>
                  <a:pt x="0" y="0"/>
                </a:moveTo>
                <a:lnTo>
                  <a:pt x="5410200" y="0"/>
                </a:lnTo>
              </a:path>
            </a:pathLst>
          </a:custGeom>
          <a:noFill xmlns:a="http://schemas.openxmlformats.org/drawingml/2006/main"/>
          <a:ln xmlns:a="http://schemas.openxmlformats.org/drawingml/2006/main" w="19050">
            <a:solidFill>
              <a:srgbClr val="BCCAD2"/>
            </a:solidFill>
            <a:prstDash val="solid"/>
          </a:ln>
        </p:spPr>
      </p:sp>
      <p:sp>
        <p:nvSpPr>
          <p:cNvPr id="16" name="v2-15-need-body">
            <a:extLst xmlns:a="http://schemas.openxmlformats.org/drawingml/2006/main">
              <a:ext uri="{FF2B5EF4-FFF2-40B4-BE49-F238E27FC236}">
                <a16:creationId xmlns:a16="http://schemas.microsoft.com/office/drawing/2014/main" id="{550E8D24-E194-4CDB-B8D1-28EB70B90C9B}"/>
              </a:ext>
            </a:extLst>
          </p:cNvPr>
          <p:cNvSpPr>
            <a:spLocks xmlns:a="http://schemas.openxmlformats.org/drawingml/2006/main" noGrp="1"/>
          </p:cNvSpPr>
          <p:nvPr/>
        </p:nvSpPr>
        <p:spPr>
          <a:xfrm xmlns:a="http://schemas.openxmlformats.org/drawingml/2006/main">
            <a:off x="12192000" y="3943350"/>
            <a:ext cx="5524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기존 사용자 기능을 유지하면서</a:t>
            </a:r>
          </a:p>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영향받는 기능 책임을 수정해야 합니다.</a:t>
            </a:r>
          </a:p>
        </p:txBody>
      </p:sp>
      <p:sp>
        <p:nvSpPr>
          <p:cNvPr id="17" name="v2-16-resource-rule">
            <a:extLst xmlns:a="http://schemas.openxmlformats.org/drawingml/2006/main">
              <a:ext uri="{FF2B5EF4-FFF2-40B4-BE49-F238E27FC236}">
                <a16:creationId xmlns:a16="http://schemas.microsoft.com/office/drawing/2014/main" id="{9832B4E2-E419-4290-B1F6-6DEEC9CED853}"/>
              </a:ext>
            </a:extLst>
          </p:cNvPr>
          <p:cNvSpPr>
            <a:spLocks xmlns:a="http://schemas.openxmlformats.org/drawingml/2006/main" noGrp="1"/>
          </p:cNvSpPr>
          <p:nvPr/>
        </p:nvSpPr>
        <p:spPr>
          <a:xfrm xmlns:a="http://schemas.openxmlformats.org/drawingml/2006/main">
            <a:off x="495300" y="60960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18" name="v2-17-resource-heading">
            <a:extLst xmlns:a="http://schemas.openxmlformats.org/drawingml/2006/main">
              <a:ext uri="{FF2B5EF4-FFF2-40B4-BE49-F238E27FC236}">
                <a16:creationId xmlns:a16="http://schemas.microsoft.com/office/drawing/2014/main" id="{1ADD9D0A-1A97-4516-81BD-339052D22A12}"/>
              </a:ext>
            </a:extLst>
          </p:cNvPr>
          <p:cNvSpPr>
            <a:spLocks xmlns:a="http://schemas.openxmlformats.org/drawingml/2006/main" noGrp="1"/>
          </p:cNvSpPr>
          <p:nvPr/>
        </p:nvSpPr>
        <p:spPr>
          <a:xfrm xmlns:a="http://schemas.openxmlformats.org/drawingml/2006/main">
            <a:off x="495300" y="6419850"/>
            <a:ext cx="1685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900" b="1">
                <a:solidFill>
                  <a:srgbClr val="354354"/>
                </a:solidFill>
                <a:latin typeface="Apple SD Gothic Neo"/>
                <a:ea typeface="Apple SD Gothic Neo"/>
                <a:cs typeface="Apple SD Gothic Neo"/>
              </a:defRPr>
            </a:pPr>
            <a:r>
              <a:rPr sz="2900" b="1">
                <a:solidFill>
                  <a:srgbClr val="354354"/>
                </a:solidFill>
                <a:latin typeface="Apple SD Gothic Neo"/>
                <a:ea typeface="Apple SD Gothic Neo"/>
                <a:cs typeface="Apple SD Gothic Neo"/>
              </a:rPr>
              <a:t>계속되는 상호작용에는 운영 비용과 PC 자원도 필요합니다</a:t>
            </a:r>
          </a:p>
        </p:txBody>
      </p:sp>
      <p:sp>
        <p:nvSpPr>
          <p:cNvPr id="19" name="v2-18-cost-cause">
            <a:extLst xmlns:a="http://schemas.openxmlformats.org/drawingml/2006/main">
              <a:ext uri="{FF2B5EF4-FFF2-40B4-BE49-F238E27FC236}">
                <a16:creationId xmlns:a16="http://schemas.microsoft.com/office/drawing/2014/main" id="{7EC5BE3A-4D02-477D-96F1-2A1898CED9E3}"/>
              </a:ext>
            </a:extLst>
          </p:cNvPr>
          <p:cNvSpPr>
            <a:spLocks xmlns:a="http://schemas.openxmlformats.org/drawingml/2006/main" noGrp="1"/>
          </p:cNvSpPr>
          <p:nvPr/>
        </p:nvSpPr>
        <p:spPr>
          <a:xfrm xmlns:a="http://schemas.openxmlformats.org/drawingml/2006/main">
            <a:off x="495300" y="7267575"/>
            <a:ext cx="8286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의미 재판단, 음성 응답과 과거 정보 준비</a:t>
            </a:r>
          </a:p>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 쓰이지 않은 준비와 재시도도 모델 사용량을 만듭니다.</a:t>
            </a:r>
          </a:p>
        </p:txBody>
      </p:sp>
      <p:sp>
        <p:nvSpPr>
          <p:cNvPr id="20" name="v2-19-memory-cause">
            <a:extLst xmlns:a="http://schemas.openxmlformats.org/drawingml/2006/main">
              <a:ext uri="{FF2B5EF4-FFF2-40B4-BE49-F238E27FC236}">
                <a16:creationId xmlns:a16="http://schemas.microsoft.com/office/drawing/2014/main" id="{59678C30-4D0A-4916-80EA-0059384FDD0D}"/>
              </a:ext>
            </a:extLst>
          </p:cNvPr>
          <p:cNvSpPr>
            <a:spLocks xmlns:a="http://schemas.openxmlformats.org/drawingml/2006/main" noGrp="1"/>
          </p:cNvSpPr>
          <p:nvPr/>
        </p:nvSpPr>
        <p:spPr>
          <a:xfrm xmlns:a="http://schemas.openxmlformats.org/drawingml/2006/main">
            <a:off x="9525000" y="7267575"/>
            <a:ext cx="8286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진행 업무, 대화 기록과 입출력 버퍼</a:t>
            </a:r>
          </a:p>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 사용자 앱과 함께 쓰는 PC 메모리를 점유합니다.</a:t>
            </a:r>
          </a:p>
        </p:txBody>
      </p:sp>
      <p:sp>
        <p:nvSpPr>
          <p:cNvPr id="21" name="v2-20-note">
            <a:extLst xmlns:a="http://schemas.openxmlformats.org/drawingml/2006/main">
              <a:ext uri="{FF2B5EF4-FFF2-40B4-BE49-F238E27FC236}">
                <a16:creationId xmlns:a16="http://schemas.microsoft.com/office/drawing/2014/main" id="{16A35BC9-736D-4457-BCAB-2DD7EDB4EDA0}"/>
              </a:ext>
            </a:extLst>
          </p:cNvPr>
          <p:cNvSpPr>
            <a:spLocks xmlns:a="http://schemas.openxmlformats.org/drawingml/2006/main" noGrp="1"/>
          </p:cNvSpPr>
          <p:nvPr/>
        </p:nvSpPr>
        <p:spPr>
          <a:xfrm xmlns:a="http://schemas.openxmlformats.org/drawingml/2006/main">
            <a:off x="495300" y="9124950"/>
            <a:ext cx="1695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00889A"/>
                </a:solidFill>
                <a:latin typeface="Apple SD Gothic Neo"/>
                <a:ea typeface="Apple SD Gothic Neo"/>
                <a:cs typeface="Apple SD Gothic Neo"/>
              </a:defRPr>
            </a:pPr>
            <a:r>
              <a:rPr sz="2300" b="0">
                <a:solidFill>
                  <a:srgbClr val="00889A"/>
                </a:solidFill>
                <a:latin typeface="Apple SD Gothic Neo"/>
                <a:ea typeface="Apple SD Gothic Neo"/>
                <a:cs typeface="Apple SD Gothic Neo"/>
              </a:rPr>
              <a:t>업무 AI의 실제 작성 시간과 별개로, VIA가 해석하고 연결하며 만드는 기다림도 줄여야 합니다.</a:t>
            </a:r>
          </a:p>
        </p:txBody>
      </p:sp>
    </p:spTree>
    <p:extLst>
      <p:ext uri="{BB962C8B-B14F-4D97-AF65-F5344CB8AC3E}">
        <p14:creationId xmlns:p14="http://schemas.microsoft.com/office/powerpoint/2010/main" val="1756832137"/>
      </p:ext>
    </p:extLst>
  </p:cSld>
</p:sld>
</file>

<file path=ppt/slides/slide47.xml><?xml version="1.0" encoding="utf-8"?>
<p:sld xmlns:p="http://schemas.openxmlformats.org/presentationml/2006/main">
  <p:cSld name="domain-primer">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v2-21-section">
            <a:extLst xmlns:a="http://schemas.openxmlformats.org/drawingml/2006/main">
              <a:ext uri="{FF2B5EF4-FFF2-40B4-BE49-F238E27FC236}">
                <a16:creationId xmlns:a16="http://schemas.microsoft.com/office/drawing/2014/main" id="{E5B0FFFB-F414-4407-8F02-853DB94B5A64}"/>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과제 소개</a:t>
            </a:r>
          </a:p>
        </p:txBody>
      </p:sp>
      <p:sp>
        <p:nvSpPr>
          <p:cNvPr id="2" name="v2-22-title">
            <a:extLst xmlns:a="http://schemas.openxmlformats.org/drawingml/2006/main">
              <a:ext uri="{FF2B5EF4-FFF2-40B4-BE49-F238E27FC236}">
                <a16:creationId xmlns:a16="http://schemas.microsoft.com/office/drawing/2014/main" id="{B24A0D38-4FD8-4D94-8A43-A0157DF0D9CD}"/>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VIA는 대화를 관리하고, 업무 AI는 실제 작업을 수행합니다</a:t>
            </a:r>
          </a:p>
        </p:txBody>
      </p:sp>
      <p:sp>
        <p:nvSpPr>
          <p:cNvPr id="3" name="v2-23-rule">
            <a:extLst xmlns:a="http://schemas.openxmlformats.org/drawingml/2006/main">
              <a:ext uri="{FF2B5EF4-FFF2-40B4-BE49-F238E27FC236}">
                <a16:creationId xmlns:a16="http://schemas.microsoft.com/office/drawing/2014/main" id="{FE120782-0998-4573-A0C0-F8821FFB668C}"/>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24-page">
            <a:extLst xmlns:a="http://schemas.openxmlformats.org/drawingml/2006/main">
              <a:ext uri="{FF2B5EF4-FFF2-40B4-BE49-F238E27FC236}">
                <a16:creationId xmlns:a16="http://schemas.microsoft.com/office/drawing/2014/main" id="{46D8EE02-8317-4AAF-B11F-AF88FFCF8699}"/>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04</a:t>
            </a:r>
          </a:p>
        </p:txBody>
      </p:sp>
      <p:sp>
        <p:nvSpPr>
          <p:cNvPr id="5" name="v2-25-note">
            <a:extLst xmlns:a="http://schemas.openxmlformats.org/drawingml/2006/main">
              <a:ext uri="{FF2B5EF4-FFF2-40B4-BE49-F238E27FC236}">
                <a16:creationId xmlns:a16="http://schemas.microsoft.com/office/drawing/2014/main" id="{4A710B79-A224-4755-8227-2B7A89B6BFCD}"/>
              </a:ext>
            </a:extLst>
          </p:cNvPr>
          <p:cNvSpPr>
            <a:spLocks xmlns:a="http://schemas.openxmlformats.org/drawingml/2006/main" noGrp="1"/>
          </p:cNvSpPr>
          <p:nvPr/>
        </p:nvSpPr>
        <p:spPr>
          <a:xfrm xmlns:a="http://schemas.openxmlformats.org/drawingml/2006/main">
            <a:off x="495300" y="1562100"/>
            <a:ext cx="1714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00889A"/>
                </a:solidFill>
                <a:latin typeface="Apple SD Gothic Neo"/>
                <a:ea typeface="Apple SD Gothic Neo"/>
                <a:cs typeface="Apple SD Gothic Neo"/>
              </a:defRPr>
            </a:pPr>
            <a:r>
              <a:rPr sz="2600" b="0">
                <a:solidFill>
                  <a:srgbClr val="00889A"/>
                </a:solidFill>
                <a:latin typeface="Apple SD Gothic Neo"/>
                <a:ea typeface="Apple SD Gothic Neo"/>
                <a:cs typeface="Apple SD Gothic Neo"/>
              </a:rPr>
              <a:t>Voice Interaction Agent: 음성, 텍스트와 당시 화면을 함께 받아 PC 업무를 이어주는 프로그램</a:t>
            </a:r>
          </a:p>
        </p:txBody>
      </p:sp>
      <p:sp>
        <p:nvSpPr>
          <p:cNvPr id="6" name="v2-26-사용자">
            <a:extLst xmlns:a="http://schemas.openxmlformats.org/drawingml/2006/main">
              <a:ext uri="{FF2B5EF4-FFF2-40B4-BE49-F238E27FC236}">
                <a16:creationId xmlns:a16="http://schemas.microsoft.com/office/drawing/2014/main" id="{58E696E2-FF66-4406-99F0-0D47FE5950EB}"/>
              </a:ext>
            </a:extLst>
          </p:cNvPr>
          <p:cNvSpPr>
            <a:spLocks xmlns:a="http://schemas.openxmlformats.org/drawingml/2006/main" noGrp="1"/>
          </p:cNvSpPr>
          <p:nvPr/>
        </p:nvSpPr>
        <p:spPr>
          <a:xfrm xmlns:a="http://schemas.openxmlformats.org/drawingml/2006/main">
            <a:off x="495300" y="2857500"/>
            <a:ext cx="2476500" cy="809625"/>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7" name="v2-27-사용자-name">
            <a:extLst xmlns:a="http://schemas.openxmlformats.org/drawingml/2006/main">
              <a:ext uri="{FF2B5EF4-FFF2-40B4-BE49-F238E27FC236}">
                <a16:creationId xmlns:a16="http://schemas.microsoft.com/office/drawing/2014/main" id="{3B6D7BB6-02AC-4687-A338-F56FAD6EF272}"/>
              </a:ext>
            </a:extLst>
          </p:cNvPr>
          <p:cNvSpPr>
            <a:spLocks xmlns:a="http://schemas.openxmlformats.org/drawingml/2006/main" noGrp="1"/>
          </p:cNvSpPr>
          <p:nvPr/>
        </p:nvSpPr>
        <p:spPr>
          <a:xfrm xmlns:a="http://schemas.openxmlformats.org/drawingml/2006/main">
            <a:off x="571500" y="2857500"/>
            <a:ext cx="2324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900" b="0">
                <a:solidFill>
                  <a:srgbClr val="202B35"/>
                </a:solidFill>
                <a:latin typeface="Apple SD Gothic Neo"/>
                <a:ea typeface="Apple SD Gothic Neo"/>
                <a:cs typeface="Apple SD Gothic Neo"/>
              </a:defRPr>
            </a:pPr>
            <a:r>
              <a:rPr sz="2900" b="0">
                <a:solidFill>
                  <a:srgbClr val="202B35"/>
                </a:solidFill>
                <a:latin typeface="Apple SD Gothic Neo"/>
                <a:ea typeface="Apple SD Gothic Neo"/>
                <a:cs typeface="Apple SD Gothic Neo"/>
              </a:rPr>
              <a:t>사용자</a:t>
            </a:r>
          </a:p>
        </p:txBody>
      </p:sp>
      <p:sp>
        <p:nvSpPr>
          <p:cNvPr id="8" name="v2-28-로컬 VIA">
            <a:extLst xmlns:a="http://schemas.openxmlformats.org/drawingml/2006/main">
              <a:ext uri="{FF2B5EF4-FFF2-40B4-BE49-F238E27FC236}">
                <a16:creationId xmlns:a16="http://schemas.microsoft.com/office/drawing/2014/main" id="{224D553C-10F7-4679-A7A7-DFDC36468F64}"/>
              </a:ext>
            </a:extLst>
          </p:cNvPr>
          <p:cNvSpPr>
            <a:spLocks xmlns:a="http://schemas.openxmlformats.org/drawingml/2006/main" noGrp="1"/>
          </p:cNvSpPr>
          <p:nvPr/>
        </p:nvSpPr>
        <p:spPr>
          <a:xfrm xmlns:a="http://schemas.openxmlformats.org/drawingml/2006/main">
            <a:off x="5000625" y="2857500"/>
            <a:ext cx="4286250" cy="809625"/>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9" name="v2-29-로컬 VIA-name">
            <a:extLst xmlns:a="http://schemas.openxmlformats.org/drawingml/2006/main">
              <a:ext uri="{FF2B5EF4-FFF2-40B4-BE49-F238E27FC236}">
                <a16:creationId xmlns:a16="http://schemas.microsoft.com/office/drawing/2014/main" id="{96173FF5-7898-477B-9187-A075CF817DDF}"/>
              </a:ext>
            </a:extLst>
          </p:cNvPr>
          <p:cNvSpPr>
            <a:spLocks xmlns:a="http://schemas.openxmlformats.org/drawingml/2006/main" noGrp="1"/>
          </p:cNvSpPr>
          <p:nvPr/>
        </p:nvSpPr>
        <p:spPr>
          <a:xfrm xmlns:a="http://schemas.openxmlformats.org/drawingml/2006/main">
            <a:off x="5076825" y="2857500"/>
            <a:ext cx="413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900" b="0">
                <a:solidFill>
                  <a:srgbClr val="202B35"/>
                </a:solidFill>
                <a:latin typeface="Apple SD Gothic Neo"/>
                <a:ea typeface="Apple SD Gothic Neo"/>
                <a:cs typeface="Apple SD Gothic Neo"/>
              </a:defRPr>
            </a:pPr>
            <a:r>
              <a:rPr sz="2900" b="0">
                <a:solidFill>
                  <a:srgbClr val="202B35"/>
                </a:solidFill>
                <a:latin typeface="Apple SD Gothic Neo"/>
                <a:ea typeface="Apple SD Gothic Neo"/>
                <a:cs typeface="Apple SD Gothic Neo"/>
              </a:rPr>
              <a:t>로컬 VIA</a:t>
            </a:r>
          </a:p>
        </p:txBody>
      </p:sp>
      <p:sp>
        <p:nvSpPr>
          <p:cNvPr id="10" name="v2-30-Downstream Agent">
            <a:extLst xmlns:a="http://schemas.openxmlformats.org/drawingml/2006/main">
              <a:ext uri="{FF2B5EF4-FFF2-40B4-BE49-F238E27FC236}">
                <a16:creationId xmlns:a16="http://schemas.microsoft.com/office/drawing/2014/main" id="{223AE7CB-B3A5-4EE6-BD90-C9EA8BD5C65E}"/>
              </a:ext>
            </a:extLst>
          </p:cNvPr>
          <p:cNvSpPr>
            <a:spLocks xmlns:a="http://schemas.openxmlformats.org/drawingml/2006/main" noGrp="1"/>
          </p:cNvSpPr>
          <p:nvPr/>
        </p:nvSpPr>
        <p:spPr>
          <a:xfrm xmlns:a="http://schemas.openxmlformats.org/drawingml/2006/main">
            <a:off x="12715875" y="2857500"/>
            <a:ext cx="4905375" cy="8096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1" name="v2-31-Downstream Agent-name">
            <a:extLst xmlns:a="http://schemas.openxmlformats.org/drawingml/2006/main">
              <a:ext uri="{FF2B5EF4-FFF2-40B4-BE49-F238E27FC236}">
                <a16:creationId xmlns:a16="http://schemas.microsoft.com/office/drawing/2014/main" id="{01F3DB6D-4EA7-4B81-9A0F-4C93D0AC9769}"/>
              </a:ext>
            </a:extLst>
          </p:cNvPr>
          <p:cNvSpPr>
            <a:spLocks xmlns:a="http://schemas.openxmlformats.org/drawingml/2006/main" noGrp="1"/>
          </p:cNvSpPr>
          <p:nvPr/>
        </p:nvSpPr>
        <p:spPr>
          <a:xfrm xmlns:a="http://schemas.openxmlformats.org/drawingml/2006/main">
            <a:off x="12792075" y="2857500"/>
            <a:ext cx="4752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700" b="0">
                <a:solidFill>
                  <a:srgbClr val="202B35"/>
                </a:solidFill>
                <a:latin typeface="Apple SD Gothic Neo"/>
                <a:ea typeface="Apple SD Gothic Neo"/>
                <a:cs typeface="Apple SD Gothic Neo"/>
              </a:defRPr>
            </a:pPr>
            <a:r>
              <a:rPr sz="2700" b="0">
                <a:solidFill>
                  <a:srgbClr val="202B35"/>
                </a:solidFill>
                <a:latin typeface="Apple SD Gothic Neo"/>
                <a:ea typeface="Apple SD Gothic Neo"/>
                <a:cs typeface="Apple SD Gothic Neo"/>
              </a:rPr>
              <a:t>Downstream Agent</a:t>
            </a:r>
          </a:p>
        </p:txBody>
      </p:sp>
      <p:sp>
        <p:nvSpPr>
          <p:cNvPr id="12" name="v2-32-user-via">
            <a:extLst xmlns:a="http://schemas.openxmlformats.org/drawingml/2006/main">
              <a:ext uri="{FF2B5EF4-FFF2-40B4-BE49-F238E27FC236}">
                <a16:creationId xmlns:a16="http://schemas.microsoft.com/office/drawing/2014/main" id="{AA26E279-855D-491B-8BB9-DCD85DD43610}"/>
              </a:ext>
            </a:extLst>
          </p:cNvPr>
          <p:cNvSpPr>
            <a:spLocks xmlns:a="http://schemas.openxmlformats.org/drawingml/2006/main" noGrp="1"/>
          </p:cNvSpPr>
          <p:nvPr/>
        </p:nvSpPr>
        <p:spPr>
          <a:xfrm xmlns:a="http://schemas.openxmlformats.org/drawingml/2006/main">
            <a:off x="2971800" y="3257550"/>
            <a:ext cx="2028825" cy="9525"/>
          </a:xfrm>
          <a:custGeom xmlns:a="http://schemas.openxmlformats.org/drawingml/2006/main">
            <a:pathLst>
              <a:path w="2028825" h="9525">
                <a:moveTo>
                  <a:pt x="0" y="0"/>
                </a:moveTo>
                <a:lnTo>
                  <a:pt x="2028825" y="0"/>
                </a:lnTo>
              </a:path>
            </a:pathLst>
          </a:custGeom>
          <a:noFill xmlns:a="http://schemas.openxmlformats.org/drawingml/2006/main"/>
          <a:ln xmlns:a="http://schemas.openxmlformats.org/drawingml/2006/main" w="28575">
            <a:solidFill>
              <a:srgbClr val="00889A"/>
            </a:solidFill>
            <a:prstDash val="solid"/>
          </a:ln>
        </p:spPr>
      </p:sp>
      <p:sp>
        <p:nvSpPr>
          <p:cNvPr id="13" name="v2-33-user-via-head">
            <a:extLst xmlns:a="http://schemas.openxmlformats.org/drawingml/2006/main">
              <a:ext uri="{FF2B5EF4-FFF2-40B4-BE49-F238E27FC236}">
                <a16:creationId xmlns:a16="http://schemas.microsoft.com/office/drawing/2014/main" id="{ACBC43A9-322E-45E4-BB47-FFA028FFF98C}"/>
              </a:ext>
            </a:extLst>
          </p:cNvPr>
          <p:cNvSpPr>
            <a:spLocks xmlns:a="http://schemas.openxmlformats.org/drawingml/2006/main" noGrp="1"/>
          </p:cNvSpPr>
          <p:nvPr/>
        </p:nvSpPr>
        <p:spPr>
          <a:xfrm xmlns:a="http://schemas.openxmlformats.org/drawingml/2006/main">
            <a:off x="4900317" y="32027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4" name="v2-34-note">
            <a:extLst xmlns:a="http://schemas.openxmlformats.org/drawingml/2006/main">
              <a:ext uri="{FF2B5EF4-FFF2-40B4-BE49-F238E27FC236}">
                <a16:creationId xmlns:a16="http://schemas.microsoft.com/office/drawing/2014/main" id="{72F237B1-E19D-4162-8F5D-9EF510E1A547}"/>
              </a:ext>
            </a:extLst>
          </p:cNvPr>
          <p:cNvSpPr>
            <a:spLocks xmlns:a="http://schemas.openxmlformats.org/drawingml/2006/main" noGrp="1"/>
          </p:cNvSpPr>
          <p:nvPr/>
        </p:nvSpPr>
        <p:spPr>
          <a:xfrm xmlns:a="http://schemas.openxmlformats.org/drawingml/2006/main">
            <a:off x="3114675" y="26098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576773"/>
                </a:solidFill>
                <a:latin typeface="Apple SD Gothic Neo"/>
                <a:ea typeface="Apple SD Gothic Neo"/>
                <a:cs typeface="Apple SD Gothic Neo"/>
              </a:defRPr>
            </a:pPr>
            <a:r>
              <a:rPr sz="2200" b="0">
                <a:solidFill>
                  <a:srgbClr val="576773"/>
                </a:solidFill>
                <a:latin typeface="Apple SD Gothic Neo"/>
                <a:ea typeface="Apple SD Gothic Neo"/>
                <a:cs typeface="Apple SD Gothic Neo"/>
              </a:rPr>
              <a:t>입력과 화면</a:t>
            </a:r>
          </a:p>
        </p:txBody>
      </p:sp>
      <p:sp>
        <p:nvSpPr>
          <p:cNvPr id="15" name="v2-35-via-agent">
            <a:extLst xmlns:a="http://schemas.openxmlformats.org/drawingml/2006/main">
              <a:ext uri="{FF2B5EF4-FFF2-40B4-BE49-F238E27FC236}">
                <a16:creationId xmlns:a16="http://schemas.microsoft.com/office/drawing/2014/main" id="{20F824F2-EBDF-451F-BBF0-4AD4F6EF9EF2}"/>
              </a:ext>
            </a:extLst>
          </p:cNvPr>
          <p:cNvSpPr>
            <a:spLocks xmlns:a="http://schemas.openxmlformats.org/drawingml/2006/main" noGrp="1"/>
          </p:cNvSpPr>
          <p:nvPr/>
        </p:nvSpPr>
        <p:spPr>
          <a:xfrm xmlns:a="http://schemas.openxmlformats.org/drawingml/2006/main">
            <a:off x="9286875" y="3257550"/>
            <a:ext cx="3429000" cy="9525"/>
          </a:xfrm>
          <a:custGeom xmlns:a="http://schemas.openxmlformats.org/drawingml/2006/main">
            <a:pathLst>
              <a:path w="3429000" h="9525">
                <a:moveTo>
                  <a:pt x="0" y="0"/>
                </a:moveTo>
                <a:lnTo>
                  <a:pt x="3429000" y="0"/>
                </a:lnTo>
              </a:path>
            </a:pathLst>
          </a:custGeom>
          <a:noFill xmlns:a="http://schemas.openxmlformats.org/drawingml/2006/main"/>
          <a:ln xmlns:a="http://schemas.openxmlformats.org/drawingml/2006/main" w="28575">
            <a:solidFill>
              <a:srgbClr val="00889A"/>
            </a:solidFill>
            <a:prstDash val="solid"/>
          </a:ln>
        </p:spPr>
      </p:sp>
      <p:sp>
        <p:nvSpPr>
          <p:cNvPr id="16" name="v2-36-via-agent-head">
            <a:extLst xmlns:a="http://schemas.openxmlformats.org/drawingml/2006/main">
              <a:ext uri="{FF2B5EF4-FFF2-40B4-BE49-F238E27FC236}">
                <a16:creationId xmlns:a16="http://schemas.microsoft.com/office/drawing/2014/main" id="{D7FEB17F-12DD-401F-9341-9E6B45FBA186}"/>
              </a:ext>
            </a:extLst>
          </p:cNvPr>
          <p:cNvSpPr>
            <a:spLocks xmlns:a="http://schemas.openxmlformats.org/drawingml/2006/main" noGrp="1"/>
          </p:cNvSpPr>
          <p:nvPr/>
        </p:nvSpPr>
        <p:spPr>
          <a:xfrm xmlns:a="http://schemas.openxmlformats.org/drawingml/2006/main">
            <a:off x="12615567" y="32027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7" name="v2-37-note">
            <a:extLst xmlns:a="http://schemas.openxmlformats.org/drawingml/2006/main">
              <a:ext uri="{FF2B5EF4-FFF2-40B4-BE49-F238E27FC236}">
                <a16:creationId xmlns:a16="http://schemas.microsoft.com/office/drawing/2014/main" id="{FC96D12E-46C5-4A21-B9EA-5432D92B4913}"/>
              </a:ext>
            </a:extLst>
          </p:cNvPr>
          <p:cNvSpPr>
            <a:spLocks xmlns:a="http://schemas.openxmlformats.org/drawingml/2006/main" noGrp="1"/>
          </p:cNvSpPr>
          <p:nvPr/>
        </p:nvSpPr>
        <p:spPr>
          <a:xfrm xmlns:a="http://schemas.openxmlformats.org/drawingml/2006/main">
            <a:off x="9658350" y="25717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검사 후 업무 위임</a:t>
            </a:r>
          </a:p>
        </p:txBody>
      </p:sp>
      <p:sp>
        <p:nvSpPr>
          <p:cNvPr id="18" name="v2-38-agent-return">
            <a:extLst xmlns:a="http://schemas.openxmlformats.org/drawingml/2006/main">
              <a:ext uri="{FF2B5EF4-FFF2-40B4-BE49-F238E27FC236}">
                <a16:creationId xmlns:a16="http://schemas.microsoft.com/office/drawing/2014/main" id="{00AB7417-DB56-4020-A735-14D1F22398C8}"/>
              </a:ext>
            </a:extLst>
          </p:cNvPr>
          <p:cNvSpPr>
            <a:spLocks xmlns:a="http://schemas.openxmlformats.org/drawingml/2006/main" noGrp="1"/>
          </p:cNvSpPr>
          <p:nvPr/>
        </p:nvSpPr>
        <p:spPr>
          <a:xfrm xmlns:a="http://schemas.openxmlformats.org/drawingml/2006/main">
            <a:off x="7143750" y="3667125"/>
            <a:ext cx="5572125" cy="219075"/>
          </a:xfrm>
          <a:custGeom xmlns:a="http://schemas.openxmlformats.org/drawingml/2006/main">
            <a:pathLst>
              <a:path w="5572125" h="219075">
                <a:moveTo>
                  <a:pt x="5572125" y="219075"/>
                </a:moveTo>
                <a:lnTo>
                  <a:pt x="0" y="219075"/>
                </a:lnTo>
                <a:lnTo>
                  <a:pt x="0" y="0"/>
                </a:lnTo>
              </a:path>
            </a:pathLst>
          </a:custGeom>
          <a:noFill xmlns:a="http://schemas.openxmlformats.org/drawingml/2006/main"/>
          <a:ln xmlns:a="http://schemas.openxmlformats.org/drawingml/2006/main" w="28575">
            <a:solidFill>
              <a:srgbClr val="576773"/>
            </a:solidFill>
            <a:prstDash val="solid"/>
          </a:ln>
        </p:spPr>
      </p:sp>
      <p:sp>
        <p:nvSpPr>
          <p:cNvPr id="19" name="v2-39-agent-return-head">
            <a:extLst xmlns:a="http://schemas.openxmlformats.org/drawingml/2006/main">
              <a:ext uri="{FF2B5EF4-FFF2-40B4-BE49-F238E27FC236}">
                <a16:creationId xmlns:a16="http://schemas.microsoft.com/office/drawing/2014/main" id="{2CD96EC4-5387-4BE5-840C-EB405FFD2839}"/>
              </a:ext>
            </a:extLst>
          </p:cNvPr>
          <p:cNvSpPr>
            <a:spLocks xmlns:a="http://schemas.openxmlformats.org/drawingml/2006/main" noGrp="1"/>
          </p:cNvSpPr>
          <p:nvPr/>
        </p:nvSpPr>
        <p:spPr>
          <a:xfrm xmlns:a="http://schemas.openxmlformats.org/drawingml/2006/main">
            <a:off x="7088952" y="366712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8575">
            <a:solidFill>
              <a:srgbClr val="576773"/>
            </a:solidFill>
            <a:prstDash val="solid"/>
          </a:ln>
        </p:spPr>
      </p:sp>
      <p:sp>
        <p:nvSpPr>
          <p:cNvPr id="20" name="v2-40-note">
            <a:extLst xmlns:a="http://schemas.openxmlformats.org/drawingml/2006/main">
              <a:ext uri="{FF2B5EF4-FFF2-40B4-BE49-F238E27FC236}">
                <a16:creationId xmlns:a16="http://schemas.microsoft.com/office/drawing/2014/main" id="{F27A43BB-C5D8-4204-8CC8-7D6196795198}"/>
              </a:ext>
            </a:extLst>
          </p:cNvPr>
          <p:cNvSpPr>
            <a:spLocks xmlns:a="http://schemas.openxmlformats.org/drawingml/2006/main" noGrp="1"/>
          </p:cNvSpPr>
          <p:nvPr/>
        </p:nvSpPr>
        <p:spPr>
          <a:xfrm xmlns:a="http://schemas.openxmlformats.org/drawingml/2006/main">
            <a:off x="8877300" y="396240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576773"/>
                </a:solidFill>
                <a:latin typeface="Apple SD Gothic Neo"/>
                <a:ea typeface="Apple SD Gothic Neo"/>
                <a:cs typeface="Apple SD Gothic Neo"/>
              </a:defRPr>
            </a:pPr>
            <a:r>
              <a:rPr sz="2200" b="0">
                <a:solidFill>
                  <a:srgbClr val="576773"/>
                </a:solidFill>
                <a:latin typeface="Apple SD Gothic Neo"/>
                <a:ea typeface="Apple SD Gothic Neo"/>
                <a:cs typeface="Apple SD Gothic Neo"/>
              </a:rPr>
              <a:t>질문, 확인된 진행과 결과</a:t>
            </a:r>
          </a:p>
        </p:txBody>
      </p:sp>
      <p:sp>
        <p:nvSpPr>
          <p:cNvPr id="21" name="v2-41-Model Access">
            <a:extLst xmlns:a="http://schemas.openxmlformats.org/drawingml/2006/main">
              <a:ext uri="{FF2B5EF4-FFF2-40B4-BE49-F238E27FC236}">
                <a16:creationId xmlns:a16="http://schemas.microsoft.com/office/drawing/2014/main" id="{BB2DF0B2-836F-4B83-A54A-D41EDA6296C5}"/>
              </a:ext>
            </a:extLst>
          </p:cNvPr>
          <p:cNvSpPr>
            <a:spLocks xmlns:a="http://schemas.openxmlformats.org/drawingml/2006/main" noGrp="1"/>
          </p:cNvSpPr>
          <p:nvPr/>
        </p:nvSpPr>
        <p:spPr>
          <a:xfrm xmlns:a="http://schemas.openxmlformats.org/drawingml/2006/main">
            <a:off x="5000625" y="4667250"/>
            <a:ext cx="428625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2" name="v2-42-Model Access-name">
            <a:extLst xmlns:a="http://schemas.openxmlformats.org/drawingml/2006/main">
              <a:ext uri="{FF2B5EF4-FFF2-40B4-BE49-F238E27FC236}">
                <a16:creationId xmlns:a16="http://schemas.microsoft.com/office/drawing/2014/main" id="{23A25152-AFC9-436B-9F03-A6F6767FB3EC}"/>
              </a:ext>
            </a:extLst>
          </p:cNvPr>
          <p:cNvSpPr>
            <a:spLocks xmlns:a="http://schemas.openxmlformats.org/drawingml/2006/main" noGrp="1"/>
          </p:cNvSpPr>
          <p:nvPr/>
        </p:nvSpPr>
        <p:spPr>
          <a:xfrm xmlns:a="http://schemas.openxmlformats.org/drawingml/2006/main">
            <a:off x="5076825" y="4667250"/>
            <a:ext cx="4133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Model Access</a:t>
            </a:r>
          </a:p>
        </p:txBody>
      </p:sp>
      <p:sp>
        <p:nvSpPr>
          <p:cNvPr id="23" name="v2-43-클라우드 음성 모델">
            <a:extLst xmlns:a="http://schemas.openxmlformats.org/drawingml/2006/main">
              <a:ext uri="{FF2B5EF4-FFF2-40B4-BE49-F238E27FC236}">
                <a16:creationId xmlns:a16="http://schemas.microsoft.com/office/drawing/2014/main" id="{3790AE97-2705-499F-8630-32F0E42CEF3E}"/>
              </a:ext>
            </a:extLst>
          </p:cNvPr>
          <p:cNvSpPr>
            <a:spLocks xmlns:a="http://schemas.openxmlformats.org/drawingml/2006/main" noGrp="1"/>
          </p:cNvSpPr>
          <p:nvPr/>
        </p:nvSpPr>
        <p:spPr>
          <a:xfrm xmlns:a="http://schemas.openxmlformats.org/drawingml/2006/main">
            <a:off x="10953750" y="4667250"/>
            <a:ext cx="3048000" cy="6191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24" name="v2-44-클라우드 음성 모델-name">
            <a:extLst xmlns:a="http://schemas.openxmlformats.org/drawingml/2006/main">
              <a:ext uri="{FF2B5EF4-FFF2-40B4-BE49-F238E27FC236}">
                <a16:creationId xmlns:a16="http://schemas.microsoft.com/office/drawing/2014/main" id="{5723B902-979F-42B0-A9B0-1255660A4D7E}"/>
              </a:ext>
            </a:extLst>
          </p:cNvPr>
          <p:cNvSpPr>
            <a:spLocks xmlns:a="http://schemas.openxmlformats.org/drawingml/2006/main" noGrp="1"/>
          </p:cNvSpPr>
          <p:nvPr/>
        </p:nvSpPr>
        <p:spPr>
          <a:xfrm xmlns:a="http://schemas.openxmlformats.org/drawingml/2006/main">
            <a:off x="11029950" y="4667250"/>
            <a:ext cx="289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클라우드 음성 모델</a:t>
            </a:r>
          </a:p>
        </p:txBody>
      </p:sp>
      <p:sp>
        <p:nvSpPr>
          <p:cNvPr id="25" name="v2-45-클라우드 의미 LLM">
            <a:extLst xmlns:a="http://schemas.openxmlformats.org/drawingml/2006/main">
              <a:ext uri="{FF2B5EF4-FFF2-40B4-BE49-F238E27FC236}">
                <a16:creationId xmlns:a16="http://schemas.microsoft.com/office/drawing/2014/main" id="{D8F81462-06E6-42A5-A07A-06EC37F3EA01}"/>
              </a:ext>
            </a:extLst>
          </p:cNvPr>
          <p:cNvSpPr>
            <a:spLocks xmlns:a="http://schemas.openxmlformats.org/drawingml/2006/main" noGrp="1"/>
          </p:cNvSpPr>
          <p:nvPr/>
        </p:nvSpPr>
        <p:spPr>
          <a:xfrm xmlns:a="http://schemas.openxmlformats.org/drawingml/2006/main">
            <a:off x="14287500" y="4667250"/>
            <a:ext cx="3333750" cy="6191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26" name="v2-46-클라우드 의미 LLM-name">
            <a:extLst xmlns:a="http://schemas.openxmlformats.org/drawingml/2006/main">
              <a:ext uri="{FF2B5EF4-FFF2-40B4-BE49-F238E27FC236}">
                <a16:creationId xmlns:a16="http://schemas.microsoft.com/office/drawing/2014/main" id="{738A8AEA-6222-468A-B829-B73CBD5D2040}"/>
              </a:ext>
            </a:extLst>
          </p:cNvPr>
          <p:cNvSpPr>
            <a:spLocks xmlns:a="http://schemas.openxmlformats.org/drawingml/2006/main" noGrp="1"/>
          </p:cNvSpPr>
          <p:nvPr/>
        </p:nvSpPr>
        <p:spPr>
          <a:xfrm xmlns:a="http://schemas.openxmlformats.org/drawingml/2006/main">
            <a:off x="14363700" y="4667250"/>
            <a:ext cx="3181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클라우드 의미 LLM</a:t>
            </a:r>
          </a:p>
        </p:txBody>
      </p:sp>
      <p:sp>
        <p:nvSpPr>
          <p:cNvPr id="27" name="v2-47-via-model">
            <a:extLst xmlns:a="http://schemas.openxmlformats.org/drawingml/2006/main">
              <a:ext uri="{FF2B5EF4-FFF2-40B4-BE49-F238E27FC236}">
                <a16:creationId xmlns:a16="http://schemas.microsoft.com/office/drawing/2014/main" id="{42545227-DEB6-49E5-8A46-2D03A25E20E9}"/>
              </a:ext>
            </a:extLst>
          </p:cNvPr>
          <p:cNvSpPr>
            <a:spLocks xmlns:a="http://schemas.openxmlformats.org/drawingml/2006/main" noGrp="1"/>
          </p:cNvSpPr>
          <p:nvPr/>
        </p:nvSpPr>
        <p:spPr>
          <a:xfrm xmlns:a="http://schemas.openxmlformats.org/drawingml/2006/main">
            <a:off x="7143750" y="3667125"/>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28575">
            <a:solidFill>
              <a:srgbClr val="00889A"/>
            </a:solidFill>
            <a:prstDash val="solid"/>
          </a:ln>
        </p:spPr>
      </p:sp>
      <p:sp>
        <p:nvSpPr>
          <p:cNvPr id="28" name="v2-48-via-model-head">
            <a:extLst xmlns:a="http://schemas.openxmlformats.org/drawingml/2006/main">
              <a:ext uri="{FF2B5EF4-FFF2-40B4-BE49-F238E27FC236}">
                <a16:creationId xmlns:a16="http://schemas.microsoft.com/office/drawing/2014/main" id="{6F7DC035-1B4C-40E9-BC9A-80FA9A1AEF12}"/>
              </a:ext>
            </a:extLst>
          </p:cNvPr>
          <p:cNvSpPr>
            <a:spLocks xmlns:a="http://schemas.openxmlformats.org/drawingml/2006/main" noGrp="1"/>
          </p:cNvSpPr>
          <p:nvPr/>
        </p:nvSpPr>
        <p:spPr>
          <a:xfrm xmlns:a="http://schemas.openxmlformats.org/drawingml/2006/main">
            <a:off x="7088952" y="45669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29" name="v2-49-model-voice">
            <a:extLst xmlns:a="http://schemas.openxmlformats.org/drawingml/2006/main">
              <a:ext uri="{FF2B5EF4-FFF2-40B4-BE49-F238E27FC236}">
                <a16:creationId xmlns:a16="http://schemas.microsoft.com/office/drawing/2014/main" id="{144485ED-CC7C-41E3-8221-219B4EACF002}"/>
              </a:ext>
            </a:extLst>
          </p:cNvPr>
          <p:cNvSpPr>
            <a:spLocks xmlns:a="http://schemas.openxmlformats.org/drawingml/2006/main" noGrp="1"/>
          </p:cNvSpPr>
          <p:nvPr/>
        </p:nvSpPr>
        <p:spPr>
          <a:xfrm xmlns:a="http://schemas.openxmlformats.org/drawingml/2006/main">
            <a:off x="9286875" y="4991100"/>
            <a:ext cx="1666875" cy="9525"/>
          </a:xfrm>
          <a:custGeom xmlns:a="http://schemas.openxmlformats.org/drawingml/2006/main">
            <a:pathLst>
              <a:path w="1666875" h="9525">
                <a:moveTo>
                  <a:pt x="0" y="0"/>
                </a:moveTo>
                <a:lnTo>
                  <a:pt x="1666875" y="0"/>
                </a:lnTo>
              </a:path>
            </a:pathLst>
          </a:custGeom>
          <a:noFill xmlns:a="http://schemas.openxmlformats.org/drawingml/2006/main"/>
          <a:ln xmlns:a="http://schemas.openxmlformats.org/drawingml/2006/main" w="28575">
            <a:solidFill>
              <a:srgbClr val="576773"/>
            </a:solidFill>
            <a:prstDash val="solid"/>
          </a:ln>
        </p:spPr>
      </p:sp>
      <p:sp>
        <p:nvSpPr>
          <p:cNvPr id="30" name="v2-50-model-voice-head">
            <a:extLst xmlns:a="http://schemas.openxmlformats.org/drawingml/2006/main">
              <a:ext uri="{FF2B5EF4-FFF2-40B4-BE49-F238E27FC236}">
                <a16:creationId xmlns:a16="http://schemas.microsoft.com/office/drawing/2014/main" id="{AE2135DC-B061-4A56-8D00-CC107E2AAF83}"/>
              </a:ext>
            </a:extLst>
          </p:cNvPr>
          <p:cNvSpPr>
            <a:spLocks xmlns:a="http://schemas.openxmlformats.org/drawingml/2006/main" noGrp="1"/>
          </p:cNvSpPr>
          <p:nvPr/>
        </p:nvSpPr>
        <p:spPr>
          <a:xfrm xmlns:a="http://schemas.openxmlformats.org/drawingml/2006/main">
            <a:off x="10853442" y="493630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576773"/>
            </a:solidFill>
            <a:prstDash val="solid"/>
          </a:ln>
        </p:spPr>
      </p:sp>
      <p:sp>
        <p:nvSpPr>
          <p:cNvPr id="31" name="v2-51-model-meaning">
            <a:extLst xmlns:a="http://schemas.openxmlformats.org/drawingml/2006/main">
              <a:ext uri="{FF2B5EF4-FFF2-40B4-BE49-F238E27FC236}">
                <a16:creationId xmlns:a16="http://schemas.microsoft.com/office/drawing/2014/main" id="{B7B4DD31-3441-468E-B879-967F59EF7AF9}"/>
              </a:ext>
            </a:extLst>
          </p:cNvPr>
          <p:cNvSpPr>
            <a:spLocks xmlns:a="http://schemas.openxmlformats.org/drawingml/2006/main" noGrp="1"/>
          </p:cNvSpPr>
          <p:nvPr/>
        </p:nvSpPr>
        <p:spPr>
          <a:xfrm xmlns:a="http://schemas.openxmlformats.org/drawingml/2006/main">
            <a:off x="9286875" y="5286375"/>
            <a:ext cx="6667500" cy="123825"/>
          </a:xfrm>
          <a:custGeom xmlns:a="http://schemas.openxmlformats.org/drawingml/2006/main">
            <a:pathLst>
              <a:path w="6667500" h="123825">
                <a:moveTo>
                  <a:pt x="0" y="123825"/>
                </a:moveTo>
                <a:lnTo>
                  <a:pt x="6667500" y="123825"/>
                </a:lnTo>
                <a:lnTo>
                  <a:pt x="6667500" y="0"/>
                </a:lnTo>
              </a:path>
            </a:pathLst>
          </a:custGeom>
          <a:noFill xmlns:a="http://schemas.openxmlformats.org/drawingml/2006/main"/>
          <a:ln xmlns:a="http://schemas.openxmlformats.org/drawingml/2006/main" w="28575">
            <a:solidFill>
              <a:srgbClr val="576773"/>
            </a:solidFill>
            <a:prstDash val="solid"/>
          </a:ln>
        </p:spPr>
      </p:sp>
      <p:sp>
        <p:nvSpPr>
          <p:cNvPr id="32" name="v2-52-model-meaning-head">
            <a:extLst xmlns:a="http://schemas.openxmlformats.org/drawingml/2006/main">
              <a:ext uri="{FF2B5EF4-FFF2-40B4-BE49-F238E27FC236}">
                <a16:creationId xmlns:a16="http://schemas.microsoft.com/office/drawing/2014/main" id="{B0654220-EEFE-435C-BABA-0F4EECF023AC}"/>
              </a:ext>
            </a:extLst>
          </p:cNvPr>
          <p:cNvSpPr>
            <a:spLocks xmlns:a="http://schemas.openxmlformats.org/drawingml/2006/main" noGrp="1"/>
          </p:cNvSpPr>
          <p:nvPr/>
        </p:nvSpPr>
        <p:spPr>
          <a:xfrm xmlns:a="http://schemas.openxmlformats.org/drawingml/2006/main">
            <a:off x="15899577" y="52863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8575">
            <a:solidFill>
              <a:srgbClr val="576773"/>
            </a:solidFill>
            <a:prstDash val="solid"/>
          </a:ln>
        </p:spPr>
      </p:sp>
      <p:sp>
        <p:nvSpPr>
          <p:cNvPr id="33" name="v2-53-note">
            <a:extLst xmlns:a="http://schemas.openxmlformats.org/drawingml/2006/main">
              <a:ext uri="{FF2B5EF4-FFF2-40B4-BE49-F238E27FC236}">
                <a16:creationId xmlns:a16="http://schemas.microsoft.com/office/drawing/2014/main" id="{823A08C4-4E55-4A6F-8545-BA3AF00AA9EB}"/>
              </a:ext>
            </a:extLst>
          </p:cNvPr>
          <p:cNvSpPr>
            <a:spLocks xmlns:a="http://schemas.openxmlformats.org/drawingml/2006/main" noGrp="1"/>
          </p:cNvSpPr>
          <p:nvPr/>
        </p:nvSpPr>
        <p:spPr>
          <a:xfrm xmlns:a="http://schemas.openxmlformats.org/drawingml/2006/main">
            <a:off x="495300" y="5753100"/>
            <a:ext cx="1704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576773"/>
                </a:solidFill>
                <a:latin typeface="Apple SD Gothic Neo"/>
                <a:ea typeface="Apple SD Gothic Neo"/>
                <a:cs typeface="Apple SD Gothic Neo"/>
              </a:defRPr>
            </a:pPr>
            <a:r>
              <a:rPr sz="2300" b="0">
                <a:solidFill>
                  <a:srgbClr val="576773"/>
                </a:solidFill>
                <a:latin typeface="Apple SD Gothic Neo"/>
                <a:ea typeface="Apple SD Gothic Neo"/>
                <a:cs typeface="Apple SD Gothic Neo"/>
              </a:rPr>
              <a:t>발화 시작/끝 탐지는 로컬 VAD. 전사와 뜻 해석은 별도입니다.</a:t>
            </a:r>
          </a:p>
        </p:txBody>
      </p:sp>
      <p:graphicFrame>
        <p:nvGraphicFramePr>
          <p:cNvPr id="69" name=""/>
          <p:cNvGraphicFramePr/>
          <p:nvPr/>
        </p:nvGraphicFramePr>
        <p:xfrm>
          <a:off xmlns:a="http://schemas.openxmlformats.org/drawingml/2006/main" x="495300" y="6524625"/>
          <a:ext xmlns:a="http://schemas.openxmlformats.org/drawingml/2006/main" cx="17297400" cy="2676525"/>
        </p:xfrm>
        <a:graphic xmlns:a="http://schemas.openxmlformats.org/drawingml/2006/main">
          <a:graphicData uri="http://schemas.openxmlformats.org/drawingml/2006/table">
            <a:tbl>
              <a:tblPr/>
              <a:tblGrid>
                <a:gridCol w="3829050"/>
                <a:gridCol w="3695700"/>
                <a:gridCol w="9772650"/>
              </a:tblGrid>
              <a:tr h="552450">
                <a:tc>
                  <a:txBody>
                    <a:bodyPr/>
                    <a:lstStyle/>
                    <a:p>
                      <a:pPr algn="l"/>
                      <a:r>
                        <a:rPr sz="2000" b="1">
                          <a:solidFill>
                            <a:srgbClr val="FFFFFF"/>
                          </a:solidFill>
                          <a:latin typeface="Apple SD Gothic Neo"/>
                          <a:ea typeface="Apple SD Gothic Neo"/>
                          <a:cs typeface="Apple SD Gothic Neo"/>
                        </a:rPr>
                        <a:t>일반 SW 관점</a:t>
                      </a:r>
                    </a:p>
                  </a:txBody>
                  <a:tcPr marL="114300" marR="76200" marT="47625" marB="47625" anchor="ctr">
                    <a:solidFill>
                      <a:srgbClr val="354354"/>
                    </a:solidFill>
                  </a:tcPr>
                </a:tc>
                <a:tc>
                  <a:txBody>
                    <a:bodyPr/>
                    <a:lstStyle/>
                    <a:p>
                      <a:pPr algn="l"/>
                      <a:r>
                        <a:rPr sz="2000" b="1">
                          <a:solidFill>
                            <a:srgbClr val="FFFFFF"/>
                          </a:solidFill>
                          <a:latin typeface="Apple SD Gothic Neo"/>
                          <a:ea typeface="Apple SD Gothic Neo"/>
                          <a:cs typeface="Apple SD Gothic Neo"/>
                        </a:rPr>
                        <a:t>VIA에서 쓰는 이름</a:t>
                      </a:r>
                    </a:p>
                  </a:txBody>
                  <a:tcPr marL="114300" marR="76200" marT="47625" marB="47625" anchor="ctr">
                    <a:solidFill>
                      <a:srgbClr val="354354"/>
                    </a:solidFill>
                  </a:tcPr>
                </a:tc>
                <a:tc>
                  <a:txBody>
                    <a:bodyPr/>
                    <a:lstStyle/>
                    <a:p>
                      <a:pPr algn="l"/>
                      <a:r>
                        <a:rPr sz="2000" b="1">
                          <a:solidFill>
                            <a:srgbClr val="FFFFFF"/>
                          </a:solidFill>
                          <a:latin typeface="Apple SD Gothic Neo"/>
                          <a:ea typeface="Apple SD Gothic Neo"/>
                          <a:cs typeface="Apple SD Gothic Neo"/>
                        </a:rPr>
                        <a:t>보고서와 메일 사례</a:t>
                      </a:r>
                    </a:p>
                  </a:txBody>
                  <a:tcPr marL="114300" marR="76200" marT="47625" marB="47625" anchor="ctr">
                    <a:solidFill>
                      <a:srgbClr val="354354"/>
                    </a:solidFill>
                  </a:tcPr>
                </a:tc>
              </a:tr>
              <a:tr h="531019">
                <a:tc>
                  <a:txBody>
                    <a:bodyPr/>
                    <a:lstStyle/>
                    <a:p>
                      <a:pPr algn="l"/>
                      <a:r>
                        <a:rPr sz="2000" b="0">
                          <a:solidFill>
                            <a:srgbClr val="202B35"/>
                          </a:solidFill>
                          <a:latin typeface="Apple SD Gothic Neo"/>
                          <a:ea typeface="Apple SD Gothic Neo"/>
                          <a:cs typeface="Apple SD Gothic Neo"/>
                        </a:rPr>
                        <a:t>이번 입력의 처리</a:t>
                      </a:r>
                    </a:p>
                  </a:txBody>
                  <a:tcPr marL="114300" marR="76200" marT="47625" marB="47625" anchor="ctr">
                    <a:solidFill>
                      <a:srgbClr val="FFFFFF"/>
                    </a:solidFill>
                  </a:tcPr>
                </a:tc>
                <a:tc>
                  <a:txBody>
                    <a:bodyPr/>
                    <a:lstStyle/>
                    <a:p>
                      <a:pPr algn="l"/>
                      <a:r>
                        <a:rPr sz="2000" b="0">
                          <a:solidFill>
                            <a:srgbClr val="202B35"/>
                          </a:solidFill>
                          <a:latin typeface="Apple SD Gothic Neo"/>
                          <a:ea typeface="Apple SD Gothic Neo"/>
                          <a:cs typeface="Apple SD Gothic Neo"/>
                        </a:rPr>
                        <a:t>Request</a:t>
                      </a:r>
                    </a:p>
                  </a:txBody>
                  <a:tcPr marL="114300" marR="76200" marT="47625" marB="47625" anchor="ctr">
                    <a:solidFill>
                      <a:srgbClr val="FFFFFF"/>
                    </a:solidFill>
                  </a:tcPr>
                </a:tc>
                <a:tc>
                  <a:txBody>
                    <a:bodyPr/>
                    <a:lstStyle/>
                    <a:p>
                      <a:pPr algn="l"/>
                      <a:r>
                        <a:rPr sz="2000" b="0">
                          <a:solidFill>
                            <a:srgbClr val="202B35"/>
                          </a:solidFill>
                          <a:latin typeface="Apple SD Gothic Neo"/>
                          <a:ea typeface="Apple SD Gothic Neo"/>
                          <a:cs typeface="Apple SD Gothic Neo"/>
                        </a:rPr>
                        <a:t>“보고서는 이전 형식으로, 메일은 그대로”라는 이번 요청</a:t>
                      </a:r>
                    </a:p>
                  </a:txBody>
                  <a:tcPr marL="114300" marR="76200" marT="47625" marB="47625" anchor="ctr">
                    <a:solidFill>
                      <a:srgbClr val="FFFFFF"/>
                    </a:solidFill>
                  </a:tcPr>
                </a:tc>
              </a:tr>
              <a:tr h="531019">
                <a:tc>
                  <a:txBody>
                    <a:bodyPr/>
                    <a:lstStyle/>
                    <a:p>
                      <a:pPr algn="l"/>
                      <a:r>
                        <a:rPr sz="2000" b="0">
                          <a:solidFill>
                            <a:srgbClr val="202B35"/>
                          </a:solidFill>
                          <a:latin typeface="Apple SD Gothic Neo"/>
                          <a:ea typeface="Apple SD Gothic Neo"/>
                          <a:cs typeface="Apple SD Gothic Neo"/>
                        </a:rPr>
                        <a:t>계속 추적하는 사용자 업무</a:t>
                      </a:r>
                    </a:p>
                  </a:txBody>
                  <a:tcPr marL="114300" marR="76200" marT="47625" marB="47625" anchor="ctr">
                    <a:solidFill>
                      <a:srgbClr val="F5F7F8"/>
                    </a:solidFill>
                  </a:tcPr>
                </a:tc>
                <a:tc>
                  <a:txBody>
                    <a:bodyPr/>
                    <a:lstStyle/>
                    <a:p>
                      <a:pPr algn="l"/>
                      <a:r>
                        <a:rPr sz="2000" b="0">
                          <a:solidFill>
                            <a:srgbClr val="202B35"/>
                          </a:solidFill>
                          <a:latin typeface="Apple SD Gothic Neo"/>
                          <a:ea typeface="Apple SD Gothic Neo"/>
                          <a:cs typeface="Apple SD Gothic Neo"/>
                        </a:rPr>
                        <a:t>Task</a:t>
                      </a:r>
                    </a:p>
                  </a:txBody>
                  <a:tcPr marL="114300" marR="76200" marT="47625" marB="47625" anchor="ctr">
                    <a:solidFill>
                      <a:srgbClr val="F5F7F8"/>
                    </a:solidFill>
                  </a:tcPr>
                </a:tc>
                <a:tc>
                  <a:txBody>
                    <a:bodyPr/>
                    <a:lstStyle/>
                    <a:p>
                      <a:pPr algn="l"/>
                      <a:r>
                        <a:rPr sz="2000" b="0">
                          <a:solidFill>
                            <a:srgbClr val="202B35"/>
                          </a:solidFill>
                          <a:latin typeface="Apple SD Gothic Neo"/>
                          <a:ea typeface="Apple SD Gothic Neo"/>
                          <a:cs typeface="Apple SD Gothic Neo"/>
                        </a:rPr>
                        <a:t>보고서와 메일 초안을 별도 업무로 유지</a:t>
                      </a:r>
                    </a:p>
                  </a:txBody>
                  <a:tcPr marL="114300" marR="76200" marT="47625" marB="47625" anchor="ctr">
                    <a:solidFill>
                      <a:srgbClr val="F5F7F8"/>
                    </a:solidFill>
                  </a:tcPr>
                </a:tc>
              </a:tr>
              <a:tr h="531019">
                <a:tc>
                  <a:txBody>
                    <a:bodyPr/>
                    <a:lstStyle/>
                    <a:p>
                      <a:pPr algn="l"/>
                      <a:r>
                        <a:rPr sz="2000" b="0">
                          <a:solidFill>
                            <a:srgbClr val="202B35"/>
                          </a:solidFill>
                          <a:latin typeface="Apple SD Gothic Neo"/>
                          <a:ea typeface="Apple SD Gothic Neo"/>
                          <a:cs typeface="Apple SD Gothic Neo"/>
                        </a:rPr>
                        <a:t>실제 작업 실행</a:t>
                      </a:r>
                    </a:p>
                  </a:txBody>
                  <a:tcPr marL="114300" marR="76200" marT="47625" marB="47625" anchor="ctr">
                    <a:solidFill>
                      <a:srgbClr val="FFFFFF"/>
                    </a:solidFill>
                  </a:tcPr>
                </a:tc>
                <a:tc>
                  <a:txBody>
                    <a:bodyPr/>
                    <a:lstStyle/>
                    <a:p>
                      <a:pPr algn="l"/>
                      <a:r>
                        <a:rPr sz="2000" b="0">
                          <a:solidFill>
                            <a:srgbClr val="202B35"/>
                          </a:solidFill>
                          <a:latin typeface="Apple SD Gothic Neo"/>
                          <a:ea typeface="Apple SD Gothic Neo"/>
                          <a:cs typeface="Apple SD Gothic Neo"/>
                        </a:rPr>
                        <a:t>Execution</a:t>
                      </a:r>
                    </a:p>
                  </a:txBody>
                  <a:tcPr marL="114300" marR="76200" marT="47625" marB="47625" anchor="ctr">
                    <a:solidFill>
                      <a:srgbClr val="FFFFFF"/>
                    </a:solidFill>
                  </a:tcPr>
                </a:tc>
                <a:tc>
                  <a:txBody>
                    <a:bodyPr/>
                    <a:lstStyle/>
                    <a:p>
                      <a:pPr algn="l"/>
                      <a:r>
                        <a:rPr sz="2000" b="0">
                          <a:solidFill>
                            <a:srgbClr val="202B35"/>
                          </a:solidFill>
                          <a:latin typeface="Apple SD Gothic Neo"/>
                          <a:ea typeface="Apple SD Gothic Neo"/>
                          <a:cs typeface="Apple SD Gothic Neo"/>
                        </a:rPr>
                        <a:t>외부 업무 AI의 작성 실행. 대화 종료와 수명이 다름</a:t>
                      </a:r>
                    </a:p>
                  </a:txBody>
                  <a:tcPr marL="114300" marR="76200" marT="47625" marB="47625" anchor="ctr">
                    <a:solidFill>
                      <a:srgbClr val="FFFFFF"/>
                    </a:solidFill>
                  </a:tcPr>
                </a:tc>
              </a:tr>
              <a:tr h="531019">
                <a:tc>
                  <a:txBody>
                    <a:bodyPr/>
                    <a:lstStyle/>
                    <a:p>
                      <a:pPr algn="l"/>
                      <a:r>
                        <a:rPr sz="2000" b="0">
                          <a:solidFill>
                            <a:srgbClr val="202B35"/>
                          </a:solidFill>
                          <a:latin typeface="Apple SD Gothic Neo"/>
                          <a:ea typeface="Apple SD Gothic Neo"/>
                          <a:cs typeface="Apple SD Gothic Neo"/>
                        </a:rPr>
                        <a:t>이어지는 대화 / 해석 근거</a:t>
                      </a:r>
                    </a:p>
                  </a:txBody>
                  <a:tcPr marL="114300" marR="76200" marT="47625" marB="47625" anchor="ctr">
                    <a:solidFill>
                      <a:srgbClr val="F5F7F8"/>
                    </a:solidFill>
                  </a:tcPr>
                </a:tc>
                <a:tc>
                  <a:txBody>
                    <a:bodyPr/>
                    <a:lstStyle/>
                    <a:p>
                      <a:pPr algn="l"/>
                      <a:r>
                        <a:rPr sz="2000" b="0">
                          <a:solidFill>
                            <a:srgbClr val="202B35"/>
                          </a:solidFill>
                          <a:latin typeface="Apple SD Gothic Neo"/>
                          <a:ea typeface="Apple SD Gothic Neo"/>
                          <a:cs typeface="Apple SD Gothic Neo"/>
                        </a:rPr>
                        <a:t>Conversation / Context</a:t>
                      </a:r>
                    </a:p>
                  </a:txBody>
                  <a:tcPr marL="114300" marR="76200" marT="47625" marB="47625" anchor="ctr">
                    <a:solidFill>
                      <a:srgbClr val="F5F7F8"/>
                    </a:solidFill>
                  </a:tcPr>
                </a:tc>
                <a:tc>
                  <a:txBody>
                    <a:bodyPr/>
                    <a:lstStyle/>
                    <a:p>
                      <a:pPr algn="l"/>
                      <a:r>
                        <a:rPr sz="2000" b="0">
                          <a:solidFill>
                            <a:srgbClr val="202B35"/>
                          </a:solidFill>
                          <a:latin typeface="Apple SD Gothic Neo"/>
                          <a:ea typeface="Apple SD Gothic Neo"/>
                          <a:cs typeface="Apple SD Gothic Neo"/>
                        </a:rPr>
                        <a:t>음성이 꺼져도 대화 기록과 업무 연결을 유지 / 화면과 과거 자료</a:t>
                      </a:r>
                    </a:p>
                  </a:txBody>
                  <a:tcPr marL="114300" marR="76200" marT="47625" marB="47625" anchor="ctr">
                    <a:solidFill>
                      <a:srgbClr val="F5F7F8"/>
                    </a:solidFill>
                  </a:tcPr>
                </a:tc>
              </a:tr>
            </a:tbl>
          </a:graphicData>
        </a:graphic>
      </p:graphicFrame>
      <p:sp>
        <p:nvSpPr>
          <p:cNvPr id="35" name="v2-54-note">
            <a:extLst xmlns:a="http://schemas.openxmlformats.org/drawingml/2006/main">
              <a:ext uri="{FF2B5EF4-FFF2-40B4-BE49-F238E27FC236}">
                <a16:creationId xmlns:a16="http://schemas.microsoft.com/office/drawing/2014/main" id="{8B58B7D3-E00C-413C-A31A-B822AE49E432}"/>
              </a:ext>
            </a:extLst>
          </p:cNvPr>
          <p:cNvSpPr>
            <a:spLocks xmlns:a="http://schemas.openxmlformats.org/drawingml/2006/main" noGrp="1"/>
          </p:cNvSpPr>
          <p:nvPr/>
        </p:nvSpPr>
        <p:spPr>
          <a:xfrm xmlns:a="http://schemas.openxmlformats.org/drawingml/2006/main">
            <a:off x="495300" y="9410700"/>
            <a:ext cx="17297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00889A"/>
                </a:solidFill>
                <a:latin typeface="Apple SD Gothic Neo"/>
                <a:ea typeface="Apple SD Gothic Neo"/>
                <a:cs typeface="Apple SD Gothic Neo"/>
              </a:defRPr>
            </a:pPr>
            <a:r>
              <a:rPr sz="2000" b="0">
                <a:solidFill>
                  <a:srgbClr val="00889A"/>
                </a:solidFill>
                <a:latin typeface="Apple SD Gothic Neo"/>
                <a:ea typeface="Apple SD Gothic Neo"/>
                <a:cs typeface="Apple SD Gothic Neo"/>
              </a:rPr>
              <a:t>다음 장면의 시작 상태: 화면에 표가 있고, 이전 보고서에서 수정한 형식이 허용된 기록으로 남아 있습니다.</a:t>
            </a:r>
          </a:p>
        </p:txBody>
      </p:sp>
    </p:spTree>
    <p:extLst>
      <p:ext uri="{BB962C8B-B14F-4D97-AF65-F5344CB8AC3E}">
        <p14:creationId xmlns:p14="http://schemas.microsoft.com/office/powerpoint/2010/main" val="144154101"/>
      </p:ext>
    </p:extLst>
  </p:cSld>
</p:sld>
</file>

<file path=ppt/slides/slide48.xml><?xml version="1.0" encoding="utf-8"?>
<p:sld xmlns:p="http://schemas.openxmlformats.org/presentationml/2006/main">
  <p:cSld name="requirements-rationale">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v2-55-section">
            <a:extLst xmlns:a="http://schemas.openxmlformats.org/drawingml/2006/main">
              <a:ext uri="{FF2B5EF4-FFF2-40B4-BE49-F238E27FC236}">
                <a16:creationId xmlns:a16="http://schemas.microsoft.com/office/drawing/2014/main" id="{260446E7-8DB8-4AA5-8C69-E7A7DA88A03F}"/>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요구사항</a:t>
            </a:r>
          </a:p>
        </p:txBody>
      </p:sp>
      <p:sp>
        <p:nvSpPr>
          <p:cNvPr id="2" name="v2-56-title">
            <a:extLst xmlns:a="http://schemas.openxmlformats.org/drawingml/2006/main">
              <a:ext uri="{FF2B5EF4-FFF2-40B4-BE49-F238E27FC236}">
                <a16:creationId xmlns:a16="http://schemas.microsoft.com/office/drawing/2014/main" id="{C875D98F-8EF7-4D58-A751-89F6DF945DED}"/>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대표 시나리오에서 필요한 기능을 추리고, 설계 범위로 좁힙니다</a:t>
            </a:r>
          </a:p>
        </p:txBody>
      </p:sp>
      <p:sp>
        <p:nvSpPr>
          <p:cNvPr id="3" name="v2-57-rule">
            <a:extLst xmlns:a="http://schemas.openxmlformats.org/drawingml/2006/main">
              <a:ext uri="{FF2B5EF4-FFF2-40B4-BE49-F238E27FC236}">
                <a16:creationId xmlns:a16="http://schemas.microsoft.com/office/drawing/2014/main" id="{0BA3B72D-8AC4-4B0F-B74E-0336369B94B4}"/>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58-page">
            <a:extLst xmlns:a="http://schemas.openxmlformats.org/drawingml/2006/main">
              <a:ext uri="{FF2B5EF4-FFF2-40B4-BE49-F238E27FC236}">
                <a16:creationId xmlns:a16="http://schemas.microsoft.com/office/drawing/2014/main" id="{96642CAF-DA64-44E0-86F7-C26D87FDB4BC}"/>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07</a:t>
            </a:r>
          </a:p>
        </p:txBody>
      </p:sp>
      <p:sp>
        <p:nvSpPr>
          <p:cNvPr id="5" name="v2-59-source-label">
            <a:extLst xmlns:a="http://schemas.openxmlformats.org/drawingml/2006/main">
              <a:ext uri="{FF2B5EF4-FFF2-40B4-BE49-F238E27FC236}">
                <a16:creationId xmlns:a16="http://schemas.microsoft.com/office/drawing/2014/main" id="{B171FF76-1ED5-4554-95FF-4907193DDEAB}"/>
              </a:ext>
            </a:extLst>
          </p:cNvPr>
          <p:cNvSpPr>
            <a:spLocks xmlns:a="http://schemas.openxmlformats.org/drawingml/2006/main" noGrp="1"/>
          </p:cNvSpPr>
          <p:nvPr/>
        </p:nvSpPr>
        <p:spPr>
          <a:xfrm xmlns:a="http://schemas.openxmlformats.org/drawingml/2006/main">
            <a:off x="495300" y="18669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00" b="1">
                <a:solidFill>
                  <a:srgbClr val="00889A"/>
                </a:solidFill>
                <a:latin typeface="Apple SD Gothic Neo"/>
                <a:ea typeface="Apple SD Gothic Neo"/>
                <a:cs typeface="Apple SD Gothic Neo"/>
              </a:defRPr>
            </a:pPr>
            <a:r>
              <a:rPr sz="3100" b="1">
                <a:solidFill>
                  <a:srgbClr val="00889A"/>
                </a:solidFill>
                <a:latin typeface="Apple SD Gothic Neo"/>
                <a:ea typeface="Apple SD Gothic Neo"/>
                <a:cs typeface="Apple SD Gothic Neo"/>
              </a:rPr>
              <a:t>요구의 근거</a:t>
            </a:r>
          </a:p>
        </p:txBody>
      </p:sp>
      <p:sp>
        <p:nvSpPr>
          <p:cNvPr id="6" name="v2-60-sources">
            <a:extLst xmlns:a="http://schemas.openxmlformats.org/drawingml/2006/main">
              <a:ext uri="{FF2B5EF4-FFF2-40B4-BE49-F238E27FC236}">
                <a16:creationId xmlns:a16="http://schemas.microsoft.com/office/drawing/2014/main" id="{CF68C1EA-57B1-4DF1-AD28-6EB91E1BBFD4}"/>
              </a:ext>
            </a:extLst>
          </p:cNvPr>
          <p:cNvSpPr>
            <a:spLocks xmlns:a="http://schemas.openxmlformats.org/drawingml/2006/main" noGrp="1"/>
          </p:cNvSpPr>
          <p:nvPr/>
        </p:nvSpPr>
        <p:spPr>
          <a:xfrm xmlns:a="http://schemas.openxmlformats.org/drawingml/2006/main">
            <a:off x="495300" y="2867025"/>
            <a:ext cx="5095875"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202B35"/>
                </a:solidFill>
                <a:latin typeface="Apple SD Gothic Neo"/>
                <a:ea typeface="Apple SD Gothic Neo"/>
                <a:cs typeface="Apple SD Gothic Neo"/>
              </a:defRPr>
            </a:pPr>
            <a:r>
              <a:rPr sz="2600" b="0">
                <a:solidFill>
                  <a:srgbClr val="202B35"/>
                </a:solidFill>
                <a:latin typeface="Apple SD Gothic Neo"/>
                <a:ea typeface="Apple SD Gothic Neo"/>
                <a:cs typeface="Apple SD Gothic Neo"/>
              </a:rPr>
              <a:t>고정 Use Case와 변형 시나리오</a:t>
            </a:r>
          </a:p>
          <a:p xmlns:a="http://schemas.openxmlformats.org/drawingml/2006/main">
            <a:pPr algn="l">
              <a:defRPr sz="2600" b="0">
                <a:solidFill>
                  <a:srgbClr val="202B35"/>
                </a:solidFill>
                <a:latin typeface="Apple SD Gothic Neo"/>
                <a:ea typeface="Apple SD Gothic Neo"/>
                <a:cs typeface="Apple SD Gothic Neo"/>
              </a:defRPr>
            </a:pPr>
            <a:r>
              <a:rPr sz="2600" b="0">
                <a:solidFill>
                  <a:srgbClr val="202B35"/>
                </a:solidFill>
                <a:latin typeface="Apple SD Gothic Neo"/>
                <a:ea typeface="Apple SD Gothic Neo"/>
                <a:cs typeface="Apple SD Gothic Neo"/>
              </a:rPr>
              <a:t>현재 시스템의 책임과 경계</a:t>
            </a:r>
          </a:p>
          <a:p xmlns:a="http://schemas.openxmlformats.org/drawingml/2006/main">
            <a:pPr algn="l">
              <a:defRPr sz="2600" b="0">
                <a:solidFill>
                  <a:srgbClr val="202B35"/>
                </a:solidFill>
                <a:latin typeface="Apple SD Gothic Neo"/>
                <a:ea typeface="Apple SD Gothic Neo"/>
                <a:cs typeface="Apple SD Gothic Neo"/>
              </a:defRPr>
            </a:pPr>
            <a:r>
              <a:rPr sz="2600" b="0">
                <a:solidFill>
                  <a:srgbClr val="202B35"/>
                </a:solidFill>
                <a:latin typeface="Apple SD Gothic Neo"/>
                <a:ea typeface="Apple SD Gothic Neo"/>
                <a:cs typeface="Apple SD Gothic Neo"/>
              </a:rPr>
              <a:t>공통 실행 계약과 품질 정의</a:t>
            </a:r>
          </a:p>
        </p:txBody>
      </p:sp>
      <p:sp>
        <p:nvSpPr>
          <p:cNvPr id="7" name="v2-61-req-source">
            <a:extLst xmlns:a="http://schemas.openxmlformats.org/drawingml/2006/main">
              <a:ext uri="{FF2B5EF4-FFF2-40B4-BE49-F238E27FC236}">
                <a16:creationId xmlns:a16="http://schemas.microsoft.com/office/drawing/2014/main" id="{798C4272-8763-4127-9533-FA39E67D029C}"/>
              </a:ext>
            </a:extLst>
          </p:cNvPr>
          <p:cNvSpPr>
            <a:spLocks xmlns:a="http://schemas.openxmlformats.org/drawingml/2006/main" noGrp="1"/>
          </p:cNvSpPr>
          <p:nvPr/>
        </p:nvSpPr>
        <p:spPr>
          <a:xfrm xmlns:a="http://schemas.openxmlformats.org/drawingml/2006/main">
            <a:off x="5838825" y="3876675"/>
            <a:ext cx="1219200" cy="9525"/>
          </a:xfrm>
          <a:custGeom xmlns:a="http://schemas.openxmlformats.org/drawingml/2006/main">
            <a:pathLst>
              <a:path w="1219200" h="9525">
                <a:moveTo>
                  <a:pt x="0" y="0"/>
                </a:moveTo>
                <a:lnTo>
                  <a:pt x="1219200" y="0"/>
                </a:lnTo>
              </a:path>
            </a:pathLst>
          </a:custGeom>
          <a:noFill xmlns:a="http://schemas.openxmlformats.org/drawingml/2006/main"/>
          <a:ln xmlns:a="http://schemas.openxmlformats.org/drawingml/2006/main" w="28575">
            <a:solidFill>
              <a:srgbClr val="00889A"/>
            </a:solidFill>
            <a:prstDash val="solid"/>
          </a:ln>
        </p:spPr>
      </p:sp>
      <p:sp>
        <p:nvSpPr>
          <p:cNvPr id="8" name="v2-62-req-source-head">
            <a:extLst xmlns:a="http://schemas.openxmlformats.org/drawingml/2006/main">
              <a:ext uri="{FF2B5EF4-FFF2-40B4-BE49-F238E27FC236}">
                <a16:creationId xmlns:a16="http://schemas.microsoft.com/office/drawing/2014/main" id="{2F2DD275-FDAC-4DCA-94E6-9EB19E4374FF}"/>
              </a:ext>
            </a:extLst>
          </p:cNvPr>
          <p:cNvSpPr>
            <a:spLocks xmlns:a="http://schemas.openxmlformats.org/drawingml/2006/main" noGrp="1"/>
          </p:cNvSpPr>
          <p:nvPr/>
        </p:nvSpPr>
        <p:spPr>
          <a:xfrm xmlns:a="http://schemas.openxmlformats.org/drawingml/2006/main">
            <a:off x="6957717" y="3821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9" name="v2-63-scope-label">
            <a:extLst xmlns:a="http://schemas.openxmlformats.org/drawingml/2006/main">
              <a:ext uri="{FF2B5EF4-FFF2-40B4-BE49-F238E27FC236}">
                <a16:creationId xmlns:a16="http://schemas.microsoft.com/office/drawing/2014/main" id="{E38E70BA-5156-4C48-A71D-92ECA36B7CC7}"/>
              </a:ext>
            </a:extLst>
          </p:cNvPr>
          <p:cNvSpPr>
            <a:spLocks xmlns:a="http://schemas.openxmlformats.org/drawingml/2006/main" noGrp="1"/>
          </p:cNvSpPr>
          <p:nvPr/>
        </p:nvSpPr>
        <p:spPr>
          <a:xfrm xmlns:a="http://schemas.openxmlformats.org/drawingml/2006/main">
            <a:off x="7400925" y="18669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00" b="1">
                <a:solidFill>
                  <a:srgbClr val="00889A"/>
                </a:solidFill>
                <a:latin typeface="Apple SD Gothic Neo"/>
                <a:ea typeface="Apple SD Gothic Neo"/>
                <a:cs typeface="Apple SD Gothic Neo"/>
              </a:defRPr>
            </a:pPr>
            <a:r>
              <a:rPr sz="3100" b="1">
                <a:solidFill>
                  <a:srgbClr val="00889A"/>
                </a:solidFill>
                <a:latin typeface="Apple SD Gothic Neo"/>
                <a:ea typeface="Apple SD Gothic Neo"/>
                <a:cs typeface="Apple SD Gothic Neo"/>
              </a:rPr>
              <a:t>발표에서 설명할 기능</a:t>
            </a:r>
          </a:p>
        </p:txBody>
      </p:sp>
      <p:graphicFrame>
        <p:nvGraphicFramePr>
          <p:cNvPr id="23" name=""/>
          <p:cNvGraphicFramePr/>
          <p:nvPr/>
        </p:nvGraphicFramePr>
        <p:xfrm>
          <a:off xmlns:a="http://schemas.openxmlformats.org/drawingml/2006/main" x="7400925" y="2800350"/>
          <a:ext xmlns:a="http://schemas.openxmlformats.org/drawingml/2006/main" cx="10391775" cy="3429000"/>
        </p:xfrm>
        <a:graphic xmlns:a="http://schemas.openxmlformats.org/drawingml/2006/main">
          <a:graphicData uri="http://schemas.openxmlformats.org/drawingml/2006/table">
            <a:tbl>
              <a:tblPr/>
              <a:tblGrid>
                <a:gridCol w="4000500"/>
                <a:gridCol w="4381500"/>
                <a:gridCol w="2009775"/>
              </a:tblGrid>
              <a:tr h="552450">
                <a:tc>
                  <a:txBody>
                    <a:bodyPr/>
                    <a:lstStyle/>
                    <a:p>
                      <a:pPr algn="l"/>
                      <a:r>
                        <a:rPr sz="2100" b="1">
                          <a:solidFill>
                            <a:srgbClr val="FFFFFF"/>
                          </a:solidFill>
                          <a:latin typeface="Apple SD Gothic Neo"/>
                          <a:ea typeface="Apple SD Gothic Neo"/>
                          <a:cs typeface="Apple SD Gothic Neo"/>
                        </a:rPr>
                        <a:t>사용 중 생기는 일</a:t>
                      </a:r>
                    </a:p>
                  </a:txBody>
                  <a:tcPr marL="114300" marR="76200" marT="47625" marB="47625" anchor="ctr">
                    <a:solidFill>
                      <a:srgbClr val="354354"/>
                    </a:solidFill>
                  </a:tcPr>
                </a:tc>
                <a:tc>
                  <a:txBody>
                    <a:bodyPr/>
                    <a:lstStyle/>
                    <a:p>
                      <a:pPr algn="l"/>
                      <a:r>
                        <a:rPr sz="2100" b="1">
                          <a:solidFill>
                            <a:srgbClr val="FFFFFF"/>
                          </a:solidFill>
                          <a:latin typeface="Apple SD Gothic Neo"/>
                          <a:ea typeface="Apple SD Gothic Neo"/>
                          <a:cs typeface="Apple SD Gothic Neo"/>
                        </a:rPr>
                        <a:t>필요한 기능</a:t>
                      </a:r>
                    </a:p>
                  </a:txBody>
                  <a:tcPr marL="114300" marR="76200" marT="47625" marB="47625" anchor="ctr">
                    <a:solidFill>
                      <a:srgbClr val="354354"/>
                    </a:solidFill>
                  </a:tcPr>
                </a:tc>
                <a:tc>
                  <a:txBody>
                    <a:bodyPr/>
                    <a:lstStyle/>
                    <a:p>
                      <a:pPr algn="l"/>
                      <a:r>
                        <a:rPr sz="2100" b="1">
                          <a:solidFill>
                            <a:srgbClr val="FFFFFF"/>
                          </a:solidFill>
                          <a:latin typeface="Apple SD Gothic Neo"/>
                          <a:ea typeface="Apple SD Gothic Neo"/>
                          <a:cs typeface="Apple SD Gothic Neo"/>
                        </a:rPr>
                        <a:t>연결</a:t>
                      </a:r>
                    </a:p>
                  </a:txBody>
                  <a:tcPr marL="114300" marR="76200" marT="47625" marB="47625" anchor="ctr">
                    <a:solidFill>
                      <a:srgbClr val="354354"/>
                    </a:solidFill>
                  </a:tcPr>
                </a:tc>
              </a:tr>
              <a:tr h="719138">
                <a:tc>
                  <a:txBody>
                    <a:bodyPr/>
                    <a:lstStyle/>
                    <a:p>
                      <a:pPr algn="l"/>
                      <a:r>
                        <a:rPr sz="2100" b="0">
                          <a:solidFill>
                            <a:srgbClr val="202B35"/>
                          </a:solidFill>
                          <a:latin typeface="Apple SD Gothic Neo"/>
                          <a:ea typeface="Apple SD Gothic Neo"/>
                          <a:cs typeface="Apple SD Gothic Neo"/>
                        </a:rPr>
                        <a:t>말하는 중 정정, 늦은 응답 도착</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지속 입력과 맥락 기반 해석</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FR1 / FR2</a:t>
                      </a:r>
                    </a:p>
                  </a:txBody>
                  <a:tcPr marL="114300" marR="76200" marT="47625" marB="47625" anchor="ctr">
                    <a:solidFill>
                      <a:srgbClr val="FFFFFF"/>
                    </a:solidFill>
                  </a:tcPr>
                </a:tc>
              </a:tr>
              <a:tr h="719138">
                <a:tc>
                  <a:txBody>
                    <a:bodyPr/>
                    <a:lstStyle/>
                    <a:p>
                      <a:pPr algn="l"/>
                      <a:r>
                        <a:rPr sz="2100" b="0">
                          <a:solidFill>
                            <a:srgbClr val="202B35"/>
                          </a:solidFill>
                          <a:latin typeface="Apple SD Gothic Neo"/>
                          <a:ea typeface="Apple SD Gothic Neo"/>
                          <a:cs typeface="Apple SD Gothic Neo"/>
                        </a:rPr>
                        <a:t>보고서 결과로 메일 초안 작성</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순서, 조건과 결과 의존 보존</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FR3</a:t>
                      </a:r>
                    </a:p>
                  </a:txBody>
                  <a:tcPr marL="114300" marR="76200" marT="47625" marB="47625" anchor="ctr">
                    <a:solidFill>
                      <a:srgbClr val="F5F7F8"/>
                    </a:solidFill>
                  </a:tcPr>
                </a:tc>
              </a:tr>
              <a:tr h="719138">
                <a:tc>
                  <a:txBody>
                    <a:bodyPr/>
                    <a:lstStyle/>
                    <a:p>
                      <a:pPr algn="l"/>
                      <a:r>
                        <a:rPr sz="2100" b="0">
                          <a:solidFill>
                            <a:srgbClr val="202B35"/>
                          </a:solidFill>
                          <a:latin typeface="Apple SD Gothic Neo"/>
                          <a:ea typeface="Apple SD Gothic Neo"/>
                          <a:cs typeface="Apple SD Gothic Neo"/>
                        </a:rPr>
                        <a:t>여러 업무의 질문과 결과 도착</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해당 업무와 연결, 기존 업무 계속</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FR4 / FR5</a:t>
                      </a:r>
                    </a:p>
                  </a:txBody>
                  <a:tcPr marL="114300" marR="76200" marT="47625" marB="47625" anchor="ctr">
                    <a:solidFill>
                      <a:srgbClr val="FFFFFF"/>
                    </a:solidFill>
                  </a:tcPr>
                </a:tc>
              </a:tr>
              <a:tr h="719138">
                <a:tc>
                  <a:txBody>
                    <a:bodyPr/>
                    <a:lstStyle/>
                    <a:p>
                      <a:pPr algn="l"/>
                      <a:r>
                        <a:rPr sz="2100" b="0">
                          <a:solidFill>
                            <a:srgbClr val="202B35"/>
                          </a:solidFill>
                          <a:latin typeface="Apple SD Gothic Neo"/>
                          <a:ea typeface="Apple SD Gothic Neo"/>
                          <a:cs typeface="Apple SD Gothic Neo"/>
                        </a:rPr>
                        <a:t>“지난번 형식 / 평가 기준” 재사용</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허용된 과거 맥락 공급</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FR6</a:t>
                      </a:r>
                    </a:p>
                  </a:txBody>
                  <a:tcPr marL="114300" marR="76200" marT="47625" marB="47625" anchor="ctr">
                    <a:solidFill>
                      <a:srgbClr val="F5F7F8"/>
                    </a:solidFill>
                  </a:tcPr>
                </a:tc>
              </a:tr>
            </a:tbl>
          </a:graphicData>
        </a:graphic>
      </p:graphicFrame>
      <p:sp>
        <p:nvSpPr>
          <p:cNvPr id="11" name="v2-64-constraints-heading">
            <a:extLst xmlns:a="http://schemas.openxmlformats.org/drawingml/2006/main">
              <a:ext uri="{FF2B5EF4-FFF2-40B4-BE49-F238E27FC236}">
                <a16:creationId xmlns:a16="http://schemas.microsoft.com/office/drawing/2014/main" id="{5877D09C-181B-429B-B2FE-EFA2D4BD1A97}"/>
              </a:ext>
            </a:extLst>
          </p:cNvPr>
          <p:cNvSpPr>
            <a:spLocks xmlns:a="http://schemas.openxmlformats.org/drawingml/2006/main" noGrp="1"/>
          </p:cNvSpPr>
          <p:nvPr/>
        </p:nvSpPr>
        <p:spPr>
          <a:xfrm xmlns:a="http://schemas.openxmlformats.org/drawingml/2006/main">
            <a:off x="495300" y="6953250"/>
            <a:ext cx="1704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900" b="1">
                <a:solidFill>
                  <a:srgbClr val="354354"/>
                </a:solidFill>
                <a:latin typeface="Apple SD Gothic Neo"/>
                <a:ea typeface="Apple SD Gothic Neo"/>
                <a:cs typeface="Apple SD Gothic Neo"/>
              </a:defRPr>
            </a:pPr>
            <a:r>
              <a:rPr sz="2900" b="1">
                <a:solidFill>
                  <a:srgbClr val="354354"/>
                </a:solidFill>
                <a:latin typeface="Apple SD Gothic Neo"/>
                <a:ea typeface="Apple SD Gothic Neo"/>
                <a:cs typeface="Apple SD Gothic Neo"/>
              </a:rPr>
              <a:t>이 기능을 구현할 때 지킬 경계</a:t>
            </a:r>
          </a:p>
        </p:txBody>
      </p:sp>
      <p:sp>
        <p:nvSpPr>
          <p:cNvPr id="12" name="v2-65-constraints">
            <a:extLst xmlns:a="http://schemas.openxmlformats.org/drawingml/2006/main">
              <a:ext uri="{FF2B5EF4-FFF2-40B4-BE49-F238E27FC236}">
                <a16:creationId xmlns:a16="http://schemas.microsoft.com/office/drawing/2014/main" id="{F8ADD162-3B63-4891-B0E2-F8BDB3E51399}"/>
              </a:ext>
            </a:extLst>
          </p:cNvPr>
          <p:cNvSpPr>
            <a:spLocks xmlns:a="http://schemas.openxmlformats.org/drawingml/2006/main" noGrp="1"/>
          </p:cNvSpPr>
          <p:nvPr/>
        </p:nvSpPr>
        <p:spPr>
          <a:xfrm xmlns:a="http://schemas.openxmlformats.org/drawingml/2006/main">
            <a:off x="495300" y="7905750"/>
            <a:ext cx="16859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0">
                <a:solidFill>
                  <a:srgbClr val="202B35"/>
                </a:solidFill>
                <a:latin typeface="Apple SD Gothic Neo"/>
                <a:ea typeface="Apple SD Gothic Neo"/>
                <a:cs typeface="Apple SD Gothic Neo"/>
              </a:defRPr>
            </a:pPr>
            <a:r>
              <a:rPr sz="2500" b="0">
                <a:solidFill>
                  <a:srgbClr val="202B35"/>
                </a:solidFill>
                <a:latin typeface="Apple SD Gothic Neo"/>
                <a:ea typeface="Apple SD Gothic Neo"/>
                <a:cs typeface="Apple SD Gothic Neo"/>
              </a:rPr>
              <a:t>C1  로컬 VIA와 VAD, 별도 클라우드 음성/의미 모델</a:t>
            </a:r>
          </a:p>
          <a:p xmlns:a="http://schemas.openxmlformats.org/drawingml/2006/main">
            <a:pPr algn="l">
              <a:defRPr sz="2500" b="0">
                <a:solidFill>
                  <a:srgbClr val="202B35"/>
                </a:solidFill>
                <a:latin typeface="Apple SD Gothic Neo"/>
                <a:ea typeface="Apple SD Gothic Neo"/>
                <a:cs typeface="Apple SD Gothic Neo"/>
              </a:defRPr>
            </a:pPr>
            <a:r>
              <a:rPr sz="2500" b="0">
                <a:solidFill>
                  <a:srgbClr val="202B35"/>
                </a:solidFill>
                <a:latin typeface="Apple SD Gothic Neo"/>
                <a:ea typeface="Apple SD Gothic Neo"/>
                <a:cs typeface="Apple SD Gothic Neo"/>
              </a:rPr>
              <a:t>C2  도메인 추론, 계획, 도구 선택과 실제 업무 실행은 Downstream Agent</a:t>
            </a:r>
          </a:p>
        </p:txBody>
      </p:sp>
      <p:sp>
        <p:nvSpPr>
          <p:cNvPr id="13" name="v2-66-note">
            <a:extLst xmlns:a="http://schemas.openxmlformats.org/drawingml/2006/main">
              <a:ext uri="{FF2B5EF4-FFF2-40B4-BE49-F238E27FC236}">
                <a16:creationId xmlns:a16="http://schemas.microsoft.com/office/drawing/2014/main" id="{03AA631B-B572-44EA-9167-483C53F94DBC}"/>
              </a:ext>
            </a:extLst>
          </p:cNvPr>
          <p:cNvSpPr>
            <a:spLocks xmlns:a="http://schemas.openxmlformats.org/drawingml/2006/main" noGrp="1"/>
          </p:cNvSpPr>
          <p:nvPr/>
        </p:nvSpPr>
        <p:spPr>
          <a:xfrm xmlns:a="http://schemas.openxmlformats.org/drawingml/2006/main">
            <a:off x="495300" y="9525000"/>
            <a:ext cx="1714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76773"/>
                </a:solidFill>
                <a:latin typeface="Apple SD Gothic Neo"/>
                <a:ea typeface="Apple SD Gothic Neo"/>
                <a:cs typeface="Apple SD Gothic Neo"/>
              </a:defRPr>
            </a:pPr>
            <a:r>
              <a:rPr sz="2000" b="0">
                <a:solidFill>
                  <a:srgbClr val="576773"/>
                </a:solidFill>
                <a:latin typeface="Apple SD Gothic Neo"/>
                <a:ea typeface="Apple SD Gothic Neo"/>
                <a:cs typeface="Apple SD Gothic Neo"/>
              </a:rPr>
              <a:t>다음 표는 네 설계 질문과 직접 관련된 기능 6개와 제약 2개입니다. 전체 VIA 기능 목록은 별도 기준 문서에 보존합니다.</a:t>
            </a:r>
          </a:p>
        </p:txBody>
      </p:sp>
    </p:spTree>
    <p:extLst>
      <p:ext uri="{BB962C8B-B14F-4D97-AF65-F5344CB8AC3E}">
        <p14:creationId xmlns:p14="http://schemas.microsoft.com/office/powerpoint/2010/main" val="1237208146"/>
      </p:ext>
    </p:extLst>
  </p:cSld>
</p:sld>
</file>

<file path=ppt/slides/slide49.xml><?xml version="1.0" encoding="utf-8"?>
<p:sld xmlns:p="http://schemas.openxmlformats.org/presentationml/2006/main">
  <p:cSld name="time-boundaries">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v2-67-section">
            <a:extLst xmlns:a="http://schemas.openxmlformats.org/drawingml/2006/main">
              <a:ext uri="{FF2B5EF4-FFF2-40B4-BE49-F238E27FC236}">
                <a16:creationId xmlns:a16="http://schemas.microsoft.com/office/drawing/2014/main" id="{133CBBA3-FB20-4333-925C-91D76995C528}"/>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품질 요구사항</a:t>
            </a:r>
          </a:p>
        </p:txBody>
      </p:sp>
      <p:sp>
        <p:nvSpPr>
          <p:cNvPr id="2" name="v2-68-title">
            <a:extLst xmlns:a="http://schemas.openxmlformats.org/drawingml/2006/main">
              <a:ext uri="{FF2B5EF4-FFF2-40B4-BE49-F238E27FC236}">
                <a16:creationId xmlns:a16="http://schemas.microsoft.com/office/drawing/2014/main" id="{21575493-5A38-4308-B1E0-64C6CD91B1A2}"/>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빠르게 반응하는 시간과 VIA가 요청에 쓰는 시간을 구별합니다</a:t>
            </a:r>
          </a:p>
        </p:txBody>
      </p:sp>
      <p:sp>
        <p:nvSpPr>
          <p:cNvPr id="3" name="v2-69-rule">
            <a:extLst xmlns:a="http://schemas.openxmlformats.org/drawingml/2006/main">
              <a:ext uri="{FF2B5EF4-FFF2-40B4-BE49-F238E27FC236}">
                <a16:creationId xmlns:a16="http://schemas.microsoft.com/office/drawing/2014/main" id="{9393EE5B-2C0C-4AFD-8729-ADBE8B3C242C}"/>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70-page">
            <a:extLst xmlns:a="http://schemas.openxmlformats.org/drawingml/2006/main">
              <a:ext uri="{FF2B5EF4-FFF2-40B4-BE49-F238E27FC236}">
                <a16:creationId xmlns:a16="http://schemas.microsoft.com/office/drawing/2014/main" id="{EC9670E0-54AF-4B9B-B110-AD1CBDE0FA54}"/>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11</a:t>
            </a:r>
          </a:p>
        </p:txBody>
      </p:sp>
      <p:sp>
        <p:nvSpPr>
          <p:cNvPr id="5" name="v2-71-note">
            <a:extLst xmlns:a="http://schemas.openxmlformats.org/drawingml/2006/main">
              <a:ext uri="{FF2B5EF4-FFF2-40B4-BE49-F238E27FC236}">
                <a16:creationId xmlns:a16="http://schemas.microsoft.com/office/drawing/2014/main" id="{92EDE1B5-136A-494F-9FBB-7D0DA32081F2}"/>
              </a:ext>
            </a:extLst>
          </p:cNvPr>
          <p:cNvSpPr>
            <a:spLocks xmlns:a="http://schemas.openxmlformats.org/drawingml/2006/main" noGrp="1"/>
          </p:cNvSpPr>
          <p:nvPr/>
        </p:nvSpPr>
        <p:spPr>
          <a:xfrm xmlns:a="http://schemas.openxmlformats.org/drawingml/2006/main">
            <a:off x="495300" y="1657350"/>
            <a:ext cx="1704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0">
                <a:solidFill>
                  <a:srgbClr val="00889A"/>
                </a:solidFill>
                <a:latin typeface="Apple SD Gothic Neo"/>
                <a:ea typeface="Apple SD Gothic Neo"/>
                <a:cs typeface="Apple SD Gothic Neo"/>
              </a:defRPr>
            </a:pPr>
            <a:r>
              <a:rPr sz="2500" b="0">
                <a:solidFill>
                  <a:srgbClr val="00889A"/>
                </a:solidFill>
                <a:latin typeface="Apple SD Gothic Neo"/>
                <a:ea typeface="Apple SD Gothic Neo"/>
                <a:cs typeface="Apple SD Gothic Neo"/>
              </a:rPr>
              <a:t>예: “이 자료로 보고서를 만들어줘.” → 업무 인계 → 결과 수신 → 사용자에게 실제 전달</a:t>
            </a:r>
          </a:p>
        </p:txBody>
      </p:sp>
      <p:sp>
        <p:nvSpPr>
          <p:cNvPr id="6" name="v2-72-Interaction Manager">
            <a:extLst xmlns:a="http://schemas.openxmlformats.org/drawingml/2006/main">
              <a:ext uri="{FF2B5EF4-FFF2-40B4-BE49-F238E27FC236}">
                <a16:creationId xmlns:a16="http://schemas.microsoft.com/office/drawing/2014/main" id="{CE594CA4-9593-4033-A9D0-E9DDED5A7DEC}"/>
              </a:ext>
            </a:extLst>
          </p:cNvPr>
          <p:cNvSpPr>
            <a:spLocks xmlns:a="http://schemas.openxmlformats.org/drawingml/2006/main" noGrp="1"/>
          </p:cNvSpPr>
          <p:nvPr/>
        </p:nvSpPr>
        <p:spPr>
          <a:xfrm xmlns:a="http://schemas.openxmlformats.org/drawingml/2006/main">
            <a:off x="495300" y="2762250"/>
            <a:ext cx="3000375" cy="704850"/>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7" name="v2-73-Interaction Manager-name">
            <a:extLst xmlns:a="http://schemas.openxmlformats.org/drawingml/2006/main">
              <a:ext uri="{FF2B5EF4-FFF2-40B4-BE49-F238E27FC236}">
                <a16:creationId xmlns:a16="http://schemas.microsoft.com/office/drawing/2014/main" id="{4CE1D267-3478-410C-B50B-7010BC354A22}"/>
              </a:ext>
            </a:extLst>
          </p:cNvPr>
          <p:cNvSpPr>
            <a:spLocks xmlns:a="http://schemas.openxmlformats.org/drawingml/2006/main" noGrp="1"/>
          </p:cNvSpPr>
          <p:nvPr/>
        </p:nvSpPr>
        <p:spPr>
          <a:xfrm xmlns:a="http://schemas.openxmlformats.org/drawingml/2006/main">
            <a:off x="571500" y="2762250"/>
            <a:ext cx="28479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Interaction Manager</a:t>
            </a:r>
          </a:p>
        </p:txBody>
      </p:sp>
      <p:sp>
        <p:nvSpPr>
          <p:cNvPr id="8" name="v2-74-Request Interpreter">
            <a:extLst xmlns:a="http://schemas.openxmlformats.org/drawingml/2006/main">
              <a:ext uri="{FF2B5EF4-FFF2-40B4-BE49-F238E27FC236}">
                <a16:creationId xmlns:a16="http://schemas.microsoft.com/office/drawing/2014/main" id="{18B398A8-3CB1-4072-A8EB-43FF13D35660}"/>
              </a:ext>
            </a:extLst>
          </p:cNvPr>
          <p:cNvSpPr>
            <a:spLocks xmlns:a="http://schemas.openxmlformats.org/drawingml/2006/main" noGrp="1"/>
          </p:cNvSpPr>
          <p:nvPr/>
        </p:nvSpPr>
        <p:spPr>
          <a:xfrm xmlns:a="http://schemas.openxmlformats.org/drawingml/2006/main">
            <a:off x="4581525" y="2762250"/>
            <a:ext cx="3238500" cy="704850"/>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9" name="v2-75-Request Interpreter-name">
            <a:extLst xmlns:a="http://schemas.openxmlformats.org/drawingml/2006/main">
              <a:ext uri="{FF2B5EF4-FFF2-40B4-BE49-F238E27FC236}">
                <a16:creationId xmlns:a16="http://schemas.microsoft.com/office/drawing/2014/main" id="{D1A55344-8C18-4230-B422-25A1EAC59ECC}"/>
              </a:ext>
            </a:extLst>
          </p:cNvPr>
          <p:cNvSpPr>
            <a:spLocks xmlns:a="http://schemas.openxmlformats.org/drawingml/2006/main" noGrp="1"/>
          </p:cNvSpPr>
          <p:nvPr/>
        </p:nvSpPr>
        <p:spPr>
          <a:xfrm xmlns:a="http://schemas.openxmlformats.org/drawingml/2006/main">
            <a:off x="4657725" y="2762250"/>
            <a:ext cx="3086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Request Interpreter</a:t>
            </a:r>
          </a:p>
        </p:txBody>
      </p:sp>
      <p:sp>
        <p:nvSpPr>
          <p:cNvPr id="10" name="v2-76-Agent Gateway">
            <a:extLst xmlns:a="http://schemas.openxmlformats.org/drawingml/2006/main">
              <a:ext uri="{FF2B5EF4-FFF2-40B4-BE49-F238E27FC236}">
                <a16:creationId xmlns:a16="http://schemas.microsoft.com/office/drawing/2014/main" id="{58E9E2E8-115B-495F-955C-1F04ECDE6292}"/>
              </a:ext>
            </a:extLst>
          </p:cNvPr>
          <p:cNvSpPr>
            <a:spLocks xmlns:a="http://schemas.openxmlformats.org/drawingml/2006/main" noGrp="1"/>
          </p:cNvSpPr>
          <p:nvPr/>
        </p:nvSpPr>
        <p:spPr>
          <a:xfrm xmlns:a="http://schemas.openxmlformats.org/drawingml/2006/main">
            <a:off x="8905875" y="2762250"/>
            <a:ext cx="2762250" cy="704850"/>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11" name="v2-77-Agent Gateway-name">
            <a:extLst xmlns:a="http://schemas.openxmlformats.org/drawingml/2006/main">
              <a:ext uri="{FF2B5EF4-FFF2-40B4-BE49-F238E27FC236}">
                <a16:creationId xmlns:a16="http://schemas.microsoft.com/office/drawing/2014/main" id="{8215B20F-73B0-4A1F-8846-0E896B99164B}"/>
              </a:ext>
            </a:extLst>
          </p:cNvPr>
          <p:cNvSpPr>
            <a:spLocks xmlns:a="http://schemas.openxmlformats.org/drawingml/2006/main" noGrp="1"/>
          </p:cNvSpPr>
          <p:nvPr/>
        </p:nvSpPr>
        <p:spPr>
          <a:xfrm xmlns:a="http://schemas.openxmlformats.org/drawingml/2006/main">
            <a:off x="8982075" y="2762250"/>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Agent Gateway</a:t>
            </a:r>
          </a:p>
        </p:txBody>
      </p:sp>
      <p:sp>
        <p:nvSpPr>
          <p:cNvPr id="12" name="v2-78-Downstream Agent">
            <a:extLst xmlns:a="http://schemas.openxmlformats.org/drawingml/2006/main">
              <a:ext uri="{FF2B5EF4-FFF2-40B4-BE49-F238E27FC236}">
                <a16:creationId xmlns:a16="http://schemas.microsoft.com/office/drawing/2014/main" id="{BF08820D-C014-4A66-88F0-D0403EBD591F}"/>
              </a:ext>
            </a:extLst>
          </p:cNvPr>
          <p:cNvSpPr>
            <a:spLocks xmlns:a="http://schemas.openxmlformats.org/drawingml/2006/main" noGrp="1"/>
          </p:cNvSpPr>
          <p:nvPr/>
        </p:nvSpPr>
        <p:spPr>
          <a:xfrm xmlns:a="http://schemas.openxmlformats.org/drawingml/2006/main">
            <a:off x="12734925" y="2762250"/>
            <a:ext cx="5057775" cy="70485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3" name="v2-79-Downstream Agent-name">
            <a:extLst xmlns:a="http://schemas.openxmlformats.org/drawingml/2006/main">
              <a:ext uri="{FF2B5EF4-FFF2-40B4-BE49-F238E27FC236}">
                <a16:creationId xmlns:a16="http://schemas.microsoft.com/office/drawing/2014/main" id="{490B8CB5-E574-403C-83F9-00654A192B5E}"/>
              </a:ext>
            </a:extLst>
          </p:cNvPr>
          <p:cNvSpPr>
            <a:spLocks xmlns:a="http://schemas.openxmlformats.org/drawingml/2006/main" noGrp="1"/>
          </p:cNvSpPr>
          <p:nvPr/>
        </p:nvSpPr>
        <p:spPr>
          <a:xfrm xmlns:a="http://schemas.openxmlformats.org/drawingml/2006/main">
            <a:off x="12811125" y="2762250"/>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Downstream Agent</a:t>
            </a:r>
          </a:p>
        </p:txBody>
      </p:sp>
      <p:sp>
        <p:nvSpPr>
          <p:cNvPr id="14" name="v2-80-time-forward">
            <a:extLst xmlns:a="http://schemas.openxmlformats.org/drawingml/2006/main">
              <a:ext uri="{FF2B5EF4-FFF2-40B4-BE49-F238E27FC236}">
                <a16:creationId xmlns:a16="http://schemas.microsoft.com/office/drawing/2014/main" id="{A6E06B8B-2608-4B5C-9839-4B71B429E9A2}"/>
              </a:ext>
            </a:extLst>
          </p:cNvPr>
          <p:cNvSpPr>
            <a:spLocks xmlns:a="http://schemas.openxmlformats.org/drawingml/2006/main" noGrp="1"/>
          </p:cNvSpPr>
          <p:nvPr/>
        </p:nvSpPr>
        <p:spPr>
          <a:xfrm xmlns:a="http://schemas.openxmlformats.org/drawingml/2006/main">
            <a:off x="3495675" y="3114675"/>
            <a:ext cx="1085850" cy="9525"/>
          </a:xfrm>
          <a:custGeom xmlns:a="http://schemas.openxmlformats.org/drawingml/2006/main">
            <a:pathLst>
              <a:path w="1085850" h="9525">
                <a:moveTo>
                  <a:pt x="0" y="0"/>
                </a:moveTo>
                <a:lnTo>
                  <a:pt x="1085850" y="0"/>
                </a:lnTo>
              </a:path>
            </a:pathLst>
          </a:custGeom>
          <a:noFill xmlns:a="http://schemas.openxmlformats.org/drawingml/2006/main"/>
          <a:ln xmlns:a="http://schemas.openxmlformats.org/drawingml/2006/main" w="28575">
            <a:solidFill>
              <a:srgbClr val="00889A"/>
            </a:solidFill>
            <a:prstDash val="solid"/>
          </a:ln>
        </p:spPr>
      </p:sp>
      <p:sp>
        <p:nvSpPr>
          <p:cNvPr id="15" name="v2-81-time-forward-head">
            <a:extLst xmlns:a="http://schemas.openxmlformats.org/drawingml/2006/main">
              <a:ext uri="{FF2B5EF4-FFF2-40B4-BE49-F238E27FC236}">
                <a16:creationId xmlns:a16="http://schemas.microsoft.com/office/drawing/2014/main" id="{85530BDE-A8C1-4620-8505-A49180C8CFA5}"/>
              </a:ext>
            </a:extLst>
          </p:cNvPr>
          <p:cNvSpPr>
            <a:spLocks xmlns:a="http://schemas.openxmlformats.org/drawingml/2006/main" noGrp="1"/>
          </p:cNvSpPr>
          <p:nvPr/>
        </p:nvSpPr>
        <p:spPr>
          <a:xfrm xmlns:a="http://schemas.openxmlformats.org/drawingml/2006/main">
            <a:off x="4481217" y="3059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6" name="v2-82-time-forward">
            <a:extLst xmlns:a="http://schemas.openxmlformats.org/drawingml/2006/main">
              <a:ext uri="{FF2B5EF4-FFF2-40B4-BE49-F238E27FC236}">
                <a16:creationId xmlns:a16="http://schemas.microsoft.com/office/drawing/2014/main" id="{2EBB4B1F-7FD9-4318-99CA-87EA481D09F6}"/>
              </a:ext>
            </a:extLst>
          </p:cNvPr>
          <p:cNvSpPr>
            <a:spLocks xmlns:a="http://schemas.openxmlformats.org/drawingml/2006/main" noGrp="1"/>
          </p:cNvSpPr>
          <p:nvPr/>
        </p:nvSpPr>
        <p:spPr>
          <a:xfrm xmlns:a="http://schemas.openxmlformats.org/drawingml/2006/main">
            <a:off x="7820025" y="3114675"/>
            <a:ext cx="1085850" cy="9525"/>
          </a:xfrm>
          <a:custGeom xmlns:a="http://schemas.openxmlformats.org/drawingml/2006/main">
            <a:pathLst>
              <a:path w="1085850" h="9525">
                <a:moveTo>
                  <a:pt x="0" y="0"/>
                </a:moveTo>
                <a:lnTo>
                  <a:pt x="1085850" y="0"/>
                </a:lnTo>
              </a:path>
            </a:pathLst>
          </a:custGeom>
          <a:noFill xmlns:a="http://schemas.openxmlformats.org/drawingml/2006/main"/>
          <a:ln xmlns:a="http://schemas.openxmlformats.org/drawingml/2006/main" w="28575">
            <a:solidFill>
              <a:srgbClr val="00889A"/>
            </a:solidFill>
            <a:prstDash val="solid"/>
          </a:ln>
        </p:spPr>
      </p:sp>
      <p:sp>
        <p:nvSpPr>
          <p:cNvPr id="17" name="v2-83-time-forward-head">
            <a:extLst xmlns:a="http://schemas.openxmlformats.org/drawingml/2006/main">
              <a:ext uri="{FF2B5EF4-FFF2-40B4-BE49-F238E27FC236}">
                <a16:creationId xmlns:a16="http://schemas.microsoft.com/office/drawing/2014/main" id="{92A6EB48-9B8E-4E37-A021-1C346B69A228}"/>
              </a:ext>
            </a:extLst>
          </p:cNvPr>
          <p:cNvSpPr>
            <a:spLocks xmlns:a="http://schemas.openxmlformats.org/drawingml/2006/main" noGrp="1"/>
          </p:cNvSpPr>
          <p:nvPr/>
        </p:nvSpPr>
        <p:spPr>
          <a:xfrm xmlns:a="http://schemas.openxmlformats.org/drawingml/2006/main">
            <a:off x="8805567" y="3059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8" name="v2-84-time-forward">
            <a:extLst xmlns:a="http://schemas.openxmlformats.org/drawingml/2006/main">
              <a:ext uri="{FF2B5EF4-FFF2-40B4-BE49-F238E27FC236}">
                <a16:creationId xmlns:a16="http://schemas.microsoft.com/office/drawing/2014/main" id="{CCED7DF3-CF6D-4130-A54E-0F009CA47078}"/>
              </a:ext>
            </a:extLst>
          </p:cNvPr>
          <p:cNvSpPr>
            <a:spLocks xmlns:a="http://schemas.openxmlformats.org/drawingml/2006/main" noGrp="1"/>
          </p:cNvSpPr>
          <p:nvPr/>
        </p:nvSpPr>
        <p:spPr>
          <a:xfrm xmlns:a="http://schemas.openxmlformats.org/drawingml/2006/main">
            <a:off x="11668125" y="3114675"/>
            <a:ext cx="1066800" cy="9525"/>
          </a:xfrm>
          <a:custGeom xmlns:a="http://schemas.openxmlformats.org/drawingml/2006/main">
            <a:pathLst>
              <a:path w="1066800" h="9525">
                <a:moveTo>
                  <a:pt x="0" y="0"/>
                </a:moveTo>
                <a:lnTo>
                  <a:pt x="1066800" y="0"/>
                </a:lnTo>
              </a:path>
            </a:pathLst>
          </a:custGeom>
          <a:noFill xmlns:a="http://schemas.openxmlformats.org/drawingml/2006/main"/>
          <a:ln xmlns:a="http://schemas.openxmlformats.org/drawingml/2006/main" w="28575">
            <a:solidFill>
              <a:srgbClr val="00889A"/>
            </a:solidFill>
            <a:prstDash val="solid"/>
          </a:ln>
        </p:spPr>
      </p:sp>
      <p:sp>
        <p:nvSpPr>
          <p:cNvPr id="19" name="v2-85-time-forward-head">
            <a:extLst xmlns:a="http://schemas.openxmlformats.org/drawingml/2006/main">
              <a:ext uri="{FF2B5EF4-FFF2-40B4-BE49-F238E27FC236}">
                <a16:creationId xmlns:a16="http://schemas.microsoft.com/office/drawing/2014/main" id="{B0D867D1-92D3-4F9A-8044-229F9D99EEA0}"/>
              </a:ext>
            </a:extLst>
          </p:cNvPr>
          <p:cNvSpPr>
            <a:spLocks xmlns:a="http://schemas.openxmlformats.org/drawingml/2006/main" noGrp="1"/>
          </p:cNvSpPr>
          <p:nvPr/>
        </p:nvSpPr>
        <p:spPr>
          <a:xfrm xmlns:a="http://schemas.openxmlformats.org/drawingml/2006/main">
            <a:off x="12634617" y="3059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20" name="v2-86-note">
            <a:extLst xmlns:a="http://schemas.openxmlformats.org/drawingml/2006/main">
              <a:ext uri="{FF2B5EF4-FFF2-40B4-BE49-F238E27FC236}">
                <a16:creationId xmlns:a16="http://schemas.microsoft.com/office/drawing/2014/main" id="{0DAAA8BD-6EFC-4CCE-B034-438263CA4857}"/>
              </a:ext>
            </a:extLst>
          </p:cNvPr>
          <p:cNvSpPr>
            <a:spLocks xmlns:a="http://schemas.openxmlformats.org/drawingml/2006/main" noGrp="1"/>
          </p:cNvSpPr>
          <p:nvPr/>
        </p:nvSpPr>
        <p:spPr>
          <a:xfrm xmlns:a="http://schemas.openxmlformats.org/drawingml/2006/main">
            <a:off x="495300" y="3629025"/>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입력 접수</a:t>
            </a:r>
          </a:p>
        </p:txBody>
      </p:sp>
      <p:sp>
        <p:nvSpPr>
          <p:cNvPr id="21" name="v2-87-note">
            <a:extLst xmlns:a="http://schemas.openxmlformats.org/drawingml/2006/main">
              <a:ext uri="{FF2B5EF4-FFF2-40B4-BE49-F238E27FC236}">
                <a16:creationId xmlns:a16="http://schemas.microsoft.com/office/drawing/2014/main" id="{9A0CC7BE-04A3-4C3A-BE55-185C974B2208}"/>
              </a:ext>
            </a:extLst>
          </p:cNvPr>
          <p:cNvSpPr>
            <a:spLocks xmlns:a="http://schemas.openxmlformats.org/drawingml/2006/main" noGrp="1"/>
          </p:cNvSpPr>
          <p:nvPr/>
        </p:nvSpPr>
        <p:spPr>
          <a:xfrm xmlns:a="http://schemas.openxmlformats.org/drawingml/2006/main">
            <a:off x="4581525" y="362902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VIA 해석</a:t>
            </a:r>
          </a:p>
        </p:txBody>
      </p:sp>
      <p:sp>
        <p:nvSpPr>
          <p:cNvPr id="22" name="v2-88-note">
            <a:extLst xmlns:a="http://schemas.openxmlformats.org/drawingml/2006/main">
              <a:ext uri="{FF2B5EF4-FFF2-40B4-BE49-F238E27FC236}">
                <a16:creationId xmlns:a16="http://schemas.microsoft.com/office/drawing/2014/main" id="{22C6A391-9FCD-4F7C-8A29-391B6D87588A}"/>
              </a:ext>
            </a:extLst>
          </p:cNvPr>
          <p:cNvSpPr>
            <a:spLocks xmlns:a="http://schemas.openxmlformats.org/drawingml/2006/main" noGrp="1"/>
          </p:cNvSpPr>
          <p:nvPr/>
        </p:nvSpPr>
        <p:spPr>
          <a:xfrm xmlns:a="http://schemas.openxmlformats.org/drawingml/2006/main">
            <a:off x="8905875" y="362902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VIA 인계</a:t>
            </a:r>
          </a:p>
        </p:txBody>
      </p:sp>
      <p:sp>
        <p:nvSpPr>
          <p:cNvPr id="23" name="v2-89-note">
            <a:extLst xmlns:a="http://schemas.openxmlformats.org/drawingml/2006/main">
              <a:ext uri="{FF2B5EF4-FFF2-40B4-BE49-F238E27FC236}">
                <a16:creationId xmlns:a16="http://schemas.microsoft.com/office/drawing/2014/main" id="{5132981A-5EA9-4DA5-8580-64F4A29593F3}"/>
              </a:ext>
            </a:extLst>
          </p:cNvPr>
          <p:cNvSpPr>
            <a:spLocks xmlns:a="http://schemas.openxmlformats.org/drawingml/2006/main" noGrp="1"/>
          </p:cNvSpPr>
          <p:nvPr/>
        </p:nvSpPr>
        <p:spPr>
          <a:xfrm xmlns:a="http://schemas.openxmlformats.org/drawingml/2006/main">
            <a:off x="12763500" y="3629025"/>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외부 AI의 실제 작성</a:t>
            </a:r>
          </a:p>
        </p:txBody>
      </p:sp>
      <p:sp>
        <p:nvSpPr>
          <p:cNvPr id="24" name="v2-90-time-return">
            <a:extLst xmlns:a="http://schemas.openxmlformats.org/drawingml/2006/main">
              <a:ext uri="{FF2B5EF4-FFF2-40B4-BE49-F238E27FC236}">
                <a16:creationId xmlns:a16="http://schemas.microsoft.com/office/drawing/2014/main" id="{31CF41D0-55B5-4893-8F01-CEC314FD8BB2}"/>
              </a:ext>
            </a:extLst>
          </p:cNvPr>
          <p:cNvSpPr>
            <a:spLocks xmlns:a="http://schemas.openxmlformats.org/drawingml/2006/main" noGrp="1"/>
          </p:cNvSpPr>
          <p:nvPr/>
        </p:nvSpPr>
        <p:spPr>
          <a:xfrm xmlns:a="http://schemas.openxmlformats.org/drawingml/2006/main">
            <a:off x="1781175" y="3467100"/>
            <a:ext cx="13477875" cy="1076325"/>
          </a:xfrm>
          <a:custGeom xmlns:a="http://schemas.openxmlformats.org/drawingml/2006/main">
            <a:pathLst>
              <a:path w="13477875" h="1076325">
                <a:moveTo>
                  <a:pt x="13477875" y="0"/>
                </a:moveTo>
                <a:lnTo>
                  <a:pt x="13477875" y="1076325"/>
                </a:lnTo>
                <a:lnTo>
                  <a:pt x="0" y="1076325"/>
                </a:lnTo>
                <a:lnTo>
                  <a:pt x="0" y="0"/>
                </a:lnTo>
              </a:path>
            </a:pathLst>
          </a:custGeom>
          <a:noFill xmlns:a="http://schemas.openxmlformats.org/drawingml/2006/main"/>
          <a:ln xmlns:a="http://schemas.openxmlformats.org/drawingml/2006/main" w="28575">
            <a:solidFill>
              <a:srgbClr val="576773"/>
            </a:solidFill>
            <a:prstDash val="solid"/>
          </a:ln>
        </p:spPr>
      </p:sp>
      <p:sp>
        <p:nvSpPr>
          <p:cNvPr id="25" name="v2-91-time-return-head">
            <a:extLst xmlns:a="http://schemas.openxmlformats.org/drawingml/2006/main">
              <a:ext uri="{FF2B5EF4-FFF2-40B4-BE49-F238E27FC236}">
                <a16:creationId xmlns:a16="http://schemas.microsoft.com/office/drawing/2014/main" id="{93118C6D-0CEE-40C7-A4E6-E3F8373B1A69}"/>
              </a:ext>
            </a:extLst>
          </p:cNvPr>
          <p:cNvSpPr>
            <a:spLocks xmlns:a="http://schemas.openxmlformats.org/drawingml/2006/main" noGrp="1"/>
          </p:cNvSpPr>
          <p:nvPr/>
        </p:nvSpPr>
        <p:spPr>
          <a:xfrm xmlns:a="http://schemas.openxmlformats.org/drawingml/2006/main">
            <a:off x="1726377" y="346710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8575">
            <a:solidFill>
              <a:srgbClr val="576773"/>
            </a:solidFill>
            <a:prstDash val="solid"/>
          </a:ln>
        </p:spPr>
      </p:sp>
      <p:sp>
        <p:nvSpPr>
          <p:cNvPr id="26" name="v2-92-note">
            <a:extLst xmlns:a="http://schemas.openxmlformats.org/drawingml/2006/main">
              <a:ext uri="{FF2B5EF4-FFF2-40B4-BE49-F238E27FC236}">
                <a16:creationId xmlns:a16="http://schemas.microsoft.com/office/drawing/2014/main" id="{E2FAB8E3-80FE-4667-AF31-7F837A0075E9}"/>
              </a:ext>
            </a:extLst>
          </p:cNvPr>
          <p:cNvSpPr>
            <a:spLocks xmlns:a="http://schemas.openxmlformats.org/drawingml/2006/main" noGrp="1"/>
          </p:cNvSpPr>
          <p:nvPr/>
        </p:nvSpPr>
        <p:spPr>
          <a:xfrm xmlns:a="http://schemas.openxmlformats.org/drawingml/2006/main">
            <a:off x="4972050" y="455295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576773"/>
                </a:solidFill>
                <a:latin typeface="Apple SD Gothic Neo"/>
                <a:ea typeface="Apple SD Gothic Neo"/>
                <a:cs typeface="Apple SD Gothic Neo"/>
              </a:defRPr>
            </a:pPr>
            <a:r>
              <a:rPr sz="2400" b="0">
                <a:solidFill>
                  <a:srgbClr val="576773"/>
                </a:solidFill>
                <a:latin typeface="Apple SD Gothic Neo"/>
                <a:ea typeface="Apple SD Gothic Neo"/>
                <a:cs typeface="Apple SD Gothic Neo"/>
              </a:rPr>
              <a:t>결과를 받은 뒤 VIA가 준비하고 실제 전달</a:t>
            </a:r>
          </a:p>
        </p:txBody>
      </p:sp>
      <p:graphicFrame>
        <p:nvGraphicFramePr>
          <p:cNvPr id="56" name=""/>
          <p:cNvGraphicFramePr/>
          <p:nvPr/>
        </p:nvGraphicFramePr>
        <p:xfrm>
          <a:off xmlns:a="http://schemas.openxmlformats.org/drawingml/2006/main" x="495300" y="5810250"/>
          <a:ext xmlns:a="http://schemas.openxmlformats.org/drawingml/2006/main" cx="17297400" cy="2105025"/>
        </p:xfrm>
        <a:graphic xmlns:a="http://schemas.openxmlformats.org/drawingml/2006/main">
          <a:graphicData uri="http://schemas.openxmlformats.org/drawingml/2006/table">
            <a:tbl>
              <a:tblPr/>
              <a:tblGrid>
                <a:gridCol w="4171950"/>
                <a:gridCol w="6638925"/>
                <a:gridCol w="6486525"/>
              </a:tblGrid>
              <a:tr h="552450">
                <a:tc>
                  <a:txBody>
                    <a:bodyPr/>
                    <a:lstStyle/>
                    <a:p>
                      <a:pPr algn="l"/>
                      <a:r>
                        <a:rPr sz="2300" b="1">
                          <a:solidFill>
                            <a:srgbClr val="FFFFFF"/>
                          </a:solidFill>
                          <a:latin typeface="Apple SD Gothic Neo"/>
                          <a:ea typeface="Apple SD Gothic Neo"/>
                          <a:cs typeface="Apple SD Gothic Neo"/>
                        </a:rPr>
                        <a:t>지표</a:t>
                      </a:r>
                    </a:p>
                  </a:txBody>
                  <a:tcPr marL="114300" marR="76200" marT="47625" marB="47625" anchor="ctr">
                    <a:solidFill>
                      <a:srgbClr val="354354"/>
                    </a:solidFill>
                  </a:tcPr>
                </a:tc>
                <a:tc>
                  <a:txBody>
                    <a:bodyPr/>
                    <a:lstStyle/>
                    <a:p>
                      <a:pPr algn="l"/>
                      <a:r>
                        <a:rPr sz="2300" b="1">
                          <a:solidFill>
                            <a:srgbClr val="FFFFFF"/>
                          </a:solidFill>
                          <a:latin typeface="Apple SD Gothic Neo"/>
                          <a:ea typeface="Apple SD Gothic Neo"/>
                          <a:cs typeface="Apple SD Gothic Neo"/>
                        </a:rPr>
                        <a:t>사용자가 보는 의미</a:t>
                      </a:r>
                    </a:p>
                  </a:txBody>
                  <a:tcPr marL="114300" marR="76200" marT="47625" marB="47625" anchor="ctr">
                    <a:solidFill>
                      <a:srgbClr val="354354"/>
                    </a:solidFill>
                  </a:tcPr>
                </a:tc>
                <a:tc>
                  <a:txBody>
                    <a:bodyPr/>
                    <a:lstStyle/>
                    <a:p>
                      <a:pPr algn="l"/>
                      <a:r>
                        <a:rPr sz="2300" b="1">
                          <a:solidFill>
                            <a:srgbClr val="FFFFFF"/>
                          </a:solidFill>
                          <a:latin typeface="Apple SD Gothic Neo"/>
                          <a:ea typeface="Apple SD Gothic Neo"/>
                          <a:cs typeface="Apple SD Gothic Neo"/>
                        </a:rPr>
                        <a:t>현재 목표와 계산 경계</a:t>
                      </a:r>
                    </a:p>
                  </a:txBody>
                  <a:tcPr marL="114300" marR="76200" marT="47625" marB="47625" anchor="ctr">
                    <a:solidFill>
                      <a:srgbClr val="354354"/>
                    </a:solidFill>
                  </a:tcPr>
                </a:tc>
              </a:tr>
              <a:tr h="776288">
                <a:tc>
                  <a:txBody>
                    <a:bodyPr/>
                    <a:lstStyle/>
                    <a:p>
                      <a:pPr algn="l"/>
                      <a:r>
                        <a:rPr sz="2300" b="0">
                          <a:solidFill>
                            <a:srgbClr val="202B35"/>
                          </a:solidFill>
                          <a:latin typeface="Apple SD Gothic Neo"/>
                          <a:ea typeface="Apple SD Gothic Neo"/>
                          <a:cs typeface="Apple SD Gothic Neo"/>
                        </a:rPr>
                        <a:t>QA-02 상호작용 응답시간</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새 입력, 질문이나 결과에 알맞게 반응하기까지</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평균 ≤ 1초 / 로컬 재생 중단 ≤ 0.1초</a:t>
                      </a:r>
                    </a:p>
                  </a:txBody>
                  <a:tcPr marL="114300" marR="76200" marT="47625" marB="47625" anchor="ctr">
                    <a:solidFill>
                      <a:srgbClr val="FFFFFF"/>
                    </a:solidFill>
                  </a:tcPr>
                </a:tc>
              </a:tr>
              <a:tr h="776288">
                <a:tc>
                  <a:txBody>
                    <a:bodyPr/>
                    <a:lstStyle/>
                    <a:p>
                      <a:pPr algn="l"/>
                      <a:r>
                        <a:rPr sz="2300" b="0">
                          <a:solidFill>
                            <a:srgbClr val="202B35"/>
                          </a:solidFill>
                          <a:latin typeface="Apple SD Gothic Neo"/>
                          <a:ea typeface="Apple SD Gothic Neo"/>
                          <a:cs typeface="Apple SD Gothic Neo"/>
                        </a:rPr>
                        <a:t>QA-03 VIA 요청 처리시간</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접수부터 결과 전달까지 VIA가 처리하고 기다린 시간</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평균 ≤ 10초 / 외부 업무 실행과 사용자 대기 제외</a:t>
                      </a:r>
                    </a:p>
                  </a:txBody>
                  <a:tcPr marL="114300" marR="76200" marT="47625" marB="47625" anchor="ctr">
                    <a:solidFill>
                      <a:srgbClr val="F5F7F8"/>
                    </a:solidFill>
                  </a:tcPr>
                </a:tc>
              </a:tr>
            </a:tbl>
          </a:graphicData>
        </a:graphic>
      </p:graphicFrame>
      <p:sp>
        <p:nvSpPr>
          <p:cNvPr id="28" name="v2-93-time-boundary-footnote">
            <a:extLst xmlns:a="http://schemas.openxmlformats.org/drawingml/2006/main">
              <a:ext uri="{FF2B5EF4-FFF2-40B4-BE49-F238E27FC236}">
                <a16:creationId xmlns:a16="http://schemas.microsoft.com/office/drawing/2014/main" id="{FD9D7228-EEF4-418E-95CE-8033EE0BE4FD}"/>
              </a:ext>
            </a:extLst>
          </p:cNvPr>
          <p:cNvSpPr>
            <a:spLocks xmlns:a="http://schemas.openxmlformats.org/drawingml/2006/main" noGrp="1"/>
          </p:cNvSpPr>
          <p:nvPr/>
        </p:nvSpPr>
        <p:spPr>
          <a:xfrm xmlns:a="http://schemas.openxmlformats.org/drawingml/2006/main">
            <a:off x="495300" y="8429625"/>
            <a:ext cx="17049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포함: VIA 의미 모델 호출, 자료 조회, queue 대기와 실제 전달</a:t>
            </a:r>
          </a:p>
          <a:p xmlns:a="http://schemas.openxmlformats.org/drawingml/2006/main">
            <a:pPr algn="l">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제외: 외부 업무 AI가 보고서를 작성하는 시간, 사용자 대기와 계약상 필요한 사용자 발화</a:t>
            </a:r>
          </a:p>
        </p:txBody>
      </p:sp>
      <p:sp>
        <p:nvSpPr>
          <p:cNvPr id="29" name="v2-94-note">
            <a:extLst xmlns:a="http://schemas.openxmlformats.org/drawingml/2006/main">
              <a:ext uri="{FF2B5EF4-FFF2-40B4-BE49-F238E27FC236}">
                <a16:creationId xmlns:a16="http://schemas.microsoft.com/office/drawing/2014/main" id="{3022D369-0D55-45F3-AEB1-1EE565610638}"/>
              </a:ext>
            </a:extLst>
          </p:cNvPr>
          <p:cNvSpPr>
            <a:spLocks xmlns:a="http://schemas.openxmlformats.org/drawingml/2006/main" noGrp="1"/>
          </p:cNvSpPr>
          <p:nvPr/>
        </p:nvSpPr>
        <p:spPr>
          <a:xfrm xmlns:a="http://schemas.openxmlformats.org/drawingml/2006/main">
            <a:off x="495300" y="9572625"/>
            <a:ext cx="1704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76773"/>
                </a:solidFill>
                <a:latin typeface="Apple SD Gothic Neo"/>
                <a:ea typeface="Apple SD Gothic Neo"/>
                <a:cs typeface="Apple SD Gothic Neo"/>
              </a:defRPr>
            </a:pPr>
            <a:r>
              <a:rPr sz="2000" b="0">
                <a:solidFill>
                  <a:srgbClr val="576773"/>
                </a:solidFill>
                <a:latin typeface="Apple SD Gothic Neo"/>
                <a:ea typeface="Apple SD Gothic Neo"/>
                <a:cs typeface="Apple SD Gothic Neo"/>
              </a:rPr>
              <a:t>그림의 길이는 시간 비율이 아닙니다. 같은 21개 사례를 5회 독립 반복하여 지정된 반응과 처리 사이클을 따로 평가합니다.</a:t>
            </a:r>
          </a:p>
        </p:txBody>
      </p:sp>
    </p:spTree>
    <p:extLst>
      <p:ext uri="{BB962C8B-B14F-4D97-AF65-F5344CB8AC3E}">
        <p14:creationId xmlns:p14="http://schemas.microsoft.com/office/powerpoint/2010/main" val="190162836"/>
      </p:ext>
    </p:extLst>
  </p:cSld>
</p:sld>
</file>

<file path=ppt/slides/slide50.xml><?xml version="1.0" encoding="utf-8"?>
<p:sld xmlns:p="http://schemas.openxmlformats.org/presentationml/2006/main">
  <p:cSld name="drivers">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2-95-section">
            <a:extLst xmlns:a="http://schemas.openxmlformats.org/drawingml/2006/main">
              <a:ext uri="{FF2B5EF4-FFF2-40B4-BE49-F238E27FC236}">
                <a16:creationId xmlns:a16="http://schemas.microsoft.com/office/drawing/2014/main" id="{A8B9E03D-759E-4EF0-8147-B560417B6BCD}"/>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설계 도입</a:t>
            </a:r>
          </a:p>
        </p:txBody>
      </p:sp>
      <p:sp>
        <p:nvSpPr>
          <p:cNvPr id="2" name="v2-96-title">
            <a:extLst xmlns:a="http://schemas.openxmlformats.org/drawingml/2006/main">
              <a:ext uri="{FF2B5EF4-FFF2-40B4-BE49-F238E27FC236}">
                <a16:creationId xmlns:a16="http://schemas.microsoft.com/office/drawing/2014/main" id="{00FDFA54-88A8-4528-BAE0-6DD6C7C51598}"/>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필요한 기능은 같아도, 진행과 상태를 조직하는 방식은 다릅니다</a:t>
            </a:r>
          </a:p>
        </p:txBody>
      </p:sp>
      <p:sp>
        <p:nvSpPr>
          <p:cNvPr id="3" name="v2-97-rule">
            <a:extLst xmlns:a="http://schemas.openxmlformats.org/drawingml/2006/main">
              <a:ext uri="{FF2B5EF4-FFF2-40B4-BE49-F238E27FC236}">
                <a16:creationId xmlns:a16="http://schemas.microsoft.com/office/drawing/2014/main" id="{B9B136D6-3164-4DCD-BC4D-6FED53AFD807}"/>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98-page">
            <a:extLst xmlns:a="http://schemas.openxmlformats.org/drawingml/2006/main">
              <a:ext uri="{FF2B5EF4-FFF2-40B4-BE49-F238E27FC236}">
                <a16:creationId xmlns:a16="http://schemas.microsoft.com/office/drawing/2014/main" id="{8CEEA9C8-4FB9-436E-A0BB-657CA0439471}"/>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12</a:t>
            </a:r>
          </a:p>
        </p:txBody>
      </p:sp>
      <p:graphicFrame>
        <p:nvGraphicFramePr>
          <p:cNvPr id="12" name=""/>
          <p:cNvGraphicFramePr/>
          <p:nvPr/>
        </p:nvGraphicFramePr>
        <p:xfrm>
          <a:off xmlns:a="http://schemas.openxmlformats.org/drawingml/2006/main" x="495300" y="2019300"/>
          <a:ext xmlns:a="http://schemas.openxmlformats.org/drawingml/2006/main" cx="17297400" cy="4362450"/>
        </p:xfrm>
        <a:graphic xmlns:a="http://schemas.openxmlformats.org/drawingml/2006/main">
          <a:graphicData uri="http://schemas.openxmlformats.org/drawingml/2006/table">
            <a:tbl>
              <a:tblPr/>
              <a:tblGrid>
                <a:gridCol w="4619625"/>
                <a:gridCol w="4857750"/>
                <a:gridCol w="7820025"/>
              </a:tblGrid>
              <a:tr h="552450">
                <a:tc>
                  <a:txBody>
                    <a:bodyPr/>
                    <a:lstStyle/>
                    <a:p>
                      <a:pPr algn="l"/>
                      <a:r>
                        <a:rPr sz="2300" b="1">
                          <a:solidFill>
                            <a:srgbClr val="FFFFFF"/>
                          </a:solidFill>
                          <a:latin typeface="Apple SD Gothic Neo"/>
                          <a:ea typeface="Apple SD Gothic Neo"/>
                          <a:cs typeface="Apple SD Gothic Neo"/>
                        </a:rPr>
                        <a:t>필요한 기능과 제약</a:t>
                      </a:r>
                    </a:p>
                  </a:txBody>
                  <a:tcPr marL="114300" marR="76200" marT="47625" marB="47625" anchor="ctr">
                    <a:solidFill>
                      <a:srgbClr val="354354"/>
                    </a:solidFill>
                  </a:tcPr>
                </a:tc>
                <a:tc>
                  <a:txBody>
                    <a:bodyPr/>
                    <a:lstStyle/>
                    <a:p>
                      <a:pPr algn="l"/>
                      <a:r>
                        <a:rPr sz="2300" b="1">
                          <a:solidFill>
                            <a:srgbClr val="FFFFFF"/>
                          </a:solidFill>
                          <a:latin typeface="Apple SD Gothic Neo"/>
                          <a:ea typeface="Apple SD Gothic Neo"/>
                          <a:cs typeface="Apple SD Gothic Neo"/>
                        </a:rPr>
                        <a:t>비교할 품질 경로</a:t>
                      </a:r>
                    </a:p>
                  </a:txBody>
                  <a:tcPr marL="114300" marR="76200" marT="47625" marB="47625" anchor="ctr">
                    <a:solidFill>
                      <a:srgbClr val="354354"/>
                    </a:solidFill>
                  </a:tcPr>
                </a:tc>
                <a:tc>
                  <a:txBody>
                    <a:bodyPr/>
                    <a:lstStyle/>
                    <a:p>
                      <a:pPr algn="l"/>
                      <a:r>
                        <a:rPr sz="2300" b="1">
                          <a:solidFill>
                            <a:srgbClr val="FFFFFF"/>
                          </a:solidFill>
                          <a:latin typeface="Apple SD Gothic Neo"/>
                          <a:ea typeface="Apple SD Gothic Neo"/>
                          <a:cs typeface="Apple SD Gothic Neo"/>
                        </a:rPr>
                        <a:t>설계 질문</a:t>
                      </a:r>
                    </a:p>
                  </a:txBody>
                  <a:tcPr marL="114300" marR="76200" marT="47625" marB="47625" anchor="ctr">
                    <a:solidFill>
                      <a:srgbClr val="354354"/>
                    </a:solidFill>
                  </a:tcPr>
                </a:tc>
              </a:tr>
              <a:tr h="952500">
                <a:tc>
                  <a:txBody>
                    <a:bodyPr/>
                    <a:lstStyle/>
                    <a:p>
                      <a:pPr algn="l"/>
                      <a:r>
                        <a:rPr sz="2300" b="0">
                          <a:solidFill>
                            <a:srgbClr val="202B35"/>
                          </a:solidFill>
                          <a:latin typeface="Apple SD Gothic Neo"/>
                          <a:ea typeface="Apple SD Gothic Neo"/>
                          <a:cs typeface="Apple SD Gothic Neo"/>
                        </a:rPr>
                        <a:t>FR2 / FR3  대상, 조건과 의존 관계</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정확성 / VIA 처리시간 / 모델 비용</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41  요청의 대상과 순서, 조건을 어떻게 정확히 확정할까?</a:t>
                      </a:r>
                    </a:p>
                  </a:txBody>
                  <a:tcPr marL="114300" marR="76200" marT="47625" marB="47625" anchor="ctr">
                    <a:solidFill>
                      <a:srgbClr val="FFFFFF"/>
                    </a:solidFill>
                  </a:tcPr>
                </a:tc>
              </a:tr>
              <a:tr h="952500">
                <a:tc>
                  <a:txBody>
                    <a:bodyPr/>
                    <a:lstStyle/>
                    <a:p>
                      <a:pPr algn="l"/>
                      <a:r>
                        <a:rPr sz="2300" b="0">
                          <a:solidFill>
                            <a:srgbClr val="202B35"/>
                          </a:solidFill>
                          <a:latin typeface="Apple SD Gothic Neo"/>
                          <a:ea typeface="Apple SD Gothic Neo"/>
                          <a:cs typeface="Apple SD Gothic Neo"/>
                        </a:rPr>
                        <a:t>FR1 / FR3 / FR4  지속 입력과 후속 전달</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정확성 / 상호작용 응답시간 / VIA 처리시간</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44  겹치는 사건 속에서 유효한 응답을 언제 전달할까?</a:t>
                      </a:r>
                    </a:p>
                  </a:txBody>
                  <a:tcPr marL="114300" marR="76200" marT="47625" marB="47625" anchor="ctr">
                    <a:solidFill>
                      <a:srgbClr val="F5F7F8"/>
                    </a:solidFill>
                  </a:tcPr>
                </a:tc>
              </a:tr>
              <a:tr h="952500">
                <a:tc>
                  <a:txBody>
                    <a:bodyPr/>
                    <a:lstStyle/>
                    <a:p>
                      <a:pPr algn="l"/>
                      <a:r>
                        <a:rPr sz="2300" b="0">
                          <a:solidFill>
                            <a:srgbClr val="202B35"/>
                          </a:solidFill>
                          <a:latin typeface="Apple SD Gothic Neo"/>
                          <a:ea typeface="Apple SD Gothic Neo"/>
                          <a:cs typeface="Apple SD Gothic Neo"/>
                        </a:rPr>
                        <a:t>FR6  허용된 과거 맥락 제공</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정확성 / VIA 처리시간 / 모델 비용</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45  흩어진 과거 근거를 어떻게 연결하고 재사용할까?</a:t>
                      </a:r>
                    </a:p>
                  </a:txBody>
                  <a:tcPr marL="114300" marR="76200" marT="47625" marB="47625" anchor="ctr">
                    <a:solidFill>
                      <a:srgbClr val="FFFFFF"/>
                    </a:solidFill>
                  </a:tcPr>
                </a:tc>
              </a:tr>
              <a:tr h="952500">
                <a:tc>
                  <a:txBody>
                    <a:bodyPr/>
                    <a:lstStyle/>
                    <a:p>
                      <a:pPr algn="l"/>
                      <a:r>
                        <a:rPr sz="2300" b="0">
                          <a:solidFill>
                            <a:srgbClr val="202B35"/>
                          </a:solidFill>
                          <a:latin typeface="Apple SD Gothic Neo"/>
                          <a:ea typeface="Apple SD Gothic Neo"/>
                          <a:cs typeface="Apple SD Gothic Neo"/>
                        </a:rPr>
                        <a:t>FR4 / FR5  업무 연결과 연속성</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정확성 / 변경 용이성 / 로컬 메모리</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42  수명이 다른 대화와 업무 상태를 어떻게 일관되게 유지할까?</a:t>
                      </a:r>
                    </a:p>
                  </a:txBody>
                  <a:tcPr marL="114300" marR="76200" marT="47625" marB="47625" anchor="ctr">
                    <a:solidFill>
                      <a:srgbClr val="F5F7F8"/>
                    </a:solidFill>
                  </a:tcPr>
                </a:tc>
              </a:tr>
            </a:tbl>
          </a:graphicData>
        </a:graphic>
      </p:graphicFrame>
      <p:sp>
        <p:nvSpPr>
          <p:cNvPr id="6" name="v2-99-drivers-common">
            <a:extLst xmlns:a="http://schemas.openxmlformats.org/drawingml/2006/main">
              <a:ext uri="{FF2B5EF4-FFF2-40B4-BE49-F238E27FC236}">
                <a16:creationId xmlns:a16="http://schemas.microsoft.com/office/drawing/2014/main" id="{DBD12002-1462-42DC-87FD-389E3E19F039}"/>
              </a:ext>
            </a:extLst>
          </p:cNvPr>
          <p:cNvSpPr>
            <a:spLocks xmlns:a="http://schemas.openxmlformats.org/drawingml/2006/main" noGrp="1"/>
          </p:cNvSpPr>
          <p:nvPr/>
        </p:nvSpPr>
        <p:spPr>
          <a:xfrm xmlns:a="http://schemas.openxmlformats.org/drawingml/2006/main">
            <a:off x="495300" y="6943725"/>
            <a:ext cx="16954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900" b="1">
                <a:solidFill>
                  <a:srgbClr val="00889A"/>
                </a:solidFill>
                <a:latin typeface="Apple SD Gothic Neo"/>
                <a:ea typeface="Apple SD Gothic Neo"/>
                <a:cs typeface="Apple SD Gothic Neo"/>
              </a:defRPr>
            </a:pPr>
            <a:r>
              <a:rPr sz="2900" b="1">
                <a:solidFill>
                  <a:srgbClr val="00889A"/>
                </a:solidFill>
                <a:latin typeface="Apple SD Gothic Neo"/>
                <a:ea typeface="Apple SD Gothic Neo"/>
                <a:cs typeface="Apple SD Gothic Neo"/>
              </a:rPr>
              <a:t>공통 제약 C1/C2는 네 비교에서 모두 지킵니다.</a:t>
            </a:r>
          </a:p>
        </p:txBody>
      </p:sp>
      <p:sp>
        <p:nvSpPr>
          <p:cNvPr id="7" name="v2-100-drivers-qa">
            <a:extLst xmlns:a="http://schemas.openxmlformats.org/drawingml/2006/main">
              <a:ext uri="{FF2B5EF4-FFF2-40B4-BE49-F238E27FC236}">
                <a16:creationId xmlns:a16="http://schemas.microsoft.com/office/drawing/2014/main" id="{525BB69C-F790-41AF-8026-FC7D6FC2B0F0}"/>
              </a:ext>
            </a:extLst>
          </p:cNvPr>
          <p:cNvSpPr>
            <a:spLocks xmlns:a="http://schemas.openxmlformats.org/drawingml/2006/main" noGrp="1"/>
          </p:cNvSpPr>
          <p:nvPr/>
        </p:nvSpPr>
        <p:spPr>
          <a:xfrm xmlns:a="http://schemas.openxmlformats.org/drawingml/2006/main">
            <a:off x="495300" y="8001000"/>
            <a:ext cx="17049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0">
                <a:solidFill>
                  <a:srgbClr val="202B35"/>
                </a:solidFill>
                <a:latin typeface="Apple SD Gothic Neo"/>
                <a:ea typeface="Apple SD Gothic Neo"/>
                <a:cs typeface="Apple SD Gothic Neo"/>
              </a:defRPr>
            </a:pPr>
            <a:r>
              <a:rPr sz="2500" b="0">
                <a:solidFill>
                  <a:srgbClr val="202B35"/>
                </a:solidFill>
                <a:latin typeface="Apple SD Gothic Neo"/>
                <a:ea typeface="Apple SD Gothic Neo"/>
                <a:cs typeface="Apple SD Gothic Neo"/>
              </a:rPr>
              <a:t>여섯 QA 모두 검토합니다. 위 표는 대표 인과 경로이며 적용성 전수표나 효과 크기가 아닙니다.</a:t>
            </a:r>
          </a:p>
          <a:p xmlns:a="http://schemas.openxmlformats.org/drawingml/2006/main">
            <a:pPr algn="l">
              <a:defRPr sz="2500" b="0">
                <a:solidFill>
                  <a:srgbClr val="202B35"/>
                </a:solidFill>
                <a:latin typeface="Apple SD Gothic Neo"/>
                <a:ea typeface="Apple SD Gothic Neo"/>
                <a:cs typeface="Apple SD Gothic Neo"/>
              </a:defRPr>
            </a:pPr>
            <a:r>
              <a:rPr sz="2500" b="0">
                <a:solidFill>
                  <a:srgbClr val="202B35"/>
                </a:solidFill>
                <a:latin typeface="Apple SD Gothic Neo"/>
                <a:ea typeface="Apple SD Gothic Neo"/>
                <a:cs typeface="Apple SD Gothic Neo"/>
              </a:rPr>
              <a:t>같은 기능과 입력을 유지한 채, 품질 목표를 달성하는 비용과 지원 한계를 비교합니다.</a:t>
            </a:r>
          </a:p>
        </p:txBody>
      </p:sp>
    </p:spTree>
    <p:extLst>
      <p:ext uri="{BB962C8B-B14F-4D97-AF65-F5344CB8AC3E}">
        <p14:creationId xmlns:p14="http://schemas.microsoft.com/office/powerpoint/2010/main" val="944121076"/>
      </p:ext>
    </p:extLst>
  </p:cSld>
</p:sld>
</file>

<file path=ppt/slides/slide51.xml><?xml version="1.0" encoding="utf-8"?>
<p:sld xmlns:p="http://schemas.openxmlformats.org/presentationml/2006/main">
  <p:cSld name="dp41-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99" name="v2-126-section">
            <a:extLst xmlns:a="http://schemas.openxmlformats.org/drawingml/2006/main">
              <a:ext uri="{FF2B5EF4-FFF2-40B4-BE49-F238E27FC236}">
                <a16:creationId xmlns:a16="http://schemas.microsoft.com/office/drawing/2014/main" id="{29DEE5B3-87D0-4159-B35D-0B7C64FE5D57}"/>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DP41 설계 비교</a:t>
            </a:r>
          </a:p>
        </p:txBody>
      </p:sp>
      <p:sp>
        <p:nvSpPr>
          <p:cNvPr id="2" name="v2-127-title">
            <a:extLst xmlns:a="http://schemas.openxmlformats.org/drawingml/2006/main">
              <a:ext uri="{FF2B5EF4-FFF2-40B4-BE49-F238E27FC236}">
                <a16:creationId xmlns:a16="http://schemas.microsoft.com/office/drawing/2014/main" id="{914A3633-14EF-4CA1-8A2D-D38FF2D70A96}"/>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00" b="1">
                <a:solidFill>
                  <a:srgbClr val="202B35"/>
                </a:solidFill>
                <a:latin typeface="Apple SD Gothic Neo"/>
                <a:ea typeface="Apple SD Gothic Neo"/>
                <a:cs typeface="Apple SD Gothic Neo"/>
              </a:defRPr>
            </a:pPr>
            <a:r>
              <a:rPr sz="3400" b="1">
                <a:solidFill>
                  <a:srgbClr val="202B35"/>
                </a:solidFill>
                <a:latin typeface="Apple SD Gothic Neo"/>
                <a:ea typeface="Apple SD Gothic Neo"/>
                <a:cs typeface="Apple SD Gothic Neo"/>
              </a:rPr>
              <a:t>41. 요청 처리 정확성을 위한 맥락 기반 요청 해석 설계</a:t>
            </a:r>
          </a:p>
        </p:txBody>
      </p:sp>
      <p:sp>
        <p:nvSpPr>
          <p:cNvPr id="3" name="v2-128-rule">
            <a:extLst xmlns:a="http://schemas.openxmlformats.org/drawingml/2006/main">
              <a:ext uri="{FF2B5EF4-FFF2-40B4-BE49-F238E27FC236}">
                <a16:creationId xmlns:a16="http://schemas.microsoft.com/office/drawing/2014/main" id="{9F554603-43F4-4811-B0AB-5F0887F08572}"/>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129-page">
            <a:extLst xmlns:a="http://schemas.openxmlformats.org/drawingml/2006/main">
              <a:ext uri="{FF2B5EF4-FFF2-40B4-BE49-F238E27FC236}">
                <a16:creationId xmlns:a16="http://schemas.microsoft.com/office/drawing/2014/main" id="{47ED5C63-8B87-4449-B3E2-5D9AEF6F92D8}"/>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16</a:t>
            </a:r>
          </a:p>
        </p:txBody>
      </p:sp>
      <p:sp>
        <p:nvSpPr>
          <p:cNvPr id="5" name="v2-130-note">
            <a:extLst xmlns:a="http://schemas.openxmlformats.org/drawingml/2006/main">
              <a:ext uri="{FF2B5EF4-FFF2-40B4-BE49-F238E27FC236}">
                <a16:creationId xmlns:a16="http://schemas.microsoft.com/office/drawing/2014/main" id="{FE38564E-474A-4F04-9209-54DB66279E88}"/>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576773"/>
                </a:solidFill>
                <a:latin typeface="Apple SD Gothic Neo"/>
                <a:ea typeface="Apple SD Gothic Neo"/>
                <a:cs typeface="Apple SD Gothic Neo"/>
              </a:defRPr>
            </a:pPr>
            <a:r>
              <a:rPr sz="2200" b="0">
                <a:solidFill>
                  <a:srgbClr val="576773"/>
                </a:solidFill>
                <a:latin typeface="Apple SD Gothic Neo"/>
                <a:ea typeface="Apple SD Gothic Neo"/>
                <a:cs typeface="Apple SD Gothic Neo"/>
              </a:rPr>
              <a:t>같은 입력: “이 표를 아까 보고서에 넣고, 보내지 말고 그 결과로 메일 초안만 만들어줘.”</a:t>
            </a:r>
          </a:p>
        </p:txBody>
      </p:sp>
      <p:sp>
        <p:nvSpPr>
          <p:cNvPr id="6" name="v2-131-option-a">
            <a:extLst xmlns:a="http://schemas.openxmlformats.org/drawingml/2006/main">
              <a:ext uri="{FF2B5EF4-FFF2-40B4-BE49-F238E27FC236}">
                <a16:creationId xmlns:a16="http://schemas.microsoft.com/office/drawing/2014/main" id="{C5097FA2-DBE3-4DFD-980F-8E82CDDB33A7}"/>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132-option-b">
            <a:extLst xmlns:a="http://schemas.openxmlformats.org/drawingml/2006/main">
              <a:ext uri="{FF2B5EF4-FFF2-40B4-BE49-F238E27FC236}">
                <a16:creationId xmlns:a16="http://schemas.microsoft.com/office/drawing/2014/main" id="{D6A83B6B-4D44-4E9F-B4AB-F4D8DF2BDF85}"/>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133-option-a-text">
            <a:extLst xmlns:a="http://schemas.openxmlformats.org/drawingml/2006/main">
              <a:ext uri="{FF2B5EF4-FFF2-40B4-BE49-F238E27FC236}">
                <a16:creationId xmlns:a16="http://schemas.microsoft.com/office/drawing/2014/main" id="{E929CB88-C612-4B4E-9ADF-EDAF884F6E90}"/>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A  모델이 조회와 전체 의미를 제안</a:t>
            </a:r>
          </a:p>
        </p:txBody>
      </p:sp>
      <p:sp>
        <p:nvSpPr>
          <p:cNvPr id="9" name="v2-134-option-b-text">
            <a:extLst xmlns:a="http://schemas.openxmlformats.org/drawingml/2006/main">
              <a:ext uri="{FF2B5EF4-FFF2-40B4-BE49-F238E27FC236}">
                <a16:creationId xmlns:a16="http://schemas.microsoft.com/office/drawing/2014/main" id="{89C45882-4B6D-43D5-8CD3-89A4BB00495A}"/>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B  모델의 요청 틀을 코드가 완성</a:t>
            </a:r>
          </a:p>
        </p:txBody>
      </p:sp>
      <p:sp>
        <p:nvSpPr>
          <p:cNvPr id="10" name="v2-135-클라우드 의미 LLM">
            <a:extLst xmlns:a="http://schemas.openxmlformats.org/drawingml/2006/main">
              <a:ext uri="{FF2B5EF4-FFF2-40B4-BE49-F238E27FC236}">
                <a16:creationId xmlns:a16="http://schemas.microsoft.com/office/drawing/2014/main" id="{61478EE3-0FAA-4401-A385-40AB982825AB}"/>
              </a:ext>
            </a:extLst>
          </p:cNvPr>
          <p:cNvSpPr>
            <a:spLocks xmlns:a="http://schemas.openxmlformats.org/drawingml/2006/main" noGrp="1"/>
          </p:cNvSpPr>
          <p:nvPr/>
        </p:nvSpPr>
        <p:spPr>
          <a:xfrm xmlns:a="http://schemas.openxmlformats.org/drawingml/2006/main">
            <a:off x="704850" y="2619375"/>
            <a:ext cx="3076575" cy="44767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1" name="v2-136-클라우드 의미 LLM-name">
            <a:extLst xmlns:a="http://schemas.openxmlformats.org/drawingml/2006/main">
              <a:ext uri="{FF2B5EF4-FFF2-40B4-BE49-F238E27FC236}">
                <a16:creationId xmlns:a16="http://schemas.microsoft.com/office/drawing/2014/main" id="{3F8D4F10-9B31-4901-805D-0AADE288373D}"/>
              </a:ext>
            </a:extLst>
          </p:cNvPr>
          <p:cNvSpPr>
            <a:spLocks xmlns:a="http://schemas.openxmlformats.org/drawingml/2006/main" noGrp="1"/>
          </p:cNvSpPr>
          <p:nvPr/>
        </p:nvSpPr>
        <p:spPr>
          <a:xfrm xmlns:a="http://schemas.openxmlformats.org/drawingml/2006/main">
            <a:off x="781050" y="2619375"/>
            <a:ext cx="29241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클라우드 의미 LLM</a:t>
            </a:r>
          </a:p>
        </p:txBody>
      </p:sp>
      <p:sp>
        <p:nvSpPr>
          <p:cNvPr id="12" name="v2-137-Model Access">
            <a:extLst xmlns:a="http://schemas.openxmlformats.org/drawingml/2006/main">
              <a:ext uri="{FF2B5EF4-FFF2-40B4-BE49-F238E27FC236}">
                <a16:creationId xmlns:a16="http://schemas.microsoft.com/office/drawing/2014/main" id="{61E9C7B6-0FAB-4BE6-86B3-D6B7B25FA422}"/>
              </a:ext>
            </a:extLst>
          </p:cNvPr>
          <p:cNvSpPr>
            <a:spLocks xmlns:a="http://schemas.openxmlformats.org/drawingml/2006/main" noGrp="1"/>
          </p:cNvSpPr>
          <p:nvPr/>
        </p:nvSpPr>
        <p:spPr>
          <a:xfrm xmlns:a="http://schemas.openxmlformats.org/drawingml/2006/main">
            <a:off x="4324350" y="2619375"/>
            <a:ext cx="2724150" cy="44767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3" name="v2-138-Model Access-name">
            <a:extLst xmlns:a="http://schemas.openxmlformats.org/drawingml/2006/main">
              <a:ext uri="{FF2B5EF4-FFF2-40B4-BE49-F238E27FC236}">
                <a16:creationId xmlns:a16="http://schemas.microsoft.com/office/drawing/2014/main" id="{A7F593B5-DD28-4B78-83AB-9F2F76F6A84D}"/>
              </a:ext>
            </a:extLst>
          </p:cNvPr>
          <p:cNvSpPr>
            <a:spLocks xmlns:a="http://schemas.openxmlformats.org/drawingml/2006/main" noGrp="1"/>
          </p:cNvSpPr>
          <p:nvPr/>
        </p:nvSpPr>
        <p:spPr>
          <a:xfrm xmlns:a="http://schemas.openxmlformats.org/drawingml/2006/main">
            <a:off x="4400550" y="26193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Model Access</a:t>
            </a:r>
          </a:p>
        </p:txBody>
      </p:sp>
      <p:sp>
        <p:nvSpPr>
          <p:cNvPr id="14" name="v2-139-model-call">
            <a:extLst xmlns:a="http://schemas.openxmlformats.org/drawingml/2006/main">
              <a:ext uri="{FF2B5EF4-FFF2-40B4-BE49-F238E27FC236}">
                <a16:creationId xmlns:a16="http://schemas.microsoft.com/office/drawing/2014/main" id="{23F355C3-E176-47AF-AF39-77B294B3F6E9}"/>
              </a:ext>
            </a:extLst>
          </p:cNvPr>
          <p:cNvSpPr>
            <a:spLocks xmlns:a="http://schemas.openxmlformats.org/drawingml/2006/main" noGrp="1"/>
          </p:cNvSpPr>
          <p:nvPr/>
        </p:nvSpPr>
        <p:spPr>
          <a:xfrm xmlns:a="http://schemas.openxmlformats.org/drawingml/2006/main">
            <a:off x="3781425" y="2752725"/>
            <a:ext cx="542925" cy="9525"/>
          </a:xfrm>
          <a:custGeom xmlns:a="http://schemas.openxmlformats.org/drawingml/2006/main">
            <a:pathLst>
              <a:path w="542925" h="9525">
                <a:moveTo>
                  <a:pt x="542925" y="0"/>
                </a:moveTo>
                <a:lnTo>
                  <a:pt x="0" y="0"/>
                </a:lnTo>
              </a:path>
            </a:pathLst>
          </a:custGeom>
          <a:noFill xmlns:a="http://schemas.openxmlformats.org/drawingml/2006/main"/>
          <a:ln xmlns:a="http://schemas.openxmlformats.org/drawingml/2006/main" w="19050">
            <a:solidFill>
              <a:srgbClr val="576773"/>
            </a:solidFill>
            <a:prstDash val="solid"/>
          </a:ln>
        </p:spPr>
      </p:sp>
      <p:sp>
        <p:nvSpPr>
          <p:cNvPr id="15" name="v2-140-model-call-head">
            <a:extLst xmlns:a="http://schemas.openxmlformats.org/drawingml/2006/main">
              <a:ext uri="{FF2B5EF4-FFF2-40B4-BE49-F238E27FC236}">
                <a16:creationId xmlns:a16="http://schemas.microsoft.com/office/drawing/2014/main" id="{9B62CA40-1B2C-492F-A87D-16BC4E5D4982}"/>
              </a:ext>
            </a:extLst>
          </p:cNvPr>
          <p:cNvSpPr>
            <a:spLocks xmlns:a="http://schemas.openxmlformats.org/drawingml/2006/main" noGrp="1"/>
          </p:cNvSpPr>
          <p:nvPr/>
        </p:nvSpPr>
        <p:spPr>
          <a:xfrm xmlns:a="http://schemas.openxmlformats.org/drawingml/2006/main">
            <a:off x="3781425" y="26979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19050">
            <a:solidFill>
              <a:srgbClr val="576773"/>
            </a:solidFill>
            <a:prstDash val="solid"/>
          </a:ln>
        </p:spPr>
      </p:sp>
      <p:sp>
        <p:nvSpPr>
          <p:cNvPr id="16" name="v2-141-model-result">
            <a:extLst xmlns:a="http://schemas.openxmlformats.org/drawingml/2006/main">
              <a:ext uri="{FF2B5EF4-FFF2-40B4-BE49-F238E27FC236}">
                <a16:creationId xmlns:a16="http://schemas.microsoft.com/office/drawing/2014/main" id="{3831F03A-A9EF-4856-B3AD-6279DF75A81C}"/>
              </a:ext>
            </a:extLst>
          </p:cNvPr>
          <p:cNvSpPr>
            <a:spLocks xmlns:a="http://schemas.openxmlformats.org/drawingml/2006/main" noGrp="1"/>
          </p:cNvSpPr>
          <p:nvPr/>
        </p:nvSpPr>
        <p:spPr>
          <a:xfrm xmlns:a="http://schemas.openxmlformats.org/drawingml/2006/main">
            <a:off x="3781425" y="2952750"/>
            <a:ext cx="542925" cy="9525"/>
          </a:xfrm>
          <a:custGeom xmlns:a="http://schemas.openxmlformats.org/drawingml/2006/main">
            <a:pathLst>
              <a:path w="542925" h="9525">
                <a:moveTo>
                  <a:pt x="0" y="0"/>
                </a:moveTo>
                <a:lnTo>
                  <a:pt x="542925" y="0"/>
                </a:lnTo>
              </a:path>
            </a:pathLst>
          </a:custGeom>
          <a:noFill xmlns:a="http://schemas.openxmlformats.org/drawingml/2006/main"/>
          <a:ln xmlns:a="http://schemas.openxmlformats.org/drawingml/2006/main" w="19050">
            <a:solidFill>
              <a:srgbClr val="576773"/>
            </a:solidFill>
            <a:prstDash val="solid"/>
          </a:ln>
        </p:spPr>
      </p:sp>
      <p:sp>
        <p:nvSpPr>
          <p:cNvPr id="17" name="v2-142-model-result-head">
            <a:extLst xmlns:a="http://schemas.openxmlformats.org/drawingml/2006/main">
              <a:ext uri="{FF2B5EF4-FFF2-40B4-BE49-F238E27FC236}">
                <a16:creationId xmlns:a16="http://schemas.microsoft.com/office/drawing/2014/main" id="{86949BA9-DB99-4265-8742-E93AD48785E7}"/>
              </a:ext>
            </a:extLst>
          </p:cNvPr>
          <p:cNvSpPr>
            <a:spLocks xmlns:a="http://schemas.openxmlformats.org/drawingml/2006/main" noGrp="1"/>
          </p:cNvSpPr>
          <p:nvPr/>
        </p:nvSpPr>
        <p:spPr>
          <a:xfrm xmlns:a="http://schemas.openxmlformats.org/drawingml/2006/main">
            <a:off x="4224042" y="2897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18" name="v2-143-Request Interpreter">
            <a:extLst xmlns:a="http://schemas.openxmlformats.org/drawingml/2006/main">
              <a:ext uri="{FF2B5EF4-FFF2-40B4-BE49-F238E27FC236}">
                <a16:creationId xmlns:a16="http://schemas.microsoft.com/office/drawing/2014/main" id="{F97DEE2D-ED0C-44BF-8197-DA271D5B1A53}"/>
              </a:ext>
            </a:extLst>
          </p:cNvPr>
          <p:cNvSpPr>
            <a:spLocks xmlns:a="http://schemas.openxmlformats.org/drawingml/2006/main" noGrp="1"/>
          </p:cNvSpPr>
          <p:nvPr/>
        </p:nvSpPr>
        <p:spPr>
          <a:xfrm xmlns:a="http://schemas.openxmlformats.org/drawingml/2006/main">
            <a:off x="590550" y="3248025"/>
            <a:ext cx="8105775" cy="22098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9" name="v2-144-Request Interpreter-boundary">
            <a:extLst xmlns:a="http://schemas.openxmlformats.org/drawingml/2006/main">
              <a:ext uri="{FF2B5EF4-FFF2-40B4-BE49-F238E27FC236}">
                <a16:creationId xmlns:a16="http://schemas.microsoft.com/office/drawing/2014/main" id="{625C3A4C-E6A8-4ECA-A705-0FDE9136995F}"/>
              </a:ext>
            </a:extLst>
          </p:cNvPr>
          <p:cNvSpPr>
            <a:spLocks xmlns:a="http://schemas.openxmlformats.org/drawingml/2006/main" noGrp="1"/>
          </p:cNvSpPr>
          <p:nvPr/>
        </p:nvSpPr>
        <p:spPr>
          <a:xfrm xmlns:a="http://schemas.openxmlformats.org/drawingml/2006/main">
            <a:off x="723900" y="32861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Request Interpreter</a:t>
            </a:r>
          </a:p>
        </p:txBody>
      </p:sp>
      <p:sp>
        <p:nvSpPr>
          <p:cNvPr id="20" name="v2-145-클라우드 의미 LLM">
            <a:extLst xmlns:a="http://schemas.openxmlformats.org/drawingml/2006/main">
              <a:ext uri="{FF2B5EF4-FFF2-40B4-BE49-F238E27FC236}">
                <a16:creationId xmlns:a16="http://schemas.microsoft.com/office/drawing/2014/main" id="{2EAA4132-0376-4CC6-B421-4D878E425670}"/>
              </a:ext>
            </a:extLst>
          </p:cNvPr>
          <p:cNvSpPr>
            <a:spLocks xmlns:a="http://schemas.openxmlformats.org/drawingml/2006/main" noGrp="1"/>
          </p:cNvSpPr>
          <p:nvPr/>
        </p:nvSpPr>
        <p:spPr>
          <a:xfrm xmlns:a="http://schemas.openxmlformats.org/drawingml/2006/main">
            <a:off x="9439275" y="2619375"/>
            <a:ext cx="3076575" cy="44767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21" name="v2-146-클라우드 의미 LLM-name">
            <a:extLst xmlns:a="http://schemas.openxmlformats.org/drawingml/2006/main">
              <a:ext uri="{FF2B5EF4-FFF2-40B4-BE49-F238E27FC236}">
                <a16:creationId xmlns:a16="http://schemas.microsoft.com/office/drawing/2014/main" id="{955A65DC-3882-49A4-8ACC-2A322E743F26}"/>
              </a:ext>
            </a:extLst>
          </p:cNvPr>
          <p:cNvSpPr>
            <a:spLocks xmlns:a="http://schemas.openxmlformats.org/drawingml/2006/main" noGrp="1"/>
          </p:cNvSpPr>
          <p:nvPr/>
        </p:nvSpPr>
        <p:spPr>
          <a:xfrm xmlns:a="http://schemas.openxmlformats.org/drawingml/2006/main">
            <a:off x="9515475" y="2619375"/>
            <a:ext cx="29241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클라우드 의미 LLM</a:t>
            </a:r>
          </a:p>
        </p:txBody>
      </p:sp>
      <p:sp>
        <p:nvSpPr>
          <p:cNvPr id="22" name="v2-147-Model Access">
            <a:extLst xmlns:a="http://schemas.openxmlformats.org/drawingml/2006/main">
              <a:ext uri="{FF2B5EF4-FFF2-40B4-BE49-F238E27FC236}">
                <a16:creationId xmlns:a16="http://schemas.microsoft.com/office/drawing/2014/main" id="{B096E3FB-857C-43F9-BFA8-9593AC1C9183}"/>
              </a:ext>
            </a:extLst>
          </p:cNvPr>
          <p:cNvSpPr>
            <a:spLocks xmlns:a="http://schemas.openxmlformats.org/drawingml/2006/main" noGrp="1"/>
          </p:cNvSpPr>
          <p:nvPr/>
        </p:nvSpPr>
        <p:spPr>
          <a:xfrm xmlns:a="http://schemas.openxmlformats.org/drawingml/2006/main">
            <a:off x="13058775" y="2619375"/>
            <a:ext cx="2724150" cy="44767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3" name="v2-148-Model Access-name">
            <a:extLst xmlns:a="http://schemas.openxmlformats.org/drawingml/2006/main">
              <a:ext uri="{FF2B5EF4-FFF2-40B4-BE49-F238E27FC236}">
                <a16:creationId xmlns:a16="http://schemas.microsoft.com/office/drawing/2014/main" id="{F773C714-5921-4378-BA32-798E04E7B3BF}"/>
              </a:ext>
            </a:extLst>
          </p:cNvPr>
          <p:cNvSpPr>
            <a:spLocks xmlns:a="http://schemas.openxmlformats.org/drawingml/2006/main" noGrp="1"/>
          </p:cNvSpPr>
          <p:nvPr/>
        </p:nvSpPr>
        <p:spPr>
          <a:xfrm xmlns:a="http://schemas.openxmlformats.org/drawingml/2006/main">
            <a:off x="13134975" y="26193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Model Access</a:t>
            </a:r>
          </a:p>
        </p:txBody>
      </p:sp>
      <p:sp>
        <p:nvSpPr>
          <p:cNvPr id="24" name="v2-149-model-call">
            <a:extLst xmlns:a="http://schemas.openxmlformats.org/drawingml/2006/main">
              <a:ext uri="{FF2B5EF4-FFF2-40B4-BE49-F238E27FC236}">
                <a16:creationId xmlns:a16="http://schemas.microsoft.com/office/drawing/2014/main" id="{C2A656A2-8B8D-4234-9122-F4E887F1683C}"/>
              </a:ext>
            </a:extLst>
          </p:cNvPr>
          <p:cNvSpPr>
            <a:spLocks xmlns:a="http://schemas.openxmlformats.org/drawingml/2006/main" noGrp="1"/>
          </p:cNvSpPr>
          <p:nvPr/>
        </p:nvSpPr>
        <p:spPr>
          <a:xfrm xmlns:a="http://schemas.openxmlformats.org/drawingml/2006/main">
            <a:off x="12515850" y="2752725"/>
            <a:ext cx="542925" cy="9525"/>
          </a:xfrm>
          <a:custGeom xmlns:a="http://schemas.openxmlformats.org/drawingml/2006/main">
            <a:pathLst>
              <a:path w="542925" h="9525">
                <a:moveTo>
                  <a:pt x="542925" y="0"/>
                </a:moveTo>
                <a:lnTo>
                  <a:pt x="0" y="0"/>
                </a:lnTo>
              </a:path>
            </a:pathLst>
          </a:custGeom>
          <a:noFill xmlns:a="http://schemas.openxmlformats.org/drawingml/2006/main"/>
          <a:ln xmlns:a="http://schemas.openxmlformats.org/drawingml/2006/main" w="19050">
            <a:solidFill>
              <a:srgbClr val="576773"/>
            </a:solidFill>
            <a:prstDash val="solid"/>
          </a:ln>
        </p:spPr>
      </p:sp>
      <p:sp>
        <p:nvSpPr>
          <p:cNvPr id="25" name="v2-150-model-call-head">
            <a:extLst xmlns:a="http://schemas.openxmlformats.org/drawingml/2006/main">
              <a:ext uri="{FF2B5EF4-FFF2-40B4-BE49-F238E27FC236}">
                <a16:creationId xmlns:a16="http://schemas.microsoft.com/office/drawing/2014/main" id="{444F95D9-FAB6-4C6F-AD10-4C3373CC5C64}"/>
              </a:ext>
            </a:extLst>
          </p:cNvPr>
          <p:cNvSpPr>
            <a:spLocks xmlns:a="http://schemas.openxmlformats.org/drawingml/2006/main" noGrp="1"/>
          </p:cNvSpPr>
          <p:nvPr/>
        </p:nvSpPr>
        <p:spPr>
          <a:xfrm xmlns:a="http://schemas.openxmlformats.org/drawingml/2006/main">
            <a:off x="12515850" y="26979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19050">
            <a:solidFill>
              <a:srgbClr val="576773"/>
            </a:solidFill>
            <a:prstDash val="solid"/>
          </a:ln>
        </p:spPr>
      </p:sp>
      <p:sp>
        <p:nvSpPr>
          <p:cNvPr id="26" name="v2-151-model-result">
            <a:extLst xmlns:a="http://schemas.openxmlformats.org/drawingml/2006/main">
              <a:ext uri="{FF2B5EF4-FFF2-40B4-BE49-F238E27FC236}">
                <a16:creationId xmlns:a16="http://schemas.microsoft.com/office/drawing/2014/main" id="{530460F0-1800-48C6-B058-23972BFA8168}"/>
              </a:ext>
            </a:extLst>
          </p:cNvPr>
          <p:cNvSpPr>
            <a:spLocks xmlns:a="http://schemas.openxmlformats.org/drawingml/2006/main" noGrp="1"/>
          </p:cNvSpPr>
          <p:nvPr/>
        </p:nvSpPr>
        <p:spPr>
          <a:xfrm xmlns:a="http://schemas.openxmlformats.org/drawingml/2006/main">
            <a:off x="12515850" y="2952750"/>
            <a:ext cx="542925" cy="9525"/>
          </a:xfrm>
          <a:custGeom xmlns:a="http://schemas.openxmlformats.org/drawingml/2006/main">
            <a:pathLst>
              <a:path w="542925" h="9525">
                <a:moveTo>
                  <a:pt x="0" y="0"/>
                </a:moveTo>
                <a:lnTo>
                  <a:pt x="542925" y="0"/>
                </a:lnTo>
              </a:path>
            </a:pathLst>
          </a:custGeom>
          <a:noFill xmlns:a="http://schemas.openxmlformats.org/drawingml/2006/main"/>
          <a:ln xmlns:a="http://schemas.openxmlformats.org/drawingml/2006/main" w="19050">
            <a:solidFill>
              <a:srgbClr val="576773"/>
            </a:solidFill>
            <a:prstDash val="solid"/>
          </a:ln>
        </p:spPr>
      </p:sp>
      <p:sp>
        <p:nvSpPr>
          <p:cNvPr id="27" name="v2-152-model-result-head">
            <a:extLst xmlns:a="http://schemas.openxmlformats.org/drawingml/2006/main">
              <a:ext uri="{FF2B5EF4-FFF2-40B4-BE49-F238E27FC236}">
                <a16:creationId xmlns:a16="http://schemas.microsoft.com/office/drawing/2014/main" id="{F8810380-712F-45B6-B2BE-58ED2169EFD1}"/>
              </a:ext>
            </a:extLst>
          </p:cNvPr>
          <p:cNvSpPr>
            <a:spLocks xmlns:a="http://schemas.openxmlformats.org/drawingml/2006/main" noGrp="1"/>
          </p:cNvSpPr>
          <p:nvPr/>
        </p:nvSpPr>
        <p:spPr>
          <a:xfrm xmlns:a="http://schemas.openxmlformats.org/drawingml/2006/main">
            <a:off x="12958467" y="2897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28" name="v2-153-Request Interpreter">
            <a:extLst xmlns:a="http://schemas.openxmlformats.org/drawingml/2006/main">
              <a:ext uri="{FF2B5EF4-FFF2-40B4-BE49-F238E27FC236}">
                <a16:creationId xmlns:a16="http://schemas.microsoft.com/office/drawing/2014/main" id="{8165AB30-0C0C-499E-8D6A-A98C3D1D0C51}"/>
              </a:ext>
            </a:extLst>
          </p:cNvPr>
          <p:cNvSpPr>
            <a:spLocks xmlns:a="http://schemas.openxmlformats.org/drawingml/2006/main" noGrp="1"/>
          </p:cNvSpPr>
          <p:nvPr/>
        </p:nvSpPr>
        <p:spPr>
          <a:xfrm xmlns:a="http://schemas.openxmlformats.org/drawingml/2006/main">
            <a:off x="9324975" y="3248025"/>
            <a:ext cx="8105775" cy="22098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29" name="v2-154-Request Interpreter-boundary">
            <a:extLst xmlns:a="http://schemas.openxmlformats.org/drawingml/2006/main">
              <a:ext uri="{FF2B5EF4-FFF2-40B4-BE49-F238E27FC236}">
                <a16:creationId xmlns:a16="http://schemas.microsoft.com/office/drawing/2014/main" id="{29FD2D62-7D67-41EA-9F0A-F63B609E219B}"/>
              </a:ext>
            </a:extLst>
          </p:cNvPr>
          <p:cNvSpPr>
            <a:spLocks xmlns:a="http://schemas.openxmlformats.org/drawingml/2006/main" noGrp="1"/>
          </p:cNvSpPr>
          <p:nvPr/>
        </p:nvSpPr>
        <p:spPr>
          <a:xfrm xmlns:a="http://schemas.openxmlformats.org/drawingml/2006/main">
            <a:off x="9458325" y="32861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Request Interpreter</a:t>
            </a:r>
          </a:p>
        </p:txBody>
      </p:sp>
      <p:sp>
        <p:nvSpPr>
          <p:cNvPr id="30" name="v2-155-모델 주도 해석 제어기">
            <a:extLst xmlns:a="http://schemas.openxmlformats.org/drawingml/2006/main">
              <a:ext uri="{FF2B5EF4-FFF2-40B4-BE49-F238E27FC236}">
                <a16:creationId xmlns:a16="http://schemas.microsoft.com/office/drawing/2014/main" id="{BEFCF12F-1B53-4BA8-9A18-68256CB3E77E}"/>
              </a:ext>
            </a:extLst>
          </p:cNvPr>
          <p:cNvSpPr>
            <a:spLocks xmlns:a="http://schemas.openxmlformats.org/drawingml/2006/main" noGrp="1"/>
          </p:cNvSpPr>
          <p:nvPr/>
        </p:nvSpPr>
        <p:spPr>
          <a:xfrm xmlns:a="http://schemas.openxmlformats.org/drawingml/2006/main">
            <a:off x="800100" y="3838575"/>
            <a:ext cx="3200400"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31" name="v2-156-모델 주도 해석 제어기-name">
            <a:extLst xmlns:a="http://schemas.openxmlformats.org/drawingml/2006/main">
              <a:ext uri="{FF2B5EF4-FFF2-40B4-BE49-F238E27FC236}">
                <a16:creationId xmlns:a16="http://schemas.microsoft.com/office/drawing/2014/main" id="{C90B6383-B14F-463F-8C56-3E165601B337}"/>
              </a:ext>
            </a:extLst>
          </p:cNvPr>
          <p:cNvSpPr>
            <a:spLocks xmlns:a="http://schemas.openxmlformats.org/drawingml/2006/main" noGrp="1"/>
          </p:cNvSpPr>
          <p:nvPr/>
        </p:nvSpPr>
        <p:spPr>
          <a:xfrm xmlns:a="http://schemas.openxmlformats.org/drawingml/2006/main">
            <a:off x="876300" y="383857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모델 주도 해석 제어기</a:t>
            </a:r>
          </a:p>
        </p:txBody>
      </p:sp>
      <p:sp>
        <p:nvSpPr>
          <p:cNvPr id="32" name="v2-157-읽기 도구 실행기">
            <a:extLst xmlns:a="http://schemas.openxmlformats.org/drawingml/2006/main">
              <a:ext uri="{FF2B5EF4-FFF2-40B4-BE49-F238E27FC236}">
                <a16:creationId xmlns:a16="http://schemas.microsoft.com/office/drawing/2014/main" id="{8644218A-3CE1-48BF-95D8-8F6C97282ADE}"/>
              </a:ext>
            </a:extLst>
          </p:cNvPr>
          <p:cNvSpPr>
            <a:spLocks xmlns:a="http://schemas.openxmlformats.org/drawingml/2006/main" noGrp="1"/>
          </p:cNvSpPr>
          <p:nvPr/>
        </p:nvSpPr>
        <p:spPr>
          <a:xfrm xmlns:a="http://schemas.openxmlformats.org/drawingml/2006/main">
            <a:off x="5257800" y="3838575"/>
            <a:ext cx="30765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33" name="v2-158-읽기 도구 실행기-name">
            <a:extLst xmlns:a="http://schemas.openxmlformats.org/drawingml/2006/main">
              <a:ext uri="{FF2B5EF4-FFF2-40B4-BE49-F238E27FC236}">
                <a16:creationId xmlns:a16="http://schemas.microsoft.com/office/drawing/2014/main" id="{137DC136-3A25-4C0C-9EE3-0E4872AA5859}"/>
              </a:ext>
            </a:extLst>
          </p:cNvPr>
          <p:cNvSpPr>
            <a:spLocks xmlns:a="http://schemas.openxmlformats.org/drawingml/2006/main" noGrp="1"/>
          </p:cNvSpPr>
          <p:nvPr/>
        </p:nvSpPr>
        <p:spPr>
          <a:xfrm xmlns:a="http://schemas.openxmlformats.org/drawingml/2006/main">
            <a:off x="5334000" y="3838575"/>
            <a:ext cx="2924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읽기 도구 실행기</a:t>
            </a:r>
          </a:p>
        </p:txBody>
      </p:sp>
      <p:sp>
        <p:nvSpPr>
          <p:cNvPr id="34" name="v2-159-모델에 제공할 해석 맥락">
            <a:extLst xmlns:a="http://schemas.openxmlformats.org/drawingml/2006/main">
              <a:ext uri="{FF2B5EF4-FFF2-40B4-BE49-F238E27FC236}">
                <a16:creationId xmlns:a16="http://schemas.microsoft.com/office/drawing/2014/main" id="{59026275-2ADB-4E6B-A8ED-C6B0D215BB57}"/>
              </a:ext>
            </a:extLst>
          </p:cNvPr>
          <p:cNvSpPr>
            <a:spLocks xmlns:a="http://schemas.openxmlformats.org/drawingml/2006/main" noGrp="1"/>
          </p:cNvSpPr>
          <p:nvPr/>
        </p:nvSpPr>
        <p:spPr>
          <a:xfrm xmlns:a="http://schemas.openxmlformats.org/drawingml/2006/main">
            <a:off x="800100" y="4810125"/>
            <a:ext cx="3200400" cy="4667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35" name="v2-160-모델에 제공할 해석 맥락-name">
            <a:extLst xmlns:a="http://schemas.openxmlformats.org/drawingml/2006/main">
              <a:ext uri="{FF2B5EF4-FFF2-40B4-BE49-F238E27FC236}">
                <a16:creationId xmlns:a16="http://schemas.microsoft.com/office/drawing/2014/main" id="{D708C4E2-BA8A-4EC9-A7F4-1071908FA3A7}"/>
              </a:ext>
            </a:extLst>
          </p:cNvPr>
          <p:cNvSpPr>
            <a:spLocks xmlns:a="http://schemas.openxmlformats.org/drawingml/2006/main" noGrp="1"/>
          </p:cNvSpPr>
          <p:nvPr/>
        </p:nvSpPr>
        <p:spPr>
          <a:xfrm xmlns:a="http://schemas.openxmlformats.org/drawingml/2006/main">
            <a:off x="876300" y="4810125"/>
            <a:ext cx="304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모델에 제공할 해석 맥락</a:t>
            </a:r>
          </a:p>
        </p:txBody>
      </p:sp>
      <p:sp>
        <p:nvSpPr>
          <p:cNvPr id="36" name="v2-161-의미 제안 검증기">
            <a:extLst xmlns:a="http://schemas.openxmlformats.org/drawingml/2006/main">
              <a:ext uri="{FF2B5EF4-FFF2-40B4-BE49-F238E27FC236}">
                <a16:creationId xmlns:a16="http://schemas.microsoft.com/office/drawing/2014/main" id="{386500E5-2EA3-4C84-9E3E-79EE442EDEFB}"/>
              </a:ext>
            </a:extLst>
          </p:cNvPr>
          <p:cNvSpPr>
            <a:spLocks xmlns:a="http://schemas.openxmlformats.org/drawingml/2006/main" noGrp="1"/>
          </p:cNvSpPr>
          <p:nvPr/>
        </p:nvSpPr>
        <p:spPr>
          <a:xfrm xmlns:a="http://schemas.openxmlformats.org/drawingml/2006/main">
            <a:off x="5257800" y="4810125"/>
            <a:ext cx="3076575"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37" name="v2-162-의미 제안 검증기-name">
            <a:extLst xmlns:a="http://schemas.openxmlformats.org/drawingml/2006/main">
              <a:ext uri="{FF2B5EF4-FFF2-40B4-BE49-F238E27FC236}">
                <a16:creationId xmlns:a16="http://schemas.microsoft.com/office/drawing/2014/main" id="{5A9AD564-E438-4BCC-8947-BF1DAAFA6B10}"/>
              </a:ext>
            </a:extLst>
          </p:cNvPr>
          <p:cNvSpPr>
            <a:spLocks xmlns:a="http://schemas.openxmlformats.org/drawingml/2006/main" noGrp="1"/>
          </p:cNvSpPr>
          <p:nvPr/>
        </p:nvSpPr>
        <p:spPr>
          <a:xfrm xmlns:a="http://schemas.openxmlformats.org/drawingml/2006/main">
            <a:off x="5334000" y="4810125"/>
            <a:ext cx="2924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의미 제안 검증기</a:t>
            </a:r>
          </a:p>
        </p:txBody>
      </p:sp>
      <p:sp>
        <p:nvSpPr>
          <p:cNvPr id="38" name="v2-163-a-read">
            <a:extLst xmlns:a="http://schemas.openxmlformats.org/drawingml/2006/main">
              <a:ext uri="{FF2B5EF4-FFF2-40B4-BE49-F238E27FC236}">
                <a16:creationId xmlns:a16="http://schemas.microsoft.com/office/drawing/2014/main" id="{51ED4CBB-5236-4CA1-99CD-91943FBDDB68}"/>
              </a:ext>
            </a:extLst>
          </p:cNvPr>
          <p:cNvSpPr>
            <a:spLocks xmlns:a="http://schemas.openxmlformats.org/drawingml/2006/main" noGrp="1"/>
          </p:cNvSpPr>
          <p:nvPr/>
        </p:nvSpPr>
        <p:spPr>
          <a:xfrm xmlns:a="http://schemas.openxmlformats.org/drawingml/2006/main">
            <a:off x="4000500" y="4095750"/>
            <a:ext cx="1257300" cy="9525"/>
          </a:xfrm>
          <a:custGeom xmlns:a="http://schemas.openxmlformats.org/drawingml/2006/main">
            <a:pathLst>
              <a:path w="1257300" h="9525">
                <a:moveTo>
                  <a:pt x="0" y="0"/>
                </a:moveTo>
                <a:lnTo>
                  <a:pt x="1257300" y="0"/>
                </a:lnTo>
              </a:path>
            </a:pathLst>
          </a:custGeom>
          <a:noFill xmlns:a="http://schemas.openxmlformats.org/drawingml/2006/main"/>
          <a:ln xmlns:a="http://schemas.openxmlformats.org/drawingml/2006/main" w="26670">
            <a:solidFill>
              <a:srgbClr val="00889A"/>
            </a:solidFill>
            <a:prstDash val="solid"/>
          </a:ln>
        </p:spPr>
      </p:sp>
      <p:sp>
        <p:nvSpPr>
          <p:cNvPr id="39" name="v2-164-a-read-head">
            <a:extLst xmlns:a="http://schemas.openxmlformats.org/drawingml/2006/main">
              <a:ext uri="{FF2B5EF4-FFF2-40B4-BE49-F238E27FC236}">
                <a16:creationId xmlns:a16="http://schemas.microsoft.com/office/drawing/2014/main" id="{D416B11E-43B3-4485-89DA-85A188475966}"/>
              </a:ext>
            </a:extLst>
          </p:cNvPr>
          <p:cNvSpPr>
            <a:spLocks xmlns:a="http://schemas.openxmlformats.org/drawingml/2006/main" noGrp="1"/>
          </p:cNvSpPr>
          <p:nvPr/>
        </p:nvSpPr>
        <p:spPr>
          <a:xfrm xmlns:a="http://schemas.openxmlformats.org/drawingml/2006/main">
            <a:off x="5157492" y="4040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40" name="v2-165-note">
            <a:extLst xmlns:a="http://schemas.openxmlformats.org/drawingml/2006/main">
              <a:ext uri="{FF2B5EF4-FFF2-40B4-BE49-F238E27FC236}">
                <a16:creationId xmlns:a16="http://schemas.microsoft.com/office/drawing/2014/main" id="{BCAC4950-9943-4F26-98BB-9E2ADB39666C}"/>
              </a:ext>
            </a:extLst>
          </p:cNvPr>
          <p:cNvSpPr>
            <a:spLocks xmlns:a="http://schemas.openxmlformats.org/drawingml/2006/main" noGrp="1"/>
          </p:cNvSpPr>
          <p:nvPr/>
        </p:nvSpPr>
        <p:spPr>
          <a:xfrm xmlns:a="http://schemas.openxmlformats.org/drawingml/2006/main">
            <a:off x="4086225" y="3733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② 조회 선택</a:t>
            </a:r>
          </a:p>
        </p:txBody>
      </p:sp>
      <p:sp>
        <p:nvSpPr>
          <p:cNvPr id="41" name="v2-166-a-results">
            <a:extLst xmlns:a="http://schemas.openxmlformats.org/drawingml/2006/main">
              <a:ext uri="{FF2B5EF4-FFF2-40B4-BE49-F238E27FC236}">
                <a16:creationId xmlns:a16="http://schemas.microsoft.com/office/drawing/2014/main" id="{73D83836-144C-4637-873B-1F3026913CDB}"/>
              </a:ext>
            </a:extLst>
          </p:cNvPr>
          <p:cNvSpPr>
            <a:spLocks xmlns:a="http://schemas.openxmlformats.org/drawingml/2006/main" noGrp="1"/>
          </p:cNvSpPr>
          <p:nvPr/>
        </p:nvSpPr>
        <p:spPr>
          <a:xfrm xmlns:a="http://schemas.openxmlformats.org/drawingml/2006/main">
            <a:off x="2400300" y="4362450"/>
            <a:ext cx="4391025" cy="447675"/>
          </a:xfrm>
          <a:custGeom xmlns:a="http://schemas.openxmlformats.org/drawingml/2006/main">
            <a:pathLst>
              <a:path w="4391025" h="447675">
                <a:moveTo>
                  <a:pt x="4391025" y="0"/>
                </a:moveTo>
                <a:lnTo>
                  <a:pt x="4391025" y="228600"/>
                </a:lnTo>
                <a:lnTo>
                  <a:pt x="0" y="228600"/>
                </a:lnTo>
                <a:lnTo>
                  <a:pt x="0" y="447675"/>
                </a:lnTo>
              </a:path>
            </a:pathLst>
          </a:custGeom>
          <a:noFill xmlns:a="http://schemas.openxmlformats.org/drawingml/2006/main"/>
          <a:ln xmlns:a="http://schemas.openxmlformats.org/drawingml/2006/main" w="26670">
            <a:solidFill>
              <a:srgbClr val="00889A"/>
            </a:solidFill>
            <a:prstDash val="solid"/>
          </a:ln>
        </p:spPr>
      </p:sp>
      <p:sp>
        <p:nvSpPr>
          <p:cNvPr id="42" name="v2-167-a-results-head">
            <a:extLst xmlns:a="http://schemas.openxmlformats.org/drawingml/2006/main">
              <a:ext uri="{FF2B5EF4-FFF2-40B4-BE49-F238E27FC236}">
                <a16:creationId xmlns:a16="http://schemas.microsoft.com/office/drawing/2014/main" id="{B57C6B69-ED53-4FEB-A637-AF21FABA31A9}"/>
              </a:ext>
            </a:extLst>
          </p:cNvPr>
          <p:cNvSpPr>
            <a:spLocks xmlns:a="http://schemas.openxmlformats.org/drawingml/2006/main" noGrp="1"/>
          </p:cNvSpPr>
          <p:nvPr/>
        </p:nvSpPr>
        <p:spPr>
          <a:xfrm xmlns:a="http://schemas.openxmlformats.org/drawingml/2006/main">
            <a:off x="2345502" y="47098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6670">
            <a:solidFill>
              <a:srgbClr val="00889A"/>
            </a:solidFill>
            <a:prstDash val="solid"/>
          </a:ln>
        </p:spPr>
      </p:sp>
      <p:sp>
        <p:nvSpPr>
          <p:cNvPr id="43" name="v2-168-note">
            <a:extLst xmlns:a="http://schemas.openxmlformats.org/drawingml/2006/main">
              <a:ext uri="{FF2B5EF4-FFF2-40B4-BE49-F238E27FC236}">
                <a16:creationId xmlns:a16="http://schemas.microsoft.com/office/drawing/2014/main" id="{DF088886-EF77-4CB7-A21D-D884A7F59D15}"/>
              </a:ext>
            </a:extLst>
          </p:cNvPr>
          <p:cNvSpPr>
            <a:spLocks xmlns:a="http://schemas.openxmlformats.org/drawingml/2006/main" noGrp="1"/>
          </p:cNvSpPr>
          <p:nvPr/>
        </p:nvSpPr>
        <p:spPr>
          <a:xfrm xmlns:a="http://schemas.openxmlformats.org/drawingml/2006/main">
            <a:off x="3048000" y="44196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③ 결과를 해석 맥락에 반영</a:t>
            </a:r>
          </a:p>
        </p:txBody>
      </p:sp>
      <p:sp>
        <p:nvSpPr>
          <p:cNvPr id="44" name="v2-169-a-rejudge">
            <a:extLst xmlns:a="http://schemas.openxmlformats.org/drawingml/2006/main">
              <a:ext uri="{FF2B5EF4-FFF2-40B4-BE49-F238E27FC236}">
                <a16:creationId xmlns:a16="http://schemas.microsoft.com/office/drawing/2014/main" id="{23804142-B7CD-4490-80A1-389887295865}"/>
              </a:ext>
            </a:extLst>
          </p:cNvPr>
          <p:cNvSpPr>
            <a:spLocks xmlns:a="http://schemas.openxmlformats.org/drawingml/2006/main" noGrp="1"/>
          </p:cNvSpPr>
          <p:nvPr/>
        </p:nvSpPr>
        <p:spPr>
          <a:xfrm xmlns:a="http://schemas.openxmlformats.org/drawingml/2006/main">
            <a:off x="609600" y="3067050"/>
            <a:ext cx="4591050" cy="1743075"/>
          </a:xfrm>
          <a:custGeom xmlns:a="http://schemas.openxmlformats.org/drawingml/2006/main">
            <a:pathLst>
              <a:path w="4591050" h="1743075">
                <a:moveTo>
                  <a:pt x="1790700" y="1743075"/>
                </a:moveTo>
                <a:lnTo>
                  <a:pt x="0" y="1743075"/>
                </a:lnTo>
                <a:lnTo>
                  <a:pt x="0" y="57150"/>
                </a:lnTo>
                <a:lnTo>
                  <a:pt x="4591050" y="57150"/>
                </a:lnTo>
                <a:lnTo>
                  <a:pt x="4591050" y="0"/>
                </a:lnTo>
              </a:path>
            </a:pathLst>
          </a:custGeom>
          <a:noFill xmlns:a="http://schemas.openxmlformats.org/drawingml/2006/main"/>
          <a:ln xmlns:a="http://schemas.openxmlformats.org/drawingml/2006/main" w="26670">
            <a:solidFill>
              <a:srgbClr val="00889A"/>
            </a:solidFill>
            <a:prstDash val="solid"/>
          </a:ln>
        </p:spPr>
      </p:sp>
      <p:sp>
        <p:nvSpPr>
          <p:cNvPr id="45" name="v2-170-a-rejudge-head">
            <a:extLst xmlns:a="http://schemas.openxmlformats.org/drawingml/2006/main">
              <a:ext uri="{FF2B5EF4-FFF2-40B4-BE49-F238E27FC236}">
                <a16:creationId xmlns:a16="http://schemas.microsoft.com/office/drawing/2014/main" id="{3B059275-4165-487D-8E48-2D5189429067}"/>
              </a:ext>
            </a:extLst>
          </p:cNvPr>
          <p:cNvSpPr>
            <a:spLocks xmlns:a="http://schemas.openxmlformats.org/drawingml/2006/main" noGrp="1"/>
          </p:cNvSpPr>
          <p:nvPr/>
        </p:nvSpPr>
        <p:spPr>
          <a:xfrm xmlns:a="http://schemas.openxmlformats.org/drawingml/2006/main">
            <a:off x="5145852" y="30670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6670">
            <a:solidFill>
              <a:srgbClr val="00889A"/>
            </a:solidFill>
            <a:prstDash val="solid"/>
          </a:ln>
        </p:spPr>
      </p:sp>
      <p:sp>
        <p:nvSpPr>
          <p:cNvPr id="46" name="v2-171-note">
            <a:extLst xmlns:a="http://schemas.openxmlformats.org/drawingml/2006/main">
              <a:ext uri="{FF2B5EF4-FFF2-40B4-BE49-F238E27FC236}">
                <a16:creationId xmlns:a16="http://schemas.microsoft.com/office/drawing/2014/main" id="{DF25C22F-6FAF-4AB8-9F31-45BDCCC906FF}"/>
              </a:ext>
            </a:extLst>
          </p:cNvPr>
          <p:cNvSpPr>
            <a:spLocks xmlns:a="http://schemas.openxmlformats.org/drawingml/2006/main" noGrp="1"/>
          </p:cNvSpPr>
          <p:nvPr/>
        </p:nvSpPr>
        <p:spPr>
          <a:xfrm xmlns:a="http://schemas.openxmlformats.org/drawingml/2006/main">
            <a:off x="666750" y="5495925"/>
            <a:ext cx="387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④ 누적 근거로 모델 재호출</a:t>
            </a:r>
          </a:p>
        </p:txBody>
      </p:sp>
      <p:sp>
        <p:nvSpPr>
          <p:cNvPr id="47" name="v2-172-a-action">
            <a:extLst xmlns:a="http://schemas.openxmlformats.org/drawingml/2006/main">
              <a:ext uri="{FF2B5EF4-FFF2-40B4-BE49-F238E27FC236}">
                <a16:creationId xmlns:a16="http://schemas.microsoft.com/office/drawing/2014/main" id="{0787E1EA-B0C2-41B2-BE6A-D8E8DE761117}"/>
              </a:ext>
            </a:extLst>
          </p:cNvPr>
          <p:cNvSpPr>
            <a:spLocks xmlns:a="http://schemas.openxmlformats.org/drawingml/2006/main" noGrp="1"/>
          </p:cNvSpPr>
          <p:nvPr/>
        </p:nvSpPr>
        <p:spPr>
          <a:xfrm xmlns:a="http://schemas.openxmlformats.org/drawingml/2006/main">
            <a:off x="2400300" y="3067050"/>
            <a:ext cx="2800350" cy="771525"/>
          </a:xfrm>
          <a:custGeom xmlns:a="http://schemas.openxmlformats.org/drawingml/2006/main">
            <a:pathLst>
              <a:path w="2800350" h="771525">
                <a:moveTo>
                  <a:pt x="2800350" y="0"/>
                </a:moveTo>
                <a:lnTo>
                  <a:pt x="2800350" y="628650"/>
                </a:lnTo>
                <a:lnTo>
                  <a:pt x="0" y="628650"/>
                </a:lnTo>
                <a:lnTo>
                  <a:pt x="0" y="771525"/>
                </a:lnTo>
              </a:path>
            </a:pathLst>
          </a:custGeom>
          <a:noFill xmlns:a="http://schemas.openxmlformats.org/drawingml/2006/main"/>
          <a:ln xmlns:a="http://schemas.openxmlformats.org/drawingml/2006/main" w="26670">
            <a:solidFill>
              <a:srgbClr val="00889A"/>
            </a:solidFill>
            <a:prstDash val="solid"/>
          </a:ln>
        </p:spPr>
      </p:sp>
      <p:sp>
        <p:nvSpPr>
          <p:cNvPr id="48" name="v2-173-a-action-head">
            <a:extLst xmlns:a="http://schemas.openxmlformats.org/drawingml/2006/main">
              <a:ext uri="{FF2B5EF4-FFF2-40B4-BE49-F238E27FC236}">
                <a16:creationId xmlns:a16="http://schemas.microsoft.com/office/drawing/2014/main" id="{7F94799A-B896-4B48-BE80-8FC4855771F5}"/>
              </a:ext>
            </a:extLst>
          </p:cNvPr>
          <p:cNvSpPr>
            <a:spLocks xmlns:a="http://schemas.openxmlformats.org/drawingml/2006/main" noGrp="1"/>
          </p:cNvSpPr>
          <p:nvPr/>
        </p:nvSpPr>
        <p:spPr>
          <a:xfrm xmlns:a="http://schemas.openxmlformats.org/drawingml/2006/main">
            <a:off x="2345502" y="37382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6670">
            <a:solidFill>
              <a:srgbClr val="00889A"/>
            </a:solidFill>
            <a:prstDash val="solid"/>
          </a:ln>
        </p:spPr>
      </p:sp>
      <p:sp>
        <p:nvSpPr>
          <p:cNvPr id="49" name="v2-174-note">
            <a:extLst xmlns:a="http://schemas.openxmlformats.org/drawingml/2006/main">
              <a:ext uri="{FF2B5EF4-FFF2-40B4-BE49-F238E27FC236}">
                <a16:creationId xmlns:a16="http://schemas.microsoft.com/office/drawing/2014/main" id="{1219E202-C53B-412B-A31C-CB8110458268}"/>
              </a:ext>
            </a:extLst>
          </p:cNvPr>
          <p:cNvSpPr>
            <a:spLocks xmlns:a="http://schemas.openxmlformats.org/drawingml/2006/main" noGrp="1"/>
          </p:cNvSpPr>
          <p:nvPr/>
        </p:nvSpPr>
        <p:spPr>
          <a:xfrm xmlns:a="http://schemas.openxmlformats.org/drawingml/2006/main">
            <a:off x="5524500" y="3314700"/>
            <a:ext cx="2962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① 다음 조회 / 의미 / 질문</a:t>
            </a:r>
          </a:p>
        </p:txBody>
      </p:sp>
      <p:sp>
        <p:nvSpPr>
          <p:cNvPr id="50" name="v2-175-a-proposal">
            <a:extLst xmlns:a="http://schemas.openxmlformats.org/drawingml/2006/main">
              <a:ext uri="{FF2B5EF4-FFF2-40B4-BE49-F238E27FC236}">
                <a16:creationId xmlns:a16="http://schemas.microsoft.com/office/drawing/2014/main" id="{F57BF01C-87C3-4BCD-94E3-DA978B8FAE55}"/>
              </a:ext>
            </a:extLst>
          </p:cNvPr>
          <p:cNvSpPr>
            <a:spLocks xmlns:a="http://schemas.openxmlformats.org/drawingml/2006/main" noGrp="1"/>
          </p:cNvSpPr>
          <p:nvPr/>
        </p:nvSpPr>
        <p:spPr>
          <a:xfrm xmlns:a="http://schemas.openxmlformats.org/drawingml/2006/main">
            <a:off x="4000500" y="4181475"/>
            <a:ext cx="1257300" cy="866775"/>
          </a:xfrm>
          <a:custGeom xmlns:a="http://schemas.openxmlformats.org/drawingml/2006/main">
            <a:pathLst>
              <a:path w="1257300" h="866775">
                <a:moveTo>
                  <a:pt x="0" y="0"/>
                </a:moveTo>
                <a:lnTo>
                  <a:pt x="371475" y="0"/>
                </a:lnTo>
                <a:lnTo>
                  <a:pt x="371475" y="866775"/>
                </a:lnTo>
                <a:lnTo>
                  <a:pt x="1257300" y="866775"/>
                </a:lnTo>
              </a:path>
            </a:pathLst>
          </a:custGeom>
          <a:noFill xmlns:a="http://schemas.openxmlformats.org/drawingml/2006/main"/>
          <a:ln xmlns:a="http://schemas.openxmlformats.org/drawingml/2006/main" w="19050">
            <a:solidFill>
              <a:srgbClr val="576773"/>
            </a:solidFill>
            <a:prstDash val="solid"/>
          </a:ln>
        </p:spPr>
      </p:sp>
      <p:sp>
        <p:nvSpPr>
          <p:cNvPr id="51" name="v2-176-a-proposal-head">
            <a:extLst xmlns:a="http://schemas.openxmlformats.org/drawingml/2006/main">
              <a:ext uri="{FF2B5EF4-FFF2-40B4-BE49-F238E27FC236}">
                <a16:creationId xmlns:a16="http://schemas.microsoft.com/office/drawing/2014/main" id="{49569D1D-D1F5-4826-9F08-89DFE8278506}"/>
              </a:ext>
            </a:extLst>
          </p:cNvPr>
          <p:cNvSpPr>
            <a:spLocks xmlns:a="http://schemas.openxmlformats.org/drawingml/2006/main" noGrp="1"/>
          </p:cNvSpPr>
          <p:nvPr/>
        </p:nvSpPr>
        <p:spPr>
          <a:xfrm xmlns:a="http://schemas.openxmlformats.org/drawingml/2006/main">
            <a:off x="5157492" y="49934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52" name="v2-177-note">
            <a:extLst xmlns:a="http://schemas.openxmlformats.org/drawingml/2006/main">
              <a:ext uri="{FF2B5EF4-FFF2-40B4-BE49-F238E27FC236}">
                <a16:creationId xmlns:a16="http://schemas.microsoft.com/office/drawing/2014/main" id="{9F62F035-043F-4ABB-B0D4-65DCB808324E}"/>
              </a:ext>
            </a:extLst>
          </p:cNvPr>
          <p:cNvSpPr>
            <a:spLocks xmlns:a="http://schemas.openxmlformats.org/drawingml/2006/main" noGrp="1"/>
          </p:cNvSpPr>
          <p:nvPr/>
        </p:nvSpPr>
        <p:spPr>
          <a:xfrm xmlns:a="http://schemas.openxmlformats.org/drawingml/2006/main">
            <a:off x="4276725" y="517207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완성 제안</a:t>
            </a:r>
          </a:p>
        </p:txBody>
      </p:sp>
      <p:sp>
        <p:nvSpPr>
          <p:cNvPr id="53" name="v2-178-Context Manager">
            <a:extLst xmlns:a="http://schemas.openxmlformats.org/drawingml/2006/main">
              <a:ext uri="{FF2B5EF4-FFF2-40B4-BE49-F238E27FC236}">
                <a16:creationId xmlns:a16="http://schemas.microsoft.com/office/drawing/2014/main" id="{A75D6AE3-B5AB-417E-BC35-4BF68D77D228}"/>
              </a:ext>
            </a:extLst>
          </p:cNvPr>
          <p:cNvSpPr>
            <a:spLocks xmlns:a="http://schemas.openxmlformats.org/drawingml/2006/main" noGrp="1"/>
          </p:cNvSpPr>
          <p:nvPr/>
        </p:nvSpPr>
        <p:spPr>
          <a:xfrm xmlns:a="http://schemas.openxmlformats.org/drawingml/2006/main">
            <a:off x="5067300" y="5648325"/>
            <a:ext cx="2162175"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54" name="v2-179-Context Manager-name">
            <a:extLst xmlns:a="http://schemas.openxmlformats.org/drawingml/2006/main">
              <a:ext uri="{FF2B5EF4-FFF2-40B4-BE49-F238E27FC236}">
                <a16:creationId xmlns:a16="http://schemas.microsoft.com/office/drawing/2014/main" id="{AB1799C5-BDB4-41F2-8D9C-98500E242744}"/>
              </a:ext>
            </a:extLst>
          </p:cNvPr>
          <p:cNvSpPr>
            <a:spLocks xmlns:a="http://schemas.openxmlformats.org/drawingml/2006/main" noGrp="1"/>
          </p:cNvSpPr>
          <p:nvPr/>
        </p:nvSpPr>
        <p:spPr>
          <a:xfrm xmlns:a="http://schemas.openxmlformats.org/drawingml/2006/main">
            <a:off x="5143500" y="5648325"/>
            <a:ext cx="2009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0">
                <a:solidFill>
                  <a:srgbClr val="202B35"/>
                </a:solidFill>
                <a:latin typeface="Apple SD Gothic Neo"/>
                <a:ea typeface="Apple SD Gothic Neo"/>
                <a:cs typeface="Apple SD Gothic Neo"/>
              </a:defRPr>
            </a:pPr>
            <a:r>
              <a:rPr sz="1900" b="0">
                <a:solidFill>
                  <a:srgbClr val="202B35"/>
                </a:solidFill>
                <a:latin typeface="Apple SD Gothic Neo"/>
                <a:ea typeface="Apple SD Gothic Neo"/>
                <a:cs typeface="Apple SD Gothic Neo"/>
              </a:rPr>
              <a:t>Context Manager</a:t>
            </a:r>
          </a:p>
        </p:txBody>
      </p:sp>
      <p:sp>
        <p:nvSpPr>
          <p:cNvPr id="55" name="v2-180-Task Manager">
            <a:extLst xmlns:a="http://schemas.openxmlformats.org/drawingml/2006/main">
              <a:ext uri="{FF2B5EF4-FFF2-40B4-BE49-F238E27FC236}">
                <a16:creationId xmlns:a16="http://schemas.microsoft.com/office/drawing/2014/main" id="{993C6A33-1437-48D9-9847-A80969E944A8}"/>
              </a:ext>
            </a:extLst>
          </p:cNvPr>
          <p:cNvSpPr>
            <a:spLocks xmlns:a="http://schemas.openxmlformats.org/drawingml/2006/main" noGrp="1"/>
          </p:cNvSpPr>
          <p:nvPr/>
        </p:nvSpPr>
        <p:spPr>
          <a:xfrm xmlns:a="http://schemas.openxmlformats.org/drawingml/2006/main">
            <a:off x="7372350" y="5648325"/>
            <a:ext cx="1438275"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56" name="v2-181-Task Manager-name">
            <a:extLst xmlns:a="http://schemas.openxmlformats.org/drawingml/2006/main">
              <a:ext uri="{FF2B5EF4-FFF2-40B4-BE49-F238E27FC236}">
                <a16:creationId xmlns:a16="http://schemas.microsoft.com/office/drawing/2014/main" id="{8384DBF1-FB29-4051-9E3E-C84CE2426034}"/>
              </a:ext>
            </a:extLst>
          </p:cNvPr>
          <p:cNvSpPr>
            <a:spLocks xmlns:a="http://schemas.openxmlformats.org/drawingml/2006/main" noGrp="1"/>
          </p:cNvSpPr>
          <p:nvPr/>
        </p:nvSpPr>
        <p:spPr>
          <a:xfrm xmlns:a="http://schemas.openxmlformats.org/drawingml/2006/main">
            <a:off x="7448550" y="5648325"/>
            <a:ext cx="128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02B35"/>
                </a:solidFill>
                <a:latin typeface="Apple SD Gothic Neo"/>
                <a:ea typeface="Apple SD Gothic Neo"/>
                <a:cs typeface="Apple SD Gothic Neo"/>
              </a:defRPr>
            </a:pPr>
            <a:r>
              <a:rPr sz="1800" b="0">
                <a:solidFill>
                  <a:srgbClr val="202B35"/>
                </a:solidFill>
                <a:latin typeface="Apple SD Gothic Neo"/>
                <a:ea typeface="Apple SD Gothic Neo"/>
                <a:cs typeface="Apple SD Gothic Neo"/>
              </a:rPr>
              <a:t>Task Manager</a:t>
            </a:r>
          </a:p>
        </p:txBody>
      </p:sp>
      <p:sp>
        <p:nvSpPr>
          <p:cNvPr id="57" name="v2-182-a-sources">
            <a:extLst xmlns:a="http://schemas.openxmlformats.org/drawingml/2006/main">
              <a:ext uri="{FF2B5EF4-FFF2-40B4-BE49-F238E27FC236}">
                <a16:creationId xmlns:a16="http://schemas.microsoft.com/office/drawing/2014/main" id="{594DF430-0EDE-48EF-97BA-EC3EF8EA5BC1}"/>
              </a:ext>
            </a:extLst>
          </p:cNvPr>
          <p:cNvSpPr>
            <a:spLocks xmlns:a="http://schemas.openxmlformats.org/drawingml/2006/main" noGrp="1"/>
          </p:cNvSpPr>
          <p:nvPr/>
        </p:nvSpPr>
        <p:spPr>
          <a:xfrm xmlns:a="http://schemas.openxmlformats.org/drawingml/2006/main">
            <a:off x="6191250" y="4095750"/>
            <a:ext cx="2581275" cy="1552575"/>
          </a:xfrm>
          <a:custGeom xmlns:a="http://schemas.openxmlformats.org/drawingml/2006/main">
            <a:pathLst>
              <a:path w="2581275" h="1552575">
                <a:moveTo>
                  <a:pt x="2143125" y="0"/>
                </a:moveTo>
                <a:lnTo>
                  <a:pt x="2581275" y="0"/>
                </a:lnTo>
                <a:lnTo>
                  <a:pt x="2581275" y="1457325"/>
                </a:lnTo>
                <a:lnTo>
                  <a:pt x="0" y="1457325"/>
                </a:lnTo>
                <a:lnTo>
                  <a:pt x="0" y="1552575"/>
                </a:lnTo>
              </a:path>
            </a:pathLst>
          </a:custGeom>
          <a:noFill xmlns:a="http://schemas.openxmlformats.org/drawingml/2006/main"/>
          <a:ln xmlns:a="http://schemas.openxmlformats.org/drawingml/2006/main" w="19050">
            <a:solidFill>
              <a:srgbClr val="576773"/>
            </a:solidFill>
            <a:prstDash val="solid"/>
          </a:ln>
        </p:spPr>
      </p:sp>
      <p:sp>
        <p:nvSpPr>
          <p:cNvPr id="58" name="v2-183-a-sources-head">
            <a:extLst xmlns:a="http://schemas.openxmlformats.org/drawingml/2006/main">
              <a:ext uri="{FF2B5EF4-FFF2-40B4-BE49-F238E27FC236}">
                <a16:creationId xmlns:a16="http://schemas.microsoft.com/office/drawing/2014/main" id="{2EED4201-4607-4460-828A-E0F9530AEB0F}"/>
              </a:ext>
            </a:extLst>
          </p:cNvPr>
          <p:cNvSpPr>
            <a:spLocks xmlns:a="http://schemas.openxmlformats.org/drawingml/2006/main" noGrp="1"/>
          </p:cNvSpPr>
          <p:nvPr/>
        </p:nvSpPr>
        <p:spPr>
          <a:xfrm xmlns:a="http://schemas.openxmlformats.org/drawingml/2006/main">
            <a:off x="6136452"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59" name="v2-184-a-task-source">
            <a:extLst xmlns:a="http://schemas.openxmlformats.org/drawingml/2006/main">
              <a:ext uri="{FF2B5EF4-FFF2-40B4-BE49-F238E27FC236}">
                <a16:creationId xmlns:a16="http://schemas.microsoft.com/office/drawing/2014/main" id="{50B68D1E-4239-4FFB-8D54-C2BCA8BFAF28}"/>
              </a:ext>
            </a:extLst>
          </p:cNvPr>
          <p:cNvSpPr>
            <a:spLocks xmlns:a="http://schemas.openxmlformats.org/drawingml/2006/main" noGrp="1"/>
          </p:cNvSpPr>
          <p:nvPr/>
        </p:nvSpPr>
        <p:spPr>
          <a:xfrm xmlns:a="http://schemas.openxmlformats.org/drawingml/2006/main">
            <a:off x="8096250" y="55530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9050">
            <a:solidFill>
              <a:srgbClr val="576773"/>
            </a:solidFill>
            <a:prstDash val="solid"/>
          </a:ln>
        </p:spPr>
      </p:sp>
      <p:sp>
        <p:nvSpPr>
          <p:cNvPr id="60" name="v2-185-a-task-source-head">
            <a:extLst xmlns:a="http://schemas.openxmlformats.org/drawingml/2006/main">
              <a:ext uri="{FF2B5EF4-FFF2-40B4-BE49-F238E27FC236}">
                <a16:creationId xmlns:a16="http://schemas.microsoft.com/office/drawing/2014/main" id="{0FCCC364-4AA4-4BEB-B9D1-0221A8E4CFDD}"/>
              </a:ext>
            </a:extLst>
          </p:cNvPr>
          <p:cNvSpPr>
            <a:spLocks xmlns:a="http://schemas.openxmlformats.org/drawingml/2006/main" noGrp="1"/>
          </p:cNvSpPr>
          <p:nvPr/>
        </p:nvSpPr>
        <p:spPr>
          <a:xfrm xmlns:a="http://schemas.openxmlformats.org/drawingml/2006/main">
            <a:off x="8041452"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61" name="v2-186-요청 구조화기">
            <a:extLst xmlns:a="http://schemas.openxmlformats.org/drawingml/2006/main">
              <a:ext uri="{FF2B5EF4-FFF2-40B4-BE49-F238E27FC236}">
                <a16:creationId xmlns:a16="http://schemas.microsoft.com/office/drawing/2014/main" id="{36D1727E-405B-455C-8C40-4BAEB8BB35AC}"/>
              </a:ext>
            </a:extLst>
          </p:cNvPr>
          <p:cNvSpPr>
            <a:spLocks xmlns:a="http://schemas.openxmlformats.org/drawingml/2006/main" noGrp="1"/>
          </p:cNvSpPr>
          <p:nvPr/>
        </p:nvSpPr>
        <p:spPr>
          <a:xfrm xmlns:a="http://schemas.openxmlformats.org/drawingml/2006/main">
            <a:off x="9515475" y="3838575"/>
            <a:ext cx="2838450"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62" name="v2-187-요청 구조화기-name">
            <a:extLst xmlns:a="http://schemas.openxmlformats.org/drawingml/2006/main">
              <a:ext uri="{FF2B5EF4-FFF2-40B4-BE49-F238E27FC236}">
                <a16:creationId xmlns:a16="http://schemas.microsoft.com/office/drawing/2014/main" id="{8C4C0983-FA63-4F50-98CD-CFF2248F0B6C}"/>
              </a:ext>
            </a:extLst>
          </p:cNvPr>
          <p:cNvSpPr>
            <a:spLocks xmlns:a="http://schemas.openxmlformats.org/drawingml/2006/main" noGrp="1"/>
          </p:cNvSpPr>
          <p:nvPr/>
        </p:nvSpPr>
        <p:spPr>
          <a:xfrm xmlns:a="http://schemas.openxmlformats.org/drawingml/2006/main">
            <a:off x="9591675" y="3838575"/>
            <a:ext cx="2686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요청 구조화기</a:t>
            </a:r>
          </a:p>
        </p:txBody>
      </p:sp>
      <p:sp>
        <p:nvSpPr>
          <p:cNvPr id="63" name="v2-188-Request Resolution Engine">
            <a:extLst xmlns:a="http://schemas.openxmlformats.org/drawingml/2006/main">
              <a:ext uri="{FF2B5EF4-FFF2-40B4-BE49-F238E27FC236}">
                <a16:creationId xmlns:a16="http://schemas.microsoft.com/office/drawing/2014/main" id="{FDC1DDB3-417B-4AFA-A72B-2CC3624AF2D8}"/>
              </a:ext>
            </a:extLst>
          </p:cNvPr>
          <p:cNvSpPr>
            <a:spLocks xmlns:a="http://schemas.openxmlformats.org/drawingml/2006/main" noGrp="1"/>
          </p:cNvSpPr>
          <p:nvPr/>
        </p:nvSpPr>
        <p:spPr>
          <a:xfrm xmlns:a="http://schemas.openxmlformats.org/drawingml/2006/main">
            <a:off x="13239750" y="3838575"/>
            <a:ext cx="4029075"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64" name="v2-189-Request Resolution Engine-name">
            <a:extLst xmlns:a="http://schemas.openxmlformats.org/drawingml/2006/main">
              <a:ext uri="{FF2B5EF4-FFF2-40B4-BE49-F238E27FC236}">
                <a16:creationId xmlns:a16="http://schemas.microsoft.com/office/drawing/2014/main" id="{75AE8F2F-7F07-4E2E-8362-8232AD8B5C53}"/>
              </a:ext>
            </a:extLst>
          </p:cNvPr>
          <p:cNvSpPr>
            <a:spLocks xmlns:a="http://schemas.openxmlformats.org/drawingml/2006/main" noGrp="1"/>
          </p:cNvSpPr>
          <p:nvPr/>
        </p:nvSpPr>
        <p:spPr>
          <a:xfrm xmlns:a="http://schemas.openxmlformats.org/drawingml/2006/main">
            <a:off x="13315950" y="3838575"/>
            <a:ext cx="3876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Request Resolution Engine</a:t>
            </a:r>
          </a:p>
        </p:txBody>
      </p:sp>
      <p:sp>
        <p:nvSpPr>
          <p:cNvPr id="65" name="v2-190-항목별 해결 상태">
            <a:extLst xmlns:a="http://schemas.openxmlformats.org/drawingml/2006/main">
              <a:ext uri="{FF2B5EF4-FFF2-40B4-BE49-F238E27FC236}">
                <a16:creationId xmlns:a16="http://schemas.microsoft.com/office/drawing/2014/main" id="{8342863E-1726-4D0E-8217-8D2AE03EBDA4}"/>
              </a:ext>
            </a:extLst>
          </p:cNvPr>
          <p:cNvSpPr>
            <a:spLocks xmlns:a="http://schemas.openxmlformats.org/drawingml/2006/main" noGrp="1"/>
          </p:cNvSpPr>
          <p:nvPr/>
        </p:nvSpPr>
        <p:spPr>
          <a:xfrm xmlns:a="http://schemas.openxmlformats.org/drawingml/2006/main">
            <a:off x="9515475" y="4810125"/>
            <a:ext cx="2838450" cy="4667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66" name="v2-191-항목별 해결 상태-name">
            <a:extLst xmlns:a="http://schemas.openxmlformats.org/drawingml/2006/main">
              <a:ext uri="{FF2B5EF4-FFF2-40B4-BE49-F238E27FC236}">
                <a16:creationId xmlns:a16="http://schemas.microsoft.com/office/drawing/2014/main" id="{EA91CF49-0E65-4938-95DC-317ED4A47FF1}"/>
              </a:ext>
            </a:extLst>
          </p:cNvPr>
          <p:cNvSpPr>
            <a:spLocks xmlns:a="http://schemas.openxmlformats.org/drawingml/2006/main" noGrp="1"/>
          </p:cNvSpPr>
          <p:nvPr/>
        </p:nvSpPr>
        <p:spPr>
          <a:xfrm xmlns:a="http://schemas.openxmlformats.org/drawingml/2006/main">
            <a:off x="9591675" y="4810125"/>
            <a:ext cx="2686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항목별 해결 상태</a:t>
            </a:r>
          </a:p>
        </p:txBody>
      </p:sp>
      <p:sp>
        <p:nvSpPr>
          <p:cNvPr id="67" name="v2-192-읽기 도구 실행기">
            <a:extLst xmlns:a="http://schemas.openxmlformats.org/drawingml/2006/main">
              <a:ext uri="{FF2B5EF4-FFF2-40B4-BE49-F238E27FC236}">
                <a16:creationId xmlns:a16="http://schemas.microsoft.com/office/drawing/2014/main" id="{43B7D774-32F7-4F78-B997-AE3473B94396}"/>
              </a:ext>
            </a:extLst>
          </p:cNvPr>
          <p:cNvSpPr>
            <a:spLocks xmlns:a="http://schemas.openxmlformats.org/drawingml/2006/main" noGrp="1"/>
          </p:cNvSpPr>
          <p:nvPr/>
        </p:nvSpPr>
        <p:spPr>
          <a:xfrm xmlns:a="http://schemas.openxmlformats.org/drawingml/2006/main">
            <a:off x="13239750" y="4810125"/>
            <a:ext cx="4029075"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68" name="v2-193-읽기 도구 실행기-name">
            <a:extLst xmlns:a="http://schemas.openxmlformats.org/drawingml/2006/main">
              <a:ext uri="{FF2B5EF4-FFF2-40B4-BE49-F238E27FC236}">
                <a16:creationId xmlns:a16="http://schemas.microsoft.com/office/drawing/2014/main" id="{B1B47252-7C36-44CB-806B-B8894F3B52FB}"/>
              </a:ext>
            </a:extLst>
          </p:cNvPr>
          <p:cNvSpPr>
            <a:spLocks xmlns:a="http://schemas.openxmlformats.org/drawingml/2006/main" noGrp="1"/>
          </p:cNvSpPr>
          <p:nvPr/>
        </p:nvSpPr>
        <p:spPr>
          <a:xfrm xmlns:a="http://schemas.openxmlformats.org/drawingml/2006/main">
            <a:off x="13315950" y="4810125"/>
            <a:ext cx="38766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읽기 도구 실행기</a:t>
            </a:r>
          </a:p>
        </p:txBody>
      </p:sp>
      <p:sp>
        <p:nvSpPr>
          <p:cNvPr id="69" name="v2-194-b-frame">
            <a:extLst xmlns:a="http://schemas.openxmlformats.org/drawingml/2006/main">
              <a:ext uri="{FF2B5EF4-FFF2-40B4-BE49-F238E27FC236}">
                <a16:creationId xmlns:a16="http://schemas.microsoft.com/office/drawing/2014/main" id="{836F7C6F-36E9-4273-A84C-9763C5FD6F51}"/>
              </a:ext>
            </a:extLst>
          </p:cNvPr>
          <p:cNvSpPr>
            <a:spLocks xmlns:a="http://schemas.openxmlformats.org/drawingml/2006/main" noGrp="1"/>
          </p:cNvSpPr>
          <p:nvPr/>
        </p:nvSpPr>
        <p:spPr>
          <a:xfrm xmlns:a="http://schemas.openxmlformats.org/drawingml/2006/main">
            <a:off x="12353925" y="4095750"/>
            <a:ext cx="885825" cy="9525"/>
          </a:xfrm>
          <a:custGeom xmlns:a="http://schemas.openxmlformats.org/drawingml/2006/main">
            <a:pathLst>
              <a:path w="885825" h="9525">
                <a:moveTo>
                  <a:pt x="0" y="0"/>
                </a:moveTo>
                <a:lnTo>
                  <a:pt x="885825" y="0"/>
                </a:lnTo>
              </a:path>
            </a:pathLst>
          </a:custGeom>
          <a:noFill xmlns:a="http://schemas.openxmlformats.org/drawingml/2006/main"/>
          <a:ln xmlns:a="http://schemas.openxmlformats.org/drawingml/2006/main" w="26670">
            <a:solidFill>
              <a:srgbClr val="00889A"/>
            </a:solidFill>
            <a:prstDash val="solid"/>
          </a:ln>
        </p:spPr>
      </p:sp>
      <p:sp>
        <p:nvSpPr>
          <p:cNvPr id="70" name="v2-195-b-frame-head">
            <a:extLst xmlns:a="http://schemas.openxmlformats.org/drawingml/2006/main">
              <a:ext uri="{FF2B5EF4-FFF2-40B4-BE49-F238E27FC236}">
                <a16:creationId xmlns:a16="http://schemas.microsoft.com/office/drawing/2014/main" id="{6FF297D4-4349-46A3-A0B3-7533896393D0}"/>
              </a:ext>
            </a:extLst>
          </p:cNvPr>
          <p:cNvSpPr>
            <a:spLocks xmlns:a="http://schemas.openxmlformats.org/drawingml/2006/main" noGrp="1"/>
          </p:cNvSpPr>
          <p:nvPr/>
        </p:nvSpPr>
        <p:spPr>
          <a:xfrm xmlns:a="http://schemas.openxmlformats.org/drawingml/2006/main">
            <a:off x="13139442" y="4040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71" name="v2-196-note">
            <a:extLst xmlns:a="http://schemas.openxmlformats.org/drawingml/2006/main">
              <a:ext uri="{FF2B5EF4-FFF2-40B4-BE49-F238E27FC236}">
                <a16:creationId xmlns:a16="http://schemas.microsoft.com/office/drawing/2014/main" id="{0A8BF5E7-F355-4807-A7B1-F00842874030}"/>
              </a:ext>
            </a:extLst>
          </p:cNvPr>
          <p:cNvSpPr>
            <a:spLocks xmlns:a="http://schemas.openxmlformats.org/drawingml/2006/main" noGrp="1"/>
          </p:cNvSpPr>
          <p:nvPr/>
        </p:nvSpPr>
        <p:spPr>
          <a:xfrm xmlns:a="http://schemas.openxmlformats.org/drawingml/2006/main">
            <a:off x="12277725" y="3552825"/>
            <a:ext cx="1571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① 요청 틀</a:t>
            </a:r>
          </a:p>
        </p:txBody>
      </p:sp>
      <p:sp>
        <p:nvSpPr>
          <p:cNvPr id="72" name="v2-197-b-code-read">
            <a:extLst xmlns:a="http://schemas.openxmlformats.org/drawingml/2006/main">
              <a:ext uri="{FF2B5EF4-FFF2-40B4-BE49-F238E27FC236}">
                <a16:creationId xmlns:a16="http://schemas.microsoft.com/office/drawing/2014/main" id="{4775300E-56C3-46B5-BC7B-EBD639E5991A}"/>
              </a:ext>
            </a:extLst>
          </p:cNvPr>
          <p:cNvSpPr>
            <a:spLocks xmlns:a="http://schemas.openxmlformats.org/drawingml/2006/main" noGrp="1"/>
          </p:cNvSpPr>
          <p:nvPr/>
        </p:nvSpPr>
        <p:spPr>
          <a:xfrm xmlns:a="http://schemas.openxmlformats.org/drawingml/2006/main">
            <a:off x="15249525" y="4362450"/>
            <a:ext cx="9525" cy="447675"/>
          </a:xfrm>
          <a:custGeom xmlns:a="http://schemas.openxmlformats.org/drawingml/2006/main">
            <a:pathLst>
              <a:path w="9525" h="447675">
                <a:moveTo>
                  <a:pt x="0" y="0"/>
                </a:moveTo>
                <a:lnTo>
                  <a:pt x="0" y="447675"/>
                </a:lnTo>
              </a:path>
            </a:pathLst>
          </a:custGeom>
          <a:noFill xmlns:a="http://schemas.openxmlformats.org/drawingml/2006/main"/>
          <a:ln xmlns:a="http://schemas.openxmlformats.org/drawingml/2006/main" w="26670">
            <a:solidFill>
              <a:srgbClr val="00889A"/>
            </a:solidFill>
            <a:prstDash val="solid"/>
          </a:ln>
        </p:spPr>
      </p:sp>
      <p:sp>
        <p:nvSpPr>
          <p:cNvPr id="73" name="v2-198-b-code-read-head">
            <a:extLst xmlns:a="http://schemas.openxmlformats.org/drawingml/2006/main">
              <a:ext uri="{FF2B5EF4-FFF2-40B4-BE49-F238E27FC236}">
                <a16:creationId xmlns:a16="http://schemas.microsoft.com/office/drawing/2014/main" id="{CD62BF69-C551-47B2-A549-A79C83B7E55A}"/>
              </a:ext>
            </a:extLst>
          </p:cNvPr>
          <p:cNvSpPr>
            <a:spLocks xmlns:a="http://schemas.openxmlformats.org/drawingml/2006/main" noGrp="1"/>
          </p:cNvSpPr>
          <p:nvPr/>
        </p:nvSpPr>
        <p:spPr>
          <a:xfrm xmlns:a="http://schemas.openxmlformats.org/drawingml/2006/main">
            <a:off x="15194727" y="47098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6670">
            <a:solidFill>
              <a:srgbClr val="00889A"/>
            </a:solidFill>
            <a:prstDash val="solid"/>
          </a:ln>
        </p:spPr>
      </p:sp>
      <p:sp>
        <p:nvSpPr>
          <p:cNvPr id="74" name="v2-199-note">
            <a:extLst xmlns:a="http://schemas.openxmlformats.org/drawingml/2006/main">
              <a:ext uri="{FF2B5EF4-FFF2-40B4-BE49-F238E27FC236}">
                <a16:creationId xmlns:a16="http://schemas.microsoft.com/office/drawing/2014/main" id="{BF7A7CFE-3E41-4FE8-8D4C-F3E711FEB1F3}"/>
              </a:ext>
            </a:extLst>
          </p:cNvPr>
          <p:cNvSpPr>
            <a:spLocks xmlns:a="http://schemas.openxmlformats.org/drawingml/2006/main" noGrp="1"/>
          </p:cNvSpPr>
          <p:nvPr/>
        </p:nvSpPr>
        <p:spPr>
          <a:xfrm xmlns:a="http://schemas.openxmlformats.org/drawingml/2006/main">
            <a:off x="14211300" y="44100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② 코드가 조회 선택</a:t>
            </a:r>
          </a:p>
        </p:txBody>
      </p:sp>
      <p:sp>
        <p:nvSpPr>
          <p:cNvPr id="75" name="v2-200-b-results">
            <a:extLst xmlns:a="http://schemas.openxmlformats.org/drawingml/2006/main">
              <a:ext uri="{FF2B5EF4-FFF2-40B4-BE49-F238E27FC236}">
                <a16:creationId xmlns:a16="http://schemas.microsoft.com/office/drawing/2014/main" id="{1F572CBF-65B7-45F3-9DED-1FE0CBA99B0C}"/>
              </a:ext>
            </a:extLst>
          </p:cNvPr>
          <p:cNvSpPr>
            <a:spLocks xmlns:a="http://schemas.openxmlformats.org/drawingml/2006/main" noGrp="1"/>
          </p:cNvSpPr>
          <p:nvPr/>
        </p:nvSpPr>
        <p:spPr>
          <a:xfrm xmlns:a="http://schemas.openxmlformats.org/drawingml/2006/main">
            <a:off x="12353925" y="5048250"/>
            <a:ext cx="885825" cy="9525"/>
          </a:xfrm>
          <a:custGeom xmlns:a="http://schemas.openxmlformats.org/drawingml/2006/main">
            <a:pathLst>
              <a:path w="885825" h="9525">
                <a:moveTo>
                  <a:pt x="885825" y="0"/>
                </a:moveTo>
                <a:lnTo>
                  <a:pt x="0" y="0"/>
                </a:lnTo>
              </a:path>
            </a:pathLst>
          </a:custGeom>
          <a:noFill xmlns:a="http://schemas.openxmlformats.org/drawingml/2006/main"/>
          <a:ln xmlns:a="http://schemas.openxmlformats.org/drawingml/2006/main" w="26670">
            <a:solidFill>
              <a:srgbClr val="00889A"/>
            </a:solidFill>
            <a:prstDash val="solid"/>
          </a:ln>
        </p:spPr>
      </p:sp>
      <p:sp>
        <p:nvSpPr>
          <p:cNvPr id="76" name="v2-201-b-results-head">
            <a:extLst xmlns:a="http://schemas.openxmlformats.org/drawingml/2006/main">
              <a:ext uri="{FF2B5EF4-FFF2-40B4-BE49-F238E27FC236}">
                <a16:creationId xmlns:a16="http://schemas.microsoft.com/office/drawing/2014/main" id="{8C19033B-7F7C-40E8-8202-AD23B6E20FF2}"/>
              </a:ext>
            </a:extLst>
          </p:cNvPr>
          <p:cNvSpPr>
            <a:spLocks xmlns:a="http://schemas.openxmlformats.org/drawingml/2006/main" noGrp="1"/>
          </p:cNvSpPr>
          <p:nvPr/>
        </p:nvSpPr>
        <p:spPr>
          <a:xfrm xmlns:a="http://schemas.openxmlformats.org/drawingml/2006/main">
            <a:off x="12353925" y="4993452"/>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6670">
            <a:solidFill>
              <a:srgbClr val="00889A"/>
            </a:solidFill>
            <a:prstDash val="solid"/>
          </a:ln>
        </p:spPr>
      </p:sp>
      <p:sp>
        <p:nvSpPr>
          <p:cNvPr id="77" name="v2-202-note">
            <a:extLst xmlns:a="http://schemas.openxmlformats.org/drawingml/2006/main">
              <a:ext uri="{FF2B5EF4-FFF2-40B4-BE49-F238E27FC236}">
                <a16:creationId xmlns:a16="http://schemas.microsoft.com/office/drawing/2014/main" id="{E70802DF-46AE-433B-B5EF-D234F3357DB5}"/>
              </a:ext>
            </a:extLst>
          </p:cNvPr>
          <p:cNvSpPr>
            <a:spLocks xmlns:a="http://schemas.openxmlformats.org/drawingml/2006/main" noGrp="1"/>
          </p:cNvSpPr>
          <p:nvPr/>
        </p:nvSpPr>
        <p:spPr>
          <a:xfrm xmlns:a="http://schemas.openxmlformats.org/drawingml/2006/main">
            <a:off x="12344400" y="52101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③ 반영</a:t>
            </a:r>
          </a:p>
        </p:txBody>
      </p:sp>
      <p:sp>
        <p:nvSpPr>
          <p:cNvPr id="78" name="v2-203-b-recheck">
            <a:extLst xmlns:a="http://schemas.openxmlformats.org/drawingml/2006/main">
              <a:ext uri="{FF2B5EF4-FFF2-40B4-BE49-F238E27FC236}">
                <a16:creationId xmlns:a16="http://schemas.microsoft.com/office/drawing/2014/main" id="{E81D438A-1D7B-4D89-B2E8-5175811E7BA0}"/>
              </a:ext>
            </a:extLst>
          </p:cNvPr>
          <p:cNvSpPr>
            <a:spLocks xmlns:a="http://schemas.openxmlformats.org/drawingml/2006/main" noGrp="1"/>
          </p:cNvSpPr>
          <p:nvPr/>
        </p:nvSpPr>
        <p:spPr>
          <a:xfrm xmlns:a="http://schemas.openxmlformats.org/drawingml/2006/main">
            <a:off x="10934700" y="4362450"/>
            <a:ext cx="2743200" cy="447675"/>
          </a:xfrm>
          <a:custGeom xmlns:a="http://schemas.openxmlformats.org/drawingml/2006/main">
            <a:pathLst>
              <a:path w="2743200" h="447675">
                <a:moveTo>
                  <a:pt x="0" y="447675"/>
                </a:moveTo>
                <a:lnTo>
                  <a:pt x="0" y="200025"/>
                </a:lnTo>
                <a:lnTo>
                  <a:pt x="2743200" y="200025"/>
                </a:lnTo>
                <a:lnTo>
                  <a:pt x="2743200" y="0"/>
                </a:lnTo>
              </a:path>
            </a:pathLst>
          </a:custGeom>
          <a:noFill xmlns:a="http://schemas.openxmlformats.org/drawingml/2006/main"/>
          <a:ln xmlns:a="http://schemas.openxmlformats.org/drawingml/2006/main" w="26670">
            <a:solidFill>
              <a:srgbClr val="00889A"/>
            </a:solidFill>
            <a:prstDash val="solid"/>
          </a:ln>
        </p:spPr>
      </p:sp>
      <p:sp>
        <p:nvSpPr>
          <p:cNvPr id="79" name="v2-204-b-recheck-head">
            <a:extLst xmlns:a="http://schemas.openxmlformats.org/drawingml/2006/main">
              <a:ext uri="{FF2B5EF4-FFF2-40B4-BE49-F238E27FC236}">
                <a16:creationId xmlns:a16="http://schemas.microsoft.com/office/drawing/2014/main" id="{AD5D289D-824B-4331-A843-E727D5196F81}"/>
              </a:ext>
            </a:extLst>
          </p:cNvPr>
          <p:cNvSpPr>
            <a:spLocks xmlns:a="http://schemas.openxmlformats.org/drawingml/2006/main" noGrp="1"/>
          </p:cNvSpPr>
          <p:nvPr/>
        </p:nvSpPr>
        <p:spPr>
          <a:xfrm xmlns:a="http://schemas.openxmlformats.org/drawingml/2006/main">
            <a:off x="13623102" y="43624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6670">
            <a:solidFill>
              <a:srgbClr val="00889A"/>
            </a:solidFill>
            <a:prstDash val="solid"/>
          </a:ln>
        </p:spPr>
      </p:sp>
      <p:sp>
        <p:nvSpPr>
          <p:cNvPr id="80" name="v2-205-b-partial">
            <a:extLst xmlns:a="http://schemas.openxmlformats.org/drawingml/2006/main">
              <a:ext uri="{FF2B5EF4-FFF2-40B4-BE49-F238E27FC236}">
                <a16:creationId xmlns:a16="http://schemas.microsoft.com/office/drawing/2014/main" id="{E74EF213-1CEF-4D4E-A709-4D880093A8B3}"/>
              </a:ext>
            </a:extLst>
          </p:cNvPr>
          <p:cNvSpPr>
            <a:spLocks xmlns:a="http://schemas.openxmlformats.org/drawingml/2006/main" noGrp="1"/>
          </p:cNvSpPr>
          <p:nvPr/>
        </p:nvSpPr>
        <p:spPr>
          <a:xfrm xmlns:a="http://schemas.openxmlformats.org/drawingml/2006/main">
            <a:off x="10934700" y="3209925"/>
            <a:ext cx="6057900" cy="628650"/>
          </a:xfrm>
          <a:custGeom xmlns:a="http://schemas.openxmlformats.org/drawingml/2006/main">
            <a:pathLst>
              <a:path w="6057900" h="628650">
                <a:moveTo>
                  <a:pt x="6057900" y="628650"/>
                </a:moveTo>
                <a:lnTo>
                  <a:pt x="6057900" y="0"/>
                </a:lnTo>
                <a:lnTo>
                  <a:pt x="0" y="0"/>
                </a:lnTo>
                <a:lnTo>
                  <a:pt x="0" y="628650"/>
                </a:lnTo>
              </a:path>
            </a:pathLst>
          </a:custGeom>
          <a:noFill xmlns:a="http://schemas.openxmlformats.org/drawingml/2006/main"/>
          <a:ln xmlns:a="http://schemas.openxmlformats.org/drawingml/2006/main" w="19050">
            <a:solidFill>
              <a:srgbClr val="576773"/>
            </a:solidFill>
            <a:prstDash val="dash"/>
          </a:ln>
        </p:spPr>
      </p:sp>
      <p:sp>
        <p:nvSpPr>
          <p:cNvPr id="81" name="v2-206-b-partial-head">
            <a:extLst xmlns:a="http://schemas.openxmlformats.org/drawingml/2006/main">
              <a:ext uri="{FF2B5EF4-FFF2-40B4-BE49-F238E27FC236}">
                <a16:creationId xmlns:a16="http://schemas.microsoft.com/office/drawing/2014/main" id="{77FB0ACD-52B7-47B4-94AC-D6CA577A67EC}"/>
              </a:ext>
            </a:extLst>
          </p:cNvPr>
          <p:cNvSpPr>
            <a:spLocks xmlns:a="http://schemas.openxmlformats.org/drawingml/2006/main" noGrp="1"/>
          </p:cNvSpPr>
          <p:nvPr/>
        </p:nvSpPr>
        <p:spPr>
          <a:xfrm xmlns:a="http://schemas.openxmlformats.org/drawingml/2006/main">
            <a:off x="10879902" y="37382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82" name="v2-207-note">
            <a:extLst xmlns:a="http://schemas.openxmlformats.org/drawingml/2006/main">
              <a:ext uri="{FF2B5EF4-FFF2-40B4-BE49-F238E27FC236}">
                <a16:creationId xmlns:a16="http://schemas.microsoft.com/office/drawing/2014/main" id="{9A9FA3DE-F538-4A53-934B-C30277CE4E6C}"/>
              </a:ext>
            </a:extLst>
          </p:cNvPr>
          <p:cNvSpPr>
            <a:spLocks xmlns:a="http://schemas.openxmlformats.org/drawingml/2006/main" noGrp="1"/>
          </p:cNvSpPr>
          <p:nvPr/>
        </p:nvSpPr>
        <p:spPr>
          <a:xfrm xmlns:a="http://schemas.openxmlformats.org/drawingml/2006/main">
            <a:off x="12763500" y="3305175"/>
            <a:ext cx="457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④ 필요 항목만 조건부 해석</a:t>
            </a:r>
          </a:p>
        </p:txBody>
      </p:sp>
      <p:sp>
        <p:nvSpPr>
          <p:cNvPr id="83" name="v2-208-b-cloud">
            <a:extLst xmlns:a="http://schemas.openxmlformats.org/drawingml/2006/main">
              <a:ext uri="{FF2B5EF4-FFF2-40B4-BE49-F238E27FC236}">
                <a16:creationId xmlns:a16="http://schemas.microsoft.com/office/drawing/2014/main" id="{C64F4680-499F-4CEE-90AE-F35D5342B004}"/>
              </a:ext>
            </a:extLst>
          </p:cNvPr>
          <p:cNvSpPr>
            <a:spLocks xmlns:a="http://schemas.openxmlformats.org/drawingml/2006/main" noGrp="1"/>
          </p:cNvSpPr>
          <p:nvPr/>
        </p:nvSpPr>
        <p:spPr>
          <a:xfrm xmlns:a="http://schemas.openxmlformats.org/drawingml/2006/main">
            <a:off x="10934700" y="3067050"/>
            <a:ext cx="3429000" cy="771525"/>
          </a:xfrm>
          <a:custGeom xmlns:a="http://schemas.openxmlformats.org/drawingml/2006/main">
            <a:pathLst>
              <a:path w="3429000" h="771525">
                <a:moveTo>
                  <a:pt x="0" y="771525"/>
                </a:moveTo>
                <a:lnTo>
                  <a:pt x="0" y="85725"/>
                </a:lnTo>
                <a:lnTo>
                  <a:pt x="3429000" y="85725"/>
                </a:lnTo>
                <a:lnTo>
                  <a:pt x="3429000" y="0"/>
                </a:lnTo>
              </a:path>
            </a:pathLst>
          </a:custGeom>
          <a:noFill xmlns:a="http://schemas.openxmlformats.org/drawingml/2006/main"/>
          <a:ln xmlns:a="http://schemas.openxmlformats.org/drawingml/2006/main" w="19050">
            <a:solidFill>
              <a:srgbClr val="576773"/>
            </a:solidFill>
            <a:prstDash val="solid"/>
          </a:ln>
        </p:spPr>
      </p:sp>
      <p:sp>
        <p:nvSpPr>
          <p:cNvPr id="84" name="v2-209-b-cloud-head">
            <a:extLst xmlns:a="http://schemas.openxmlformats.org/drawingml/2006/main">
              <a:ext uri="{FF2B5EF4-FFF2-40B4-BE49-F238E27FC236}">
                <a16:creationId xmlns:a16="http://schemas.microsoft.com/office/drawing/2014/main" id="{5C2E743B-44B7-4670-A1F3-70BB667F4DE4}"/>
              </a:ext>
            </a:extLst>
          </p:cNvPr>
          <p:cNvSpPr>
            <a:spLocks xmlns:a="http://schemas.openxmlformats.org/drawingml/2006/main" noGrp="1"/>
          </p:cNvSpPr>
          <p:nvPr/>
        </p:nvSpPr>
        <p:spPr>
          <a:xfrm xmlns:a="http://schemas.openxmlformats.org/drawingml/2006/main">
            <a:off x="14308902" y="30670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19050">
            <a:solidFill>
              <a:srgbClr val="576773"/>
            </a:solidFill>
            <a:prstDash val="solid"/>
          </a:ln>
        </p:spPr>
      </p:sp>
      <p:sp>
        <p:nvSpPr>
          <p:cNvPr id="85" name="v2-210-Context Manager">
            <a:extLst xmlns:a="http://schemas.openxmlformats.org/drawingml/2006/main">
              <a:ext uri="{FF2B5EF4-FFF2-40B4-BE49-F238E27FC236}">
                <a16:creationId xmlns:a16="http://schemas.microsoft.com/office/drawing/2014/main" id="{B23FCE13-4494-48E3-9BE2-D1ADAF685E78}"/>
              </a:ext>
            </a:extLst>
          </p:cNvPr>
          <p:cNvSpPr>
            <a:spLocks xmlns:a="http://schemas.openxmlformats.org/drawingml/2006/main" noGrp="1"/>
          </p:cNvSpPr>
          <p:nvPr/>
        </p:nvSpPr>
        <p:spPr>
          <a:xfrm xmlns:a="http://schemas.openxmlformats.org/drawingml/2006/main">
            <a:off x="13439775" y="5648325"/>
            <a:ext cx="2190750"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86" name="v2-211-Context Manager-name">
            <a:extLst xmlns:a="http://schemas.openxmlformats.org/drawingml/2006/main">
              <a:ext uri="{FF2B5EF4-FFF2-40B4-BE49-F238E27FC236}">
                <a16:creationId xmlns:a16="http://schemas.microsoft.com/office/drawing/2014/main" id="{A4853841-CA33-4BE2-AF53-825988B48087}"/>
              </a:ext>
            </a:extLst>
          </p:cNvPr>
          <p:cNvSpPr>
            <a:spLocks xmlns:a="http://schemas.openxmlformats.org/drawingml/2006/main" noGrp="1"/>
          </p:cNvSpPr>
          <p:nvPr/>
        </p:nvSpPr>
        <p:spPr>
          <a:xfrm xmlns:a="http://schemas.openxmlformats.org/drawingml/2006/main">
            <a:off x="13515975" y="5648325"/>
            <a:ext cx="2038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0">
                <a:solidFill>
                  <a:srgbClr val="202B35"/>
                </a:solidFill>
                <a:latin typeface="Apple SD Gothic Neo"/>
                <a:ea typeface="Apple SD Gothic Neo"/>
                <a:cs typeface="Apple SD Gothic Neo"/>
              </a:defRPr>
            </a:pPr>
            <a:r>
              <a:rPr sz="1900" b="0">
                <a:solidFill>
                  <a:srgbClr val="202B35"/>
                </a:solidFill>
                <a:latin typeface="Apple SD Gothic Neo"/>
                <a:ea typeface="Apple SD Gothic Neo"/>
                <a:cs typeface="Apple SD Gothic Neo"/>
              </a:rPr>
              <a:t>Context Manager</a:t>
            </a:r>
          </a:p>
        </p:txBody>
      </p:sp>
      <p:sp>
        <p:nvSpPr>
          <p:cNvPr id="87" name="v2-212-Task Manager">
            <a:extLst xmlns:a="http://schemas.openxmlformats.org/drawingml/2006/main">
              <a:ext uri="{FF2B5EF4-FFF2-40B4-BE49-F238E27FC236}">
                <a16:creationId xmlns:a16="http://schemas.microsoft.com/office/drawing/2014/main" id="{F7A67874-29A3-4793-9DA0-53B231A05905}"/>
              </a:ext>
            </a:extLst>
          </p:cNvPr>
          <p:cNvSpPr>
            <a:spLocks xmlns:a="http://schemas.openxmlformats.org/drawingml/2006/main" noGrp="1"/>
          </p:cNvSpPr>
          <p:nvPr/>
        </p:nvSpPr>
        <p:spPr>
          <a:xfrm xmlns:a="http://schemas.openxmlformats.org/drawingml/2006/main">
            <a:off x="15830550" y="5648325"/>
            <a:ext cx="1847850"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88" name="v2-213-Task Manager-name">
            <a:extLst xmlns:a="http://schemas.openxmlformats.org/drawingml/2006/main">
              <a:ext uri="{FF2B5EF4-FFF2-40B4-BE49-F238E27FC236}">
                <a16:creationId xmlns:a16="http://schemas.microsoft.com/office/drawing/2014/main" id="{24C64E10-5361-456A-8671-92ED08D0D82B}"/>
              </a:ext>
            </a:extLst>
          </p:cNvPr>
          <p:cNvSpPr>
            <a:spLocks xmlns:a="http://schemas.openxmlformats.org/drawingml/2006/main" noGrp="1"/>
          </p:cNvSpPr>
          <p:nvPr/>
        </p:nvSpPr>
        <p:spPr>
          <a:xfrm xmlns:a="http://schemas.openxmlformats.org/drawingml/2006/main">
            <a:off x="15906750" y="56483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02B35"/>
                </a:solidFill>
                <a:latin typeface="Apple SD Gothic Neo"/>
                <a:ea typeface="Apple SD Gothic Neo"/>
                <a:cs typeface="Apple SD Gothic Neo"/>
              </a:defRPr>
            </a:pPr>
            <a:r>
              <a:rPr sz="1800" b="0">
                <a:solidFill>
                  <a:srgbClr val="202B35"/>
                </a:solidFill>
                <a:latin typeface="Apple SD Gothic Neo"/>
                <a:ea typeface="Apple SD Gothic Neo"/>
                <a:cs typeface="Apple SD Gothic Neo"/>
              </a:rPr>
              <a:t>Task Manager</a:t>
            </a:r>
          </a:p>
        </p:txBody>
      </p:sp>
      <p:sp>
        <p:nvSpPr>
          <p:cNvPr id="89" name="v2-214-b-sources">
            <a:extLst xmlns:a="http://schemas.openxmlformats.org/drawingml/2006/main">
              <a:ext uri="{FF2B5EF4-FFF2-40B4-BE49-F238E27FC236}">
                <a16:creationId xmlns:a16="http://schemas.microsoft.com/office/drawing/2014/main" id="{9862BB28-43B7-4751-A600-63C399C1156E}"/>
              </a:ext>
            </a:extLst>
          </p:cNvPr>
          <p:cNvSpPr>
            <a:spLocks xmlns:a="http://schemas.openxmlformats.org/drawingml/2006/main" noGrp="1"/>
          </p:cNvSpPr>
          <p:nvPr/>
        </p:nvSpPr>
        <p:spPr>
          <a:xfrm xmlns:a="http://schemas.openxmlformats.org/drawingml/2006/main">
            <a:off x="14535150" y="5048250"/>
            <a:ext cx="3295650" cy="600075"/>
          </a:xfrm>
          <a:custGeom xmlns:a="http://schemas.openxmlformats.org/drawingml/2006/main">
            <a:pathLst>
              <a:path w="3295650" h="600075">
                <a:moveTo>
                  <a:pt x="2733675" y="0"/>
                </a:moveTo>
                <a:lnTo>
                  <a:pt x="3295650" y="0"/>
                </a:lnTo>
                <a:lnTo>
                  <a:pt x="3295650" y="504825"/>
                </a:lnTo>
                <a:lnTo>
                  <a:pt x="0" y="504825"/>
                </a:lnTo>
                <a:lnTo>
                  <a:pt x="0" y="600075"/>
                </a:lnTo>
              </a:path>
            </a:pathLst>
          </a:custGeom>
          <a:noFill xmlns:a="http://schemas.openxmlformats.org/drawingml/2006/main"/>
          <a:ln xmlns:a="http://schemas.openxmlformats.org/drawingml/2006/main" w="19050">
            <a:solidFill>
              <a:srgbClr val="576773"/>
            </a:solidFill>
            <a:prstDash val="solid"/>
          </a:ln>
        </p:spPr>
      </p:sp>
      <p:sp>
        <p:nvSpPr>
          <p:cNvPr id="90" name="v2-215-b-sources-head">
            <a:extLst xmlns:a="http://schemas.openxmlformats.org/drawingml/2006/main">
              <a:ext uri="{FF2B5EF4-FFF2-40B4-BE49-F238E27FC236}">
                <a16:creationId xmlns:a16="http://schemas.microsoft.com/office/drawing/2014/main" id="{FD9883F0-E042-4D7D-AADB-3913D4CD73FB}"/>
              </a:ext>
            </a:extLst>
          </p:cNvPr>
          <p:cNvSpPr>
            <a:spLocks xmlns:a="http://schemas.openxmlformats.org/drawingml/2006/main" noGrp="1"/>
          </p:cNvSpPr>
          <p:nvPr/>
        </p:nvSpPr>
        <p:spPr>
          <a:xfrm xmlns:a="http://schemas.openxmlformats.org/drawingml/2006/main">
            <a:off x="14480352"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91" name="v2-216-b-task-source">
            <a:extLst xmlns:a="http://schemas.openxmlformats.org/drawingml/2006/main">
              <a:ext uri="{FF2B5EF4-FFF2-40B4-BE49-F238E27FC236}">
                <a16:creationId xmlns:a16="http://schemas.microsoft.com/office/drawing/2014/main" id="{3DE455FA-9BBA-4EC7-ACE7-7D3F1E649962}"/>
              </a:ext>
            </a:extLst>
          </p:cNvPr>
          <p:cNvSpPr>
            <a:spLocks xmlns:a="http://schemas.openxmlformats.org/drawingml/2006/main" noGrp="1"/>
          </p:cNvSpPr>
          <p:nvPr/>
        </p:nvSpPr>
        <p:spPr>
          <a:xfrm xmlns:a="http://schemas.openxmlformats.org/drawingml/2006/main">
            <a:off x="16754475" y="55530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9050">
            <a:solidFill>
              <a:srgbClr val="576773"/>
            </a:solidFill>
            <a:prstDash val="solid"/>
          </a:ln>
        </p:spPr>
      </p:sp>
      <p:sp>
        <p:nvSpPr>
          <p:cNvPr id="92" name="v2-217-b-task-source-head">
            <a:extLst xmlns:a="http://schemas.openxmlformats.org/drawingml/2006/main">
              <a:ext uri="{FF2B5EF4-FFF2-40B4-BE49-F238E27FC236}">
                <a16:creationId xmlns:a16="http://schemas.microsoft.com/office/drawing/2014/main" id="{DB950453-A68F-4A18-AA2B-520D06EA5B2F}"/>
              </a:ext>
            </a:extLst>
          </p:cNvPr>
          <p:cNvSpPr>
            <a:spLocks xmlns:a="http://schemas.openxmlformats.org/drawingml/2006/main" noGrp="1"/>
          </p:cNvSpPr>
          <p:nvPr/>
        </p:nvSpPr>
        <p:spPr>
          <a:xfrm xmlns:a="http://schemas.openxmlformats.org/drawingml/2006/main">
            <a:off x="16699677"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93" name="v2-218-note">
            <a:extLst xmlns:a="http://schemas.openxmlformats.org/drawingml/2006/main">
              <a:ext uri="{FF2B5EF4-FFF2-40B4-BE49-F238E27FC236}">
                <a16:creationId xmlns:a16="http://schemas.microsoft.com/office/drawing/2014/main" id="{87A6AFBF-892B-42E8-8254-BF8DDCEB0640}"/>
              </a:ext>
            </a:extLst>
          </p:cNvPr>
          <p:cNvSpPr>
            <a:spLocks xmlns:a="http://schemas.openxmlformats.org/drawingml/2006/main" noGrp="1"/>
          </p:cNvSpPr>
          <p:nvPr/>
        </p:nvSpPr>
        <p:spPr>
          <a:xfrm xmlns:a="http://schemas.openxmlformats.org/drawingml/2006/main">
            <a:off x="9372600" y="5505450"/>
            <a:ext cx="40290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⑤ 코드가 지원 연산으로 전체 의미 구성</a:t>
            </a:r>
          </a:p>
        </p:txBody>
      </p:sp>
      <p:sp>
        <p:nvSpPr>
          <p:cNvPr id="94" name="v2-219-note">
            <a:extLst xmlns:a="http://schemas.openxmlformats.org/drawingml/2006/main">
              <a:ext uri="{FF2B5EF4-FFF2-40B4-BE49-F238E27FC236}">
                <a16:creationId xmlns:a16="http://schemas.microsoft.com/office/drawing/2014/main" id="{E6AABA55-93FA-488A-A271-7641AFB2F5D4}"/>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00889A"/>
                </a:solidFill>
                <a:latin typeface="Apple SD Gothic Neo"/>
                <a:ea typeface="Apple SD Gothic Neo"/>
                <a:cs typeface="Apple SD Gothic Neo"/>
              </a:defRPr>
            </a:pPr>
            <a:r>
              <a:rPr sz="2000" b="0">
                <a:solidFill>
                  <a:srgbClr val="00889A"/>
                </a:solidFill>
                <a:latin typeface="Apple SD Gothic Neo"/>
                <a:ea typeface="Apple SD Gothic Neo"/>
                <a:cs typeface="Apple SD Gothic Neo"/>
              </a:rPr>
              <a:t>공통: 의미 제안 검증 → Request Controller의 최신성/권한 검사와 채택 → 직접 응답 또는 Task Manager / Agent Gateway 위임</a:t>
            </a:r>
          </a:p>
        </p:txBody>
      </p:sp>
      <p:sp>
        <p:nvSpPr>
          <p:cNvPr id="95" name="v2-220-a-cost">
            <a:extLst xmlns:a="http://schemas.openxmlformats.org/drawingml/2006/main">
              <a:ext uri="{FF2B5EF4-FFF2-40B4-BE49-F238E27FC236}">
                <a16:creationId xmlns:a16="http://schemas.microsoft.com/office/drawing/2014/main" id="{E89C76D6-739D-4C84-80AD-B32212D4A3E2}"/>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A도 구조화 출력, cache와 부분 갱신 가능</a:t>
            </a:r>
          </a:p>
        </p:txBody>
      </p:sp>
      <p:sp>
        <p:nvSpPr>
          <p:cNvPr id="96" name="v2-221-b-cost">
            <a:extLst xmlns:a="http://schemas.openxmlformats.org/drawingml/2006/main">
              <a:ext uri="{FF2B5EF4-FFF2-40B4-BE49-F238E27FC236}">
                <a16:creationId xmlns:a16="http://schemas.microsoft.com/office/drawing/2014/main" id="{469E09BE-76BE-4AA7-A00C-D6FF5A6DB2E9}"/>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B는 유한 표현 한계와 추가 해석/확인 비용</a:t>
            </a:r>
          </a:p>
        </p:txBody>
      </p:sp>
      <p:graphicFrame>
        <p:nvGraphicFramePr>
          <p:cNvPr id="195"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00"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00"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00"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00"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전체 의미와 부분 갱신</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표현 범위와 코드 결합</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조회 후 재판단 대기</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항목 해결과 추가 해석 대기</a:t>
                      </a:r>
                    </a:p>
                  </a:txBody>
                  <a:tcPr marL="114300" marR="76200" marT="9525" marB="9525" anchor="ctr">
                    <a:solidFill>
                      <a:srgbClr val="F5F7F8"/>
                    </a:solidFill>
                  </a:tcPr>
                </a:tc>
              </a:tr>
              <a:tr h="358775">
                <a:tc>
                  <a:txBody>
                    <a:bodyPr/>
                    <a:lstStyle/>
                    <a:p>
                      <a:pPr algn="l"/>
                      <a:r>
                        <a:rPr sz="1700"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조회와 전체 판단 반복</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항목 해결과 전체 결합</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재판단, retry와 폐기 청구</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부분 해석과 전체 실제 청구</a:t>
                      </a:r>
                    </a:p>
                  </a:txBody>
                  <a:tcPr marL="114300" marR="76200" marT="9525" marB="9525" anchor="ctr">
                    <a:solidFill>
                      <a:srgbClr val="F5F7F8"/>
                    </a:solidFill>
                  </a:tcPr>
                </a:tc>
              </a:tr>
              <a:tr h="358775">
                <a:tc>
                  <a:txBody>
                    <a:bodyPr/>
                    <a:lstStyle/>
                    <a:p>
                      <a:pPr algn="l"/>
                      <a:r>
                        <a:rPr sz="1700"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지침과 검증의 실제 수정</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요청 틀과 Engine 규칙 수정</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예산 1,792MiB / 해석 맥락과 buffer</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예산 1,760MiB / 틀과 항목 해결 상태</a:t>
                      </a:r>
                    </a:p>
                  </a:txBody>
                  <a:tcPr marL="114300" marR="76200" marT="9525" marB="9525" anchor="ctr">
                    <a:solidFill>
                      <a:srgbClr val="F5F7F8"/>
                    </a:solidFill>
                  </a:tcPr>
                </a:tc>
              </a:tr>
            </a:tbl>
          </a:graphicData>
        </a:graphic>
      </p:graphicFrame>
      <p:sp>
        <p:nvSpPr>
          <p:cNvPr id="98" name="v2-222-note">
            <a:extLst xmlns:a="http://schemas.openxmlformats.org/drawingml/2006/main">
              <a:ext uri="{FF2B5EF4-FFF2-40B4-BE49-F238E27FC236}">
                <a16:creationId xmlns:a16="http://schemas.microsoft.com/office/drawing/2014/main" id="{C0A501B7-70F6-48EF-8355-56295944E605}"/>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563305708"/>
      </p:ext>
    </p:extLst>
  </p:cSld>
</p:sld>
</file>

<file path=ppt/slides/slide52.xml><?xml version="1.0" encoding="utf-8"?>
<p:sld xmlns:p="http://schemas.openxmlformats.org/presentationml/2006/main">
  <p:cSld name="dp44-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v2-223-section">
            <a:extLst xmlns:a="http://schemas.openxmlformats.org/drawingml/2006/main">
              <a:ext uri="{FF2B5EF4-FFF2-40B4-BE49-F238E27FC236}">
                <a16:creationId xmlns:a16="http://schemas.microsoft.com/office/drawing/2014/main" id="{C803DA1A-0BBB-459D-84E3-E46551261574}"/>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DP44 설계 비교</a:t>
            </a:r>
          </a:p>
        </p:txBody>
      </p:sp>
      <p:sp>
        <p:nvSpPr>
          <p:cNvPr id="2" name="v2-224-title">
            <a:extLst xmlns:a="http://schemas.openxmlformats.org/drawingml/2006/main">
              <a:ext uri="{FF2B5EF4-FFF2-40B4-BE49-F238E27FC236}">
                <a16:creationId xmlns:a16="http://schemas.microsoft.com/office/drawing/2014/main" id="{C023B46D-0734-4BF2-82CE-0896B965B877}"/>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00" b="1">
                <a:solidFill>
                  <a:srgbClr val="202B35"/>
                </a:solidFill>
                <a:latin typeface="Apple SD Gothic Neo"/>
                <a:ea typeface="Apple SD Gothic Neo"/>
                <a:cs typeface="Apple SD Gothic Neo"/>
              </a:defRPr>
            </a:pPr>
            <a:r>
              <a:rPr sz="3400" b="1">
                <a:solidFill>
                  <a:srgbClr val="202B35"/>
                </a:solidFill>
                <a:latin typeface="Apple SD Gothic Neo"/>
                <a:ea typeface="Apple SD Gothic Neo"/>
                <a:cs typeface="Apple SD Gothic Neo"/>
              </a:rPr>
              <a:t>44. 상호작용 응답시간을 위한 지속 대화 실행 설계</a:t>
            </a:r>
          </a:p>
        </p:txBody>
      </p:sp>
      <p:sp>
        <p:nvSpPr>
          <p:cNvPr id="3" name="v2-225-rule">
            <a:extLst xmlns:a="http://schemas.openxmlformats.org/drawingml/2006/main">
              <a:ext uri="{FF2B5EF4-FFF2-40B4-BE49-F238E27FC236}">
                <a16:creationId xmlns:a16="http://schemas.microsoft.com/office/drawing/2014/main" id="{08BD07EB-5150-493C-9132-FEA9548BDCF4}"/>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226-page">
            <a:extLst xmlns:a="http://schemas.openxmlformats.org/drawingml/2006/main">
              <a:ext uri="{FF2B5EF4-FFF2-40B4-BE49-F238E27FC236}">
                <a16:creationId xmlns:a16="http://schemas.microsoft.com/office/drawing/2014/main" id="{B2782F7B-E1E7-4F82-B241-996F0BBFAC89}"/>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18</a:t>
            </a:r>
          </a:p>
        </p:txBody>
      </p:sp>
      <p:sp>
        <p:nvSpPr>
          <p:cNvPr id="5" name="v2-227-note">
            <a:extLst xmlns:a="http://schemas.openxmlformats.org/drawingml/2006/main">
              <a:ext uri="{FF2B5EF4-FFF2-40B4-BE49-F238E27FC236}">
                <a16:creationId xmlns:a16="http://schemas.microsoft.com/office/drawing/2014/main" id="{3920B635-CC86-4452-9F21-854F33BEA64C}"/>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576773"/>
                </a:solidFill>
                <a:latin typeface="Apple SD Gothic Neo"/>
                <a:ea typeface="Apple SD Gothic Neo"/>
                <a:cs typeface="Apple SD Gothic Neo"/>
              </a:defRPr>
            </a:pPr>
            <a:r>
              <a:rPr sz="2200" b="0">
                <a:solidFill>
                  <a:srgbClr val="576773"/>
                </a:solidFill>
                <a:latin typeface="Apple SD Gothic Neo"/>
                <a:ea typeface="Apple SD Gothic Neo"/>
                <a:cs typeface="Apple SD Gothic Neo"/>
              </a:rPr>
              <a:t>같은 사건: 새 “표부터 설명해줘” + 메일 수신자 질문 + 이전 응답 준비의 늦은 완료</a:t>
            </a:r>
          </a:p>
        </p:txBody>
      </p:sp>
      <p:sp>
        <p:nvSpPr>
          <p:cNvPr id="6" name="v2-228-option-a">
            <a:extLst xmlns:a="http://schemas.openxmlformats.org/drawingml/2006/main">
              <a:ext uri="{FF2B5EF4-FFF2-40B4-BE49-F238E27FC236}">
                <a16:creationId xmlns:a16="http://schemas.microsoft.com/office/drawing/2014/main" id="{1C349DDE-BB2A-4356-AB27-2A6B5BB40C49}"/>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229-option-b">
            <a:extLst xmlns:a="http://schemas.openxmlformats.org/drawingml/2006/main">
              <a:ext uri="{FF2B5EF4-FFF2-40B4-BE49-F238E27FC236}">
                <a16:creationId xmlns:a16="http://schemas.microsoft.com/office/drawing/2014/main" id="{19F101DC-0E54-43DB-ABC6-102F155AEC48}"/>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230-option-a-text">
            <a:extLst xmlns:a="http://schemas.openxmlformats.org/drawingml/2006/main">
              <a:ext uri="{FF2B5EF4-FFF2-40B4-BE49-F238E27FC236}">
                <a16:creationId xmlns:a16="http://schemas.microsoft.com/office/drawing/2014/main" id="{D0662DB0-D47F-41B2-AB4C-5053A2D4D103}"/>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A  중앙이 완료를 회수하고 후속 지시</a:t>
            </a:r>
          </a:p>
        </p:txBody>
      </p:sp>
      <p:sp>
        <p:nvSpPr>
          <p:cNvPr id="9" name="v2-231-option-b-text">
            <a:extLst xmlns:a="http://schemas.openxmlformats.org/drawingml/2006/main">
              <a:ext uri="{FF2B5EF4-FFF2-40B4-BE49-F238E27FC236}">
                <a16:creationId xmlns:a16="http://schemas.microsoft.com/office/drawing/2014/main" id="{06B5D6C4-3BE0-4E97-ACA7-08EA3EE0BBB5}"/>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B  단계와 Join이 조건을 보고 실행</a:t>
            </a:r>
          </a:p>
        </p:txBody>
      </p:sp>
      <p:sp>
        <p:nvSpPr>
          <p:cNvPr id="10" name="v2-232-Interaction Manager">
            <a:extLst xmlns:a="http://schemas.openxmlformats.org/drawingml/2006/main">
              <a:ext uri="{FF2B5EF4-FFF2-40B4-BE49-F238E27FC236}">
                <a16:creationId xmlns:a16="http://schemas.microsoft.com/office/drawing/2014/main" id="{6358AFF3-98E2-48FF-AEE8-A93BA66CD60B}"/>
              </a:ext>
            </a:extLst>
          </p:cNvPr>
          <p:cNvSpPr>
            <a:spLocks xmlns:a="http://schemas.openxmlformats.org/drawingml/2006/main" noGrp="1"/>
          </p:cNvSpPr>
          <p:nvPr/>
        </p:nvSpPr>
        <p:spPr>
          <a:xfrm xmlns:a="http://schemas.openxmlformats.org/drawingml/2006/main">
            <a:off x="723900" y="2657475"/>
            <a:ext cx="363855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1" name="v2-233-Interaction Manager-name">
            <a:extLst xmlns:a="http://schemas.openxmlformats.org/drawingml/2006/main">
              <a:ext uri="{FF2B5EF4-FFF2-40B4-BE49-F238E27FC236}">
                <a16:creationId xmlns:a16="http://schemas.microsoft.com/office/drawing/2014/main" id="{D9C4F6D6-ECA2-4F3B-8E3B-15F1A0C6473B}"/>
              </a:ext>
            </a:extLst>
          </p:cNvPr>
          <p:cNvSpPr>
            <a:spLocks xmlns:a="http://schemas.openxmlformats.org/drawingml/2006/main" noGrp="1"/>
          </p:cNvSpPr>
          <p:nvPr/>
        </p:nvSpPr>
        <p:spPr>
          <a:xfrm xmlns:a="http://schemas.openxmlformats.org/drawingml/2006/main">
            <a:off x="800100" y="2657475"/>
            <a:ext cx="3486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Interaction Manager</a:t>
            </a:r>
          </a:p>
        </p:txBody>
      </p:sp>
      <p:sp>
        <p:nvSpPr>
          <p:cNvPr id="12" name="v2-234-Task Manager">
            <a:extLst xmlns:a="http://schemas.openxmlformats.org/drawingml/2006/main">
              <a:ext uri="{FF2B5EF4-FFF2-40B4-BE49-F238E27FC236}">
                <a16:creationId xmlns:a16="http://schemas.microsoft.com/office/drawing/2014/main" id="{E6F460AB-48F0-466C-AB34-23F291B23E53}"/>
              </a:ext>
            </a:extLst>
          </p:cNvPr>
          <p:cNvSpPr>
            <a:spLocks xmlns:a="http://schemas.openxmlformats.org/drawingml/2006/main" noGrp="1"/>
          </p:cNvSpPr>
          <p:nvPr/>
        </p:nvSpPr>
        <p:spPr>
          <a:xfrm xmlns:a="http://schemas.openxmlformats.org/drawingml/2006/main">
            <a:off x="5153025" y="2657475"/>
            <a:ext cx="35052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3" name="v2-235-Task Manager-name">
            <a:extLst xmlns:a="http://schemas.openxmlformats.org/drawingml/2006/main">
              <a:ext uri="{FF2B5EF4-FFF2-40B4-BE49-F238E27FC236}">
                <a16:creationId xmlns:a16="http://schemas.microsoft.com/office/drawing/2014/main" id="{BE0CD999-8A0F-4077-B6B6-3246FEC27F69}"/>
              </a:ext>
            </a:extLst>
          </p:cNvPr>
          <p:cNvSpPr>
            <a:spLocks xmlns:a="http://schemas.openxmlformats.org/drawingml/2006/main" noGrp="1"/>
          </p:cNvSpPr>
          <p:nvPr/>
        </p:nvSpPr>
        <p:spPr>
          <a:xfrm xmlns:a="http://schemas.openxmlformats.org/drawingml/2006/main">
            <a:off x="5229225" y="26574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Task Manager</a:t>
            </a:r>
          </a:p>
        </p:txBody>
      </p:sp>
      <p:sp>
        <p:nvSpPr>
          <p:cNvPr id="14" name="v2-236-Interaction Manager">
            <a:extLst xmlns:a="http://schemas.openxmlformats.org/drawingml/2006/main">
              <a:ext uri="{FF2B5EF4-FFF2-40B4-BE49-F238E27FC236}">
                <a16:creationId xmlns:a16="http://schemas.microsoft.com/office/drawing/2014/main" id="{EE42A785-8692-4892-BFDD-55F317DDC51E}"/>
              </a:ext>
            </a:extLst>
          </p:cNvPr>
          <p:cNvSpPr>
            <a:spLocks xmlns:a="http://schemas.openxmlformats.org/drawingml/2006/main" noGrp="1"/>
          </p:cNvSpPr>
          <p:nvPr/>
        </p:nvSpPr>
        <p:spPr>
          <a:xfrm xmlns:a="http://schemas.openxmlformats.org/drawingml/2006/main">
            <a:off x="9458325" y="2657475"/>
            <a:ext cx="363855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5" name="v2-237-Interaction Manager-name">
            <a:extLst xmlns:a="http://schemas.openxmlformats.org/drawingml/2006/main">
              <a:ext uri="{FF2B5EF4-FFF2-40B4-BE49-F238E27FC236}">
                <a16:creationId xmlns:a16="http://schemas.microsoft.com/office/drawing/2014/main" id="{19FD4EB0-5D50-464F-806F-9FB76DFF2EBA}"/>
              </a:ext>
            </a:extLst>
          </p:cNvPr>
          <p:cNvSpPr>
            <a:spLocks xmlns:a="http://schemas.openxmlformats.org/drawingml/2006/main" noGrp="1"/>
          </p:cNvSpPr>
          <p:nvPr/>
        </p:nvSpPr>
        <p:spPr>
          <a:xfrm xmlns:a="http://schemas.openxmlformats.org/drawingml/2006/main">
            <a:off x="9534525" y="2657475"/>
            <a:ext cx="3486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Interaction Manager</a:t>
            </a:r>
          </a:p>
        </p:txBody>
      </p:sp>
      <p:sp>
        <p:nvSpPr>
          <p:cNvPr id="16" name="v2-238-Task Manager">
            <a:extLst xmlns:a="http://schemas.openxmlformats.org/drawingml/2006/main">
              <a:ext uri="{FF2B5EF4-FFF2-40B4-BE49-F238E27FC236}">
                <a16:creationId xmlns:a16="http://schemas.microsoft.com/office/drawing/2014/main" id="{86FC882E-8E92-4BB0-B701-4327E1CE3475}"/>
              </a:ext>
            </a:extLst>
          </p:cNvPr>
          <p:cNvSpPr>
            <a:spLocks xmlns:a="http://schemas.openxmlformats.org/drawingml/2006/main" noGrp="1"/>
          </p:cNvSpPr>
          <p:nvPr/>
        </p:nvSpPr>
        <p:spPr>
          <a:xfrm xmlns:a="http://schemas.openxmlformats.org/drawingml/2006/main">
            <a:off x="13887450" y="2657475"/>
            <a:ext cx="35052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7" name="v2-239-Task Manager-name">
            <a:extLst xmlns:a="http://schemas.openxmlformats.org/drawingml/2006/main">
              <a:ext uri="{FF2B5EF4-FFF2-40B4-BE49-F238E27FC236}">
                <a16:creationId xmlns:a16="http://schemas.microsoft.com/office/drawing/2014/main" id="{E377BA4F-17D5-44D0-BE40-961AF5D8DDF6}"/>
              </a:ext>
            </a:extLst>
          </p:cNvPr>
          <p:cNvSpPr>
            <a:spLocks xmlns:a="http://schemas.openxmlformats.org/drawingml/2006/main" noGrp="1"/>
          </p:cNvSpPr>
          <p:nvPr/>
        </p:nvSpPr>
        <p:spPr>
          <a:xfrm xmlns:a="http://schemas.openxmlformats.org/drawingml/2006/main">
            <a:off x="13963650" y="26574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Task Manager</a:t>
            </a:r>
          </a:p>
        </p:txBody>
      </p:sp>
      <p:sp>
        <p:nvSpPr>
          <p:cNvPr id="18" name="v2-240-Request Controller">
            <a:extLst xmlns:a="http://schemas.openxmlformats.org/drawingml/2006/main">
              <a:ext uri="{FF2B5EF4-FFF2-40B4-BE49-F238E27FC236}">
                <a16:creationId xmlns:a16="http://schemas.microsoft.com/office/drawing/2014/main" id="{8C0BF3DF-3739-488F-8771-DAA0DCDA6F8F}"/>
              </a:ext>
            </a:extLst>
          </p:cNvPr>
          <p:cNvSpPr>
            <a:spLocks xmlns:a="http://schemas.openxmlformats.org/drawingml/2006/main" noGrp="1"/>
          </p:cNvSpPr>
          <p:nvPr/>
        </p:nvSpPr>
        <p:spPr>
          <a:xfrm xmlns:a="http://schemas.openxmlformats.org/drawingml/2006/main">
            <a:off x="600075" y="3371850"/>
            <a:ext cx="8105775" cy="15525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9" name="v2-241-Request Controller-boundary">
            <a:extLst xmlns:a="http://schemas.openxmlformats.org/drawingml/2006/main">
              <a:ext uri="{FF2B5EF4-FFF2-40B4-BE49-F238E27FC236}">
                <a16:creationId xmlns:a16="http://schemas.microsoft.com/office/drawing/2014/main" id="{3EE44F9D-8974-434E-97C8-C30EE47312A5}"/>
              </a:ext>
            </a:extLst>
          </p:cNvPr>
          <p:cNvSpPr>
            <a:spLocks xmlns:a="http://schemas.openxmlformats.org/drawingml/2006/main" noGrp="1"/>
          </p:cNvSpPr>
          <p:nvPr/>
        </p:nvSpPr>
        <p:spPr>
          <a:xfrm xmlns:a="http://schemas.openxmlformats.org/drawingml/2006/main">
            <a:off x="733425" y="34099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Request Controller</a:t>
            </a:r>
          </a:p>
        </p:txBody>
      </p:sp>
      <p:sp>
        <p:nvSpPr>
          <p:cNvPr id="20" name="v2-242-Dialogue Dispatcher">
            <a:extLst xmlns:a="http://schemas.openxmlformats.org/drawingml/2006/main">
              <a:ext uri="{FF2B5EF4-FFF2-40B4-BE49-F238E27FC236}">
                <a16:creationId xmlns:a16="http://schemas.microsoft.com/office/drawing/2014/main" id="{B9CCD998-3CE2-4140-977F-5A4350CFD0B7}"/>
              </a:ext>
            </a:extLst>
          </p:cNvPr>
          <p:cNvSpPr>
            <a:spLocks xmlns:a="http://schemas.openxmlformats.org/drawingml/2006/main" noGrp="1"/>
          </p:cNvSpPr>
          <p:nvPr/>
        </p:nvSpPr>
        <p:spPr>
          <a:xfrm xmlns:a="http://schemas.openxmlformats.org/drawingml/2006/main">
            <a:off x="2305050" y="3829050"/>
            <a:ext cx="3524250" cy="571500"/>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21" name="v2-243-Dialogue Dispatcher-name">
            <a:extLst xmlns:a="http://schemas.openxmlformats.org/drawingml/2006/main">
              <a:ext uri="{FF2B5EF4-FFF2-40B4-BE49-F238E27FC236}">
                <a16:creationId xmlns:a16="http://schemas.microsoft.com/office/drawing/2014/main" id="{92080B8B-7D8B-4879-BA35-537FBF5AAACC}"/>
              </a:ext>
            </a:extLst>
          </p:cNvPr>
          <p:cNvSpPr>
            <a:spLocks xmlns:a="http://schemas.openxmlformats.org/drawingml/2006/main" noGrp="1"/>
          </p:cNvSpPr>
          <p:nvPr/>
        </p:nvSpPr>
        <p:spPr>
          <a:xfrm xmlns:a="http://schemas.openxmlformats.org/drawingml/2006/main">
            <a:off x="2381250" y="3829050"/>
            <a:ext cx="3371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Dialogue Dispatcher</a:t>
            </a:r>
          </a:p>
        </p:txBody>
      </p:sp>
      <p:sp>
        <p:nvSpPr>
          <p:cNvPr id="22" name="v2-244-Dialogue Progress State">
            <a:extLst xmlns:a="http://schemas.openxmlformats.org/drawingml/2006/main">
              <a:ext uri="{FF2B5EF4-FFF2-40B4-BE49-F238E27FC236}">
                <a16:creationId xmlns:a16="http://schemas.microsoft.com/office/drawing/2014/main" id="{71128F4C-99C5-4F2B-B0F8-B6520009F420}"/>
              </a:ext>
            </a:extLst>
          </p:cNvPr>
          <p:cNvSpPr>
            <a:spLocks xmlns:a="http://schemas.openxmlformats.org/drawingml/2006/main" noGrp="1"/>
          </p:cNvSpPr>
          <p:nvPr/>
        </p:nvSpPr>
        <p:spPr>
          <a:xfrm xmlns:a="http://schemas.openxmlformats.org/drawingml/2006/main">
            <a:off x="6229350" y="3876675"/>
            <a:ext cx="2209800" cy="5048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23" name="v2-245-Dialogue Progress State-name">
            <a:extLst xmlns:a="http://schemas.openxmlformats.org/drawingml/2006/main">
              <a:ext uri="{FF2B5EF4-FFF2-40B4-BE49-F238E27FC236}">
                <a16:creationId xmlns:a16="http://schemas.microsoft.com/office/drawing/2014/main" id="{33AF4A53-B351-49DB-B480-3767908164A2}"/>
              </a:ext>
            </a:extLst>
          </p:cNvPr>
          <p:cNvSpPr>
            <a:spLocks xmlns:a="http://schemas.openxmlformats.org/drawingml/2006/main" noGrp="1"/>
          </p:cNvSpPr>
          <p:nvPr/>
        </p:nvSpPr>
        <p:spPr>
          <a:xfrm xmlns:a="http://schemas.openxmlformats.org/drawingml/2006/main">
            <a:off x="6305550" y="3876675"/>
            <a:ext cx="2057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00" b="0">
                <a:solidFill>
                  <a:srgbClr val="202B35"/>
                </a:solidFill>
                <a:latin typeface="Apple SD Gothic Neo"/>
                <a:ea typeface="Apple SD Gothic Neo"/>
                <a:cs typeface="Apple SD Gothic Neo"/>
              </a:defRPr>
            </a:pPr>
            <a:r>
              <a:rPr sz="1700" b="0">
                <a:solidFill>
                  <a:srgbClr val="202B35"/>
                </a:solidFill>
                <a:latin typeface="Apple SD Gothic Neo"/>
                <a:ea typeface="Apple SD Gothic Neo"/>
                <a:cs typeface="Apple SD Gothic Neo"/>
              </a:rPr>
              <a:t>Dialogue Progress State</a:t>
            </a:r>
          </a:p>
        </p:txBody>
      </p:sp>
      <p:sp>
        <p:nvSpPr>
          <p:cNvPr id="24" name="v2-246-Request Interpreter">
            <a:extLst xmlns:a="http://schemas.openxmlformats.org/drawingml/2006/main">
              <a:ext uri="{FF2B5EF4-FFF2-40B4-BE49-F238E27FC236}">
                <a16:creationId xmlns:a16="http://schemas.microsoft.com/office/drawing/2014/main" id="{10515061-9C96-4A77-9466-47004398756F}"/>
              </a:ext>
            </a:extLst>
          </p:cNvPr>
          <p:cNvSpPr>
            <a:spLocks xmlns:a="http://schemas.openxmlformats.org/drawingml/2006/main" noGrp="1"/>
          </p:cNvSpPr>
          <p:nvPr/>
        </p:nvSpPr>
        <p:spPr>
          <a:xfrm xmlns:a="http://schemas.openxmlformats.org/drawingml/2006/main">
            <a:off x="809625" y="5391150"/>
            <a:ext cx="3238500" cy="4572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5" name="v2-247-Request Interpreter-name">
            <a:extLst xmlns:a="http://schemas.openxmlformats.org/drawingml/2006/main">
              <a:ext uri="{FF2B5EF4-FFF2-40B4-BE49-F238E27FC236}">
                <a16:creationId xmlns:a16="http://schemas.microsoft.com/office/drawing/2014/main" id="{E6EBC088-E892-4E48-8542-ABF28F60254C}"/>
              </a:ext>
            </a:extLst>
          </p:cNvPr>
          <p:cNvSpPr>
            <a:spLocks xmlns:a="http://schemas.openxmlformats.org/drawingml/2006/main" noGrp="1"/>
          </p:cNvSpPr>
          <p:nvPr/>
        </p:nvSpPr>
        <p:spPr>
          <a:xfrm xmlns:a="http://schemas.openxmlformats.org/drawingml/2006/main">
            <a:off x="885825" y="5391150"/>
            <a:ext cx="308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Request Interpreter</a:t>
            </a:r>
          </a:p>
        </p:txBody>
      </p:sp>
      <p:sp>
        <p:nvSpPr>
          <p:cNvPr id="26" name="v2-248-Response Manager">
            <a:extLst xmlns:a="http://schemas.openxmlformats.org/drawingml/2006/main">
              <a:ext uri="{FF2B5EF4-FFF2-40B4-BE49-F238E27FC236}">
                <a16:creationId xmlns:a16="http://schemas.microsoft.com/office/drawing/2014/main" id="{C9E84AAA-8BDC-4B33-A292-FF9D35BBF6FC}"/>
              </a:ext>
            </a:extLst>
          </p:cNvPr>
          <p:cNvSpPr>
            <a:spLocks xmlns:a="http://schemas.openxmlformats.org/drawingml/2006/main" noGrp="1"/>
          </p:cNvSpPr>
          <p:nvPr/>
        </p:nvSpPr>
        <p:spPr>
          <a:xfrm xmlns:a="http://schemas.openxmlformats.org/drawingml/2006/main">
            <a:off x="5191125" y="5076825"/>
            <a:ext cx="3429000" cy="10287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27" name="v2-249-Response Manager-boundary">
            <a:extLst xmlns:a="http://schemas.openxmlformats.org/drawingml/2006/main">
              <a:ext uri="{FF2B5EF4-FFF2-40B4-BE49-F238E27FC236}">
                <a16:creationId xmlns:a16="http://schemas.microsoft.com/office/drawing/2014/main" id="{AE9A41A5-2576-4C21-8365-470120E29C69}"/>
              </a:ext>
            </a:extLst>
          </p:cNvPr>
          <p:cNvSpPr>
            <a:spLocks xmlns:a="http://schemas.openxmlformats.org/drawingml/2006/main" noGrp="1"/>
          </p:cNvSpPr>
          <p:nvPr/>
        </p:nvSpPr>
        <p:spPr>
          <a:xfrm xmlns:a="http://schemas.openxmlformats.org/drawingml/2006/main">
            <a:off x="5324475" y="51149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Response Manager</a:t>
            </a:r>
          </a:p>
        </p:txBody>
      </p:sp>
      <p:sp>
        <p:nvSpPr>
          <p:cNvPr id="28" name="v2-250-Response Composer">
            <a:extLst xmlns:a="http://schemas.openxmlformats.org/drawingml/2006/main">
              <a:ext uri="{FF2B5EF4-FFF2-40B4-BE49-F238E27FC236}">
                <a16:creationId xmlns:a16="http://schemas.microsoft.com/office/drawing/2014/main" id="{DEA13993-EBAE-46FF-9CA4-6B3DC6A76ABE}"/>
              </a:ext>
            </a:extLst>
          </p:cNvPr>
          <p:cNvSpPr>
            <a:spLocks xmlns:a="http://schemas.openxmlformats.org/drawingml/2006/main" noGrp="1"/>
          </p:cNvSpPr>
          <p:nvPr/>
        </p:nvSpPr>
        <p:spPr>
          <a:xfrm xmlns:a="http://schemas.openxmlformats.org/drawingml/2006/main">
            <a:off x="5295900" y="5505450"/>
            <a:ext cx="3200400" cy="4286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9" name="v2-251-Response Composer-name">
            <a:extLst xmlns:a="http://schemas.openxmlformats.org/drawingml/2006/main">
              <a:ext uri="{FF2B5EF4-FFF2-40B4-BE49-F238E27FC236}">
                <a16:creationId xmlns:a16="http://schemas.microsoft.com/office/drawing/2014/main" id="{07521CCA-8E11-48DC-AF6F-CC1DAFD657C1}"/>
              </a:ext>
            </a:extLst>
          </p:cNvPr>
          <p:cNvSpPr>
            <a:spLocks xmlns:a="http://schemas.openxmlformats.org/drawingml/2006/main" noGrp="1"/>
          </p:cNvSpPr>
          <p:nvPr/>
        </p:nvSpPr>
        <p:spPr>
          <a:xfrm xmlns:a="http://schemas.openxmlformats.org/drawingml/2006/main">
            <a:off x="5372100" y="5505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Response Composer</a:t>
            </a:r>
          </a:p>
        </p:txBody>
      </p:sp>
      <p:sp>
        <p:nvSpPr>
          <p:cNvPr id="30" name="v2-252-a-progress-state">
            <a:extLst xmlns:a="http://schemas.openxmlformats.org/drawingml/2006/main">
              <a:ext uri="{FF2B5EF4-FFF2-40B4-BE49-F238E27FC236}">
                <a16:creationId xmlns:a16="http://schemas.microsoft.com/office/drawing/2014/main" id="{75DE4B8E-E875-442A-B918-A99AE3E3AE48}"/>
              </a:ext>
            </a:extLst>
          </p:cNvPr>
          <p:cNvSpPr>
            <a:spLocks xmlns:a="http://schemas.openxmlformats.org/drawingml/2006/main" noGrp="1"/>
          </p:cNvSpPr>
          <p:nvPr/>
        </p:nvSpPr>
        <p:spPr>
          <a:xfrm xmlns:a="http://schemas.openxmlformats.org/drawingml/2006/main">
            <a:off x="5829300" y="4114800"/>
            <a:ext cx="400050" cy="9525"/>
          </a:xfrm>
          <a:custGeom xmlns:a="http://schemas.openxmlformats.org/drawingml/2006/main">
            <a:pathLst>
              <a:path w="400050" h="9525">
                <a:moveTo>
                  <a:pt x="0" y="0"/>
                </a:moveTo>
                <a:lnTo>
                  <a:pt x="400050" y="0"/>
                </a:lnTo>
              </a:path>
            </a:pathLst>
          </a:custGeom>
          <a:noFill xmlns:a="http://schemas.openxmlformats.org/drawingml/2006/main"/>
          <a:ln xmlns:a="http://schemas.openxmlformats.org/drawingml/2006/main" w="19050">
            <a:solidFill>
              <a:srgbClr val="576773"/>
            </a:solidFill>
            <a:prstDash val="solid"/>
          </a:ln>
        </p:spPr>
      </p:sp>
      <p:sp>
        <p:nvSpPr>
          <p:cNvPr id="31" name="v2-253-a-progress-state-head">
            <a:extLst xmlns:a="http://schemas.openxmlformats.org/drawingml/2006/main">
              <a:ext uri="{FF2B5EF4-FFF2-40B4-BE49-F238E27FC236}">
                <a16:creationId xmlns:a16="http://schemas.microsoft.com/office/drawing/2014/main" id="{91E10480-327E-4948-B062-C0D4189160F2}"/>
              </a:ext>
            </a:extLst>
          </p:cNvPr>
          <p:cNvSpPr>
            <a:spLocks xmlns:a="http://schemas.openxmlformats.org/drawingml/2006/main" noGrp="1"/>
          </p:cNvSpPr>
          <p:nvPr/>
        </p:nvSpPr>
        <p:spPr>
          <a:xfrm xmlns:a="http://schemas.openxmlformats.org/drawingml/2006/main">
            <a:off x="6129042" y="406000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32" name="v2-254-a-input">
            <a:extLst xmlns:a="http://schemas.openxmlformats.org/drawingml/2006/main">
              <a:ext uri="{FF2B5EF4-FFF2-40B4-BE49-F238E27FC236}">
                <a16:creationId xmlns:a16="http://schemas.microsoft.com/office/drawing/2014/main" id="{F2DBB809-146D-42F7-8545-32C38767E080}"/>
              </a:ext>
            </a:extLst>
          </p:cNvPr>
          <p:cNvSpPr>
            <a:spLocks xmlns:a="http://schemas.openxmlformats.org/drawingml/2006/main" noGrp="1"/>
          </p:cNvSpPr>
          <p:nvPr/>
        </p:nvSpPr>
        <p:spPr>
          <a:xfrm xmlns:a="http://schemas.openxmlformats.org/drawingml/2006/main">
            <a:off x="2543175" y="3152775"/>
            <a:ext cx="1524000" cy="676275"/>
          </a:xfrm>
          <a:custGeom xmlns:a="http://schemas.openxmlformats.org/drawingml/2006/main">
            <a:pathLst>
              <a:path w="1524000" h="676275">
                <a:moveTo>
                  <a:pt x="0" y="0"/>
                </a:moveTo>
                <a:lnTo>
                  <a:pt x="0" y="495300"/>
                </a:lnTo>
                <a:lnTo>
                  <a:pt x="1524000" y="495300"/>
                </a:lnTo>
                <a:lnTo>
                  <a:pt x="1524000" y="676275"/>
                </a:lnTo>
              </a:path>
            </a:pathLst>
          </a:custGeom>
          <a:noFill xmlns:a="http://schemas.openxmlformats.org/drawingml/2006/main"/>
          <a:ln xmlns:a="http://schemas.openxmlformats.org/drawingml/2006/main" w="28575">
            <a:solidFill>
              <a:srgbClr val="00889A"/>
            </a:solidFill>
            <a:prstDash val="solid"/>
          </a:ln>
        </p:spPr>
      </p:sp>
      <p:sp>
        <p:nvSpPr>
          <p:cNvPr id="33" name="v2-255-a-input-head">
            <a:extLst xmlns:a="http://schemas.openxmlformats.org/drawingml/2006/main">
              <a:ext uri="{FF2B5EF4-FFF2-40B4-BE49-F238E27FC236}">
                <a16:creationId xmlns:a16="http://schemas.microsoft.com/office/drawing/2014/main" id="{128D5E54-A7A4-4975-921F-60990F46E123}"/>
              </a:ext>
            </a:extLst>
          </p:cNvPr>
          <p:cNvSpPr>
            <a:spLocks xmlns:a="http://schemas.openxmlformats.org/drawingml/2006/main" noGrp="1"/>
          </p:cNvSpPr>
          <p:nvPr/>
        </p:nvSpPr>
        <p:spPr>
          <a:xfrm xmlns:a="http://schemas.openxmlformats.org/drawingml/2006/main">
            <a:off x="4012377" y="37287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34" name="v2-256-a-task">
            <a:extLst xmlns:a="http://schemas.openxmlformats.org/drawingml/2006/main">
              <a:ext uri="{FF2B5EF4-FFF2-40B4-BE49-F238E27FC236}">
                <a16:creationId xmlns:a16="http://schemas.microsoft.com/office/drawing/2014/main" id="{F23881D9-16E9-45E4-8A6E-D69B9E73B7A7}"/>
              </a:ext>
            </a:extLst>
          </p:cNvPr>
          <p:cNvSpPr>
            <a:spLocks xmlns:a="http://schemas.openxmlformats.org/drawingml/2006/main" noGrp="1"/>
          </p:cNvSpPr>
          <p:nvPr/>
        </p:nvSpPr>
        <p:spPr>
          <a:xfrm xmlns:a="http://schemas.openxmlformats.org/drawingml/2006/main">
            <a:off x="4067175" y="3152775"/>
            <a:ext cx="2838450" cy="495300"/>
          </a:xfrm>
          <a:custGeom xmlns:a="http://schemas.openxmlformats.org/drawingml/2006/main">
            <a:pathLst>
              <a:path w="2838450" h="495300">
                <a:moveTo>
                  <a:pt x="2838450" y="0"/>
                </a:moveTo>
                <a:lnTo>
                  <a:pt x="2838450" y="495300"/>
                </a:lnTo>
                <a:lnTo>
                  <a:pt x="0" y="495300"/>
                </a:lnTo>
              </a:path>
            </a:pathLst>
          </a:custGeom>
          <a:noFill xmlns:a="http://schemas.openxmlformats.org/drawingml/2006/main"/>
          <a:ln xmlns:a="http://schemas.openxmlformats.org/drawingml/2006/main" w="28575">
            <a:solidFill>
              <a:srgbClr val="00889A"/>
            </a:solidFill>
            <a:prstDash val="solid"/>
          </a:ln>
        </p:spPr>
      </p:sp>
      <p:sp>
        <p:nvSpPr>
          <p:cNvPr id="35" name="v2-257-a-infer">
            <a:extLst xmlns:a="http://schemas.openxmlformats.org/drawingml/2006/main">
              <a:ext uri="{FF2B5EF4-FFF2-40B4-BE49-F238E27FC236}">
                <a16:creationId xmlns:a16="http://schemas.microsoft.com/office/drawing/2014/main" id="{7A3372B2-1020-4795-A27D-37D30287F342}"/>
              </a:ext>
            </a:extLst>
          </p:cNvPr>
          <p:cNvSpPr>
            <a:spLocks xmlns:a="http://schemas.openxmlformats.org/drawingml/2006/main" noGrp="1"/>
          </p:cNvSpPr>
          <p:nvPr/>
        </p:nvSpPr>
        <p:spPr>
          <a:xfrm xmlns:a="http://schemas.openxmlformats.org/drawingml/2006/main">
            <a:off x="2428875" y="4400550"/>
            <a:ext cx="942975" cy="990600"/>
          </a:xfrm>
          <a:custGeom xmlns:a="http://schemas.openxmlformats.org/drawingml/2006/main">
            <a:pathLst>
              <a:path w="942975" h="990600">
                <a:moveTo>
                  <a:pt x="942975" y="0"/>
                </a:moveTo>
                <a:lnTo>
                  <a:pt x="942975" y="409575"/>
                </a:lnTo>
                <a:lnTo>
                  <a:pt x="0" y="409575"/>
                </a:lnTo>
                <a:lnTo>
                  <a:pt x="0" y="990600"/>
                </a:lnTo>
              </a:path>
            </a:pathLst>
          </a:custGeom>
          <a:noFill xmlns:a="http://schemas.openxmlformats.org/drawingml/2006/main"/>
          <a:ln xmlns:a="http://schemas.openxmlformats.org/drawingml/2006/main" w="24765">
            <a:solidFill>
              <a:srgbClr val="00889A"/>
            </a:solidFill>
            <a:prstDash val="solid"/>
          </a:ln>
        </p:spPr>
      </p:sp>
      <p:sp>
        <p:nvSpPr>
          <p:cNvPr id="36" name="v2-258-a-infer-head">
            <a:extLst xmlns:a="http://schemas.openxmlformats.org/drawingml/2006/main">
              <a:ext uri="{FF2B5EF4-FFF2-40B4-BE49-F238E27FC236}">
                <a16:creationId xmlns:a16="http://schemas.microsoft.com/office/drawing/2014/main" id="{A46EE732-3280-433E-9E02-2E350937B860}"/>
              </a:ext>
            </a:extLst>
          </p:cNvPr>
          <p:cNvSpPr>
            <a:spLocks xmlns:a="http://schemas.openxmlformats.org/drawingml/2006/main" noGrp="1"/>
          </p:cNvSpPr>
          <p:nvPr/>
        </p:nvSpPr>
        <p:spPr>
          <a:xfrm xmlns:a="http://schemas.openxmlformats.org/drawingml/2006/main">
            <a:off x="2374077" y="52908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4765">
            <a:solidFill>
              <a:srgbClr val="00889A"/>
            </a:solidFill>
            <a:prstDash val="solid"/>
          </a:ln>
        </p:spPr>
      </p:sp>
      <p:sp>
        <p:nvSpPr>
          <p:cNvPr id="37" name="v2-259-note">
            <a:extLst xmlns:a="http://schemas.openxmlformats.org/drawingml/2006/main">
              <a:ext uri="{FF2B5EF4-FFF2-40B4-BE49-F238E27FC236}">
                <a16:creationId xmlns:a16="http://schemas.microsoft.com/office/drawing/2014/main" id="{A5FB2E84-E2DC-4E40-B46B-6B68309D8A29}"/>
              </a:ext>
            </a:extLst>
          </p:cNvPr>
          <p:cNvSpPr>
            <a:spLocks xmlns:a="http://schemas.openxmlformats.org/drawingml/2006/main" noGrp="1"/>
          </p:cNvSpPr>
          <p:nvPr/>
        </p:nvSpPr>
        <p:spPr>
          <a:xfrm xmlns:a="http://schemas.openxmlformats.org/drawingml/2006/main">
            <a:off x="819150" y="44100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① 지시</a:t>
            </a:r>
          </a:p>
        </p:txBody>
      </p:sp>
      <p:sp>
        <p:nvSpPr>
          <p:cNvPr id="38" name="v2-260-a-infer-return">
            <a:extLst xmlns:a="http://schemas.openxmlformats.org/drawingml/2006/main">
              <a:ext uri="{FF2B5EF4-FFF2-40B4-BE49-F238E27FC236}">
                <a16:creationId xmlns:a16="http://schemas.microsoft.com/office/drawing/2014/main" id="{B79F5ADE-7773-44C6-822C-1B87009CBC02}"/>
              </a:ext>
            </a:extLst>
          </p:cNvPr>
          <p:cNvSpPr>
            <a:spLocks xmlns:a="http://schemas.openxmlformats.org/drawingml/2006/main" noGrp="1"/>
          </p:cNvSpPr>
          <p:nvPr/>
        </p:nvSpPr>
        <p:spPr>
          <a:xfrm xmlns:a="http://schemas.openxmlformats.org/drawingml/2006/main">
            <a:off x="4048125" y="4400550"/>
            <a:ext cx="466725" cy="1219200"/>
          </a:xfrm>
          <a:custGeom xmlns:a="http://schemas.openxmlformats.org/drawingml/2006/main">
            <a:pathLst>
              <a:path w="466725" h="1219200">
                <a:moveTo>
                  <a:pt x="0" y="1219200"/>
                </a:moveTo>
                <a:lnTo>
                  <a:pt x="466725" y="1219200"/>
                </a:lnTo>
                <a:lnTo>
                  <a:pt x="466725" y="0"/>
                </a:lnTo>
              </a:path>
            </a:pathLst>
          </a:custGeom>
          <a:noFill xmlns:a="http://schemas.openxmlformats.org/drawingml/2006/main"/>
          <a:ln xmlns:a="http://schemas.openxmlformats.org/drawingml/2006/main" w="24765">
            <a:solidFill>
              <a:srgbClr val="576773"/>
            </a:solidFill>
            <a:prstDash val="solid"/>
          </a:ln>
        </p:spPr>
      </p:sp>
      <p:sp>
        <p:nvSpPr>
          <p:cNvPr id="39" name="v2-261-a-infer-return-head">
            <a:extLst xmlns:a="http://schemas.openxmlformats.org/drawingml/2006/main">
              <a:ext uri="{FF2B5EF4-FFF2-40B4-BE49-F238E27FC236}">
                <a16:creationId xmlns:a16="http://schemas.microsoft.com/office/drawing/2014/main" id="{3BDA8E63-1A25-4814-933A-AC67476D6684}"/>
              </a:ext>
            </a:extLst>
          </p:cNvPr>
          <p:cNvSpPr>
            <a:spLocks xmlns:a="http://schemas.openxmlformats.org/drawingml/2006/main" noGrp="1"/>
          </p:cNvSpPr>
          <p:nvPr/>
        </p:nvSpPr>
        <p:spPr>
          <a:xfrm xmlns:a="http://schemas.openxmlformats.org/drawingml/2006/main">
            <a:off x="4460052" y="44005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4765">
            <a:solidFill>
              <a:srgbClr val="576773"/>
            </a:solidFill>
            <a:prstDash val="solid"/>
          </a:ln>
        </p:spPr>
      </p:sp>
      <p:sp>
        <p:nvSpPr>
          <p:cNvPr id="40" name="v2-262-note">
            <a:extLst xmlns:a="http://schemas.openxmlformats.org/drawingml/2006/main">
              <a:ext uri="{FF2B5EF4-FFF2-40B4-BE49-F238E27FC236}">
                <a16:creationId xmlns:a16="http://schemas.microsoft.com/office/drawing/2014/main" id="{90254A0B-BD9B-42F5-A9E4-D002865D89CA}"/>
              </a:ext>
            </a:extLst>
          </p:cNvPr>
          <p:cNvSpPr>
            <a:spLocks xmlns:a="http://schemas.openxmlformats.org/drawingml/2006/main" noGrp="1"/>
          </p:cNvSpPr>
          <p:nvPr/>
        </p:nvSpPr>
        <p:spPr>
          <a:xfrm xmlns:a="http://schemas.openxmlformats.org/drawingml/2006/main">
            <a:off x="3314700" y="4857750"/>
            <a:ext cx="2105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② 완료 회수</a:t>
            </a:r>
          </a:p>
        </p:txBody>
      </p:sp>
      <p:sp>
        <p:nvSpPr>
          <p:cNvPr id="41" name="v2-263-a-compose">
            <a:extLst xmlns:a="http://schemas.openxmlformats.org/drawingml/2006/main">
              <a:ext uri="{FF2B5EF4-FFF2-40B4-BE49-F238E27FC236}">
                <a16:creationId xmlns:a16="http://schemas.microsoft.com/office/drawing/2014/main" id="{B66C43C1-4B45-420D-92A8-531E2611D112}"/>
              </a:ext>
            </a:extLst>
          </p:cNvPr>
          <p:cNvSpPr>
            <a:spLocks xmlns:a="http://schemas.openxmlformats.org/drawingml/2006/main" noGrp="1"/>
          </p:cNvSpPr>
          <p:nvPr/>
        </p:nvSpPr>
        <p:spPr>
          <a:xfrm xmlns:a="http://schemas.openxmlformats.org/drawingml/2006/main">
            <a:off x="5076825" y="4400550"/>
            <a:ext cx="1819275" cy="1104900"/>
          </a:xfrm>
          <a:custGeom xmlns:a="http://schemas.openxmlformats.org/drawingml/2006/main">
            <a:pathLst>
              <a:path w="1819275" h="1104900">
                <a:moveTo>
                  <a:pt x="0" y="0"/>
                </a:moveTo>
                <a:lnTo>
                  <a:pt x="0" y="371475"/>
                </a:lnTo>
                <a:lnTo>
                  <a:pt x="1819275" y="371475"/>
                </a:lnTo>
                <a:lnTo>
                  <a:pt x="1819275" y="1104900"/>
                </a:lnTo>
              </a:path>
            </a:pathLst>
          </a:custGeom>
          <a:noFill xmlns:a="http://schemas.openxmlformats.org/drawingml/2006/main"/>
          <a:ln xmlns:a="http://schemas.openxmlformats.org/drawingml/2006/main" w="24765">
            <a:solidFill>
              <a:srgbClr val="00889A"/>
            </a:solidFill>
            <a:prstDash val="solid"/>
          </a:ln>
        </p:spPr>
      </p:sp>
      <p:sp>
        <p:nvSpPr>
          <p:cNvPr id="42" name="v2-264-a-compose-head">
            <a:extLst xmlns:a="http://schemas.openxmlformats.org/drawingml/2006/main">
              <a:ext uri="{FF2B5EF4-FFF2-40B4-BE49-F238E27FC236}">
                <a16:creationId xmlns:a16="http://schemas.microsoft.com/office/drawing/2014/main" id="{BB79F469-C51D-4622-9CB4-657DF2206553}"/>
              </a:ext>
            </a:extLst>
          </p:cNvPr>
          <p:cNvSpPr>
            <a:spLocks xmlns:a="http://schemas.openxmlformats.org/drawingml/2006/main" noGrp="1"/>
          </p:cNvSpPr>
          <p:nvPr/>
        </p:nvSpPr>
        <p:spPr>
          <a:xfrm xmlns:a="http://schemas.openxmlformats.org/drawingml/2006/main">
            <a:off x="6841302" y="54051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4765">
            <a:solidFill>
              <a:srgbClr val="00889A"/>
            </a:solidFill>
            <a:prstDash val="solid"/>
          </a:ln>
        </p:spPr>
      </p:sp>
      <p:sp>
        <p:nvSpPr>
          <p:cNvPr id="43" name="v2-265-note">
            <a:extLst xmlns:a="http://schemas.openxmlformats.org/drawingml/2006/main">
              <a:ext uri="{FF2B5EF4-FFF2-40B4-BE49-F238E27FC236}">
                <a16:creationId xmlns:a16="http://schemas.microsoft.com/office/drawing/2014/main" id="{FA75560D-11D4-42D2-B84F-6F525F4DD23F}"/>
              </a:ext>
            </a:extLst>
          </p:cNvPr>
          <p:cNvSpPr>
            <a:spLocks xmlns:a="http://schemas.openxmlformats.org/drawingml/2006/main" noGrp="1"/>
          </p:cNvSpPr>
          <p:nvPr/>
        </p:nvSpPr>
        <p:spPr>
          <a:xfrm xmlns:a="http://schemas.openxmlformats.org/drawingml/2006/main">
            <a:off x="6334125" y="4438650"/>
            <a:ext cx="204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③ 준비 지시</a:t>
            </a:r>
          </a:p>
        </p:txBody>
      </p:sp>
      <p:sp>
        <p:nvSpPr>
          <p:cNvPr id="44" name="v2-266-a-comp-return">
            <a:extLst xmlns:a="http://schemas.openxmlformats.org/drawingml/2006/main">
              <a:ext uri="{FF2B5EF4-FFF2-40B4-BE49-F238E27FC236}">
                <a16:creationId xmlns:a16="http://schemas.microsoft.com/office/drawing/2014/main" id="{32E03223-F0F8-4936-9326-42CE56686BA1}"/>
              </a:ext>
            </a:extLst>
          </p:cNvPr>
          <p:cNvSpPr>
            <a:spLocks xmlns:a="http://schemas.openxmlformats.org/drawingml/2006/main" noGrp="1"/>
          </p:cNvSpPr>
          <p:nvPr/>
        </p:nvSpPr>
        <p:spPr>
          <a:xfrm xmlns:a="http://schemas.openxmlformats.org/drawingml/2006/main">
            <a:off x="4724400" y="4400550"/>
            <a:ext cx="571500" cy="1323975"/>
          </a:xfrm>
          <a:custGeom xmlns:a="http://schemas.openxmlformats.org/drawingml/2006/main">
            <a:pathLst>
              <a:path w="571500" h="1323975">
                <a:moveTo>
                  <a:pt x="571500" y="1323975"/>
                </a:moveTo>
                <a:lnTo>
                  <a:pt x="0" y="1323975"/>
                </a:lnTo>
                <a:lnTo>
                  <a:pt x="0" y="0"/>
                </a:lnTo>
              </a:path>
            </a:pathLst>
          </a:custGeom>
          <a:noFill xmlns:a="http://schemas.openxmlformats.org/drawingml/2006/main"/>
          <a:ln xmlns:a="http://schemas.openxmlformats.org/drawingml/2006/main" w="24765">
            <a:solidFill>
              <a:srgbClr val="576773"/>
            </a:solidFill>
            <a:prstDash val="solid"/>
          </a:ln>
        </p:spPr>
      </p:sp>
      <p:sp>
        <p:nvSpPr>
          <p:cNvPr id="45" name="v2-267-a-comp-return-head">
            <a:extLst xmlns:a="http://schemas.openxmlformats.org/drawingml/2006/main">
              <a:ext uri="{FF2B5EF4-FFF2-40B4-BE49-F238E27FC236}">
                <a16:creationId xmlns:a16="http://schemas.microsoft.com/office/drawing/2014/main" id="{D5A3F212-A008-430F-85DD-B1E63907A13E}"/>
              </a:ext>
            </a:extLst>
          </p:cNvPr>
          <p:cNvSpPr>
            <a:spLocks xmlns:a="http://schemas.openxmlformats.org/drawingml/2006/main" noGrp="1"/>
          </p:cNvSpPr>
          <p:nvPr/>
        </p:nvSpPr>
        <p:spPr>
          <a:xfrm xmlns:a="http://schemas.openxmlformats.org/drawingml/2006/main">
            <a:off x="4669602" y="44005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4765">
            <a:solidFill>
              <a:srgbClr val="576773"/>
            </a:solidFill>
            <a:prstDash val="solid"/>
          </a:ln>
        </p:spPr>
      </p:sp>
      <p:sp>
        <p:nvSpPr>
          <p:cNvPr id="46" name="v2-268-Request Controller">
            <a:extLst xmlns:a="http://schemas.openxmlformats.org/drawingml/2006/main">
              <a:ext uri="{FF2B5EF4-FFF2-40B4-BE49-F238E27FC236}">
                <a16:creationId xmlns:a16="http://schemas.microsoft.com/office/drawing/2014/main" id="{AA4ACB19-B03A-4D44-A5D6-77D887B38511}"/>
              </a:ext>
            </a:extLst>
          </p:cNvPr>
          <p:cNvSpPr>
            <a:spLocks xmlns:a="http://schemas.openxmlformats.org/drawingml/2006/main" noGrp="1"/>
          </p:cNvSpPr>
          <p:nvPr/>
        </p:nvSpPr>
        <p:spPr>
          <a:xfrm xmlns:a="http://schemas.openxmlformats.org/drawingml/2006/main">
            <a:off x="9334500" y="3371850"/>
            <a:ext cx="8372475" cy="15525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7" name="v2-269-Request Controller-boundary">
            <a:extLst xmlns:a="http://schemas.openxmlformats.org/drawingml/2006/main">
              <a:ext uri="{FF2B5EF4-FFF2-40B4-BE49-F238E27FC236}">
                <a16:creationId xmlns:a16="http://schemas.microsoft.com/office/drawing/2014/main" id="{F831E72C-9EC8-47B9-BB66-6D875CA14ADF}"/>
              </a:ext>
            </a:extLst>
          </p:cNvPr>
          <p:cNvSpPr>
            <a:spLocks xmlns:a="http://schemas.openxmlformats.org/drawingml/2006/main" noGrp="1"/>
          </p:cNvSpPr>
          <p:nvPr/>
        </p:nvSpPr>
        <p:spPr>
          <a:xfrm xmlns:a="http://schemas.openxmlformats.org/drawingml/2006/main">
            <a:off x="9467850" y="34099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Request Controller</a:t>
            </a:r>
          </a:p>
        </p:txBody>
      </p:sp>
      <p:sp>
        <p:nvSpPr>
          <p:cNvPr id="48" name="v2-270-Input Resolution Stage">
            <a:extLst xmlns:a="http://schemas.openxmlformats.org/drawingml/2006/main">
              <a:ext uri="{FF2B5EF4-FFF2-40B4-BE49-F238E27FC236}">
                <a16:creationId xmlns:a16="http://schemas.microsoft.com/office/drawing/2014/main" id="{5C643E7F-22F3-44F1-9C86-F355B4BF8A2B}"/>
              </a:ext>
            </a:extLst>
          </p:cNvPr>
          <p:cNvSpPr>
            <a:spLocks xmlns:a="http://schemas.openxmlformats.org/drawingml/2006/main" noGrp="1"/>
          </p:cNvSpPr>
          <p:nvPr/>
        </p:nvSpPr>
        <p:spPr>
          <a:xfrm xmlns:a="http://schemas.openxmlformats.org/drawingml/2006/main">
            <a:off x="9448800" y="3800475"/>
            <a:ext cx="3857625" cy="4857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49" name="v2-271-Input Resolution Stage-name">
            <a:extLst xmlns:a="http://schemas.openxmlformats.org/drawingml/2006/main">
              <a:ext uri="{FF2B5EF4-FFF2-40B4-BE49-F238E27FC236}">
                <a16:creationId xmlns:a16="http://schemas.microsoft.com/office/drawing/2014/main" id="{6FF308B9-5525-4942-A3BA-82134AC776B5}"/>
              </a:ext>
            </a:extLst>
          </p:cNvPr>
          <p:cNvSpPr>
            <a:spLocks xmlns:a="http://schemas.openxmlformats.org/drawingml/2006/main" noGrp="1"/>
          </p:cNvSpPr>
          <p:nvPr/>
        </p:nvSpPr>
        <p:spPr>
          <a:xfrm xmlns:a="http://schemas.openxmlformats.org/drawingml/2006/main">
            <a:off x="9525000" y="3800475"/>
            <a:ext cx="3705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Input Resolution Stage</a:t>
            </a:r>
          </a:p>
        </p:txBody>
      </p:sp>
      <p:sp>
        <p:nvSpPr>
          <p:cNvPr id="50" name="v2-272-Task Notice Stage">
            <a:extLst xmlns:a="http://schemas.openxmlformats.org/drawingml/2006/main">
              <a:ext uri="{FF2B5EF4-FFF2-40B4-BE49-F238E27FC236}">
                <a16:creationId xmlns:a16="http://schemas.microsoft.com/office/drawing/2014/main" id="{BA862099-4D56-4EB4-AAC8-0BB6CA9AF7E8}"/>
              </a:ext>
            </a:extLst>
          </p:cNvPr>
          <p:cNvSpPr>
            <a:spLocks xmlns:a="http://schemas.openxmlformats.org/drawingml/2006/main" noGrp="1"/>
          </p:cNvSpPr>
          <p:nvPr/>
        </p:nvSpPr>
        <p:spPr>
          <a:xfrm xmlns:a="http://schemas.openxmlformats.org/drawingml/2006/main">
            <a:off x="14011275" y="3800475"/>
            <a:ext cx="3524250" cy="4857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51" name="v2-273-Task Notice Stage-name">
            <a:extLst xmlns:a="http://schemas.openxmlformats.org/drawingml/2006/main">
              <a:ext uri="{FF2B5EF4-FFF2-40B4-BE49-F238E27FC236}">
                <a16:creationId xmlns:a16="http://schemas.microsoft.com/office/drawing/2014/main" id="{DD1F0FE6-8E78-4362-952E-79C93AC72F14}"/>
              </a:ext>
            </a:extLst>
          </p:cNvPr>
          <p:cNvSpPr>
            <a:spLocks xmlns:a="http://schemas.openxmlformats.org/drawingml/2006/main" noGrp="1"/>
          </p:cNvSpPr>
          <p:nvPr/>
        </p:nvSpPr>
        <p:spPr>
          <a:xfrm xmlns:a="http://schemas.openxmlformats.org/drawingml/2006/main">
            <a:off x="14087475" y="3800475"/>
            <a:ext cx="33718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Task Notice Stage</a:t>
            </a:r>
          </a:p>
        </p:txBody>
      </p:sp>
      <p:sp>
        <p:nvSpPr>
          <p:cNvPr id="52" name="v2-274-Input Window">
            <a:extLst xmlns:a="http://schemas.openxmlformats.org/drawingml/2006/main">
              <a:ext uri="{FF2B5EF4-FFF2-40B4-BE49-F238E27FC236}">
                <a16:creationId xmlns:a16="http://schemas.microsoft.com/office/drawing/2014/main" id="{C8BA59D1-1B33-4D24-80B6-7B525134C4B8}"/>
              </a:ext>
            </a:extLst>
          </p:cNvPr>
          <p:cNvSpPr>
            <a:spLocks xmlns:a="http://schemas.openxmlformats.org/drawingml/2006/main" noGrp="1"/>
          </p:cNvSpPr>
          <p:nvPr/>
        </p:nvSpPr>
        <p:spPr>
          <a:xfrm xmlns:a="http://schemas.openxmlformats.org/drawingml/2006/main">
            <a:off x="9448800" y="4438650"/>
            <a:ext cx="2190750" cy="4286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53" name="v2-275-Input Window-name">
            <a:extLst xmlns:a="http://schemas.openxmlformats.org/drawingml/2006/main">
              <a:ext uri="{FF2B5EF4-FFF2-40B4-BE49-F238E27FC236}">
                <a16:creationId xmlns:a16="http://schemas.microsoft.com/office/drawing/2014/main" id="{89F283C8-9863-4ABB-9491-E5EDFCF5FA72}"/>
              </a:ext>
            </a:extLst>
          </p:cNvPr>
          <p:cNvSpPr>
            <a:spLocks xmlns:a="http://schemas.openxmlformats.org/drawingml/2006/main" noGrp="1"/>
          </p:cNvSpPr>
          <p:nvPr/>
        </p:nvSpPr>
        <p:spPr>
          <a:xfrm xmlns:a="http://schemas.openxmlformats.org/drawingml/2006/main">
            <a:off x="9525000" y="443865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0">
                <a:solidFill>
                  <a:srgbClr val="202B35"/>
                </a:solidFill>
                <a:latin typeface="Apple SD Gothic Neo"/>
                <a:ea typeface="Apple SD Gothic Neo"/>
                <a:cs typeface="Apple SD Gothic Neo"/>
              </a:defRPr>
            </a:pPr>
            <a:r>
              <a:rPr sz="1900" b="0">
                <a:solidFill>
                  <a:srgbClr val="202B35"/>
                </a:solidFill>
                <a:latin typeface="Apple SD Gothic Neo"/>
                <a:ea typeface="Apple SD Gothic Neo"/>
                <a:cs typeface="Apple SD Gothic Neo"/>
              </a:rPr>
              <a:t>Input Window</a:t>
            </a:r>
          </a:p>
        </p:txBody>
      </p:sp>
      <p:sp>
        <p:nvSpPr>
          <p:cNvPr id="54" name="v2-276-Notice Window">
            <a:extLst xmlns:a="http://schemas.openxmlformats.org/drawingml/2006/main">
              <a:ext uri="{FF2B5EF4-FFF2-40B4-BE49-F238E27FC236}">
                <a16:creationId xmlns:a16="http://schemas.microsoft.com/office/drawing/2014/main" id="{90A77247-D0D0-4278-948B-1A0E84688BC3}"/>
              </a:ext>
            </a:extLst>
          </p:cNvPr>
          <p:cNvSpPr>
            <a:spLocks xmlns:a="http://schemas.openxmlformats.org/drawingml/2006/main" noGrp="1"/>
          </p:cNvSpPr>
          <p:nvPr/>
        </p:nvSpPr>
        <p:spPr>
          <a:xfrm xmlns:a="http://schemas.openxmlformats.org/drawingml/2006/main">
            <a:off x="15344775" y="4438650"/>
            <a:ext cx="2190750" cy="4286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55" name="v2-277-Notice Window-name">
            <a:extLst xmlns:a="http://schemas.openxmlformats.org/drawingml/2006/main">
              <a:ext uri="{FF2B5EF4-FFF2-40B4-BE49-F238E27FC236}">
                <a16:creationId xmlns:a16="http://schemas.microsoft.com/office/drawing/2014/main" id="{0B725E0D-4A2D-430E-8D06-3406532A2D0C}"/>
              </a:ext>
            </a:extLst>
          </p:cNvPr>
          <p:cNvSpPr>
            <a:spLocks xmlns:a="http://schemas.openxmlformats.org/drawingml/2006/main" noGrp="1"/>
          </p:cNvSpPr>
          <p:nvPr/>
        </p:nvSpPr>
        <p:spPr>
          <a:xfrm xmlns:a="http://schemas.openxmlformats.org/drawingml/2006/main">
            <a:off x="15420975" y="443865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0">
                <a:solidFill>
                  <a:srgbClr val="202B35"/>
                </a:solidFill>
                <a:latin typeface="Apple SD Gothic Neo"/>
                <a:ea typeface="Apple SD Gothic Neo"/>
                <a:cs typeface="Apple SD Gothic Neo"/>
              </a:defRPr>
            </a:pPr>
            <a:r>
              <a:rPr sz="1900" b="0">
                <a:solidFill>
                  <a:srgbClr val="202B35"/>
                </a:solidFill>
                <a:latin typeface="Apple SD Gothic Neo"/>
                <a:ea typeface="Apple SD Gothic Neo"/>
                <a:cs typeface="Apple SD Gothic Neo"/>
              </a:rPr>
              <a:t>Notice Window</a:t>
            </a:r>
          </a:p>
        </p:txBody>
      </p:sp>
      <p:sp>
        <p:nvSpPr>
          <p:cNvPr id="56" name="v2-278-b-input">
            <a:extLst xmlns:a="http://schemas.openxmlformats.org/drawingml/2006/main">
              <a:ext uri="{FF2B5EF4-FFF2-40B4-BE49-F238E27FC236}">
                <a16:creationId xmlns:a16="http://schemas.microsoft.com/office/drawing/2014/main" id="{3E9CB588-B3BF-4ADE-8E2E-2F2C5E54CB70}"/>
              </a:ext>
            </a:extLst>
          </p:cNvPr>
          <p:cNvSpPr>
            <a:spLocks xmlns:a="http://schemas.openxmlformats.org/drawingml/2006/main" noGrp="1"/>
          </p:cNvSpPr>
          <p:nvPr/>
        </p:nvSpPr>
        <p:spPr>
          <a:xfrm xmlns:a="http://schemas.openxmlformats.org/drawingml/2006/main">
            <a:off x="11277600" y="3152775"/>
            <a:ext cx="9525" cy="647700"/>
          </a:xfrm>
          <a:custGeom xmlns:a="http://schemas.openxmlformats.org/drawingml/2006/main">
            <a:pathLst>
              <a:path w="9525" h="647700">
                <a:moveTo>
                  <a:pt x="0" y="0"/>
                </a:moveTo>
                <a:lnTo>
                  <a:pt x="0" y="647700"/>
                </a:lnTo>
              </a:path>
            </a:pathLst>
          </a:custGeom>
          <a:noFill xmlns:a="http://schemas.openxmlformats.org/drawingml/2006/main"/>
          <a:ln xmlns:a="http://schemas.openxmlformats.org/drawingml/2006/main" w="28575">
            <a:solidFill>
              <a:srgbClr val="00889A"/>
            </a:solidFill>
            <a:prstDash val="solid"/>
          </a:ln>
        </p:spPr>
      </p:sp>
      <p:sp>
        <p:nvSpPr>
          <p:cNvPr id="57" name="v2-279-b-input-head">
            <a:extLst xmlns:a="http://schemas.openxmlformats.org/drawingml/2006/main">
              <a:ext uri="{FF2B5EF4-FFF2-40B4-BE49-F238E27FC236}">
                <a16:creationId xmlns:a16="http://schemas.microsoft.com/office/drawing/2014/main" id="{3721A980-E25B-47FE-8753-28D745AF9D61}"/>
              </a:ext>
            </a:extLst>
          </p:cNvPr>
          <p:cNvSpPr>
            <a:spLocks xmlns:a="http://schemas.openxmlformats.org/drawingml/2006/main" noGrp="1"/>
          </p:cNvSpPr>
          <p:nvPr/>
        </p:nvSpPr>
        <p:spPr>
          <a:xfrm xmlns:a="http://schemas.openxmlformats.org/drawingml/2006/main">
            <a:off x="11222802" y="37001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58" name="v2-280-b-task">
            <a:extLst xmlns:a="http://schemas.openxmlformats.org/drawingml/2006/main">
              <a:ext uri="{FF2B5EF4-FFF2-40B4-BE49-F238E27FC236}">
                <a16:creationId xmlns:a16="http://schemas.microsoft.com/office/drawing/2014/main" id="{93FCC4A5-EDCD-4929-9428-0579DF94C9AC}"/>
              </a:ext>
            </a:extLst>
          </p:cNvPr>
          <p:cNvSpPr>
            <a:spLocks xmlns:a="http://schemas.openxmlformats.org/drawingml/2006/main" noGrp="1"/>
          </p:cNvSpPr>
          <p:nvPr/>
        </p:nvSpPr>
        <p:spPr>
          <a:xfrm xmlns:a="http://schemas.openxmlformats.org/drawingml/2006/main">
            <a:off x="15792450" y="3152775"/>
            <a:ext cx="9525" cy="647700"/>
          </a:xfrm>
          <a:custGeom xmlns:a="http://schemas.openxmlformats.org/drawingml/2006/main">
            <a:pathLst>
              <a:path w="9525" h="647700">
                <a:moveTo>
                  <a:pt x="0" y="0"/>
                </a:moveTo>
                <a:lnTo>
                  <a:pt x="0" y="647700"/>
                </a:lnTo>
              </a:path>
            </a:pathLst>
          </a:custGeom>
          <a:noFill xmlns:a="http://schemas.openxmlformats.org/drawingml/2006/main"/>
          <a:ln xmlns:a="http://schemas.openxmlformats.org/drawingml/2006/main" w="28575">
            <a:solidFill>
              <a:srgbClr val="00889A"/>
            </a:solidFill>
            <a:prstDash val="solid"/>
          </a:ln>
        </p:spPr>
      </p:sp>
      <p:sp>
        <p:nvSpPr>
          <p:cNvPr id="59" name="v2-281-b-task-head">
            <a:extLst xmlns:a="http://schemas.openxmlformats.org/drawingml/2006/main">
              <a:ext uri="{FF2B5EF4-FFF2-40B4-BE49-F238E27FC236}">
                <a16:creationId xmlns:a16="http://schemas.microsoft.com/office/drawing/2014/main" id="{59D1A660-5CF6-47AD-99D0-209C083EEA57}"/>
              </a:ext>
            </a:extLst>
          </p:cNvPr>
          <p:cNvSpPr>
            <a:spLocks xmlns:a="http://schemas.openxmlformats.org/drawingml/2006/main" noGrp="1"/>
          </p:cNvSpPr>
          <p:nvPr/>
        </p:nvSpPr>
        <p:spPr>
          <a:xfrm xmlns:a="http://schemas.openxmlformats.org/drawingml/2006/main">
            <a:off x="15737652" y="37001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60" name="v2-282-b-input-state">
            <a:extLst xmlns:a="http://schemas.openxmlformats.org/drawingml/2006/main">
              <a:ext uri="{FF2B5EF4-FFF2-40B4-BE49-F238E27FC236}">
                <a16:creationId xmlns:a16="http://schemas.microsoft.com/office/drawing/2014/main" id="{23CF3CF7-6445-4FC2-92FF-9D2B96A0E884}"/>
              </a:ext>
            </a:extLst>
          </p:cNvPr>
          <p:cNvSpPr>
            <a:spLocks xmlns:a="http://schemas.openxmlformats.org/drawingml/2006/main" noGrp="1"/>
          </p:cNvSpPr>
          <p:nvPr/>
        </p:nvSpPr>
        <p:spPr>
          <a:xfrm xmlns:a="http://schemas.openxmlformats.org/drawingml/2006/main">
            <a:off x="10544175" y="428625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19050">
            <a:solidFill>
              <a:srgbClr val="576773"/>
            </a:solidFill>
            <a:prstDash val="solid"/>
          </a:ln>
        </p:spPr>
      </p:sp>
      <p:sp>
        <p:nvSpPr>
          <p:cNvPr id="61" name="v2-283-b-input-state-head">
            <a:extLst xmlns:a="http://schemas.openxmlformats.org/drawingml/2006/main">
              <a:ext uri="{FF2B5EF4-FFF2-40B4-BE49-F238E27FC236}">
                <a16:creationId xmlns:a16="http://schemas.microsoft.com/office/drawing/2014/main" id="{23273D72-5773-48EE-9397-A43B0F31756A}"/>
              </a:ext>
            </a:extLst>
          </p:cNvPr>
          <p:cNvSpPr>
            <a:spLocks xmlns:a="http://schemas.openxmlformats.org/drawingml/2006/main" noGrp="1"/>
          </p:cNvSpPr>
          <p:nvPr/>
        </p:nvSpPr>
        <p:spPr>
          <a:xfrm xmlns:a="http://schemas.openxmlformats.org/drawingml/2006/main">
            <a:off x="10489377" y="43383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62" name="v2-284-b-notice-state">
            <a:extLst xmlns:a="http://schemas.openxmlformats.org/drawingml/2006/main">
              <a:ext uri="{FF2B5EF4-FFF2-40B4-BE49-F238E27FC236}">
                <a16:creationId xmlns:a16="http://schemas.microsoft.com/office/drawing/2014/main" id="{888F5816-5AD2-41AC-A875-D707AEA4CA17}"/>
              </a:ext>
            </a:extLst>
          </p:cNvPr>
          <p:cNvSpPr>
            <a:spLocks xmlns:a="http://schemas.openxmlformats.org/drawingml/2006/main" noGrp="1"/>
          </p:cNvSpPr>
          <p:nvPr/>
        </p:nvSpPr>
        <p:spPr>
          <a:xfrm xmlns:a="http://schemas.openxmlformats.org/drawingml/2006/main">
            <a:off x="16440150" y="428625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19050">
            <a:solidFill>
              <a:srgbClr val="576773"/>
            </a:solidFill>
            <a:prstDash val="solid"/>
          </a:ln>
        </p:spPr>
      </p:sp>
      <p:sp>
        <p:nvSpPr>
          <p:cNvPr id="63" name="v2-285-b-notice-state-head">
            <a:extLst xmlns:a="http://schemas.openxmlformats.org/drawingml/2006/main">
              <a:ext uri="{FF2B5EF4-FFF2-40B4-BE49-F238E27FC236}">
                <a16:creationId xmlns:a16="http://schemas.microsoft.com/office/drawing/2014/main" id="{2466763E-E991-4D62-B10C-E537C805ABAD}"/>
              </a:ext>
            </a:extLst>
          </p:cNvPr>
          <p:cNvSpPr>
            <a:spLocks xmlns:a="http://schemas.openxmlformats.org/drawingml/2006/main" noGrp="1"/>
          </p:cNvSpPr>
          <p:nvPr/>
        </p:nvSpPr>
        <p:spPr>
          <a:xfrm xmlns:a="http://schemas.openxmlformats.org/drawingml/2006/main">
            <a:off x="16385352" y="43383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64" name="v2-286-Request Interpreter">
            <a:extLst xmlns:a="http://schemas.openxmlformats.org/drawingml/2006/main">
              <a:ext uri="{FF2B5EF4-FFF2-40B4-BE49-F238E27FC236}">
                <a16:creationId xmlns:a16="http://schemas.microsoft.com/office/drawing/2014/main" id="{4B7B331B-356C-43EE-BF6E-12DE7A6DCB8A}"/>
              </a:ext>
            </a:extLst>
          </p:cNvPr>
          <p:cNvSpPr>
            <a:spLocks xmlns:a="http://schemas.openxmlformats.org/drawingml/2006/main" noGrp="1"/>
          </p:cNvSpPr>
          <p:nvPr/>
        </p:nvSpPr>
        <p:spPr>
          <a:xfrm xmlns:a="http://schemas.openxmlformats.org/drawingml/2006/main">
            <a:off x="9477375" y="5314950"/>
            <a:ext cx="3857625" cy="4286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65" name="v2-287-Request Interpreter-name">
            <a:extLst xmlns:a="http://schemas.openxmlformats.org/drawingml/2006/main">
              <a:ext uri="{FF2B5EF4-FFF2-40B4-BE49-F238E27FC236}">
                <a16:creationId xmlns:a16="http://schemas.microsoft.com/office/drawing/2014/main" id="{45E2C3D7-F729-42B9-93FA-636F52B60B02}"/>
              </a:ext>
            </a:extLst>
          </p:cNvPr>
          <p:cNvSpPr>
            <a:spLocks xmlns:a="http://schemas.openxmlformats.org/drawingml/2006/main" noGrp="1"/>
          </p:cNvSpPr>
          <p:nvPr/>
        </p:nvSpPr>
        <p:spPr>
          <a:xfrm xmlns:a="http://schemas.openxmlformats.org/drawingml/2006/main">
            <a:off x="9553575" y="5314950"/>
            <a:ext cx="370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Request Interpreter</a:t>
            </a:r>
          </a:p>
        </p:txBody>
      </p:sp>
      <p:sp>
        <p:nvSpPr>
          <p:cNvPr id="66" name="v2-288-Response Manager">
            <a:extLst xmlns:a="http://schemas.openxmlformats.org/drawingml/2006/main">
              <a:ext uri="{FF2B5EF4-FFF2-40B4-BE49-F238E27FC236}">
                <a16:creationId xmlns:a16="http://schemas.microsoft.com/office/drawing/2014/main" id="{B768E91E-6077-47EE-B5F9-76E90E1FA16B}"/>
              </a:ext>
            </a:extLst>
          </p:cNvPr>
          <p:cNvSpPr>
            <a:spLocks xmlns:a="http://schemas.openxmlformats.org/drawingml/2006/main" noGrp="1"/>
          </p:cNvSpPr>
          <p:nvPr/>
        </p:nvSpPr>
        <p:spPr>
          <a:xfrm xmlns:a="http://schemas.openxmlformats.org/drawingml/2006/main">
            <a:off x="13839825" y="5010150"/>
            <a:ext cx="3886200" cy="111442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67" name="v2-289-Response Manager-boundary">
            <a:extLst xmlns:a="http://schemas.openxmlformats.org/drawingml/2006/main">
              <a:ext uri="{FF2B5EF4-FFF2-40B4-BE49-F238E27FC236}">
                <a16:creationId xmlns:a16="http://schemas.microsoft.com/office/drawing/2014/main" id="{63E0799F-D00C-40F7-A4E1-5AEAF0CFAE49}"/>
              </a:ext>
            </a:extLst>
          </p:cNvPr>
          <p:cNvSpPr>
            <a:spLocks xmlns:a="http://schemas.openxmlformats.org/drawingml/2006/main" noGrp="1"/>
          </p:cNvSpPr>
          <p:nvPr/>
        </p:nvSpPr>
        <p:spPr>
          <a:xfrm xmlns:a="http://schemas.openxmlformats.org/drawingml/2006/main">
            <a:off x="13973175" y="5048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Response Manager</a:t>
            </a:r>
          </a:p>
        </p:txBody>
      </p:sp>
      <p:sp>
        <p:nvSpPr>
          <p:cNvPr id="68" name="v2-290-Response Composer">
            <a:extLst xmlns:a="http://schemas.openxmlformats.org/drawingml/2006/main">
              <a:ext uri="{FF2B5EF4-FFF2-40B4-BE49-F238E27FC236}">
                <a16:creationId xmlns:a16="http://schemas.microsoft.com/office/drawing/2014/main" id="{8E7B5E4B-9B13-40D0-8F2A-F6B6C2DAE3BE}"/>
              </a:ext>
            </a:extLst>
          </p:cNvPr>
          <p:cNvSpPr>
            <a:spLocks xmlns:a="http://schemas.openxmlformats.org/drawingml/2006/main" noGrp="1"/>
          </p:cNvSpPr>
          <p:nvPr/>
        </p:nvSpPr>
        <p:spPr>
          <a:xfrm xmlns:a="http://schemas.openxmlformats.org/drawingml/2006/main">
            <a:off x="14001750" y="5391150"/>
            <a:ext cx="3552825" cy="3048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69" name="v2-291-Response Composer-name">
            <a:extLst xmlns:a="http://schemas.openxmlformats.org/drawingml/2006/main">
              <a:ext uri="{FF2B5EF4-FFF2-40B4-BE49-F238E27FC236}">
                <a16:creationId xmlns:a16="http://schemas.microsoft.com/office/drawing/2014/main" id="{5EF0B62B-FA4A-47B1-B6F2-A082CD3F7E64}"/>
              </a:ext>
            </a:extLst>
          </p:cNvPr>
          <p:cNvSpPr>
            <a:spLocks xmlns:a="http://schemas.openxmlformats.org/drawingml/2006/main" noGrp="1"/>
          </p:cNvSpPr>
          <p:nvPr/>
        </p:nvSpPr>
        <p:spPr>
          <a:xfrm xmlns:a="http://schemas.openxmlformats.org/drawingml/2006/main">
            <a:off x="14077950" y="5391150"/>
            <a:ext cx="3400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0">
                <a:solidFill>
                  <a:srgbClr val="202B35"/>
                </a:solidFill>
                <a:latin typeface="Apple SD Gothic Neo"/>
                <a:ea typeface="Apple SD Gothic Neo"/>
                <a:cs typeface="Apple SD Gothic Neo"/>
              </a:defRPr>
            </a:pPr>
            <a:r>
              <a:rPr sz="1900" b="0">
                <a:solidFill>
                  <a:srgbClr val="202B35"/>
                </a:solidFill>
                <a:latin typeface="Apple SD Gothic Neo"/>
                <a:ea typeface="Apple SD Gothic Neo"/>
                <a:cs typeface="Apple SD Gothic Neo"/>
              </a:rPr>
              <a:t>Response Composer</a:t>
            </a:r>
          </a:p>
        </p:txBody>
      </p:sp>
      <p:sp>
        <p:nvSpPr>
          <p:cNvPr id="70" name="v2-292-Publication Join">
            <a:extLst xmlns:a="http://schemas.openxmlformats.org/drawingml/2006/main">
              <a:ext uri="{FF2B5EF4-FFF2-40B4-BE49-F238E27FC236}">
                <a16:creationId xmlns:a16="http://schemas.microsoft.com/office/drawing/2014/main" id="{460C16DC-E3B8-481D-992A-61E1601A23A1}"/>
              </a:ext>
            </a:extLst>
          </p:cNvPr>
          <p:cNvSpPr>
            <a:spLocks xmlns:a="http://schemas.openxmlformats.org/drawingml/2006/main" noGrp="1"/>
          </p:cNvSpPr>
          <p:nvPr/>
        </p:nvSpPr>
        <p:spPr>
          <a:xfrm xmlns:a="http://schemas.openxmlformats.org/drawingml/2006/main">
            <a:off x="14001750" y="5772150"/>
            <a:ext cx="3552825" cy="304800"/>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71" name="v2-293-Publication Join-name">
            <a:extLst xmlns:a="http://schemas.openxmlformats.org/drawingml/2006/main">
              <a:ext uri="{FF2B5EF4-FFF2-40B4-BE49-F238E27FC236}">
                <a16:creationId xmlns:a16="http://schemas.microsoft.com/office/drawing/2014/main" id="{B8065C27-3C07-4882-B1AD-6613648383CA}"/>
              </a:ext>
            </a:extLst>
          </p:cNvPr>
          <p:cNvSpPr>
            <a:spLocks xmlns:a="http://schemas.openxmlformats.org/drawingml/2006/main" noGrp="1"/>
          </p:cNvSpPr>
          <p:nvPr/>
        </p:nvSpPr>
        <p:spPr>
          <a:xfrm xmlns:a="http://schemas.openxmlformats.org/drawingml/2006/main">
            <a:off x="14077950" y="5772150"/>
            <a:ext cx="3400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Publication Join</a:t>
            </a:r>
          </a:p>
        </p:txBody>
      </p:sp>
      <p:sp>
        <p:nvSpPr>
          <p:cNvPr id="72" name="v2-294-b-meaning">
            <a:extLst xmlns:a="http://schemas.openxmlformats.org/drawingml/2006/main">
              <a:ext uri="{FF2B5EF4-FFF2-40B4-BE49-F238E27FC236}">
                <a16:creationId xmlns:a16="http://schemas.microsoft.com/office/drawing/2014/main" id="{35F51184-54C3-4A97-89B5-6C9523D64795}"/>
              </a:ext>
            </a:extLst>
          </p:cNvPr>
          <p:cNvSpPr>
            <a:spLocks xmlns:a="http://schemas.openxmlformats.org/drawingml/2006/main" noGrp="1"/>
          </p:cNvSpPr>
          <p:nvPr/>
        </p:nvSpPr>
        <p:spPr>
          <a:xfrm xmlns:a="http://schemas.openxmlformats.org/drawingml/2006/main">
            <a:off x="11401425" y="4048125"/>
            <a:ext cx="2162175" cy="1266825"/>
          </a:xfrm>
          <a:custGeom xmlns:a="http://schemas.openxmlformats.org/drawingml/2006/main">
            <a:pathLst>
              <a:path w="2162175" h="1266825">
                <a:moveTo>
                  <a:pt x="1905000" y="0"/>
                </a:moveTo>
                <a:lnTo>
                  <a:pt x="2162175" y="0"/>
                </a:lnTo>
                <a:lnTo>
                  <a:pt x="2162175" y="1104900"/>
                </a:lnTo>
                <a:lnTo>
                  <a:pt x="0" y="1104900"/>
                </a:lnTo>
                <a:lnTo>
                  <a:pt x="0" y="1266825"/>
                </a:lnTo>
              </a:path>
            </a:pathLst>
          </a:custGeom>
          <a:noFill xmlns:a="http://schemas.openxmlformats.org/drawingml/2006/main"/>
          <a:ln xmlns:a="http://schemas.openxmlformats.org/drawingml/2006/main" w="23813">
            <a:solidFill>
              <a:srgbClr val="00889A"/>
            </a:solidFill>
            <a:prstDash val="solid"/>
          </a:ln>
        </p:spPr>
      </p:sp>
      <p:sp>
        <p:nvSpPr>
          <p:cNvPr id="73" name="v2-295-b-meaning-head">
            <a:extLst xmlns:a="http://schemas.openxmlformats.org/drawingml/2006/main">
              <a:ext uri="{FF2B5EF4-FFF2-40B4-BE49-F238E27FC236}">
                <a16:creationId xmlns:a16="http://schemas.microsoft.com/office/drawing/2014/main" id="{A24B0CDA-B05B-4A86-877A-A8078C0E6A00}"/>
              </a:ext>
            </a:extLst>
          </p:cNvPr>
          <p:cNvSpPr>
            <a:spLocks xmlns:a="http://schemas.openxmlformats.org/drawingml/2006/main" noGrp="1"/>
          </p:cNvSpPr>
          <p:nvPr/>
        </p:nvSpPr>
        <p:spPr>
          <a:xfrm xmlns:a="http://schemas.openxmlformats.org/drawingml/2006/main">
            <a:off x="11346627" y="52146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74" name="v2-296-b-proposal-return">
            <a:extLst xmlns:a="http://schemas.openxmlformats.org/drawingml/2006/main">
              <a:ext uri="{FF2B5EF4-FFF2-40B4-BE49-F238E27FC236}">
                <a16:creationId xmlns:a16="http://schemas.microsoft.com/office/drawing/2014/main" id="{9D1B66C4-45F0-4EC7-B37A-D1EE02713380}"/>
              </a:ext>
            </a:extLst>
          </p:cNvPr>
          <p:cNvSpPr>
            <a:spLocks xmlns:a="http://schemas.openxmlformats.org/drawingml/2006/main" noGrp="1"/>
          </p:cNvSpPr>
          <p:nvPr/>
        </p:nvSpPr>
        <p:spPr>
          <a:xfrm xmlns:a="http://schemas.openxmlformats.org/drawingml/2006/main">
            <a:off x="12992100" y="3667125"/>
            <a:ext cx="666750" cy="1866900"/>
          </a:xfrm>
          <a:custGeom xmlns:a="http://schemas.openxmlformats.org/drawingml/2006/main">
            <a:pathLst>
              <a:path w="666750" h="1866900">
                <a:moveTo>
                  <a:pt x="342900" y="1866900"/>
                </a:moveTo>
                <a:lnTo>
                  <a:pt x="666750" y="1866900"/>
                </a:lnTo>
                <a:lnTo>
                  <a:pt x="666750" y="0"/>
                </a:lnTo>
                <a:lnTo>
                  <a:pt x="0" y="0"/>
                </a:lnTo>
                <a:lnTo>
                  <a:pt x="0" y="133350"/>
                </a:lnTo>
              </a:path>
            </a:pathLst>
          </a:custGeom>
          <a:noFill xmlns:a="http://schemas.openxmlformats.org/drawingml/2006/main"/>
          <a:ln xmlns:a="http://schemas.openxmlformats.org/drawingml/2006/main" w="23813">
            <a:solidFill>
              <a:srgbClr val="576773"/>
            </a:solidFill>
            <a:prstDash val="solid"/>
          </a:ln>
        </p:spPr>
      </p:sp>
      <p:sp>
        <p:nvSpPr>
          <p:cNvPr id="75" name="v2-297-b-proposal-return-head">
            <a:extLst xmlns:a="http://schemas.openxmlformats.org/drawingml/2006/main">
              <a:ext uri="{FF2B5EF4-FFF2-40B4-BE49-F238E27FC236}">
                <a16:creationId xmlns:a16="http://schemas.microsoft.com/office/drawing/2014/main" id="{2CD80145-B2CC-4268-8830-937F7D1E2F3D}"/>
              </a:ext>
            </a:extLst>
          </p:cNvPr>
          <p:cNvSpPr>
            <a:spLocks xmlns:a="http://schemas.openxmlformats.org/drawingml/2006/main" noGrp="1"/>
          </p:cNvSpPr>
          <p:nvPr/>
        </p:nvSpPr>
        <p:spPr>
          <a:xfrm xmlns:a="http://schemas.openxmlformats.org/drawingml/2006/main">
            <a:off x="12937302" y="37001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576773"/>
            </a:solidFill>
            <a:prstDash val="solid"/>
          </a:ln>
        </p:spPr>
      </p:sp>
      <p:sp>
        <p:nvSpPr>
          <p:cNvPr id="76" name="v2-298-b-adopted-compose">
            <a:extLst xmlns:a="http://schemas.openxmlformats.org/drawingml/2006/main">
              <a:ext uri="{FF2B5EF4-FFF2-40B4-BE49-F238E27FC236}">
                <a16:creationId xmlns:a16="http://schemas.microsoft.com/office/drawing/2014/main" id="{4FFA312A-0D73-44FD-947B-CEFC085D8432}"/>
              </a:ext>
            </a:extLst>
          </p:cNvPr>
          <p:cNvSpPr>
            <a:spLocks xmlns:a="http://schemas.openxmlformats.org/drawingml/2006/main" noGrp="1"/>
          </p:cNvSpPr>
          <p:nvPr/>
        </p:nvSpPr>
        <p:spPr>
          <a:xfrm xmlns:a="http://schemas.openxmlformats.org/drawingml/2006/main">
            <a:off x="13306425" y="4219575"/>
            <a:ext cx="695325" cy="1314450"/>
          </a:xfrm>
          <a:custGeom xmlns:a="http://schemas.openxmlformats.org/drawingml/2006/main">
            <a:pathLst>
              <a:path w="695325" h="1314450">
                <a:moveTo>
                  <a:pt x="0" y="0"/>
                </a:moveTo>
                <a:lnTo>
                  <a:pt x="457200" y="0"/>
                </a:lnTo>
                <a:lnTo>
                  <a:pt x="457200" y="1314450"/>
                </a:lnTo>
                <a:lnTo>
                  <a:pt x="695325" y="1314450"/>
                </a:lnTo>
              </a:path>
            </a:pathLst>
          </a:custGeom>
          <a:noFill xmlns:a="http://schemas.openxmlformats.org/drawingml/2006/main"/>
          <a:ln xmlns:a="http://schemas.openxmlformats.org/drawingml/2006/main" w="23813">
            <a:solidFill>
              <a:srgbClr val="00889A"/>
            </a:solidFill>
            <a:prstDash val="solid"/>
          </a:ln>
        </p:spPr>
      </p:sp>
      <p:sp>
        <p:nvSpPr>
          <p:cNvPr id="77" name="v2-299-b-adopted-compose-head">
            <a:extLst xmlns:a="http://schemas.openxmlformats.org/drawingml/2006/main">
              <a:ext uri="{FF2B5EF4-FFF2-40B4-BE49-F238E27FC236}">
                <a16:creationId xmlns:a16="http://schemas.microsoft.com/office/drawing/2014/main" id="{1F3A3607-E7B8-421A-B243-844A3A1FEA8B}"/>
              </a:ext>
            </a:extLst>
          </p:cNvPr>
          <p:cNvSpPr>
            <a:spLocks xmlns:a="http://schemas.openxmlformats.org/drawingml/2006/main" noGrp="1"/>
          </p:cNvSpPr>
          <p:nvPr/>
        </p:nvSpPr>
        <p:spPr>
          <a:xfrm xmlns:a="http://schemas.openxmlformats.org/drawingml/2006/main">
            <a:off x="13901442" y="547922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00889A"/>
            </a:solidFill>
            <a:prstDash val="solid"/>
          </a:ln>
        </p:spPr>
      </p:sp>
      <p:sp>
        <p:nvSpPr>
          <p:cNvPr id="78" name="v2-300-note">
            <a:extLst xmlns:a="http://schemas.openxmlformats.org/drawingml/2006/main">
              <a:ext uri="{FF2B5EF4-FFF2-40B4-BE49-F238E27FC236}">
                <a16:creationId xmlns:a16="http://schemas.microsoft.com/office/drawing/2014/main" id="{E20219C1-1523-42FD-A7FF-7423C64ABFF5}"/>
              </a:ext>
            </a:extLst>
          </p:cNvPr>
          <p:cNvSpPr>
            <a:spLocks xmlns:a="http://schemas.openxmlformats.org/drawingml/2006/main" noGrp="1"/>
          </p:cNvSpPr>
          <p:nvPr/>
        </p:nvSpPr>
        <p:spPr>
          <a:xfrm xmlns:a="http://schemas.openxmlformats.org/drawingml/2006/main">
            <a:off x="9477375" y="506730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76773"/>
                </a:solidFill>
                <a:latin typeface="Apple SD Gothic Neo"/>
                <a:ea typeface="Apple SD Gothic Neo"/>
                <a:cs typeface="Apple SD Gothic Neo"/>
              </a:defRPr>
            </a:pPr>
            <a:r>
              <a:rPr sz="1500" b="0">
                <a:solidFill>
                  <a:srgbClr val="576773"/>
                </a:solidFill>
                <a:latin typeface="Apple SD Gothic Neo"/>
                <a:ea typeface="Apple SD Gothic Neo"/>
                <a:cs typeface="Apple SD Gothic Neo"/>
              </a:rPr>
              <a:t>제안 반환 후 채택</a:t>
            </a:r>
          </a:p>
        </p:txBody>
      </p:sp>
      <p:sp>
        <p:nvSpPr>
          <p:cNvPr id="79" name="v2-301-b-notice-compose">
            <a:extLst xmlns:a="http://schemas.openxmlformats.org/drawingml/2006/main">
              <a:ext uri="{FF2B5EF4-FFF2-40B4-BE49-F238E27FC236}">
                <a16:creationId xmlns:a16="http://schemas.microsoft.com/office/drawing/2014/main" id="{5CBD4FDF-8E10-46A1-8BC3-176A2FF094F2}"/>
              </a:ext>
            </a:extLst>
          </p:cNvPr>
          <p:cNvSpPr>
            <a:spLocks xmlns:a="http://schemas.openxmlformats.org/drawingml/2006/main" noGrp="1"/>
          </p:cNvSpPr>
          <p:nvPr/>
        </p:nvSpPr>
        <p:spPr>
          <a:xfrm xmlns:a="http://schemas.openxmlformats.org/drawingml/2006/main">
            <a:off x="17535525" y="4095750"/>
            <a:ext cx="428625" cy="1438275"/>
          </a:xfrm>
          <a:custGeom xmlns:a="http://schemas.openxmlformats.org/drawingml/2006/main">
            <a:pathLst>
              <a:path w="428625" h="1438275">
                <a:moveTo>
                  <a:pt x="0" y="0"/>
                </a:moveTo>
                <a:lnTo>
                  <a:pt x="428625" y="0"/>
                </a:lnTo>
                <a:lnTo>
                  <a:pt x="428625" y="1438275"/>
                </a:lnTo>
                <a:lnTo>
                  <a:pt x="19050" y="1438275"/>
                </a:lnTo>
              </a:path>
            </a:pathLst>
          </a:custGeom>
          <a:noFill xmlns:a="http://schemas.openxmlformats.org/drawingml/2006/main"/>
          <a:ln xmlns:a="http://schemas.openxmlformats.org/drawingml/2006/main" w="23813">
            <a:solidFill>
              <a:srgbClr val="00889A"/>
            </a:solidFill>
            <a:prstDash val="solid"/>
          </a:ln>
        </p:spPr>
      </p:sp>
      <p:sp>
        <p:nvSpPr>
          <p:cNvPr id="80" name="v2-302-b-notice-compose-head">
            <a:extLst xmlns:a="http://schemas.openxmlformats.org/drawingml/2006/main">
              <a:ext uri="{FF2B5EF4-FFF2-40B4-BE49-F238E27FC236}">
                <a16:creationId xmlns:a16="http://schemas.microsoft.com/office/drawing/2014/main" id="{79C2861B-E61B-4443-880A-C64AC0DFFF49}"/>
              </a:ext>
            </a:extLst>
          </p:cNvPr>
          <p:cNvSpPr>
            <a:spLocks xmlns:a="http://schemas.openxmlformats.org/drawingml/2006/main" noGrp="1"/>
          </p:cNvSpPr>
          <p:nvPr/>
        </p:nvSpPr>
        <p:spPr>
          <a:xfrm xmlns:a="http://schemas.openxmlformats.org/drawingml/2006/main">
            <a:off x="17554575" y="54792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3813">
            <a:solidFill>
              <a:srgbClr val="00889A"/>
            </a:solidFill>
            <a:prstDash val="solid"/>
          </a:ln>
        </p:spPr>
      </p:sp>
      <p:sp>
        <p:nvSpPr>
          <p:cNvPr id="81" name="v2-303-note">
            <a:extLst xmlns:a="http://schemas.openxmlformats.org/drawingml/2006/main">
              <a:ext uri="{FF2B5EF4-FFF2-40B4-BE49-F238E27FC236}">
                <a16:creationId xmlns:a16="http://schemas.microsoft.com/office/drawing/2014/main" id="{71B3062C-EC78-4722-B69D-E77C1FF2B851}"/>
              </a:ext>
            </a:extLst>
          </p:cNvPr>
          <p:cNvSpPr>
            <a:spLocks xmlns:a="http://schemas.openxmlformats.org/drawingml/2006/main" noGrp="1"/>
          </p:cNvSpPr>
          <p:nvPr/>
        </p:nvSpPr>
        <p:spPr>
          <a:xfrm xmlns:a="http://schemas.openxmlformats.org/drawingml/2006/main">
            <a:off x="16192500" y="3438525"/>
            <a:ext cx="1466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76773"/>
                </a:solidFill>
                <a:latin typeface="Apple SD Gothic Neo"/>
                <a:ea typeface="Apple SD Gothic Neo"/>
                <a:cs typeface="Apple SD Gothic Neo"/>
              </a:defRPr>
            </a:pPr>
            <a:r>
              <a:rPr sz="1500" b="0">
                <a:solidFill>
                  <a:srgbClr val="576773"/>
                </a:solidFill>
                <a:latin typeface="Apple SD Gothic Neo"/>
                <a:ea typeface="Apple SD Gothic Neo"/>
                <a:cs typeface="Apple SD Gothic Neo"/>
              </a:rPr>
              <a:t>유효 Notice</a:t>
            </a:r>
          </a:p>
        </p:txBody>
      </p:sp>
      <p:sp>
        <p:nvSpPr>
          <p:cNvPr id="82" name="v2-304-b-candidate">
            <a:extLst xmlns:a="http://schemas.openxmlformats.org/drawingml/2006/main">
              <a:ext uri="{FF2B5EF4-FFF2-40B4-BE49-F238E27FC236}">
                <a16:creationId xmlns:a16="http://schemas.microsoft.com/office/drawing/2014/main" id="{FF620E1D-59E0-40CF-A23E-EF6071003DF5}"/>
              </a:ext>
            </a:extLst>
          </p:cNvPr>
          <p:cNvSpPr>
            <a:spLocks xmlns:a="http://schemas.openxmlformats.org/drawingml/2006/main" noGrp="1"/>
          </p:cNvSpPr>
          <p:nvPr/>
        </p:nvSpPr>
        <p:spPr>
          <a:xfrm xmlns:a="http://schemas.openxmlformats.org/drawingml/2006/main">
            <a:off x="15773400" y="5695950"/>
            <a:ext cx="9525" cy="76200"/>
          </a:xfrm>
          <a:custGeom xmlns:a="http://schemas.openxmlformats.org/drawingml/2006/main">
            <a:pathLst>
              <a:path w="9525" h="76200">
                <a:moveTo>
                  <a:pt x="0" y="0"/>
                </a:moveTo>
                <a:lnTo>
                  <a:pt x="0" y="76200"/>
                </a:lnTo>
              </a:path>
            </a:pathLst>
          </a:custGeom>
          <a:noFill xmlns:a="http://schemas.openxmlformats.org/drawingml/2006/main"/>
          <a:ln xmlns:a="http://schemas.openxmlformats.org/drawingml/2006/main" w="23813">
            <a:solidFill>
              <a:srgbClr val="00889A"/>
            </a:solidFill>
            <a:prstDash val="solid"/>
          </a:ln>
        </p:spPr>
      </p:sp>
      <p:sp>
        <p:nvSpPr>
          <p:cNvPr id="83" name="v2-305-b-candidate-head">
            <a:extLst xmlns:a="http://schemas.openxmlformats.org/drawingml/2006/main">
              <a:ext uri="{FF2B5EF4-FFF2-40B4-BE49-F238E27FC236}">
                <a16:creationId xmlns:a16="http://schemas.microsoft.com/office/drawing/2014/main" id="{B034E452-2423-4663-B174-E7B4E71A904A}"/>
              </a:ext>
            </a:extLst>
          </p:cNvPr>
          <p:cNvSpPr>
            <a:spLocks xmlns:a="http://schemas.openxmlformats.org/drawingml/2006/main" noGrp="1"/>
          </p:cNvSpPr>
          <p:nvPr/>
        </p:nvSpPr>
        <p:spPr>
          <a:xfrm xmlns:a="http://schemas.openxmlformats.org/drawingml/2006/main">
            <a:off x="15718602" y="56718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84" name="v2-306-b-join-input">
            <a:extLst xmlns:a="http://schemas.openxmlformats.org/drawingml/2006/main">
              <a:ext uri="{FF2B5EF4-FFF2-40B4-BE49-F238E27FC236}">
                <a16:creationId xmlns:a16="http://schemas.microsoft.com/office/drawing/2014/main" id="{8659B599-F90A-4F70-A80D-B35B019FED2C}"/>
              </a:ext>
            </a:extLst>
          </p:cNvPr>
          <p:cNvSpPr>
            <a:spLocks xmlns:a="http://schemas.openxmlformats.org/drawingml/2006/main" noGrp="1"/>
          </p:cNvSpPr>
          <p:nvPr/>
        </p:nvSpPr>
        <p:spPr>
          <a:xfrm xmlns:a="http://schemas.openxmlformats.org/drawingml/2006/main">
            <a:off x="9372600" y="4867275"/>
            <a:ext cx="4629150" cy="1057275"/>
          </a:xfrm>
          <a:custGeom xmlns:a="http://schemas.openxmlformats.org/drawingml/2006/main">
            <a:pathLst>
              <a:path w="4629150" h="1057275">
                <a:moveTo>
                  <a:pt x="1171575" y="0"/>
                </a:moveTo>
                <a:lnTo>
                  <a:pt x="1171575" y="152400"/>
                </a:lnTo>
                <a:lnTo>
                  <a:pt x="0" y="152400"/>
                </a:lnTo>
                <a:lnTo>
                  <a:pt x="0" y="1057275"/>
                </a:lnTo>
                <a:lnTo>
                  <a:pt x="4629150" y="1057275"/>
                </a:lnTo>
              </a:path>
            </a:pathLst>
          </a:custGeom>
          <a:noFill xmlns:a="http://schemas.openxmlformats.org/drawingml/2006/main"/>
          <a:ln xmlns:a="http://schemas.openxmlformats.org/drawingml/2006/main" w="23813">
            <a:solidFill>
              <a:srgbClr val="00889A"/>
            </a:solidFill>
            <a:prstDash val="solid"/>
          </a:ln>
        </p:spPr>
      </p:sp>
      <p:sp>
        <p:nvSpPr>
          <p:cNvPr id="85" name="v2-307-b-join-input-head">
            <a:extLst xmlns:a="http://schemas.openxmlformats.org/drawingml/2006/main">
              <a:ext uri="{FF2B5EF4-FFF2-40B4-BE49-F238E27FC236}">
                <a16:creationId xmlns:a16="http://schemas.microsoft.com/office/drawing/2014/main" id="{9F21ABB8-FBD7-4D17-9747-344EC748C62D}"/>
              </a:ext>
            </a:extLst>
          </p:cNvPr>
          <p:cNvSpPr>
            <a:spLocks xmlns:a="http://schemas.openxmlformats.org/drawingml/2006/main" noGrp="1"/>
          </p:cNvSpPr>
          <p:nvPr/>
        </p:nvSpPr>
        <p:spPr>
          <a:xfrm xmlns:a="http://schemas.openxmlformats.org/drawingml/2006/main">
            <a:off x="13901442" y="58697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00889A"/>
            </a:solidFill>
            <a:prstDash val="solid"/>
          </a:ln>
        </p:spPr>
      </p:sp>
      <p:sp>
        <p:nvSpPr>
          <p:cNvPr id="86" name="v2-308-b-join-notice">
            <a:extLst xmlns:a="http://schemas.openxmlformats.org/drawingml/2006/main">
              <a:ext uri="{FF2B5EF4-FFF2-40B4-BE49-F238E27FC236}">
                <a16:creationId xmlns:a16="http://schemas.microsoft.com/office/drawing/2014/main" id="{AC621F8A-9A8F-49A6-BFC1-9BF06BF8082F}"/>
              </a:ext>
            </a:extLst>
          </p:cNvPr>
          <p:cNvSpPr>
            <a:spLocks xmlns:a="http://schemas.openxmlformats.org/drawingml/2006/main" noGrp="1"/>
          </p:cNvSpPr>
          <p:nvPr/>
        </p:nvSpPr>
        <p:spPr>
          <a:xfrm xmlns:a="http://schemas.openxmlformats.org/drawingml/2006/main">
            <a:off x="16440150" y="4867275"/>
            <a:ext cx="1390650" cy="1057275"/>
          </a:xfrm>
          <a:custGeom xmlns:a="http://schemas.openxmlformats.org/drawingml/2006/main">
            <a:pathLst>
              <a:path w="1390650" h="1057275">
                <a:moveTo>
                  <a:pt x="0" y="0"/>
                </a:moveTo>
                <a:lnTo>
                  <a:pt x="1390650" y="0"/>
                </a:lnTo>
                <a:lnTo>
                  <a:pt x="1390650" y="1057275"/>
                </a:lnTo>
                <a:lnTo>
                  <a:pt x="1114425" y="1057275"/>
                </a:lnTo>
              </a:path>
            </a:pathLst>
          </a:custGeom>
          <a:noFill xmlns:a="http://schemas.openxmlformats.org/drawingml/2006/main"/>
          <a:ln xmlns:a="http://schemas.openxmlformats.org/drawingml/2006/main" w="23813">
            <a:solidFill>
              <a:srgbClr val="00889A"/>
            </a:solidFill>
            <a:prstDash val="solid"/>
          </a:ln>
        </p:spPr>
      </p:sp>
      <p:sp>
        <p:nvSpPr>
          <p:cNvPr id="87" name="v2-309-b-join-notice-head">
            <a:extLst xmlns:a="http://schemas.openxmlformats.org/drawingml/2006/main">
              <a:ext uri="{FF2B5EF4-FFF2-40B4-BE49-F238E27FC236}">
                <a16:creationId xmlns:a16="http://schemas.microsoft.com/office/drawing/2014/main" id="{073526A7-C758-401E-8964-B44414282891}"/>
              </a:ext>
            </a:extLst>
          </p:cNvPr>
          <p:cNvSpPr>
            <a:spLocks xmlns:a="http://schemas.openxmlformats.org/drawingml/2006/main" noGrp="1"/>
          </p:cNvSpPr>
          <p:nvPr/>
        </p:nvSpPr>
        <p:spPr>
          <a:xfrm xmlns:a="http://schemas.openxmlformats.org/drawingml/2006/main">
            <a:off x="17554575" y="5869752"/>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3813">
            <a:solidFill>
              <a:srgbClr val="00889A"/>
            </a:solidFill>
            <a:prstDash val="solid"/>
          </a:ln>
        </p:spPr>
      </p:sp>
      <p:sp>
        <p:nvSpPr>
          <p:cNvPr id="88" name="v2-310-note">
            <a:extLst xmlns:a="http://schemas.openxmlformats.org/drawingml/2006/main">
              <a:ext uri="{FF2B5EF4-FFF2-40B4-BE49-F238E27FC236}">
                <a16:creationId xmlns:a16="http://schemas.microsoft.com/office/drawing/2014/main" id="{82A583D3-411A-4741-B1D5-621882DD8530}"/>
              </a:ext>
            </a:extLst>
          </p:cNvPr>
          <p:cNvSpPr>
            <a:spLocks xmlns:a="http://schemas.openxmlformats.org/drawingml/2006/main" noGrp="1"/>
          </p:cNvSpPr>
          <p:nvPr/>
        </p:nvSpPr>
        <p:spPr>
          <a:xfrm xmlns:a="http://schemas.openxmlformats.org/drawingml/2006/main">
            <a:off x="9477375" y="611505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00" b="0">
                <a:solidFill>
                  <a:srgbClr val="576773"/>
                </a:solidFill>
                <a:latin typeface="Apple SD Gothic Neo"/>
                <a:ea typeface="Apple SD Gothic Neo"/>
                <a:cs typeface="Apple SD Gothic Neo"/>
              </a:defRPr>
            </a:pPr>
            <a:r>
              <a:rPr sz="1600" b="0">
                <a:solidFill>
                  <a:srgbClr val="576773"/>
                </a:solidFill>
                <a:latin typeface="Apple SD Gothic Neo"/>
                <a:ea typeface="Apple SD Gothic Neo"/>
                <a:cs typeface="Apple SD Gothic Neo"/>
              </a:rPr>
              <a:t>입력/알림 조건 + 준비된 후보 → 게시 가능 여부</a:t>
            </a:r>
          </a:p>
        </p:txBody>
      </p:sp>
      <p:sp>
        <p:nvSpPr>
          <p:cNvPr id="89" name="v2-311-note">
            <a:extLst xmlns:a="http://schemas.openxmlformats.org/drawingml/2006/main">
              <a:ext uri="{FF2B5EF4-FFF2-40B4-BE49-F238E27FC236}">
                <a16:creationId xmlns:a16="http://schemas.microsoft.com/office/drawing/2014/main" id="{A012552B-6836-45C3-B8B3-7E7A816A27D2}"/>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00889A"/>
                </a:solidFill>
                <a:latin typeface="Apple SD Gothic Neo"/>
                <a:ea typeface="Apple SD Gothic Neo"/>
                <a:cs typeface="Apple SD Gothic Neo"/>
              </a:defRPr>
            </a:pPr>
            <a:r>
              <a:rPr sz="2000" b="0">
                <a:solidFill>
                  <a:srgbClr val="00889A"/>
                </a:solidFill>
                <a:latin typeface="Apple SD Gothic Neo"/>
                <a:ea typeface="Apple SD Gothic Neo"/>
                <a:cs typeface="Apple SD Gothic Neo"/>
              </a:rPr>
              <a:t>공통: Publication Control의 검사 → Interaction Manager 실제 표시/재생 → Response Manager 전달 기록. 옛 후보 폐기 / 질문은 별도 허용</a:t>
            </a:r>
          </a:p>
        </p:txBody>
      </p:sp>
      <p:sp>
        <p:nvSpPr>
          <p:cNvPr id="90" name="v2-312-a-cost">
            <a:extLst xmlns:a="http://schemas.openxmlformats.org/drawingml/2006/main">
              <a:ext uri="{FF2B5EF4-FFF2-40B4-BE49-F238E27FC236}">
                <a16:creationId xmlns:a16="http://schemas.microsoft.com/office/drawing/2014/main" id="{F263034A-F85B-4CA3-9DB2-70221C31A9BE}"/>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A도 비동기, 병렬 실행과 우선순위 처리 가능</a:t>
            </a:r>
          </a:p>
        </p:txBody>
      </p:sp>
      <p:sp>
        <p:nvSpPr>
          <p:cNvPr id="91" name="v2-313-b-cost">
            <a:extLst xmlns:a="http://schemas.openxmlformats.org/drawingml/2006/main">
              <a:ext uri="{FF2B5EF4-FFF2-40B4-BE49-F238E27FC236}">
                <a16:creationId xmlns:a16="http://schemas.microsoft.com/office/drawing/2014/main" id="{C3D09DC4-687D-43E8-9103-7CEFFDA09DE6}"/>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B는 Stage/Window, credit와 Join 상태 비용</a:t>
            </a:r>
          </a:p>
        </p:txBody>
      </p:sp>
      <p:graphicFrame>
        <p:nvGraphicFramePr>
          <p:cNvPr id="185"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00"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00"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00"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00"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현재성 검사와 후속 지시</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Window와 Join의 현재성</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중앙 queue와 회수 대기</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Stage, Join과 수용량 대기</a:t>
                      </a:r>
                    </a:p>
                  </a:txBody>
                  <a:tcPr marL="114300" marR="76200" marT="9525" marB="9525" anchor="ctr">
                    <a:solidFill>
                      <a:srgbClr val="F5F7F8"/>
                    </a:solidFill>
                  </a:tcPr>
                </a:tc>
              </a:tr>
              <a:tr h="358775">
                <a:tc>
                  <a:txBody>
                    <a:bodyPr/>
                    <a:lstStyle/>
                    <a:p>
                      <a:pPr algn="l"/>
                      <a:r>
                        <a:rPr sz="1700"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회수와 다음 실행 연결</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단계 활성화와 게시 Join</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실제 호출, retry와 폐기</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실제 호출, retry와 폐기</a:t>
                      </a:r>
                    </a:p>
                  </a:txBody>
                  <a:tcPr marL="114300" marR="76200" marT="9525" marB="9525" anchor="ctr">
                    <a:solidFill>
                      <a:srgbClr val="F5F7F8"/>
                    </a:solidFill>
                  </a:tcPr>
                </a:tc>
              </a:tr>
              <a:tr h="358775">
                <a:tc>
                  <a:txBody>
                    <a:bodyPr/>
                    <a:lstStyle/>
                    <a:p>
                      <a:pPr algn="l"/>
                      <a:r>
                        <a:rPr sz="1700"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후속 규칙과 사건 계약</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단계와 Join 계약</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예산 1,792MiB / 중앙 상태와 queue</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예산 1,840MiB / Window, credit, copy</a:t>
                      </a:r>
                    </a:p>
                  </a:txBody>
                  <a:tcPr marL="114300" marR="76200" marT="9525" marB="9525" anchor="ctr">
                    <a:solidFill>
                      <a:srgbClr val="F5F7F8"/>
                    </a:solidFill>
                  </a:tcPr>
                </a:tc>
              </a:tr>
            </a:tbl>
          </a:graphicData>
        </a:graphic>
      </p:graphicFrame>
      <p:sp>
        <p:nvSpPr>
          <p:cNvPr id="93" name="v2-314-note">
            <a:extLst xmlns:a="http://schemas.openxmlformats.org/drawingml/2006/main">
              <a:ext uri="{FF2B5EF4-FFF2-40B4-BE49-F238E27FC236}">
                <a16:creationId xmlns:a16="http://schemas.microsoft.com/office/drawing/2014/main" id="{6378C499-39A5-40BF-8572-67798CF3B82A}"/>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1964571774"/>
      </p:ext>
    </p:extLst>
  </p:cSld>
</p:sld>
</file>

<file path=ppt/slides/slide53.xml><?xml version="1.0" encoding="utf-8"?>
<p:sld xmlns:p="http://schemas.openxmlformats.org/presentationml/2006/main">
  <p:cSld name="dp45-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v2-315-section">
            <a:extLst xmlns:a="http://schemas.openxmlformats.org/drawingml/2006/main">
              <a:ext uri="{FF2B5EF4-FFF2-40B4-BE49-F238E27FC236}">
                <a16:creationId xmlns:a16="http://schemas.microsoft.com/office/drawing/2014/main" id="{D19AA893-A9DB-454E-9A4F-F2AC0D467729}"/>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DP45 설계 비교</a:t>
            </a:r>
          </a:p>
        </p:txBody>
      </p:sp>
      <p:sp>
        <p:nvSpPr>
          <p:cNvPr id="2" name="v2-316-title">
            <a:extLst xmlns:a="http://schemas.openxmlformats.org/drawingml/2006/main">
              <a:ext uri="{FF2B5EF4-FFF2-40B4-BE49-F238E27FC236}">
                <a16:creationId xmlns:a16="http://schemas.microsoft.com/office/drawing/2014/main" id="{0DAC1176-66CD-4690-92E1-75F3FA4CB275}"/>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00" b="1">
                <a:solidFill>
                  <a:srgbClr val="202B35"/>
                </a:solidFill>
                <a:latin typeface="Apple SD Gothic Neo"/>
                <a:ea typeface="Apple SD Gothic Neo"/>
                <a:cs typeface="Apple SD Gothic Neo"/>
              </a:defRPr>
            </a:pPr>
            <a:r>
              <a:rPr sz="3100" b="1">
                <a:solidFill>
                  <a:srgbClr val="202B35"/>
                </a:solidFill>
                <a:latin typeface="Apple SD Gothic Neo"/>
                <a:ea typeface="Apple SD Gothic Neo"/>
                <a:cs typeface="Apple SD Gothic Neo"/>
              </a:rPr>
              <a:t>45. VIA 요청 처리시간과 모델 사용 비용을 위한 과거 맥락 제공 설계</a:t>
            </a:r>
          </a:p>
        </p:txBody>
      </p:sp>
      <p:sp>
        <p:nvSpPr>
          <p:cNvPr id="3" name="v2-317-rule">
            <a:extLst xmlns:a="http://schemas.openxmlformats.org/drawingml/2006/main">
              <a:ext uri="{FF2B5EF4-FFF2-40B4-BE49-F238E27FC236}">
                <a16:creationId xmlns:a16="http://schemas.microsoft.com/office/drawing/2014/main" id="{6733FE53-EA56-443B-AC0D-DFE39C3A86E3}"/>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318-page">
            <a:extLst xmlns:a="http://schemas.openxmlformats.org/drawingml/2006/main">
              <a:ext uri="{FF2B5EF4-FFF2-40B4-BE49-F238E27FC236}">
                <a16:creationId xmlns:a16="http://schemas.microsoft.com/office/drawing/2014/main" id="{ED56F267-D6C0-405B-8A5E-C99E7567CFB5}"/>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20</a:t>
            </a:r>
          </a:p>
        </p:txBody>
      </p:sp>
      <p:sp>
        <p:nvSpPr>
          <p:cNvPr id="5" name="v2-319-note">
            <a:extLst xmlns:a="http://schemas.openxmlformats.org/drawingml/2006/main">
              <a:ext uri="{FF2B5EF4-FFF2-40B4-BE49-F238E27FC236}">
                <a16:creationId xmlns:a16="http://schemas.microsoft.com/office/drawing/2014/main" id="{5A199CA3-8279-49EA-B70C-E8DCCEF2BB9E}"/>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576773"/>
                </a:solidFill>
                <a:latin typeface="Apple SD Gothic Neo"/>
                <a:ea typeface="Apple SD Gothic Neo"/>
                <a:cs typeface="Apple SD Gothic Neo"/>
              </a:defRPr>
            </a:pPr>
            <a:r>
              <a:rPr sz="2200" b="0">
                <a:solidFill>
                  <a:srgbClr val="576773"/>
                </a:solidFill>
                <a:latin typeface="Apple SD Gothic Neo"/>
                <a:ea typeface="Apple SD Gothic Neo"/>
                <a:cs typeface="Apple SD Gothic Neo"/>
              </a:rPr>
              <a:t>같은 요청: “지난번 평가 기준으로 제품 비교와 견적 결과를 함께 써서 제안서를 만들어줘.”</a:t>
            </a:r>
          </a:p>
        </p:txBody>
      </p:sp>
      <p:sp>
        <p:nvSpPr>
          <p:cNvPr id="6" name="v2-320-option-a">
            <a:extLst xmlns:a="http://schemas.openxmlformats.org/drawingml/2006/main">
              <a:ext uri="{FF2B5EF4-FFF2-40B4-BE49-F238E27FC236}">
                <a16:creationId xmlns:a16="http://schemas.microsoft.com/office/drawing/2014/main" id="{7FFCAB25-74E5-4BA6-A4BF-E3CBDF2CE393}"/>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321-option-b">
            <a:extLst xmlns:a="http://schemas.openxmlformats.org/drawingml/2006/main">
              <a:ext uri="{FF2B5EF4-FFF2-40B4-BE49-F238E27FC236}">
                <a16:creationId xmlns:a16="http://schemas.microsoft.com/office/drawing/2014/main" id="{04163C29-2963-4406-8EEB-9B2C983301F7}"/>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322-option-a-text">
            <a:extLst xmlns:a="http://schemas.openxmlformats.org/drawingml/2006/main">
              <a:ext uri="{FF2B5EF4-FFF2-40B4-BE49-F238E27FC236}">
                <a16:creationId xmlns:a16="http://schemas.microsoft.com/office/drawing/2014/main" id="{1ECBAE3C-EE45-475E-B78B-0B516CD2E978}"/>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A  현재 요청에 맞춰 원본을 조합</a:t>
            </a:r>
          </a:p>
        </p:txBody>
      </p:sp>
      <p:sp>
        <p:nvSpPr>
          <p:cNvPr id="9" name="v2-323-option-b-text">
            <a:extLst xmlns:a="http://schemas.openxmlformats.org/drawingml/2006/main">
              <a:ext uri="{FF2B5EF4-FFF2-40B4-BE49-F238E27FC236}">
                <a16:creationId xmlns:a16="http://schemas.microsoft.com/office/drawing/2014/main" id="{58BF011E-0375-462D-B910-112F5361683E}"/>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B  과거 관계를 공통 생산하고 조회</a:t>
            </a:r>
          </a:p>
        </p:txBody>
      </p:sp>
      <p:sp>
        <p:nvSpPr>
          <p:cNvPr id="10" name="v2-324-note">
            <a:extLst xmlns:a="http://schemas.openxmlformats.org/drawingml/2006/main">
              <a:ext uri="{FF2B5EF4-FFF2-40B4-BE49-F238E27FC236}">
                <a16:creationId xmlns:a16="http://schemas.microsoft.com/office/drawing/2014/main" id="{61E7D39F-CCE5-422F-8663-50E14892FAD5}"/>
              </a:ext>
            </a:extLst>
          </p:cNvPr>
          <p:cNvSpPr>
            <a:spLocks xmlns:a="http://schemas.openxmlformats.org/drawingml/2006/main" noGrp="1"/>
          </p:cNvSpPr>
          <p:nvPr/>
        </p:nvSpPr>
        <p:spPr>
          <a:xfrm xmlns:a="http://schemas.openxmlformats.org/drawingml/2006/main">
            <a:off x="495300" y="2552700"/>
            <a:ext cx="63912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00889A"/>
                </a:solidFill>
                <a:latin typeface="Apple SD Gothic Neo"/>
                <a:ea typeface="Apple SD Gothic Neo"/>
                <a:cs typeface="Apple SD Gothic Neo"/>
              </a:defRPr>
            </a:pPr>
            <a:r>
              <a:rPr sz="2000" b="0">
                <a:solidFill>
                  <a:srgbClr val="00889A"/>
                </a:solidFill>
                <a:latin typeface="Apple SD Gothic Neo"/>
                <a:ea typeface="Apple SD Gothic Neo"/>
                <a:cs typeface="Apple SD Gothic Neo"/>
              </a:rPr>
              <a:t>원본: 실제 전달한 설명과 업무 결과</a:t>
            </a:r>
          </a:p>
        </p:txBody>
      </p:sp>
      <p:sp>
        <p:nvSpPr>
          <p:cNvPr id="11" name="v2-325-Model Access">
            <a:extLst xmlns:a="http://schemas.openxmlformats.org/drawingml/2006/main">
              <a:ext uri="{FF2B5EF4-FFF2-40B4-BE49-F238E27FC236}">
                <a16:creationId xmlns:a16="http://schemas.microsoft.com/office/drawing/2014/main" id="{EB368250-516F-4AE9-9B24-DAF74AE24C3D}"/>
              </a:ext>
            </a:extLst>
          </p:cNvPr>
          <p:cNvSpPr>
            <a:spLocks xmlns:a="http://schemas.openxmlformats.org/drawingml/2006/main" noGrp="1"/>
          </p:cNvSpPr>
          <p:nvPr/>
        </p:nvSpPr>
        <p:spPr>
          <a:xfrm xmlns:a="http://schemas.openxmlformats.org/drawingml/2006/main">
            <a:off x="7143750" y="2628900"/>
            <a:ext cx="4095750" cy="4286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2" name="v2-326-Model Access-name">
            <a:extLst xmlns:a="http://schemas.openxmlformats.org/drawingml/2006/main">
              <a:ext uri="{FF2B5EF4-FFF2-40B4-BE49-F238E27FC236}">
                <a16:creationId xmlns:a16="http://schemas.microsoft.com/office/drawing/2014/main" id="{461C608C-C973-4BDD-8D7F-7BA5D1F76FE5}"/>
              </a:ext>
            </a:extLst>
          </p:cNvPr>
          <p:cNvSpPr>
            <a:spLocks xmlns:a="http://schemas.openxmlformats.org/drawingml/2006/main" noGrp="1"/>
          </p:cNvSpPr>
          <p:nvPr/>
        </p:nvSpPr>
        <p:spPr>
          <a:xfrm xmlns:a="http://schemas.openxmlformats.org/drawingml/2006/main">
            <a:off x="7219950" y="2628900"/>
            <a:ext cx="3943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Model Access</a:t>
            </a:r>
          </a:p>
        </p:txBody>
      </p:sp>
      <p:sp>
        <p:nvSpPr>
          <p:cNvPr id="13" name="v2-327-클라우드 의미 LLM">
            <a:extLst xmlns:a="http://schemas.openxmlformats.org/drawingml/2006/main">
              <a:ext uri="{FF2B5EF4-FFF2-40B4-BE49-F238E27FC236}">
                <a16:creationId xmlns:a16="http://schemas.microsoft.com/office/drawing/2014/main" id="{D106CF12-2AB3-49FB-9878-58CA9844772E}"/>
              </a:ext>
            </a:extLst>
          </p:cNvPr>
          <p:cNvSpPr>
            <a:spLocks xmlns:a="http://schemas.openxmlformats.org/drawingml/2006/main" noGrp="1"/>
          </p:cNvSpPr>
          <p:nvPr/>
        </p:nvSpPr>
        <p:spPr>
          <a:xfrm xmlns:a="http://schemas.openxmlformats.org/drawingml/2006/main">
            <a:off x="13430250" y="2628900"/>
            <a:ext cx="4181475" cy="4286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4" name="v2-328-클라우드 의미 LLM-name">
            <a:extLst xmlns:a="http://schemas.openxmlformats.org/drawingml/2006/main">
              <a:ext uri="{FF2B5EF4-FFF2-40B4-BE49-F238E27FC236}">
                <a16:creationId xmlns:a16="http://schemas.microsoft.com/office/drawing/2014/main" id="{AC16E972-C29F-4D66-96E4-78BC90C7609E}"/>
              </a:ext>
            </a:extLst>
          </p:cNvPr>
          <p:cNvSpPr>
            <a:spLocks xmlns:a="http://schemas.openxmlformats.org/drawingml/2006/main" noGrp="1"/>
          </p:cNvSpPr>
          <p:nvPr/>
        </p:nvSpPr>
        <p:spPr>
          <a:xfrm xmlns:a="http://schemas.openxmlformats.org/drawingml/2006/main">
            <a:off x="13506450" y="2628900"/>
            <a:ext cx="4029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클라우드 의미 LLM</a:t>
            </a:r>
          </a:p>
        </p:txBody>
      </p:sp>
      <p:sp>
        <p:nvSpPr>
          <p:cNvPr id="15" name="v2-329-common-meaning">
            <a:extLst xmlns:a="http://schemas.openxmlformats.org/drawingml/2006/main">
              <a:ext uri="{FF2B5EF4-FFF2-40B4-BE49-F238E27FC236}">
                <a16:creationId xmlns:a16="http://schemas.microsoft.com/office/drawing/2014/main" id="{189C3EE8-89F6-4BF0-8BF8-4A41C6FC1C8B}"/>
              </a:ext>
            </a:extLst>
          </p:cNvPr>
          <p:cNvSpPr>
            <a:spLocks xmlns:a="http://schemas.openxmlformats.org/drawingml/2006/main" noGrp="1"/>
          </p:cNvSpPr>
          <p:nvPr/>
        </p:nvSpPr>
        <p:spPr>
          <a:xfrm xmlns:a="http://schemas.openxmlformats.org/drawingml/2006/main">
            <a:off x="11239500" y="2838450"/>
            <a:ext cx="2190750" cy="9525"/>
          </a:xfrm>
          <a:custGeom xmlns:a="http://schemas.openxmlformats.org/drawingml/2006/main">
            <a:pathLst>
              <a:path w="2190750" h="9525">
                <a:moveTo>
                  <a:pt x="0" y="0"/>
                </a:moveTo>
                <a:lnTo>
                  <a:pt x="2190750" y="0"/>
                </a:lnTo>
              </a:path>
            </a:pathLst>
          </a:custGeom>
          <a:noFill xmlns:a="http://schemas.openxmlformats.org/drawingml/2006/main"/>
          <a:ln xmlns:a="http://schemas.openxmlformats.org/drawingml/2006/main" w="19050">
            <a:solidFill>
              <a:srgbClr val="576773"/>
            </a:solidFill>
            <a:prstDash val="solid"/>
          </a:ln>
        </p:spPr>
      </p:sp>
      <p:sp>
        <p:nvSpPr>
          <p:cNvPr id="16" name="v2-330-common-meaning-head">
            <a:extLst xmlns:a="http://schemas.openxmlformats.org/drawingml/2006/main">
              <a:ext uri="{FF2B5EF4-FFF2-40B4-BE49-F238E27FC236}">
                <a16:creationId xmlns:a16="http://schemas.microsoft.com/office/drawing/2014/main" id="{539ACD00-3E1B-4513-817F-4FE5303725EB}"/>
              </a:ext>
            </a:extLst>
          </p:cNvPr>
          <p:cNvSpPr>
            <a:spLocks xmlns:a="http://schemas.openxmlformats.org/drawingml/2006/main" noGrp="1"/>
          </p:cNvSpPr>
          <p:nvPr/>
        </p:nvSpPr>
        <p:spPr>
          <a:xfrm xmlns:a="http://schemas.openxmlformats.org/drawingml/2006/main">
            <a:off x="13329942" y="27836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17" name="v2-331-note">
            <a:extLst xmlns:a="http://schemas.openxmlformats.org/drawingml/2006/main">
              <a:ext uri="{FF2B5EF4-FFF2-40B4-BE49-F238E27FC236}">
                <a16:creationId xmlns:a16="http://schemas.microsoft.com/office/drawing/2014/main" id="{BB77EF32-10C2-4A43-B914-B43396B657D1}"/>
              </a:ext>
            </a:extLst>
          </p:cNvPr>
          <p:cNvSpPr>
            <a:spLocks xmlns:a="http://schemas.openxmlformats.org/drawingml/2006/main" noGrp="1"/>
          </p:cNvSpPr>
          <p:nvPr/>
        </p:nvSpPr>
        <p:spPr>
          <a:xfrm xmlns:a="http://schemas.openxmlformats.org/drawingml/2006/main">
            <a:off x="11458575" y="2533650"/>
            <a:ext cx="1857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00" b="0">
                <a:solidFill>
                  <a:srgbClr val="576773"/>
                </a:solidFill>
                <a:latin typeface="Apple SD Gothic Neo"/>
                <a:ea typeface="Apple SD Gothic Neo"/>
                <a:cs typeface="Apple SD Gothic Neo"/>
              </a:defRPr>
            </a:pPr>
            <a:r>
              <a:rPr sz="1600" b="0">
                <a:solidFill>
                  <a:srgbClr val="576773"/>
                </a:solidFill>
                <a:latin typeface="Apple SD Gothic Neo"/>
                <a:ea typeface="Apple SD Gothic Neo"/>
                <a:cs typeface="Apple SD Gothic Neo"/>
              </a:rPr>
              <a:t>필요할 때 호출</a:t>
            </a:r>
          </a:p>
        </p:txBody>
      </p:sp>
      <p:sp>
        <p:nvSpPr>
          <p:cNvPr id="18" name="v2-332-Context Manager">
            <a:extLst xmlns:a="http://schemas.openxmlformats.org/drawingml/2006/main">
              <a:ext uri="{FF2B5EF4-FFF2-40B4-BE49-F238E27FC236}">
                <a16:creationId xmlns:a16="http://schemas.microsoft.com/office/drawing/2014/main" id="{8126D139-3DFB-41B0-8E62-B38342FF70AF}"/>
              </a:ext>
            </a:extLst>
          </p:cNvPr>
          <p:cNvSpPr>
            <a:spLocks xmlns:a="http://schemas.openxmlformats.org/drawingml/2006/main" noGrp="1"/>
          </p:cNvSpPr>
          <p:nvPr/>
        </p:nvSpPr>
        <p:spPr>
          <a:xfrm xmlns:a="http://schemas.openxmlformats.org/drawingml/2006/main">
            <a:off x="600075" y="3105150"/>
            <a:ext cx="8105775" cy="222885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9" name="v2-333-Context Manager-boundary">
            <a:extLst xmlns:a="http://schemas.openxmlformats.org/drawingml/2006/main">
              <a:ext uri="{FF2B5EF4-FFF2-40B4-BE49-F238E27FC236}">
                <a16:creationId xmlns:a16="http://schemas.microsoft.com/office/drawing/2014/main" id="{BCD006C7-9B60-493E-AF43-9269819476C7}"/>
              </a:ext>
            </a:extLst>
          </p:cNvPr>
          <p:cNvSpPr>
            <a:spLocks xmlns:a="http://schemas.openxmlformats.org/drawingml/2006/main" noGrp="1"/>
          </p:cNvSpPr>
          <p:nvPr/>
        </p:nvSpPr>
        <p:spPr>
          <a:xfrm xmlns:a="http://schemas.openxmlformats.org/drawingml/2006/main">
            <a:off x="733425" y="3143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Context Manager</a:t>
            </a:r>
          </a:p>
        </p:txBody>
      </p:sp>
      <p:sp>
        <p:nvSpPr>
          <p:cNvPr id="20" name="v2-334-Context Composer">
            <a:extLst xmlns:a="http://schemas.openxmlformats.org/drawingml/2006/main">
              <a:ext uri="{FF2B5EF4-FFF2-40B4-BE49-F238E27FC236}">
                <a16:creationId xmlns:a16="http://schemas.microsoft.com/office/drawing/2014/main" id="{396C0F95-53DE-420C-AA60-40C5212FEFF4}"/>
              </a:ext>
            </a:extLst>
          </p:cNvPr>
          <p:cNvSpPr>
            <a:spLocks xmlns:a="http://schemas.openxmlformats.org/drawingml/2006/main" noGrp="1"/>
          </p:cNvSpPr>
          <p:nvPr/>
        </p:nvSpPr>
        <p:spPr>
          <a:xfrm xmlns:a="http://schemas.openxmlformats.org/drawingml/2006/main">
            <a:off x="1076325" y="3714750"/>
            <a:ext cx="3905250" cy="5619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21" name="v2-335-Context Composer-name">
            <a:extLst xmlns:a="http://schemas.openxmlformats.org/drawingml/2006/main">
              <a:ext uri="{FF2B5EF4-FFF2-40B4-BE49-F238E27FC236}">
                <a16:creationId xmlns:a16="http://schemas.microsoft.com/office/drawing/2014/main" id="{4EB52290-2914-43FA-8D77-45C1BE62ABCE}"/>
              </a:ext>
            </a:extLst>
          </p:cNvPr>
          <p:cNvSpPr>
            <a:spLocks xmlns:a="http://schemas.openxmlformats.org/drawingml/2006/main" noGrp="1"/>
          </p:cNvSpPr>
          <p:nvPr/>
        </p:nvSpPr>
        <p:spPr>
          <a:xfrm xmlns:a="http://schemas.openxmlformats.org/drawingml/2006/main">
            <a:off x="1152525" y="3714750"/>
            <a:ext cx="37528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00" b="0">
                <a:solidFill>
                  <a:srgbClr val="202B35"/>
                </a:solidFill>
                <a:latin typeface="Apple SD Gothic Neo"/>
                <a:ea typeface="Apple SD Gothic Neo"/>
                <a:cs typeface="Apple SD Gothic Neo"/>
              </a:defRPr>
            </a:pPr>
            <a:r>
              <a:rPr sz="2500" b="0">
                <a:solidFill>
                  <a:srgbClr val="202B35"/>
                </a:solidFill>
                <a:latin typeface="Apple SD Gothic Neo"/>
                <a:ea typeface="Apple SD Gothic Neo"/>
                <a:cs typeface="Apple SD Gothic Neo"/>
              </a:rPr>
              <a:t>Context Composer</a:t>
            </a:r>
          </a:p>
        </p:txBody>
      </p:sp>
      <p:sp>
        <p:nvSpPr>
          <p:cNvPr id="22" name="v2-336-Source View Cache">
            <a:extLst xmlns:a="http://schemas.openxmlformats.org/drawingml/2006/main">
              <a:ext uri="{FF2B5EF4-FFF2-40B4-BE49-F238E27FC236}">
                <a16:creationId xmlns:a16="http://schemas.microsoft.com/office/drawing/2014/main" id="{FEEF1F1B-5080-4E4C-B13D-135B864EB173}"/>
              </a:ext>
            </a:extLst>
          </p:cNvPr>
          <p:cNvSpPr>
            <a:spLocks xmlns:a="http://schemas.openxmlformats.org/drawingml/2006/main" noGrp="1"/>
          </p:cNvSpPr>
          <p:nvPr/>
        </p:nvSpPr>
        <p:spPr>
          <a:xfrm xmlns:a="http://schemas.openxmlformats.org/drawingml/2006/main">
            <a:off x="5772150" y="3705225"/>
            <a:ext cx="2609850" cy="55245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23" name="v2-337-Source View Cache-name">
            <a:extLst xmlns:a="http://schemas.openxmlformats.org/drawingml/2006/main">
              <a:ext uri="{FF2B5EF4-FFF2-40B4-BE49-F238E27FC236}">
                <a16:creationId xmlns:a16="http://schemas.microsoft.com/office/drawing/2014/main" id="{E38A8B6E-8EC4-4B56-8701-B2DCA664D52A}"/>
              </a:ext>
            </a:extLst>
          </p:cNvPr>
          <p:cNvSpPr>
            <a:spLocks xmlns:a="http://schemas.openxmlformats.org/drawingml/2006/main" noGrp="1"/>
          </p:cNvSpPr>
          <p:nvPr/>
        </p:nvSpPr>
        <p:spPr>
          <a:xfrm xmlns:a="http://schemas.openxmlformats.org/drawingml/2006/main">
            <a:off x="5848350" y="3705225"/>
            <a:ext cx="2457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00" b="0">
                <a:solidFill>
                  <a:srgbClr val="202B35"/>
                </a:solidFill>
                <a:latin typeface="Apple SD Gothic Neo"/>
                <a:ea typeface="Apple SD Gothic Neo"/>
                <a:cs typeface="Apple SD Gothic Neo"/>
              </a:defRPr>
            </a:pPr>
            <a:r>
              <a:rPr sz="1900" b="0">
                <a:solidFill>
                  <a:srgbClr val="202B35"/>
                </a:solidFill>
                <a:latin typeface="Apple SD Gothic Neo"/>
                <a:ea typeface="Apple SD Gothic Neo"/>
                <a:cs typeface="Apple SD Gothic Neo"/>
              </a:rPr>
              <a:t>Source View Cache</a:t>
            </a:r>
          </a:p>
        </p:txBody>
      </p:sp>
      <p:sp>
        <p:nvSpPr>
          <p:cNvPr id="24" name="v2-338-a-query">
            <a:extLst xmlns:a="http://schemas.openxmlformats.org/drawingml/2006/main">
              <a:ext uri="{FF2B5EF4-FFF2-40B4-BE49-F238E27FC236}">
                <a16:creationId xmlns:a16="http://schemas.microsoft.com/office/drawing/2014/main" id="{DBD3F639-28D4-4F46-B0D7-83781CC1E9CA}"/>
              </a:ext>
            </a:extLst>
          </p:cNvPr>
          <p:cNvSpPr>
            <a:spLocks xmlns:a="http://schemas.openxmlformats.org/drawingml/2006/main" noGrp="1"/>
          </p:cNvSpPr>
          <p:nvPr/>
        </p:nvSpPr>
        <p:spPr>
          <a:xfrm xmlns:a="http://schemas.openxmlformats.org/drawingml/2006/main">
            <a:off x="714375" y="3571875"/>
            <a:ext cx="2314575" cy="142875"/>
          </a:xfrm>
          <a:custGeom xmlns:a="http://schemas.openxmlformats.org/drawingml/2006/main">
            <a:pathLst>
              <a:path w="2314575" h="142875">
                <a:moveTo>
                  <a:pt x="0" y="0"/>
                </a:moveTo>
                <a:lnTo>
                  <a:pt x="2314575" y="0"/>
                </a:lnTo>
                <a:lnTo>
                  <a:pt x="2314575" y="142875"/>
                </a:lnTo>
              </a:path>
            </a:pathLst>
          </a:custGeom>
          <a:noFill xmlns:a="http://schemas.openxmlformats.org/drawingml/2006/main"/>
          <a:ln xmlns:a="http://schemas.openxmlformats.org/drawingml/2006/main" w="23813">
            <a:solidFill>
              <a:srgbClr val="00889A"/>
            </a:solidFill>
            <a:prstDash val="solid"/>
          </a:ln>
        </p:spPr>
      </p:sp>
      <p:sp>
        <p:nvSpPr>
          <p:cNvPr id="25" name="v2-339-a-query-head">
            <a:extLst xmlns:a="http://schemas.openxmlformats.org/drawingml/2006/main">
              <a:ext uri="{FF2B5EF4-FFF2-40B4-BE49-F238E27FC236}">
                <a16:creationId xmlns:a16="http://schemas.microsoft.com/office/drawing/2014/main" id="{A25BBCF2-7EB2-4BC6-B5E1-9FEAF3D62BFB}"/>
              </a:ext>
            </a:extLst>
          </p:cNvPr>
          <p:cNvSpPr>
            <a:spLocks xmlns:a="http://schemas.openxmlformats.org/drawingml/2006/main" noGrp="1"/>
          </p:cNvSpPr>
          <p:nvPr/>
        </p:nvSpPr>
        <p:spPr>
          <a:xfrm xmlns:a="http://schemas.openxmlformats.org/drawingml/2006/main">
            <a:off x="2974152" y="36144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26" name="v2-340-note">
            <a:extLst xmlns:a="http://schemas.openxmlformats.org/drawingml/2006/main">
              <a:ext uri="{FF2B5EF4-FFF2-40B4-BE49-F238E27FC236}">
                <a16:creationId xmlns:a16="http://schemas.microsoft.com/office/drawing/2014/main" id="{91D40DCD-BAD5-45EE-AC8C-205892F2E4DC}"/>
              </a:ext>
            </a:extLst>
          </p:cNvPr>
          <p:cNvSpPr>
            <a:spLocks xmlns:a="http://schemas.openxmlformats.org/drawingml/2006/main" noGrp="1"/>
          </p:cNvSpPr>
          <p:nvPr/>
        </p:nvSpPr>
        <p:spPr>
          <a:xfrm xmlns:a="http://schemas.openxmlformats.org/drawingml/2006/main">
            <a:off x="3314700" y="3190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① 이번 조회</a:t>
            </a:r>
          </a:p>
        </p:txBody>
      </p:sp>
      <p:sp>
        <p:nvSpPr>
          <p:cNvPr id="27" name="v2-341-a-cache">
            <a:extLst xmlns:a="http://schemas.openxmlformats.org/drawingml/2006/main">
              <a:ext uri="{FF2B5EF4-FFF2-40B4-BE49-F238E27FC236}">
                <a16:creationId xmlns:a16="http://schemas.microsoft.com/office/drawing/2014/main" id="{EEACDFDA-3614-4935-BC85-A8DFD2AED8C0}"/>
              </a:ext>
            </a:extLst>
          </p:cNvPr>
          <p:cNvSpPr>
            <a:spLocks xmlns:a="http://schemas.openxmlformats.org/drawingml/2006/main" noGrp="1"/>
          </p:cNvSpPr>
          <p:nvPr/>
        </p:nvSpPr>
        <p:spPr>
          <a:xfrm xmlns:a="http://schemas.openxmlformats.org/drawingml/2006/main">
            <a:off x="4981575" y="3990975"/>
            <a:ext cx="790575" cy="9525"/>
          </a:xfrm>
          <a:custGeom xmlns:a="http://schemas.openxmlformats.org/drawingml/2006/main">
            <a:pathLst>
              <a:path w="790575" h="9525">
                <a:moveTo>
                  <a:pt x="0" y="0"/>
                </a:moveTo>
                <a:lnTo>
                  <a:pt x="790575" y="0"/>
                </a:lnTo>
              </a:path>
            </a:pathLst>
          </a:custGeom>
          <a:noFill xmlns:a="http://schemas.openxmlformats.org/drawingml/2006/main"/>
          <a:ln xmlns:a="http://schemas.openxmlformats.org/drawingml/2006/main" w="23813">
            <a:solidFill>
              <a:srgbClr val="576773"/>
            </a:solidFill>
            <a:prstDash val="solid"/>
          </a:ln>
        </p:spPr>
      </p:sp>
      <p:sp>
        <p:nvSpPr>
          <p:cNvPr id="28" name="v2-342-a-cache-head">
            <a:extLst xmlns:a="http://schemas.openxmlformats.org/drawingml/2006/main">
              <a:ext uri="{FF2B5EF4-FFF2-40B4-BE49-F238E27FC236}">
                <a16:creationId xmlns:a16="http://schemas.microsoft.com/office/drawing/2014/main" id="{6CCEE704-6BCC-4D6C-BBBB-A180809F69F2}"/>
              </a:ext>
            </a:extLst>
          </p:cNvPr>
          <p:cNvSpPr>
            <a:spLocks xmlns:a="http://schemas.openxmlformats.org/drawingml/2006/main" noGrp="1"/>
          </p:cNvSpPr>
          <p:nvPr/>
        </p:nvSpPr>
        <p:spPr>
          <a:xfrm xmlns:a="http://schemas.openxmlformats.org/drawingml/2006/main">
            <a:off x="5671842" y="39361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576773"/>
            </a:solidFill>
            <a:prstDash val="solid"/>
          </a:ln>
        </p:spPr>
      </p:sp>
      <p:sp>
        <p:nvSpPr>
          <p:cNvPr id="29" name="v2-343-note">
            <a:extLst xmlns:a="http://schemas.openxmlformats.org/drawingml/2006/main">
              <a:ext uri="{FF2B5EF4-FFF2-40B4-BE49-F238E27FC236}">
                <a16:creationId xmlns:a16="http://schemas.microsoft.com/office/drawing/2014/main" id="{CA304442-5565-46AF-A7C8-80AC2DE0184D}"/>
              </a:ext>
            </a:extLst>
          </p:cNvPr>
          <p:cNvSpPr>
            <a:spLocks xmlns:a="http://schemas.openxmlformats.org/drawingml/2006/main" noGrp="1"/>
          </p:cNvSpPr>
          <p:nvPr/>
        </p:nvSpPr>
        <p:spPr>
          <a:xfrm xmlns:a="http://schemas.openxmlformats.org/drawingml/2006/main">
            <a:off x="5505450" y="4295775"/>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② 유효 cache / 부분 갱신</a:t>
            </a:r>
          </a:p>
        </p:txBody>
      </p:sp>
      <p:sp>
        <p:nvSpPr>
          <p:cNvPr id="30" name="v2-344-Request Evidence Set">
            <a:extLst xmlns:a="http://schemas.openxmlformats.org/drawingml/2006/main">
              <a:ext uri="{FF2B5EF4-FFF2-40B4-BE49-F238E27FC236}">
                <a16:creationId xmlns:a16="http://schemas.microsoft.com/office/drawing/2014/main" id="{F49D6F2F-592B-4BB9-8AD7-95444563A63D}"/>
              </a:ext>
            </a:extLst>
          </p:cNvPr>
          <p:cNvSpPr>
            <a:spLocks xmlns:a="http://schemas.openxmlformats.org/drawingml/2006/main" noGrp="1"/>
          </p:cNvSpPr>
          <p:nvPr/>
        </p:nvSpPr>
        <p:spPr>
          <a:xfrm xmlns:a="http://schemas.openxmlformats.org/drawingml/2006/main">
            <a:off x="4695825" y="4695825"/>
            <a:ext cx="3667125" cy="53340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31" name="v2-345-Request Evidence Set-name">
            <a:extLst xmlns:a="http://schemas.openxmlformats.org/drawingml/2006/main">
              <a:ext uri="{FF2B5EF4-FFF2-40B4-BE49-F238E27FC236}">
                <a16:creationId xmlns:a16="http://schemas.microsoft.com/office/drawing/2014/main" id="{4527A31B-45FD-4AD3-81EC-7DB1E5A85BEF}"/>
              </a:ext>
            </a:extLst>
          </p:cNvPr>
          <p:cNvSpPr>
            <a:spLocks xmlns:a="http://schemas.openxmlformats.org/drawingml/2006/main" noGrp="1"/>
          </p:cNvSpPr>
          <p:nvPr/>
        </p:nvSpPr>
        <p:spPr>
          <a:xfrm xmlns:a="http://schemas.openxmlformats.org/drawingml/2006/main">
            <a:off x="4772025" y="4695825"/>
            <a:ext cx="3514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Request Evidence Set</a:t>
            </a:r>
          </a:p>
        </p:txBody>
      </p:sp>
      <p:sp>
        <p:nvSpPr>
          <p:cNvPr id="32" name="v2-346-a-meaning-read">
            <a:extLst xmlns:a="http://schemas.openxmlformats.org/drawingml/2006/main">
              <a:ext uri="{FF2B5EF4-FFF2-40B4-BE49-F238E27FC236}">
                <a16:creationId xmlns:a16="http://schemas.microsoft.com/office/drawing/2014/main" id="{2FA0BAB0-FE15-41CE-9EB6-847F1E957125}"/>
              </a:ext>
            </a:extLst>
          </p:cNvPr>
          <p:cNvSpPr>
            <a:spLocks xmlns:a="http://schemas.openxmlformats.org/drawingml/2006/main" noGrp="1"/>
          </p:cNvSpPr>
          <p:nvPr/>
        </p:nvSpPr>
        <p:spPr>
          <a:xfrm xmlns:a="http://schemas.openxmlformats.org/drawingml/2006/main">
            <a:off x="4981575" y="2838450"/>
            <a:ext cx="2162175" cy="1047750"/>
          </a:xfrm>
          <a:custGeom xmlns:a="http://schemas.openxmlformats.org/drawingml/2006/main">
            <a:pathLst>
              <a:path w="2162175" h="1047750">
                <a:moveTo>
                  <a:pt x="0" y="1047750"/>
                </a:moveTo>
                <a:lnTo>
                  <a:pt x="257175" y="1047750"/>
                </a:lnTo>
                <a:lnTo>
                  <a:pt x="257175" y="0"/>
                </a:lnTo>
                <a:lnTo>
                  <a:pt x="2162175" y="0"/>
                </a:lnTo>
              </a:path>
            </a:pathLst>
          </a:custGeom>
          <a:noFill xmlns:a="http://schemas.openxmlformats.org/drawingml/2006/main"/>
          <a:ln xmlns:a="http://schemas.openxmlformats.org/drawingml/2006/main" w="23813">
            <a:solidFill>
              <a:srgbClr val="576773"/>
            </a:solidFill>
            <a:prstDash val="dash"/>
          </a:ln>
        </p:spPr>
      </p:sp>
      <p:sp>
        <p:nvSpPr>
          <p:cNvPr id="33" name="v2-347-a-meaning-read-head">
            <a:extLst xmlns:a="http://schemas.openxmlformats.org/drawingml/2006/main">
              <a:ext uri="{FF2B5EF4-FFF2-40B4-BE49-F238E27FC236}">
                <a16:creationId xmlns:a16="http://schemas.microsoft.com/office/drawing/2014/main" id="{FE78D7E4-A3E4-45B2-8AD6-E39766AB3DEB}"/>
              </a:ext>
            </a:extLst>
          </p:cNvPr>
          <p:cNvSpPr>
            <a:spLocks xmlns:a="http://schemas.openxmlformats.org/drawingml/2006/main" noGrp="1"/>
          </p:cNvSpPr>
          <p:nvPr/>
        </p:nvSpPr>
        <p:spPr>
          <a:xfrm xmlns:a="http://schemas.openxmlformats.org/drawingml/2006/main">
            <a:off x="7043442" y="27836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576773"/>
            </a:solidFill>
            <a:prstDash val="solid"/>
          </a:ln>
        </p:spPr>
      </p:sp>
      <p:sp>
        <p:nvSpPr>
          <p:cNvPr id="34" name="v2-348-note">
            <a:extLst xmlns:a="http://schemas.openxmlformats.org/drawingml/2006/main">
              <a:ext uri="{FF2B5EF4-FFF2-40B4-BE49-F238E27FC236}">
                <a16:creationId xmlns:a16="http://schemas.microsoft.com/office/drawing/2014/main" id="{9BCD895B-7A69-4D4C-8B24-CA0B30D9E53C}"/>
              </a:ext>
            </a:extLst>
          </p:cNvPr>
          <p:cNvSpPr>
            <a:spLocks xmlns:a="http://schemas.openxmlformats.org/drawingml/2006/main" noGrp="1"/>
          </p:cNvSpPr>
          <p:nvPr/>
        </p:nvSpPr>
        <p:spPr>
          <a:xfrm xmlns:a="http://schemas.openxmlformats.org/drawingml/2006/main">
            <a:off x="895350" y="5562600"/>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③ 원본 확인 후 이번 요청의 근거 반환</a:t>
            </a:r>
          </a:p>
        </p:txBody>
      </p:sp>
      <p:sp>
        <p:nvSpPr>
          <p:cNvPr id="35" name="v2-349-a-evidence">
            <a:extLst xmlns:a="http://schemas.openxmlformats.org/drawingml/2006/main">
              <a:ext uri="{FF2B5EF4-FFF2-40B4-BE49-F238E27FC236}">
                <a16:creationId xmlns:a16="http://schemas.microsoft.com/office/drawing/2014/main" id="{72896549-E4EF-4123-914E-AB609B064524}"/>
              </a:ext>
            </a:extLst>
          </p:cNvPr>
          <p:cNvSpPr>
            <a:spLocks xmlns:a="http://schemas.openxmlformats.org/drawingml/2006/main" noGrp="1"/>
          </p:cNvSpPr>
          <p:nvPr/>
        </p:nvSpPr>
        <p:spPr>
          <a:xfrm xmlns:a="http://schemas.openxmlformats.org/drawingml/2006/main">
            <a:off x="4981575" y="4114800"/>
            <a:ext cx="1543050" cy="581025"/>
          </a:xfrm>
          <a:custGeom xmlns:a="http://schemas.openxmlformats.org/drawingml/2006/main">
            <a:pathLst>
              <a:path w="1543050" h="581025">
                <a:moveTo>
                  <a:pt x="0" y="0"/>
                </a:moveTo>
                <a:lnTo>
                  <a:pt x="209550" y="0"/>
                </a:lnTo>
                <a:lnTo>
                  <a:pt x="209550" y="428625"/>
                </a:lnTo>
                <a:lnTo>
                  <a:pt x="1543050" y="428625"/>
                </a:lnTo>
                <a:lnTo>
                  <a:pt x="1543050" y="581025"/>
                </a:lnTo>
              </a:path>
            </a:pathLst>
          </a:custGeom>
          <a:noFill xmlns:a="http://schemas.openxmlformats.org/drawingml/2006/main"/>
          <a:ln xmlns:a="http://schemas.openxmlformats.org/drawingml/2006/main" w="23813">
            <a:solidFill>
              <a:srgbClr val="00889A"/>
            </a:solidFill>
            <a:prstDash val="solid"/>
          </a:ln>
        </p:spPr>
      </p:sp>
      <p:sp>
        <p:nvSpPr>
          <p:cNvPr id="36" name="v2-350-a-evidence-head">
            <a:extLst xmlns:a="http://schemas.openxmlformats.org/drawingml/2006/main">
              <a:ext uri="{FF2B5EF4-FFF2-40B4-BE49-F238E27FC236}">
                <a16:creationId xmlns:a16="http://schemas.microsoft.com/office/drawing/2014/main" id="{25E44DC6-6BBB-4554-96BD-EEB2A678CA20}"/>
              </a:ext>
            </a:extLst>
          </p:cNvPr>
          <p:cNvSpPr>
            <a:spLocks xmlns:a="http://schemas.openxmlformats.org/drawingml/2006/main" noGrp="1"/>
          </p:cNvSpPr>
          <p:nvPr/>
        </p:nvSpPr>
        <p:spPr>
          <a:xfrm xmlns:a="http://schemas.openxmlformats.org/drawingml/2006/main">
            <a:off x="6469827" y="45955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37" name="v2-351-b-semantic-call">
            <a:extLst xmlns:a="http://schemas.openxmlformats.org/drawingml/2006/main">
              <a:ext uri="{FF2B5EF4-FFF2-40B4-BE49-F238E27FC236}">
                <a16:creationId xmlns:a16="http://schemas.microsoft.com/office/drawing/2014/main" id="{090E5D55-F302-45CD-A304-EFB8DF8D1334}"/>
              </a:ext>
            </a:extLst>
          </p:cNvPr>
          <p:cNvSpPr>
            <a:spLocks xmlns:a="http://schemas.openxmlformats.org/drawingml/2006/main" noGrp="1"/>
          </p:cNvSpPr>
          <p:nvPr/>
        </p:nvSpPr>
        <p:spPr>
          <a:xfrm xmlns:a="http://schemas.openxmlformats.org/drawingml/2006/main">
            <a:off x="9182100" y="3057525"/>
            <a:ext cx="438150" cy="895350"/>
          </a:xfrm>
          <a:custGeom xmlns:a="http://schemas.openxmlformats.org/drawingml/2006/main">
            <a:pathLst>
              <a:path w="438150" h="895350">
                <a:moveTo>
                  <a:pt x="438150" y="895350"/>
                </a:moveTo>
                <a:lnTo>
                  <a:pt x="0" y="895350"/>
                </a:lnTo>
                <a:lnTo>
                  <a:pt x="0" y="0"/>
                </a:lnTo>
              </a:path>
            </a:pathLst>
          </a:custGeom>
          <a:noFill xmlns:a="http://schemas.openxmlformats.org/drawingml/2006/main"/>
          <a:ln xmlns:a="http://schemas.openxmlformats.org/drawingml/2006/main" w="23813">
            <a:solidFill>
              <a:srgbClr val="576773"/>
            </a:solidFill>
            <a:prstDash val="dash"/>
          </a:ln>
        </p:spPr>
      </p:sp>
      <p:sp>
        <p:nvSpPr>
          <p:cNvPr id="38" name="v2-352-b-semantic-call-head">
            <a:extLst xmlns:a="http://schemas.openxmlformats.org/drawingml/2006/main">
              <a:ext uri="{FF2B5EF4-FFF2-40B4-BE49-F238E27FC236}">
                <a16:creationId xmlns:a16="http://schemas.microsoft.com/office/drawing/2014/main" id="{BD811A34-8AE6-4A50-8B91-3840DF9CCB2E}"/>
              </a:ext>
            </a:extLst>
          </p:cNvPr>
          <p:cNvSpPr>
            <a:spLocks xmlns:a="http://schemas.openxmlformats.org/drawingml/2006/main" noGrp="1"/>
          </p:cNvSpPr>
          <p:nvPr/>
        </p:nvSpPr>
        <p:spPr>
          <a:xfrm xmlns:a="http://schemas.openxmlformats.org/drawingml/2006/main">
            <a:off x="9127302" y="305752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576773"/>
            </a:solidFill>
            <a:prstDash val="solid"/>
          </a:ln>
        </p:spPr>
      </p:sp>
      <p:sp>
        <p:nvSpPr>
          <p:cNvPr id="39" name="v2-353-Context Manager">
            <a:extLst xmlns:a="http://schemas.openxmlformats.org/drawingml/2006/main">
              <a:ext uri="{FF2B5EF4-FFF2-40B4-BE49-F238E27FC236}">
                <a16:creationId xmlns:a16="http://schemas.microsoft.com/office/drawing/2014/main" id="{7F6B6D3B-1350-4FDA-9FE7-1620B6A62E19}"/>
              </a:ext>
            </a:extLst>
          </p:cNvPr>
          <p:cNvSpPr>
            <a:spLocks xmlns:a="http://schemas.openxmlformats.org/drawingml/2006/main" noGrp="1"/>
          </p:cNvSpPr>
          <p:nvPr/>
        </p:nvSpPr>
        <p:spPr>
          <a:xfrm xmlns:a="http://schemas.openxmlformats.org/drawingml/2006/main">
            <a:off x="9334500" y="3105150"/>
            <a:ext cx="8372475" cy="29718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0" name="v2-354-Context Manager-boundary">
            <a:extLst xmlns:a="http://schemas.openxmlformats.org/drawingml/2006/main">
              <a:ext uri="{FF2B5EF4-FFF2-40B4-BE49-F238E27FC236}">
                <a16:creationId xmlns:a16="http://schemas.microsoft.com/office/drawing/2014/main" id="{4231FB78-69F3-45BD-8906-346E41871F92}"/>
              </a:ext>
            </a:extLst>
          </p:cNvPr>
          <p:cNvSpPr>
            <a:spLocks xmlns:a="http://schemas.openxmlformats.org/drawingml/2006/main" noGrp="1"/>
          </p:cNvSpPr>
          <p:nvPr/>
        </p:nvSpPr>
        <p:spPr>
          <a:xfrm xmlns:a="http://schemas.openxmlformats.org/drawingml/2006/main">
            <a:off x="9467850" y="3143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Context Manager</a:t>
            </a:r>
          </a:p>
        </p:txBody>
      </p:sp>
      <p:sp>
        <p:nvSpPr>
          <p:cNvPr id="41" name="v2-355-Memory Publisher">
            <a:extLst xmlns:a="http://schemas.openxmlformats.org/drawingml/2006/main">
              <a:ext uri="{FF2B5EF4-FFF2-40B4-BE49-F238E27FC236}">
                <a16:creationId xmlns:a16="http://schemas.microsoft.com/office/drawing/2014/main" id="{CC52E89E-4B45-4A73-9771-DB42FBF58E86}"/>
              </a:ext>
            </a:extLst>
          </p:cNvPr>
          <p:cNvSpPr>
            <a:spLocks xmlns:a="http://schemas.openxmlformats.org/drawingml/2006/main" noGrp="1"/>
          </p:cNvSpPr>
          <p:nvPr/>
        </p:nvSpPr>
        <p:spPr>
          <a:xfrm xmlns:a="http://schemas.openxmlformats.org/drawingml/2006/main">
            <a:off x="9620250" y="3714750"/>
            <a:ext cx="3476625"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42" name="v2-356-Memory Publisher-name">
            <a:extLst xmlns:a="http://schemas.openxmlformats.org/drawingml/2006/main">
              <a:ext uri="{FF2B5EF4-FFF2-40B4-BE49-F238E27FC236}">
                <a16:creationId xmlns:a16="http://schemas.microsoft.com/office/drawing/2014/main" id="{5B34F4ED-0516-4BD6-936C-3137223DF05B}"/>
              </a:ext>
            </a:extLst>
          </p:cNvPr>
          <p:cNvSpPr>
            <a:spLocks xmlns:a="http://schemas.openxmlformats.org/drawingml/2006/main" noGrp="1"/>
          </p:cNvSpPr>
          <p:nvPr/>
        </p:nvSpPr>
        <p:spPr>
          <a:xfrm xmlns:a="http://schemas.openxmlformats.org/drawingml/2006/main">
            <a:off x="9696450" y="3714750"/>
            <a:ext cx="33242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0">
                <a:solidFill>
                  <a:srgbClr val="202B35"/>
                </a:solidFill>
                <a:latin typeface="Apple SD Gothic Neo"/>
                <a:ea typeface="Apple SD Gothic Neo"/>
                <a:cs typeface="Apple SD Gothic Neo"/>
              </a:defRPr>
            </a:pPr>
            <a:r>
              <a:rPr sz="2300" b="0">
                <a:solidFill>
                  <a:srgbClr val="202B35"/>
                </a:solidFill>
                <a:latin typeface="Apple SD Gothic Neo"/>
                <a:ea typeface="Apple SD Gothic Neo"/>
                <a:cs typeface="Apple SD Gothic Neo"/>
              </a:rPr>
              <a:t>Memory Publisher</a:t>
            </a:r>
          </a:p>
        </p:txBody>
      </p:sp>
      <p:sp>
        <p:nvSpPr>
          <p:cNvPr id="43" name="v2-357-Coverage State">
            <a:extLst xmlns:a="http://schemas.openxmlformats.org/drawingml/2006/main">
              <a:ext uri="{FF2B5EF4-FFF2-40B4-BE49-F238E27FC236}">
                <a16:creationId xmlns:a16="http://schemas.microsoft.com/office/drawing/2014/main" id="{265D4168-F02C-43EC-B7F6-9B9F4DC182D6}"/>
              </a:ext>
            </a:extLst>
          </p:cNvPr>
          <p:cNvSpPr>
            <a:spLocks xmlns:a="http://schemas.openxmlformats.org/drawingml/2006/main" noGrp="1"/>
          </p:cNvSpPr>
          <p:nvPr/>
        </p:nvSpPr>
        <p:spPr>
          <a:xfrm xmlns:a="http://schemas.openxmlformats.org/drawingml/2006/main">
            <a:off x="13887450" y="3724275"/>
            <a:ext cx="349567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44" name="v2-358-Coverage State-name">
            <a:extLst xmlns:a="http://schemas.openxmlformats.org/drawingml/2006/main">
              <a:ext uri="{FF2B5EF4-FFF2-40B4-BE49-F238E27FC236}">
                <a16:creationId xmlns:a16="http://schemas.microsoft.com/office/drawing/2014/main" id="{E17EA9AC-E097-47F2-999E-B3DA227AA871}"/>
              </a:ext>
            </a:extLst>
          </p:cNvPr>
          <p:cNvSpPr>
            <a:spLocks xmlns:a="http://schemas.openxmlformats.org/drawingml/2006/main" noGrp="1"/>
          </p:cNvSpPr>
          <p:nvPr/>
        </p:nvSpPr>
        <p:spPr>
          <a:xfrm xmlns:a="http://schemas.openxmlformats.org/drawingml/2006/main">
            <a:off x="13963650" y="3724275"/>
            <a:ext cx="33432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Coverage State</a:t>
            </a:r>
          </a:p>
        </p:txBody>
      </p:sp>
      <p:sp>
        <p:nvSpPr>
          <p:cNvPr id="45" name="v2-359-Episodic Memory Repository">
            <a:extLst xmlns:a="http://schemas.openxmlformats.org/drawingml/2006/main">
              <a:ext uri="{FF2B5EF4-FFF2-40B4-BE49-F238E27FC236}">
                <a16:creationId xmlns:a16="http://schemas.microsoft.com/office/drawing/2014/main" id="{FF4F2D94-1207-489B-B7C9-C69A5241FBFC}"/>
              </a:ext>
            </a:extLst>
          </p:cNvPr>
          <p:cNvSpPr>
            <a:spLocks xmlns:a="http://schemas.openxmlformats.org/drawingml/2006/main" noGrp="1"/>
          </p:cNvSpPr>
          <p:nvPr/>
        </p:nvSpPr>
        <p:spPr>
          <a:xfrm xmlns:a="http://schemas.openxmlformats.org/drawingml/2006/main">
            <a:off x="11401425" y="4533900"/>
            <a:ext cx="507682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46" name="v2-360-Episodic Memory Repository-name">
            <a:extLst xmlns:a="http://schemas.openxmlformats.org/drawingml/2006/main">
              <a:ext uri="{FF2B5EF4-FFF2-40B4-BE49-F238E27FC236}">
                <a16:creationId xmlns:a16="http://schemas.microsoft.com/office/drawing/2014/main" id="{77BD9597-0EFA-4E37-96D9-A44DFEE8439B}"/>
              </a:ext>
            </a:extLst>
          </p:cNvPr>
          <p:cNvSpPr>
            <a:spLocks xmlns:a="http://schemas.openxmlformats.org/drawingml/2006/main" noGrp="1"/>
          </p:cNvSpPr>
          <p:nvPr/>
        </p:nvSpPr>
        <p:spPr>
          <a:xfrm xmlns:a="http://schemas.openxmlformats.org/drawingml/2006/main">
            <a:off x="11477625" y="4533900"/>
            <a:ext cx="4924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Episodic Memory Repository</a:t>
            </a:r>
          </a:p>
        </p:txBody>
      </p:sp>
      <p:sp>
        <p:nvSpPr>
          <p:cNvPr id="47" name="v2-361-Evidence Reader">
            <a:extLst xmlns:a="http://schemas.openxmlformats.org/drawingml/2006/main">
              <a:ext uri="{FF2B5EF4-FFF2-40B4-BE49-F238E27FC236}">
                <a16:creationId xmlns:a16="http://schemas.microsoft.com/office/drawing/2014/main" id="{9185C3A2-E797-4DBF-880C-A1C27AE0B40F}"/>
              </a:ext>
            </a:extLst>
          </p:cNvPr>
          <p:cNvSpPr>
            <a:spLocks xmlns:a="http://schemas.openxmlformats.org/drawingml/2006/main" noGrp="1"/>
          </p:cNvSpPr>
          <p:nvPr/>
        </p:nvSpPr>
        <p:spPr>
          <a:xfrm xmlns:a="http://schemas.openxmlformats.org/drawingml/2006/main">
            <a:off x="11401425" y="5495925"/>
            <a:ext cx="5076825" cy="42862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48" name="v2-362-Evidence Reader-name">
            <a:extLst xmlns:a="http://schemas.openxmlformats.org/drawingml/2006/main">
              <a:ext uri="{FF2B5EF4-FFF2-40B4-BE49-F238E27FC236}">
                <a16:creationId xmlns:a16="http://schemas.microsoft.com/office/drawing/2014/main" id="{2C519E3E-FFA9-4C63-8A61-EFEC4B53D813}"/>
              </a:ext>
            </a:extLst>
          </p:cNvPr>
          <p:cNvSpPr>
            <a:spLocks xmlns:a="http://schemas.openxmlformats.org/drawingml/2006/main" noGrp="1"/>
          </p:cNvSpPr>
          <p:nvPr/>
        </p:nvSpPr>
        <p:spPr>
          <a:xfrm xmlns:a="http://schemas.openxmlformats.org/drawingml/2006/main">
            <a:off x="11477625" y="5495925"/>
            <a:ext cx="4924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Evidence Reader</a:t>
            </a:r>
          </a:p>
        </p:txBody>
      </p:sp>
      <p:sp>
        <p:nvSpPr>
          <p:cNvPr id="49" name="v2-363-b-produce">
            <a:extLst xmlns:a="http://schemas.openxmlformats.org/drawingml/2006/main">
              <a:ext uri="{FF2B5EF4-FFF2-40B4-BE49-F238E27FC236}">
                <a16:creationId xmlns:a16="http://schemas.microsoft.com/office/drawing/2014/main" id="{BAC81AD8-41EC-4DD9-AA69-90572D46827A}"/>
              </a:ext>
            </a:extLst>
          </p:cNvPr>
          <p:cNvSpPr>
            <a:spLocks xmlns:a="http://schemas.openxmlformats.org/drawingml/2006/main" noGrp="1"/>
          </p:cNvSpPr>
          <p:nvPr/>
        </p:nvSpPr>
        <p:spPr>
          <a:xfrm xmlns:a="http://schemas.openxmlformats.org/drawingml/2006/main">
            <a:off x="11363325" y="4238625"/>
            <a:ext cx="2571750" cy="295275"/>
          </a:xfrm>
          <a:custGeom xmlns:a="http://schemas.openxmlformats.org/drawingml/2006/main">
            <a:pathLst>
              <a:path w="2571750" h="295275">
                <a:moveTo>
                  <a:pt x="0" y="0"/>
                </a:moveTo>
                <a:lnTo>
                  <a:pt x="0" y="114300"/>
                </a:lnTo>
                <a:lnTo>
                  <a:pt x="2571750" y="114300"/>
                </a:lnTo>
                <a:lnTo>
                  <a:pt x="2571750" y="295275"/>
                </a:lnTo>
              </a:path>
            </a:pathLst>
          </a:custGeom>
          <a:noFill xmlns:a="http://schemas.openxmlformats.org/drawingml/2006/main"/>
          <a:ln xmlns:a="http://schemas.openxmlformats.org/drawingml/2006/main" w="23813">
            <a:solidFill>
              <a:srgbClr val="00889A"/>
            </a:solidFill>
            <a:prstDash val="solid"/>
          </a:ln>
        </p:spPr>
      </p:sp>
      <p:sp>
        <p:nvSpPr>
          <p:cNvPr id="50" name="v2-364-b-produce-head">
            <a:extLst xmlns:a="http://schemas.openxmlformats.org/drawingml/2006/main">
              <a:ext uri="{FF2B5EF4-FFF2-40B4-BE49-F238E27FC236}">
                <a16:creationId xmlns:a16="http://schemas.microsoft.com/office/drawing/2014/main" id="{63834022-4F39-4411-964C-25E55BC7799E}"/>
              </a:ext>
            </a:extLst>
          </p:cNvPr>
          <p:cNvSpPr>
            <a:spLocks xmlns:a="http://schemas.openxmlformats.org/drawingml/2006/main" noGrp="1"/>
          </p:cNvSpPr>
          <p:nvPr/>
        </p:nvSpPr>
        <p:spPr>
          <a:xfrm xmlns:a="http://schemas.openxmlformats.org/drawingml/2006/main">
            <a:off x="13880277" y="443359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51" name="v2-365-note">
            <a:extLst xmlns:a="http://schemas.openxmlformats.org/drawingml/2006/main">
              <a:ext uri="{FF2B5EF4-FFF2-40B4-BE49-F238E27FC236}">
                <a16:creationId xmlns:a16="http://schemas.microsoft.com/office/drawing/2014/main" id="{5BA6E949-1FF4-4CDA-9F6D-8DFAC6A312A0}"/>
              </a:ext>
            </a:extLst>
          </p:cNvPr>
          <p:cNvSpPr>
            <a:spLocks xmlns:a="http://schemas.openxmlformats.org/drawingml/2006/main" noGrp="1"/>
          </p:cNvSpPr>
          <p:nvPr/>
        </p:nvSpPr>
        <p:spPr>
          <a:xfrm xmlns:a="http://schemas.openxmlformats.org/drawingml/2006/main">
            <a:off x="9715500" y="43243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② 관계 게시</a:t>
            </a:r>
          </a:p>
        </p:txBody>
      </p:sp>
      <p:sp>
        <p:nvSpPr>
          <p:cNvPr id="52" name="v2-366-b-coverage">
            <a:extLst xmlns:a="http://schemas.openxmlformats.org/drawingml/2006/main">
              <a:ext uri="{FF2B5EF4-FFF2-40B4-BE49-F238E27FC236}">
                <a16:creationId xmlns:a16="http://schemas.microsoft.com/office/drawing/2014/main" id="{A0201795-CB4D-4A9F-9380-B5CFDF038A5F}"/>
              </a:ext>
            </a:extLst>
          </p:cNvPr>
          <p:cNvSpPr>
            <a:spLocks xmlns:a="http://schemas.openxmlformats.org/drawingml/2006/main" noGrp="1"/>
          </p:cNvSpPr>
          <p:nvPr/>
        </p:nvSpPr>
        <p:spPr>
          <a:xfrm xmlns:a="http://schemas.openxmlformats.org/drawingml/2006/main">
            <a:off x="13096875" y="3971925"/>
            <a:ext cx="790575" cy="9525"/>
          </a:xfrm>
          <a:custGeom xmlns:a="http://schemas.openxmlformats.org/drawingml/2006/main">
            <a:pathLst>
              <a:path w="790575" h="9525">
                <a:moveTo>
                  <a:pt x="0" y="0"/>
                </a:moveTo>
                <a:lnTo>
                  <a:pt x="790575" y="0"/>
                </a:lnTo>
              </a:path>
            </a:pathLst>
          </a:custGeom>
          <a:noFill xmlns:a="http://schemas.openxmlformats.org/drawingml/2006/main"/>
          <a:ln xmlns:a="http://schemas.openxmlformats.org/drawingml/2006/main" w="23813">
            <a:solidFill>
              <a:srgbClr val="576773"/>
            </a:solidFill>
            <a:prstDash val="solid"/>
          </a:ln>
        </p:spPr>
      </p:sp>
      <p:sp>
        <p:nvSpPr>
          <p:cNvPr id="53" name="v2-367-b-coverage-head">
            <a:extLst xmlns:a="http://schemas.openxmlformats.org/drawingml/2006/main">
              <a:ext uri="{FF2B5EF4-FFF2-40B4-BE49-F238E27FC236}">
                <a16:creationId xmlns:a16="http://schemas.microsoft.com/office/drawing/2014/main" id="{65E551D1-7599-4672-B30E-588E19FCBCF0}"/>
              </a:ext>
            </a:extLst>
          </p:cNvPr>
          <p:cNvSpPr>
            <a:spLocks xmlns:a="http://schemas.openxmlformats.org/drawingml/2006/main" noGrp="1"/>
          </p:cNvSpPr>
          <p:nvPr/>
        </p:nvSpPr>
        <p:spPr>
          <a:xfrm xmlns:a="http://schemas.openxmlformats.org/drawingml/2006/main">
            <a:off x="13787142" y="391712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576773"/>
            </a:solidFill>
            <a:prstDash val="solid"/>
          </a:ln>
        </p:spPr>
      </p:sp>
      <p:sp>
        <p:nvSpPr>
          <p:cNvPr id="54" name="v2-368-b-sourcechange">
            <a:extLst xmlns:a="http://schemas.openxmlformats.org/drawingml/2006/main">
              <a:ext uri="{FF2B5EF4-FFF2-40B4-BE49-F238E27FC236}">
                <a16:creationId xmlns:a16="http://schemas.microsoft.com/office/drawing/2014/main" id="{A14CB553-7B8D-4864-ABE9-6093733ACB74}"/>
              </a:ext>
            </a:extLst>
          </p:cNvPr>
          <p:cNvSpPr>
            <a:spLocks xmlns:a="http://schemas.openxmlformats.org/drawingml/2006/main" noGrp="1"/>
          </p:cNvSpPr>
          <p:nvPr/>
        </p:nvSpPr>
        <p:spPr>
          <a:xfrm xmlns:a="http://schemas.openxmlformats.org/drawingml/2006/main">
            <a:off x="9401175" y="3581400"/>
            <a:ext cx="1962150" cy="133350"/>
          </a:xfrm>
          <a:custGeom xmlns:a="http://schemas.openxmlformats.org/drawingml/2006/main">
            <a:pathLst>
              <a:path w="1962150" h="133350">
                <a:moveTo>
                  <a:pt x="0" y="0"/>
                </a:moveTo>
                <a:lnTo>
                  <a:pt x="1962150" y="0"/>
                </a:lnTo>
                <a:lnTo>
                  <a:pt x="1962150" y="133350"/>
                </a:lnTo>
              </a:path>
            </a:pathLst>
          </a:custGeom>
          <a:noFill xmlns:a="http://schemas.openxmlformats.org/drawingml/2006/main"/>
          <a:ln xmlns:a="http://schemas.openxmlformats.org/drawingml/2006/main" w="23813">
            <a:solidFill>
              <a:srgbClr val="00889A"/>
            </a:solidFill>
            <a:prstDash val="solid"/>
          </a:ln>
        </p:spPr>
      </p:sp>
      <p:sp>
        <p:nvSpPr>
          <p:cNvPr id="55" name="v2-369-b-sourcechange-head">
            <a:extLst xmlns:a="http://schemas.openxmlformats.org/drawingml/2006/main">
              <a:ext uri="{FF2B5EF4-FFF2-40B4-BE49-F238E27FC236}">
                <a16:creationId xmlns:a16="http://schemas.microsoft.com/office/drawing/2014/main" id="{0BD5C4B8-DCFC-499E-BF75-ED566938B81F}"/>
              </a:ext>
            </a:extLst>
          </p:cNvPr>
          <p:cNvSpPr>
            <a:spLocks xmlns:a="http://schemas.openxmlformats.org/drawingml/2006/main" noGrp="1"/>
          </p:cNvSpPr>
          <p:nvPr/>
        </p:nvSpPr>
        <p:spPr>
          <a:xfrm xmlns:a="http://schemas.openxmlformats.org/drawingml/2006/main">
            <a:off x="11308527" y="36144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56" name="v2-370-note">
            <a:extLst xmlns:a="http://schemas.openxmlformats.org/drawingml/2006/main">
              <a:ext uri="{FF2B5EF4-FFF2-40B4-BE49-F238E27FC236}">
                <a16:creationId xmlns:a16="http://schemas.microsoft.com/office/drawing/2014/main" id="{F8751CE4-963A-48EA-8EFA-DDAA5335DF0D}"/>
              </a:ext>
            </a:extLst>
          </p:cNvPr>
          <p:cNvSpPr>
            <a:spLocks xmlns:a="http://schemas.openxmlformats.org/drawingml/2006/main" noGrp="1"/>
          </p:cNvSpPr>
          <p:nvPr/>
        </p:nvSpPr>
        <p:spPr>
          <a:xfrm xmlns:a="http://schemas.openxmlformats.org/drawingml/2006/main">
            <a:off x="12096750" y="3190875"/>
            <a:ext cx="5448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① 원본 변경 / 생산 요청</a:t>
            </a:r>
          </a:p>
        </p:txBody>
      </p:sp>
      <p:sp>
        <p:nvSpPr>
          <p:cNvPr id="57" name="v2-371-b-query">
            <a:extLst xmlns:a="http://schemas.openxmlformats.org/drawingml/2006/main">
              <a:ext uri="{FF2B5EF4-FFF2-40B4-BE49-F238E27FC236}">
                <a16:creationId xmlns:a16="http://schemas.microsoft.com/office/drawing/2014/main" id="{72B3E75E-DA44-4350-8748-A1203607662A}"/>
              </a:ext>
            </a:extLst>
          </p:cNvPr>
          <p:cNvSpPr>
            <a:spLocks xmlns:a="http://schemas.openxmlformats.org/drawingml/2006/main" noGrp="1"/>
          </p:cNvSpPr>
          <p:nvPr/>
        </p:nvSpPr>
        <p:spPr>
          <a:xfrm xmlns:a="http://schemas.openxmlformats.org/drawingml/2006/main">
            <a:off x="9429750" y="5705475"/>
            <a:ext cx="1971675" cy="9525"/>
          </a:xfrm>
          <a:custGeom xmlns:a="http://schemas.openxmlformats.org/drawingml/2006/main">
            <a:pathLst>
              <a:path w="1971675" h="9525">
                <a:moveTo>
                  <a:pt x="0" y="0"/>
                </a:moveTo>
                <a:lnTo>
                  <a:pt x="1971675" y="0"/>
                </a:lnTo>
              </a:path>
            </a:pathLst>
          </a:custGeom>
          <a:noFill xmlns:a="http://schemas.openxmlformats.org/drawingml/2006/main"/>
          <a:ln xmlns:a="http://schemas.openxmlformats.org/drawingml/2006/main" w="23813">
            <a:solidFill>
              <a:srgbClr val="00889A"/>
            </a:solidFill>
            <a:prstDash val="solid"/>
          </a:ln>
        </p:spPr>
      </p:sp>
      <p:sp>
        <p:nvSpPr>
          <p:cNvPr id="58" name="v2-372-b-query-head">
            <a:extLst xmlns:a="http://schemas.openxmlformats.org/drawingml/2006/main">
              <a:ext uri="{FF2B5EF4-FFF2-40B4-BE49-F238E27FC236}">
                <a16:creationId xmlns:a16="http://schemas.microsoft.com/office/drawing/2014/main" id="{B2AC19F8-6476-451B-A680-43B952E8ED84}"/>
              </a:ext>
            </a:extLst>
          </p:cNvPr>
          <p:cNvSpPr>
            <a:spLocks xmlns:a="http://schemas.openxmlformats.org/drawingml/2006/main" noGrp="1"/>
          </p:cNvSpPr>
          <p:nvPr/>
        </p:nvSpPr>
        <p:spPr>
          <a:xfrm xmlns:a="http://schemas.openxmlformats.org/drawingml/2006/main">
            <a:off x="11301117" y="56506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00889A"/>
            </a:solidFill>
            <a:prstDash val="solid"/>
          </a:ln>
        </p:spPr>
      </p:sp>
      <p:sp>
        <p:nvSpPr>
          <p:cNvPr id="59" name="v2-373-note">
            <a:extLst xmlns:a="http://schemas.openxmlformats.org/drawingml/2006/main">
              <a:ext uri="{FF2B5EF4-FFF2-40B4-BE49-F238E27FC236}">
                <a16:creationId xmlns:a16="http://schemas.microsoft.com/office/drawing/2014/main" id="{474CBF7B-2412-4E2F-99DF-919740D7F008}"/>
              </a:ext>
            </a:extLst>
          </p:cNvPr>
          <p:cNvSpPr>
            <a:spLocks xmlns:a="http://schemas.openxmlformats.org/drawingml/2006/main" noGrp="1"/>
          </p:cNvSpPr>
          <p:nvPr/>
        </p:nvSpPr>
        <p:spPr>
          <a:xfrm xmlns:a="http://schemas.openxmlformats.org/drawingml/2006/main">
            <a:off x="9410700" y="50863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③ 별도 현재 조회</a:t>
            </a:r>
          </a:p>
        </p:txBody>
      </p:sp>
      <p:sp>
        <p:nvSpPr>
          <p:cNvPr id="60" name="v2-374-b-read">
            <a:extLst xmlns:a="http://schemas.openxmlformats.org/drawingml/2006/main">
              <a:ext uri="{FF2B5EF4-FFF2-40B4-BE49-F238E27FC236}">
                <a16:creationId xmlns:a16="http://schemas.microsoft.com/office/drawing/2014/main" id="{BF991512-DD0B-4E31-AD17-E8F22F50FFAF}"/>
              </a:ext>
            </a:extLst>
          </p:cNvPr>
          <p:cNvSpPr>
            <a:spLocks xmlns:a="http://schemas.openxmlformats.org/drawingml/2006/main" noGrp="1"/>
          </p:cNvSpPr>
          <p:nvPr/>
        </p:nvSpPr>
        <p:spPr>
          <a:xfrm xmlns:a="http://schemas.openxmlformats.org/drawingml/2006/main">
            <a:off x="13935075" y="5057775"/>
            <a:ext cx="9525" cy="438150"/>
          </a:xfrm>
          <a:custGeom xmlns:a="http://schemas.openxmlformats.org/drawingml/2006/main">
            <a:pathLst>
              <a:path w="9525" h="438150">
                <a:moveTo>
                  <a:pt x="0" y="438150"/>
                </a:moveTo>
                <a:lnTo>
                  <a:pt x="0" y="0"/>
                </a:lnTo>
              </a:path>
            </a:pathLst>
          </a:custGeom>
          <a:noFill xmlns:a="http://schemas.openxmlformats.org/drawingml/2006/main"/>
          <a:ln xmlns:a="http://schemas.openxmlformats.org/drawingml/2006/main" w="23813">
            <a:solidFill>
              <a:srgbClr val="00889A"/>
            </a:solidFill>
            <a:prstDash val="solid"/>
          </a:ln>
        </p:spPr>
      </p:sp>
      <p:sp>
        <p:nvSpPr>
          <p:cNvPr id="61" name="v2-375-b-read-head">
            <a:extLst xmlns:a="http://schemas.openxmlformats.org/drawingml/2006/main">
              <a:ext uri="{FF2B5EF4-FFF2-40B4-BE49-F238E27FC236}">
                <a16:creationId xmlns:a16="http://schemas.microsoft.com/office/drawing/2014/main" id="{4F674B97-E908-466B-A892-210600BCA36F}"/>
              </a:ext>
            </a:extLst>
          </p:cNvPr>
          <p:cNvSpPr>
            <a:spLocks xmlns:a="http://schemas.openxmlformats.org/drawingml/2006/main" noGrp="1"/>
          </p:cNvSpPr>
          <p:nvPr/>
        </p:nvSpPr>
        <p:spPr>
          <a:xfrm xmlns:a="http://schemas.openxmlformats.org/drawingml/2006/main">
            <a:off x="13880277" y="50577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00889A"/>
            </a:solidFill>
            <a:prstDash val="solid"/>
          </a:ln>
        </p:spPr>
      </p:sp>
      <p:sp>
        <p:nvSpPr>
          <p:cNvPr id="62" name="v2-376-note">
            <a:extLst xmlns:a="http://schemas.openxmlformats.org/drawingml/2006/main">
              <a:ext uri="{FF2B5EF4-FFF2-40B4-BE49-F238E27FC236}">
                <a16:creationId xmlns:a16="http://schemas.microsoft.com/office/drawing/2014/main" id="{9FA88F2E-2320-4FDA-8C98-B556B024B639}"/>
              </a:ext>
            </a:extLst>
          </p:cNvPr>
          <p:cNvSpPr>
            <a:spLocks xmlns:a="http://schemas.openxmlformats.org/drawingml/2006/main" noGrp="1"/>
          </p:cNvSpPr>
          <p:nvPr/>
        </p:nvSpPr>
        <p:spPr>
          <a:xfrm xmlns:a="http://schemas.openxmlformats.org/drawingml/2006/main">
            <a:off x="14687550" y="5076825"/>
            <a:ext cx="2809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원본 확인 후 반환</a:t>
            </a:r>
          </a:p>
        </p:txBody>
      </p:sp>
      <p:sp>
        <p:nvSpPr>
          <p:cNvPr id="63" name="v2-377-note">
            <a:extLst xmlns:a="http://schemas.openxmlformats.org/drawingml/2006/main">
              <a:ext uri="{FF2B5EF4-FFF2-40B4-BE49-F238E27FC236}">
                <a16:creationId xmlns:a16="http://schemas.microsoft.com/office/drawing/2014/main" id="{598C74B6-E92A-4841-B99A-22D5FCF7E723}"/>
              </a:ext>
            </a:extLst>
          </p:cNvPr>
          <p:cNvSpPr>
            <a:spLocks xmlns:a="http://schemas.openxmlformats.org/drawingml/2006/main" noGrp="1"/>
          </p:cNvSpPr>
          <p:nvPr/>
        </p:nvSpPr>
        <p:spPr>
          <a:xfrm xmlns:a="http://schemas.openxmlformats.org/drawingml/2006/main">
            <a:off x="9410700" y="61055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미생산은 게시 후 재조회 / 지원 밖은 한계 반환</a:t>
            </a:r>
          </a:p>
        </p:txBody>
      </p:sp>
      <p:sp>
        <p:nvSpPr>
          <p:cNvPr id="64" name="v2-378-note">
            <a:extLst xmlns:a="http://schemas.openxmlformats.org/drawingml/2006/main">
              <a:ext uri="{FF2B5EF4-FFF2-40B4-BE49-F238E27FC236}">
                <a16:creationId xmlns:a16="http://schemas.microsoft.com/office/drawing/2014/main" id="{BC3F8735-1CE9-4196-B6A1-9436609AC5A1}"/>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00889A"/>
                </a:solidFill>
                <a:latin typeface="Apple SD Gothic Neo"/>
                <a:ea typeface="Apple SD Gothic Neo"/>
                <a:cs typeface="Apple SD Gothic Neo"/>
              </a:defRPr>
            </a:pPr>
            <a:r>
              <a:rPr sz="2000" b="0">
                <a:solidFill>
                  <a:srgbClr val="00889A"/>
                </a:solidFill>
                <a:latin typeface="Apple SD Gothic Neo"/>
                <a:ea typeface="Apple SD Gothic Neo"/>
                <a:cs typeface="Apple SD Gothic Neo"/>
              </a:rPr>
              <a:t>공통: 원본 owner의 개정/권한/실제 전달 범위를 확인 → 현재 Request Interpreter에 근거 제공. PARTIAL은 전체 의미 완성을 뜻하지 않음</a:t>
            </a:r>
          </a:p>
        </p:txBody>
      </p:sp>
      <p:sp>
        <p:nvSpPr>
          <p:cNvPr id="65" name="v2-379-a-cost">
            <a:extLst xmlns:a="http://schemas.openxmlformats.org/drawingml/2006/main">
              <a:ext uri="{FF2B5EF4-FFF2-40B4-BE49-F238E27FC236}">
                <a16:creationId xmlns:a16="http://schemas.microsoft.com/office/drawing/2014/main" id="{D0B7347E-42DF-4AC7-AFBC-1327F3D0052C}"/>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A도 유효 관계 cache와 부분 갱신 가능</a:t>
            </a:r>
          </a:p>
        </p:txBody>
      </p:sp>
      <p:sp>
        <p:nvSpPr>
          <p:cNvPr id="66" name="v2-380-b-cost">
            <a:extLst xmlns:a="http://schemas.openxmlformats.org/drawingml/2006/main">
              <a:ext uri="{FF2B5EF4-FFF2-40B4-BE49-F238E27FC236}">
                <a16:creationId xmlns:a16="http://schemas.microsoft.com/office/drawing/2014/main" id="{AEBDFDB5-677C-4E14-A990-FEE006F21F56}"/>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B는 초기/미사용 생산, coverage와 철회 비용</a:t>
            </a:r>
          </a:p>
        </p:txBody>
      </p:sp>
      <p:graphicFrame>
        <p:nvGraphicFramePr>
          <p:cNvPr id="135"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00"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00"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00"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00"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원문과 cache 조건 보존</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coverage와 예외 보존</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최초 조합과 cache 대기</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조회와 미생산 보완 대기</a:t>
                      </a:r>
                    </a:p>
                  </a:txBody>
                  <a:tcPr marL="114300" marR="76200" marT="9525" marB="9525" anchor="ctr">
                    <a:solidFill>
                      <a:srgbClr val="F5F7F8"/>
                    </a:solidFill>
                  </a:tcPr>
                </a:tc>
              </a:tr>
              <a:tr h="358775">
                <a:tc>
                  <a:txBody>
                    <a:bodyPr/>
                    <a:lstStyle/>
                    <a:p>
                      <a:pPr algn="l"/>
                      <a:r>
                        <a:rPr sz="1700"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첫 사용, 반복과 갱신</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조회, 원문 검증과 backfill</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cache miss와 추가 해석</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초기, 미사용 생산과 철회</a:t>
                      </a:r>
                    </a:p>
                  </a:txBody>
                  <a:tcPr marL="114300" marR="76200" marT="9525" marB="9525" anchor="ctr">
                    <a:solidFill>
                      <a:srgbClr val="F5F7F8"/>
                    </a:solidFill>
                  </a:tcPr>
                </a:tc>
              </a:tr>
              <a:tr h="358775">
                <a:tc>
                  <a:txBody>
                    <a:bodyPr/>
                    <a:lstStyle/>
                    <a:p>
                      <a:pPr algn="l"/>
                      <a:r>
                        <a:rPr sz="1700"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조합과 cache 철회 수정</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생산, 조회와 철회 수정</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예산 1,792MiB / 원문과 선택 cache</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예산 1,920MiB / 관계와 생산 상태</a:t>
                      </a:r>
                    </a:p>
                  </a:txBody>
                  <a:tcPr marL="114300" marR="76200" marT="9525" marB="9525" anchor="ctr">
                    <a:solidFill>
                      <a:srgbClr val="F5F7F8"/>
                    </a:solidFill>
                  </a:tcPr>
                </a:tc>
              </a:tr>
            </a:tbl>
          </a:graphicData>
        </a:graphic>
      </p:graphicFrame>
      <p:sp>
        <p:nvSpPr>
          <p:cNvPr id="68" name="v2-381-note">
            <a:extLst xmlns:a="http://schemas.openxmlformats.org/drawingml/2006/main">
              <a:ext uri="{FF2B5EF4-FFF2-40B4-BE49-F238E27FC236}">
                <a16:creationId xmlns:a16="http://schemas.microsoft.com/office/drawing/2014/main" id="{EE691A43-48FE-481B-B7AA-05C0AE2AAC99}"/>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1995853380"/>
      </p:ext>
    </p:extLst>
  </p:cSld>
</p:sld>
</file>

<file path=ppt/slides/slide54.xml><?xml version="1.0" encoding="utf-8"?>
<p:sld xmlns:p="http://schemas.openxmlformats.org/presentationml/2006/main">
  <p:cSld name="dp42-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v2-382-section">
            <a:extLst xmlns:a="http://schemas.openxmlformats.org/drawingml/2006/main">
              <a:ext uri="{FF2B5EF4-FFF2-40B4-BE49-F238E27FC236}">
                <a16:creationId xmlns:a16="http://schemas.microsoft.com/office/drawing/2014/main" id="{7D1F7BC8-91A3-4A96-8812-8D446D7DFEF1}"/>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DP42 설계 비교</a:t>
            </a:r>
          </a:p>
        </p:txBody>
      </p:sp>
      <p:sp>
        <p:nvSpPr>
          <p:cNvPr id="2" name="v2-383-title">
            <a:extLst xmlns:a="http://schemas.openxmlformats.org/drawingml/2006/main">
              <a:ext uri="{FF2B5EF4-FFF2-40B4-BE49-F238E27FC236}">
                <a16:creationId xmlns:a16="http://schemas.microsoft.com/office/drawing/2014/main" id="{88189C2C-9214-44B8-81E4-1AD63FBB1A30}"/>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00" b="1">
                <a:solidFill>
                  <a:srgbClr val="202B35"/>
                </a:solidFill>
                <a:latin typeface="Apple SD Gothic Neo"/>
                <a:ea typeface="Apple SD Gothic Neo"/>
                <a:cs typeface="Apple SD Gothic Neo"/>
              </a:defRPr>
            </a:pPr>
            <a:r>
              <a:rPr sz="3100" b="1">
                <a:solidFill>
                  <a:srgbClr val="202B35"/>
                </a:solidFill>
                <a:latin typeface="Apple SD Gothic Neo"/>
                <a:ea typeface="Apple SD Gothic Neo"/>
                <a:cs typeface="Apple SD Gothic Neo"/>
              </a:rPr>
              <a:t>42. 요청 처리 정확성과 변경 용이성을 위한 대화와 업무 상태 관리 설계</a:t>
            </a:r>
          </a:p>
        </p:txBody>
      </p:sp>
      <p:sp>
        <p:nvSpPr>
          <p:cNvPr id="3" name="v2-384-rule">
            <a:extLst xmlns:a="http://schemas.openxmlformats.org/drawingml/2006/main">
              <a:ext uri="{FF2B5EF4-FFF2-40B4-BE49-F238E27FC236}">
                <a16:creationId xmlns:a16="http://schemas.microsoft.com/office/drawing/2014/main" id="{CCE6A96E-8770-4D49-9E67-91C6A724BDA6}"/>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385-page">
            <a:extLst xmlns:a="http://schemas.openxmlformats.org/drawingml/2006/main">
              <a:ext uri="{FF2B5EF4-FFF2-40B4-BE49-F238E27FC236}">
                <a16:creationId xmlns:a16="http://schemas.microsoft.com/office/drawing/2014/main" id="{4DFB9294-F688-42B4-AB25-CE886483FEAB}"/>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22</a:t>
            </a:r>
          </a:p>
        </p:txBody>
      </p:sp>
      <p:sp>
        <p:nvSpPr>
          <p:cNvPr id="5" name="v2-386-note">
            <a:extLst xmlns:a="http://schemas.openxmlformats.org/drawingml/2006/main">
              <a:ext uri="{FF2B5EF4-FFF2-40B4-BE49-F238E27FC236}">
                <a16:creationId xmlns:a16="http://schemas.microsoft.com/office/drawing/2014/main" id="{65476ED0-FD19-4DB7-A77B-DE443CCF2873}"/>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576773"/>
                </a:solidFill>
                <a:latin typeface="Apple SD Gothic Neo"/>
                <a:ea typeface="Apple SD Gothic Neo"/>
                <a:cs typeface="Apple SD Gothic Neo"/>
              </a:defRPr>
            </a:pPr>
            <a:r>
              <a:rPr sz="2200" b="0">
                <a:solidFill>
                  <a:srgbClr val="576773"/>
                </a:solidFill>
                <a:latin typeface="Apple SD Gothic Neo"/>
                <a:ea typeface="Apple SD Gothic Neo"/>
                <a:cs typeface="Apple SD Gothic Neo"/>
              </a:rPr>
              <a:t>같은 보고서 업무의 확대 장면: 기간 질문을 실제 제시 → “상반기로 해줘” → 접수와 외부 확인</a:t>
            </a:r>
          </a:p>
        </p:txBody>
      </p:sp>
      <p:sp>
        <p:nvSpPr>
          <p:cNvPr id="6" name="v2-387-option-a">
            <a:extLst xmlns:a="http://schemas.openxmlformats.org/drawingml/2006/main">
              <a:ext uri="{FF2B5EF4-FFF2-40B4-BE49-F238E27FC236}">
                <a16:creationId xmlns:a16="http://schemas.microsoft.com/office/drawing/2014/main" id="{4223ED52-8191-4B05-BF90-0E188FE88D28}"/>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388-option-b">
            <a:extLst xmlns:a="http://schemas.openxmlformats.org/drawingml/2006/main">
              <a:ext uri="{FF2B5EF4-FFF2-40B4-BE49-F238E27FC236}">
                <a16:creationId xmlns:a16="http://schemas.microsoft.com/office/drawing/2014/main" id="{BC38489E-72C5-4B1D-8C68-775D7C11E872}"/>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389-option-a-text">
            <a:extLst xmlns:a="http://schemas.openxmlformats.org/drawingml/2006/main">
              <a:ext uri="{FF2B5EF4-FFF2-40B4-BE49-F238E27FC236}">
                <a16:creationId xmlns:a16="http://schemas.microsoft.com/office/drawing/2014/main" id="{F4D9F271-D295-4823-9975-D4CCC0429B28}"/>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A  모듈형 Core에서 관련 상태 공동 확정</a:t>
            </a:r>
          </a:p>
        </p:txBody>
      </p:sp>
      <p:sp>
        <p:nvSpPr>
          <p:cNvPr id="9" name="v2-390-option-b-text">
            <a:extLst xmlns:a="http://schemas.openxmlformats.org/drawingml/2006/main">
              <a:ext uri="{FF2B5EF4-FFF2-40B4-BE49-F238E27FC236}">
                <a16:creationId xmlns:a16="http://schemas.microsoft.com/office/drawing/2014/main" id="{CBA9ECC8-3092-41DD-A330-7C484F56B7E2}"/>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B  독립 대화/업무 서비스의 별도 접수</a:t>
            </a:r>
          </a:p>
        </p:txBody>
      </p:sp>
      <p:sp>
        <p:nvSpPr>
          <p:cNvPr id="10" name="v2-391-note">
            <a:extLst xmlns:a="http://schemas.openxmlformats.org/drawingml/2006/main">
              <a:ext uri="{FF2B5EF4-FFF2-40B4-BE49-F238E27FC236}">
                <a16:creationId xmlns:a16="http://schemas.microsoft.com/office/drawing/2014/main" id="{B8548C77-C475-4F68-92B0-C394F3BE6197}"/>
              </a:ext>
            </a:extLst>
          </p:cNvPr>
          <p:cNvSpPr>
            <a:spLocks xmlns:a="http://schemas.openxmlformats.org/drawingml/2006/main" noGrp="1"/>
          </p:cNvSpPr>
          <p:nvPr/>
        </p:nvSpPr>
        <p:spPr>
          <a:xfrm xmlns:a="http://schemas.openxmlformats.org/drawingml/2006/main">
            <a:off x="495300" y="2571750"/>
            <a:ext cx="1729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00889A"/>
                </a:solidFill>
                <a:latin typeface="Apple SD Gothic Neo"/>
                <a:ea typeface="Apple SD Gothic Neo"/>
                <a:cs typeface="Apple SD Gothic Neo"/>
              </a:defRPr>
            </a:pPr>
            <a:r>
              <a:rPr sz="2200" b="0">
                <a:solidFill>
                  <a:srgbClr val="00889A"/>
                </a:solidFill>
                <a:latin typeface="Apple SD Gothic Neo"/>
                <a:ea typeface="Apple SD Gothic Neo"/>
                <a:cs typeface="Apple SD Gothic Neo"/>
              </a:rPr>
              <a:t>Conversation / Request / Task / Execution의 서로 다른 논리 수명은 양안 공통입니다.</a:t>
            </a:r>
          </a:p>
        </p:txBody>
      </p:sp>
      <p:sp>
        <p:nvSpPr>
          <p:cNvPr id="11" name="v2-392-VIA Core 실행 경계">
            <a:extLst xmlns:a="http://schemas.openxmlformats.org/drawingml/2006/main">
              <a:ext uri="{FF2B5EF4-FFF2-40B4-BE49-F238E27FC236}">
                <a16:creationId xmlns:a16="http://schemas.microsoft.com/office/drawing/2014/main" id="{139BF602-12F9-42FC-9552-39E3342CF415}"/>
              </a:ext>
            </a:extLst>
          </p:cNvPr>
          <p:cNvSpPr>
            <a:spLocks xmlns:a="http://schemas.openxmlformats.org/drawingml/2006/main" noGrp="1"/>
          </p:cNvSpPr>
          <p:nvPr/>
        </p:nvSpPr>
        <p:spPr>
          <a:xfrm xmlns:a="http://schemas.openxmlformats.org/drawingml/2006/main">
            <a:off x="600075" y="3086100"/>
            <a:ext cx="8105775" cy="29622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2" name="v2-393-VIA Core 실행 경계-boundary">
            <a:extLst xmlns:a="http://schemas.openxmlformats.org/drawingml/2006/main">
              <a:ext uri="{FF2B5EF4-FFF2-40B4-BE49-F238E27FC236}">
                <a16:creationId xmlns:a16="http://schemas.microsoft.com/office/drawing/2014/main" id="{DC7DF457-694B-487C-B1A8-FC5E8FA9EE12}"/>
              </a:ext>
            </a:extLst>
          </p:cNvPr>
          <p:cNvSpPr>
            <a:spLocks xmlns:a="http://schemas.openxmlformats.org/drawingml/2006/main" noGrp="1"/>
          </p:cNvSpPr>
          <p:nvPr/>
        </p:nvSpPr>
        <p:spPr>
          <a:xfrm xmlns:a="http://schemas.openxmlformats.org/drawingml/2006/main">
            <a:off x="733425" y="31242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VIA Core 실행 경계</a:t>
            </a:r>
          </a:p>
        </p:txBody>
      </p:sp>
      <p:sp>
        <p:nvSpPr>
          <p:cNvPr id="13" name="v2-394-Request Controller">
            <a:extLst xmlns:a="http://schemas.openxmlformats.org/drawingml/2006/main">
              <a:ext uri="{FF2B5EF4-FFF2-40B4-BE49-F238E27FC236}">
                <a16:creationId xmlns:a16="http://schemas.microsoft.com/office/drawing/2014/main" id="{B86DD99D-7A96-4036-9B83-0DE22C8D15D3}"/>
              </a:ext>
            </a:extLst>
          </p:cNvPr>
          <p:cNvSpPr>
            <a:spLocks xmlns:a="http://schemas.openxmlformats.org/drawingml/2006/main" noGrp="1"/>
          </p:cNvSpPr>
          <p:nvPr/>
        </p:nvSpPr>
        <p:spPr>
          <a:xfrm xmlns:a="http://schemas.openxmlformats.org/drawingml/2006/main">
            <a:off x="885825" y="3705225"/>
            <a:ext cx="323850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4" name="v2-395-Request Controller-name">
            <a:extLst xmlns:a="http://schemas.openxmlformats.org/drawingml/2006/main">
              <a:ext uri="{FF2B5EF4-FFF2-40B4-BE49-F238E27FC236}">
                <a16:creationId xmlns:a16="http://schemas.microsoft.com/office/drawing/2014/main" id="{8469F7B4-6C2E-4840-95CB-391F1A5DFB2B}"/>
              </a:ext>
            </a:extLst>
          </p:cNvPr>
          <p:cNvSpPr>
            <a:spLocks xmlns:a="http://schemas.openxmlformats.org/drawingml/2006/main" noGrp="1"/>
          </p:cNvSpPr>
          <p:nvPr/>
        </p:nvSpPr>
        <p:spPr>
          <a:xfrm xmlns:a="http://schemas.openxmlformats.org/drawingml/2006/main">
            <a:off x="962025" y="3705225"/>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Request Controller</a:t>
            </a:r>
          </a:p>
        </p:txBody>
      </p:sp>
      <p:sp>
        <p:nvSpPr>
          <p:cNvPr id="15" name="v2-396-Task Manager">
            <a:extLst xmlns:a="http://schemas.openxmlformats.org/drawingml/2006/main">
              <a:ext uri="{FF2B5EF4-FFF2-40B4-BE49-F238E27FC236}">
                <a16:creationId xmlns:a16="http://schemas.microsoft.com/office/drawing/2014/main" id="{A1FC5894-32F6-469C-8F67-1211AAF7DCFD}"/>
              </a:ext>
            </a:extLst>
          </p:cNvPr>
          <p:cNvSpPr>
            <a:spLocks xmlns:a="http://schemas.openxmlformats.org/drawingml/2006/main" noGrp="1"/>
          </p:cNvSpPr>
          <p:nvPr/>
        </p:nvSpPr>
        <p:spPr>
          <a:xfrm xmlns:a="http://schemas.openxmlformats.org/drawingml/2006/main">
            <a:off x="5248275" y="3705225"/>
            <a:ext cx="31813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6" name="v2-397-Task Manager-name">
            <a:extLst xmlns:a="http://schemas.openxmlformats.org/drawingml/2006/main">
              <a:ext uri="{FF2B5EF4-FFF2-40B4-BE49-F238E27FC236}">
                <a16:creationId xmlns:a16="http://schemas.microsoft.com/office/drawing/2014/main" id="{E63881F9-188B-4476-BFE9-D0FFC78429DE}"/>
              </a:ext>
            </a:extLst>
          </p:cNvPr>
          <p:cNvSpPr>
            <a:spLocks xmlns:a="http://schemas.openxmlformats.org/drawingml/2006/main" noGrp="1"/>
          </p:cNvSpPr>
          <p:nvPr/>
        </p:nvSpPr>
        <p:spPr>
          <a:xfrm xmlns:a="http://schemas.openxmlformats.org/drawingml/2006/main">
            <a:off x="5324475" y="3705225"/>
            <a:ext cx="3028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Task Manager</a:t>
            </a:r>
          </a:p>
        </p:txBody>
      </p:sp>
      <p:sp>
        <p:nvSpPr>
          <p:cNvPr id="17" name="v2-398-Request Graph State">
            <a:extLst xmlns:a="http://schemas.openxmlformats.org/drawingml/2006/main">
              <a:ext uri="{FF2B5EF4-FFF2-40B4-BE49-F238E27FC236}">
                <a16:creationId xmlns:a16="http://schemas.microsoft.com/office/drawing/2014/main" id="{664AAE4A-C183-49C3-8FCE-6C122DE0B48F}"/>
              </a:ext>
            </a:extLst>
          </p:cNvPr>
          <p:cNvSpPr>
            <a:spLocks xmlns:a="http://schemas.openxmlformats.org/drawingml/2006/main" noGrp="1"/>
          </p:cNvSpPr>
          <p:nvPr/>
        </p:nvSpPr>
        <p:spPr>
          <a:xfrm xmlns:a="http://schemas.openxmlformats.org/drawingml/2006/main">
            <a:off x="895350" y="4505325"/>
            <a:ext cx="3209925" cy="47625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18" name="v2-399-Request Graph State-name">
            <a:extLst xmlns:a="http://schemas.openxmlformats.org/drawingml/2006/main">
              <a:ext uri="{FF2B5EF4-FFF2-40B4-BE49-F238E27FC236}">
                <a16:creationId xmlns:a16="http://schemas.microsoft.com/office/drawing/2014/main" id="{69A76271-028C-46DF-88E5-A318F92E9722}"/>
              </a:ext>
            </a:extLst>
          </p:cNvPr>
          <p:cNvSpPr>
            <a:spLocks xmlns:a="http://schemas.openxmlformats.org/drawingml/2006/main" noGrp="1"/>
          </p:cNvSpPr>
          <p:nvPr/>
        </p:nvSpPr>
        <p:spPr>
          <a:xfrm xmlns:a="http://schemas.openxmlformats.org/drawingml/2006/main">
            <a:off x="971550" y="4505325"/>
            <a:ext cx="3057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Request Graph State</a:t>
            </a:r>
          </a:p>
        </p:txBody>
      </p:sp>
      <p:sp>
        <p:nvSpPr>
          <p:cNvPr id="19" name="v2-400-Task Command State">
            <a:extLst xmlns:a="http://schemas.openxmlformats.org/drawingml/2006/main">
              <a:ext uri="{FF2B5EF4-FFF2-40B4-BE49-F238E27FC236}">
                <a16:creationId xmlns:a16="http://schemas.microsoft.com/office/drawing/2014/main" id="{DCBB8B08-038B-4A7F-A726-9EADF66B2BDB}"/>
              </a:ext>
            </a:extLst>
          </p:cNvPr>
          <p:cNvSpPr>
            <a:spLocks xmlns:a="http://schemas.openxmlformats.org/drawingml/2006/main" noGrp="1"/>
          </p:cNvSpPr>
          <p:nvPr/>
        </p:nvSpPr>
        <p:spPr>
          <a:xfrm xmlns:a="http://schemas.openxmlformats.org/drawingml/2006/main">
            <a:off x="5248275" y="4505325"/>
            <a:ext cx="3181350" cy="47625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20" name="v2-401-Task Command State-name">
            <a:extLst xmlns:a="http://schemas.openxmlformats.org/drawingml/2006/main">
              <a:ext uri="{FF2B5EF4-FFF2-40B4-BE49-F238E27FC236}">
                <a16:creationId xmlns:a16="http://schemas.microsoft.com/office/drawing/2014/main" id="{9839372E-D102-4B2F-A403-06E46165F6A6}"/>
              </a:ext>
            </a:extLst>
          </p:cNvPr>
          <p:cNvSpPr>
            <a:spLocks xmlns:a="http://schemas.openxmlformats.org/drawingml/2006/main" noGrp="1"/>
          </p:cNvSpPr>
          <p:nvPr/>
        </p:nvSpPr>
        <p:spPr>
          <a:xfrm xmlns:a="http://schemas.openxmlformats.org/drawingml/2006/main">
            <a:off x="5324475" y="4505325"/>
            <a:ext cx="3028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Task Command State</a:t>
            </a:r>
          </a:p>
        </p:txBody>
      </p:sp>
      <p:sp>
        <p:nvSpPr>
          <p:cNvPr id="21" name="v2-402-State Store">
            <a:extLst xmlns:a="http://schemas.openxmlformats.org/drawingml/2006/main">
              <a:ext uri="{FF2B5EF4-FFF2-40B4-BE49-F238E27FC236}">
                <a16:creationId xmlns:a16="http://schemas.microsoft.com/office/drawing/2014/main" id="{BD361CC8-45C9-4088-9CB1-741154F7CC61}"/>
              </a:ext>
            </a:extLst>
          </p:cNvPr>
          <p:cNvSpPr>
            <a:spLocks xmlns:a="http://schemas.openxmlformats.org/drawingml/2006/main" noGrp="1"/>
          </p:cNvSpPr>
          <p:nvPr/>
        </p:nvSpPr>
        <p:spPr>
          <a:xfrm xmlns:a="http://schemas.openxmlformats.org/drawingml/2006/main">
            <a:off x="2667000" y="5105400"/>
            <a:ext cx="3952875" cy="92392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22" name="v2-403-State Store-boundary">
            <a:extLst xmlns:a="http://schemas.openxmlformats.org/drawingml/2006/main">
              <a:ext uri="{FF2B5EF4-FFF2-40B4-BE49-F238E27FC236}">
                <a16:creationId xmlns:a16="http://schemas.microsoft.com/office/drawing/2014/main" id="{9ECFC2C4-65BD-4994-8561-5FCF0939398A}"/>
              </a:ext>
            </a:extLst>
          </p:cNvPr>
          <p:cNvSpPr>
            <a:spLocks xmlns:a="http://schemas.openxmlformats.org/drawingml/2006/main" noGrp="1"/>
          </p:cNvSpPr>
          <p:nvPr/>
        </p:nvSpPr>
        <p:spPr>
          <a:xfrm xmlns:a="http://schemas.openxmlformats.org/drawingml/2006/main">
            <a:off x="2800350" y="51435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State Store</a:t>
            </a:r>
          </a:p>
        </p:txBody>
      </p:sp>
      <p:sp>
        <p:nvSpPr>
          <p:cNvPr id="23" name="v2-404-트랜잭션 관리자">
            <a:extLst xmlns:a="http://schemas.openxmlformats.org/drawingml/2006/main">
              <a:ext uri="{FF2B5EF4-FFF2-40B4-BE49-F238E27FC236}">
                <a16:creationId xmlns:a16="http://schemas.microsoft.com/office/drawing/2014/main" id="{CBDA0961-F191-4C1F-94DD-0ADFC35CEAF3}"/>
              </a:ext>
            </a:extLst>
          </p:cNvPr>
          <p:cNvSpPr>
            <a:spLocks xmlns:a="http://schemas.openxmlformats.org/drawingml/2006/main" noGrp="1"/>
          </p:cNvSpPr>
          <p:nvPr/>
        </p:nvSpPr>
        <p:spPr>
          <a:xfrm xmlns:a="http://schemas.openxmlformats.org/drawingml/2006/main">
            <a:off x="2790825" y="5534025"/>
            <a:ext cx="3695700" cy="39052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24" name="v2-405-트랜잭션 관리자-name">
            <a:extLst xmlns:a="http://schemas.openxmlformats.org/drawingml/2006/main">
              <a:ext uri="{FF2B5EF4-FFF2-40B4-BE49-F238E27FC236}">
                <a16:creationId xmlns:a16="http://schemas.microsoft.com/office/drawing/2014/main" id="{492E6864-4969-4A7E-96E9-8AAD4E913E8B}"/>
              </a:ext>
            </a:extLst>
          </p:cNvPr>
          <p:cNvSpPr>
            <a:spLocks xmlns:a="http://schemas.openxmlformats.org/drawingml/2006/main" noGrp="1"/>
          </p:cNvSpPr>
          <p:nvPr/>
        </p:nvSpPr>
        <p:spPr>
          <a:xfrm xmlns:a="http://schemas.openxmlformats.org/drawingml/2006/main">
            <a:off x="2867025" y="5534025"/>
            <a:ext cx="35433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트랜잭션 관리자</a:t>
            </a:r>
          </a:p>
        </p:txBody>
      </p:sp>
      <p:sp>
        <p:nvSpPr>
          <p:cNvPr id="25" name="v2-406-a-req-state">
            <a:extLst xmlns:a="http://schemas.openxmlformats.org/drawingml/2006/main">
              <a:ext uri="{FF2B5EF4-FFF2-40B4-BE49-F238E27FC236}">
                <a16:creationId xmlns:a16="http://schemas.microsoft.com/office/drawing/2014/main" id="{240C634D-1073-4761-B5EB-42E759E57458}"/>
              </a:ext>
            </a:extLst>
          </p:cNvPr>
          <p:cNvSpPr>
            <a:spLocks xmlns:a="http://schemas.openxmlformats.org/drawingml/2006/main" noGrp="1"/>
          </p:cNvSpPr>
          <p:nvPr/>
        </p:nvSpPr>
        <p:spPr>
          <a:xfrm xmlns:a="http://schemas.openxmlformats.org/drawingml/2006/main">
            <a:off x="2505075" y="4238625"/>
            <a:ext cx="9525" cy="266700"/>
          </a:xfrm>
          <a:custGeom xmlns:a="http://schemas.openxmlformats.org/drawingml/2006/main">
            <a:pathLst>
              <a:path w="9525" h="266700">
                <a:moveTo>
                  <a:pt x="0" y="0"/>
                </a:moveTo>
                <a:lnTo>
                  <a:pt x="0" y="266700"/>
                </a:lnTo>
              </a:path>
            </a:pathLst>
          </a:custGeom>
          <a:noFill xmlns:a="http://schemas.openxmlformats.org/drawingml/2006/main"/>
          <a:ln xmlns:a="http://schemas.openxmlformats.org/drawingml/2006/main" w="19050">
            <a:solidFill>
              <a:srgbClr val="576773"/>
            </a:solidFill>
            <a:prstDash val="dash"/>
          </a:ln>
        </p:spPr>
      </p:sp>
      <p:sp>
        <p:nvSpPr>
          <p:cNvPr id="26" name="v2-407-a-task-state">
            <a:extLst xmlns:a="http://schemas.openxmlformats.org/drawingml/2006/main">
              <a:ext uri="{FF2B5EF4-FFF2-40B4-BE49-F238E27FC236}">
                <a16:creationId xmlns:a16="http://schemas.microsoft.com/office/drawing/2014/main" id="{22A6E844-08C7-429B-BC35-7CAF2EC10AC9}"/>
              </a:ext>
            </a:extLst>
          </p:cNvPr>
          <p:cNvSpPr>
            <a:spLocks xmlns:a="http://schemas.openxmlformats.org/drawingml/2006/main" noGrp="1"/>
          </p:cNvSpPr>
          <p:nvPr/>
        </p:nvSpPr>
        <p:spPr>
          <a:xfrm xmlns:a="http://schemas.openxmlformats.org/drawingml/2006/main">
            <a:off x="6838950" y="4238625"/>
            <a:ext cx="9525" cy="266700"/>
          </a:xfrm>
          <a:custGeom xmlns:a="http://schemas.openxmlformats.org/drawingml/2006/main">
            <a:pathLst>
              <a:path w="9525" h="266700">
                <a:moveTo>
                  <a:pt x="0" y="0"/>
                </a:moveTo>
                <a:lnTo>
                  <a:pt x="0" y="266700"/>
                </a:lnTo>
              </a:path>
            </a:pathLst>
          </a:custGeom>
          <a:noFill xmlns:a="http://schemas.openxmlformats.org/drawingml/2006/main"/>
          <a:ln xmlns:a="http://schemas.openxmlformats.org/drawingml/2006/main" w="19050">
            <a:solidFill>
              <a:srgbClr val="576773"/>
            </a:solidFill>
            <a:prstDash val="dash"/>
          </a:ln>
        </p:spPr>
      </p:sp>
      <p:sp>
        <p:nvSpPr>
          <p:cNvPr id="27" name="v2-408-a-changes-1">
            <a:extLst xmlns:a="http://schemas.openxmlformats.org/drawingml/2006/main">
              <a:ext uri="{FF2B5EF4-FFF2-40B4-BE49-F238E27FC236}">
                <a16:creationId xmlns:a16="http://schemas.microsoft.com/office/drawing/2014/main" id="{803E5EBE-BFAA-4B0C-80E8-C62535123C29}"/>
              </a:ext>
            </a:extLst>
          </p:cNvPr>
          <p:cNvSpPr>
            <a:spLocks xmlns:a="http://schemas.openxmlformats.org/drawingml/2006/main" noGrp="1"/>
          </p:cNvSpPr>
          <p:nvPr/>
        </p:nvSpPr>
        <p:spPr>
          <a:xfrm xmlns:a="http://schemas.openxmlformats.org/drawingml/2006/main">
            <a:off x="2609850" y="4076700"/>
            <a:ext cx="1695450" cy="1647825"/>
          </a:xfrm>
          <a:custGeom xmlns:a="http://schemas.openxmlformats.org/drawingml/2006/main">
            <a:pathLst>
              <a:path w="1695450" h="1647825">
                <a:moveTo>
                  <a:pt x="1514475" y="0"/>
                </a:moveTo>
                <a:lnTo>
                  <a:pt x="1695450" y="0"/>
                </a:lnTo>
                <a:lnTo>
                  <a:pt x="1695450" y="1000125"/>
                </a:lnTo>
                <a:lnTo>
                  <a:pt x="0" y="1000125"/>
                </a:lnTo>
                <a:lnTo>
                  <a:pt x="0" y="1647825"/>
                </a:lnTo>
                <a:lnTo>
                  <a:pt x="180975" y="1647825"/>
                </a:lnTo>
              </a:path>
            </a:pathLst>
          </a:custGeom>
          <a:noFill xmlns:a="http://schemas.openxmlformats.org/drawingml/2006/main"/>
          <a:ln xmlns:a="http://schemas.openxmlformats.org/drawingml/2006/main" w="26670">
            <a:solidFill>
              <a:srgbClr val="00889A"/>
            </a:solidFill>
            <a:prstDash val="solid"/>
          </a:ln>
        </p:spPr>
      </p:sp>
      <p:sp>
        <p:nvSpPr>
          <p:cNvPr id="28" name="v2-409-a-changes-1-head">
            <a:extLst xmlns:a="http://schemas.openxmlformats.org/drawingml/2006/main">
              <a:ext uri="{FF2B5EF4-FFF2-40B4-BE49-F238E27FC236}">
                <a16:creationId xmlns:a16="http://schemas.microsoft.com/office/drawing/2014/main" id="{7F04471F-A1D8-4CDC-A840-5D2BCF388517}"/>
              </a:ext>
            </a:extLst>
          </p:cNvPr>
          <p:cNvSpPr>
            <a:spLocks xmlns:a="http://schemas.openxmlformats.org/drawingml/2006/main" noGrp="1"/>
          </p:cNvSpPr>
          <p:nvPr/>
        </p:nvSpPr>
        <p:spPr>
          <a:xfrm xmlns:a="http://schemas.openxmlformats.org/drawingml/2006/main">
            <a:off x="2690517" y="566972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29" name="v2-410-a-changes-2">
            <a:extLst xmlns:a="http://schemas.openxmlformats.org/drawingml/2006/main">
              <a:ext uri="{FF2B5EF4-FFF2-40B4-BE49-F238E27FC236}">
                <a16:creationId xmlns:a16="http://schemas.microsoft.com/office/drawing/2014/main" id="{4CFF3BF5-B33C-481E-BAAB-D33634F12846}"/>
              </a:ext>
            </a:extLst>
          </p:cNvPr>
          <p:cNvSpPr>
            <a:spLocks xmlns:a="http://schemas.openxmlformats.org/drawingml/2006/main" noGrp="1"/>
          </p:cNvSpPr>
          <p:nvPr/>
        </p:nvSpPr>
        <p:spPr>
          <a:xfrm xmlns:a="http://schemas.openxmlformats.org/drawingml/2006/main">
            <a:off x="6486525" y="4076700"/>
            <a:ext cx="2105025" cy="1647825"/>
          </a:xfrm>
          <a:custGeom xmlns:a="http://schemas.openxmlformats.org/drawingml/2006/main">
            <a:pathLst>
              <a:path w="2105025" h="1647825">
                <a:moveTo>
                  <a:pt x="1943100" y="0"/>
                </a:moveTo>
                <a:lnTo>
                  <a:pt x="2105025" y="0"/>
                </a:lnTo>
                <a:lnTo>
                  <a:pt x="2105025" y="1647825"/>
                </a:lnTo>
                <a:lnTo>
                  <a:pt x="0" y="1647825"/>
                </a:lnTo>
              </a:path>
            </a:pathLst>
          </a:custGeom>
          <a:noFill xmlns:a="http://schemas.openxmlformats.org/drawingml/2006/main"/>
          <a:ln xmlns:a="http://schemas.openxmlformats.org/drawingml/2006/main" w="26670">
            <a:solidFill>
              <a:srgbClr val="00889A"/>
            </a:solidFill>
            <a:prstDash val="solid"/>
          </a:ln>
        </p:spPr>
      </p:sp>
      <p:sp>
        <p:nvSpPr>
          <p:cNvPr id="30" name="v2-411-a-changes-2-head">
            <a:extLst xmlns:a="http://schemas.openxmlformats.org/drawingml/2006/main">
              <a:ext uri="{FF2B5EF4-FFF2-40B4-BE49-F238E27FC236}">
                <a16:creationId xmlns:a16="http://schemas.microsoft.com/office/drawing/2014/main" id="{74D0437F-7BAA-4CC4-AE7E-D62CF0442C56}"/>
              </a:ext>
            </a:extLst>
          </p:cNvPr>
          <p:cNvSpPr>
            <a:spLocks xmlns:a="http://schemas.openxmlformats.org/drawingml/2006/main" noGrp="1"/>
          </p:cNvSpPr>
          <p:nvPr/>
        </p:nvSpPr>
        <p:spPr>
          <a:xfrm xmlns:a="http://schemas.openxmlformats.org/drawingml/2006/main">
            <a:off x="6486525" y="56697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6670">
            <a:solidFill>
              <a:srgbClr val="00889A"/>
            </a:solidFill>
            <a:prstDash val="solid"/>
          </a:ln>
        </p:spPr>
      </p:sp>
      <p:sp>
        <p:nvSpPr>
          <p:cNvPr id="31" name="v2-412-note">
            <a:extLst xmlns:a="http://schemas.openxmlformats.org/drawingml/2006/main">
              <a:ext uri="{FF2B5EF4-FFF2-40B4-BE49-F238E27FC236}">
                <a16:creationId xmlns:a16="http://schemas.microsoft.com/office/drawing/2014/main" id="{30895203-7188-4BE0-BE5D-3576BA8831FA}"/>
              </a:ext>
            </a:extLst>
          </p:cNvPr>
          <p:cNvSpPr>
            <a:spLocks xmlns:a="http://schemas.openxmlformats.org/drawingml/2006/main" noGrp="1"/>
          </p:cNvSpPr>
          <p:nvPr/>
        </p:nvSpPr>
        <p:spPr>
          <a:xfrm xmlns:a="http://schemas.openxmlformats.org/drawingml/2006/main">
            <a:off x="6838950" y="5172075"/>
            <a:ext cx="1638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검증된 변경</a:t>
            </a:r>
          </a:p>
        </p:txBody>
      </p:sp>
      <p:sp>
        <p:nvSpPr>
          <p:cNvPr id="32" name="v2-413-note">
            <a:extLst xmlns:a="http://schemas.openxmlformats.org/drawingml/2006/main">
              <a:ext uri="{FF2B5EF4-FFF2-40B4-BE49-F238E27FC236}">
                <a16:creationId xmlns:a16="http://schemas.microsoft.com/office/drawing/2014/main" id="{C82C5941-D1FB-4FC1-AD04-A038CADD5385}"/>
              </a:ext>
            </a:extLst>
          </p:cNvPr>
          <p:cNvSpPr>
            <a:spLocks xmlns:a="http://schemas.openxmlformats.org/drawingml/2006/main" noGrp="1"/>
          </p:cNvSpPr>
          <p:nvPr/>
        </p:nvSpPr>
        <p:spPr>
          <a:xfrm xmlns:a="http://schemas.openxmlformats.org/drawingml/2006/main">
            <a:off x="847725" y="53149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공동 commit</a:t>
            </a:r>
          </a:p>
        </p:txBody>
      </p:sp>
      <p:sp>
        <p:nvSpPr>
          <p:cNvPr id="33" name="v2-414-a-commit-1">
            <a:extLst xmlns:a="http://schemas.openxmlformats.org/drawingml/2006/main">
              <a:ext uri="{FF2B5EF4-FFF2-40B4-BE49-F238E27FC236}">
                <a16:creationId xmlns:a16="http://schemas.microsoft.com/office/drawing/2014/main" id="{8586ADC9-CD48-4BDD-9D76-62E7BA1C7D14}"/>
              </a:ext>
            </a:extLst>
          </p:cNvPr>
          <p:cNvSpPr>
            <a:spLocks xmlns:a="http://schemas.openxmlformats.org/drawingml/2006/main" noGrp="1"/>
          </p:cNvSpPr>
          <p:nvPr/>
        </p:nvSpPr>
        <p:spPr>
          <a:xfrm xmlns:a="http://schemas.openxmlformats.org/drawingml/2006/main">
            <a:off x="2505075" y="4981575"/>
            <a:ext cx="285750" cy="857250"/>
          </a:xfrm>
          <a:custGeom xmlns:a="http://schemas.openxmlformats.org/drawingml/2006/main">
            <a:pathLst>
              <a:path w="285750" h="857250">
                <a:moveTo>
                  <a:pt x="285750" y="857250"/>
                </a:moveTo>
                <a:lnTo>
                  <a:pt x="0" y="857250"/>
                </a:lnTo>
                <a:lnTo>
                  <a:pt x="0" y="0"/>
                </a:lnTo>
              </a:path>
            </a:pathLst>
          </a:custGeom>
          <a:noFill xmlns:a="http://schemas.openxmlformats.org/drawingml/2006/main"/>
          <a:ln xmlns:a="http://schemas.openxmlformats.org/drawingml/2006/main" w="23813">
            <a:solidFill>
              <a:srgbClr val="576773"/>
            </a:solidFill>
            <a:prstDash val="solid"/>
          </a:ln>
        </p:spPr>
      </p:sp>
      <p:sp>
        <p:nvSpPr>
          <p:cNvPr id="34" name="v2-415-a-commit-1-head">
            <a:extLst xmlns:a="http://schemas.openxmlformats.org/drawingml/2006/main">
              <a:ext uri="{FF2B5EF4-FFF2-40B4-BE49-F238E27FC236}">
                <a16:creationId xmlns:a16="http://schemas.microsoft.com/office/drawing/2014/main" id="{1480B6E3-DA22-406B-BCE8-EE2E7C183B90}"/>
              </a:ext>
            </a:extLst>
          </p:cNvPr>
          <p:cNvSpPr>
            <a:spLocks xmlns:a="http://schemas.openxmlformats.org/drawingml/2006/main" noGrp="1"/>
          </p:cNvSpPr>
          <p:nvPr/>
        </p:nvSpPr>
        <p:spPr>
          <a:xfrm xmlns:a="http://schemas.openxmlformats.org/drawingml/2006/main">
            <a:off x="2450277" y="49815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576773"/>
            </a:solidFill>
            <a:prstDash val="solid"/>
          </a:ln>
        </p:spPr>
      </p:sp>
      <p:sp>
        <p:nvSpPr>
          <p:cNvPr id="35" name="v2-416-a-commit-2">
            <a:extLst xmlns:a="http://schemas.openxmlformats.org/drawingml/2006/main">
              <a:ext uri="{FF2B5EF4-FFF2-40B4-BE49-F238E27FC236}">
                <a16:creationId xmlns:a16="http://schemas.microsoft.com/office/drawing/2014/main" id="{E2386388-FF39-42D3-8D09-C10C8FB0FFD8}"/>
              </a:ext>
            </a:extLst>
          </p:cNvPr>
          <p:cNvSpPr>
            <a:spLocks xmlns:a="http://schemas.openxmlformats.org/drawingml/2006/main" noGrp="1"/>
          </p:cNvSpPr>
          <p:nvPr/>
        </p:nvSpPr>
        <p:spPr>
          <a:xfrm xmlns:a="http://schemas.openxmlformats.org/drawingml/2006/main">
            <a:off x="6486525" y="4981575"/>
            <a:ext cx="352425" cy="857250"/>
          </a:xfrm>
          <a:custGeom xmlns:a="http://schemas.openxmlformats.org/drawingml/2006/main">
            <a:pathLst>
              <a:path w="352425" h="857250">
                <a:moveTo>
                  <a:pt x="0" y="857250"/>
                </a:moveTo>
                <a:lnTo>
                  <a:pt x="352425" y="857250"/>
                </a:lnTo>
                <a:lnTo>
                  <a:pt x="352425" y="0"/>
                </a:lnTo>
              </a:path>
            </a:pathLst>
          </a:custGeom>
          <a:noFill xmlns:a="http://schemas.openxmlformats.org/drawingml/2006/main"/>
          <a:ln xmlns:a="http://schemas.openxmlformats.org/drawingml/2006/main" w="23813">
            <a:solidFill>
              <a:srgbClr val="576773"/>
            </a:solidFill>
            <a:prstDash val="solid"/>
          </a:ln>
        </p:spPr>
      </p:sp>
      <p:sp>
        <p:nvSpPr>
          <p:cNvPr id="36" name="v2-417-a-commit-2-head">
            <a:extLst xmlns:a="http://schemas.openxmlformats.org/drawingml/2006/main">
              <a:ext uri="{FF2B5EF4-FFF2-40B4-BE49-F238E27FC236}">
                <a16:creationId xmlns:a16="http://schemas.microsoft.com/office/drawing/2014/main" id="{D6CBA312-86C5-4214-B3BD-75962147C197}"/>
              </a:ext>
            </a:extLst>
          </p:cNvPr>
          <p:cNvSpPr>
            <a:spLocks xmlns:a="http://schemas.openxmlformats.org/drawingml/2006/main" noGrp="1"/>
          </p:cNvSpPr>
          <p:nvPr/>
        </p:nvSpPr>
        <p:spPr>
          <a:xfrm xmlns:a="http://schemas.openxmlformats.org/drawingml/2006/main">
            <a:off x="6784152" y="49815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576773"/>
            </a:solidFill>
            <a:prstDash val="solid"/>
          </a:ln>
        </p:spPr>
      </p:sp>
      <p:sp>
        <p:nvSpPr>
          <p:cNvPr id="37" name="v2-418-note">
            <a:extLst xmlns:a="http://schemas.openxmlformats.org/drawingml/2006/main">
              <a:ext uri="{FF2B5EF4-FFF2-40B4-BE49-F238E27FC236}">
                <a16:creationId xmlns:a16="http://schemas.microsoft.com/office/drawing/2014/main" id="{2C39F9A0-519A-4808-94FA-A757EB60D7DA}"/>
              </a:ext>
            </a:extLst>
          </p:cNvPr>
          <p:cNvSpPr>
            <a:spLocks xmlns:a="http://schemas.openxmlformats.org/drawingml/2006/main" noGrp="1"/>
          </p:cNvSpPr>
          <p:nvPr/>
        </p:nvSpPr>
        <p:spPr>
          <a:xfrm xmlns:a="http://schemas.openxmlformats.org/drawingml/2006/main">
            <a:off x="895350" y="3390900"/>
            <a:ext cx="752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① 관계와 답변 명령을 같은 commit으로 확정</a:t>
            </a:r>
          </a:p>
        </p:txBody>
      </p:sp>
      <p:sp>
        <p:nvSpPr>
          <p:cNvPr id="38" name="v2-419-note">
            <a:extLst xmlns:a="http://schemas.openxmlformats.org/drawingml/2006/main">
              <a:ext uri="{FF2B5EF4-FFF2-40B4-BE49-F238E27FC236}">
                <a16:creationId xmlns:a16="http://schemas.microsoft.com/office/drawing/2014/main" id="{DFFA5DA7-A09F-4607-A73D-3D006765E782}"/>
              </a:ext>
            </a:extLst>
          </p:cNvPr>
          <p:cNvSpPr>
            <a:spLocks xmlns:a="http://schemas.openxmlformats.org/drawingml/2006/main" noGrp="1"/>
          </p:cNvSpPr>
          <p:nvPr/>
        </p:nvSpPr>
        <p:spPr>
          <a:xfrm xmlns:a="http://schemas.openxmlformats.org/drawingml/2006/main">
            <a:off x="952500" y="611505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성공: 모두 반영 / 충돌과 실패: 모두 미반영</a:t>
            </a:r>
          </a:p>
        </p:txBody>
      </p:sp>
      <p:sp>
        <p:nvSpPr>
          <p:cNvPr id="39" name="v2-420-대화 서비스 실행 경계">
            <a:extLst xmlns:a="http://schemas.openxmlformats.org/drawingml/2006/main">
              <a:ext uri="{FF2B5EF4-FFF2-40B4-BE49-F238E27FC236}">
                <a16:creationId xmlns:a16="http://schemas.microsoft.com/office/drawing/2014/main" id="{F78359B9-D5EB-45B8-90EC-5E4AF4BEFB17}"/>
              </a:ext>
            </a:extLst>
          </p:cNvPr>
          <p:cNvSpPr>
            <a:spLocks xmlns:a="http://schemas.openxmlformats.org/drawingml/2006/main" noGrp="1"/>
          </p:cNvSpPr>
          <p:nvPr/>
        </p:nvSpPr>
        <p:spPr>
          <a:xfrm xmlns:a="http://schemas.openxmlformats.org/drawingml/2006/main">
            <a:off x="9334500" y="3086100"/>
            <a:ext cx="3771900" cy="29622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0" name="v2-421-대화 서비스 실행 경계-boundary">
            <a:extLst xmlns:a="http://schemas.openxmlformats.org/drawingml/2006/main">
              <a:ext uri="{FF2B5EF4-FFF2-40B4-BE49-F238E27FC236}">
                <a16:creationId xmlns:a16="http://schemas.microsoft.com/office/drawing/2014/main" id="{D10CB4EC-94A6-4621-966B-1D0A381D1228}"/>
              </a:ext>
            </a:extLst>
          </p:cNvPr>
          <p:cNvSpPr>
            <a:spLocks xmlns:a="http://schemas.openxmlformats.org/drawingml/2006/main" noGrp="1"/>
          </p:cNvSpPr>
          <p:nvPr/>
        </p:nvSpPr>
        <p:spPr>
          <a:xfrm xmlns:a="http://schemas.openxmlformats.org/drawingml/2006/main">
            <a:off x="9467850" y="31242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대화 서비스 실행 경계</a:t>
            </a:r>
          </a:p>
        </p:txBody>
      </p:sp>
      <p:sp>
        <p:nvSpPr>
          <p:cNvPr id="41" name="v2-422-Task 서비스 실행 경계">
            <a:extLst xmlns:a="http://schemas.openxmlformats.org/drawingml/2006/main">
              <a:ext uri="{FF2B5EF4-FFF2-40B4-BE49-F238E27FC236}">
                <a16:creationId xmlns:a16="http://schemas.microsoft.com/office/drawing/2014/main" id="{9CA7EA0E-CF8A-469A-A75A-FA57755BE5C7}"/>
              </a:ext>
            </a:extLst>
          </p:cNvPr>
          <p:cNvSpPr>
            <a:spLocks xmlns:a="http://schemas.openxmlformats.org/drawingml/2006/main" noGrp="1"/>
          </p:cNvSpPr>
          <p:nvPr/>
        </p:nvSpPr>
        <p:spPr>
          <a:xfrm xmlns:a="http://schemas.openxmlformats.org/drawingml/2006/main">
            <a:off x="13849350" y="3086100"/>
            <a:ext cx="3857625" cy="29622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2" name="v2-423-Task 서비스 실행 경계-boundary">
            <a:extLst xmlns:a="http://schemas.openxmlformats.org/drawingml/2006/main">
              <a:ext uri="{FF2B5EF4-FFF2-40B4-BE49-F238E27FC236}">
                <a16:creationId xmlns:a16="http://schemas.microsoft.com/office/drawing/2014/main" id="{240A5532-B627-43A5-8635-D35FE973812A}"/>
              </a:ext>
            </a:extLst>
          </p:cNvPr>
          <p:cNvSpPr>
            <a:spLocks xmlns:a="http://schemas.openxmlformats.org/drawingml/2006/main" noGrp="1"/>
          </p:cNvSpPr>
          <p:nvPr/>
        </p:nvSpPr>
        <p:spPr>
          <a:xfrm xmlns:a="http://schemas.openxmlformats.org/drawingml/2006/main">
            <a:off x="13982700" y="31242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354354"/>
                </a:solidFill>
                <a:latin typeface="Apple SD Gothic Neo"/>
                <a:ea typeface="Apple SD Gothic Neo"/>
                <a:cs typeface="Apple SD Gothic Neo"/>
              </a:defRPr>
            </a:pPr>
            <a:r>
              <a:rPr sz="2000" b="1">
                <a:solidFill>
                  <a:srgbClr val="354354"/>
                </a:solidFill>
                <a:latin typeface="Apple SD Gothic Neo"/>
                <a:ea typeface="Apple SD Gothic Neo"/>
                <a:cs typeface="Apple SD Gothic Neo"/>
              </a:rPr>
              <a:t>Task 서비스 실행 경계</a:t>
            </a:r>
          </a:p>
        </p:txBody>
      </p:sp>
      <p:sp>
        <p:nvSpPr>
          <p:cNvPr id="43" name="v2-424-Request Controller">
            <a:extLst xmlns:a="http://schemas.openxmlformats.org/drawingml/2006/main">
              <a:ext uri="{FF2B5EF4-FFF2-40B4-BE49-F238E27FC236}">
                <a16:creationId xmlns:a16="http://schemas.microsoft.com/office/drawing/2014/main" id="{3353AF42-9CCC-416B-B921-8985E4518B34}"/>
              </a:ext>
            </a:extLst>
          </p:cNvPr>
          <p:cNvSpPr>
            <a:spLocks xmlns:a="http://schemas.openxmlformats.org/drawingml/2006/main" noGrp="1"/>
          </p:cNvSpPr>
          <p:nvPr/>
        </p:nvSpPr>
        <p:spPr>
          <a:xfrm xmlns:a="http://schemas.openxmlformats.org/drawingml/2006/main">
            <a:off x="9486900" y="3705225"/>
            <a:ext cx="3457575"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44" name="v2-425-Request Controller-name">
            <a:extLst xmlns:a="http://schemas.openxmlformats.org/drawingml/2006/main">
              <a:ext uri="{FF2B5EF4-FFF2-40B4-BE49-F238E27FC236}">
                <a16:creationId xmlns:a16="http://schemas.microsoft.com/office/drawing/2014/main" id="{69F13A89-FC18-439D-B37F-D357360D237E}"/>
              </a:ext>
            </a:extLst>
          </p:cNvPr>
          <p:cNvSpPr>
            <a:spLocks xmlns:a="http://schemas.openxmlformats.org/drawingml/2006/main" noGrp="1"/>
          </p:cNvSpPr>
          <p:nvPr/>
        </p:nvSpPr>
        <p:spPr>
          <a:xfrm xmlns:a="http://schemas.openxmlformats.org/drawingml/2006/main">
            <a:off x="9563100" y="3705225"/>
            <a:ext cx="33051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Request Controller</a:t>
            </a:r>
          </a:p>
        </p:txBody>
      </p:sp>
      <p:sp>
        <p:nvSpPr>
          <p:cNvPr id="45" name="v2-426-Task Manager">
            <a:extLst xmlns:a="http://schemas.openxmlformats.org/drawingml/2006/main">
              <a:ext uri="{FF2B5EF4-FFF2-40B4-BE49-F238E27FC236}">
                <a16:creationId xmlns:a16="http://schemas.microsoft.com/office/drawing/2014/main" id="{AC114813-EA14-40E4-BF58-17047CF2735B}"/>
              </a:ext>
            </a:extLst>
          </p:cNvPr>
          <p:cNvSpPr>
            <a:spLocks xmlns:a="http://schemas.openxmlformats.org/drawingml/2006/main" noGrp="1"/>
          </p:cNvSpPr>
          <p:nvPr/>
        </p:nvSpPr>
        <p:spPr>
          <a:xfrm xmlns:a="http://schemas.openxmlformats.org/drawingml/2006/main">
            <a:off x="14001750" y="3705225"/>
            <a:ext cx="3552825"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46" name="v2-427-Task Manager-name">
            <a:extLst xmlns:a="http://schemas.openxmlformats.org/drawingml/2006/main">
              <a:ext uri="{FF2B5EF4-FFF2-40B4-BE49-F238E27FC236}">
                <a16:creationId xmlns:a16="http://schemas.microsoft.com/office/drawing/2014/main" id="{65476A78-DF25-4717-9684-B3FD4DE1E009}"/>
              </a:ext>
            </a:extLst>
          </p:cNvPr>
          <p:cNvSpPr>
            <a:spLocks xmlns:a="http://schemas.openxmlformats.org/drawingml/2006/main" noGrp="1"/>
          </p:cNvSpPr>
          <p:nvPr/>
        </p:nvSpPr>
        <p:spPr>
          <a:xfrm xmlns:a="http://schemas.openxmlformats.org/drawingml/2006/main">
            <a:off x="14077950" y="3705225"/>
            <a:ext cx="3400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Task Manager</a:t>
            </a:r>
          </a:p>
        </p:txBody>
      </p:sp>
      <p:sp>
        <p:nvSpPr>
          <p:cNvPr id="47" name="v2-428-Request Graph State">
            <a:extLst xmlns:a="http://schemas.openxmlformats.org/drawingml/2006/main">
              <a:ext uri="{FF2B5EF4-FFF2-40B4-BE49-F238E27FC236}">
                <a16:creationId xmlns:a16="http://schemas.microsoft.com/office/drawing/2014/main" id="{501A0703-94FF-4F8F-898E-34AF669788DD}"/>
              </a:ext>
            </a:extLst>
          </p:cNvPr>
          <p:cNvSpPr>
            <a:spLocks xmlns:a="http://schemas.openxmlformats.org/drawingml/2006/main" noGrp="1"/>
          </p:cNvSpPr>
          <p:nvPr/>
        </p:nvSpPr>
        <p:spPr>
          <a:xfrm xmlns:a="http://schemas.openxmlformats.org/drawingml/2006/main">
            <a:off x="9496425" y="4619625"/>
            <a:ext cx="343852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48" name="v2-429-Request Graph State-name">
            <a:extLst xmlns:a="http://schemas.openxmlformats.org/drawingml/2006/main">
              <a:ext uri="{FF2B5EF4-FFF2-40B4-BE49-F238E27FC236}">
                <a16:creationId xmlns:a16="http://schemas.microsoft.com/office/drawing/2014/main" id="{6DD6C06D-1B62-4DDE-B716-B2A0153FA2B1}"/>
              </a:ext>
            </a:extLst>
          </p:cNvPr>
          <p:cNvSpPr>
            <a:spLocks xmlns:a="http://schemas.openxmlformats.org/drawingml/2006/main" noGrp="1"/>
          </p:cNvSpPr>
          <p:nvPr/>
        </p:nvSpPr>
        <p:spPr>
          <a:xfrm xmlns:a="http://schemas.openxmlformats.org/drawingml/2006/main">
            <a:off x="9572625" y="461962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Request Graph State</a:t>
            </a:r>
          </a:p>
        </p:txBody>
      </p:sp>
      <p:sp>
        <p:nvSpPr>
          <p:cNvPr id="49" name="v2-430-Task Command State">
            <a:extLst xmlns:a="http://schemas.openxmlformats.org/drawingml/2006/main">
              <a:ext uri="{FF2B5EF4-FFF2-40B4-BE49-F238E27FC236}">
                <a16:creationId xmlns:a16="http://schemas.microsoft.com/office/drawing/2014/main" id="{BF13F33A-50D1-42E0-9233-D12380CB3F6C}"/>
              </a:ext>
            </a:extLst>
          </p:cNvPr>
          <p:cNvSpPr>
            <a:spLocks xmlns:a="http://schemas.openxmlformats.org/drawingml/2006/main" noGrp="1"/>
          </p:cNvSpPr>
          <p:nvPr/>
        </p:nvSpPr>
        <p:spPr>
          <a:xfrm xmlns:a="http://schemas.openxmlformats.org/drawingml/2006/main">
            <a:off x="14011275" y="4619625"/>
            <a:ext cx="353377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50" name="v2-431-Task Command State-name">
            <a:extLst xmlns:a="http://schemas.openxmlformats.org/drawingml/2006/main">
              <a:ext uri="{FF2B5EF4-FFF2-40B4-BE49-F238E27FC236}">
                <a16:creationId xmlns:a16="http://schemas.microsoft.com/office/drawing/2014/main" id="{BF4DDFAC-02A6-4DE4-8F91-3C05A4C8AC83}"/>
              </a:ext>
            </a:extLst>
          </p:cNvPr>
          <p:cNvSpPr>
            <a:spLocks xmlns:a="http://schemas.openxmlformats.org/drawingml/2006/main" noGrp="1"/>
          </p:cNvSpPr>
          <p:nvPr/>
        </p:nvSpPr>
        <p:spPr>
          <a:xfrm xmlns:a="http://schemas.openxmlformats.org/drawingml/2006/main">
            <a:off x="14087475" y="461962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00" b="0">
                <a:solidFill>
                  <a:srgbClr val="202B35"/>
                </a:solidFill>
                <a:latin typeface="Apple SD Gothic Neo"/>
                <a:ea typeface="Apple SD Gothic Neo"/>
                <a:cs typeface="Apple SD Gothic Neo"/>
              </a:defRPr>
            </a:pPr>
            <a:r>
              <a:rPr sz="2000" b="0">
                <a:solidFill>
                  <a:srgbClr val="202B35"/>
                </a:solidFill>
                <a:latin typeface="Apple SD Gothic Neo"/>
                <a:ea typeface="Apple SD Gothic Neo"/>
                <a:cs typeface="Apple SD Gothic Neo"/>
              </a:rPr>
              <a:t>Task Command State</a:t>
            </a:r>
          </a:p>
        </p:txBody>
      </p:sp>
      <p:sp>
        <p:nvSpPr>
          <p:cNvPr id="51" name="v2-432-b-command">
            <a:extLst xmlns:a="http://schemas.openxmlformats.org/drawingml/2006/main">
              <a:ext uri="{FF2B5EF4-FFF2-40B4-BE49-F238E27FC236}">
                <a16:creationId xmlns:a16="http://schemas.microsoft.com/office/drawing/2014/main" id="{1A067E6E-DAA5-4208-BA82-BABF97BBB69E}"/>
              </a:ext>
            </a:extLst>
          </p:cNvPr>
          <p:cNvSpPr>
            <a:spLocks xmlns:a="http://schemas.openxmlformats.org/drawingml/2006/main" noGrp="1"/>
          </p:cNvSpPr>
          <p:nvPr/>
        </p:nvSpPr>
        <p:spPr>
          <a:xfrm xmlns:a="http://schemas.openxmlformats.org/drawingml/2006/main">
            <a:off x="12944475" y="3886200"/>
            <a:ext cx="1057275" cy="9525"/>
          </a:xfrm>
          <a:custGeom xmlns:a="http://schemas.openxmlformats.org/drawingml/2006/main">
            <a:pathLst>
              <a:path w="1057275" h="9525">
                <a:moveTo>
                  <a:pt x="0" y="0"/>
                </a:moveTo>
                <a:lnTo>
                  <a:pt x="1057275" y="0"/>
                </a:lnTo>
              </a:path>
            </a:pathLst>
          </a:custGeom>
          <a:noFill xmlns:a="http://schemas.openxmlformats.org/drawingml/2006/main"/>
          <a:ln xmlns:a="http://schemas.openxmlformats.org/drawingml/2006/main" w="26670">
            <a:solidFill>
              <a:srgbClr val="00889A"/>
            </a:solidFill>
            <a:prstDash val="solid"/>
          </a:ln>
        </p:spPr>
      </p:sp>
      <p:sp>
        <p:nvSpPr>
          <p:cNvPr id="52" name="v2-433-b-command-head">
            <a:extLst xmlns:a="http://schemas.openxmlformats.org/drawingml/2006/main">
              <a:ext uri="{FF2B5EF4-FFF2-40B4-BE49-F238E27FC236}">
                <a16:creationId xmlns:a16="http://schemas.microsoft.com/office/drawing/2014/main" id="{8B731CD2-84FB-488B-B6EA-7AD852C4B51E}"/>
              </a:ext>
            </a:extLst>
          </p:cNvPr>
          <p:cNvSpPr>
            <a:spLocks xmlns:a="http://schemas.openxmlformats.org/drawingml/2006/main" noGrp="1"/>
          </p:cNvSpPr>
          <p:nvPr/>
        </p:nvSpPr>
        <p:spPr>
          <a:xfrm xmlns:a="http://schemas.openxmlformats.org/drawingml/2006/main">
            <a:off x="13901442" y="383140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53" name="v2-434-note">
            <a:extLst xmlns:a="http://schemas.openxmlformats.org/drawingml/2006/main">
              <a:ext uri="{FF2B5EF4-FFF2-40B4-BE49-F238E27FC236}">
                <a16:creationId xmlns:a16="http://schemas.microsoft.com/office/drawing/2014/main" id="{6B4524E5-9C75-43F5-8FC9-8FA3AE8DC181}"/>
              </a:ext>
            </a:extLst>
          </p:cNvPr>
          <p:cNvSpPr>
            <a:spLocks xmlns:a="http://schemas.openxmlformats.org/drawingml/2006/main" noGrp="1"/>
          </p:cNvSpPr>
          <p:nvPr/>
        </p:nvSpPr>
        <p:spPr>
          <a:xfrm xmlns:a="http://schemas.openxmlformats.org/drawingml/2006/main">
            <a:off x="12372975" y="3343275"/>
            <a:ext cx="2362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② 같은 명령</a:t>
            </a:r>
          </a:p>
        </p:txBody>
      </p:sp>
      <p:sp>
        <p:nvSpPr>
          <p:cNvPr id="54" name="v2-435-b-receipt">
            <a:extLst xmlns:a="http://schemas.openxmlformats.org/drawingml/2006/main">
              <a:ext uri="{FF2B5EF4-FFF2-40B4-BE49-F238E27FC236}">
                <a16:creationId xmlns:a16="http://schemas.microsoft.com/office/drawing/2014/main" id="{BB4CDD56-D2C4-488F-B4FC-166C47573D67}"/>
              </a:ext>
            </a:extLst>
          </p:cNvPr>
          <p:cNvSpPr>
            <a:spLocks xmlns:a="http://schemas.openxmlformats.org/drawingml/2006/main" noGrp="1"/>
          </p:cNvSpPr>
          <p:nvPr/>
        </p:nvSpPr>
        <p:spPr>
          <a:xfrm xmlns:a="http://schemas.openxmlformats.org/drawingml/2006/main">
            <a:off x="12944475" y="4276725"/>
            <a:ext cx="1057275" cy="9525"/>
          </a:xfrm>
          <a:custGeom xmlns:a="http://schemas.openxmlformats.org/drawingml/2006/main">
            <a:pathLst>
              <a:path w="1057275" h="9525">
                <a:moveTo>
                  <a:pt x="1057275" y="0"/>
                </a:moveTo>
                <a:lnTo>
                  <a:pt x="0" y="0"/>
                </a:lnTo>
              </a:path>
            </a:pathLst>
          </a:custGeom>
          <a:noFill xmlns:a="http://schemas.openxmlformats.org/drawingml/2006/main"/>
          <a:ln xmlns:a="http://schemas.openxmlformats.org/drawingml/2006/main" w="26670">
            <a:solidFill>
              <a:srgbClr val="00889A"/>
            </a:solidFill>
            <a:prstDash val="solid"/>
          </a:ln>
        </p:spPr>
      </p:sp>
      <p:sp>
        <p:nvSpPr>
          <p:cNvPr id="55" name="v2-436-b-receipt-head">
            <a:extLst xmlns:a="http://schemas.openxmlformats.org/drawingml/2006/main">
              <a:ext uri="{FF2B5EF4-FFF2-40B4-BE49-F238E27FC236}">
                <a16:creationId xmlns:a16="http://schemas.microsoft.com/office/drawing/2014/main" id="{49955673-FB77-43FB-82F9-20010FC8172C}"/>
              </a:ext>
            </a:extLst>
          </p:cNvPr>
          <p:cNvSpPr>
            <a:spLocks xmlns:a="http://schemas.openxmlformats.org/drawingml/2006/main" noGrp="1"/>
          </p:cNvSpPr>
          <p:nvPr/>
        </p:nvSpPr>
        <p:spPr>
          <a:xfrm xmlns:a="http://schemas.openxmlformats.org/drawingml/2006/main">
            <a:off x="12944475" y="42219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6670">
            <a:solidFill>
              <a:srgbClr val="00889A"/>
            </a:solidFill>
            <a:prstDash val="solid"/>
          </a:ln>
        </p:spPr>
      </p:sp>
      <p:sp>
        <p:nvSpPr>
          <p:cNvPr id="56" name="v2-437-note">
            <a:extLst xmlns:a="http://schemas.openxmlformats.org/drawingml/2006/main">
              <a:ext uri="{FF2B5EF4-FFF2-40B4-BE49-F238E27FC236}">
                <a16:creationId xmlns:a16="http://schemas.microsoft.com/office/drawing/2014/main" id="{8AA3CE9F-6268-4370-94C9-FE99F778A898}"/>
              </a:ext>
            </a:extLst>
          </p:cNvPr>
          <p:cNvSpPr>
            <a:spLocks xmlns:a="http://schemas.openxmlformats.org/drawingml/2006/main" noGrp="1"/>
          </p:cNvSpPr>
          <p:nvPr/>
        </p:nvSpPr>
        <p:spPr>
          <a:xfrm xmlns:a="http://schemas.openxmlformats.org/drawingml/2006/main">
            <a:off x="12934950" y="434340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④ 접수 결과</a:t>
            </a:r>
          </a:p>
        </p:txBody>
      </p:sp>
      <p:sp>
        <p:nvSpPr>
          <p:cNvPr id="57" name="v2-438-b-dialogue-commit">
            <a:extLst xmlns:a="http://schemas.openxmlformats.org/drawingml/2006/main">
              <a:ext uri="{FF2B5EF4-FFF2-40B4-BE49-F238E27FC236}">
                <a16:creationId xmlns:a16="http://schemas.microsoft.com/office/drawing/2014/main" id="{8B5741B1-8FEC-49D6-A438-5E9480DA70A9}"/>
              </a:ext>
            </a:extLst>
          </p:cNvPr>
          <p:cNvSpPr>
            <a:spLocks xmlns:a="http://schemas.openxmlformats.org/drawingml/2006/main" noGrp="1"/>
          </p:cNvSpPr>
          <p:nvPr/>
        </p:nvSpPr>
        <p:spPr>
          <a:xfrm xmlns:a="http://schemas.openxmlformats.org/drawingml/2006/main">
            <a:off x="11210925" y="4238625"/>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23813">
            <a:solidFill>
              <a:srgbClr val="576773"/>
            </a:solidFill>
            <a:prstDash val="solid"/>
          </a:ln>
        </p:spPr>
      </p:sp>
      <p:sp>
        <p:nvSpPr>
          <p:cNvPr id="58" name="v2-439-b-dialogue-commit-head">
            <a:extLst xmlns:a="http://schemas.openxmlformats.org/drawingml/2006/main">
              <a:ext uri="{FF2B5EF4-FFF2-40B4-BE49-F238E27FC236}">
                <a16:creationId xmlns:a16="http://schemas.microsoft.com/office/drawing/2014/main" id="{AE70578F-0070-4B3C-94FF-8CA1809CECC6}"/>
              </a:ext>
            </a:extLst>
          </p:cNvPr>
          <p:cNvSpPr>
            <a:spLocks xmlns:a="http://schemas.openxmlformats.org/drawingml/2006/main" noGrp="1"/>
          </p:cNvSpPr>
          <p:nvPr/>
        </p:nvSpPr>
        <p:spPr>
          <a:xfrm xmlns:a="http://schemas.openxmlformats.org/drawingml/2006/main">
            <a:off x="11156127" y="45193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576773"/>
            </a:solidFill>
            <a:prstDash val="solid"/>
          </a:ln>
        </p:spPr>
      </p:sp>
      <p:sp>
        <p:nvSpPr>
          <p:cNvPr id="59" name="v2-440-b-task-commit">
            <a:extLst xmlns:a="http://schemas.openxmlformats.org/drawingml/2006/main">
              <a:ext uri="{FF2B5EF4-FFF2-40B4-BE49-F238E27FC236}">
                <a16:creationId xmlns:a16="http://schemas.microsoft.com/office/drawing/2014/main" id="{5E7A0CC9-03E6-4C0B-B9BC-7C3D0038B2BE}"/>
              </a:ext>
            </a:extLst>
          </p:cNvPr>
          <p:cNvSpPr>
            <a:spLocks xmlns:a="http://schemas.openxmlformats.org/drawingml/2006/main" noGrp="1"/>
          </p:cNvSpPr>
          <p:nvPr/>
        </p:nvSpPr>
        <p:spPr>
          <a:xfrm xmlns:a="http://schemas.openxmlformats.org/drawingml/2006/main">
            <a:off x="15773400" y="4238625"/>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23813">
            <a:solidFill>
              <a:srgbClr val="576773"/>
            </a:solidFill>
            <a:prstDash val="solid"/>
          </a:ln>
        </p:spPr>
      </p:sp>
      <p:sp>
        <p:nvSpPr>
          <p:cNvPr id="60" name="v2-441-b-task-commit-head">
            <a:extLst xmlns:a="http://schemas.openxmlformats.org/drawingml/2006/main">
              <a:ext uri="{FF2B5EF4-FFF2-40B4-BE49-F238E27FC236}">
                <a16:creationId xmlns:a16="http://schemas.microsoft.com/office/drawing/2014/main" id="{E2231EAB-CCF5-449F-BC0E-832E401A0EEA}"/>
              </a:ext>
            </a:extLst>
          </p:cNvPr>
          <p:cNvSpPr>
            <a:spLocks xmlns:a="http://schemas.openxmlformats.org/drawingml/2006/main" noGrp="1"/>
          </p:cNvSpPr>
          <p:nvPr/>
        </p:nvSpPr>
        <p:spPr>
          <a:xfrm xmlns:a="http://schemas.openxmlformats.org/drawingml/2006/main">
            <a:off x="15718602" y="45193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576773"/>
            </a:solidFill>
            <a:prstDash val="solid"/>
          </a:ln>
        </p:spPr>
      </p:sp>
      <p:sp>
        <p:nvSpPr>
          <p:cNvPr id="61" name="v2-442-note">
            <a:extLst xmlns:a="http://schemas.openxmlformats.org/drawingml/2006/main">
              <a:ext uri="{FF2B5EF4-FFF2-40B4-BE49-F238E27FC236}">
                <a16:creationId xmlns:a16="http://schemas.microsoft.com/office/drawing/2014/main" id="{BF652CDA-470B-4AEC-ADC4-6339B46822D1}"/>
              </a:ext>
            </a:extLst>
          </p:cNvPr>
          <p:cNvSpPr>
            <a:spLocks xmlns:a="http://schemas.openxmlformats.org/drawingml/2006/main" noGrp="1"/>
          </p:cNvSpPr>
          <p:nvPr/>
        </p:nvSpPr>
        <p:spPr>
          <a:xfrm xmlns:a="http://schemas.openxmlformats.org/drawingml/2006/main">
            <a:off x="9486900" y="5257800"/>
            <a:ext cx="34575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① 로컬 의도 저장</a:t>
            </a:r>
          </a:p>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④ 접수 결과 별도 반영</a:t>
            </a:r>
          </a:p>
        </p:txBody>
      </p:sp>
      <p:sp>
        <p:nvSpPr>
          <p:cNvPr id="62" name="v2-443-note">
            <a:extLst xmlns:a="http://schemas.openxmlformats.org/drawingml/2006/main">
              <a:ext uri="{FF2B5EF4-FFF2-40B4-BE49-F238E27FC236}">
                <a16:creationId xmlns:a16="http://schemas.microsoft.com/office/drawing/2014/main" id="{5E5CAF7C-6C9B-4FB0-991C-3A2D34AE36BA}"/>
              </a:ext>
            </a:extLst>
          </p:cNvPr>
          <p:cNvSpPr>
            <a:spLocks xmlns:a="http://schemas.openxmlformats.org/drawingml/2006/main" noGrp="1"/>
          </p:cNvSpPr>
          <p:nvPr/>
        </p:nvSpPr>
        <p:spPr>
          <a:xfrm xmlns:a="http://schemas.openxmlformats.org/drawingml/2006/main">
            <a:off x="14001750" y="5257800"/>
            <a:ext cx="35528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③ 내부 접수와 상태 확정</a:t>
            </a:r>
          </a:p>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외부 전송 가능 상태 저장</a:t>
            </a:r>
          </a:p>
        </p:txBody>
      </p:sp>
      <p:sp>
        <p:nvSpPr>
          <p:cNvPr id="63" name="v2-444-note">
            <a:extLst xmlns:a="http://schemas.openxmlformats.org/drawingml/2006/main">
              <a:ext uri="{FF2B5EF4-FFF2-40B4-BE49-F238E27FC236}">
                <a16:creationId xmlns:a16="http://schemas.microsoft.com/office/drawing/2014/main" id="{1A65A9EF-9894-4C9B-8B31-7D294186E375}"/>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00889A"/>
                </a:solidFill>
                <a:latin typeface="Apple SD Gothic Neo"/>
                <a:ea typeface="Apple SD Gothic Neo"/>
                <a:cs typeface="Apple SD Gothic Neo"/>
              </a:defRPr>
            </a:pPr>
            <a:r>
              <a:rPr sz="2000" b="0">
                <a:solidFill>
                  <a:srgbClr val="00889A"/>
                </a:solidFill>
                <a:latin typeface="Apple SD Gothic Neo"/>
                <a:ea typeface="Apple SD Gothic Neo"/>
                <a:cs typeface="Apple SD Gothic Neo"/>
              </a:rPr>
              <a:t>공통: 확정된 명령 → Agent Gateway → Downstream Agent의 실제 확인. 내부 접수는 외부 실행/확인 완료가 아님. 의미 모델은 transaction 밖</a:t>
            </a:r>
          </a:p>
        </p:txBody>
      </p:sp>
      <p:sp>
        <p:nvSpPr>
          <p:cNvPr id="64" name="v2-445-a-cost">
            <a:extLst xmlns:a="http://schemas.openxmlformats.org/drawingml/2006/main">
              <a:ext uri="{FF2B5EF4-FFF2-40B4-BE49-F238E27FC236}">
                <a16:creationId xmlns:a16="http://schemas.microsoft.com/office/drawing/2014/main" id="{0423AD0F-0D0A-4EDA-8144-9FCEBA58EEC4}"/>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A도 논리 수명 분리와 변경 국소화 가능</a:t>
            </a:r>
          </a:p>
        </p:txBody>
      </p:sp>
      <p:sp>
        <p:nvSpPr>
          <p:cNvPr id="65" name="v2-446-b-cost">
            <a:extLst xmlns:a="http://schemas.openxmlformats.org/drawingml/2006/main">
              <a:ext uri="{FF2B5EF4-FFF2-40B4-BE49-F238E27FC236}">
                <a16:creationId xmlns:a16="http://schemas.microsoft.com/office/drawing/2014/main" id="{836D07BA-CC68-401E-91F5-71B277751DC4}"/>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B의 독립 운영은 조건부. 인계/재확인 비용</a:t>
            </a:r>
          </a:p>
        </p:txBody>
      </p:sp>
      <p:graphicFrame>
        <p:nvGraphicFramePr>
          <p:cNvPr id="133"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00"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00"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00"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00"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의미, 접수와 현재성 검사</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같은 검사와 receipt 반영</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공동 commit과 대화 반영</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독립 접수와 receipt 반영</a:t>
                      </a:r>
                    </a:p>
                  </a:txBody>
                  <a:tcPr marL="114300" marR="76200" marT="9525" marB="9525" anchor="ctr">
                    <a:solidFill>
                      <a:srgbClr val="F5F7F8"/>
                    </a:solidFill>
                  </a:tcPr>
                </a:tc>
              </a:tr>
              <a:tr h="358775">
                <a:tc>
                  <a:txBody>
                    <a:bodyPr/>
                    <a:lstStyle/>
                    <a:p>
                      <a:pPr algn="l"/>
                      <a:r>
                        <a:rPr sz="1700"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관련 상태 공동 확정</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인계와 재확인의 전체 경로</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저장 외 실제 모델 청구</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평가 전 / IPC 외 실제 모델 청구</a:t>
                      </a:r>
                    </a:p>
                  </a:txBody>
                  <a:tcPr marL="114300" marR="76200" marT="9525" marB="9525" anchor="ctr">
                    <a:solidFill>
                      <a:srgbClr val="F5F7F8"/>
                    </a:solidFill>
                  </a:tcPr>
                </a:tc>
              </a:tr>
              <a:tr h="358775">
                <a:tc>
                  <a:txBody>
                    <a:bodyPr/>
                    <a:lstStyle/>
                    <a:p>
                      <a:pPr algn="l"/>
                      <a:r>
                        <a:rPr sz="1700"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공동 상태 계약의 수정</a:t>
                      </a:r>
                    </a:p>
                  </a:txBody>
                  <a:tcPr marL="114300" marR="76200" marT="9525" marB="9525" anchor="ctr">
                    <a:solidFill>
                      <a:srgbClr val="FFFFFF"/>
                    </a:solidFill>
                  </a:tcPr>
                </a:tc>
                <a:tc>
                  <a:txBody>
                    <a:bodyPr/>
                    <a:lstStyle/>
                    <a:p>
                      <a:pPr algn="l"/>
                      <a:r>
                        <a:rPr sz="1700" b="0">
                          <a:solidFill>
                            <a:srgbClr val="202B35"/>
                          </a:solidFill>
                          <a:latin typeface="Apple SD Gothic Neo"/>
                          <a:ea typeface="Apple SD Gothic Neo"/>
                          <a:cs typeface="Apple SD Gothic Neo"/>
                        </a:rPr>
                        <a:t>평가 전 / 독립 인계 계약의 수정</a:t>
                      </a:r>
                    </a:p>
                  </a:txBody>
                  <a:tcPr marL="114300" marR="76200" marT="9525" marB="9525" anchor="ctr">
                    <a:solidFill>
                      <a:srgbClr val="FFFFFF"/>
                    </a:solidFill>
                  </a:tcPr>
                </a:tc>
              </a:tr>
              <a:tr h="358775">
                <a:tc>
                  <a:txBody>
                    <a:bodyPr/>
                    <a:lstStyle/>
                    <a:p>
                      <a:pPr algn="l"/>
                      <a:r>
                        <a:rPr sz="1700"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예산 1,792MiB / 통합 상태와 queue</a:t>
                      </a:r>
                    </a:p>
                  </a:txBody>
                  <a:tcPr marL="114300" marR="76200" marT="9525" marB="9525" anchor="ctr">
                    <a:solidFill>
                      <a:srgbClr val="F5F7F8"/>
                    </a:solidFill>
                  </a:tcPr>
                </a:tc>
                <a:tc>
                  <a:txBody>
                    <a:bodyPr/>
                    <a:lstStyle/>
                    <a:p>
                      <a:pPr algn="l"/>
                      <a:r>
                        <a:rPr sz="1700" b="0">
                          <a:solidFill>
                            <a:srgbClr val="202B35"/>
                          </a:solidFill>
                          <a:latin typeface="Apple SD Gothic Neo"/>
                          <a:ea typeface="Apple SD Gothic Neo"/>
                          <a:cs typeface="Apple SD Gothic Neo"/>
                        </a:rPr>
                        <a:t>예산 2,080MiB / process와 접수 상태</a:t>
                      </a:r>
                    </a:p>
                  </a:txBody>
                  <a:tcPr marL="114300" marR="76200" marT="9525" marB="9525" anchor="ctr">
                    <a:solidFill>
                      <a:srgbClr val="F5F7F8"/>
                    </a:solidFill>
                  </a:tcPr>
                </a:tc>
              </a:tr>
            </a:tbl>
          </a:graphicData>
        </a:graphic>
      </p:graphicFrame>
      <p:sp>
        <p:nvSpPr>
          <p:cNvPr id="67" name="v2-447-note">
            <a:extLst xmlns:a="http://schemas.openxmlformats.org/drawingml/2006/main">
              <a:ext uri="{FF2B5EF4-FFF2-40B4-BE49-F238E27FC236}">
                <a16:creationId xmlns:a16="http://schemas.microsoft.com/office/drawing/2014/main" id="{0817A034-44E0-4F6F-8DE0-FC2AB7C19328}"/>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91206412"/>
      </p:ext>
    </p:extLst>
  </p:cSld>
</p:sld>
</file>

<file path=ppt/slides/slide55.xml><?xml version="1.0" encoding="utf-8"?>
<p:sld xmlns:p="http://schemas.openxmlformats.org/presentationml/2006/main">
  <p:cSld name="coverage-summary">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2-448-section">
            <a:extLst xmlns:a="http://schemas.openxmlformats.org/drawingml/2006/main">
              <a:ext uri="{FF2B5EF4-FFF2-40B4-BE49-F238E27FC236}">
                <a16:creationId xmlns:a16="http://schemas.microsoft.com/office/drawing/2014/main" id="{5022EC90-388D-40E7-954D-D9E3FA33BB6B}"/>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검토 요약</a:t>
            </a:r>
          </a:p>
        </p:txBody>
      </p:sp>
      <p:sp>
        <p:nvSpPr>
          <p:cNvPr id="2" name="v2-449-title">
            <a:extLst xmlns:a="http://schemas.openxmlformats.org/drawingml/2006/main">
              <a:ext uri="{FF2B5EF4-FFF2-40B4-BE49-F238E27FC236}">
                <a16:creationId xmlns:a16="http://schemas.microsoft.com/office/drawing/2014/main" id="{54E45006-681F-4365-A5BC-61B4FC37B519}"/>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네 설계 질문을 같은 품질 기준과 공통 경계에서 검토합니다</a:t>
            </a:r>
          </a:p>
        </p:txBody>
      </p:sp>
      <p:sp>
        <p:nvSpPr>
          <p:cNvPr id="3" name="v2-450-rule">
            <a:extLst xmlns:a="http://schemas.openxmlformats.org/drawingml/2006/main">
              <a:ext uri="{FF2B5EF4-FFF2-40B4-BE49-F238E27FC236}">
                <a16:creationId xmlns:a16="http://schemas.microsoft.com/office/drawing/2014/main" id="{5A5D3C4B-A13F-4F8B-8D02-40B336B2EC66}"/>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451-page">
            <a:extLst xmlns:a="http://schemas.openxmlformats.org/drawingml/2006/main">
              <a:ext uri="{FF2B5EF4-FFF2-40B4-BE49-F238E27FC236}">
                <a16:creationId xmlns:a16="http://schemas.microsoft.com/office/drawing/2014/main" id="{A32BA46D-7F1B-4759-9B63-6561CD94DBBF}"/>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23</a:t>
            </a:r>
          </a:p>
        </p:txBody>
      </p:sp>
      <p:graphicFrame>
        <p:nvGraphicFramePr>
          <p:cNvPr id="13" name=""/>
          <p:cNvGraphicFramePr/>
          <p:nvPr/>
        </p:nvGraphicFramePr>
        <p:xfrm>
          <a:off xmlns:a="http://schemas.openxmlformats.org/drawingml/2006/main" x="495300" y="1962150"/>
          <a:ext xmlns:a="http://schemas.openxmlformats.org/drawingml/2006/main" cx="17297400" cy="4200525"/>
        </p:xfrm>
        <a:graphic xmlns:a="http://schemas.openxmlformats.org/drawingml/2006/main">
          <a:graphicData uri="http://schemas.openxmlformats.org/drawingml/2006/table">
            <a:tbl>
              <a:tblPr/>
              <a:tblGrid>
                <a:gridCol w="3667125"/>
                <a:gridCol w="3714750"/>
                <a:gridCol w="9915525"/>
              </a:tblGrid>
              <a:tr h="552450">
                <a:tc>
                  <a:txBody>
                    <a:bodyPr/>
                    <a:lstStyle/>
                    <a:p>
                      <a:pPr algn="l"/>
                      <a:r>
                        <a:rPr sz="2300" b="1">
                          <a:solidFill>
                            <a:srgbClr val="FFFFFF"/>
                          </a:solidFill>
                          <a:latin typeface="Apple SD Gothic Neo"/>
                          <a:ea typeface="Apple SD Gothic Neo"/>
                          <a:cs typeface="Apple SD Gothic Neo"/>
                        </a:rPr>
                        <a:t>설계 질문</a:t>
                      </a:r>
                    </a:p>
                  </a:txBody>
                  <a:tcPr marL="114300" marR="76200" marT="47625" marB="47625" anchor="ctr">
                    <a:solidFill>
                      <a:srgbClr val="354354"/>
                    </a:solidFill>
                  </a:tcPr>
                </a:tc>
                <a:tc>
                  <a:txBody>
                    <a:bodyPr/>
                    <a:lstStyle/>
                    <a:p>
                      <a:pPr algn="l"/>
                      <a:r>
                        <a:rPr sz="2300" b="1">
                          <a:solidFill>
                            <a:srgbClr val="FFFFFF"/>
                          </a:solidFill>
                          <a:latin typeface="Apple SD Gothic Neo"/>
                          <a:ea typeface="Apple SD Gothic Neo"/>
                          <a:cs typeface="Apple SD Gothic Neo"/>
                        </a:rPr>
                        <a:t>직접 다루는 기능</a:t>
                      </a:r>
                    </a:p>
                  </a:txBody>
                  <a:tcPr marL="114300" marR="76200" marT="47625" marB="47625" anchor="ctr">
                    <a:solidFill>
                      <a:srgbClr val="354354"/>
                    </a:solidFill>
                  </a:tcPr>
                </a:tc>
                <a:tc>
                  <a:txBody>
                    <a:bodyPr/>
                    <a:lstStyle/>
                    <a:p>
                      <a:pPr algn="l"/>
                      <a:r>
                        <a:rPr sz="2300" b="1">
                          <a:solidFill>
                            <a:srgbClr val="FFFFFF"/>
                          </a:solidFill>
                          <a:latin typeface="Apple SD Gothic Neo"/>
                          <a:ea typeface="Apple SD Gothic Neo"/>
                          <a:cs typeface="Apple SD Gothic Neo"/>
                        </a:rPr>
                        <a:t>확인할 실제 구조 차이</a:t>
                      </a:r>
                    </a:p>
                  </a:txBody>
                  <a:tcPr marL="114300" marR="76200" marT="47625" marB="47625" anchor="ctr">
                    <a:solidFill>
                      <a:srgbClr val="354354"/>
                    </a:solidFill>
                  </a:tcPr>
                </a:tc>
              </a:tr>
              <a:tr h="912019">
                <a:tc>
                  <a:txBody>
                    <a:bodyPr/>
                    <a:lstStyle/>
                    <a:p>
                      <a:pPr algn="l"/>
                      <a:r>
                        <a:rPr sz="2300" b="0">
                          <a:solidFill>
                            <a:srgbClr val="202B35"/>
                          </a:solidFill>
                          <a:latin typeface="Apple SD Gothic Neo"/>
                          <a:ea typeface="Apple SD Gothic Neo"/>
                          <a:cs typeface="Apple SD Gothic Neo"/>
                        </a:rPr>
                        <a:t>41  요청 해석 제어</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FR2 / FR3</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다음 조회와 전체 의미의 결정 주체, 표현 범위와 추가 해석</a:t>
                      </a:r>
                    </a:p>
                  </a:txBody>
                  <a:tcPr marL="114300" marR="76200" marT="47625" marB="47625" anchor="ctr">
                    <a:solidFill>
                      <a:srgbClr val="FFFFFF"/>
                    </a:solidFill>
                  </a:tcPr>
                </a:tc>
              </a:tr>
              <a:tr h="912019">
                <a:tc>
                  <a:txBody>
                    <a:bodyPr/>
                    <a:lstStyle/>
                    <a:p>
                      <a:pPr algn="l"/>
                      <a:r>
                        <a:rPr sz="2300" b="0">
                          <a:solidFill>
                            <a:srgbClr val="202B35"/>
                          </a:solidFill>
                          <a:latin typeface="Apple SD Gothic Neo"/>
                          <a:ea typeface="Apple SD Gothic Neo"/>
                          <a:cs typeface="Apple SD Gothic Neo"/>
                        </a:rPr>
                        <a:t>44  지속 대화 실행</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FR1 / FR3 / FR4</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완료 회수와 후속 지시, 단계별 상태와 게시 조건</a:t>
                      </a:r>
                    </a:p>
                  </a:txBody>
                  <a:tcPr marL="114300" marR="76200" marT="47625" marB="47625" anchor="ctr">
                    <a:solidFill>
                      <a:srgbClr val="F5F7F8"/>
                    </a:solidFill>
                  </a:tcPr>
                </a:tc>
              </a:tr>
              <a:tr h="912019">
                <a:tc>
                  <a:txBody>
                    <a:bodyPr/>
                    <a:lstStyle/>
                    <a:p>
                      <a:pPr algn="l"/>
                      <a:r>
                        <a:rPr sz="2300" b="0">
                          <a:solidFill>
                            <a:srgbClr val="202B35"/>
                          </a:solidFill>
                          <a:latin typeface="Apple SD Gothic Neo"/>
                          <a:ea typeface="Apple SD Gothic Neo"/>
                          <a:cs typeface="Apple SD Gothic Neo"/>
                        </a:rPr>
                        <a:t>45  과거 맥락 제공</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FR6</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요청별 구성과 공통 관계 생산의 시점, coverage와 철회</a:t>
                      </a:r>
                    </a:p>
                  </a:txBody>
                  <a:tcPr marL="114300" marR="76200" marT="47625" marB="47625" anchor="ctr">
                    <a:solidFill>
                      <a:srgbClr val="FFFFFF"/>
                    </a:solidFill>
                  </a:tcPr>
                </a:tc>
              </a:tr>
              <a:tr h="912019">
                <a:tc>
                  <a:txBody>
                    <a:bodyPr/>
                    <a:lstStyle/>
                    <a:p>
                      <a:pPr algn="l"/>
                      <a:r>
                        <a:rPr sz="2300" b="0">
                          <a:solidFill>
                            <a:srgbClr val="202B35"/>
                          </a:solidFill>
                          <a:latin typeface="Apple SD Gothic Neo"/>
                          <a:ea typeface="Apple SD Gothic Neo"/>
                          <a:cs typeface="Apple SD Gothic Neo"/>
                        </a:rPr>
                        <a:t>42  대화와 업무 상태</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FR4 / FR5</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공동 확정과 독립 접수, 외부 확인과 재연결</a:t>
                      </a:r>
                    </a:p>
                  </a:txBody>
                  <a:tcPr marL="114300" marR="76200" marT="47625" marB="47625" anchor="ctr">
                    <a:solidFill>
                      <a:srgbClr val="F5F7F8"/>
                    </a:solidFill>
                  </a:tcPr>
                </a:tc>
              </a:tr>
            </a:tbl>
          </a:graphicData>
        </a:graphic>
      </p:graphicFrame>
      <p:sp>
        <p:nvSpPr>
          <p:cNvPr id="6" name="v2-452-scope-qa">
            <a:extLst xmlns:a="http://schemas.openxmlformats.org/drawingml/2006/main">
              <a:ext uri="{FF2B5EF4-FFF2-40B4-BE49-F238E27FC236}">
                <a16:creationId xmlns:a16="http://schemas.microsoft.com/office/drawing/2014/main" id="{B094ED3D-0AF3-49CE-95EA-E2646EAB06BE}"/>
              </a:ext>
            </a:extLst>
          </p:cNvPr>
          <p:cNvSpPr>
            <a:spLocks xmlns:a="http://schemas.openxmlformats.org/drawingml/2006/main" noGrp="1"/>
          </p:cNvSpPr>
          <p:nvPr/>
        </p:nvSpPr>
        <p:spPr>
          <a:xfrm xmlns:a="http://schemas.openxmlformats.org/drawingml/2006/main">
            <a:off x="495300" y="6819900"/>
            <a:ext cx="1729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정확성 → 상호작용 응답시간 → VIA 처리시간 → 모델 비용 → 변경 용이성 → 로컬 메모리</a:t>
            </a:r>
          </a:p>
        </p:txBody>
      </p:sp>
      <p:sp>
        <p:nvSpPr>
          <p:cNvPr id="7" name="v2-453-scope-common">
            <a:extLst xmlns:a="http://schemas.openxmlformats.org/drawingml/2006/main">
              <a:ext uri="{FF2B5EF4-FFF2-40B4-BE49-F238E27FC236}">
                <a16:creationId xmlns:a16="http://schemas.microsoft.com/office/drawing/2014/main" id="{9139FE79-EE20-4B91-AEED-AAADA246D422}"/>
              </a:ext>
            </a:extLst>
          </p:cNvPr>
          <p:cNvSpPr>
            <a:spLocks xmlns:a="http://schemas.openxmlformats.org/drawingml/2006/main" noGrp="1"/>
          </p:cNvSpPr>
          <p:nvPr/>
        </p:nvSpPr>
        <p:spPr>
          <a:xfrm xmlns:a="http://schemas.openxmlformats.org/drawingml/2006/main">
            <a:off x="495300" y="7896225"/>
            <a:ext cx="17297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로컬 입력과 VAD / 같은 허용 근거 / 최신성 및 권한 검사 / 실제 전달 기록</a:t>
            </a:r>
          </a:p>
          <a:p xmlns:a="http://schemas.openxmlformats.org/drawingml/2006/main">
            <a:pPr algn="l">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별도 클라우드 음성/의미 모델 / 외부 업무 AI의 실제 실행과 확인</a:t>
            </a:r>
          </a:p>
        </p:txBody>
      </p:sp>
      <p:sp>
        <p:nvSpPr>
          <p:cNvPr id="8" name="v2-454-note">
            <a:extLst xmlns:a="http://schemas.openxmlformats.org/drawingml/2006/main">
              <a:ext uri="{FF2B5EF4-FFF2-40B4-BE49-F238E27FC236}">
                <a16:creationId xmlns:a16="http://schemas.microsoft.com/office/drawing/2014/main" id="{F008C9BB-EBE5-4CF8-B747-3713110F9063}"/>
              </a:ext>
            </a:extLst>
          </p:cNvPr>
          <p:cNvSpPr>
            <a:spLocks xmlns:a="http://schemas.openxmlformats.org/drawingml/2006/main" noGrp="1"/>
          </p:cNvSpPr>
          <p:nvPr/>
        </p:nvSpPr>
        <p:spPr>
          <a:xfrm xmlns:a="http://schemas.openxmlformats.org/drawingml/2006/main">
            <a:off x="495300" y="9448800"/>
            <a:ext cx="1729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576773"/>
                </a:solidFill>
                <a:latin typeface="Apple SD Gothic Neo"/>
                <a:ea typeface="Apple SD Gothic Neo"/>
                <a:cs typeface="Apple SD Gothic Neo"/>
              </a:defRPr>
            </a:pPr>
            <a:r>
              <a:rPr sz="2200" b="0">
                <a:solidFill>
                  <a:srgbClr val="576773"/>
                </a:solidFill>
                <a:latin typeface="Apple SD Gothic Neo"/>
                <a:ea typeface="Apple SD Gothic Neo"/>
                <a:cs typeface="Apple SD Gothic Neo"/>
              </a:rPr>
              <a:t>현재는 네 A/B의 구조와 평가 계약을 설명하는 단계입니다. 채택된 통합 구조나 실측 승자를 표시하지 않습니다.</a:t>
            </a:r>
          </a:p>
        </p:txBody>
      </p:sp>
    </p:spTree>
    <p:extLst>
      <p:ext uri="{BB962C8B-B14F-4D97-AF65-F5344CB8AC3E}">
        <p14:creationId xmlns:p14="http://schemas.microsoft.com/office/powerpoint/2010/main" val="552916902"/>
      </p:ext>
    </p:extLst>
  </p:cSld>
</p:sld>
</file>

<file path=ppt/slides/slide56.xml><?xml version="1.0" encoding="utf-8"?>
<p:sld xmlns:p="http://schemas.openxmlformats.org/presentationml/2006/main">
  <p:cSld name="next-validation">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2-455-section">
            <a:extLst xmlns:a="http://schemas.openxmlformats.org/drawingml/2006/main">
              <a:ext uri="{FF2B5EF4-FFF2-40B4-BE49-F238E27FC236}">
                <a16:creationId xmlns:a16="http://schemas.microsoft.com/office/drawing/2014/main" id="{2AA735C2-B76D-4BF9-B6A4-E936C8A9DA86}"/>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검토 요약</a:t>
            </a:r>
          </a:p>
        </p:txBody>
      </p:sp>
      <p:sp>
        <p:nvSpPr>
          <p:cNvPr id="2" name="v2-456-title">
            <a:extLst xmlns:a="http://schemas.openxmlformats.org/drawingml/2006/main">
              <a:ext uri="{FF2B5EF4-FFF2-40B4-BE49-F238E27FC236}">
                <a16:creationId xmlns:a16="http://schemas.microsoft.com/office/drawing/2014/main" id="{3855708F-5342-43FA-B781-A39B44F126EB}"/>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조건과 비용을 확인한 뒤, 동일한 활동에서 대안을 판단합니다</a:t>
            </a:r>
          </a:p>
        </p:txBody>
      </p:sp>
      <p:sp>
        <p:nvSpPr>
          <p:cNvPr id="3" name="v2-457-rule">
            <a:extLst xmlns:a="http://schemas.openxmlformats.org/drawingml/2006/main">
              <a:ext uri="{FF2B5EF4-FFF2-40B4-BE49-F238E27FC236}">
                <a16:creationId xmlns:a16="http://schemas.microsoft.com/office/drawing/2014/main" id="{E075A88A-BB08-4E7B-AB1D-FA0C9226597C}"/>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458-page">
            <a:extLst xmlns:a="http://schemas.openxmlformats.org/drawingml/2006/main">
              <a:ext uri="{FF2B5EF4-FFF2-40B4-BE49-F238E27FC236}">
                <a16:creationId xmlns:a16="http://schemas.microsoft.com/office/drawing/2014/main" id="{31FC8877-3A82-48E9-A95D-7BB0ACCE29F8}"/>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24</a:t>
            </a:r>
          </a:p>
        </p:txBody>
      </p:sp>
      <p:graphicFrame>
        <p:nvGraphicFramePr>
          <p:cNvPr id="12" name=""/>
          <p:cNvGraphicFramePr/>
          <p:nvPr/>
        </p:nvGraphicFramePr>
        <p:xfrm>
          <a:off xmlns:a="http://schemas.openxmlformats.org/drawingml/2006/main" x="495300" y="2124075"/>
          <a:ext xmlns:a="http://schemas.openxmlformats.org/drawingml/2006/main" cx="17297400" cy="4438650"/>
        </p:xfrm>
        <a:graphic xmlns:a="http://schemas.openxmlformats.org/drawingml/2006/main">
          <a:graphicData uri="http://schemas.openxmlformats.org/drawingml/2006/table">
            <a:tbl>
              <a:tblPr/>
              <a:tblGrid>
                <a:gridCol w="3057525"/>
                <a:gridCol w="7248525"/>
                <a:gridCol w="6991350"/>
              </a:tblGrid>
              <a:tr h="552450">
                <a:tc>
                  <a:txBody>
                    <a:bodyPr/>
                    <a:lstStyle/>
                    <a:p>
                      <a:pPr algn="l"/>
                      <a:r>
                        <a:rPr sz="2300" b="1">
                          <a:solidFill>
                            <a:srgbClr val="FFFFFF"/>
                          </a:solidFill>
                          <a:latin typeface="Apple SD Gothic Neo"/>
                          <a:ea typeface="Apple SD Gothic Neo"/>
                          <a:cs typeface="Apple SD Gothic Neo"/>
                        </a:rPr>
                        <a:t>검토할 대상</a:t>
                      </a:r>
                    </a:p>
                  </a:txBody>
                  <a:tcPr marL="114300" marR="76200" marT="47625" marB="47625" anchor="ctr">
                    <a:solidFill>
                      <a:srgbClr val="354354"/>
                    </a:solidFill>
                  </a:tcPr>
                </a:tc>
                <a:tc>
                  <a:txBody>
                    <a:bodyPr/>
                    <a:lstStyle/>
                    <a:p>
                      <a:pPr algn="l"/>
                      <a:r>
                        <a:rPr sz="2300" b="1">
                          <a:solidFill>
                            <a:srgbClr val="FFFFFF"/>
                          </a:solidFill>
                          <a:latin typeface="Apple SD Gothic Neo"/>
                          <a:ea typeface="Apple SD Gothic Neo"/>
                          <a:cs typeface="Apple SD Gothic Neo"/>
                        </a:rPr>
                        <a:t>양쪽에서 확인할 조건</a:t>
                      </a:r>
                    </a:p>
                  </a:txBody>
                  <a:tcPr marL="114300" marR="76200" marT="47625" marB="47625" anchor="ctr">
                    <a:solidFill>
                      <a:srgbClr val="354354"/>
                    </a:solidFill>
                  </a:tcPr>
                </a:tc>
                <a:tc>
                  <a:txBody>
                    <a:bodyPr/>
                    <a:lstStyle/>
                    <a:p>
                      <a:pPr algn="l"/>
                      <a:r>
                        <a:rPr sz="2300" b="1">
                          <a:solidFill>
                            <a:srgbClr val="FFFFFF"/>
                          </a:solidFill>
                          <a:latin typeface="Apple SD Gothic Neo"/>
                          <a:ea typeface="Apple SD Gothic Neo"/>
                          <a:cs typeface="Apple SD Gothic Neo"/>
                        </a:rPr>
                        <a:t>아직 필요한 근거</a:t>
                      </a:r>
                    </a:p>
                  </a:txBody>
                  <a:tcPr marL="114300" marR="76200" marT="47625" marB="47625" anchor="ctr">
                    <a:solidFill>
                      <a:srgbClr val="354354"/>
                    </a:solidFill>
                  </a:tcPr>
                </a:tc>
              </a:tr>
              <a:tr h="971550">
                <a:tc>
                  <a:txBody>
                    <a:bodyPr/>
                    <a:lstStyle/>
                    <a:p>
                      <a:pPr algn="l"/>
                      <a:r>
                        <a:rPr sz="2300" b="0">
                          <a:solidFill>
                            <a:srgbClr val="202B35"/>
                          </a:solidFill>
                          <a:latin typeface="Apple SD Gothic Neo"/>
                          <a:ea typeface="Apple SD Gothic Neo"/>
                          <a:cs typeface="Apple SD Gothic Neo"/>
                        </a:rPr>
                        <a:t>요청 해석</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모호한 대상, 부분 정정과 표현 밖 관계</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조건 누락, 반복 조회와 확인 질문의 실제 비용</a:t>
                      </a:r>
                    </a:p>
                  </a:txBody>
                  <a:tcPr marL="114300" marR="76200" marT="47625" marB="47625" anchor="ctr">
                    <a:solidFill>
                      <a:srgbClr val="FFFFFF"/>
                    </a:solidFill>
                  </a:tcPr>
                </a:tc>
              </a:tr>
              <a:tr h="971550">
                <a:tc>
                  <a:txBody>
                    <a:bodyPr/>
                    <a:lstStyle/>
                    <a:p>
                      <a:pPr algn="l"/>
                      <a:r>
                        <a:rPr sz="2300" b="0">
                          <a:solidFill>
                            <a:srgbClr val="202B35"/>
                          </a:solidFill>
                          <a:latin typeface="Apple SD Gothic Neo"/>
                          <a:ea typeface="Apple SD Gothic Neo"/>
                          <a:cs typeface="Apple SD Gothic Neo"/>
                        </a:rPr>
                        <a:t>지속 대화</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새 발화, 늦은 준비와 질문이 겹치는 상황</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실제 반응/전달 시각과 대기 상태</a:t>
                      </a:r>
                    </a:p>
                  </a:txBody>
                  <a:tcPr marL="114300" marR="76200" marT="47625" marB="47625" anchor="ctr">
                    <a:solidFill>
                      <a:srgbClr val="F5F7F8"/>
                    </a:solidFill>
                  </a:tcPr>
                </a:tc>
              </a:tr>
              <a:tr h="971550">
                <a:tc>
                  <a:txBody>
                    <a:bodyPr/>
                    <a:lstStyle/>
                    <a:p>
                      <a:pPr algn="l"/>
                      <a:r>
                        <a:rPr sz="2300" b="0">
                          <a:solidFill>
                            <a:srgbClr val="202B35"/>
                          </a:solidFill>
                          <a:latin typeface="Apple SD Gothic Neo"/>
                          <a:ea typeface="Apple SD Gothic Neo"/>
                          <a:cs typeface="Apple SD Gothic Neo"/>
                        </a:rPr>
                        <a:t>과거 맥락</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첫 사용, 반복, 정정 직후와 미사용 생산</a:t>
                      </a:r>
                    </a:p>
                  </a:txBody>
                  <a:tcPr marL="114300" marR="762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전체 호출 청구, 원본 검증과 coverage</a:t>
                      </a:r>
                    </a:p>
                  </a:txBody>
                  <a:tcPr marL="114300" marR="76200" marT="47625" marB="47625" anchor="ctr">
                    <a:solidFill>
                      <a:srgbClr val="FFFFFF"/>
                    </a:solidFill>
                  </a:tcPr>
                </a:tc>
              </a:tr>
              <a:tr h="971550">
                <a:tc>
                  <a:txBody>
                    <a:bodyPr/>
                    <a:lstStyle/>
                    <a:p>
                      <a:pPr algn="l"/>
                      <a:r>
                        <a:rPr sz="2300" b="0">
                          <a:solidFill>
                            <a:srgbClr val="202B35"/>
                          </a:solidFill>
                          <a:latin typeface="Apple SD Gothic Neo"/>
                          <a:ea typeface="Apple SD Gothic Neo"/>
                          <a:cs typeface="Apple SD Gothic Neo"/>
                        </a:rPr>
                        <a:t>상태 관리</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공동 변경, 내부 접수와 외부 확인의 차이</a:t>
                      </a:r>
                    </a:p>
                  </a:txBody>
                  <a:tcPr marL="114300" marR="762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실제 수정 책임, 접수 대기와 메모리</a:t>
                      </a:r>
                    </a:p>
                  </a:txBody>
                  <a:tcPr marL="114300" marR="76200" marT="47625" marB="47625" anchor="ctr">
                    <a:solidFill>
                      <a:srgbClr val="F5F7F8"/>
                    </a:solidFill>
                  </a:tcPr>
                </a:tc>
              </a:tr>
            </a:tbl>
          </a:graphicData>
        </a:graphic>
      </p:graphicFrame>
      <p:sp>
        <p:nvSpPr>
          <p:cNvPr id="6" name="v2-459-next-contract">
            <a:extLst xmlns:a="http://schemas.openxmlformats.org/drawingml/2006/main">
              <a:ext uri="{FF2B5EF4-FFF2-40B4-BE49-F238E27FC236}">
                <a16:creationId xmlns:a16="http://schemas.microsoft.com/office/drawing/2014/main" id="{5A5ED548-EFD5-46E5-B4E1-4B786AE282FF}"/>
              </a:ext>
            </a:extLst>
          </p:cNvPr>
          <p:cNvSpPr>
            <a:spLocks xmlns:a="http://schemas.openxmlformats.org/drawingml/2006/main" noGrp="1"/>
          </p:cNvSpPr>
          <p:nvPr/>
        </p:nvSpPr>
        <p:spPr>
          <a:xfrm xmlns:a="http://schemas.openxmlformats.org/drawingml/2006/main">
            <a:off x="495300" y="7181850"/>
            <a:ext cx="1729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00889A"/>
                </a:solidFill>
                <a:latin typeface="Apple SD Gothic Neo"/>
                <a:ea typeface="Apple SD Gothic Neo"/>
                <a:cs typeface="Apple SD Gothic Neo"/>
              </a:defRPr>
            </a:pPr>
            <a:r>
              <a:rPr sz="2800" b="1">
                <a:solidFill>
                  <a:srgbClr val="00889A"/>
                </a:solidFill>
                <a:latin typeface="Apple SD Gothic Neo"/>
                <a:ea typeface="Apple SD Gothic Neo"/>
                <a:cs typeface="Apple SD Gothic Neo"/>
              </a:rPr>
              <a:t>같은 입력과 외부 조건, 여섯 QA의 목표와 보호 조건을 유지합니다.</a:t>
            </a:r>
          </a:p>
        </p:txBody>
      </p:sp>
      <p:sp>
        <p:nvSpPr>
          <p:cNvPr id="7" name="v2-460-next-status">
            <a:extLst xmlns:a="http://schemas.openxmlformats.org/drawingml/2006/main">
              <a:ext uri="{FF2B5EF4-FFF2-40B4-BE49-F238E27FC236}">
                <a16:creationId xmlns:a16="http://schemas.microsoft.com/office/drawing/2014/main" id="{3D85C9CB-26AC-4774-B13F-99D1EDE4A2BC}"/>
              </a:ext>
            </a:extLst>
          </p:cNvPr>
          <p:cNvSpPr>
            <a:spLocks xmlns:a="http://schemas.openxmlformats.org/drawingml/2006/main" noGrp="1"/>
          </p:cNvSpPr>
          <p:nvPr/>
        </p:nvSpPr>
        <p:spPr>
          <a:xfrm xmlns:a="http://schemas.openxmlformats.org/drawingml/2006/main">
            <a:off x="495300" y="8258175"/>
            <a:ext cx="17297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0">
                <a:solidFill>
                  <a:srgbClr val="202B35"/>
                </a:solidFill>
                <a:latin typeface="Apple SD Gothic Neo"/>
                <a:ea typeface="Apple SD Gothic Neo"/>
                <a:cs typeface="Apple SD Gothic Neo"/>
              </a:defRPr>
            </a:pPr>
            <a:r>
              <a:rPr sz="2500" b="0">
                <a:solidFill>
                  <a:srgbClr val="202B35"/>
                </a:solidFill>
                <a:latin typeface="Apple SD Gothic Neo"/>
                <a:ea typeface="Apple SD Gothic Neo"/>
                <a:cs typeface="Apple SD Gothic Neo"/>
              </a:rPr>
              <a:t>현재 숫자는 목표, 설계 예산과 지역 가정 계산입니다.</a:t>
            </a:r>
          </a:p>
          <a:p xmlns:a="http://schemas.openxmlformats.org/drawingml/2006/main">
            <a:pPr algn="l">
              <a:defRPr sz="2500" b="0">
                <a:solidFill>
                  <a:srgbClr val="202B35"/>
                </a:solidFill>
                <a:latin typeface="Apple SD Gothic Neo"/>
                <a:ea typeface="Apple SD Gothic Neo"/>
                <a:cs typeface="Apple SD Gothic Neo"/>
              </a:defRPr>
            </a:pPr>
            <a:r>
              <a:rPr sz="2500" b="0">
                <a:solidFill>
                  <a:srgbClr val="202B35"/>
                </a:solidFill>
                <a:latin typeface="Apple SD Gothic Neo"/>
                <a:ea typeface="Apple SD Gothic Neo"/>
                <a:cs typeface="Apple SD Gothic Neo"/>
              </a:rPr>
              <a:t>A/B 선택과 품질 결과는 아직 없습니다. 구현/측정 착수는 별도 승인 단계입니다.</a:t>
            </a:r>
          </a:p>
        </p:txBody>
      </p:sp>
    </p:spTree>
    <p:extLst>
      <p:ext uri="{BB962C8B-B14F-4D97-AF65-F5344CB8AC3E}">
        <p14:creationId xmlns:p14="http://schemas.microsoft.com/office/powerpoint/2010/main" val="848578615"/>
      </p:ext>
    </p:extLst>
  </p:cSld>
</p:sld>
</file>

<file path=ppt/slides/slide57.xml><?xml version="1.0" encoding="utf-8"?>
<p:sld xmlns:p="http://schemas.openxmlformats.org/presentationml/2006/main">
  <p:cSld name="appendix-divider">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2-461-section">
            <a:extLst xmlns:a="http://schemas.openxmlformats.org/drawingml/2006/main">
              <a:ext uri="{FF2B5EF4-FFF2-40B4-BE49-F238E27FC236}">
                <a16:creationId xmlns:a16="http://schemas.microsoft.com/office/drawing/2014/main" id="{C62D5FFB-1762-4A1C-91F2-A207A871B2D7}"/>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상세 근거와 원본 보존</a:t>
            </a:r>
          </a:p>
        </p:txBody>
      </p:sp>
      <p:sp>
        <p:nvSpPr>
          <p:cNvPr id="2" name="v2-462-title">
            <a:extLst xmlns:a="http://schemas.openxmlformats.org/drawingml/2006/main">
              <a:ext uri="{FF2B5EF4-FFF2-40B4-BE49-F238E27FC236}">
                <a16:creationId xmlns:a16="http://schemas.microsoft.com/office/drawing/2014/main" id="{E2C30586-63E7-4879-91B5-6822DD8BC9FD}"/>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800" b="1">
                <a:solidFill>
                  <a:srgbClr val="202B35"/>
                </a:solidFill>
                <a:latin typeface="Apple SD Gothic Neo"/>
                <a:ea typeface="Apple SD Gothic Neo"/>
                <a:cs typeface="Apple SD Gothic Neo"/>
              </a:defRPr>
            </a:pPr>
            <a:r>
              <a:rPr sz="4800" b="1">
                <a:solidFill>
                  <a:srgbClr val="202B35"/>
                </a:solidFill>
                <a:latin typeface="Apple SD Gothic Neo"/>
                <a:ea typeface="Apple SD Gothic Neo"/>
                <a:cs typeface="Apple SD Gothic Neo"/>
              </a:rPr>
              <a:t>Appendix</a:t>
            </a:r>
          </a:p>
        </p:txBody>
      </p:sp>
      <p:sp>
        <p:nvSpPr>
          <p:cNvPr id="3" name="v2-463-rule">
            <a:extLst xmlns:a="http://schemas.openxmlformats.org/drawingml/2006/main">
              <a:ext uri="{FF2B5EF4-FFF2-40B4-BE49-F238E27FC236}">
                <a16:creationId xmlns:a16="http://schemas.microsoft.com/office/drawing/2014/main" id="{536EE6BA-AD93-43D6-AC5F-A0BD0DC9F038}"/>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464-page">
            <a:extLst xmlns:a="http://schemas.openxmlformats.org/drawingml/2006/main">
              <a:ext uri="{FF2B5EF4-FFF2-40B4-BE49-F238E27FC236}">
                <a16:creationId xmlns:a16="http://schemas.microsoft.com/office/drawing/2014/main" id="{85744955-F3F8-4E34-B069-652711789868}"/>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v2 / 25</a:t>
            </a:r>
          </a:p>
        </p:txBody>
      </p:sp>
      <p:sp>
        <p:nvSpPr>
          <p:cNvPr id="5" name="v2-465-appendix-intro">
            <a:extLst xmlns:a="http://schemas.openxmlformats.org/drawingml/2006/main">
              <a:ext uri="{FF2B5EF4-FFF2-40B4-BE49-F238E27FC236}">
                <a16:creationId xmlns:a16="http://schemas.microsoft.com/office/drawing/2014/main" id="{ED6C1B56-3261-482A-AE5E-A8AF4F02104E}"/>
              </a:ext>
            </a:extLst>
          </p:cNvPr>
          <p:cNvSpPr>
            <a:spLocks xmlns:a="http://schemas.openxmlformats.org/drawingml/2006/main" noGrp="1"/>
          </p:cNvSpPr>
          <p:nvPr/>
        </p:nvSpPr>
        <p:spPr>
          <a:xfrm xmlns:a="http://schemas.openxmlformats.org/drawingml/2006/main">
            <a:off x="495300" y="2476500"/>
            <a:ext cx="17297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00" b="1">
                <a:solidFill>
                  <a:srgbClr val="00889A"/>
                </a:solidFill>
                <a:latin typeface="Apple SD Gothic Neo"/>
                <a:ea typeface="Apple SD Gothic Neo"/>
                <a:cs typeface="Apple SD Gothic Neo"/>
              </a:defRPr>
            </a:pPr>
            <a:r>
              <a:rPr sz="3400" b="1">
                <a:solidFill>
                  <a:srgbClr val="00889A"/>
                </a:solidFill>
                <a:latin typeface="Apple SD Gothic Neo"/>
                <a:ea typeface="Apple SD Gothic Neo"/>
                <a:cs typeface="Apple SD Gothic Neo"/>
              </a:rPr>
              <a:t>발표 중 필요한 상세 정의와 설계 계약을 확인할 수 있습니다.</a:t>
            </a:r>
          </a:p>
        </p:txBody>
      </p:sp>
      <p:sp>
        <p:nvSpPr>
          <p:cNvPr id="6" name="v2-466-appendix-order">
            <a:extLst xmlns:a="http://schemas.openxmlformats.org/drawingml/2006/main">
              <a:ext uri="{FF2B5EF4-FFF2-40B4-BE49-F238E27FC236}">
                <a16:creationId xmlns:a16="http://schemas.microsoft.com/office/drawing/2014/main" id="{8313BEA5-2CFE-4F9A-806D-8077B6081853}"/>
              </a:ext>
            </a:extLst>
          </p:cNvPr>
          <p:cNvSpPr>
            <a:spLocks xmlns:a="http://schemas.openxmlformats.org/drawingml/2006/main" noGrp="1"/>
          </p:cNvSpPr>
          <p:nvPr/>
        </p:nvSpPr>
        <p:spPr>
          <a:xfrm xmlns:a="http://schemas.openxmlformats.org/drawingml/2006/main">
            <a:off x="495300" y="4019550"/>
            <a:ext cx="172974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0">
                <a:solidFill>
                  <a:srgbClr val="202B35"/>
                </a:solidFill>
                <a:latin typeface="Apple SD Gothic Neo"/>
                <a:ea typeface="Apple SD Gothic Neo"/>
                <a:cs typeface="Apple SD Gothic Neo"/>
              </a:defRPr>
            </a:pPr>
            <a:r>
              <a:rPr sz="2700" b="0">
                <a:solidFill>
                  <a:srgbClr val="202B35"/>
                </a:solidFill>
                <a:latin typeface="Apple SD Gothic Neo"/>
                <a:ea typeface="Apple SD Gothic Neo"/>
                <a:cs typeface="Apple SD Gothic Neo"/>
              </a:rPr>
              <a:t>26~35  원본 8~17장: P21, 21개 사례 대응과 QA-01~06 계산/등급</a:t>
            </a:r>
          </a:p>
          <a:p xmlns:a="http://schemas.openxmlformats.org/drawingml/2006/main">
            <a:pPr algn="l">
              <a:defRPr sz="2700" b="0">
                <a:solidFill>
                  <a:srgbClr val="202B35"/>
                </a:solidFill>
                <a:latin typeface="Apple SD Gothic Neo"/>
                <a:ea typeface="Apple SD Gothic Neo"/>
                <a:cs typeface="Apple SD Gothic Neo"/>
              </a:defRPr>
            </a:pPr>
            <a:r>
              <a:rPr sz="2700" b="0">
                <a:solidFill>
                  <a:srgbClr val="202B35"/>
                </a:solidFill>
                <a:latin typeface="Apple SD Gothic Neo"/>
                <a:ea typeface="Apple SD Gothic Neo"/>
                <a:cs typeface="Apple SD Gothic Neo"/>
              </a:rPr>
              <a:t>36~57  나머지 원본: 소개, 전체 지도, DP 구조와 QA 상세</a:t>
            </a:r>
          </a:p>
        </p:txBody>
      </p:sp>
      <p:sp>
        <p:nvSpPr>
          <p:cNvPr id="7" name="v2-467-appendix-preserved">
            <a:extLst xmlns:a="http://schemas.openxmlformats.org/drawingml/2006/main">
              <a:ext uri="{FF2B5EF4-FFF2-40B4-BE49-F238E27FC236}">
                <a16:creationId xmlns:a16="http://schemas.microsoft.com/office/drawing/2014/main" id="{A4AE8FC0-8254-4B53-8BE6-B7E9E1E071EA}"/>
              </a:ext>
            </a:extLst>
          </p:cNvPr>
          <p:cNvSpPr>
            <a:spLocks xmlns:a="http://schemas.openxmlformats.org/drawingml/2006/main" noGrp="1"/>
          </p:cNvSpPr>
          <p:nvPr/>
        </p:nvSpPr>
        <p:spPr>
          <a:xfrm xmlns:a="http://schemas.openxmlformats.org/drawingml/2006/main">
            <a:off x="495300" y="7096125"/>
            <a:ext cx="17297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202B35"/>
                </a:solidFill>
                <a:latin typeface="Apple SD Gothic Neo"/>
                <a:ea typeface="Apple SD Gothic Neo"/>
                <a:cs typeface="Apple SD Gothic Neo"/>
              </a:defRPr>
            </a:pPr>
            <a:r>
              <a:rPr sz="2600" b="0">
                <a:solidFill>
                  <a:srgbClr val="202B35"/>
                </a:solidFill>
                <a:latin typeface="Apple SD Gothic Neo"/>
                <a:ea typeface="Apple SD Gothic Neo"/>
                <a:cs typeface="Apple SD Gothic Neo"/>
              </a:rPr>
              <a:t>원본 32장의 편집 가능한 개체, 표와 발표자 노트를 모두 보존했습니다.</a:t>
            </a:r>
          </a:p>
          <a:p xmlns:a="http://schemas.openxmlformats.org/drawingml/2006/main">
            <a:pPr algn="l">
              <a:defRPr sz="2600" b="0">
                <a:solidFill>
                  <a:srgbClr val="202B35"/>
                </a:solidFill>
                <a:latin typeface="Apple SD Gothic Neo"/>
                <a:ea typeface="Apple SD Gothic Neo"/>
                <a:cs typeface="Apple SD Gothic Neo"/>
              </a:defRPr>
            </a:pPr>
            <a:r>
              <a:rPr sz="2600" b="0">
                <a:solidFill>
                  <a:srgbClr val="202B35"/>
                </a:solidFill>
                <a:latin typeface="Apple SD Gothic Neo"/>
                <a:ea typeface="Apple SD Gothic Neo"/>
                <a:cs typeface="Apple SD Gothic Neo"/>
              </a:rPr>
              <a:t>원본 파일은 변경하지 않았고, 아래 페이지는 원래 문구와 도형을 그대로 유지합니다.</a:t>
            </a:r>
          </a:p>
        </p:txBody>
      </p:sp>
      <p:sp>
        <p:nvSpPr>
          <p:cNvPr id="8" name="v2-468-note">
            <a:extLst xmlns:a="http://schemas.openxmlformats.org/drawingml/2006/main">
              <a:ext uri="{FF2B5EF4-FFF2-40B4-BE49-F238E27FC236}">
                <a16:creationId xmlns:a16="http://schemas.microsoft.com/office/drawing/2014/main" id="{6A1F24CB-30FC-441A-B4CA-CD8B17C5B73E}"/>
              </a:ext>
            </a:extLst>
          </p:cNvPr>
          <p:cNvSpPr>
            <a:spLocks xmlns:a="http://schemas.openxmlformats.org/drawingml/2006/main" noGrp="1"/>
          </p:cNvSpPr>
          <p:nvPr/>
        </p:nvSpPr>
        <p:spPr>
          <a:xfrm xmlns:a="http://schemas.openxmlformats.org/drawingml/2006/main">
            <a:off x="495300" y="9486900"/>
            <a:ext cx="17297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76773"/>
                </a:solidFill>
                <a:latin typeface="Apple SD Gothic Neo"/>
                <a:ea typeface="Apple SD Gothic Neo"/>
                <a:cs typeface="Apple SD Gothic Neo"/>
              </a:defRPr>
            </a:pPr>
            <a:r>
              <a:rPr sz="2000" b="0">
                <a:solidFill>
                  <a:srgbClr val="576773"/>
                </a:solidFill>
                <a:latin typeface="Apple SD Gothic Neo"/>
                <a:ea typeface="Apple SD Gothic Neo"/>
                <a:cs typeface="Apple SD Gothic Neo"/>
              </a:rPr>
              <a:t>부록의 화면에 남아 있는 옛 번호/제목은 원본 자료의 표기입니다. v2의 실제 위치는 README와 manifest에서 확인할 수 있습니다.</a:t>
            </a:r>
          </a:p>
        </p:txBody>
      </p:sp>
    </p:spTree>
    <p:extLst>
      <p:ext uri="{BB962C8B-B14F-4D97-AF65-F5344CB8AC3E}">
        <p14:creationId xmlns:p14="http://schemas.microsoft.com/office/powerpoint/2010/main" val="1854011846"/>
      </p:ext>
    </p:extLst>
  </p:cSld>
</p:sld>
</file>

<file path=ppt/slides/slide58.xml><?xml version="1.0" encoding="utf-8"?>
<p:sld xmlns:p="http://schemas.openxmlformats.org/presentationml/2006/main">
  <p:cSld name="dp41-background-v3">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g-0-text">
            <a:extLst xmlns:a="http://schemas.openxmlformats.org/drawingml/2006/main">
              <a:ext uri="{FF2B5EF4-FFF2-40B4-BE49-F238E27FC236}">
                <a16:creationId xmlns:a16="http://schemas.microsoft.com/office/drawing/2014/main" id="{FB060D22-2A48-4A60-84AD-1CDCA33BBD15}"/>
              </a:ext>
            </a:extLst>
          </p:cNvPr>
          <p:cNvSpPr>
            <a:spLocks xmlns:a="http://schemas.openxmlformats.org/drawingml/2006/main" noGrp="1"/>
          </p:cNvSpPr>
          <p:nvPr/>
        </p:nvSpPr>
        <p:spPr>
          <a:xfrm xmlns:a="http://schemas.openxmlformats.org/drawingml/2006/main">
            <a:off x="495300" y="190500"/>
            <a:ext cx="1428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DP41 배경</a:t>
            </a:r>
          </a:p>
        </p:txBody>
      </p:sp>
      <p:sp>
        <p:nvSpPr>
          <p:cNvPr id="2" name="bg-1-text">
            <a:extLst xmlns:a="http://schemas.openxmlformats.org/drawingml/2006/main">
              <a:ext uri="{FF2B5EF4-FFF2-40B4-BE49-F238E27FC236}">
                <a16:creationId xmlns:a16="http://schemas.microsoft.com/office/drawing/2014/main" id="{D47A004C-755E-4828-BBC6-EBA7777F01A5}"/>
              </a:ext>
            </a:extLst>
          </p:cNvPr>
          <p:cNvSpPr>
            <a:spLocks xmlns:a="http://schemas.openxmlformats.org/drawingml/2006/main" noGrp="1"/>
          </p:cNvSpPr>
          <p:nvPr/>
        </p:nvSpPr>
        <p:spPr>
          <a:xfrm xmlns:a="http://schemas.openxmlformats.org/drawingml/2006/main">
            <a:off x="16573500" y="1905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v3 / 15</a:t>
            </a:r>
          </a:p>
        </p:txBody>
      </p:sp>
      <p:sp>
        <p:nvSpPr>
          <p:cNvPr id="3" name="bg-2-text">
            <a:extLst xmlns:a="http://schemas.openxmlformats.org/drawingml/2006/main">
              <a:ext uri="{FF2B5EF4-FFF2-40B4-BE49-F238E27FC236}">
                <a16:creationId xmlns:a16="http://schemas.microsoft.com/office/drawing/2014/main" id="{5ECC5B7C-3C8D-4F2B-9F0B-E7D71CDD4B71}"/>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800" b="1">
                <a:solidFill>
                  <a:srgbClr val="202B35"/>
                </a:solidFill>
                <a:latin typeface="Apple SD Gothic Neo"/>
                <a:ea typeface="Apple SD Gothic Neo"/>
                <a:cs typeface="Apple SD Gothic Neo"/>
              </a:defRPr>
            </a:pPr>
            <a:r>
              <a:rPr sz="3800" b="1">
                <a:solidFill>
                  <a:srgbClr val="202B35"/>
                </a:solidFill>
                <a:latin typeface="Apple SD Gothic Neo"/>
                <a:ea typeface="Apple SD Gothic Neo"/>
                <a:cs typeface="Apple SD Gothic Neo"/>
              </a:rPr>
              <a:t>41. 이번 지시의 대상과 적용 범위</a:t>
            </a:r>
          </a:p>
        </p:txBody>
      </p:sp>
      <p:sp>
        <p:nvSpPr>
          <p:cNvPr id="4" name="bg-3-title-rule">
            <a:extLst xmlns:a="http://schemas.openxmlformats.org/drawingml/2006/main">
              <a:ext uri="{FF2B5EF4-FFF2-40B4-BE49-F238E27FC236}">
                <a16:creationId xmlns:a16="http://schemas.microsoft.com/office/drawing/2014/main" id="{4949099B-F4D5-46E4-B219-1DF5479B4E68}"/>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5" name="bg-4-text">
            <a:extLst xmlns:a="http://schemas.openxmlformats.org/drawingml/2006/main">
              <a:ext uri="{FF2B5EF4-FFF2-40B4-BE49-F238E27FC236}">
                <a16:creationId xmlns:a16="http://schemas.microsoft.com/office/drawing/2014/main" id="{CD27A99F-F2A0-409A-9F7E-F2817EACDA7B}"/>
              </a:ext>
            </a:extLst>
          </p:cNvPr>
          <p:cNvSpPr>
            <a:spLocks xmlns:a="http://schemas.openxmlformats.org/drawingml/2006/main" noGrp="1"/>
          </p:cNvSpPr>
          <p:nvPr/>
        </p:nvSpPr>
        <p:spPr>
          <a:xfrm xmlns:a="http://schemas.openxmlformats.org/drawingml/2006/main">
            <a:off x="495300" y="1562100"/>
            <a:ext cx="17297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900" b="1">
                <a:solidFill>
                  <a:srgbClr val="00889A"/>
                </a:solidFill>
                <a:latin typeface="Apple SD Gothic Neo"/>
                <a:ea typeface="Apple SD Gothic Neo"/>
                <a:cs typeface="Apple SD Gothic Neo"/>
              </a:defRPr>
            </a:pPr>
            <a:r>
              <a:rPr sz="2900" b="1">
                <a:solidFill>
                  <a:srgbClr val="00889A"/>
                </a:solidFill>
                <a:latin typeface="Apple SD Gothic Neo"/>
                <a:ea typeface="Apple SD Gothic Neo"/>
                <a:cs typeface="Apple SD Gothic Neo"/>
              </a:rPr>
              <a:t>“이 표를 아까 보고서에 넣고,</a:t>
            </a:r>
          </a:p>
          <a:p xmlns:a="http://schemas.openxmlformats.org/drawingml/2006/main">
            <a:pPr algn="l">
              <a:defRPr sz="2900" b="1">
                <a:solidFill>
                  <a:srgbClr val="00889A"/>
                </a:solidFill>
                <a:latin typeface="Apple SD Gothic Neo"/>
                <a:ea typeface="Apple SD Gothic Neo"/>
                <a:cs typeface="Apple SD Gothic Neo"/>
              </a:defRPr>
            </a:pPr>
            <a:r>
              <a:rPr sz="2900" b="1">
                <a:solidFill>
                  <a:srgbClr val="00889A"/>
                </a:solidFill>
                <a:latin typeface="Apple SD Gothic Neo"/>
                <a:ea typeface="Apple SD Gothic Neo"/>
                <a:cs typeface="Apple SD Gothic Neo"/>
              </a:rPr>
              <a:t>메일은 보내지 말고 보고서 결과로 초안만 만들어줘.”</a:t>
            </a:r>
          </a:p>
        </p:txBody>
      </p:sp>
      <p:graphicFrame>
        <p:nvGraphicFramePr>
          <p:cNvPr id="18" name=""/>
          <p:cNvGraphicFramePr/>
          <p:nvPr/>
        </p:nvGraphicFramePr>
        <p:xfrm>
          <a:off xmlns:a="http://schemas.openxmlformats.org/drawingml/2006/main" x="495300" y="3067050"/>
          <a:ext xmlns:a="http://schemas.openxmlformats.org/drawingml/2006/main" cx="17297400" cy="4048125"/>
        </p:xfrm>
        <a:graphic xmlns:a="http://schemas.openxmlformats.org/drawingml/2006/main">
          <a:graphicData uri="http://schemas.openxmlformats.org/drawingml/2006/table">
            <a:tbl>
              <a:tblPr/>
              <a:tblGrid>
                <a:gridCol w="3924300"/>
                <a:gridCol w="5981700"/>
                <a:gridCol w="7391400"/>
              </a:tblGrid>
              <a:tr h="571500">
                <a:tc>
                  <a:txBody>
                    <a:bodyPr/>
                    <a:lstStyle/>
                    <a:p>
                      <a:pPr algn="l"/>
                      <a:r>
                        <a:rPr sz="2300" b="1">
                          <a:solidFill>
                            <a:srgbClr val="FFFFFF"/>
                          </a:solidFill>
                          <a:latin typeface="Apple SD Gothic Neo"/>
                          <a:ea typeface="Apple SD Gothic Neo"/>
                          <a:cs typeface="Apple SD Gothic Neo"/>
                        </a:rPr>
                        <a:t>말 속 표현</a:t>
                      </a:r>
                    </a:p>
                  </a:txBody>
                  <a:tcPr marL="152400" marR="114300" marT="47625" marB="47625" anchor="ctr">
                    <a:solidFill>
                      <a:srgbClr val="354354"/>
                    </a:solidFill>
                  </a:tcPr>
                </a:tc>
                <a:tc>
                  <a:txBody>
                    <a:bodyPr/>
                    <a:lstStyle/>
                    <a:p>
                      <a:pPr algn="l"/>
                      <a:r>
                        <a:rPr sz="2300" b="1">
                          <a:solidFill>
                            <a:srgbClr val="FFFFFF"/>
                          </a:solidFill>
                          <a:latin typeface="Apple SD Gothic Neo"/>
                          <a:ea typeface="Apple SD Gothic Neo"/>
                          <a:cs typeface="Apple SD Gothic Neo"/>
                        </a:rPr>
                        <a:t>읽어서 확인할 근거</a:t>
                      </a:r>
                    </a:p>
                  </a:txBody>
                  <a:tcPr marL="152400" marR="114300" marT="47625" marB="47625" anchor="ctr">
                    <a:solidFill>
                      <a:srgbClr val="354354"/>
                    </a:solidFill>
                  </a:tcPr>
                </a:tc>
                <a:tc>
                  <a:txBody>
                    <a:bodyPr/>
                    <a:lstStyle/>
                    <a:p>
                      <a:pPr algn="l"/>
                      <a:r>
                        <a:rPr sz="2300" b="1">
                          <a:solidFill>
                            <a:srgbClr val="FFFFFF"/>
                          </a:solidFill>
                          <a:latin typeface="Apple SD Gothic Neo"/>
                          <a:ea typeface="Apple SD Gothic Neo"/>
                          <a:cs typeface="Apple SD Gothic Neo"/>
                        </a:rPr>
                        <a:t>VIA가 완성할 요청 의미</a:t>
                      </a:r>
                    </a:p>
                  </a:txBody>
                  <a:tcPr marL="152400" marR="114300" marT="47625" marB="47625" anchor="ctr">
                    <a:solidFill>
                      <a:srgbClr val="354354"/>
                    </a:solidFill>
                  </a:tcPr>
                </a:tc>
              </a:tr>
              <a:tr h="869156">
                <a:tc>
                  <a:txBody>
                    <a:bodyPr/>
                    <a:lstStyle/>
                    <a:p>
                      <a:pPr algn="l"/>
                      <a:r>
                        <a:rPr sz="2300" b="1">
                          <a:solidFill>
                            <a:srgbClr val="00889A"/>
                          </a:solidFill>
                          <a:latin typeface="Apple SD Gothic Neo"/>
                          <a:ea typeface="Apple SD Gothic Neo"/>
                          <a:cs typeface="Apple SD Gothic Neo"/>
                        </a:rPr>
                        <a:t>이 표</a:t>
                      </a:r>
                    </a:p>
                  </a:txBody>
                  <a:tcPr marL="152400" marR="1143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당시 선택 화면과 시점</a:t>
                      </a:r>
                    </a:p>
                  </a:txBody>
                  <a:tcPr marL="152400" marR="1143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실제 표와 근거 연결</a:t>
                      </a:r>
                    </a:p>
                  </a:txBody>
                  <a:tcPr marL="152400" marR="114300" marT="47625" marB="47625" anchor="ctr">
                    <a:solidFill>
                      <a:srgbClr val="FFFFFF"/>
                    </a:solidFill>
                  </a:tcPr>
                </a:tc>
              </a:tr>
              <a:tr h="869156">
                <a:tc>
                  <a:txBody>
                    <a:bodyPr/>
                    <a:lstStyle/>
                    <a:p>
                      <a:pPr algn="l"/>
                      <a:r>
                        <a:rPr sz="2300" b="1">
                          <a:solidFill>
                            <a:srgbClr val="00889A"/>
                          </a:solidFill>
                          <a:latin typeface="Apple SD Gothic Neo"/>
                          <a:ea typeface="Apple SD Gothic Neo"/>
                          <a:cs typeface="Apple SD Gothic Neo"/>
                        </a:rPr>
                        <a:t>아까 보고서</a:t>
                      </a:r>
                    </a:p>
                  </a:txBody>
                  <a:tcPr marL="152400" marR="1143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이전 요청과 현재 업무 상태</a:t>
                      </a:r>
                    </a:p>
                  </a:txBody>
                  <a:tcPr marL="152400" marR="1143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수정할 보고서 업무 연결</a:t>
                      </a:r>
                    </a:p>
                  </a:txBody>
                  <a:tcPr marL="152400" marR="114300" marT="47625" marB="47625" anchor="ctr">
                    <a:solidFill>
                      <a:srgbClr val="F5F7F8"/>
                    </a:solidFill>
                  </a:tcPr>
                </a:tc>
              </a:tr>
              <a:tr h="869156">
                <a:tc>
                  <a:txBody>
                    <a:bodyPr/>
                    <a:lstStyle/>
                    <a:p>
                      <a:pPr algn="l"/>
                      <a:r>
                        <a:rPr sz="2300" b="1">
                          <a:solidFill>
                            <a:srgbClr val="00889A"/>
                          </a:solidFill>
                          <a:latin typeface="Apple SD Gothic Neo"/>
                          <a:ea typeface="Apple SD Gothic Neo"/>
                          <a:cs typeface="Apple SD Gothic Neo"/>
                        </a:rPr>
                        <a:t>보고서 결과로</a:t>
                      </a:r>
                    </a:p>
                  </a:txBody>
                  <a:tcPr marL="152400" marR="1143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두 요청의 순서와 데이터 관계</a:t>
                      </a:r>
                    </a:p>
                  </a:txBody>
                  <a:tcPr marL="152400" marR="114300" marT="47625" marB="47625" anchor="ctr">
                    <a:solidFill>
                      <a:srgbClr val="FFFFFF"/>
                    </a:solidFill>
                  </a:tcPr>
                </a:tc>
                <a:tc>
                  <a:txBody>
                    <a:bodyPr/>
                    <a:lstStyle/>
                    <a:p>
                      <a:pPr algn="l"/>
                      <a:r>
                        <a:rPr sz="2300" b="0">
                          <a:solidFill>
                            <a:srgbClr val="202B35"/>
                          </a:solidFill>
                          <a:latin typeface="Apple SD Gothic Neo"/>
                          <a:ea typeface="Apple SD Gothic Neo"/>
                          <a:cs typeface="Apple SD Gothic Neo"/>
                        </a:rPr>
                        <a:t>보고서 결과와 메일 초안의 의존 관계</a:t>
                      </a:r>
                    </a:p>
                  </a:txBody>
                  <a:tcPr marL="152400" marR="114300" marT="47625" marB="47625" anchor="ctr">
                    <a:solidFill>
                      <a:srgbClr val="FFFFFF"/>
                    </a:solidFill>
                  </a:tcPr>
                </a:tc>
              </a:tr>
              <a:tr h="869156">
                <a:tc>
                  <a:txBody>
                    <a:bodyPr/>
                    <a:lstStyle/>
                    <a:p>
                      <a:pPr algn="l"/>
                      <a:r>
                        <a:rPr sz="2300" b="1">
                          <a:solidFill>
                            <a:srgbClr val="00889A"/>
                          </a:solidFill>
                          <a:latin typeface="Apple SD Gothic Neo"/>
                          <a:ea typeface="Apple SD Gothic Neo"/>
                          <a:cs typeface="Apple SD Gothic Neo"/>
                        </a:rPr>
                        <a:t>보내지 말고, 초안만</a:t>
                      </a:r>
                    </a:p>
                  </a:txBody>
                  <a:tcPr marL="152400" marR="1143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이번 지시와 유지해야 할 조건</a:t>
                      </a:r>
                    </a:p>
                  </a:txBody>
                  <a:tcPr marL="152400" marR="114300" marT="47625" marB="47625" anchor="ctr">
                    <a:solidFill>
                      <a:srgbClr val="F5F7F8"/>
                    </a:solidFill>
                  </a:tcPr>
                </a:tc>
                <a:tc>
                  <a:txBody>
                    <a:bodyPr/>
                    <a:lstStyle/>
                    <a:p>
                      <a:pPr algn="l"/>
                      <a:r>
                        <a:rPr sz="2300" b="0">
                          <a:solidFill>
                            <a:srgbClr val="202B35"/>
                          </a:solidFill>
                          <a:latin typeface="Apple SD Gothic Neo"/>
                          <a:ea typeface="Apple SD Gothic Neo"/>
                          <a:cs typeface="Apple SD Gothic Neo"/>
                        </a:rPr>
                        <a:t>메일 발송 제외 조건 유지</a:t>
                      </a:r>
                    </a:p>
                  </a:txBody>
                  <a:tcPr marL="152400" marR="114300" marT="47625" marB="47625" anchor="ctr">
                    <a:solidFill>
                      <a:srgbClr val="F5F7F8"/>
                    </a:solidFill>
                  </a:tcPr>
                </a:tc>
              </a:tr>
            </a:tbl>
          </a:graphicData>
        </a:graphic>
      </p:graphicFrame>
      <p:sp>
        <p:nvSpPr>
          <p:cNvPr id="7" name="bg-5-text">
            <a:extLst xmlns:a="http://schemas.openxmlformats.org/drawingml/2006/main">
              <a:ext uri="{FF2B5EF4-FFF2-40B4-BE49-F238E27FC236}">
                <a16:creationId xmlns:a16="http://schemas.microsoft.com/office/drawing/2014/main" id="{126C485B-A348-4301-939F-BEA2FE006E01}"/>
              </a:ext>
            </a:extLst>
          </p:cNvPr>
          <p:cNvSpPr>
            <a:spLocks xmlns:a="http://schemas.openxmlformats.org/drawingml/2006/main" noGrp="1"/>
          </p:cNvSpPr>
          <p:nvPr/>
        </p:nvSpPr>
        <p:spPr>
          <a:xfrm xmlns:a="http://schemas.openxmlformats.org/drawingml/2006/main">
            <a:off x="495300" y="7429500"/>
            <a:ext cx="1729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202B35"/>
                </a:solidFill>
                <a:latin typeface="Apple SD Gothic Neo"/>
                <a:ea typeface="Apple SD Gothic Neo"/>
                <a:cs typeface="Apple SD Gothic Neo"/>
              </a:defRPr>
            </a:pPr>
            <a:r>
              <a:rPr sz="2600" b="1">
                <a:solidFill>
                  <a:srgbClr val="202B35"/>
                </a:solidFill>
                <a:latin typeface="Apple SD Gothic Neo"/>
                <a:ea typeface="Apple SD Gothic Neo"/>
                <a:cs typeface="Apple SD Gothic Neo"/>
              </a:rPr>
              <a:t>조회 결과에 따라 뜻이 달라지고, 바뀐 뜻에 따라 다음에 읽을 자료도 달라집니다.</a:t>
            </a:r>
          </a:p>
        </p:txBody>
      </p:sp>
      <p:sp>
        <p:nvSpPr>
          <p:cNvPr id="8" name="bg-6-text">
            <a:extLst xmlns:a="http://schemas.openxmlformats.org/drawingml/2006/main">
              <a:ext uri="{FF2B5EF4-FFF2-40B4-BE49-F238E27FC236}">
                <a16:creationId xmlns:a16="http://schemas.microsoft.com/office/drawing/2014/main" id="{CA2EEB4B-CAE5-42AF-A54C-1AFB37515F61}"/>
              </a:ext>
            </a:extLst>
          </p:cNvPr>
          <p:cNvSpPr>
            <a:spLocks xmlns:a="http://schemas.openxmlformats.org/drawingml/2006/main" noGrp="1"/>
          </p:cNvSpPr>
          <p:nvPr/>
        </p:nvSpPr>
        <p:spPr>
          <a:xfrm xmlns:a="http://schemas.openxmlformats.org/drawingml/2006/main">
            <a:off x="495300" y="7981950"/>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대상이 모호하면 확인합니다. VIA는 요청 의미를 연결하고, 실제 작성과 수정은 Downstream Agent가 실행합니다.</a:t>
            </a:r>
          </a:p>
        </p:txBody>
      </p:sp>
      <p:sp>
        <p:nvSpPr>
          <p:cNvPr id="9" name="bg-7-footer-rule">
            <a:extLst xmlns:a="http://schemas.openxmlformats.org/drawingml/2006/main">
              <a:ext uri="{FF2B5EF4-FFF2-40B4-BE49-F238E27FC236}">
                <a16:creationId xmlns:a16="http://schemas.microsoft.com/office/drawing/2014/main" id="{79C91D98-FF9B-4D96-8D9F-2E865473EDD9}"/>
              </a:ext>
            </a:extLst>
          </p:cNvPr>
          <p:cNvSpPr>
            <a:spLocks xmlns:a="http://schemas.openxmlformats.org/drawingml/2006/main" noGrp="1"/>
          </p:cNvSpPr>
          <p:nvPr/>
        </p:nvSpPr>
        <p:spPr>
          <a:xfrm xmlns:a="http://schemas.openxmlformats.org/drawingml/2006/main">
            <a:off x="495300" y="847725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10" name="bg-8-text">
            <a:extLst xmlns:a="http://schemas.openxmlformats.org/drawingml/2006/main">
              <a:ext uri="{FF2B5EF4-FFF2-40B4-BE49-F238E27FC236}">
                <a16:creationId xmlns:a16="http://schemas.microsoft.com/office/drawing/2014/main" id="{026104B8-ED9B-4A53-B7F4-04F71CC740D2}"/>
              </a:ext>
            </a:extLst>
          </p:cNvPr>
          <p:cNvSpPr>
            <a:spLocks xmlns:a="http://schemas.openxmlformats.org/drawingml/2006/main" noGrp="1"/>
          </p:cNvSpPr>
          <p:nvPr/>
        </p:nvSpPr>
        <p:spPr>
          <a:xfrm xmlns:a="http://schemas.openxmlformats.org/drawingml/2006/main">
            <a:off x="495300" y="8686800"/>
            <a:ext cx="204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00889A"/>
                </a:solidFill>
                <a:latin typeface="Apple SD Gothic Neo"/>
                <a:ea typeface="Apple SD Gothic Neo"/>
                <a:cs typeface="Apple SD Gothic Neo"/>
              </a:defRPr>
            </a:pPr>
            <a:r>
              <a:rPr sz="2600" b="1">
                <a:solidFill>
                  <a:srgbClr val="00889A"/>
                </a:solidFill>
                <a:latin typeface="Apple SD Gothic Neo"/>
                <a:ea typeface="Apple SD Gothic Neo"/>
                <a:cs typeface="Apple SD Gothic Neo"/>
              </a:rPr>
              <a:t>설계 질문</a:t>
            </a:r>
          </a:p>
        </p:txBody>
      </p:sp>
      <p:sp>
        <p:nvSpPr>
          <p:cNvPr id="11" name="bg-9-text">
            <a:extLst xmlns:a="http://schemas.openxmlformats.org/drawingml/2006/main">
              <a:ext uri="{FF2B5EF4-FFF2-40B4-BE49-F238E27FC236}">
                <a16:creationId xmlns:a16="http://schemas.microsoft.com/office/drawing/2014/main" id="{2EB91C3B-EB09-4C8E-89E6-584890B2D329}"/>
              </a:ext>
            </a:extLst>
          </p:cNvPr>
          <p:cNvSpPr>
            <a:spLocks xmlns:a="http://schemas.openxmlformats.org/drawingml/2006/main" noGrp="1"/>
          </p:cNvSpPr>
          <p:nvPr/>
        </p:nvSpPr>
        <p:spPr>
          <a:xfrm xmlns:a="http://schemas.openxmlformats.org/drawingml/2006/main">
            <a:off x="2667000" y="8686800"/>
            <a:ext cx="15125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조회와 정정이 반복되어도, 요청의 대상과 순서 및 조건을 어떻게 정확히 확정할까?</a:t>
            </a:r>
          </a:p>
        </p:txBody>
      </p:sp>
      <p:sp>
        <p:nvSpPr>
          <p:cNvPr id="12" name="bg-10-text">
            <a:extLst xmlns:a="http://schemas.openxmlformats.org/drawingml/2006/main">
              <a:ext uri="{FF2B5EF4-FFF2-40B4-BE49-F238E27FC236}">
                <a16:creationId xmlns:a16="http://schemas.microsoft.com/office/drawing/2014/main" id="{65F831DE-ED19-4988-9FCE-D2EB2C9A0A5C}"/>
              </a:ext>
            </a:extLst>
          </p:cNvPr>
          <p:cNvSpPr>
            <a:spLocks xmlns:a="http://schemas.openxmlformats.org/drawingml/2006/main" noGrp="1"/>
          </p:cNvSpPr>
          <p:nvPr/>
        </p:nvSpPr>
        <p:spPr>
          <a:xfrm xmlns:a="http://schemas.openxmlformats.org/drawingml/2006/main">
            <a:off x="495300" y="9467850"/>
            <a:ext cx="1729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76773"/>
                </a:solidFill>
                <a:latin typeface="Apple SD Gothic Neo"/>
                <a:ea typeface="Apple SD Gothic Neo"/>
                <a:cs typeface="Apple SD Gothic Neo"/>
              </a:defRPr>
            </a:pPr>
            <a:r>
              <a:rPr sz="2000" b="0">
                <a:solidFill>
                  <a:srgbClr val="576773"/>
                </a:solidFill>
                <a:latin typeface="Apple SD Gothic Neo"/>
                <a:ea typeface="Apple SD Gothic Neo"/>
                <a:cs typeface="Apple SD Gothic Neo"/>
              </a:rPr>
              <a:t>해석이 바뀌어도 이미 정한 조건을 보존하고, 추가 조회와 재해석에 드는 시간과 비용을 관리해야 합니다.</a:t>
            </a:r>
          </a:p>
        </p:txBody>
      </p:sp>
    </p:spTree>
    <p:extLst>
      <p:ext uri="{BB962C8B-B14F-4D97-AF65-F5344CB8AC3E}">
        <p14:creationId xmlns:p14="http://schemas.microsoft.com/office/powerpoint/2010/main" val="2083173363"/>
      </p:ext>
    </p:extLst>
  </p:cSld>
</p:sld>
</file>

<file path=ppt/slides/slide59.xml><?xml version="1.0" encoding="utf-8"?>
<p:sld xmlns:p="http://schemas.openxmlformats.org/presentationml/2006/main">
  <p:cSld name="dp44-background-v3">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bg-11-text">
            <a:extLst xmlns:a="http://schemas.openxmlformats.org/drawingml/2006/main">
              <a:ext uri="{FF2B5EF4-FFF2-40B4-BE49-F238E27FC236}">
                <a16:creationId xmlns:a16="http://schemas.microsoft.com/office/drawing/2014/main" id="{57454A40-09FC-4903-BEAA-731FD41D8FED}"/>
              </a:ext>
            </a:extLst>
          </p:cNvPr>
          <p:cNvSpPr>
            <a:spLocks xmlns:a="http://schemas.openxmlformats.org/drawingml/2006/main" noGrp="1"/>
          </p:cNvSpPr>
          <p:nvPr/>
        </p:nvSpPr>
        <p:spPr>
          <a:xfrm xmlns:a="http://schemas.openxmlformats.org/drawingml/2006/main">
            <a:off x="495300" y="190500"/>
            <a:ext cx="1428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DP44 배경</a:t>
            </a:r>
          </a:p>
        </p:txBody>
      </p:sp>
      <p:sp>
        <p:nvSpPr>
          <p:cNvPr id="2" name="bg-12-text">
            <a:extLst xmlns:a="http://schemas.openxmlformats.org/drawingml/2006/main">
              <a:ext uri="{FF2B5EF4-FFF2-40B4-BE49-F238E27FC236}">
                <a16:creationId xmlns:a16="http://schemas.microsoft.com/office/drawing/2014/main" id="{97E29867-50F1-41A9-8EDC-CDA7812EAFC4}"/>
              </a:ext>
            </a:extLst>
          </p:cNvPr>
          <p:cNvSpPr>
            <a:spLocks xmlns:a="http://schemas.openxmlformats.org/drawingml/2006/main" noGrp="1"/>
          </p:cNvSpPr>
          <p:nvPr/>
        </p:nvSpPr>
        <p:spPr>
          <a:xfrm xmlns:a="http://schemas.openxmlformats.org/drawingml/2006/main">
            <a:off x="16573500" y="1905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v3 / 17</a:t>
            </a:r>
          </a:p>
        </p:txBody>
      </p:sp>
      <p:sp>
        <p:nvSpPr>
          <p:cNvPr id="3" name="bg-13-text">
            <a:extLst xmlns:a="http://schemas.openxmlformats.org/drawingml/2006/main">
              <a:ext uri="{FF2B5EF4-FFF2-40B4-BE49-F238E27FC236}">
                <a16:creationId xmlns:a16="http://schemas.microsoft.com/office/drawing/2014/main" id="{E75D27A1-F962-43AF-9383-0FB1C6D7470E}"/>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800" b="1">
                <a:solidFill>
                  <a:srgbClr val="202B35"/>
                </a:solidFill>
                <a:latin typeface="Apple SD Gothic Neo"/>
                <a:ea typeface="Apple SD Gothic Neo"/>
                <a:cs typeface="Apple SD Gothic Neo"/>
              </a:defRPr>
            </a:pPr>
            <a:r>
              <a:rPr sz="3800" b="1">
                <a:solidFill>
                  <a:srgbClr val="202B35"/>
                </a:solidFill>
                <a:latin typeface="Apple SD Gothic Neo"/>
                <a:ea typeface="Apple SD Gothic Neo"/>
                <a:cs typeface="Apple SD Gothic Neo"/>
              </a:rPr>
              <a:t>44. 겹쳐 도착하는 사건과 응답 시점</a:t>
            </a:r>
          </a:p>
        </p:txBody>
      </p:sp>
      <p:sp>
        <p:nvSpPr>
          <p:cNvPr id="4" name="bg-14-title-rule">
            <a:extLst xmlns:a="http://schemas.openxmlformats.org/drawingml/2006/main">
              <a:ext uri="{FF2B5EF4-FFF2-40B4-BE49-F238E27FC236}">
                <a16:creationId xmlns:a16="http://schemas.microsoft.com/office/drawing/2014/main" id="{70D64E3A-72D0-4DB6-B31C-DD327DA5F5E2}"/>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5" name="bg-15-text">
            <a:extLst xmlns:a="http://schemas.openxmlformats.org/drawingml/2006/main">
              <a:ext uri="{FF2B5EF4-FFF2-40B4-BE49-F238E27FC236}">
                <a16:creationId xmlns:a16="http://schemas.microsoft.com/office/drawing/2014/main" id="{A4D716B2-36A1-4CBD-97A9-8C52CC8E4831}"/>
              </a:ext>
            </a:extLst>
          </p:cNvPr>
          <p:cNvSpPr>
            <a:spLocks xmlns:a="http://schemas.openxmlformats.org/drawingml/2006/main" noGrp="1"/>
          </p:cNvSpPr>
          <p:nvPr/>
        </p:nvSpPr>
        <p:spPr>
          <a:xfrm xmlns:a="http://schemas.openxmlformats.org/drawingml/2006/main">
            <a:off x="495300" y="1609725"/>
            <a:ext cx="1729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202B35"/>
                </a:solidFill>
                <a:latin typeface="Apple SD Gothic Neo"/>
                <a:ea typeface="Apple SD Gothic Neo"/>
                <a:cs typeface="Apple SD Gothic Neo"/>
              </a:defRPr>
            </a:pPr>
            <a:r>
              <a:rPr sz="2600" b="0">
                <a:solidFill>
                  <a:srgbClr val="202B35"/>
                </a:solidFill>
                <a:latin typeface="Apple SD Gothic Neo"/>
                <a:ea typeface="Apple SD Gothic Neo"/>
                <a:cs typeface="Apple SD Gothic Neo"/>
              </a:rPr>
              <a:t>보고서 설명을 들으며 메일 초안 작성도 진행 중입니다.</a:t>
            </a:r>
          </a:p>
          <a:p xmlns:a="http://schemas.openxmlformats.org/drawingml/2006/main">
            <a:pPr algn="l">
              <a:defRPr sz="2600" b="0">
                <a:solidFill>
                  <a:srgbClr val="202B35"/>
                </a:solidFill>
                <a:latin typeface="Apple SD Gothic Neo"/>
                <a:ea typeface="Apple SD Gothic Neo"/>
                <a:cs typeface="Apple SD Gothic Neo"/>
              </a:defRPr>
            </a:pPr>
            <a:r>
              <a:rPr sz="2600" b="0">
                <a:solidFill>
                  <a:srgbClr val="202B35"/>
                </a:solidFill>
                <a:latin typeface="Apple SD Gothic Neo"/>
                <a:ea typeface="Apple SD Gothic Neo"/>
                <a:cs typeface="Apple SD Gothic Neo"/>
              </a:rPr>
              <a:t>새 발화, 업무 질문과 이전 응답의 준비 완료가 겹쳐 들어옵니다.</a:t>
            </a:r>
          </a:p>
        </p:txBody>
      </p:sp>
      <p:sp>
        <p:nvSpPr>
          <p:cNvPr id="6" name="bg-16-event-order">
            <a:extLst xmlns:a="http://schemas.openxmlformats.org/drawingml/2006/main">
              <a:ext uri="{FF2B5EF4-FFF2-40B4-BE49-F238E27FC236}">
                <a16:creationId xmlns:a16="http://schemas.microsoft.com/office/drawing/2014/main" id="{DC1642C1-8D1E-437F-9F4D-6641A69B6261}"/>
              </a:ext>
            </a:extLst>
          </p:cNvPr>
          <p:cNvSpPr>
            <a:spLocks xmlns:a="http://schemas.openxmlformats.org/drawingml/2006/main" noGrp="1"/>
          </p:cNvSpPr>
          <p:nvPr/>
        </p:nvSpPr>
        <p:spPr>
          <a:xfrm xmlns:a="http://schemas.openxmlformats.org/drawingml/2006/main">
            <a:off x="3371850" y="3048000"/>
            <a:ext cx="14249400" cy="9525"/>
          </a:xfrm>
          <a:custGeom xmlns:a="http://schemas.openxmlformats.org/drawingml/2006/main">
            <a:pathLst>
              <a:path w="14249400" h="9525">
                <a:moveTo>
                  <a:pt x="0" y="0"/>
                </a:moveTo>
                <a:lnTo>
                  <a:pt x="14249400" y="0"/>
                </a:lnTo>
              </a:path>
            </a:pathLst>
          </a:custGeom>
          <a:noFill xmlns:a="http://schemas.openxmlformats.org/drawingml/2006/main"/>
          <a:ln xmlns:a="http://schemas.openxmlformats.org/drawingml/2006/main" w="23813">
            <a:solidFill>
              <a:srgbClr val="BCCAD2"/>
            </a:solidFill>
            <a:prstDash val="solid"/>
          </a:ln>
        </p:spPr>
      </p:sp>
      <p:sp>
        <p:nvSpPr>
          <p:cNvPr id="7" name="bg-17-event-order-head">
            <a:extLst xmlns:a="http://schemas.openxmlformats.org/drawingml/2006/main">
              <a:ext uri="{FF2B5EF4-FFF2-40B4-BE49-F238E27FC236}">
                <a16:creationId xmlns:a16="http://schemas.microsoft.com/office/drawing/2014/main" id="{CD6503B7-BBBB-4B32-81A3-ACF20F2EF2E2}"/>
              </a:ext>
            </a:extLst>
          </p:cNvPr>
          <p:cNvSpPr>
            <a:spLocks xmlns:a="http://schemas.openxmlformats.org/drawingml/2006/main" noGrp="1"/>
          </p:cNvSpPr>
          <p:nvPr/>
        </p:nvSpPr>
        <p:spPr>
          <a:xfrm xmlns:a="http://schemas.openxmlformats.org/drawingml/2006/main">
            <a:off x="17512583" y="2988635"/>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3813">
            <a:solidFill>
              <a:srgbClr val="BCCAD2"/>
            </a:solidFill>
            <a:prstDash val="solid"/>
          </a:ln>
        </p:spPr>
      </p:sp>
      <p:sp>
        <p:nvSpPr>
          <p:cNvPr id="8" name="bg-18-tick">
            <a:extLst xmlns:a="http://schemas.openxmlformats.org/drawingml/2006/main">
              <a:ext uri="{FF2B5EF4-FFF2-40B4-BE49-F238E27FC236}">
                <a16:creationId xmlns:a16="http://schemas.microsoft.com/office/drawing/2014/main" id="{76CA9226-2169-41FA-82DF-7722E6905B29}"/>
              </a:ext>
            </a:extLst>
          </p:cNvPr>
          <p:cNvSpPr>
            <a:spLocks xmlns:a="http://schemas.openxmlformats.org/drawingml/2006/main" noGrp="1"/>
          </p:cNvSpPr>
          <p:nvPr/>
        </p:nvSpPr>
        <p:spPr>
          <a:xfrm xmlns:a="http://schemas.openxmlformats.org/drawingml/2006/main">
            <a:off x="3476625" y="295275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BCCAD2"/>
            </a:solidFill>
            <a:prstDash val="solid"/>
          </a:ln>
        </p:spPr>
      </p:sp>
      <p:sp>
        <p:nvSpPr>
          <p:cNvPr id="9" name="bg-19-text">
            <a:extLst xmlns:a="http://schemas.openxmlformats.org/drawingml/2006/main">
              <a:ext uri="{FF2B5EF4-FFF2-40B4-BE49-F238E27FC236}">
                <a16:creationId xmlns:a16="http://schemas.microsoft.com/office/drawing/2014/main" id="{AACA8053-A1B2-45F0-B709-E54C24D16EA5}"/>
              </a:ext>
            </a:extLst>
          </p:cNvPr>
          <p:cNvSpPr>
            <a:spLocks xmlns:a="http://schemas.openxmlformats.org/drawingml/2006/main" noGrp="1"/>
          </p:cNvSpPr>
          <p:nvPr/>
        </p:nvSpPr>
        <p:spPr>
          <a:xfrm xmlns:a="http://schemas.openxmlformats.org/drawingml/2006/main">
            <a:off x="3429000" y="2657475"/>
            <a:ext cx="209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576773"/>
                </a:solidFill>
                <a:latin typeface="Apple SD Gothic Neo"/>
                <a:ea typeface="Apple SD Gothic Neo"/>
                <a:cs typeface="Apple SD Gothic Neo"/>
              </a:defRPr>
            </a:pPr>
            <a:r>
              <a:rPr sz="2000" b="1">
                <a:solidFill>
                  <a:srgbClr val="576773"/>
                </a:solidFill>
                <a:latin typeface="Apple SD Gothic Neo"/>
                <a:ea typeface="Apple SD Gothic Neo"/>
                <a:cs typeface="Apple SD Gothic Neo"/>
              </a:rPr>
              <a:t>설명 중</a:t>
            </a:r>
          </a:p>
        </p:txBody>
      </p:sp>
      <p:sp>
        <p:nvSpPr>
          <p:cNvPr id="10" name="bg-20-tick">
            <a:extLst xmlns:a="http://schemas.openxmlformats.org/drawingml/2006/main">
              <a:ext uri="{FF2B5EF4-FFF2-40B4-BE49-F238E27FC236}">
                <a16:creationId xmlns:a16="http://schemas.microsoft.com/office/drawing/2014/main" id="{4702E83F-1A21-4F3D-BE82-B638A77ACABB}"/>
              </a:ext>
            </a:extLst>
          </p:cNvPr>
          <p:cNvSpPr>
            <a:spLocks xmlns:a="http://schemas.openxmlformats.org/drawingml/2006/main" noGrp="1"/>
          </p:cNvSpPr>
          <p:nvPr/>
        </p:nvSpPr>
        <p:spPr>
          <a:xfrm xmlns:a="http://schemas.openxmlformats.org/drawingml/2006/main">
            <a:off x="7477125" y="295275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BCCAD2"/>
            </a:solidFill>
            <a:prstDash val="solid"/>
          </a:ln>
        </p:spPr>
      </p:sp>
      <p:sp>
        <p:nvSpPr>
          <p:cNvPr id="11" name="bg-21-text">
            <a:extLst xmlns:a="http://schemas.openxmlformats.org/drawingml/2006/main">
              <a:ext uri="{FF2B5EF4-FFF2-40B4-BE49-F238E27FC236}">
                <a16:creationId xmlns:a16="http://schemas.microsoft.com/office/drawing/2014/main" id="{01689F3A-7BDF-424A-B37B-356CBE27F601}"/>
              </a:ext>
            </a:extLst>
          </p:cNvPr>
          <p:cNvSpPr>
            <a:spLocks xmlns:a="http://schemas.openxmlformats.org/drawingml/2006/main" noGrp="1"/>
          </p:cNvSpPr>
          <p:nvPr/>
        </p:nvSpPr>
        <p:spPr>
          <a:xfrm xmlns:a="http://schemas.openxmlformats.org/drawingml/2006/main">
            <a:off x="7429500" y="2657475"/>
            <a:ext cx="295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576773"/>
                </a:solidFill>
                <a:latin typeface="Apple SD Gothic Neo"/>
                <a:ea typeface="Apple SD Gothic Neo"/>
                <a:cs typeface="Apple SD Gothic Neo"/>
              </a:defRPr>
            </a:pPr>
            <a:r>
              <a:rPr sz="2000" b="1">
                <a:solidFill>
                  <a:srgbClr val="576773"/>
                </a:solidFill>
                <a:latin typeface="Apple SD Gothic Neo"/>
                <a:ea typeface="Apple SD Gothic Neo"/>
                <a:cs typeface="Apple SD Gothic Neo"/>
              </a:rPr>
              <a:t>새 발화 시작</a:t>
            </a:r>
          </a:p>
        </p:txBody>
      </p:sp>
      <p:sp>
        <p:nvSpPr>
          <p:cNvPr id="12" name="bg-22-tick">
            <a:extLst xmlns:a="http://schemas.openxmlformats.org/drawingml/2006/main">
              <a:ext uri="{FF2B5EF4-FFF2-40B4-BE49-F238E27FC236}">
                <a16:creationId xmlns:a16="http://schemas.microsoft.com/office/drawing/2014/main" id="{0B1DA0AC-EF6F-48C5-93C2-013645D4B734}"/>
              </a:ext>
            </a:extLst>
          </p:cNvPr>
          <p:cNvSpPr>
            <a:spLocks xmlns:a="http://schemas.openxmlformats.org/drawingml/2006/main" noGrp="1"/>
          </p:cNvSpPr>
          <p:nvPr/>
        </p:nvSpPr>
        <p:spPr>
          <a:xfrm xmlns:a="http://schemas.openxmlformats.org/drawingml/2006/main">
            <a:off x="12001500" y="295275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BCCAD2"/>
            </a:solidFill>
            <a:prstDash val="solid"/>
          </a:ln>
        </p:spPr>
      </p:sp>
      <p:sp>
        <p:nvSpPr>
          <p:cNvPr id="13" name="bg-23-text">
            <a:extLst xmlns:a="http://schemas.openxmlformats.org/drawingml/2006/main">
              <a:ext uri="{FF2B5EF4-FFF2-40B4-BE49-F238E27FC236}">
                <a16:creationId xmlns:a16="http://schemas.microsoft.com/office/drawing/2014/main" id="{23049697-CCB0-4746-9054-3BB03AA8C74A}"/>
              </a:ext>
            </a:extLst>
          </p:cNvPr>
          <p:cNvSpPr>
            <a:spLocks xmlns:a="http://schemas.openxmlformats.org/drawingml/2006/main" noGrp="1"/>
          </p:cNvSpPr>
          <p:nvPr/>
        </p:nvSpPr>
        <p:spPr>
          <a:xfrm xmlns:a="http://schemas.openxmlformats.org/drawingml/2006/main">
            <a:off x="11953875" y="265747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576773"/>
                </a:solidFill>
                <a:latin typeface="Apple SD Gothic Neo"/>
                <a:ea typeface="Apple SD Gothic Neo"/>
                <a:cs typeface="Apple SD Gothic Neo"/>
              </a:defRPr>
            </a:pPr>
            <a:r>
              <a:rPr sz="2000" b="1">
                <a:solidFill>
                  <a:srgbClr val="576773"/>
                </a:solidFill>
                <a:latin typeface="Apple SD Gothic Neo"/>
                <a:ea typeface="Apple SD Gothic Neo"/>
                <a:cs typeface="Apple SD Gothic Neo"/>
              </a:rPr>
              <a:t>발화 종료</a:t>
            </a:r>
          </a:p>
        </p:txBody>
      </p:sp>
      <p:sp>
        <p:nvSpPr>
          <p:cNvPr id="14" name="bg-24-tick">
            <a:extLst xmlns:a="http://schemas.openxmlformats.org/drawingml/2006/main">
              <a:ext uri="{FF2B5EF4-FFF2-40B4-BE49-F238E27FC236}">
                <a16:creationId xmlns:a16="http://schemas.microsoft.com/office/drawing/2014/main" id="{D517D8E8-CA4B-4772-8255-282A4337393D}"/>
              </a:ext>
            </a:extLst>
          </p:cNvPr>
          <p:cNvSpPr>
            <a:spLocks xmlns:a="http://schemas.openxmlformats.org/drawingml/2006/main" noGrp="1"/>
          </p:cNvSpPr>
          <p:nvPr/>
        </p:nvSpPr>
        <p:spPr>
          <a:xfrm xmlns:a="http://schemas.openxmlformats.org/drawingml/2006/main">
            <a:off x="15716250" y="295275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BCCAD2"/>
            </a:solidFill>
            <a:prstDash val="solid"/>
          </a:ln>
        </p:spPr>
      </p:sp>
      <p:sp>
        <p:nvSpPr>
          <p:cNvPr id="15" name="bg-25-text">
            <a:extLst xmlns:a="http://schemas.openxmlformats.org/drawingml/2006/main">
              <a:ext uri="{FF2B5EF4-FFF2-40B4-BE49-F238E27FC236}">
                <a16:creationId xmlns:a16="http://schemas.microsoft.com/office/drawing/2014/main" id="{0A861508-1676-42FF-B1DA-709CCE6A2A0F}"/>
              </a:ext>
            </a:extLst>
          </p:cNvPr>
          <p:cNvSpPr>
            <a:spLocks xmlns:a="http://schemas.openxmlformats.org/drawingml/2006/main" noGrp="1"/>
          </p:cNvSpPr>
          <p:nvPr/>
        </p:nvSpPr>
        <p:spPr>
          <a:xfrm xmlns:a="http://schemas.openxmlformats.org/drawingml/2006/main">
            <a:off x="15668625" y="2657475"/>
            <a:ext cx="2076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1">
                <a:solidFill>
                  <a:srgbClr val="576773"/>
                </a:solidFill>
                <a:latin typeface="Apple SD Gothic Neo"/>
                <a:ea typeface="Apple SD Gothic Neo"/>
                <a:cs typeface="Apple SD Gothic Neo"/>
              </a:defRPr>
            </a:pPr>
            <a:r>
              <a:rPr sz="2000" b="1">
                <a:solidFill>
                  <a:srgbClr val="576773"/>
                </a:solidFill>
                <a:latin typeface="Apple SD Gothic Neo"/>
                <a:ea typeface="Apple SD Gothic Neo"/>
                <a:cs typeface="Apple SD Gothic Neo"/>
              </a:rPr>
              <a:t>실제 전달</a:t>
            </a:r>
          </a:p>
        </p:txBody>
      </p:sp>
      <p:sp>
        <p:nvSpPr>
          <p:cNvPr id="16" name="bg-26-text">
            <a:extLst xmlns:a="http://schemas.openxmlformats.org/drawingml/2006/main">
              <a:ext uri="{FF2B5EF4-FFF2-40B4-BE49-F238E27FC236}">
                <a16:creationId xmlns:a16="http://schemas.microsoft.com/office/drawing/2014/main" id="{1B68321B-B282-4772-9E22-7EF2D82FDCC1}"/>
              </a:ext>
            </a:extLst>
          </p:cNvPr>
          <p:cNvSpPr>
            <a:spLocks xmlns:a="http://schemas.openxmlformats.org/drawingml/2006/main" noGrp="1"/>
          </p:cNvSpPr>
          <p:nvPr/>
        </p:nvSpPr>
        <p:spPr>
          <a:xfrm xmlns:a="http://schemas.openxmlformats.org/drawingml/2006/main">
            <a:off x="495300" y="3629025"/>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사용자 입력</a:t>
            </a:r>
          </a:p>
        </p:txBody>
      </p:sp>
      <p:sp>
        <p:nvSpPr>
          <p:cNvPr id="17" name="bg-27-lane">
            <a:extLst xmlns:a="http://schemas.openxmlformats.org/drawingml/2006/main">
              <a:ext uri="{FF2B5EF4-FFF2-40B4-BE49-F238E27FC236}">
                <a16:creationId xmlns:a16="http://schemas.microsoft.com/office/drawing/2014/main" id="{D8DFA590-87BE-410A-B445-54F397E5722C}"/>
              </a:ext>
            </a:extLst>
          </p:cNvPr>
          <p:cNvSpPr>
            <a:spLocks xmlns:a="http://schemas.openxmlformats.org/drawingml/2006/main" noGrp="1"/>
          </p:cNvSpPr>
          <p:nvPr/>
        </p:nvSpPr>
        <p:spPr>
          <a:xfrm xmlns:a="http://schemas.openxmlformats.org/drawingml/2006/main">
            <a:off x="3371850" y="3867150"/>
            <a:ext cx="14249400" cy="9525"/>
          </a:xfrm>
          <a:custGeom xmlns:a="http://schemas.openxmlformats.org/drawingml/2006/main">
            <a:pathLst>
              <a:path w="14249400" h="9525">
                <a:moveTo>
                  <a:pt x="0" y="0"/>
                </a:moveTo>
                <a:lnTo>
                  <a:pt x="14249400" y="0"/>
                </a:lnTo>
              </a:path>
            </a:pathLst>
          </a:custGeom>
          <a:noFill xmlns:a="http://schemas.openxmlformats.org/drawingml/2006/main"/>
          <a:ln xmlns:a="http://schemas.openxmlformats.org/drawingml/2006/main" w="15240">
            <a:solidFill>
              <a:srgbClr val="BCCAD2"/>
            </a:solidFill>
            <a:prstDash val="dash"/>
          </a:ln>
        </p:spPr>
      </p:sp>
      <p:sp>
        <p:nvSpPr>
          <p:cNvPr id="18" name="bg-28-text">
            <a:extLst xmlns:a="http://schemas.openxmlformats.org/drawingml/2006/main">
              <a:ext uri="{FF2B5EF4-FFF2-40B4-BE49-F238E27FC236}">
                <a16:creationId xmlns:a16="http://schemas.microsoft.com/office/drawing/2014/main" id="{43AD093D-CFF4-4E7F-B48B-3687B1315C4F}"/>
              </a:ext>
            </a:extLst>
          </p:cNvPr>
          <p:cNvSpPr>
            <a:spLocks xmlns:a="http://schemas.openxmlformats.org/drawingml/2006/main" noGrp="1"/>
          </p:cNvSpPr>
          <p:nvPr/>
        </p:nvSpPr>
        <p:spPr>
          <a:xfrm xmlns:a="http://schemas.openxmlformats.org/drawingml/2006/main">
            <a:off x="495300" y="4667250"/>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VIA 음성</a:t>
            </a:r>
          </a:p>
        </p:txBody>
      </p:sp>
      <p:sp>
        <p:nvSpPr>
          <p:cNvPr id="19" name="bg-29-lane">
            <a:extLst xmlns:a="http://schemas.openxmlformats.org/drawingml/2006/main">
              <a:ext uri="{FF2B5EF4-FFF2-40B4-BE49-F238E27FC236}">
                <a16:creationId xmlns:a16="http://schemas.microsoft.com/office/drawing/2014/main" id="{E52FC946-1E9A-4C96-935C-2082A64462DE}"/>
              </a:ext>
            </a:extLst>
          </p:cNvPr>
          <p:cNvSpPr>
            <a:spLocks xmlns:a="http://schemas.openxmlformats.org/drawingml/2006/main" noGrp="1"/>
          </p:cNvSpPr>
          <p:nvPr/>
        </p:nvSpPr>
        <p:spPr>
          <a:xfrm xmlns:a="http://schemas.openxmlformats.org/drawingml/2006/main">
            <a:off x="3371850" y="4905375"/>
            <a:ext cx="14249400" cy="9525"/>
          </a:xfrm>
          <a:custGeom xmlns:a="http://schemas.openxmlformats.org/drawingml/2006/main">
            <a:pathLst>
              <a:path w="14249400" h="9525">
                <a:moveTo>
                  <a:pt x="0" y="0"/>
                </a:moveTo>
                <a:lnTo>
                  <a:pt x="14249400" y="0"/>
                </a:lnTo>
              </a:path>
            </a:pathLst>
          </a:custGeom>
          <a:noFill xmlns:a="http://schemas.openxmlformats.org/drawingml/2006/main"/>
          <a:ln xmlns:a="http://schemas.openxmlformats.org/drawingml/2006/main" w="15240">
            <a:solidFill>
              <a:srgbClr val="BCCAD2"/>
            </a:solidFill>
            <a:prstDash val="dash"/>
          </a:ln>
        </p:spPr>
      </p:sp>
      <p:sp>
        <p:nvSpPr>
          <p:cNvPr id="20" name="bg-30-text">
            <a:extLst xmlns:a="http://schemas.openxmlformats.org/drawingml/2006/main">
              <a:ext uri="{FF2B5EF4-FFF2-40B4-BE49-F238E27FC236}">
                <a16:creationId xmlns:a16="http://schemas.microsoft.com/office/drawing/2014/main" id="{96CB4B2D-EC3B-4EE0-A374-12648CB68A95}"/>
              </a:ext>
            </a:extLst>
          </p:cNvPr>
          <p:cNvSpPr>
            <a:spLocks xmlns:a="http://schemas.openxmlformats.org/drawingml/2006/main" noGrp="1"/>
          </p:cNvSpPr>
          <p:nvPr/>
        </p:nvSpPr>
        <p:spPr>
          <a:xfrm xmlns:a="http://schemas.openxmlformats.org/drawingml/2006/main">
            <a:off x="495300" y="5819775"/>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메일 업무 질문</a:t>
            </a:r>
          </a:p>
        </p:txBody>
      </p:sp>
      <p:sp>
        <p:nvSpPr>
          <p:cNvPr id="21" name="bg-31-lane">
            <a:extLst xmlns:a="http://schemas.openxmlformats.org/drawingml/2006/main">
              <a:ext uri="{FF2B5EF4-FFF2-40B4-BE49-F238E27FC236}">
                <a16:creationId xmlns:a16="http://schemas.microsoft.com/office/drawing/2014/main" id="{984BE2D5-3485-4334-BA4B-2B9009430511}"/>
              </a:ext>
            </a:extLst>
          </p:cNvPr>
          <p:cNvSpPr>
            <a:spLocks xmlns:a="http://schemas.openxmlformats.org/drawingml/2006/main" noGrp="1"/>
          </p:cNvSpPr>
          <p:nvPr/>
        </p:nvSpPr>
        <p:spPr>
          <a:xfrm xmlns:a="http://schemas.openxmlformats.org/drawingml/2006/main">
            <a:off x="3371850" y="6057900"/>
            <a:ext cx="14249400" cy="9525"/>
          </a:xfrm>
          <a:custGeom xmlns:a="http://schemas.openxmlformats.org/drawingml/2006/main">
            <a:pathLst>
              <a:path w="14249400" h="9525">
                <a:moveTo>
                  <a:pt x="0" y="0"/>
                </a:moveTo>
                <a:lnTo>
                  <a:pt x="14249400" y="0"/>
                </a:lnTo>
              </a:path>
            </a:pathLst>
          </a:custGeom>
          <a:noFill xmlns:a="http://schemas.openxmlformats.org/drawingml/2006/main"/>
          <a:ln xmlns:a="http://schemas.openxmlformats.org/drawingml/2006/main" w="15240">
            <a:solidFill>
              <a:srgbClr val="BCCAD2"/>
            </a:solidFill>
            <a:prstDash val="dash"/>
          </a:ln>
        </p:spPr>
      </p:sp>
      <p:sp>
        <p:nvSpPr>
          <p:cNvPr id="22" name="bg-32-text">
            <a:extLst xmlns:a="http://schemas.openxmlformats.org/drawingml/2006/main">
              <a:ext uri="{FF2B5EF4-FFF2-40B4-BE49-F238E27FC236}">
                <a16:creationId xmlns:a16="http://schemas.microsoft.com/office/drawing/2014/main" id="{0EF0B459-80EF-4476-B604-F0E1C6ED2C89}"/>
              </a:ext>
            </a:extLst>
          </p:cNvPr>
          <p:cNvSpPr>
            <a:spLocks xmlns:a="http://schemas.openxmlformats.org/drawingml/2006/main" noGrp="1"/>
          </p:cNvSpPr>
          <p:nvPr/>
        </p:nvSpPr>
        <p:spPr>
          <a:xfrm xmlns:a="http://schemas.openxmlformats.org/drawingml/2006/main">
            <a:off x="495300" y="6915150"/>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이전 응답 준비</a:t>
            </a:r>
          </a:p>
        </p:txBody>
      </p:sp>
      <p:sp>
        <p:nvSpPr>
          <p:cNvPr id="23" name="bg-33-lane">
            <a:extLst xmlns:a="http://schemas.openxmlformats.org/drawingml/2006/main">
              <a:ext uri="{FF2B5EF4-FFF2-40B4-BE49-F238E27FC236}">
                <a16:creationId xmlns:a16="http://schemas.microsoft.com/office/drawing/2014/main" id="{44B16A64-7252-4A59-A081-626BEDB485DC}"/>
              </a:ext>
            </a:extLst>
          </p:cNvPr>
          <p:cNvSpPr>
            <a:spLocks xmlns:a="http://schemas.openxmlformats.org/drawingml/2006/main" noGrp="1"/>
          </p:cNvSpPr>
          <p:nvPr/>
        </p:nvSpPr>
        <p:spPr>
          <a:xfrm xmlns:a="http://schemas.openxmlformats.org/drawingml/2006/main">
            <a:off x="3371850" y="7153275"/>
            <a:ext cx="14249400" cy="9525"/>
          </a:xfrm>
          <a:custGeom xmlns:a="http://schemas.openxmlformats.org/drawingml/2006/main">
            <a:pathLst>
              <a:path w="14249400" h="9525">
                <a:moveTo>
                  <a:pt x="0" y="0"/>
                </a:moveTo>
                <a:lnTo>
                  <a:pt x="14249400" y="0"/>
                </a:lnTo>
              </a:path>
            </a:pathLst>
          </a:custGeom>
          <a:noFill xmlns:a="http://schemas.openxmlformats.org/drawingml/2006/main"/>
          <a:ln xmlns:a="http://schemas.openxmlformats.org/drawingml/2006/main" w="15240">
            <a:solidFill>
              <a:srgbClr val="BCCAD2"/>
            </a:solidFill>
            <a:prstDash val="dash"/>
          </a:ln>
        </p:spPr>
      </p:sp>
      <p:sp>
        <p:nvSpPr>
          <p:cNvPr id="24" name="bg-34-speech-interval">
            <a:extLst xmlns:a="http://schemas.openxmlformats.org/drawingml/2006/main">
              <a:ext uri="{FF2B5EF4-FFF2-40B4-BE49-F238E27FC236}">
                <a16:creationId xmlns:a16="http://schemas.microsoft.com/office/drawing/2014/main" id="{AB8AD21F-B047-41D3-AAE5-5B55A9F63E3D}"/>
              </a:ext>
            </a:extLst>
          </p:cNvPr>
          <p:cNvSpPr>
            <a:spLocks xmlns:a="http://schemas.openxmlformats.org/drawingml/2006/main" noGrp="1"/>
          </p:cNvSpPr>
          <p:nvPr/>
        </p:nvSpPr>
        <p:spPr>
          <a:xfrm xmlns:a="http://schemas.openxmlformats.org/drawingml/2006/main">
            <a:off x="7477125" y="3781425"/>
            <a:ext cx="4524375" cy="171450"/>
          </a:xfrm>
          <a:prstGeom xmlns:a="http://schemas.openxmlformats.org/drawingml/2006/main" prst="rect">
            <a:avLst/>
          </a:prstGeom>
          <a:solidFill xmlns:a="http://schemas.openxmlformats.org/drawingml/2006/main">
            <a:srgbClr val="00889A"/>
          </a:solidFill>
          <a:ln xmlns:a="http://schemas.openxmlformats.org/drawingml/2006/main" w="0">
            <a:noFill/>
          </a:ln>
        </p:spPr>
      </p:sp>
      <p:sp>
        <p:nvSpPr>
          <p:cNvPr id="25" name="bg-35-text">
            <a:extLst xmlns:a="http://schemas.openxmlformats.org/drawingml/2006/main">
              <a:ext uri="{FF2B5EF4-FFF2-40B4-BE49-F238E27FC236}">
                <a16:creationId xmlns:a16="http://schemas.microsoft.com/office/drawing/2014/main" id="{1F5D8091-940F-4A4E-A699-A93B3566AE33}"/>
              </a:ext>
            </a:extLst>
          </p:cNvPr>
          <p:cNvSpPr>
            <a:spLocks xmlns:a="http://schemas.openxmlformats.org/drawingml/2006/main" noGrp="1"/>
          </p:cNvSpPr>
          <p:nvPr/>
        </p:nvSpPr>
        <p:spPr>
          <a:xfrm xmlns:a="http://schemas.openxmlformats.org/drawingml/2006/main">
            <a:off x="7648575" y="4067175"/>
            <a:ext cx="5886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“잠깐, 표부터 설명해줘.”</a:t>
            </a:r>
          </a:p>
        </p:txBody>
      </p:sp>
      <p:sp>
        <p:nvSpPr>
          <p:cNvPr id="26" name="bg-36-old-audio">
            <a:extLst xmlns:a="http://schemas.openxmlformats.org/drawingml/2006/main">
              <a:ext uri="{FF2B5EF4-FFF2-40B4-BE49-F238E27FC236}">
                <a16:creationId xmlns:a16="http://schemas.microsoft.com/office/drawing/2014/main" id="{AEB19680-EC62-4E5F-B3E6-5DE405E47978}"/>
              </a:ext>
            </a:extLst>
          </p:cNvPr>
          <p:cNvSpPr>
            <a:spLocks xmlns:a="http://schemas.openxmlformats.org/drawingml/2006/main" noGrp="1"/>
          </p:cNvSpPr>
          <p:nvPr/>
        </p:nvSpPr>
        <p:spPr>
          <a:xfrm xmlns:a="http://schemas.openxmlformats.org/drawingml/2006/main">
            <a:off x="3476625" y="4905375"/>
            <a:ext cx="4000500" cy="9525"/>
          </a:xfrm>
          <a:custGeom xmlns:a="http://schemas.openxmlformats.org/drawingml/2006/main">
            <a:pathLst>
              <a:path w="4000500" h="9525">
                <a:moveTo>
                  <a:pt x="0" y="0"/>
                </a:moveTo>
                <a:lnTo>
                  <a:pt x="4000500" y="0"/>
                </a:lnTo>
              </a:path>
            </a:pathLst>
          </a:custGeom>
          <a:noFill xmlns:a="http://schemas.openxmlformats.org/drawingml/2006/main"/>
          <a:ln xmlns:a="http://schemas.openxmlformats.org/drawingml/2006/main" w="76200">
            <a:solidFill>
              <a:srgbClr val="00889A"/>
            </a:solidFill>
            <a:prstDash val="solid"/>
          </a:ln>
        </p:spPr>
      </p:sp>
      <p:sp>
        <p:nvSpPr>
          <p:cNvPr id="27" name="bg-37-stop">
            <a:extLst xmlns:a="http://schemas.openxmlformats.org/drawingml/2006/main">
              <a:ext uri="{FF2B5EF4-FFF2-40B4-BE49-F238E27FC236}">
                <a16:creationId xmlns:a16="http://schemas.microsoft.com/office/drawing/2014/main" id="{47A57B6F-F082-407F-B4A2-B886B161E586}"/>
              </a:ext>
            </a:extLst>
          </p:cNvPr>
          <p:cNvSpPr>
            <a:spLocks xmlns:a="http://schemas.openxmlformats.org/drawingml/2006/main" noGrp="1"/>
          </p:cNvSpPr>
          <p:nvPr/>
        </p:nvSpPr>
        <p:spPr>
          <a:xfrm xmlns:a="http://schemas.openxmlformats.org/drawingml/2006/main">
            <a:off x="7477125" y="4714875"/>
            <a:ext cx="9525" cy="371475"/>
          </a:xfrm>
          <a:custGeom xmlns:a="http://schemas.openxmlformats.org/drawingml/2006/main">
            <a:pathLst>
              <a:path w="9525" h="371475">
                <a:moveTo>
                  <a:pt x="0" y="0"/>
                </a:moveTo>
                <a:lnTo>
                  <a:pt x="0" y="371475"/>
                </a:lnTo>
              </a:path>
            </a:pathLst>
          </a:custGeom>
          <a:noFill xmlns:a="http://schemas.openxmlformats.org/drawingml/2006/main"/>
          <a:ln xmlns:a="http://schemas.openxmlformats.org/drawingml/2006/main" w="38100">
            <a:solidFill>
              <a:srgbClr val="A54B43"/>
            </a:solidFill>
            <a:prstDash val="solid"/>
          </a:ln>
        </p:spPr>
      </p:sp>
      <p:sp>
        <p:nvSpPr>
          <p:cNvPr id="28" name="bg-38-text">
            <a:extLst xmlns:a="http://schemas.openxmlformats.org/drawingml/2006/main">
              <a:ext uri="{FF2B5EF4-FFF2-40B4-BE49-F238E27FC236}">
                <a16:creationId xmlns:a16="http://schemas.microsoft.com/office/drawing/2014/main" id="{18C83484-E4A0-4D82-987F-23B406E1DE03}"/>
              </a:ext>
            </a:extLst>
          </p:cNvPr>
          <p:cNvSpPr>
            <a:spLocks xmlns:a="http://schemas.openxmlformats.org/drawingml/2006/main" noGrp="1"/>
          </p:cNvSpPr>
          <p:nvPr/>
        </p:nvSpPr>
        <p:spPr>
          <a:xfrm xmlns:a="http://schemas.openxmlformats.org/drawingml/2006/main">
            <a:off x="6591300" y="4410075"/>
            <a:ext cx="33623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1">
                <a:solidFill>
                  <a:srgbClr val="A54B43"/>
                </a:solidFill>
                <a:latin typeface="Apple SD Gothic Neo"/>
                <a:ea typeface="Apple SD Gothic Neo"/>
                <a:cs typeface="Apple SD Gothic Neo"/>
              </a:defRPr>
            </a:pPr>
            <a:r>
              <a:rPr sz="2200" b="1">
                <a:solidFill>
                  <a:srgbClr val="A54B43"/>
                </a:solidFill>
                <a:latin typeface="Apple SD Gothic Neo"/>
                <a:ea typeface="Apple SD Gothic Neo"/>
                <a:cs typeface="Apple SD Gothic Neo"/>
              </a:rPr>
              <a:t>즉시 재생 중단</a:t>
            </a:r>
          </a:p>
        </p:txBody>
      </p:sp>
      <p:sp>
        <p:nvSpPr>
          <p:cNvPr id="29" name="bg-39-text">
            <a:extLst xmlns:a="http://schemas.openxmlformats.org/drawingml/2006/main">
              <a:ext uri="{FF2B5EF4-FFF2-40B4-BE49-F238E27FC236}">
                <a16:creationId xmlns:a16="http://schemas.microsoft.com/office/drawing/2014/main" id="{3A203ED1-1081-4610-8A57-47297B4403E0}"/>
              </a:ext>
            </a:extLst>
          </p:cNvPr>
          <p:cNvSpPr>
            <a:spLocks xmlns:a="http://schemas.openxmlformats.org/drawingml/2006/main" noGrp="1"/>
          </p:cNvSpPr>
          <p:nvPr/>
        </p:nvSpPr>
        <p:spPr>
          <a:xfrm xmlns:a="http://schemas.openxmlformats.org/drawingml/2006/main">
            <a:off x="3667125" y="5162550"/>
            <a:ext cx="2628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76773"/>
                </a:solidFill>
                <a:latin typeface="Apple SD Gothic Neo"/>
                <a:ea typeface="Apple SD Gothic Neo"/>
                <a:cs typeface="Apple SD Gothic Neo"/>
              </a:defRPr>
            </a:pPr>
            <a:r>
              <a:rPr sz="2000" b="0">
                <a:solidFill>
                  <a:srgbClr val="576773"/>
                </a:solidFill>
                <a:latin typeface="Apple SD Gothic Neo"/>
                <a:ea typeface="Apple SD Gothic Neo"/>
                <a:cs typeface="Apple SD Gothic Neo"/>
              </a:rPr>
              <a:t>보고서 설명</a:t>
            </a:r>
          </a:p>
        </p:txBody>
      </p:sp>
      <p:sp>
        <p:nvSpPr>
          <p:cNvPr id="30" name="bg-40-new-audio">
            <a:extLst xmlns:a="http://schemas.openxmlformats.org/drawingml/2006/main">
              <a:ext uri="{FF2B5EF4-FFF2-40B4-BE49-F238E27FC236}">
                <a16:creationId xmlns:a16="http://schemas.microsoft.com/office/drawing/2014/main" id="{F76EB003-A6A2-408B-8910-DCFAA37733FF}"/>
              </a:ext>
            </a:extLst>
          </p:cNvPr>
          <p:cNvSpPr>
            <a:spLocks xmlns:a="http://schemas.openxmlformats.org/drawingml/2006/main" noGrp="1"/>
          </p:cNvSpPr>
          <p:nvPr/>
        </p:nvSpPr>
        <p:spPr>
          <a:xfrm xmlns:a="http://schemas.openxmlformats.org/drawingml/2006/main">
            <a:off x="12763500" y="4905375"/>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76200">
            <a:solidFill>
              <a:srgbClr val="00889A"/>
            </a:solidFill>
            <a:prstDash val="solid"/>
          </a:ln>
        </p:spPr>
      </p:sp>
      <p:sp>
        <p:nvSpPr>
          <p:cNvPr id="31" name="bg-41-text">
            <a:extLst xmlns:a="http://schemas.openxmlformats.org/drawingml/2006/main">
              <a:ext uri="{FF2B5EF4-FFF2-40B4-BE49-F238E27FC236}">
                <a16:creationId xmlns:a16="http://schemas.microsoft.com/office/drawing/2014/main" id="{C50E49E1-CBD7-42C3-818D-8AE216402061}"/>
              </a:ext>
            </a:extLst>
          </p:cNvPr>
          <p:cNvSpPr>
            <a:spLocks xmlns:a="http://schemas.openxmlformats.org/drawingml/2006/main" noGrp="1"/>
          </p:cNvSpPr>
          <p:nvPr/>
        </p:nvSpPr>
        <p:spPr>
          <a:xfrm xmlns:a="http://schemas.openxmlformats.org/drawingml/2006/main">
            <a:off x="12763500" y="5162550"/>
            <a:ext cx="214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00889A"/>
                </a:solidFill>
                <a:latin typeface="Apple SD Gothic Neo"/>
                <a:ea typeface="Apple SD Gothic Neo"/>
                <a:cs typeface="Apple SD Gothic Neo"/>
              </a:defRPr>
            </a:pPr>
            <a:r>
              <a:rPr sz="2000" b="0">
                <a:solidFill>
                  <a:srgbClr val="00889A"/>
                </a:solidFill>
                <a:latin typeface="Apple SD Gothic Neo"/>
                <a:ea typeface="Apple SD Gothic Neo"/>
                <a:cs typeface="Apple SD Gothic Neo"/>
              </a:rPr>
              <a:t>표 설명</a:t>
            </a:r>
          </a:p>
        </p:txBody>
      </p:sp>
      <p:sp>
        <p:nvSpPr>
          <p:cNvPr id="32" name="bg-42-">
            <a:extLst xmlns:a="http://schemas.openxmlformats.org/drawingml/2006/main">
              <a:ext uri="{FF2B5EF4-FFF2-40B4-BE49-F238E27FC236}">
                <a16:creationId xmlns:a16="http://schemas.microsoft.com/office/drawing/2014/main" id="{9E049518-30B4-488C-A246-7FD0AE645082}"/>
              </a:ext>
            </a:extLst>
          </p:cNvPr>
          <p:cNvSpPr>
            <a:spLocks xmlns:a="http://schemas.openxmlformats.org/drawingml/2006/main" noGrp="1"/>
          </p:cNvSpPr>
          <p:nvPr/>
        </p:nvSpPr>
        <p:spPr>
          <a:xfrm xmlns:a="http://schemas.openxmlformats.org/drawingml/2006/main">
            <a:off x="8953500" y="5934075"/>
            <a:ext cx="247650" cy="24765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889A"/>
            </a:solidFill>
          </a:ln>
        </p:spPr>
      </p:sp>
      <p:sp>
        <p:nvSpPr>
          <p:cNvPr id="33" name="bg-43-text">
            <a:extLst xmlns:a="http://schemas.openxmlformats.org/drawingml/2006/main">
              <a:ext uri="{FF2B5EF4-FFF2-40B4-BE49-F238E27FC236}">
                <a16:creationId xmlns:a16="http://schemas.microsoft.com/office/drawing/2014/main" id="{DF67484B-B6FA-4F39-AE10-6C5C7F615BA8}"/>
              </a:ext>
            </a:extLst>
          </p:cNvPr>
          <p:cNvSpPr>
            <a:spLocks xmlns:a="http://schemas.openxmlformats.org/drawingml/2006/main" noGrp="1"/>
          </p:cNvSpPr>
          <p:nvPr/>
        </p:nvSpPr>
        <p:spPr>
          <a:xfrm xmlns:a="http://schemas.openxmlformats.org/drawingml/2006/main">
            <a:off x="8953500" y="59340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34" name="bg-44-text">
            <a:extLst xmlns:a="http://schemas.openxmlformats.org/drawingml/2006/main">
              <a:ext uri="{FF2B5EF4-FFF2-40B4-BE49-F238E27FC236}">
                <a16:creationId xmlns:a16="http://schemas.microsoft.com/office/drawing/2014/main" id="{E2D0FE0C-7A43-484D-A1C4-FF8A7B475AFD}"/>
              </a:ext>
            </a:extLst>
          </p:cNvPr>
          <p:cNvSpPr>
            <a:spLocks xmlns:a="http://schemas.openxmlformats.org/drawingml/2006/main" noGrp="1"/>
          </p:cNvSpPr>
          <p:nvPr/>
        </p:nvSpPr>
        <p:spPr>
          <a:xfrm xmlns:a="http://schemas.openxmlformats.org/drawingml/2006/main">
            <a:off x="8667750" y="5562600"/>
            <a:ext cx="331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1">
                <a:solidFill>
                  <a:srgbClr val="A55D28"/>
                </a:solidFill>
                <a:latin typeface="Apple SD Gothic Neo"/>
                <a:ea typeface="Apple SD Gothic Neo"/>
                <a:cs typeface="Apple SD Gothic Neo"/>
              </a:defRPr>
            </a:pPr>
            <a:r>
              <a:rPr sz="2200" b="1">
                <a:solidFill>
                  <a:srgbClr val="A55D28"/>
                </a:solidFill>
                <a:latin typeface="Apple SD Gothic Neo"/>
                <a:ea typeface="Apple SD Gothic Neo"/>
                <a:cs typeface="Apple SD Gothic Neo"/>
              </a:rPr>
              <a:t>수신자 질문 도착</a:t>
            </a:r>
          </a:p>
        </p:txBody>
      </p:sp>
      <p:sp>
        <p:nvSpPr>
          <p:cNvPr id="35" name="bg-45-question-wait">
            <a:extLst xmlns:a="http://schemas.openxmlformats.org/drawingml/2006/main">
              <a:ext uri="{FF2B5EF4-FFF2-40B4-BE49-F238E27FC236}">
                <a16:creationId xmlns:a16="http://schemas.microsoft.com/office/drawing/2014/main" id="{26CA8D50-36F3-48B7-9F96-A07623566D33}"/>
              </a:ext>
            </a:extLst>
          </p:cNvPr>
          <p:cNvSpPr>
            <a:spLocks xmlns:a="http://schemas.openxmlformats.org/drawingml/2006/main" noGrp="1"/>
          </p:cNvSpPr>
          <p:nvPr/>
        </p:nvSpPr>
        <p:spPr>
          <a:xfrm xmlns:a="http://schemas.openxmlformats.org/drawingml/2006/main">
            <a:off x="9201150" y="6057900"/>
            <a:ext cx="6229350" cy="9525"/>
          </a:xfrm>
          <a:custGeom xmlns:a="http://schemas.openxmlformats.org/drawingml/2006/main">
            <a:pathLst>
              <a:path w="6229350" h="9525">
                <a:moveTo>
                  <a:pt x="0" y="0"/>
                </a:moveTo>
                <a:lnTo>
                  <a:pt x="6229350" y="0"/>
                </a:lnTo>
              </a:path>
            </a:pathLst>
          </a:custGeom>
          <a:noFill xmlns:a="http://schemas.openxmlformats.org/drawingml/2006/main"/>
          <a:ln xmlns:a="http://schemas.openxmlformats.org/drawingml/2006/main" w="28575">
            <a:solidFill>
              <a:srgbClr val="A55D28"/>
            </a:solidFill>
            <a:prstDash val="dash"/>
          </a:ln>
        </p:spPr>
      </p:sp>
      <p:sp>
        <p:nvSpPr>
          <p:cNvPr id="36" name="bg-46-text">
            <a:extLst xmlns:a="http://schemas.openxmlformats.org/drawingml/2006/main">
              <a:ext uri="{FF2B5EF4-FFF2-40B4-BE49-F238E27FC236}">
                <a16:creationId xmlns:a16="http://schemas.microsoft.com/office/drawing/2014/main" id="{EAAB30E3-C4D7-4DD6-802D-5A02CDB35222}"/>
              </a:ext>
            </a:extLst>
          </p:cNvPr>
          <p:cNvSpPr>
            <a:spLocks xmlns:a="http://schemas.openxmlformats.org/drawingml/2006/main" noGrp="1"/>
          </p:cNvSpPr>
          <p:nvPr/>
        </p:nvSpPr>
        <p:spPr>
          <a:xfrm xmlns:a="http://schemas.openxmlformats.org/drawingml/2006/main">
            <a:off x="9286875" y="6286500"/>
            <a:ext cx="716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질문을 해당 업무에 연결하고 전달 대기</a:t>
            </a:r>
          </a:p>
        </p:txBody>
      </p:sp>
      <p:sp>
        <p:nvSpPr>
          <p:cNvPr id="37" name="bg-47-question-delivery">
            <a:extLst xmlns:a="http://schemas.openxmlformats.org/drawingml/2006/main">
              <a:ext uri="{FF2B5EF4-FFF2-40B4-BE49-F238E27FC236}">
                <a16:creationId xmlns:a16="http://schemas.microsoft.com/office/drawing/2014/main" id="{9DD3D125-503B-43A8-A618-E099EA61C8C0}"/>
              </a:ext>
            </a:extLst>
          </p:cNvPr>
          <p:cNvSpPr>
            <a:spLocks xmlns:a="http://schemas.openxmlformats.org/drawingml/2006/main" noGrp="1"/>
          </p:cNvSpPr>
          <p:nvPr/>
        </p:nvSpPr>
        <p:spPr>
          <a:xfrm xmlns:a="http://schemas.openxmlformats.org/drawingml/2006/main">
            <a:off x="15430500" y="6057900"/>
            <a:ext cx="1943100" cy="9525"/>
          </a:xfrm>
          <a:custGeom xmlns:a="http://schemas.openxmlformats.org/drawingml/2006/main">
            <a:pathLst>
              <a:path w="1943100" h="9525">
                <a:moveTo>
                  <a:pt x="0" y="0"/>
                </a:moveTo>
                <a:lnTo>
                  <a:pt x="1943100" y="0"/>
                </a:lnTo>
              </a:path>
            </a:pathLst>
          </a:custGeom>
          <a:noFill xmlns:a="http://schemas.openxmlformats.org/drawingml/2006/main"/>
          <a:ln xmlns:a="http://schemas.openxmlformats.org/drawingml/2006/main" w="66675">
            <a:solidFill>
              <a:srgbClr val="A55D28"/>
            </a:solidFill>
            <a:prstDash val="solid"/>
          </a:ln>
        </p:spPr>
      </p:sp>
      <p:sp>
        <p:nvSpPr>
          <p:cNvPr id="38" name="bg-48-question-delivery-head">
            <a:extLst xmlns:a="http://schemas.openxmlformats.org/drawingml/2006/main">
              <a:ext uri="{FF2B5EF4-FFF2-40B4-BE49-F238E27FC236}">
                <a16:creationId xmlns:a16="http://schemas.microsoft.com/office/drawing/2014/main" id="{837CBDE5-BFBB-4479-89D7-828A6B9C9652}"/>
              </a:ext>
            </a:extLst>
          </p:cNvPr>
          <p:cNvSpPr>
            <a:spLocks xmlns:a="http://schemas.openxmlformats.org/drawingml/2006/main" noGrp="1"/>
          </p:cNvSpPr>
          <p:nvPr/>
        </p:nvSpPr>
        <p:spPr>
          <a:xfrm xmlns:a="http://schemas.openxmlformats.org/drawingml/2006/main">
            <a:off x="17264933" y="5998535"/>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66675">
            <a:solidFill>
              <a:srgbClr val="A55D28"/>
            </a:solidFill>
            <a:prstDash val="solid"/>
          </a:ln>
        </p:spPr>
      </p:sp>
      <p:sp>
        <p:nvSpPr>
          <p:cNvPr id="39" name="bg-49-text">
            <a:extLst xmlns:a="http://schemas.openxmlformats.org/drawingml/2006/main">
              <a:ext uri="{FF2B5EF4-FFF2-40B4-BE49-F238E27FC236}">
                <a16:creationId xmlns:a16="http://schemas.microsoft.com/office/drawing/2014/main" id="{6E8ED2F0-EA4F-4A56-AEF3-3F29531B3527}"/>
              </a:ext>
            </a:extLst>
          </p:cNvPr>
          <p:cNvSpPr>
            <a:spLocks xmlns:a="http://schemas.openxmlformats.org/drawingml/2006/main" noGrp="1"/>
          </p:cNvSpPr>
          <p:nvPr/>
        </p:nvSpPr>
        <p:spPr>
          <a:xfrm xmlns:a="http://schemas.openxmlformats.org/drawingml/2006/main">
            <a:off x="15097125" y="5572125"/>
            <a:ext cx="2695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A55D28"/>
                </a:solidFill>
                <a:latin typeface="Apple SD Gothic Neo"/>
                <a:ea typeface="Apple SD Gothic Neo"/>
                <a:cs typeface="Apple SD Gothic Neo"/>
              </a:defRPr>
            </a:pPr>
            <a:r>
              <a:rPr sz="2100" b="0">
                <a:solidFill>
                  <a:srgbClr val="A55D28"/>
                </a:solidFill>
                <a:latin typeface="Apple SD Gothic Neo"/>
                <a:ea typeface="Apple SD Gothic Neo"/>
                <a:cs typeface="Apple SD Gothic Neo"/>
              </a:rPr>
              <a:t>메일 질문 전달</a:t>
            </a:r>
          </a:p>
        </p:txBody>
      </p:sp>
      <p:sp>
        <p:nvSpPr>
          <p:cNvPr id="40" name="bg-50-">
            <a:extLst xmlns:a="http://schemas.openxmlformats.org/drawingml/2006/main">
              <a:ext uri="{FF2B5EF4-FFF2-40B4-BE49-F238E27FC236}">
                <a16:creationId xmlns:a16="http://schemas.microsoft.com/office/drawing/2014/main" id="{5EFAE725-B48B-443E-8993-92FB445F7C31}"/>
              </a:ext>
            </a:extLst>
          </p:cNvPr>
          <p:cNvSpPr>
            <a:spLocks xmlns:a="http://schemas.openxmlformats.org/drawingml/2006/main" noGrp="1"/>
          </p:cNvSpPr>
          <p:nvPr/>
        </p:nvSpPr>
        <p:spPr>
          <a:xfrm xmlns:a="http://schemas.openxmlformats.org/drawingml/2006/main">
            <a:off x="10039350" y="7019925"/>
            <a:ext cx="266700" cy="26670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889A"/>
            </a:solidFill>
          </a:ln>
        </p:spPr>
      </p:sp>
      <p:sp>
        <p:nvSpPr>
          <p:cNvPr id="41" name="bg-51-text">
            <a:extLst xmlns:a="http://schemas.openxmlformats.org/drawingml/2006/main">
              <a:ext uri="{FF2B5EF4-FFF2-40B4-BE49-F238E27FC236}">
                <a16:creationId xmlns:a16="http://schemas.microsoft.com/office/drawing/2014/main" id="{FC983BFB-7A18-4C66-930E-C56D7994F5C4}"/>
              </a:ext>
            </a:extLst>
          </p:cNvPr>
          <p:cNvSpPr>
            <a:spLocks xmlns:a="http://schemas.openxmlformats.org/drawingml/2006/main" noGrp="1"/>
          </p:cNvSpPr>
          <p:nvPr/>
        </p:nvSpPr>
        <p:spPr>
          <a:xfrm xmlns:a="http://schemas.openxmlformats.org/drawingml/2006/main">
            <a:off x="10039350" y="7019925"/>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42" name="bg-52-text">
            <a:extLst xmlns:a="http://schemas.openxmlformats.org/drawingml/2006/main">
              <a:ext uri="{FF2B5EF4-FFF2-40B4-BE49-F238E27FC236}">
                <a16:creationId xmlns:a16="http://schemas.microsoft.com/office/drawing/2014/main" id="{1265F232-687C-4316-9B8F-259D79B12D52}"/>
              </a:ext>
            </a:extLst>
          </p:cNvPr>
          <p:cNvSpPr>
            <a:spLocks xmlns:a="http://schemas.openxmlformats.org/drawingml/2006/main" noGrp="1"/>
          </p:cNvSpPr>
          <p:nvPr/>
        </p:nvSpPr>
        <p:spPr>
          <a:xfrm xmlns:a="http://schemas.openxmlformats.org/drawingml/2006/main">
            <a:off x="8467725" y="7410450"/>
            <a:ext cx="4886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옛 후보가 늦게 준비됨</a:t>
            </a:r>
          </a:p>
        </p:txBody>
      </p:sp>
      <p:sp>
        <p:nvSpPr>
          <p:cNvPr id="43" name="bg-53-stale-result">
            <a:extLst xmlns:a="http://schemas.openxmlformats.org/drawingml/2006/main">
              <a:ext uri="{FF2B5EF4-FFF2-40B4-BE49-F238E27FC236}">
                <a16:creationId xmlns:a16="http://schemas.microsoft.com/office/drawing/2014/main" id="{8E862EE1-5172-4DF6-99CD-CEB05922EDD3}"/>
              </a:ext>
            </a:extLst>
          </p:cNvPr>
          <p:cNvSpPr>
            <a:spLocks xmlns:a="http://schemas.openxmlformats.org/drawingml/2006/main" noGrp="1"/>
          </p:cNvSpPr>
          <p:nvPr/>
        </p:nvSpPr>
        <p:spPr>
          <a:xfrm xmlns:a="http://schemas.openxmlformats.org/drawingml/2006/main">
            <a:off x="10306050" y="7153275"/>
            <a:ext cx="895350" cy="9525"/>
          </a:xfrm>
          <a:custGeom xmlns:a="http://schemas.openxmlformats.org/drawingml/2006/main">
            <a:pathLst>
              <a:path w="895350" h="9525">
                <a:moveTo>
                  <a:pt x="0" y="0"/>
                </a:moveTo>
                <a:lnTo>
                  <a:pt x="895350" y="0"/>
                </a:lnTo>
              </a:path>
            </a:pathLst>
          </a:custGeom>
          <a:noFill xmlns:a="http://schemas.openxmlformats.org/drawingml/2006/main"/>
          <a:ln xmlns:a="http://schemas.openxmlformats.org/drawingml/2006/main" w="28575">
            <a:solidFill>
              <a:srgbClr val="A54B43"/>
            </a:solidFill>
            <a:prstDash val="solid"/>
          </a:ln>
        </p:spPr>
      </p:sp>
      <p:sp>
        <p:nvSpPr>
          <p:cNvPr id="44" name="bg-54-stale-result-head">
            <a:extLst xmlns:a="http://schemas.openxmlformats.org/drawingml/2006/main">
              <a:ext uri="{FF2B5EF4-FFF2-40B4-BE49-F238E27FC236}">
                <a16:creationId xmlns:a16="http://schemas.microsoft.com/office/drawing/2014/main" id="{FE12C60D-8A99-437A-8935-9B08F3ADB218}"/>
              </a:ext>
            </a:extLst>
          </p:cNvPr>
          <p:cNvSpPr>
            <a:spLocks xmlns:a="http://schemas.openxmlformats.org/drawingml/2006/main" noGrp="1"/>
          </p:cNvSpPr>
          <p:nvPr/>
        </p:nvSpPr>
        <p:spPr>
          <a:xfrm xmlns:a="http://schemas.openxmlformats.org/drawingml/2006/main">
            <a:off x="11092733" y="709391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8575">
            <a:solidFill>
              <a:srgbClr val="A54B43"/>
            </a:solidFill>
            <a:prstDash val="solid"/>
          </a:ln>
        </p:spPr>
      </p:sp>
      <p:sp>
        <p:nvSpPr>
          <p:cNvPr id="45" name="bg-55-discard-x1">
            <a:extLst xmlns:a="http://schemas.openxmlformats.org/drawingml/2006/main">
              <a:ext uri="{FF2B5EF4-FFF2-40B4-BE49-F238E27FC236}">
                <a16:creationId xmlns:a16="http://schemas.microsoft.com/office/drawing/2014/main" id="{9DA15595-8AC0-4BD1-8A8E-6196F77A9BC8}"/>
              </a:ext>
            </a:extLst>
          </p:cNvPr>
          <p:cNvSpPr>
            <a:spLocks xmlns:a="http://schemas.openxmlformats.org/drawingml/2006/main" noGrp="1"/>
          </p:cNvSpPr>
          <p:nvPr/>
        </p:nvSpPr>
        <p:spPr>
          <a:xfrm xmlns:a="http://schemas.openxmlformats.org/drawingml/2006/main">
            <a:off x="11363325" y="7029450"/>
            <a:ext cx="257175" cy="257175"/>
          </a:xfrm>
          <a:custGeom xmlns:a="http://schemas.openxmlformats.org/drawingml/2006/main">
            <a:pathLst>
              <a:path w="257175" h="257175">
                <a:moveTo>
                  <a:pt x="0" y="0"/>
                </a:moveTo>
                <a:lnTo>
                  <a:pt x="257175" y="257175"/>
                </a:lnTo>
              </a:path>
            </a:pathLst>
          </a:custGeom>
          <a:noFill xmlns:a="http://schemas.openxmlformats.org/drawingml/2006/main"/>
          <a:ln xmlns:a="http://schemas.openxmlformats.org/drawingml/2006/main" w="28575">
            <a:solidFill>
              <a:srgbClr val="A54B43"/>
            </a:solidFill>
            <a:prstDash val="solid"/>
          </a:ln>
        </p:spPr>
      </p:sp>
      <p:sp>
        <p:nvSpPr>
          <p:cNvPr id="46" name="bg-56-discard-x2">
            <a:extLst xmlns:a="http://schemas.openxmlformats.org/drawingml/2006/main">
              <a:ext uri="{FF2B5EF4-FFF2-40B4-BE49-F238E27FC236}">
                <a16:creationId xmlns:a16="http://schemas.microsoft.com/office/drawing/2014/main" id="{E0A9294B-23CB-4E96-AD10-44C02A872C86}"/>
              </a:ext>
            </a:extLst>
          </p:cNvPr>
          <p:cNvSpPr>
            <a:spLocks xmlns:a="http://schemas.openxmlformats.org/drawingml/2006/main" noGrp="1"/>
          </p:cNvSpPr>
          <p:nvPr/>
        </p:nvSpPr>
        <p:spPr>
          <a:xfrm xmlns:a="http://schemas.openxmlformats.org/drawingml/2006/main">
            <a:off x="11363325" y="7029450"/>
            <a:ext cx="257175" cy="257175"/>
          </a:xfrm>
          <a:custGeom xmlns:a="http://schemas.openxmlformats.org/drawingml/2006/main">
            <a:pathLst>
              <a:path w="257175" h="257175">
                <a:moveTo>
                  <a:pt x="257175" y="0"/>
                </a:moveTo>
                <a:lnTo>
                  <a:pt x="0" y="257175"/>
                </a:lnTo>
              </a:path>
            </a:pathLst>
          </a:custGeom>
          <a:noFill xmlns:a="http://schemas.openxmlformats.org/drawingml/2006/main"/>
          <a:ln xmlns:a="http://schemas.openxmlformats.org/drawingml/2006/main" w="28575">
            <a:solidFill>
              <a:srgbClr val="A54B43"/>
            </a:solidFill>
            <a:prstDash val="solid"/>
          </a:ln>
        </p:spPr>
      </p:sp>
      <p:sp>
        <p:nvSpPr>
          <p:cNvPr id="47" name="bg-57-text">
            <a:extLst xmlns:a="http://schemas.openxmlformats.org/drawingml/2006/main">
              <a:ext uri="{FF2B5EF4-FFF2-40B4-BE49-F238E27FC236}">
                <a16:creationId xmlns:a16="http://schemas.microsoft.com/office/drawing/2014/main" id="{0CBA7E5D-7D05-4374-AF0B-FD15AEDDA653}"/>
              </a:ext>
            </a:extLst>
          </p:cNvPr>
          <p:cNvSpPr>
            <a:spLocks xmlns:a="http://schemas.openxmlformats.org/drawingml/2006/main" noGrp="1"/>
          </p:cNvSpPr>
          <p:nvPr/>
        </p:nvSpPr>
        <p:spPr>
          <a:xfrm xmlns:a="http://schemas.openxmlformats.org/drawingml/2006/main">
            <a:off x="12001500" y="6924675"/>
            <a:ext cx="5791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1">
                <a:solidFill>
                  <a:srgbClr val="A54B43"/>
                </a:solidFill>
                <a:latin typeface="Apple SD Gothic Neo"/>
                <a:ea typeface="Apple SD Gothic Neo"/>
                <a:cs typeface="Apple SD Gothic Neo"/>
              </a:defRPr>
            </a:pPr>
            <a:r>
              <a:rPr sz="2200" b="1">
                <a:solidFill>
                  <a:srgbClr val="A54B43"/>
                </a:solidFill>
                <a:latin typeface="Apple SD Gothic Neo"/>
                <a:ea typeface="Apple SD Gothic Neo"/>
                <a:cs typeface="Apple SD Gothic Neo"/>
              </a:rPr>
              <a:t>현재 요청에 맞지 않는 후보 폐기</a:t>
            </a:r>
          </a:p>
        </p:txBody>
      </p:sp>
      <p:sp>
        <p:nvSpPr>
          <p:cNvPr id="48" name="bg-58-text">
            <a:extLst xmlns:a="http://schemas.openxmlformats.org/drawingml/2006/main">
              <a:ext uri="{FF2B5EF4-FFF2-40B4-BE49-F238E27FC236}">
                <a16:creationId xmlns:a16="http://schemas.microsoft.com/office/drawing/2014/main" id="{F537B53C-AD02-4AA4-B01F-E39B5606FAFD}"/>
              </a:ext>
            </a:extLst>
          </p:cNvPr>
          <p:cNvSpPr>
            <a:spLocks xmlns:a="http://schemas.openxmlformats.org/drawingml/2006/main" noGrp="1"/>
          </p:cNvSpPr>
          <p:nvPr/>
        </p:nvSpPr>
        <p:spPr>
          <a:xfrm xmlns:a="http://schemas.openxmlformats.org/drawingml/2006/main">
            <a:off x="495300" y="8020050"/>
            <a:ext cx="1729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설명용 사건 순서입니다. 선의 길이는 측정 시간이 아니며, 전달 순서는 장면의 예입니다.</a:t>
            </a:r>
          </a:p>
        </p:txBody>
      </p:sp>
      <p:sp>
        <p:nvSpPr>
          <p:cNvPr id="49" name="bg-59-footer-rule">
            <a:extLst xmlns:a="http://schemas.openxmlformats.org/drawingml/2006/main">
              <a:ext uri="{FF2B5EF4-FFF2-40B4-BE49-F238E27FC236}">
                <a16:creationId xmlns:a16="http://schemas.microsoft.com/office/drawing/2014/main" id="{3763CF54-5258-4E30-AB69-CFF36C4EBA34}"/>
              </a:ext>
            </a:extLst>
          </p:cNvPr>
          <p:cNvSpPr>
            <a:spLocks xmlns:a="http://schemas.openxmlformats.org/drawingml/2006/main" noGrp="1"/>
          </p:cNvSpPr>
          <p:nvPr/>
        </p:nvSpPr>
        <p:spPr>
          <a:xfrm xmlns:a="http://schemas.openxmlformats.org/drawingml/2006/main">
            <a:off x="495300" y="847725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50" name="bg-60-text">
            <a:extLst xmlns:a="http://schemas.openxmlformats.org/drawingml/2006/main">
              <a:ext uri="{FF2B5EF4-FFF2-40B4-BE49-F238E27FC236}">
                <a16:creationId xmlns:a16="http://schemas.microsoft.com/office/drawing/2014/main" id="{7F71B50E-8C22-4359-B3A8-F6436EBFC571}"/>
              </a:ext>
            </a:extLst>
          </p:cNvPr>
          <p:cNvSpPr>
            <a:spLocks xmlns:a="http://schemas.openxmlformats.org/drawingml/2006/main" noGrp="1"/>
          </p:cNvSpPr>
          <p:nvPr/>
        </p:nvSpPr>
        <p:spPr>
          <a:xfrm xmlns:a="http://schemas.openxmlformats.org/drawingml/2006/main">
            <a:off x="495300" y="8686800"/>
            <a:ext cx="204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00889A"/>
                </a:solidFill>
                <a:latin typeface="Apple SD Gothic Neo"/>
                <a:ea typeface="Apple SD Gothic Neo"/>
                <a:cs typeface="Apple SD Gothic Neo"/>
              </a:defRPr>
            </a:pPr>
            <a:r>
              <a:rPr sz="2600" b="1">
                <a:solidFill>
                  <a:srgbClr val="00889A"/>
                </a:solidFill>
                <a:latin typeface="Apple SD Gothic Neo"/>
                <a:ea typeface="Apple SD Gothic Neo"/>
                <a:cs typeface="Apple SD Gothic Neo"/>
              </a:rPr>
              <a:t>설계 질문</a:t>
            </a:r>
          </a:p>
        </p:txBody>
      </p:sp>
      <p:sp>
        <p:nvSpPr>
          <p:cNvPr id="51" name="bg-61-text">
            <a:extLst xmlns:a="http://schemas.openxmlformats.org/drawingml/2006/main">
              <a:ext uri="{FF2B5EF4-FFF2-40B4-BE49-F238E27FC236}">
                <a16:creationId xmlns:a16="http://schemas.microsoft.com/office/drawing/2014/main" id="{1E8DEE8E-E006-41DB-84E5-A9C825C28335}"/>
              </a:ext>
            </a:extLst>
          </p:cNvPr>
          <p:cNvSpPr>
            <a:spLocks xmlns:a="http://schemas.openxmlformats.org/drawingml/2006/main" noGrp="1"/>
          </p:cNvSpPr>
          <p:nvPr/>
        </p:nvSpPr>
        <p:spPr>
          <a:xfrm xmlns:a="http://schemas.openxmlformats.org/drawingml/2006/main">
            <a:off x="2667000" y="8686800"/>
            <a:ext cx="15125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새 발화와 업무 사건이 겹쳐도, 유효한 응답을 적절한 시점에 어떻게 전달할까?</a:t>
            </a:r>
          </a:p>
        </p:txBody>
      </p:sp>
      <p:sp>
        <p:nvSpPr>
          <p:cNvPr id="52" name="bg-62-text">
            <a:extLst xmlns:a="http://schemas.openxmlformats.org/drawingml/2006/main">
              <a:ext uri="{FF2B5EF4-FFF2-40B4-BE49-F238E27FC236}">
                <a16:creationId xmlns:a16="http://schemas.microsoft.com/office/drawing/2014/main" id="{6E19A29B-4263-479A-B3CB-21C92AE77ED5}"/>
              </a:ext>
            </a:extLst>
          </p:cNvPr>
          <p:cNvSpPr>
            <a:spLocks xmlns:a="http://schemas.openxmlformats.org/drawingml/2006/main" noGrp="1"/>
          </p:cNvSpPr>
          <p:nvPr/>
        </p:nvSpPr>
        <p:spPr>
          <a:xfrm xmlns:a="http://schemas.openxmlformats.org/drawingml/2006/main">
            <a:off x="495300" y="9467850"/>
            <a:ext cx="1729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76773"/>
                </a:solidFill>
                <a:latin typeface="Apple SD Gothic Neo"/>
                <a:ea typeface="Apple SD Gothic Neo"/>
                <a:cs typeface="Apple SD Gothic Neo"/>
              </a:defRPr>
            </a:pPr>
            <a:r>
              <a:rPr sz="2000" b="0">
                <a:solidFill>
                  <a:srgbClr val="576773"/>
                </a:solidFill>
                <a:latin typeface="Apple SD Gothic Neo"/>
                <a:ea typeface="Apple SD Gothic Neo"/>
                <a:cs typeface="Apple SD Gothic Neo"/>
              </a:rPr>
              <a:t>입력을 계속 받고, 늦은 응답의 현재성을 확인하며 실제 전달 뒤에도 필요한 처리를 이어가야 합니다.</a:t>
            </a:r>
          </a:p>
        </p:txBody>
      </p:sp>
    </p:spTree>
    <p:extLst>
      <p:ext uri="{BB962C8B-B14F-4D97-AF65-F5344CB8AC3E}">
        <p14:creationId xmlns:p14="http://schemas.microsoft.com/office/powerpoint/2010/main" val="840231311"/>
      </p:ext>
    </p:extLst>
  </p:cSld>
</p:sld>
</file>

<file path=ppt/slides/slide60.xml><?xml version="1.0" encoding="utf-8"?>
<p:sld xmlns:p="http://schemas.openxmlformats.org/presentationml/2006/main">
  <p:cSld name="dp45-background-v3">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bg-63-text">
            <a:extLst xmlns:a="http://schemas.openxmlformats.org/drawingml/2006/main">
              <a:ext uri="{FF2B5EF4-FFF2-40B4-BE49-F238E27FC236}">
                <a16:creationId xmlns:a16="http://schemas.microsoft.com/office/drawing/2014/main" id="{B57D31D4-577F-48CA-860B-27129DC38455}"/>
              </a:ext>
            </a:extLst>
          </p:cNvPr>
          <p:cNvSpPr>
            <a:spLocks xmlns:a="http://schemas.openxmlformats.org/drawingml/2006/main" noGrp="1"/>
          </p:cNvSpPr>
          <p:nvPr/>
        </p:nvSpPr>
        <p:spPr>
          <a:xfrm xmlns:a="http://schemas.openxmlformats.org/drawingml/2006/main">
            <a:off x="495300" y="190500"/>
            <a:ext cx="1428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DP45 배경</a:t>
            </a:r>
          </a:p>
        </p:txBody>
      </p:sp>
      <p:sp>
        <p:nvSpPr>
          <p:cNvPr id="2" name="bg-64-text">
            <a:extLst xmlns:a="http://schemas.openxmlformats.org/drawingml/2006/main">
              <a:ext uri="{FF2B5EF4-FFF2-40B4-BE49-F238E27FC236}">
                <a16:creationId xmlns:a16="http://schemas.microsoft.com/office/drawing/2014/main" id="{9D484B5D-A9BA-44A7-9B5C-AF930656D2B3}"/>
              </a:ext>
            </a:extLst>
          </p:cNvPr>
          <p:cNvSpPr>
            <a:spLocks xmlns:a="http://schemas.openxmlformats.org/drawingml/2006/main" noGrp="1"/>
          </p:cNvSpPr>
          <p:nvPr/>
        </p:nvSpPr>
        <p:spPr>
          <a:xfrm xmlns:a="http://schemas.openxmlformats.org/drawingml/2006/main">
            <a:off x="16573500" y="1905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v3 / 19</a:t>
            </a:r>
          </a:p>
        </p:txBody>
      </p:sp>
      <p:sp>
        <p:nvSpPr>
          <p:cNvPr id="3" name="bg-65-text">
            <a:extLst xmlns:a="http://schemas.openxmlformats.org/drawingml/2006/main">
              <a:ext uri="{FF2B5EF4-FFF2-40B4-BE49-F238E27FC236}">
                <a16:creationId xmlns:a16="http://schemas.microsoft.com/office/drawing/2014/main" id="{DA43DBD0-1E3F-4F33-B2DC-E97A4A680438}"/>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800" b="1">
                <a:solidFill>
                  <a:srgbClr val="202B35"/>
                </a:solidFill>
                <a:latin typeface="Apple SD Gothic Neo"/>
                <a:ea typeface="Apple SD Gothic Neo"/>
                <a:cs typeface="Apple SD Gothic Neo"/>
              </a:defRPr>
            </a:pPr>
            <a:r>
              <a:rPr sz="3800" b="1">
                <a:solidFill>
                  <a:srgbClr val="202B35"/>
                </a:solidFill>
                <a:latin typeface="Apple SD Gothic Neo"/>
                <a:ea typeface="Apple SD Gothic Neo"/>
                <a:cs typeface="Apple SD Gothic Neo"/>
              </a:rPr>
              <a:t>45. 흩어진 과거 근거의 연결과 재사용</a:t>
            </a:r>
          </a:p>
        </p:txBody>
      </p:sp>
      <p:sp>
        <p:nvSpPr>
          <p:cNvPr id="4" name="bg-66-title-rule">
            <a:extLst xmlns:a="http://schemas.openxmlformats.org/drawingml/2006/main">
              <a:ext uri="{FF2B5EF4-FFF2-40B4-BE49-F238E27FC236}">
                <a16:creationId xmlns:a16="http://schemas.microsoft.com/office/drawing/2014/main" id="{F7A249F3-65BB-468D-B4EC-4047008D0DA5}"/>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5" name="bg-67-text">
            <a:extLst xmlns:a="http://schemas.openxmlformats.org/drawingml/2006/main">
              <a:ext uri="{FF2B5EF4-FFF2-40B4-BE49-F238E27FC236}">
                <a16:creationId xmlns:a16="http://schemas.microsoft.com/office/drawing/2014/main" id="{82CF70BF-9936-494B-B221-2FE4FA4B3816}"/>
              </a:ext>
            </a:extLst>
          </p:cNvPr>
          <p:cNvSpPr>
            <a:spLocks xmlns:a="http://schemas.openxmlformats.org/drawingml/2006/main" noGrp="1"/>
          </p:cNvSpPr>
          <p:nvPr/>
        </p:nvSpPr>
        <p:spPr>
          <a:xfrm xmlns:a="http://schemas.openxmlformats.org/drawingml/2006/main">
            <a:off x="495300" y="1562100"/>
            <a:ext cx="17297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900" b="1">
                <a:solidFill>
                  <a:srgbClr val="00889A"/>
                </a:solidFill>
                <a:latin typeface="Apple SD Gothic Neo"/>
                <a:ea typeface="Apple SD Gothic Neo"/>
                <a:cs typeface="Apple SD Gothic Neo"/>
              </a:defRPr>
            </a:pPr>
            <a:r>
              <a:rPr sz="2900" b="1">
                <a:solidFill>
                  <a:srgbClr val="00889A"/>
                </a:solidFill>
                <a:latin typeface="Apple SD Gothic Neo"/>
                <a:ea typeface="Apple SD Gothic Neo"/>
                <a:cs typeface="Apple SD Gothic Neo"/>
              </a:rPr>
              <a:t>“지난번 네가 설명한 평가 기준으로,</a:t>
            </a:r>
          </a:p>
          <a:p xmlns:a="http://schemas.openxmlformats.org/drawingml/2006/main">
            <a:pPr algn="l">
              <a:defRPr sz="2900" b="1">
                <a:solidFill>
                  <a:srgbClr val="00889A"/>
                </a:solidFill>
                <a:latin typeface="Apple SD Gothic Neo"/>
                <a:ea typeface="Apple SD Gothic Neo"/>
                <a:cs typeface="Apple SD Gothic Neo"/>
              </a:defRPr>
            </a:pPr>
            <a:r>
              <a:rPr sz="2900" b="1">
                <a:solidFill>
                  <a:srgbClr val="00889A"/>
                </a:solidFill>
                <a:latin typeface="Apple SD Gothic Neo"/>
                <a:ea typeface="Apple SD Gothic Neo"/>
                <a:cs typeface="Apple SD Gothic Neo"/>
              </a:rPr>
              <a:t>제품 비교와 견적 결과를 함께 써서 제안서를 만들어줘.”</a:t>
            </a:r>
          </a:p>
        </p:txBody>
      </p:sp>
      <p:sp>
        <p:nvSpPr>
          <p:cNvPr id="6" name="bg-68-text">
            <a:extLst xmlns:a="http://schemas.openxmlformats.org/drawingml/2006/main">
              <a:ext uri="{FF2B5EF4-FFF2-40B4-BE49-F238E27FC236}">
                <a16:creationId xmlns:a16="http://schemas.microsoft.com/office/drawing/2014/main" id="{26D9E320-F812-4DB9-B62B-DF035F9D15B0}"/>
              </a:ext>
            </a:extLst>
          </p:cNvPr>
          <p:cNvSpPr>
            <a:spLocks xmlns:a="http://schemas.openxmlformats.org/drawingml/2006/main" noGrp="1"/>
          </p:cNvSpPr>
          <p:nvPr/>
        </p:nvSpPr>
        <p:spPr>
          <a:xfrm xmlns:a="http://schemas.openxmlformats.org/drawingml/2006/main">
            <a:off x="495300" y="2962275"/>
            <a:ext cx="981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354354"/>
                </a:solidFill>
                <a:latin typeface="Apple SD Gothic Neo"/>
                <a:ea typeface="Apple SD Gothic Neo"/>
                <a:cs typeface="Apple SD Gothic Neo"/>
              </a:defRPr>
            </a:pPr>
            <a:r>
              <a:rPr sz="2700" b="1">
                <a:solidFill>
                  <a:srgbClr val="354354"/>
                </a:solidFill>
                <a:latin typeface="Apple SD Gothic Neo"/>
                <a:ea typeface="Apple SD Gothic Neo"/>
                <a:cs typeface="Apple SD Gothic Neo"/>
              </a:rPr>
              <a:t>서로 다른 시점과 원본의 기록</a:t>
            </a:r>
          </a:p>
        </p:txBody>
      </p:sp>
      <p:sp>
        <p:nvSpPr>
          <p:cNvPr id="7" name="bg-69-text">
            <a:extLst xmlns:a="http://schemas.openxmlformats.org/drawingml/2006/main">
              <a:ext uri="{FF2B5EF4-FFF2-40B4-BE49-F238E27FC236}">
                <a16:creationId xmlns:a16="http://schemas.microsoft.com/office/drawing/2014/main" id="{60464FE2-08DF-48D3-AAA9-112209847087}"/>
              </a:ext>
            </a:extLst>
          </p:cNvPr>
          <p:cNvSpPr>
            <a:spLocks xmlns:a="http://schemas.openxmlformats.org/drawingml/2006/main" noGrp="1"/>
          </p:cNvSpPr>
          <p:nvPr/>
        </p:nvSpPr>
        <p:spPr>
          <a:xfrm xmlns:a="http://schemas.openxmlformats.org/drawingml/2006/main">
            <a:off x="11734800" y="2962275"/>
            <a:ext cx="6057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00889A"/>
                </a:solidFill>
                <a:latin typeface="Apple SD Gothic Neo"/>
                <a:ea typeface="Apple SD Gothic Neo"/>
                <a:cs typeface="Apple SD Gothic Neo"/>
              </a:defRPr>
            </a:pPr>
            <a:r>
              <a:rPr sz="2700" b="1">
                <a:solidFill>
                  <a:srgbClr val="00889A"/>
                </a:solidFill>
                <a:latin typeface="Apple SD Gothic Neo"/>
                <a:ea typeface="Apple SD Gothic Neo"/>
                <a:cs typeface="Apple SD Gothic Neo"/>
              </a:rPr>
              <a:t>이번 요청에 필요한 Context</a:t>
            </a:r>
          </a:p>
        </p:txBody>
      </p:sp>
      <p:sp>
        <p:nvSpPr>
          <p:cNvPr id="8" name="bg-70-history-order">
            <a:extLst xmlns:a="http://schemas.openxmlformats.org/drawingml/2006/main">
              <a:ext uri="{FF2B5EF4-FFF2-40B4-BE49-F238E27FC236}">
                <a16:creationId xmlns:a16="http://schemas.microsoft.com/office/drawing/2014/main" id="{03986B26-5525-499D-9EBE-2CD38C738318}"/>
              </a:ext>
            </a:extLst>
          </p:cNvPr>
          <p:cNvSpPr>
            <a:spLocks xmlns:a="http://schemas.openxmlformats.org/drawingml/2006/main" noGrp="1"/>
          </p:cNvSpPr>
          <p:nvPr/>
        </p:nvSpPr>
        <p:spPr>
          <a:xfrm xmlns:a="http://schemas.openxmlformats.org/drawingml/2006/main">
            <a:off x="800100" y="3714750"/>
            <a:ext cx="9525" cy="3733800"/>
          </a:xfrm>
          <a:custGeom xmlns:a="http://schemas.openxmlformats.org/drawingml/2006/main">
            <a:pathLst>
              <a:path w="9525" h="3733800">
                <a:moveTo>
                  <a:pt x="0" y="0"/>
                </a:moveTo>
                <a:lnTo>
                  <a:pt x="0" y="3733800"/>
                </a:lnTo>
              </a:path>
            </a:pathLst>
          </a:custGeom>
          <a:noFill xmlns:a="http://schemas.openxmlformats.org/drawingml/2006/main"/>
          <a:ln xmlns:a="http://schemas.openxmlformats.org/drawingml/2006/main" w="28575">
            <a:solidFill>
              <a:srgbClr val="BCCAD2"/>
            </a:solidFill>
            <a:prstDash val="solid"/>
          </a:ln>
        </p:spPr>
      </p:sp>
      <p:sp>
        <p:nvSpPr>
          <p:cNvPr id="9" name="bg-71-history-order-head">
            <a:extLst xmlns:a="http://schemas.openxmlformats.org/drawingml/2006/main">
              <a:ext uri="{FF2B5EF4-FFF2-40B4-BE49-F238E27FC236}">
                <a16:creationId xmlns:a16="http://schemas.microsoft.com/office/drawing/2014/main" id="{AACBE5E7-501E-4DA1-AB63-3BCADB81ED08}"/>
              </a:ext>
            </a:extLst>
          </p:cNvPr>
          <p:cNvSpPr>
            <a:spLocks xmlns:a="http://schemas.openxmlformats.org/drawingml/2006/main" noGrp="1"/>
          </p:cNvSpPr>
          <p:nvPr/>
        </p:nvSpPr>
        <p:spPr>
          <a:xfrm xmlns:a="http://schemas.openxmlformats.org/drawingml/2006/main">
            <a:off x="740735" y="7339883"/>
            <a:ext cx="118730" cy="108667"/>
          </a:xfrm>
          <a:custGeom xmlns:a="http://schemas.openxmlformats.org/drawingml/2006/main">
            <a:pathLst>
              <a:path w="118730" h="108667">
                <a:moveTo>
                  <a:pt x="0" y="0"/>
                </a:moveTo>
                <a:lnTo>
                  <a:pt x="59365" y="108667"/>
                </a:lnTo>
                <a:lnTo>
                  <a:pt x="118730" y="0"/>
                </a:lnTo>
              </a:path>
            </a:pathLst>
          </a:custGeom>
          <a:noFill xmlns:a="http://schemas.openxmlformats.org/drawingml/2006/main"/>
          <a:ln xmlns:a="http://schemas.openxmlformats.org/drawingml/2006/main" w="28575">
            <a:solidFill>
              <a:srgbClr val="BCCAD2"/>
            </a:solidFill>
            <a:prstDash val="solid"/>
          </a:ln>
        </p:spPr>
      </p:sp>
      <p:sp>
        <p:nvSpPr>
          <p:cNvPr id="10" name="bg-72-">
            <a:extLst xmlns:a="http://schemas.openxmlformats.org/drawingml/2006/main">
              <a:ext uri="{FF2B5EF4-FFF2-40B4-BE49-F238E27FC236}">
                <a16:creationId xmlns:a16="http://schemas.microsoft.com/office/drawing/2014/main" id="{9C692CA7-C9ED-4BA7-A5C9-0ECDB7303C61}"/>
              </a:ext>
            </a:extLst>
          </p:cNvPr>
          <p:cNvSpPr>
            <a:spLocks xmlns:a="http://schemas.openxmlformats.org/drawingml/2006/main" noGrp="1"/>
          </p:cNvSpPr>
          <p:nvPr/>
        </p:nvSpPr>
        <p:spPr>
          <a:xfrm xmlns:a="http://schemas.openxmlformats.org/drawingml/2006/main">
            <a:off x="685800" y="3952875"/>
            <a:ext cx="228600" cy="22860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889A"/>
            </a:solidFill>
          </a:ln>
        </p:spPr>
      </p:sp>
      <p:sp>
        <p:nvSpPr>
          <p:cNvPr id="11" name="bg-73-text">
            <a:extLst xmlns:a="http://schemas.openxmlformats.org/drawingml/2006/main">
              <a:ext uri="{FF2B5EF4-FFF2-40B4-BE49-F238E27FC236}">
                <a16:creationId xmlns:a16="http://schemas.microsoft.com/office/drawing/2014/main" id="{FB070205-9484-4C0C-9C1E-A9F370C2470C}"/>
              </a:ext>
            </a:extLst>
          </p:cNvPr>
          <p:cNvSpPr>
            <a:spLocks xmlns:a="http://schemas.openxmlformats.org/drawingml/2006/main" noGrp="1"/>
          </p:cNvSpPr>
          <p:nvPr/>
        </p:nvSpPr>
        <p:spPr>
          <a:xfrm xmlns:a="http://schemas.openxmlformats.org/drawingml/2006/main">
            <a:off x="685800" y="3952875"/>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12" name="bg-74-text">
            <a:extLst xmlns:a="http://schemas.openxmlformats.org/drawingml/2006/main">
              <a:ext uri="{FF2B5EF4-FFF2-40B4-BE49-F238E27FC236}">
                <a16:creationId xmlns:a16="http://schemas.microsoft.com/office/drawing/2014/main" id="{C8418CAB-2CF9-4715-8409-C77FC6828B5B}"/>
              </a:ext>
            </a:extLst>
          </p:cNvPr>
          <p:cNvSpPr>
            <a:spLocks xmlns:a="http://schemas.openxmlformats.org/drawingml/2006/main" noGrp="1"/>
          </p:cNvSpPr>
          <p:nvPr/>
        </p:nvSpPr>
        <p:spPr>
          <a:xfrm xmlns:a="http://schemas.openxmlformats.org/drawingml/2006/main">
            <a:off x="1381125" y="3790950"/>
            <a:ext cx="870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202B35"/>
                </a:solidFill>
                <a:latin typeface="Apple SD Gothic Neo"/>
                <a:ea typeface="Apple SD Gothic Neo"/>
                <a:cs typeface="Apple SD Gothic Neo"/>
              </a:defRPr>
            </a:pPr>
            <a:r>
              <a:rPr sz="2500" b="1">
                <a:solidFill>
                  <a:srgbClr val="202B35"/>
                </a:solidFill>
                <a:latin typeface="Apple SD Gothic Neo"/>
                <a:ea typeface="Apple SD Gothic Neo"/>
                <a:cs typeface="Apple SD Gothic Neo"/>
              </a:rPr>
              <a:t>VIA가 직접 설명한 평가 기준</a:t>
            </a:r>
          </a:p>
        </p:txBody>
      </p:sp>
      <p:sp>
        <p:nvSpPr>
          <p:cNvPr id="13" name="bg-75-text">
            <a:extLst xmlns:a="http://schemas.openxmlformats.org/drawingml/2006/main">
              <a:ext uri="{FF2B5EF4-FFF2-40B4-BE49-F238E27FC236}">
                <a16:creationId xmlns:a16="http://schemas.microsoft.com/office/drawing/2014/main" id="{6023BEC4-9F76-414A-82B0-CF15B3D3616F}"/>
              </a:ext>
            </a:extLst>
          </p:cNvPr>
          <p:cNvSpPr>
            <a:spLocks xmlns:a="http://schemas.openxmlformats.org/drawingml/2006/main" noGrp="1"/>
          </p:cNvSpPr>
          <p:nvPr/>
        </p:nvSpPr>
        <p:spPr>
          <a:xfrm xmlns:a="http://schemas.openxmlformats.org/drawingml/2006/main">
            <a:off x="1381125" y="4314825"/>
            <a:ext cx="870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P20: 실제 전달 범위와 당시 원문</a:t>
            </a:r>
          </a:p>
        </p:txBody>
      </p:sp>
      <p:sp>
        <p:nvSpPr>
          <p:cNvPr id="14" name="bg-76-history-reference">
            <a:extLst xmlns:a="http://schemas.openxmlformats.org/drawingml/2006/main">
              <a:ext uri="{FF2B5EF4-FFF2-40B4-BE49-F238E27FC236}">
                <a16:creationId xmlns:a16="http://schemas.microsoft.com/office/drawing/2014/main" id="{3A13C51C-0772-420F-B0B3-E44A1E2E8DA1}"/>
              </a:ext>
            </a:extLst>
          </p:cNvPr>
          <p:cNvSpPr>
            <a:spLocks xmlns:a="http://schemas.openxmlformats.org/drawingml/2006/main" noGrp="1"/>
          </p:cNvSpPr>
          <p:nvPr/>
        </p:nvSpPr>
        <p:spPr>
          <a:xfrm xmlns:a="http://schemas.openxmlformats.org/drawingml/2006/main">
            <a:off x="10325100" y="4105275"/>
            <a:ext cx="1104900" cy="9525"/>
          </a:xfrm>
          <a:custGeom xmlns:a="http://schemas.openxmlformats.org/drawingml/2006/main">
            <a:pathLst>
              <a:path w="1104900" h="9525">
                <a:moveTo>
                  <a:pt x="0" y="0"/>
                </a:moveTo>
                <a:lnTo>
                  <a:pt x="1104900" y="0"/>
                </a:lnTo>
              </a:path>
            </a:pathLst>
          </a:custGeom>
          <a:noFill xmlns:a="http://schemas.openxmlformats.org/drawingml/2006/main"/>
          <a:ln xmlns:a="http://schemas.openxmlformats.org/drawingml/2006/main" w="28575">
            <a:solidFill>
              <a:srgbClr val="00889A"/>
            </a:solidFill>
            <a:prstDash val="dash"/>
          </a:ln>
        </p:spPr>
      </p:sp>
      <p:sp>
        <p:nvSpPr>
          <p:cNvPr id="15" name="bg-77-history-reference-head">
            <a:extLst xmlns:a="http://schemas.openxmlformats.org/drawingml/2006/main">
              <a:ext uri="{FF2B5EF4-FFF2-40B4-BE49-F238E27FC236}">
                <a16:creationId xmlns:a16="http://schemas.microsoft.com/office/drawing/2014/main" id="{292C742F-EF9A-42C2-A63F-7D97E5FD1A70}"/>
              </a:ext>
            </a:extLst>
          </p:cNvPr>
          <p:cNvSpPr>
            <a:spLocks xmlns:a="http://schemas.openxmlformats.org/drawingml/2006/main" noGrp="1"/>
          </p:cNvSpPr>
          <p:nvPr/>
        </p:nvSpPr>
        <p:spPr>
          <a:xfrm xmlns:a="http://schemas.openxmlformats.org/drawingml/2006/main">
            <a:off x="11321333" y="404591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8575">
            <a:solidFill>
              <a:srgbClr val="00889A"/>
            </a:solidFill>
            <a:prstDash val="solid"/>
          </a:ln>
        </p:spPr>
      </p:sp>
      <p:sp>
        <p:nvSpPr>
          <p:cNvPr id="16" name="bg-78-text">
            <a:extLst xmlns:a="http://schemas.openxmlformats.org/drawingml/2006/main">
              <a:ext uri="{FF2B5EF4-FFF2-40B4-BE49-F238E27FC236}">
                <a16:creationId xmlns:a16="http://schemas.microsoft.com/office/drawing/2014/main" id="{D46CEC88-5BA8-4232-B37C-EB064487F99A}"/>
              </a:ext>
            </a:extLst>
          </p:cNvPr>
          <p:cNvSpPr>
            <a:spLocks xmlns:a="http://schemas.openxmlformats.org/drawingml/2006/main" noGrp="1"/>
          </p:cNvSpPr>
          <p:nvPr/>
        </p:nvSpPr>
        <p:spPr>
          <a:xfrm xmlns:a="http://schemas.openxmlformats.org/drawingml/2006/main">
            <a:off x="11734800" y="3848100"/>
            <a:ext cx="6057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00889A"/>
                </a:solidFill>
                <a:latin typeface="Apple SD Gothic Neo"/>
                <a:ea typeface="Apple SD Gothic Neo"/>
                <a:cs typeface="Apple SD Gothic Neo"/>
              </a:defRPr>
            </a:pPr>
            <a:r>
              <a:rPr sz="2400" b="1">
                <a:solidFill>
                  <a:srgbClr val="00889A"/>
                </a:solidFill>
                <a:latin typeface="Apple SD Gothic Neo"/>
                <a:ea typeface="Apple SD Gothic Neo"/>
                <a:cs typeface="Apple SD Gothic Neo"/>
              </a:rPr>
              <a:t>평가 기준의 필요한 부분</a:t>
            </a:r>
          </a:p>
        </p:txBody>
      </p:sp>
      <p:sp>
        <p:nvSpPr>
          <p:cNvPr id="17" name="bg-79-">
            <a:extLst xmlns:a="http://schemas.openxmlformats.org/drawingml/2006/main">
              <a:ext uri="{FF2B5EF4-FFF2-40B4-BE49-F238E27FC236}">
                <a16:creationId xmlns:a16="http://schemas.microsoft.com/office/drawing/2014/main" id="{A774797F-F51F-4303-9D69-DDA06D0D073D}"/>
              </a:ext>
            </a:extLst>
          </p:cNvPr>
          <p:cNvSpPr>
            <a:spLocks xmlns:a="http://schemas.openxmlformats.org/drawingml/2006/main" noGrp="1"/>
          </p:cNvSpPr>
          <p:nvPr/>
        </p:nvSpPr>
        <p:spPr>
          <a:xfrm xmlns:a="http://schemas.openxmlformats.org/drawingml/2006/main">
            <a:off x="685800" y="5410200"/>
            <a:ext cx="228600" cy="22860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889A"/>
            </a:solidFill>
          </a:ln>
        </p:spPr>
      </p:sp>
      <p:sp>
        <p:nvSpPr>
          <p:cNvPr id="18" name="bg-80-text">
            <a:extLst xmlns:a="http://schemas.openxmlformats.org/drawingml/2006/main">
              <a:ext uri="{FF2B5EF4-FFF2-40B4-BE49-F238E27FC236}">
                <a16:creationId xmlns:a16="http://schemas.microsoft.com/office/drawing/2014/main" id="{6179EE4B-F26E-4570-AA82-97A06B104B01}"/>
              </a:ext>
            </a:extLst>
          </p:cNvPr>
          <p:cNvSpPr>
            <a:spLocks xmlns:a="http://schemas.openxmlformats.org/drawingml/2006/main" noGrp="1"/>
          </p:cNvSpPr>
          <p:nvPr/>
        </p:nvSpPr>
        <p:spPr>
          <a:xfrm xmlns:a="http://schemas.openxmlformats.org/drawingml/2006/main">
            <a:off x="685800" y="5410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19" name="bg-81-text">
            <a:extLst xmlns:a="http://schemas.openxmlformats.org/drawingml/2006/main">
              <a:ext uri="{FF2B5EF4-FFF2-40B4-BE49-F238E27FC236}">
                <a16:creationId xmlns:a16="http://schemas.microsoft.com/office/drawing/2014/main" id="{CBF52C22-D94B-4A30-AB8A-58B803B59AD0}"/>
              </a:ext>
            </a:extLst>
          </p:cNvPr>
          <p:cNvSpPr>
            <a:spLocks xmlns:a="http://schemas.openxmlformats.org/drawingml/2006/main" noGrp="1"/>
          </p:cNvSpPr>
          <p:nvPr/>
        </p:nvSpPr>
        <p:spPr>
          <a:xfrm xmlns:a="http://schemas.openxmlformats.org/drawingml/2006/main">
            <a:off x="1381125" y="5248275"/>
            <a:ext cx="870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202B35"/>
                </a:solidFill>
                <a:latin typeface="Apple SD Gothic Neo"/>
                <a:ea typeface="Apple SD Gothic Neo"/>
                <a:cs typeface="Apple SD Gothic Neo"/>
              </a:defRPr>
            </a:pPr>
            <a:r>
              <a:rPr sz="2500" b="1">
                <a:solidFill>
                  <a:srgbClr val="202B35"/>
                </a:solidFill>
                <a:latin typeface="Apple SD Gothic Neo"/>
                <a:ea typeface="Apple SD Gothic Neo"/>
                <a:cs typeface="Apple SD Gothic Neo"/>
              </a:rPr>
              <a:t>제품 조사 업무의 확인된 결과</a:t>
            </a:r>
          </a:p>
        </p:txBody>
      </p:sp>
      <p:sp>
        <p:nvSpPr>
          <p:cNvPr id="20" name="bg-82-text">
            <a:extLst xmlns:a="http://schemas.openxmlformats.org/drawingml/2006/main">
              <a:ext uri="{FF2B5EF4-FFF2-40B4-BE49-F238E27FC236}">
                <a16:creationId xmlns:a16="http://schemas.microsoft.com/office/drawing/2014/main" id="{879F67A0-841E-41AF-A40D-479B706B72A3}"/>
              </a:ext>
            </a:extLst>
          </p:cNvPr>
          <p:cNvSpPr>
            <a:spLocks xmlns:a="http://schemas.openxmlformats.org/drawingml/2006/main" noGrp="1"/>
          </p:cNvSpPr>
          <p:nvPr/>
        </p:nvSpPr>
        <p:spPr>
          <a:xfrm xmlns:a="http://schemas.openxmlformats.org/drawingml/2006/main">
            <a:off x="1381125" y="5772150"/>
            <a:ext cx="870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T21 / D21@v2: 결과 참조와 허용 발췌</a:t>
            </a:r>
          </a:p>
        </p:txBody>
      </p:sp>
      <p:sp>
        <p:nvSpPr>
          <p:cNvPr id="21" name="bg-83-history-reference">
            <a:extLst xmlns:a="http://schemas.openxmlformats.org/drawingml/2006/main">
              <a:ext uri="{FF2B5EF4-FFF2-40B4-BE49-F238E27FC236}">
                <a16:creationId xmlns:a16="http://schemas.microsoft.com/office/drawing/2014/main" id="{33AF8117-574A-4F96-A3F7-AA40A64D5652}"/>
              </a:ext>
            </a:extLst>
          </p:cNvPr>
          <p:cNvSpPr>
            <a:spLocks xmlns:a="http://schemas.openxmlformats.org/drawingml/2006/main" noGrp="1"/>
          </p:cNvSpPr>
          <p:nvPr/>
        </p:nvSpPr>
        <p:spPr>
          <a:xfrm xmlns:a="http://schemas.openxmlformats.org/drawingml/2006/main">
            <a:off x="10325100" y="5562600"/>
            <a:ext cx="1104900" cy="9525"/>
          </a:xfrm>
          <a:custGeom xmlns:a="http://schemas.openxmlformats.org/drawingml/2006/main">
            <a:pathLst>
              <a:path w="1104900" h="9525">
                <a:moveTo>
                  <a:pt x="0" y="0"/>
                </a:moveTo>
                <a:lnTo>
                  <a:pt x="1104900" y="0"/>
                </a:lnTo>
              </a:path>
            </a:pathLst>
          </a:custGeom>
          <a:noFill xmlns:a="http://schemas.openxmlformats.org/drawingml/2006/main"/>
          <a:ln xmlns:a="http://schemas.openxmlformats.org/drawingml/2006/main" w="28575">
            <a:solidFill>
              <a:srgbClr val="00889A"/>
            </a:solidFill>
            <a:prstDash val="dash"/>
          </a:ln>
        </p:spPr>
      </p:sp>
      <p:sp>
        <p:nvSpPr>
          <p:cNvPr id="22" name="bg-84-history-reference-head">
            <a:extLst xmlns:a="http://schemas.openxmlformats.org/drawingml/2006/main">
              <a:ext uri="{FF2B5EF4-FFF2-40B4-BE49-F238E27FC236}">
                <a16:creationId xmlns:a16="http://schemas.microsoft.com/office/drawing/2014/main" id="{D01CB51F-2340-487A-86F8-319251C37DEE}"/>
              </a:ext>
            </a:extLst>
          </p:cNvPr>
          <p:cNvSpPr>
            <a:spLocks xmlns:a="http://schemas.openxmlformats.org/drawingml/2006/main" noGrp="1"/>
          </p:cNvSpPr>
          <p:nvPr/>
        </p:nvSpPr>
        <p:spPr>
          <a:xfrm xmlns:a="http://schemas.openxmlformats.org/drawingml/2006/main">
            <a:off x="11321333" y="5503235"/>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8575">
            <a:solidFill>
              <a:srgbClr val="00889A"/>
            </a:solidFill>
            <a:prstDash val="solid"/>
          </a:ln>
        </p:spPr>
      </p:sp>
      <p:sp>
        <p:nvSpPr>
          <p:cNvPr id="23" name="bg-85-text">
            <a:extLst xmlns:a="http://schemas.openxmlformats.org/drawingml/2006/main">
              <a:ext uri="{FF2B5EF4-FFF2-40B4-BE49-F238E27FC236}">
                <a16:creationId xmlns:a16="http://schemas.microsoft.com/office/drawing/2014/main" id="{500B61A5-39FE-42DE-8759-8B0D120C31A1}"/>
              </a:ext>
            </a:extLst>
          </p:cNvPr>
          <p:cNvSpPr>
            <a:spLocks xmlns:a="http://schemas.openxmlformats.org/drawingml/2006/main" noGrp="1"/>
          </p:cNvSpPr>
          <p:nvPr/>
        </p:nvSpPr>
        <p:spPr>
          <a:xfrm xmlns:a="http://schemas.openxmlformats.org/drawingml/2006/main">
            <a:off x="11734800" y="5305425"/>
            <a:ext cx="6057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00889A"/>
                </a:solidFill>
                <a:latin typeface="Apple SD Gothic Neo"/>
                <a:ea typeface="Apple SD Gothic Neo"/>
                <a:cs typeface="Apple SD Gothic Neo"/>
              </a:defRPr>
            </a:pPr>
            <a:r>
              <a:rPr sz="2400" b="1">
                <a:solidFill>
                  <a:srgbClr val="00889A"/>
                </a:solidFill>
                <a:latin typeface="Apple SD Gothic Neo"/>
                <a:ea typeface="Apple SD Gothic Neo"/>
                <a:cs typeface="Apple SD Gothic Neo"/>
              </a:rPr>
              <a:t>제품 비교 결과의 근거</a:t>
            </a:r>
          </a:p>
        </p:txBody>
      </p:sp>
      <p:sp>
        <p:nvSpPr>
          <p:cNvPr id="24" name="bg-86-">
            <a:extLst xmlns:a="http://schemas.openxmlformats.org/drawingml/2006/main">
              <a:ext uri="{FF2B5EF4-FFF2-40B4-BE49-F238E27FC236}">
                <a16:creationId xmlns:a16="http://schemas.microsoft.com/office/drawing/2014/main" id="{03261EC2-555D-4664-9965-23A6ECC5FB55}"/>
              </a:ext>
            </a:extLst>
          </p:cNvPr>
          <p:cNvSpPr>
            <a:spLocks xmlns:a="http://schemas.openxmlformats.org/drawingml/2006/main" noGrp="1"/>
          </p:cNvSpPr>
          <p:nvPr/>
        </p:nvSpPr>
        <p:spPr>
          <a:xfrm xmlns:a="http://schemas.openxmlformats.org/drawingml/2006/main">
            <a:off x="685800" y="6867525"/>
            <a:ext cx="228600" cy="22860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889A"/>
            </a:solidFill>
          </a:ln>
        </p:spPr>
      </p:sp>
      <p:sp>
        <p:nvSpPr>
          <p:cNvPr id="25" name="bg-87-text">
            <a:extLst xmlns:a="http://schemas.openxmlformats.org/drawingml/2006/main">
              <a:ext uri="{FF2B5EF4-FFF2-40B4-BE49-F238E27FC236}">
                <a16:creationId xmlns:a16="http://schemas.microsoft.com/office/drawing/2014/main" id="{F5EA26ED-E50E-493D-B882-7BCE3AD22C1B}"/>
              </a:ext>
            </a:extLst>
          </p:cNvPr>
          <p:cNvSpPr>
            <a:spLocks xmlns:a="http://schemas.openxmlformats.org/drawingml/2006/main" noGrp="1"/>
          </p:cNvSpPr>
          <p:nvPr/>
        </p:nvSpPr>
        <p:spPr>
          <a:xfrm xmlns:a="http://schemas.openxmlformats.org/drawingml/2006/main">
            <a:off x="685800" y="6867525"/>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26" name="bg-88-text">
            <a:extLst xmlns:a="http://schemas.openxmlformats.org/drawingml/2006/main">
              <a:ext uri="{FF2B5EF4-FFF2-40B4-BE49-F238E27FC236}">
                <a16:creationId xmlns:a16="http://schemas.microsoft.com/office/drawing/2014/main" id="{D89A6756-ED9F-4C89-91FA-9F7354BA02E8}"/>
              </a:ext>
            </a:extLst>
          </p:cNvPr>
          <p:cNvSpPr>
            <a:spLocks xmlns:a="http://schemas.openxmlformats.org/drawingml/2006/main" noGrp="1"/>
          </p:cNvSpPr>
          <p:nvPr/>
        </p:nvSpPr>
        <p:spPr>
          <a:xfrm xmlns:a="http://schemas.openxmlformats.org/drawingml/2006/main">
            <a:off x="1381125" y="6705600"/>
            <a:ext cx="870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00" b="1">
                <a:solidFill>
                  <a:srgbClr val="202B35"/>
                </a:solidFill>
                <a:latin typeface="Apple SD Gothic Neo"/>
                <a:ea typeface="Apple SD Gothic Neo"/>
                <a:cs typeface="Apple SD Gothic Neo"/>
              </a:defRPr>
            </a:pPr>
            <a:r>
              <a:rPr sz="2500" b="1">
                <a:solidFill>
                  <a:srgbClr val="202B35"/>
                </a:solidFill>
                <a:latin typeface="Apple SD Gothic Neo"/>
                <a:ea typeface="Apple SD Gothic Neo"/>
                <a:cs typeface="Apple SD Gothic Neo"/>
              </a:rPr>
              <a:t>견적 업무의 확인된 결과</a:t>
            </a:r>
          </a:p>
        </p:txBody>
      </p:sp>
      <p:sp>
        <p:nvSpPr>
          <p:cNvPr id="27" name="bg-89-text">
            <a:extLst xmlns:a="http://schemas.openxmlformats.org/drawingml/2006/main">
              <a:ext uri="{FF2B5EF4-FFF2-40B4-BE49-F238E27FC236}">
                <a16:creationId xmlns:a16="http://schemas.microsoft.com/office/drawing/2014/main" id="{92AA3F1D-AAA3-4733-A58D-CB3A0E58CD9E}"/>
              </a:ext>
            </a:extLst>
          </p:cNvPr>
          <p:cNvSpPr>
            <a:spLocks xmlns:a="http://schemas.openxmlformats.org/drawingml/2006/main" noGrp="1"/>
          </p:cNvSpPr>
          <p:nvPr/>
        </p:nvSpPr>
        <p:spPr>
          <a:xfrm xmlns:a="http://schemas.openxmlformats.org/drawingml/2006/main">
            <a:off x="1381125" y="7229475"/>
            <a:ext cx="870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T22 / D22@v1: 결과 참조와 원본 버전</a:t>
            </a:r>
          </a:p>
        </p:txBody>
      </p:sp>
      <p:sp>
        <p:nvSpPr>
          <p:cNvPr id="28" name="bg-90-history-reference">
            <a:extLst xmlns:a="http://schemas.openxmlformats.org/drawingml/2006/main">
              <a:ext uri="{FF2B5EF4-FFF2-40B4-BE49-F238E27FC236}">
                <a16:creationId xmlns:a16="http://schemas.microsoft.com/office/drawing/2014/main" id="{93EFECA6-DDE9-4A84-9B46-21BC0345DA66}"/>
              </a:ext>
            </a:extLst>
          </p:cNvPr>
          <p:cNvSpPr>
            <a:spLocks xmlns:a="http://schemas.openxmlformats.org/drawingml/2006/main" noGrp="1"/>
          </p:cNvSpPr>
          <p:nvPr/>
        </p:nvSpPr>
        <p:spPr>
          <a:xfrm xmlns:a="http://schemas.openxmlformats.org/drawingml/2006/main">
            <a:off x="10325100" y="7019925"/>
            <a:ext cx="1104900" cy="9525"/>
          </a:xfrm>
          <a:custGeom xmlns:a="http://schemas.openxmlformats.org/drawingml/2006/main">
            <a:pathLst>
              <a:path w="1104900" h="9525">
                <a:moveTo>
                  <a:pt x="0" y="0"/>
                </a:moveTo>
                <a:lnTo>
                  <a:pt x="1104900" y="0"/>
                </a:lnTo>
              </a:path>
            </a:pathLst>
          </a:custGeom>
          <a:noFill xmlns:a="http://schemas.openxmlformats.org/drawingml/2006/main"/>
          <a:ln xmlns:a="http://schemas.openxmlformats.org/drawingml/2006/main" w="28575">
            <a:solidFill>
              <a:srgbClr val="00889A"/>
            </a:solidFill>
            <a:prstDash val="dash"/>
          </a:ln>
        </p:spPr>
      </p:sp>
      <p:sp>
        <p:nvSpPr>
          <p:cNvPr id="29" name="bg-91-history-reference-head">
            <a:extLst xmlns:a="http://schemas.openxmlformats.org/drawingml/2006/main">
              <a:ext uri="{FF2B5EF4-FFF2-40B4-BE49-F238E27FC236}">
                <a16:creationId xmlns:a16="http://schemas.microsoft.com/office/drawing/2014/main" id="{0A146F71-B207-4C77-968F-E48DCC51874B}"/>
              </a:ext>
            </a:extLst>
          </p:cNvPr>
          <p:cNvSpPr>
            <a:spLocks xmlns:a="http://schemas.openxmlformats.org/drawingml/2006/main" noGrp="1"/>
          </p:cNvSpPr>
          <p:nvPr/>
        </p:nvSpPr>
        <p:spPr>
          <a:xfrm xmlns:a="http://schemas.openxmlformats.org/drawingml/2006/main">
            <a:off x="11321333" y="696056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8575">
            <a:solidFill>
              <a:srgbClr val="00889A"/>
            </a:solidFill>
            <a:prstDash val="solid"/>
          </a:ln>
        </p:spPr>
      </p:sp>
      <p:sp>
        <p:nvSpPr>
          <p:cNvPr id="30" name="bg-92-text">
            <a:extLst xmlns:a="http://schemas.openxmlformats.org/drawingml/2006/main">
              <a:ext uri="{FF2B5EF4-FFF2-40B4-BE49-F238E27FC236}">
                <a16:creationId xmlns:a16="http://schemas.microsoft.com/office/drawing/2014/main" id="{7CC6A302-CAE5-4E51-9089-640D6A788D72}"/>
              </a:ext>
            </a:extLst>
          </p:cNvPr>
          <p:cNvSpPr>
            <a:spLocks xmlns:a="http://schemas.openxmlformats.org/drawingml/2006/main" noGrp="1"/>
          </p:cNvSpPr>
          <p:nvPr/>
        </p:nvSpPr>
        <p:spPr>
          <a:xfrm xmlns:a="http://schemas.openxmlformats.org/drawingml/2006/main">
            <a:off x="11734800" y="6762750"/>
            <a:ext cx="6057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00889A"/>
                </a:solidFill>
                <a:latin typeface="Apple SD Gothic Neo"/>
                <a:ea typeface="Apple SD Gothic Neo"/>
                <a:cs typeface="Apple SD Gothic Neo"/>
              </a:defRPr>
            </a:pPr>
            <a:r>
              <a:rPr sz="2400" b="1">
                <a:solidFill>
                  <a:srgbClr val="00889A"/>
                </a:solidFill>
                <a:latin typeface="Apple SD Gothic Neo"/>
                <a:ea typeface="Apple SD Gothic Neo"/>
                <a:cs typeface="Apple SD Gothic Neo"/>
              </a:rPr>
              <a:t>견적과 적용 가능한 버전</a:t>
            </a:r>
          </a:p>
        </p:txBody>
      </p:sp>
      <p:sp>
        <p:nvSpPr>
          <p:cNvPr id="31" name="bg-93-text">
            <a:extLst xmlns:a="http://schemas.openxmlformats.org/drawingml/2006/main">
              <a:ext uri="{FF2B5EF4-FFF2-40B4-BE49-F238E27FC236}">
                <a16:creationId xmlns:a16="http://schemas.microsoft.com/office/drawing/2014/main" id="{F1C629F4-A4FD-4A4C-B8A9-3540D9C5CAFB}"/>
              </a:ext>
            </a:extLst>
          </p:cNvPr>
          <p:cNvSpPr>
            <a:spLocks xmlns:a="http://schemas.openxmlformats.org/drawingml/2006/main" noGrp="1"/>
          </p:cNvSpPr>
          <p:nvPr/>
        </p:nvSpPr>
        <p:spPr>
          <a:xfrm xmlns:a="http://schemas.openxmlformats.org/drawingml/2006/main">
            <a:off x="1381125" y="7581900"/>
            <a:ext cx="1619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202B35"/>
                </a:solidFill>
                <a:latin typeface="Apple SD Gothic Neo"/>
                <a:ea typeface="Apple SD Gothic Neo"/>
                <a:cs typeface="Apple SD Gothic Neo"/>
              </a:defRPr>
            </a:pPr>
            <a:r>
              <a:rPr sz="2300" b="1">
                <a:solidFill>
                  <a:srgbClr val="202B35"/>
                </a:solidFill>
                <a:latin typeface="Apple SD Gothic Neo"/>
                <a:ea typeface="Apple SD Gothic Neo"/>
                <a:cs typeface="Apple SD Gothic Neo"/>
              </a:rPr>
              <a:t>기록은 축적되고, 같은 과거 관계를 다른 요청에서도 다시 사용할 수 있습니다.</a:t>
            </a:r>
          </a:p>
        </p:txBody>
      </p:sp>
      <p:sp>
        <p:nvSpPr>
          <p:cNvPr id="32" name="bg-94-text">
            <a:extLst xmlns:a="http://schemas.openxmlformats.org/drawingml/2006/main">
              <a:ext uri="{FF2B5EF4-FFF2-40B4-BE49-F238E27FC236}">
                <a16:creationId xmlns:a16="http://schemas.microsoft.com/office/drawing/2014/main" id="{F1B02731-CE78-43C7-B6FF-550DE4879BAD}"/>
              </a:ext>
            </a:extLst>
          </p:cNvPr>
          <p:cNvSpPr>
            <a:spLocks xmlns:a="http://schemas.openxmlformats.org/drawingml/2006/main" noGrp="1"/>
          </p:cNvSpPr>
          <p:nvPr/>
        </p:nvSpPr>
        <p:spPr>
          <a:xfrm xmlns:a="http://schemas.openxmlformats.org/drawingml/2006/main">
            <a:off x="495300" y="8048625"/>
            <a:ext cx="1729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00" b="0">
                <a:solidFill>
                  <a:srgbClr val="576773"/>
                </a:solidFill>
                <a:latin typeface="Apple SD Gothic Neo"/>
                <a:ea typeface="Apple SD Gothic Neo"/>
                <a:cs typeface="Apple SD Gothic Neo"/>
              </a:defRPr>
            </a:pPr>
            <a:r>
              <a:rPr sz="1900" b="0">
                <a:solidFill>
                  <a:srgbClr val="576773"/>
                </a:solidFill>
                <a:latin typeface="Apple SD Gothic Neo"/>
                <a:ea typeface="Apple SD Gothic Neo"/>
                <a:cs typeface="Apple SD Gothic Neo"/>
              </a:rPr>
              <a:t>원본의 수정/삭제와 실제 전달 범위도 확인합니다. 결과 참조는 본문 전체의 보관을 뜻하지 않습니다.</a:t>
            </a:r>
          </a:p>
        </p:txBody>
      </p:sp>
      <p:sp>
        <p:nvSpPr>
          <p:cNvPr id="33" name="bg-95-footer-rule">
            <a:extLst xmlns:a="http://schemas.openxmlformats.org/drawingml/2006/main">
              <a:ext uri="{FF2B5EF4-FFF2-40B4-BE49-F238E27FC236}">
                <a16:creationId xmlns:a16="http://schemas.microsoft.com/office/drawing/2014/main" id="{30B998EE-3573-432B-9188-95BE7AEE136A}"/>
              </a:ext>
            </a:extLst>
          </p:cNvPr>
          <p:cNvSpPr>
            <a:spLocks xmlns:a="http://schemas.openxmlformats.org/drawingml/2006/main" noGrp="1"/>
          </p:cNvSpPr>
          <p:nvPr/>
        </p:nvSpPr>
        <p:spPr>
          <a:xfrm xmlns:a="http://schemas.openxmlformats.org/drawingml/2006/main">
            <a:off x="495300" y="847725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34" name="bg-96-text">
            <a:extLst xmlns:a="http://schemas.openxmlformats.org/drawingml/2006/main">
              <a:ext uri="{FF2B5EF4-FFF2-40B4-BE49-F238E27FC236}">
                <a16:creationId xmlns:a16="http://schemas.microsoft.com/office/drawing/2014/main" id="{5F13FAEB-ABAE-43CA-A17B-F5F706226595}"/>
              </a:ext>
            </a:extLst>
          </p:cNvPr>
          <p:cNvSpPr>
            <a:spLocks xmlns:a="http://schemas.openxmlformats.org/drawingml/2006/main" noGrp="1"/>
          </p:cNvSpPr>
          <p:nvPr/>
        </p:nvSpPr>
        <p:spPr>
          <a:xfrm xmlns:a="http://schemas.openxmlformats.org/drawingml/2006/main">
            <a:off x="495300" y="8686800"/>
            <a:ext cx="204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00889A"/>
                </a:solidFill>
                <a:latin typeface="Apple SD Gothic Neo"/>
                <a:ea typeface="Apple SD Gothic Neo"/>
                <a:cs typeface="Apple SD Gothic Neo"/>
              </a:defRPr>
            </a:pPr>
            <a:r>
              <a:rPr sz="2600" b="1">
                <a:solidFill>
                  <a:srgbClr val="00889A"/>
                </a:solidFill>
                <a:latin typeface="Apple SD Gothic Neo"/>
                <a:ea typeface="Apple SD Gothic Neo"/>
                <a:cs typeface="Apple SD Gothic Neo"/>
              </a:rPr>
              <a:t>설계 질문</a:t>
            </a:r>
          </a:p>
        </p:txBody>
      </p:sp>
      <p:sp>
        <p:nvSpPr>
          <p:cNvPr id="35" name="bg-97-text">
            <a:extLst xmlns:a="http://schemas.openxmlformats.org/drawingml/2006/main">
              <a:ext uri="{FF2B5EF4-FFF2-40B4-BE49-F238E27FC236}">
                <a16:creationId xmlns:a16="http://schemas.microsoft.com/office/drawing/2014/main" id="{3F469285-DB01-462F-AE7A-D00E3438A256}"/>
              </a:ext>
            </a:extLst>
          </p:cNvPr>
          <p:cNvSpPr>
            <a:spLocks xmlns:a="http://schemas.openxmlformats.org/drawingml/2006/main" noGrp="1"/>
          </p:cNvSpPr>
          <p:nvPr/>
        </p:nvSpPr>
        <p:spPr>
          <a:xfrm xmlns:a="http://schemas.openxmlformats.org/drawingml/2006/main">
            <a:off x="2667000" y="8686800"/>
            <a:ext cx="15125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흩어진 과거 근거를 어떻게 연결하고, 최신 상태와 권한에 맞게 다시 사용할까?</a:t>
            </a:r>
          </a:p>
        </p:txBody>
      </p:sp>
      <p:sp>
        <p:nvSpPr>
          <p:cNvPr id="36" name="bg-98-text">
            <a:extLst xmlns:a="http://schemas.openxmlformats.org/drawingml/2006/main">
              <a:ext uri="{FF2B5EF4-FFF2-40B4-BE49-F238E27FC236}">
                <a16:creationId xmlns:a16="http://schemas.microsoft.com/office/drawing/2014/main" id="{52A23081-DA61-481A-A1AB-8F401962D4BA}"/>
              </a:ext>
            </a:extLst>
          </p:cNvPr>
          <p:cNvSpPr>
            <a:spLocks xmlns:a="http://schemas.openxmlformats.org/drawingml/2006/main" noGrp="1"/>
          </p:cNvSpPr>
          <p:nvPr/>
        </p:nvSpPr>
        <p:spPr>
          <a:xfrm xmlns:a="http://schemas.openxmlformats.org/drawingml/2006/main">
            <a:off x="495300" y="9467850"/>
            <a:ext cx="1729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76773"/>
                </a:solidFill>
                <a:latin typeface="Apple SD Gothic Neo"/>
                <a:ea typeface="Apple SD Gothic Neo"/>
                <a:cs typeface="Apple SD Gothic Neo"/>
              </a:defRPr>
            </a:pPr>
            <a:r>
              <a:rPr sz="2000" b="0">
                <a:solidFill>
                  <a:srgbClr val="576773"/>
                </a:solidFill>
                <a:latin typeface="Apple SD Gothic Neo"/>
                <a:ea typeface="Apple SD Gothic Neo"/>
                <a:cs typeface="Apple SD Gothic Neo"/>
              </a:rPr>
              <a:t>원본의 수정이나 삭제를 반영하면서, 과거의 실제 전달 범위와 사용 가능한 근거를 구분해야 합니다.</a:t>
            </a:r>
          </a:p>
        </p:txBody>
      </p:sp>
    </p:spTree>
    <p:extLst>
      <p:ext uri="{BB962C8B-B14F-4D97-AF65-F5344CB8AC3E}">
        <p14:creationId xmlns:p14="http://schemas.microsoft.com/office/powerpoint/2010/main" val="210367877"/>
      </p:ext>
    </p:extLst>
  </p:cSld>
</p:sld>
</file>

<file path=ppt/slides/slide61.xml><?xml version="1.0" encoding="utf-8"?>
<p:sld xmlns:p="http://schemas.openxmlformats.org/presentationml/2006/main">
  <p:cSld name="dp42-background-v3">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bg-99-text">
            <a:extLst xmlns:a="http://schemas.openxmlformats.org/drawingml/2006/main">
              <a:ext uri="{FF2B5EF4-FFF2-40B4-BE49-F238E27FC236}">
                <a16:creationId xmlns:a16="http://schemas.microsoft.com/office/drawing/2014/main" id="{716DC4A7-6B45-49B1-8C9D-217E0BF6A049}"/>
              </a:ext>
            </a:extLst>
          </p:cNvPr>
          <p:cNvSpPr>
            <a:spLocks xmlns:a="http://schemas.openxmlformats.org/drawingml/2006/main" noGrp="1"/>
          </p:cNvSpPr>
          <p:nvPr/>
        </p:nvSpPr>
        <p:spPr>
          <a:xfrm xmlns:a="http://schemas.openxmlformats.org/drawingml/2006/main">
            <a:off x="495300" y="190500"/>
            <a:ext cx="1428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DP42 배경</a:t>
            </a:r>
          </a:p>
        </p:txBody>
      </p:sp>
      <p:sp>
        <p:nvSpPr>
          <p:cNvPr id="2" name="bg-100-text">
            <a:extLst xmlns:a="http://schemas.openxmlformats.org/drawingml/2006/main">
              <a:ext uri="{FF2B5EF4-FFF2-40B4-BE49-F238E27FC236}">
                <a16:creationId xmlns:a16="http://schemas.microsoft.com/office/drawing/2014/main" id="{958928A0-BA1D-4402-9438-9B9328D3558B}"/>
              </a:ext>
            </a:extLst>
          </p:cNvPr>
          <p:cNvSpPr>
            <a:spLocks xmlns:a="http://schemas.openxmlformats.org/drawingml/2006/main" noGrp="1"/>
          </p:cNvSpPr>
          <p:nvPr/>
        </p:nvSpPr>
        <p:spPr>
          <a:xfrm xmlns:a="http://schemas.openxmlformats.org/drawingml/2006/main">
            <a:off x="16573500" y="1905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00" b="0">
                <a:solidFill>
                  <a:srgbClr val="576773"/>
                </a:solidFill>
                <a:latin typeface="Apple SD Gothic Neo"/>
                <a:ea typeface="Apple SD Gothic Neo"/>
                <a:cs typeface="Apple SD Gothic Neo"/>
              </a:defRPr>
            </a:pPr>
            <a:r>
              <a:rPr sz="1700" b="0">
                <a:solidFill>
                  <a:srgbClr val="576773"/>
                </a:solidFill>
                <a:latin typeface="Apple SD Gothic Neo"/>
                <a:ea typeface="Apple SD Gothic Neo"/>
                <a:cs typeface="Apple SD Gothic Neo"/>
              </a:rPr>
              <a:t>v3 / 21</a:t>
            </a:r>
          </a:p>
        </p:txBody>
      </p:sp>
      <p:sp>
        <p:nvSpPr>
          <p:cNvPr id="3" name="bg-101-text">
            <a:extLst xmlns:a="http://schemas.openxmlformats.org/drawingml/2006/main">
              <a:ext uri="{FF2B5EF4-FFF2-40B4-BE49-F238E27FC236}">
                <a16:creationId xmlns:a16="http://schemas.microsoft.com/office/drawing/2014/main" id="{C3D3CEB0-3D3A-43A3-B06A-24F71DBCF6E0}"/>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800" b="1">
                <a:solidFill>
                  <a:srgbClr val="202B35"/>
                </a:solidFill>
                <a:latin typeface="Apple SD Gothic Neo"/>
                <a:ea typeface="Apple SD Gothic Neo"/>
                <a:cs typeface="Apple SD Gothic Neo"/>
              </a:defRPr>
            </a:pPr>
            <a:r>
              <a:rPr sz="3800" b="1">
                <a:solidFill>
                  <a:srgbClr val="202B35"/>
                </a:solidFill>
                <a:latin typeface="Apple SD Gothic Neo"/>
                <a:ea typeface="Apple SD Gothic Neo"/>
                <a:cs typeface="Apple SD Gothic Neo"/>
              </a:rPr>
              <a:t>42. 서로 다른 요청과 실행을 잇는 업무 상태</a:t>
            </a:r>
          </a:p>
        </p:txBody>
      </p:sp>
      <p:sp>
        <p:nvSpPr>
          <p:cNvPr id="4" name="bg-102-title-rule">
            <a:extLst xmlns:a="http://schemas.openxmlformats.org/drawingml/2006/main">
              <a:ext uri="{FF2B5EF4-FFF2-40B4-BE49-F238E27FC236}">
                <a16:creationId xmlns:a16="http://schemas.microsoft.com/office/drawing/2014/main" id="{8BE67519-0639-4D92-A21F-21506A1744DB}"/>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5" name="bg-103-text">
            <a:extLst xmlns:a="http://schemas.openxmlformats.org/drawingml/2006/main">
              <a:ext uri="{FF2B5EF4-FFF2-40B4-BE49-F238E27FC236}">
                <a16:creationId xmlns:a16="http://schemas.microsoft.com/office/drawing/2014/main" id="{9230D27C-85C5-4B34-A2F5-7EACBF8776B7}"/>
              </a:ext>
            </a:extLst>
          </p:cNvPr>
          <p:cNvSpPr>
            <a:spLocks xmlns:a="http://schemas.openxmlformats.org/drawingml/2006/main" noGrp="1"/>
          </p:cNvSpPr>
          <p:nvPr/>
        </p:nvSpPr>
        <p:spPr>
          <a:xfrm xmlns:a="http://schemas.openxmlformats.org/drawingml/2006/main">
            <a:off x="495300" y="1619250"/>
            <a:ext cx="17297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202B35"/>
                </a:solidFill>
                <a:latin typeface="Apple SD Gothic Neo"/>
                <a:ea typeface="Apple SD Gothic Neo"/>
                <a:cs typeface="Apple SD Gothic Neo"/>
              </a:defRPr>
            </a:pPr>
            <a:r>
              <a:rPr sz="2800" b="1">
                <a:solidFill>
                  <a:srgbClr val="202B35"/>
                </a:solidFill>
                <a:latin typeface="Apple SD Gothic Neo"/>
                <a:ea typeface="Apple SD Gothic Neo"/>
                <a:cs typeface="Apple SD Gothic Neo"/>
              </a:rPr>
              <a:t>보고서 작성이 끝나도 같은 업무를 확인하고 수정할 수 있습니다.</a:t>
            </a:r>
          </a:p>
        </p:txBody>
      </p:sp>
      <p:sp>
        <p:nvSpPr>
          <p:cNvPr id="6" name="bg-104-text">
            <a:extLst xmlns:a="http://schemas.openxmlformats.org/drawingml/2006/main">
              <a:ext uri="{FF2B5EF4-FFF2-40B4-BE49-F238E27FC236}">
                <a16:creationId xmlns:a16="http://schemas.microsoft.com/office/drawing/2014/main" id="{4FFF234E-24F4-4C33-B159-4CA5712FF8F9}"/>
              </a:ext>
            </a:extLst>
          </p:cNvPr>
          <p:cNvSpPr>
            <a:spLocks xmlns:a="http://schemas.openxmlformats.org/drawingml/2006/main" noGrp="1"/>
          </p:cNvSpPr>
          <p:nvPr/>
        </p:nvSpPr>
        <p:spPr>
          <a:xfrm xmlns:a="http://schemas.openxmlformats.org/drawingml/2006/main">
            <a:off x="495300" y="2238375"/>
            <a:ext cx="17297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0">
                <a:solidFill>
                  <a:srgbClr val="00889A"/>
                </a:solidFill>
                <a:latin typeface="Apple SD Gothic Neo"/>
                <a:ea typeface="Apple SD Gothic Neo"/>
                <a:cs typeface="Apple SD Gothic Neo"/>
              </a:defRPr>
            </a:pPr>
            <a:r>
              <a:rPr sz="2300" b="0">
                <a:solidFill>
                  <a:srgbClr val="00889A"/>
                </a:solidFill>
                <a:latin typeface="Apple SD Gothic Neo"/>
                <a:ea typeface="Apple SD Gothic Neo"/>
                <a:cs typeface="Apple SD Gothic Neo"/>
              </a:rPr>
              <a:t>Conversation C1: 음성 연결이 꺼져도 대화 기록과 업무 연결은 유지합니다.</a:t>
            </a:r>
          </a:p>
        </p:txBody>
      </p:sp>
      <p:sp>
        <p:nvSpPr>
          <p:cNvPr id="7" name="bg-105-text">
            <a:extLst xmlns:a="http://schemas.openxmlformats.org/drawingml/2006/main">
              <a:ext uri="{FF2B5EF4-FFF2-40B4-BE49-F238E27FC236}">
                <a16:creationId xmlns:a16="http://schemas.microsoft.com/office/drawing/2014/main" id="{84C1E3C3-3797-4BD0-9EE4-65192A30EA6F}"/>
              </a:ext>
            </a:extLst>
          </p:cNvPr>
          <p:cNvSpPr>
            <a:spLocks xmlns:a="http://schemas.openxmlformats.org/drawingml/2006/main" noGrp="1"/>
          </p:cNvSpPr>
          <p:nvPr/>
        </p:nvSpPr>
        <p:spPr>
          <a:xfrm xmlns:a="http://schemas.openxmlformats.org/drawingml/2006/main">
            <a:off x="952500" y="2933700"/>
            <a:ext cx="700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354354"/>
                </a:solidFill>
                <a:latin typeface="Apple SD Gothic Neo"/>
                <a:ea typeface="Apple SD Gothic Neo"/>
                <a:cs typeface="Apple SD Gothic Neo"/>
              </a:defRPr>
            </a:pPr>
            <a:r>
              <a:rPr sz="2600" b="1">
                <a:solidFill>
                  <a:srgbClr val="354354"/>
                </a:solidFill>
                <a:latin typeface="Apple SD Gothic Neo"/>
                <a:ea typeface="Apple SD Gothic Neo"/>
                <a:cs typeface="Apple SD Gothic Neo"/>
              </a:rPr>
              <a:t>개별 요청의 처리</a:t>
            </a:r>
          </a:p>
        </p:txBody>
      </p:sp>
      <p:sp>
        <p:nvSpPr>
          <p:cNvPr id="8" name="bg-106-text">
            <a:extLst xmlns:a="http://schemas.openxmlformats.org/drawingml/2006/main">
              <a:ext uri="{FF2B5EF4-FFF2-40B4-BE49-F238E27FC236}">
                <a16:creationId xmlns:a16="http://schemas.microsoft.com/office/drawing/2014/main" id="{9E7B2853-25A6-403F-875F-A50BEA1B2EC0}"/>
              </a:ext>
            </a:extLst>
          </p:cNvPr>
          <p:cNvSpPr>
            <a:spLocks xmlns:a="http://schemas.openxmlformats.org/drawingml/2006/main" noGrp="1"/>
          </p:cNvSpPr>
          <p:nvPr/>
        </p:nvSpPr>
        <p:spPr>
          <a:xfrm xmlns:a="http://schemas.openxmlformats.org/drawingml/2006/main">
            <a:off x="8220075" y="2933700"/>
            <a:ext cx="436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00889A"/>
                </a:solidFill>
                <a:latin typeface="Apple SD Gothic Neo"/>
                <a:ea typeface="Apple SD Gothic Neo"/>
                <a:cs typeface="Apple SD Gothic Neo"/>
              </a:defRPr>
            </a:pPr>
            <a:r>
              <a:rPr sz="2600" b="1">
                <a:solidFill>
                  <a:srgbClr val="00889A"/>
                </a:solidFill>
                <a:latin typeface="Apple SD Gothic Neo"/>
                <a:ea typeface="Apple SD Gothic Neo"/>
                <a:cs typeface="Apple SD Gothic Neo"/>
              </a:rPr>
              <a:t>계속 추적하는 업무</a:t>
            </a:r>
          </a:p>
        </p:txBody>
      </p:sp>
      <p:sp>
        <p:nvSpPr>
          <p:cNvPr id="9" name="bg-107-text">
            <a:extLst xmlns:a="http://schemas.openxmlformats.org/drawingml/2006/main">
              <a:ext uri="{FF2B5EF4-FFF2-40B4-BE49-F238E27FC236}">
                <a16:creationId xmlns:a16="http://schemas.microsoft.com/office/drawing/2014/main" id="{59AB833D-240A-4526-B2C9-5FD8713A4708}"/>
              </a:ext>
            </a:extLst>
          </p:cNvPr>
          <p:cNvSpPr>
            <a:spLocks xmlns:a="http://schemas.openxmlformats.org/drawingml/2006/main" noGrp="1"/>
          </p:cNvSpPr>
          <p:nvPr/>
        </p:nvSpPr>
        <p:spPr>
          <a:xfrm xmlns:a="http://schemas.openxmlformats.org/drawingml/2006/main">
            <a:off x="13887450" y="2933700"/>
            <a:ext cx="3905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354354"/>
                </a:solidFill>
                <a:latin typeface="Apple SD Gothic Neo"/>
                <a:ea typeface="Apple SD Gothic Neo"/>
                <a:cs typeface="Apple SD Gothic Neo"/>
              </a:defRPr>
            </a:pPr>
            <a:r>
              <a:rPr sz="2300" b="1">
                <a:solidFill>
                  <a:srgbClr val="354354"/>
                </a:solidFill>
                <a:latin typeface="Apple SD Gothic Neo"/>
                <a:ea typeface="Apple SD Gothic Neo"/>
                <a:cs typeface="Apple SD Gothic Neo"/>
              </a:rPr>
              <a:t>Downstream Agent 실행</a:t>
            </a:r>
          </a:p>
        </p:txBody>
      </p:sp>
      <p:sp>
        <p:nvSpPr>
          <p:cNvPr id="10" name="bg-108-R1">
            <a:extLst xmlns:a="http://schemas.openxmlformats.org/drawingml/2006/main">
              <a:ext uri="{FF2B5EF4-FFF2-40B4-BE49-F238E27FC236}">
                <a16:creationId xmlns:a16="http://schemas.microsoft.com/office/drawing/2014/main" id="{1484E8F9-FB5F-485D-A103-9EA0F23A9D0A}"/>
              </a:ext>
            </a:extLst>
          </p:cNvPr>
          <p:cNvSpPr>
            <a:spLocks xmlns:a="http://schemas.openxmlformats.org/drawingml/2006/main" noGrp="1"/>
          </p:cNvSpPr>
          <p:nvPr/>
        </p:nvSpPr>
        <p:spPr>
          <a:xfrm xmlns:a="http://schemas.openxmlformats.org/drawingml/2006/main">
            <a:off x="952500" y="3476625"/>
            <a:ext cx="781050" cy="781050"/>
          </a:xfrm>
          <a:prstGeom xmlns:a="http://schemas.openxmlformats.org/drawingml/2006/main" prst="ellipse">
            <a:avLst/>
          </a:prstGeom>
          <a:solidFill xmlns:a="http://schemas.openxmlformats.org/drawingml/2006/main">
            <a:srgbClr val="EAF3F7"/>
          </a:solidFill>
          <a:ln xmlns:a="http://schemas.openxmlformats.org/drawingml/2006/main" w="23813">
            <a:solidFill>
              <a:srgbClr val="00889A"/>
            </a:solidFill>
          </a:ln>
        </p:spPr>
      </p:sp>
      <p:sp>
        <p:nvSpPr>
          <p:cNvPr id="11" name="bg-109-text">
            <a:extLst xmlns:a="http://schemas.openxmlformats.org/drawingml/2006/main">
              <a:ext uri="{FF2B5EF4-FFF2-40B4-BE49-F238E27FC236}">
                <a16:creationId xmlns:a16="http://schemas.microsoft.com/office/drawing/2014/main" id="{7CD0463A-DEDD-4E64-8C76-418E3E2D593F}"/>
              </a:ext>
            </a:extLst>
          </p:cNvPr>
          <p:cNvSpPr>
            <a:spLocks xmlns:a="http://schemas.openxmlformats.org/drawingml/2006/main" noGrp="1"/>
          </p:cNvSpPr>
          <p:nvPr/>
        </p:nvSpPr>
        <p:spPr>
          <a:xfrm xmlns:a="http://schemas.openxmlformats.org/drawingml/2006/main">
            <a:off x="952500" y="3476625"/>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202B35"/>
                </a:solidFill>
                <a:latin typeface="Apple SD Gothic Neo"/>
                <a:ea typeface="Apple SD Gothic Neo"/>
                <a:cs typeface="Apple SD Gothic Neo"/>
              </a:defRPr>
            </a:pPr>
            <a:r>
              <a:rPr sz="2300" b="1">
                <a:solidFill>
                  <a:srgbClr val="202B35"/>
                </a:solidFill>
                <a:latin typeface="Apple SD Gothic Neo"/>
                <a:ea typeface="Apple SD Gothic Neo"/>
                <a:cs typeface="Apple SD Gothic Neo"/>
              </a:rPr>
              <a:t>R1</a:t>
            </a:r>
          </a:p>
        </p:txBody>
      </p:sp>
      <p:sp>
        <p:nvSpPr>
          <p:cNvPr id="12" name="bg-110-text">
            <a:extLst xmlns:a="http://schemas.openxmlformats.org/drawingml/2006/main">
              <a:ext uri="{FF2B5EF4-FFF2-40B4-BE49-F238E27FC236}">
                <a16:creationId xmlns:a16="http://schemas.microsoft.com/office/drawing/2014/main" id="{77375150-680F-401D-B837-34D042FA3117}"/>
              </a:ext>
            </a:extLst>
          </p:cNvPr>
          <p:cNvSpPr>
            <a:spLocks xmlns:a="http://schemas.openxmlformats.org/drawingml/2006/main" noGrp="1"/>
          </p:cNvSpPr>
          <p:nvPr/>
        </p:nvSpPr>
        <p:spPr>
          <a:xfrm xmlns:a="http://schemas.openxmlformats.org/drawingml/2006/main">
            <a:off x="2047875" y="3467100"/>
            <a:ext cx="5781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보고서 작성 위임</a:t>
            </a:r>
          </a:p>
          <a:p xmlns:a="http://schemas.openxmlformats.org/drawingml/2006/main">
            <a:pPr algn="l">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외부 접수 확인 뒤 요청 처리 종료</a:t>
            </a:r>
          </a:p>
        </p:txBody>
      </p:sp>
      <p:sp>
        <p:nvSpPr>
          <p:cNvPr id="13" name="bg-111-R2">
            <a:extLst xmlns:a="http://schemas.openxmlformats.org/drawingml/2006/main">
              <a:ext uri="{FF2B5EF4-FFF2-40B4-BE49-F238E27FC236}">
                <a16:creationId xmlns:a16="http://schemas.microsoft.com/office/drawing/2014/main" id="{5DCF9F4E-D5FA-44FD-9AE8-4AA379D197DC}"/>
              </a:ext>
            </a:extLst>
          </p:cNvPr>
          <p:cNvSpPr>
            <a:spLocks xmlns:a="http://schemas.openxmlformats.org/drawingml/2006/main" noGrp="1"/>
          </p:cNvSpPr>
          <p:nvPr/>
        </p:nvSpPr>
        <p:spPr>
          <a:xfrm xmlns:a="http://schemas.openxmlformats.org/drawingml/2006/main">
            <a:off x="952500" y="4905375"/>
            <a:ext cx="781050" cy="781050"/>
          </a:xfrm>
          <a:prstGeom xmlns:a="http://schemas.openxmlformats.org/drawingml/2006/main" prst="ellipse">
            <a:avLst/>
          </a:prstGeom>
          <a:solidFill xmlns:a="http://schemas.openxmlformats.org/drawingml/2006/main">
            <a:srgbClr val="EAF3F7"/>
          </a:solidFill>
          <a:ln xmlns:a="http://schemas.openxmlformats.org/drawingml/2006/main" w="23813">
            <a:solidFill>
              <a:srgbClr val="00889A"/>
            </a:solidFill>
          </a:ln>
        </p:spPr>
      </p:sp>
      <p:sp>
        <p:nvSpPr>
          <p:cNvPr id="14" name="bg-112-text">
            <a:extLst xmlns:a="http://schemas.openxmlformats.org/drawingml/2006/main">
              <a:ext uri="{FF2B5EF4-FFF2-40B4-BE49-F238E27FC236}">
                <a16:creationId xmlns:a16="http://schemas.microsoft.com/office/drawing/2014/main" id="{1C79C3D5-F3F6-4B14-9817-BE11FD487CC2}"/>
              </a:ext>
            </a:extLst>
          </p:cNvPr>
          <p:cNvSpPr>
            <a:spLocks xmlns:a="http://schemas.openxmlformats.org/drawingml/2006/main" noGrp="1"/>
          </p:cNvSpPr>
          <p:nvPr/>
        </p:nvSpPr>
        <p:spPr>
          <a:xfrm xmlns:a="http://schemas.openxmlformats.org/drawingml/2006/main">
            <a:off x="952500" y="4905375"/>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202B35"/>
                </a:solidFill>
                <a:latin typeface="Apple SD Gothic Neo"/>
                <a:ea typeface="Apple SD Gothic Neo"/>
                <a:cs typeface="Apple SD Gothic Neo"/>
              </a:defRPr>
            </a:pPr>
            <a:r>
              <a:rPr sz="2300" b="1">
                <a:solidFill>
                  <a:srgbClr val="202B35"/>
                </a:solidFill>
                <a:latin typeface="Apple SD Gothic Neo"/>
                <a:ea typeface="Apple SD Gothic Neo"/>
                <a:cs typeface="Apple SD Gothic Neo"/>
              </a:rPr>
              <a:t>R2</a:t>
            </a:r>
          </a:p>
        </p:txBody>
      </p:sp>
      <p:sp>
        <p:nvSpPr>
          <p:cNvPr id="15" name="bg-113-text">
            <a:extLst xmlns:a="http://schemas.openxmlformats.org/drawingml/2006/main">
              <a:ext uri="{FF2B5EF4-FFF2-40B4-BE49-F238E27FC236}">
                <a16:creationId xmlns:a16="http://schemas.microsoft.com/office/drawing/2014/main" id="{DF338AD1-70C5-4CE8-8D43-CD8F1ED39344}"/>
              </a:ext>
            </a:extLst>
          </p:cNvPr>
          <p:cNvSpPr>
            <a:spLocks xmlns:a="http://schemas.openxmlformats.org/drawingml/2006/main" noGrp="1"/>
          </p:cNvSpPr>
          <p:nvPr/>
        </p:nvSpPr>
        <p:spPr>
          <a:xfrm xmlns:a="http://schemas.openxmlformats.org/drawingml/2006/main">
            <a:off x="2047875" y="4895850"/>
            <a:ext cx="5781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진행 확인</a:t>
            </a:r>
          </a:p>
          <a:p xmlns:a="http://schemas.openxmlformats.org/drawingml/2006/main">
            <a:pPr algn="l">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확인된 상태로 답변, 새 실행 없음</a:t>
            </a:r>
          </a:p>
        </p:txBody>
      </p:sp>
      <p:sp>
        <p:nvSpPr>
          <p:cNvPr id="16" name="bg-114-R3">
            <a:extLst xmlns:a="http://schemas.openxmlformats.org/drawingml/2006/main">
              <a:ext uri="{FF2B5EF4-FFF2-40B4-BE49-F238E27FC236}">
                <a16:creationId xmlns:a16="http://schemas.microsoft.com/office/drawing/2014/main" id="{D18FC5DF-F653-4FF2-AE56-9C8C63B1253E}"/>
              </a:ext>
            </a:extLst>
          </p:cNvPr>
          <p:cNvSpPr>
            <a:spLocks xmlns:a="http://schemas.openxmlformats.org/drawingml/2006/main" noGrp="1"/>
          </p:cNvSpPr>
          <p:nvPr/>
        </p:nvSpPr>
        <p:spPr>
          <a:xfrm xmlns:a="http://schemas.openxmlformats.org/drawingml/2006/main">
            <a:off x="952500" y="6334125"/>
            <a:ext cx="781050" cy="781050"/>
          </a:xfrm>
          <a:prstGeom xmlns:a="http://schemas.openxmlformats.org/drawingml/2006/main" prst="ellipse">
            <a:avLst/>
          </a:prstGeom>
          <a:solidFill xmlns:a="http://schemas.openxmlformats.org/drawingml/2006/main">
            <a:srgbClr val="EAF3F7"/>
          </a:solidFill>
          <a:ln xmlns:a="http://schemas.openxmlformats.org/drawingml/2006/main" w="23813">
            <a:solidFill>
              <a:srgbClr val="00889A"/>
            </a:solidFill>
          </a:ln>
        </p:spPr>
      </p:sp>
      <p:sp>
        <p:nvSpPr>
          <p:cNvPr id="17" name="bg-115-text">
            <a:extLst xmlns:a="http://schemas.openxmlformats.org/drawingml/2006/main">
              <a:ext uri="{FF2B5EF4-FFF2-40B4-BE49-F238E27FC236}">
                <a16:creationId xmlns:a16="http://schemas.microsoft.com/office/drawing/2014/main" id="{7787066D-90C3-4C7A-8D3E-1E9EE3787BEA}"/>
              </a:ext>
            </a:extLst>
          </p:cNvPr>
          <p:cNvSpPr>
            <a:spLocks xmlns:a="http://schemas.openxmlformats.org/drawingml/2006/main" noGrp="1"/>
          </p:cNvSpPr>
          <p:nvPr/>
        </p:nvSpPr>
        <p:spPr>
          <a:xfrm xmlns:a="http://schemas.openxmlformats.org/drawingml/2006/main">
            <a:off x="952500" y="6334125"/>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202B35"/>
                </a:solidFill>
                <a:latin typeface="Apple SD Gothic Neo"/>
                <a:ea typeface="Apple SD Gothic Neo"/>
                <a:cs typeface="Apple SD Gothic Neo"/>
              </a:defRPr>
            </a:pPr>
            <a:r>
              <a:rPr sz="2300" b="1">
                <a:solidFill>
                  <a:srgbClr val="202B35"/>
                </a:solidFill>
                <a:latin typeface="Apple SD Gothic Neo"/>
                <a:ea typeface="Apple SD Gothic Neo"/>
                <a:cs typeface="Apple SD Gothic Neo"/>
              </a:rPr>
              <a:t>R3</a:t>
            </a:r>
          </a:p>
        </p:txBody>
      </p:sp>
      <p:sp>
        <p:nvSpPr>
          <p:cNvPr id="18" name="bg-116-text">
            <a:extLst xmlns:a="http://schemas.openxmlformats.org/drawingml/2006/main">
              <a:ext uri="{FF2B5EF4-FFF2-40B4-BE49-F238E27FC236}">
                <a16:creationId xmlns:a16="http://schemas.microsoft.com/office/drawing/2014/main" id="{EA8E06FF-3F53-4B75-8D46-54BCF0F83B51}"/>
              </a:ext>
            </a:extLst>
          </p:cNvPr>
          <p:cNvSpPr>
            <a:spLocks xmlns:a="http://schemas.openxmlformats.org/drawingml/2006/main" noGrp="1"/>
          </p:cNvSpPr>
          <p:nvPr/>
        </p:nvSpPr>
        <p:spPr>
          <a:xfrm xmlns:a="http://schemas.openxmlformats.org/drawingml/2006/main">
            <a:off x="2047875" y="6324600"/>
            <a:ext cx="5781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결론 수정</a:t>
            </a:r>
          </a:p>
          <a:p xmlns:a="http://schemas.openxmlformats.org/drawingml/2006/main">
            <a:pPr algn="l">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같은 보고서 업무에 수정 요청 연결</a:t>
            </a:r>
          </a:p>
        </p:txBody>
      </p:sp>
      <p:sp>
        <p:nvSpPr>
          <p:cNvPr id="19" name="bg-117-Task T1">
            <a:extLst xmlns:a="http://schemas.openxmlformats.org/drawingml/2006/main">
              <a:ext uri="{FF2B5EF4-FFF2-40B4-BE49-F238E27FC236}">
                <a16:creationId xmlns:a16="http://schemas.microsoft.com/office/drawing/2014/main" id="{2F38C107-5B03-46E3-848A-C430F891D734}"/>
              </a:ext>
            </a:extLst>
          </p:cNvPr>
          <p:cNvSpPr>
            <a:spLocks xmlns:a="http://schemas.openxmlformats.org/drawingml/2006/main" noGrp="1"/>
          </p:cNvSpPr>
          <p:nvPr/>
        </p:nvSpPr>
        <p:spPr>
          <a:xfrm xmlns:a="http://schemas.openxmlformats.org/drawingml/2006/main">
            <a:off x="8763000" y="4572000"/>
            <a:ext cx="1809750" cy="1809750"/>
          </a:xfrm>
          <a:prstGeom xmlns:a="http://schemas.openxmlformats.org/drawingml/2006/main" prst="ellipse">
            <a:avLst/>
          </a:prstGeom>
          <a:solidFill xmlns:a="http://schemas.openxmlformats.org/drawingml/2006/main">
            <a:srgbClr val="EAF3F7"/>
          </a:solidFill>
          <a:ln xmlns:a="http://schemas.openxmlformats.org/drawingml/2006/main" w="23813">
            <a:solidFill>
              <a:srgbClr val="00889A"/>
            </a:solidFill>
          </a:ln>
        </p:spPr>
      </p:sp>
      <p:sp>
        <p:nvSpPr>
          <p:cNvPr id="20" name="bg-118-text">
            <a:extLst xmlns:a="http://schemas.openxmlformats.org/drawingml/2006/main">
              <a:ext uri="{FF2B5EF4-FFF2-40B4-BE49-F238E27FC236}">
                <a16:creationId xmlns:a16="http://schemas.microsoft.com/office/drawing/2014/main" id="{7C922688-2928-4C72-90D6-A71EEB8E3E46}"/>
              </a:ext>
            </a:extLst>
          </p:cNvPr>
          <p:cNvSpPr>
            <a:spLocks xmlns:a="http://schemas.openxmlformats.org/drawingml/2006/main" noGrp="1"/>
          </p:cNvSpPr>
          <p:nvPr/>
        </p:nvSpPr>
        <p:spPr>
          <a:xfrm xmlns:a="http://schemas.openxmlformats.org/drawingml/2006/main">
            <a:off x="8763000" y="4572000"/>
            <a:ext cx="1809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800" b="1">
                <a:solidFill>
                  <a:srgbClr val="202B35"/>
                </a:solidFill>
                <a:latin typeface="Apple SD Gothic Neo"/>
                <a:ea typeface="Apple SD Gothic Neo"/>
                <a:cs typeface="Apple SD Gothic Neo"/>
              </a:defRPr>
            </a:pPr>
            <a:r>
              <a:rPr sz="2800" b="1">
                <a:solidFill>
                  <a:srgbClr val="202B35"/>
                </a:solidFill>
                <a:latin typeface="Apple SD Gothic Neo"/>
                <a:ea typeface="Apple SD Gothic Neo"/>
                <a:cs typeface="Apple SD Gothic Neo"/>
              </a:rPr>
              <a:t>Task T1</a:t>
            </a:r>
          </a:p>
        </p:txBody>
      </p:sp>
      <p:sp>
        <p:nvSpPr>
          <p:cNvPr id="21" name="bg-119-text">
            <a:extLst xmlns:a="http://schemas.openxmlformats.org/drawingml/2006/main">
              <a:ext uri="{FF2B5EF4-FFF2-40B4-BE49-F238E27FC236}">
                <a16:creationId xmlns:a16="http://schemas.microsoft.com/office/drawing/2014/main" id="{3DF77B8E-DAF8-4D4F-86B2-3D189B556CFB}"/>
              </a:ext>
            </a:extLst>
          </p:cNvPr>
          <p:cNvSpPr>
            <a:spLocks xmlns:a="http://schemas.openxmlformats.org/drawingml/2006/main" noGrp="1"/>
          </p:cNvSpPr>
          <p:nvPr/>
        </p:nvSpPr>
        <p:spPr>
          <a:xfrm xmlns:a="http://schemas.openxmlformats.org/drawingml/2006/main">
            <a:off x="8629650" y="6515100"/>
            <a:ext cx="2514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보고서 업무</a:t>
            </a:r>
          </a:p>
        </p:txBody>
      </p:sp>
      <p:sp>
        <p:nvSpPr>
          <p:cNvPr id="22" name="bg-120-r1-task">
            <a:extLst xmlns:a="http://schemas.openxmlformats.org/drawingml/2006/main">
              <a:ext uri="{FF2B5EF4-FFF2-40B4-BE49-F238E27FC236}">
                <a16:creationId xmlns:a16="http://schemas.microsoft.com/office/drawing/2014/main" id="{23B634D0-F1FA-40AA-8B23-22DA123DDB5B}"/>
              </a:ext>
            </a:extLst>
          </p:cNvPr>
          <p:cNvSpPr>
            <a:spLocks xmlns:a="http://schemas.openxmlformats.org/drawingml/2006/main" noGrp="1"/>
          </p:cNvSpPr>
          <p:nvPr/>
        </p:nvSpPr>
        <p:spPr>
          <a:xfrm xmlns:a="http://schemas.openxmlformats.org/drawingml/2006/main">
            <a:off x="1343025" y="4257675"/>
            <a:ext cx="7419975" cy="781050"/>
          </a:xfrm>
          <a:custGeom xmlns:a="http://schemas.openxmlformats.org/drawingml/2006/main">
            <a:pathLst>
              <a:path w="7419975" h="781050">
                <a:moveTo>
                  <a:pt x="0" y="0"/>
                </a:moveTo>
                <a:lnTo>
                  <a:pt x="0" y="133350"/>
                </a:lnTo>
                <a:lnTo>
                  <a:pt x="6943725" y="133350"/>
                </a:lnTo>
                <a:lnTo>
                  <a:pt x="6943725" y="781050"/>
                </a:lnTo>
                <a:lnTo>
                  <a:pt x="7419975" y="781050"/>
                </a:lnTo>
              </a:path>
            </a:pathLst>
          </a:custGeom>
          <a:noFill xmlns:a="http://schemas.openxmlformats.org/drawingml/2006/main"/>
          <a:ln xmlns:a="http://schemas.openxmlformats.org/drawingml/2006/main" w="26670">
            <a:solidFill>
              <a:srgbClr val="00889A"/>
            </a:solidFill>
            <a:prstDash val="solid"/>
          </a:ln>
        </p:spPr>
      </p:sp>
      <p:sp>
        <p:nvSpPr>
          <p:cNvPr id="23" name="bg-121-r1-task-head">
            <a:extLst xmlns:a="http://schemas.openxmlformats.org/drawingml/2006/main">
              <a:ext uri="{FF2B5EF4-FFF2-40B4-BE49-F238E27FC236}">
                <a16:creationId xmlns:a16="http://schemas.microsoft.com/office/drawing/2014/main" id="{DE6ABC65-E0FC-407B-9DDF-AC94CA976921}"/>
              </a:ext>
            </a:extLst>
          </p:cNvPr>
          <p:cNvSpPr>
            <a:spLocks xmlns:a="http://schemas.openxmlformats.org/drawingml/2006/main" noGrp="1"/>
          </p:cNvSpPr>
          <p:nvPr/>
        </p:nvSpPr>
        <p:spPr>
          <a:xfrm xmlns:a="http://schemas.openxmlformats.org/drawingml/2006/main">
            <a:off x="8654333" y="497936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6670">
            <a:solidFill>
              <a:srgbClr val="00889A"/>
            </a:solidFill>
            <a:prstDash val="solid"/>
          </a:ln>
        </p:spPr>
      </p:sp>
      <p:sp>
        <p:nvSpPr>
          <p:cNvPr id="24" name="bg-122-r2-task">
            <a:extLst xmlns:a="http://schemas.openxmlformats.org/drawingml/2006/main">
              <a:ext uri="{FF2B5EF4-FFF2-40B4-BE49-F238E27FC236}">
                <a16:creationId xmlns:a16="http://schemas.microsoft.com/office/drawing/2014/main" id="{97110BC5-27DF-4E6A-9C74-219FBF762F17}"/>
              </a:ext>
            </a:extLst>
          </p:cNvPr>
          <p:cNvSpPr>
            <a:spLocks xmlns:a="http://schemas.openxmlformats.org/drawingml/2006/main" noGrp="1"/>
          </p:cNvSpPr>
          <p:nvPr/>
        </p:nvSpPr>
        <p:spPr>
          <a:xfrm xmlns:a="http://schemas.openxmlformats.org/drawingml/2006/main">
            <a:off x="1343025" y="5686425"/>
            <a:ext cx="7419975" cy="133350"/>
          </a:xfrm>
          <a:custGeom xmlns:a="http://schemas.openxmlformats.org/drawingml/2006/main">
            <a:pathLst>
              <a:path w="7419975" h="133350">
                <a:moveTo>
                  <a:pt x="0" y="0"/>
                </a:moveTo>
                <a:lnTo>
                  <a:pt x="0" y="133350"/>
                </a:lnTo>
                <a:lnTo>
                  <a:pt x="6896100" y="133350"/>
                </a:lnTo>
                <a:lnTo>
                  <a:pt x="7419975" y="133350"/>
                </a:lnTo>
              </a:path>
            </a:pathLst>
          </a:custGeom>
          <a:noFill xmlns:a="http://schemas.openxmlformats.org/drawingml/2006/main"/>
          <a:ln xmlns:a="http://schemas.openxmlformats.org/drawingml/2006/main" w="26670">
            <a:solidFill>
              <a:srgbClr val="576773"/>
            </a:solidFill>
            <a:prstDash val="dash"/>
          </a:ln>
        </p:spPr>
      </p:sp>
      <p:sp>
        <p:nvSpPr>
          <p:cNvPr id="25" name="bg-123-r2-task-head">
            <a:extLst xmlns:a="http://schemas.openxmlformats.org/drawingml/2006/main">
              <a:ext uri="{FF2B5EF4-FFF2-40B4-BE49-F238E27FC236}">
                <a16:creationId xmlns:a16="http://schemas.microsoft.com/office/drawing/2014/main" id="{190779DA-FB8E-45D5-8436-5F3776F12FEB}"/>
              </a:ext>
            </a:extLst>
          </p:cNvPr>
          <p:cNvSpPr>
            <a:spLocks xmlns:a="http://schemas.openxmlformats.org/drawingml/2006/main" noGrp="1"/>
          </p:cNvSpPr>
          <p:nvPr/>
        </p:nvSpPr>
        <p:spPr>
          <a:xfrm xmlns:a="http://schemas.openxmlformats.org/drawingml/2006/main">
            <a:off x="8654333" y="576041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6670">
            <a:solidFill>
              <a:srgbClr val="576773"/>
            </a:solidFill>
            <a:prstDash val="solid"/>
          </a:ln>
        </p:spPr>
      </p:sp>
      <p:sp>
        <p:nvSpPr>
          <p:cNvPr id="26" name="bg-124-r3-task">
            <a:extLst xmlns:a="http://schemas.openxmlformats.org/drawingml/2006/main">
              <a:ext uri="{FF2B5EF4-FFF2-40B4-BE49-F238E27FC236}">
                <a16:creationId xmlns:a16="http://schemas.microsoft.com/office/drawing/2014/main" id="{CF46BF22-EFE1-46CD-BAAE-A8C434620D77}"/>
              </a:ext>
            </a:extLst>
          </p:cNvPr>
          <p:cNvSpPr>
            <a:spLocks xmlns:a="http://schemas.openxmlformats.org/drawingml/2006/main" noGrp="1"/>
          </p:cNvSpPr>
          <p:nvPr/>
        </p:nvSpPr>
        <p:spPr>
          <a:xfrm xmlns:a="http://schemas.openxmlformats.org/drawingml/2006/main">
            <a:off x="1343025" y="6115050"/>
            <a:ext cx="7419975" cy="1190625"/>
          </a:xfrm>
          <a:custGeom xmlns:a="http://schemas.openxmlformats.org/drawingml/2006/main">
            <a:pathLst>
              <a:path w="7419975" h="1190625">
                <a:moveTo>
                  <a:pt x="0" y="1000125"/>
                </a:moveTo>
                <a:lnTo>
                  <a:pt x="0" y="1190625"/>
                </a:lnTo>
                <a:lnTo>
                  <a:pt x="6991350" y="1190625"/>
                </a:lnTo>
                <a:lnTo>
                  <a:pt x="6991350" y="0"/>
                </a:lnTo>
                <a:lnTo>
                  <a:pt x="7419975" y="0"/>
                </a:lnTo>
              </a:path>
            </a:pathLst>
          </a:custGeom>
          <a:noFill xmlns:a="http://schemas.openxmlformats.org/drawingml/2006/main"/>
          <a:ln xmlns:a="http://schemas.openxmlformats.org/drawingml/2006/main" w="26670">
            <a:solidFill>
              <a:srgbClr val="00889A"/>
            </a:solidFill>
            <a:prstDash val="solid"/>
          </a:ln>
        </p:spPr>
      </p:sp>
      <p:sp>
        <p:nvSpPr>
          <p:cNvPr id="27" name="bg-125-r3-task-head">
            <a:extLst xmlns:a="http://schemas.openxmlformats.org/drawingml/2006/main">
              <a:ext uri="{FF2B5EF4-FFF2-40B4-BE49-F238E27FC236}">
                <a16:creationId xmlns:a16="http://schemas.microsoft.com/office/drawing/2014/main" id="{3F3C5FB2-6C73-4949-AAF1-D8B7CDC61630}"/>
              </a:ext>
            </a:extLst>
          </p:cNvPr>
          <p:cNvSpPr>
            <a:spLocks xmlns:a="http://schemas.openxmlformats.org/drawingml/2006/main" noGrp="1"/>
          </p:cNvSpPr>
          <p:nvPr/>
        </p:nvSpPr>
        <p:spPr>
          <a:xfrm xmlns:a="http://schemas.openxmlformats.org/drawingml/2006/main">
            <a:off x="8654333" y="6055685"/>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6670">
            <a:solidFill>
              <a:srgbClr val="00889A"/>
            </a:solidFill>
            <a:prstDash val="solid"/>
          </a:ln>
        </p:spPr>
      </p:sp>
      <p:sp>
        <p:nvSpPr>
          <p:cNvPr id="28" name="bg-126-X1">
            <a:extLst xmlns:a="http://schemas.openxmlformats.org/drawingml/2006/main">
              <a:ext uri="{FF2B5EF4-FFF2-40B4-BE49-F238E27FC236}">
                <a16:creationId xmlns:a16="http://schemas.microsoft.com/office/drawing/2014/main" id="{F4D2A210-CB46-4A7E-9788-D8B3CB4F6605}"/>
              </a:ext>
            </a:extLst>
          </p:cNvPr>
          <p:cNvSpPr>
            <a:spLocks xmlns:a="http://schemas.openxmlformats.org/drawingml/2006/main" noGrp="1"/>
          </p:cNvSpPr>
          <p:nvPr/>
        </p:nvSpPr>
        <p:spPr>
          <a:xfrm xmlns:a="http://schemas.openxmlformats.org/drawingml/2006/main">
            <a:off x="14287500" y="3514725"/>
            <a:ext cx="1028700" cy="1028700"/>
          </a:xfrm>
          <a:prstGeom xmlns:a="http://schemas.openxmlformats.org/drawingml/2006/main" prst="ellipse">
            <a:avLst/>
          </a:prstGeom>
          <a:solidFill xmlns:a="http://schemas.openxmlformats.org/drawingml/2006/main">
            <a:srgbClr val="F5F7F8"/>
          </a:solidFill>
          <a:ln xmlns:a="http://schemas.openxmlformats.org/drawingml/2006/main" w="23813">
            <a:solidFill>
              <a:srgbClr val="00889A"/>
            </a:solidFill>
          </a:ln>
        </p:spPr>
      </p:sp>
      <p:sp>
        <p:nvSpPr>
          <p:cNvPr id="29" name="bg-127-text">
            <a:extLst xmlns:a="http://schemas.openxmlformats.org/drawingml/2006/main">
              <a:ext uri="{FF2B5EF4-FFF2-40B4-BE49-F238E27FC236}">
                <a16:creationId xmlns:a16="http://schemas.microsoft.com/office/drawing/2014/main" id="{4C2C7C96-3B7F-4FDF-AC87-9F7F654264B7}"/>
              </a:ext>
            </a:extLst>
          </p:cNvPr>
          <p:cNvSpPr>
            <a:spLocks xmlns:a="http://schemas.openxmlformats.org/drawingml/2006/main" noGrp="1"/>
          </p:cNvSpPr>
          <p:nvPr/>
        </p:nvSpPr>
        <p:spPr>
          <a:xfrm xmlns:a="http://schemas.openxmlformats.org/drawingml/2006/main">
            <a:off x="14287500" y="3514725"/>
            <a:ext cx="1028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00" b="1">
                <a:solidFill>
                  <a:srgbClr val="202B35"/>
                </a:solidFill>
                <a:latin typeface="Apple SD Gothic Neo"/>
                <a:ea typeface="Apple SD Gothic Neo"/>
                <a:cs typeface="Apple SD Gothic Neo"/>
              </a:defRPr>
            </a:pPr>
            <a:r>
              <a:rPr sz="2600" b="1">
                <a:solidFill>
                  <a:srgbClr val="202B35"/>
                </a:solidFill>
                <a:latin typeface="Apple SD Gothic Neo"/>
                <a:ea typeface="Apple SD Gothic Neo"/>
                <a:cs typeface="Apple SD Gothic Neo"/>
              </a:rPr>
              <a:t>X1</a:t>
            </a:r>
          </a:p>
        </p:txBody>
      </p:sp>
      <p:sp>
        <p:nvSpPr>
          <p:cNvPr id="30" name="bg-128-text">
            <a:extLst xmlns:a="http://schemas.openxmlformats.org/drawingml/2006/main">
              <a:ext uri="{FF2B5EF4-FFF2-40B4-BE49-F238E27FC236}">
                <a16:creationId xmlns:a16="http://schemas.microsoft.com/office/drawing/2014/main" id="{91C5303F-649C-486A-97CE-71BED9E4B22E}"/>
              </a:ext>
            </a:extLst>
          </p:cNvPr>
          <p:cNvSpPr>
            <a:spLocks xmlns:a="http://schemas.openxmlformats.org/drawingml/2006/main" noGrp="1"/>
          </p:cNvSpPr>
          <p:nvPr/>
        </p:nvSpPr>
        <p:spPr>
          <a:xfrm xmlns:a="http://schemas.openxmlformats.org/drawingml/2006/main">
            <a:off x="15621000" y="3533775"/>
            <a:ext cx="2171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보고서 작성</a:t>
            </a:r>
          </a:p>
          <a:p xmlns:a="http://schemas.openxmlformats.org/drawingml/2006/main">
            <a:pPr algn="l">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완료</a:t>
            </a:r>
          </a:p>
        </p:txBody>
      </p:sp>
      <p:sp>
        <p:nvSpPr>
          <p:cNvPr id="31" name="bg-129-X2">
            <a:extLst xmlns:a="http://schemas.openxmlformats.org/drawingml/2006/main">
              <a:ext uri="{FF2B5EF4-FFF2-40B4-BE49-F238E27FC236}">
                <a16:creationId xmlns:a16="http://schemas.microsoft.com/office/drawing/2014/main" id="{C7E9EBB5-8D8C-42A6-96CC-5C8579A1EDA3}"/>
              </a:ext>
            </a:extLst>
          </p:cNvPr>
          <p:cNvSpPr>
            <a:spLocks xmlns:a="http://schemas.openxmlformats.org/drawingml/2006/main" noGrp="1"/>
          </p:cNvSpPr>
          <p:nvPr/>
        </p:nvSpPr>
        <p:spPr>
          <a:xfrm xmlns:a="http://schemas.openxmlformats.org/drawingml/2006/main">
            <a:off x="14287500" y="6153150"/>
            <a:ext cx="1028700" cy="1028700"/>
          </a:xfrm>
          <a:prstGeom xmlns:a="http://schemas.openxmlformats.org/drawingml/2006/main" prst="ellipse">
            <a:avLst/>
          </a:prstGeom>
          <a:solidFill xmlns:a="http://schemas.openxmlformats.org/drawingml/2006/main">
            <a:srgbClr val="F5F7F8"/>
          </a:solidFill>
          <a:ln xmlns:a="http://schemas.openxmlformats.org/drawingml/2006/main" w="23813">
            <a:solidFill>
              <a:srgbClr val="00889A"/>
            </a:solidFill>
          </a:ln>
        </p:spPr>
      </p:sp>
      <p:sp>
        <p:nvSpPr>
          <p:cNvPr id="32" name="bg-130-text">
            <a:extLst xmlns:a="http://schemas.openxmlformats.org/drawingml/2006/main">
              <a:ext uri="{FF2B5EF4-FFF2-40B4-BE49-F238E27FC236}">
                <a16:creationId xmlns:a16="http://schemas.microsoft.com/office/drawing/2014/main" id="{5963179A-5520-4AD5-B985-11BE5829F79F}"/>
              </a:ext>
            </a:extLst>
          </p:cNvPr>
          <p:cNvSpPr>
            <a:spLocks xmlns:a="http://schemas.openxmlformats.org/drawingml/2006/main" noGrp="1"/>
          </p:cNvSpPr>
          <p:nvPr/>
        </p:nvSpPr>
        <p:spPr>
          <a:xfrm xmlns:a="http://schemas.openxmlformats.org/drawingml/2006/main">
            <a:off x="14287500" y="6153150"/>
            <a:ext cx="1028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00" b="1">
                <a:solidFill>
                  <a:srgbClr val="202B35"/>
                </a:solidFill>
                <a:latin typeface="Apple SD Gothic Neo"/>
                <a:ea typeface="Apple SD Gothic Neo"/>
                <a:cs typeface="Apple SD Gothic Neo"/>
              </a:defRPr>
            </a:pPr>
            <a:r>
              <a:rPr sz="2600" b="1">
                <a:solidFill>
                  <a:srgbClr val="202B35"/>
                </a:solidFill>
                <a:latin typeface="Apple SD Gothic Neo"/>
                <a:ea typeface="Apple SD Gothic Neo"/>
                <a:cs typeface="Apple SD Gothic Neo"/>
              </a:rPr>
              <a:t>X2</a:t>
            </a:r>
          </a:p>
        </p:txBody>
      </p:sp>
      <p:sp>
        <p:nvSpPr>
          <p:cNvPr id="33" name="bg-131-text">
            <a:extLst xmlns:a="http://schemas.openxmlformats.org/drawingml/2006/main">
              <a:ext uri="{FF2B5EF4-FFF2-40B4-BE49-F238E27FC236}">
                <a16:creationId xmlns:a16="http://schemas.microsoft.com/office/drawing/2014/main" id="{984AD83B-D805-441E-91A9-4C094E8C274A}"/>
              </a:ext>
            </a:extLst>
          </p:cNvPr>
          <p:cNvSpPr>
            <a:spLocks xmlns:a="http://schemas.openxmlformats.org/drawingml/2006/main" noGrp="1"/>
          </p:cNvSpPr>
          <p:nvPr/>
        </p:nvSpPr>
        <p:spPr>
          <a:xfrm xmlns:a="http://schemas.openxmlformats.org/drawingml/2006/main">
            <a:off x="15621000" y="6162675"/>
            <a:ext cx="21717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결론 수정</a:t>
            </a:r>
          </a:p>
          <a:p xmlns:a="http://schemas.openxmlformats.org/drawingml/2006/main">
            <a:pPr algn="l">
              <a:defRPr sz="2200" b="0">
                <a:solidFill>
                  <a:srgbClr val="202B35"/>
                </a:solidFill>
                <a:latin typeface="Apple SD Gothic Neo"/>
                <a:ea typeface="Apple SD Gothic Neo"/>
                <a:cs typeface="Apple SD Gothic Neo"/>
              </a:defRPr>
            </a:pPr>
            <a:r>
              <a:rPr sz="2200" b="0">
                <a:solidFill>
                  <a:srgbClr val="202B35"/>
                </a:solidFill>
                <a:latin typeface="Apple SD Gothic Neo"/>
                <a:ea typeface="Apple SD Gothic Neo"/>
                <a:cs typeface="Apple SD Gothic Neo"/>
              </a:rPr>
              <a:t>진행 중</a:t>
            </a:r>
          </a:p>
        </p:txBody>
      </p:sp>
      <p:sp>
        <p:nvSpPr>
          <p:cNvPr id="34" name="bg-132-task-x1">
            <a:extLst xmlns:a="http://schemas.openxmlformats.org/drawingml/2006/main">
              <a:ext uri="{FF2B5EF4-FFF2-40B4-BE49-F238E27FC236}">
                <a16:creationId xmlns:a16="http://schemas.microsoft.com/office/drawing/2014/main" id="{00255420-7E34-4CA8-9109-407CC981F63A}"/>
              </a:ext>
            </a:extLst>
          </p:cNvPr>
          <p:cNvSpPr>
            <a:spLocks xmlns:a="http://schemas.openxmlformats.org/drawingml/2006/main" noGrp="1"/>
          </p:cNvSpPr>
          <p:nvPr/>
        </p:nvSpPr>
        <p:spPr>
          <a:xfrm xmlns:a="http://schemas.openxmlformats.org/drawingml/2006/main">
            <a:off x="10572750" y="4029075"/>
            <a:ext cx="3714750" cy="1095375"/>
          </a:xfrm>
          <a:custGeom xmlns:a="http://schemas.openxmlformats.org/drawingml/2006/main">
            <a:pathLst>
              <a:path w="3714750" h="1095375">
                <a:moveTo>
                  <a:pt x="0" y="1095375"/>
                </a:moveTo>
                <a:lnTo>
                  <a:pt x="666750" y="1095375"/>
                </a:lnTo>
                <a:lnTo>
                  <a:pt x="666750" y="0"/>
                </a:lnTo>
                <a:lnTo>
                  <a:pt x="3714750" y="0"/>
                </a:lnTo>
              </a:path>
            </a:pathLst>
          </a:custGeom>
          <a:noFill xmlns:a="http://schemas.openxmlformats.org/drawingml/2006/main"/>
          <a:ln xmlns:a="http://schemas.openxmlformats.org/drawingml/2006/main" w="26670">
            <a:solidFill>
              <a:srgbClr val="576773"/>
            </a:solidFill>
            <a:prstDash val="dash"/>
          </a:ln>
        </p:spPr>
      </p:sp>
      <p:sp>
        <p:nvSpPr>
          <p:cNvPr id="35" name="bg-133-task-x1-head">
            <a:extLst xmlns:a="http://schemas.openxmlformats.org/drawingml/2006/main">
              <a:ext uri="{FF2B5EF4-FFF2-40B4-BE49-F238E27FC236}">
                <a16:creationId xmlns:a16="http://schemas.microsoft.com/office/drawing/2014/main" id="{CD5B5AEF-0C75-4A01-86F9-B1E94149B615}"/>
              </a:ext>
            </a:extLst>
          </p:cNvPr>
          <p:cNvSpPr>
            <a:spLocks xmlns:a="http://schemas.openxmlformats.org/drawingml/2006/main" noGrp="1"/>
          </p:cNvSpPr>
          <p:nvPr/>
        </p:nvSpPr>
        <p:spPr>
          <a:xfrm xmlns:a="http://schemas.openxmlformats.org/drawingml/2006/main">
            <a:off x="14178833" y="396971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6670">
            <a:solidFill>
              <a:srgbClr val="576773"/>
            </a:solidFill>
            <a:prstDash val="solid"/>
          </a:ln>
        </p:spPr>
      </p:sp>
      <p:sp>
        <p:nvSpPr>
          <p:cNvPr id="36" name="bg-134-task-x2">
            <a:extLst xmlns:a="http://schemas.openxmlformats.org/drawingml/2006/main">
              <a:ext uri="{FF2B5EF4-FFF2-40B4-BE49-F238E27FC236}">
                <a16:creationId xmlns:a16="http://schemas.microsoft.com/office/drawing/2014/main" id="{B50651C7-4F81-4F22-B3D3-61BF5C25B3D2}"/>
              </a:ext>
            </a:extLst>
          </p:cNvPr>
          <p:cNvSpPr>
            <a:spLocks xmlns:a="http://schemas.openxmlformats.org/drawingml/2006/main" noGrp="1"/>
          </p:cNvSpPr>
          <p:nvPr/>
        </p:nvSpPr>
        <p:spPr>
          <a:xfrm xmlns:a="http://schemas.openxmlformats.org/drawingml/2006/main">
            <a:off x="10572750" y="5895975"/>
            <a:ext cx="3714750" cy="771525"/>
          </a:xfrm>
          <a:custGeom xmlns:a="http://schemas.openxmlformats.org/drawingml/2006/main">
            <a:pathLst>
              <a:path w="3714750" h="771525">
                <a:moveTo>
                  <a:pt x="0" y="0"/>
                </a:moveTo>
                <a:lnTo>
                  <a:pt x="666750" y="0"/>
                </a:lnTo>
                <a:lnTo>
                  <a:pt x="666750" y="771525"/>
                </a:lnTo>
                <a:lnTo>
                  <a:pt x="3714750" y="771525"/>
                </a:lnTo>
              </a:path>
            </a:pathLst>
          </a:custGeom>
          <a:noFill xmlns:a="http://schemas.openxmlformats.org/drawingml/2006/main"/>
          <a:ln xmlns:a="http://schemas.openxmlformats.org/drawingml/2006/main" w="26670">
            <a:solidFill>
              <a:srgbClr val="00889A"/>
            </a:solidFill>
            <a:prstDash val="solid"/>
          </a:ln>
        </p:spPr>
      </p:sp>
      <p:sp>
        <p:nvSpPr>
          <p:cNvPr id="37" name="bg-135-task-x2-head">
            <a:extLst xmlns:a="http://schemas.openxmlformats.org/drawingml/2006/main">
              <a:ext uri="{FF2B5EF4-FFF2-40B4-BE49-F238E27FC236}">
                <a16:creationId xmlns:a16="http://schemas.microsoft.com/office/drawing/2014/main" id="{FA6A2087-E98B-4579-A5F3-22B49A67BA48}"/>
              </a:ext>
            </a:extLst>
          </p:cNvPr>
          <p:cNvSpPr>
            <a:spLocks xmlns:a="http://schemas.openxmlformats.org/drawingml/2006/main" noGrp="1"/>
          </p:cNvSpPr>
          <p:nvPr/>
        </p:nvSpPr>
        <p:spPr>
          <a:xfrm xmlns:a="http://schemas.openxmlformats.org/drawingml/2006/main">
            <a:off x="14178833" y="6608135"/>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6670">
            <a:solidFill>
              <a:srgbClr val="00889A"/>
            </a:solidFill>
            <a:prstDash val="solid"/>
          </a:ln>
        </p:spPr>
      </p:sp>
      <p:sp>
        <p:nvSpPr>
          <p:cNvPr id="38" name="bg-136-text">
            <a:extLst xmlns:a="http://schemas.openxmlformats.org/drawingml/2006/main">
              <a:ext uri="{FF2B5EF4-FFF2-40B4-BE49-F238E27FC236}">
                <a16:creationId xmlns:a16="http://schemas.microsoft.com/office/drawing/2014/main" id="{A19E69B6-96B3-41D7-BFD2-FF16F32E6BCF}"/>
              </a:ext>
            </a:extLst>
          </p:cNvPr>
          <p:cNvSpPr>
            <a:spLocks xmlns:a="http://schemas.openxmlformats.org/drawingml/2006/main" noGrp="1"/>
          </p:cNvSpPr>
          <p:nvPr/>
        </p:nvSpPr>
        <p:spPr>
          <a:xfrm xmlns:a="http://schemas.openxmlformats.org/drawingml/2006/main">
            <a:off x="11811000" y="34956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최초 작성</a:t>
            </a:r>
          </a:p>
        </p:txBody>
      </p:sp>
      <p:sp>
        <p:nvSpPr>
          <p:cNvPr id="39" name="bg-137-text">
            <a:extLst xmlns:a="http://schemas.openxmlformats.org/drawingml/2006/main">
              <a:ext uri="{FF2B5EF4-FFF2-40B4-BE49-F238E27FC236}">
                <a16:creationId xmlns:a16="http://schemas.microsoft.com/office/drawing/2014/main" id="{A83C5C3B-EAA8-4EFA-96F4-2987DD656F4B}"/>
              </a:ext>
            </a:extLst>
          </p:cNvPr>
          <p:cNvSpPr>
            <a:spLocks xmlns:a="http://schemas.openxmlformats.org/drawingml/2006/main" noGrp="1"/>
          </p:cNvSpPr>
          <p:nvPr/>
        </p:nvSpPr>
        <p:spPr>
          <a:xfrm xmlns:a="http://schemas.openxmlformats.org/drawingml/2006/main">
            <a:off x="11811000" y="61626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00889A"/>
                </a:solidFill>
                <a:latin typeface="Apple SD Gothic Neo"/>
                <a:ea typeface="Apple SD Gothic Neo"/>
                <a:cs typeface="Apple SD Gothic Neo"/>
              </a:defRPr>
            </a:pPr>
            <a:r>
              <a:rPr sz="2100" b="0">
                <a:solidFill>
                  <a:srgbClr val="00889A"/>
                </a:solidFill>
                <a:latin typeface="Apple SD Gothic Neo"/>
                <a:ea typeface="Apple SD Gothic Neo"/>
                <a:cs typeface="Apple SD Gothic Neo"/>
              </a:rPr>
              <a:t>이후 수정</a:t>
            </a:r>
          </a:p>
        </p:txBody>
      </p:sp>
      <p:sp>
        <p:nvSpPr>
          <p:cNvPr id="40" name="bg-138-text">
            <a:extLst xmlns:a="http://schemas.openxmlformats.org/drawingml/2006/main">
              <a:ext uri="{FF2B5EF4-FFF2-40B4-BE49-F238E27FC236}">
                <a16:creationId xmlns:a16="http://schemas.microsoft.com/office/drawing/2014/main" id="{27C48F4E-0B9E-4B93-B14B-795E8DC934FA}"/>
              </a:ext>
            </a:extLst>
          </p:cNvPr>
          <p:cNvSpPr>
            <a:spLocks xmlns:a="http://schemas.openxmlformats.org/drawingml/2006/main" noGrp="1"/>
          </p:cNvSpPr>
          <p:nvPr/>
        </p:nvSpPr>
        <p:spPr>
          <a:xfrm xmlns:a="http://schemas.openxmlformats.org/drawingml/2006/main">
            <a:off x="495300" y="7781925"/>
            <a:ext cx="1729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202B35"/>
                </a:solidFill>
                <a:latin typeface="Apple SD Gothic Neo"/>
                <a:ea typeface="Apple SD Gothic Neo"/>
                <a:cs typeface="Apple SD Gothic Neo"/>
              </a:defRPr>
            </a:pPr>
            <a:r>
              <a:rPr sz="2600" b="1">
                <a:solidFill>
                  <a:srgbClr val="202B35"/>
                </a:solidFill>
                <a:latin typeface="Apple SD Gothic Neo"/>
                <a:ea typeface="Apple SD Gothic Neo"/>
                <a:cs typeface="Apple SD Gothic Neo"/>
              </a:rPr>
              <a:t>대화의 R3→T1 연결과 업무의 수정 명령/버전이 서로 맞아야 합니다.</a:t>
            </a:r>
          </a:p>
        </p:txBody>
      </p:sp>
      <p:sp>
        <p:nvSpPr>
          <p:cNvPr id="41" name="bg-139-footer-rule">
            <a:extLst xmlns:a="http://schemas.openxmlformats.org/drawingml/2006/main">
              <a:ext uri="{FF2B5EF4-FFF2-40B4-BE49-F238E27FC236}">
                <a16:creationId xmlns:a16="http://schemas.microsoft.com/office/drawing/2014/main" id="{BEDD5087-6C4E-4323-BC8A-DADAD05F8685}"/>
              </a:ext>
            </a:extLst>
          </p:cNvPr>
          <p:cNvSpPr>
            <a:spLocks xmlns:a="http://schemas.openxmlformats.org/drawingml/2006/main" noGrp="1"/>
          </p:cNvSpPr>
          <p:nvPr/>
        </p:nvSpPr>
        <p:spPr>
          <a:xfrm xmlns:a="http://schemas.openxmlformats.org/drawingml/2006/main">
            <a:off x="495300" y="847725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2" name="bg-140-text">
            <a:extLst xmlns:a="http://schemas.openxmlformats.org/drawingml/2006/main">
              <a:ext uri="{FF2B5EF4-FFF2-40B4-BE49-F238E27FC236}">
                <a16:creationId xmlns:a16="http://schemas.microsoft.com/office/drawing/2014/main" id="{A5B8E66C-DF27-4F32-9E63-CD7D14D72B39}"/>
              </a:ext>
            </a:extLst>
          </p:cNvPr>
          <p:cNvSpPr>
            <a:spLocks xmlns:a="http://schemas.openxmlformats.org/drawingml/2006/main" noGrp="1"/>
          </p:cNvSpPr>
          <p:nvPr/>
        </p:nvSpPr>
        <p:spPr>
          <a:xfrm xmlns:a="http://schemas.openxmlformats.org/drawingml/2006/main">
            <a:off x="495300" y="8686800"/>
            <a:ext cx="204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00889A"/>
                </a:solidFill>
                <a:latin typeface="Apple SD Gothic Neo"/>
                <a:ea typeface="Apple SD Gothic Neo"/>
                <a:cs typeface="Apple SD Gothic Neo"/>
              </a:defRPr>
            </a:pPr>
            <a:r>
              <a:rPr sz="2600" b="1">
                <a:solidFill>
                  <a:srgbClr val="00889A"/>
                </a:solidFill>
                <a:latin typeface="Apple SD Gothic Neo"/>
                <a:ea typeface="Apple SD Gothic Neo"/>
                <a:cs typeface="Apple SD Gothic Neo"/>
              </a:rPr>
              <a:t>설계 질문</a:t>
            </a:r>
          </a:p>
        </p:txBody>
      </p:sp>
      <p:sp>
        <p:nvSpPr>
          <p:cNvPr id="43" name="bg-141-text">
            <a:extLst xmlns:a="http://schemas.openxmlformats.org/drawingml/2006/main">
              <a:ext uri="{FF2B5EF4-FFF2-40B4-BE49-F238E27FC236}">
                <a16:creationId xmlns:a16="http://schemas.microsoft.com/office/drawing/2014/main" id="{A377CB97-ADEF-479B-B6C5-340EC2E4873D}"/>
              </a:ext>
            </a:extLst>
          </p:cNvPr>
          <p:cNvSpPr>
            <a:spLocks xmlns:a="http://schemas.openxmlformats.org/drawingml/2006/main" noGrp="1"/>
          </p:cNvSpPr>
          <p:nvPr/>
        </p:nvSpPr>
        <p:spPr>
          <a:xfrm xmlns:a="http://schemas.openxmlformats.org/drawingml/2006/main">
            <a:off x="2667000" y="8686800"/>
            <a:ext cx="15125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00" b="1">
                <a:solidFill>
                  <a:srgbClr val="00889A"/>
                </a:solidFill>
                <a:latin typeface="Apple SD Gothic Neo"/>
                <a:ea typeface="Apple SD Gothic Neo"/>
                <a:cs typeface="Apple SD Gothic Neo"/>
              </a:defRPr>
            </a:pPr>
            <a:r>
              <a:rPr sz="2300" b="1">
                <a:solidFill>
                  <a:srgbClr val="00889A"/>
                </a:solidFill>
                <a:latin typeface="Apple SD Gothic Neo"/>
                <a:ea typeface="Apple SD Gothic Neo"/>
                <a:cs typeface="Apple SD Gothic Neo"/>
              </a:rPr>
              <a:t>대화와 업무의 수명이 달라도, 요청과 실행의 연결 및 상태를 어떻게 일관되게 유지할까?</a:t>
            </a:r>
          </a:p>
        </p:txBody>
      </p:sp>
      <p:sp>
        <p:nvSpPr>
          <p:cNvPr id="44" name="bg-142-text">
            <a:extLst xmlns:a="http://schemas.openxmlformats.org/drawingml/2006/main">
              <a:ext uri="{FF2B5EF4-FFF2-40B4-BE49-F238E27FC236}">
                <a16:creationId xmlns:a16="http://schemas.microsoft.com/office/drawing/2014/main" id="{3244AD44-492A-4937-9C20-23F301A24377}"/>
              </a:ext>
            </a:extLst>
          </p:cNvPr>
          <p:cNvSpPr>
            <a:spLocks xmlns:a="http://schemas.openxmlformats.org/drawingml/2006/main" noGrp="1"/>
          </p:cNvSpPr>
          <p:nvPr/>
        </p:nvSpPr>
        <p:spPr>
          <a:xfrm xmlns:a="http://schemas.openxmlformats.org/drawingml/2006/main">
            <a:off x="495300" y="9467850"/>
            <a:ext cx="1729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576773"/>
                </a:solidFill>
                <a:latin typeface="Apple SD Gothic Neo"/>
                <a:ea typeface="Apple SD Gothic Neo"/>
                <a:cs typeface="Apple SD Gothic Neo"/>
              </a:defRPr>
            </a:pPr>
            <a:r>
              <a:rPr sz="2000" b="0">
                <a:solidFill>
                  <a:srgbClr val="576773"/>
                </a:solidFill>
                <a:latin typeface="Apple SD Gothic Neo"/>
                <a:ea typeface="Apple SD Gothic Neo"/>
                <a:cs typeface="Apple SD Gothic Neo"/>
              </a:rPr>
              <a:t>음성 연결과 개별 요청이 끝나도 같은 업무를 이어가며, 접수 결과와 변경 이력을 맞춰야 합니다.</a:t>
            </a:r>
          </a:p>
        </p:txBody>
      </p:sp>
    </p:spTree>
    <p:extLst>
      <p:ext uri="{BB962C8B-B14F-4D97-AF65-F5344CB8AC3E}">
        <p14:creationId xmlns:p14="http://schemas.microsoft.com/office/powerpoint/2010/main" val="1471316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61</ns0:Slides>
  <ns0:Notes>61</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2026-10-11T13:29:11.1160000Z</dcterms:created>
  <dcterms:modified xsi:type="dcterms:W3CDTF">2026-10-11T13:29:11.1160000Z</dcterms:modified>
</coreProperties>
</file>