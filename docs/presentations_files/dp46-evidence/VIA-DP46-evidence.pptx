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ef8b505f684099" /><Relationship Type="http://schemas.openxmlformats.org/officeDocument/2006/relationships/extended-properties" Target="/docProps/app.xml" Id="Rb13c5e1c6d1b459f" /><Relationship Type="http://schemas.openxmlformats.org/officeDocument/2006/relationships/officeDocument" Target="/ppt/presentation.xml" Id="R41db50e90c3843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c3f58009194e99"/>
  </p:sldMasterIdLst>
  <p:notesMasterIdLst>
    <p:notesMasterId xmlns:r="http://schemas.openxmlformats.org/officeDocument/2006/relationships" r:id="R1d295b5b8fc34189"/>
  </p:notesMasterIdLst>
  <p:sldIdLst>
    <p:sldId xmlns:r="http://schemas.openxmlformats.org/officeDocument/2006/relationships" id="256" r:id="Rb6941ca98cc94463"/>
    <p:sldId xmlns:r="http://schemas.openxmlformats.org/officeDocument/2006/relationships" id="257" r:id="Rb1d52256a96d4cbf"/>
    <p:sldId xmlns:r="http://schemas.openxmlformats.org/officeDocument/2006/relationships" id="258" r:id="Rb08f52dd62e64130"/>
    <p:sldId xmlns:r="http://schemas.openxmlformats.org/officeDocument/2006/relationships" id="259" r:id="R10abca6f3c5e41bd"/>
    <p:sldId xmlns:r="http://schemas.openxmlformats.org/officeDocument/2006/relationships" id="260" r:id="R088c06801e7a4be6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3c485affde4ba9" /><Relationship Type="http://schemas.openxmlformats.org/officeDocument/2006/relationships/slideMaster" Target="/ppt/slideMasters/slideMaster1.xml" Id="R86c3f58009194e99" /><Relationship Type="http://schemas.openxmlformats.org/officeDocument/2006/relationships/notesMaster" Target="/ppt/notesMasters/notesMaster1.xml" Id="R1d295b5b8fc34189" /><Relationship Type="http://schemas.openxmlformats.org/officeDocument/2006/relationships/presProps" Target="/ppt/presProps.xml" Id="R04ff8f8b990841b7" /><Relationship Type="http://schemas.openxmlformats.org/officeDocument/2006/relationships/tableStyles" Target="/ppt/tableStyles.xml" Id="R3dae42b9f058421d" /><Relationship Type="http://schemas.openxmlformats.org/officeDocument/2006/relationships/slide" Target="/ppt/slides/slide1.xml" Id="Rb6941ca98cc94463" /><Relationship Type="http://schemas.openxmlformats.org/officeDocument/2006/relationships/slide" Target="/ppt/slides/slide2.xml" Id="Rb1d52256a96d4cbf" /><Relationship Type="http://schemas.openxmlformats.org/officeDocument/2006/relationships/slide" Target="/ppt/slides/slide3.xml" Id="Rb08f52dd62e64130" /><Relationship Type="http://schemas.openxmlformats.org/officeDocument/2006/relationships/slide" Target="/ppt/slides/slide4.xml" Id="R10abca6f3c5e41bd" /><Relationship Type="http://schemas.openxmlformats.org/officeDocument/2006/relationships/slide" Target="/ppt/slides/slide5.xml" Id="R088c06801e7a4b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777f0f53a945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cda6257c184ba9" /><Relationship Type="http://schemas.openxmlformats.org/officeDocument/2006/relationships/notesMaster" Target="/ppt/notesMasters/notesMaster1.xml" Id="R6e4d3426418a4e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262ba8d8a14396" /><Relationship Type="http://schemas.openxmlformats.org/officeDocument/2006/relationships/notesMaster" Target="/ppt/notesMasters/notesMaster1.xml" Id="R7533ec386cff48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7b4449a0cb4f41" /><Relationship Type="http://schemas.openxmlformats.org/officeDocument/2006/relationships/notesMaster" Target="/ppt/notesMasters/notesMaster1.xml" Id="R92830170baea4e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2ef276b76340d6" /><Relationship Type="http://schemas.openxmlformats.org/officeDocument/2006/relationships/notesMaster" Target="/ppt/notesMasters/notesMaster1.xml" Id="Rb5748c6c6a8146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b03fda68564e5f" /><Relationship Type="http://schemas.openxmlformats.org/officeDocument/2006/relationships/notesMaster" Target="/ppt/notesMasters/notesMaster1.xml" Id="Rde9073e43c4c45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46의 문제 | 말한 당시 화면과 행동, 과거 설명과 업무 결과를 함께 연결</a:t>
            </a:r>
          </a:p>
          <a:p xmlns:a="http://schemas.openxmlformats.org/drawingml/2006/main">
            <a:r>
              <a:t>Source: docs/architecture/12-decisions/decision-packages/diagrams/dp46-background.svg</a:t>
            </a:r>
          </a:p>
          <a:p xmlns:a="http://schemas.openxmlformats.org/drawingml/2006/main">
            <a:r>
              <a:t>04-46-input-and-context-evidence.md: 설계 검토용/미선정/미구현/미측정. 원본과 Component 위치는 공통. A는 필요한 시간/과거 원본을 요청별 구성, B는 owner별 생산/게시된 관계를 조회한다. 시간 후보는 최종 지칭 정답이 아니다. 45 과거 선택과 46 temporal 선택의 교차 조합은 별도 명시한다. 로컬 VIA/VAD/권위, cloud 음성·의미 의존성. 모델 비용은 생산/갱신/미사용/실패/폐기도 포함. 입력final은 temporal게시완료를기다리는새경계가아니다.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46 | 같은 사건의 원본 읽기, 관계 구성, 저장과 반환</a:t>
            </a:r>
          </a:p>
          <a:p xmlns:a="http://schemas.openxmlformats.org/drawingml/2006/main">
            <a:r>
              <a:t>Source: docs/architecture/12-decisions/decision-packages/diagrams/choice46-structure.svg</a:t>
            </a:r>
          </a:p>
          <a:p xmlns:a="http://schemas.openxmlformats.org/drawingml/2006/main">
            <a:r>
              <a:t>04-46-input-and-context-evidence.md: 설계 검토용/미선정/미구현/미측정. 원본과 Component 위치는 공통. A는 필요한 시간/과거 원본을 요청별 구성, B는 owner별 생산/게시된 관계를 조회한다. 시간 후보는 최종 지칭 정답이 아니다. 45 과거 선택과 46 temporal 선택의 교차 조합은 별도 명시한다. 로컬 VIA/VAD/권위, cloud 음성·의미 의존성. 모델 비용은 생산/갱신/미사용/실패/폐기도 포함. 입력final은 temporal게시완료를기다리는새경계가아니다.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46 | 구조 차이가 만드는 조건별 QA 손익</a:t>
            </a:r>
          </a:p>
          <a:p xmlns:a="http://schemas.openxmlformats.org/drawingml/2006/main">
            <a:r>
              <a:t>Source: docs/architecture/12-decisions/decision-packages/diagrams/choice46-quality.svg</a:t>
            </a:r>
          </a:p>
          <a:p xmlns:a="http://schemas.openxmlformats.org/drawingml/2006/main">
            <a:r>
              <a:t>04-46-input-and-context-evidence.md: 설계 검토용/미선정/미구현/미측정. 원본과 Component 위치는 공통. A는 필요한 시간/과거 원본을 요청별 구성, B는 owner별 생산/게시된 관계를 조회한다. 시간 후보는 최종 지칭 정답이 아니다. 45 과거 선택과 46 temporal 선택의 교차 조합은 별도 명시한다. 로컬 VIA/VAD/권위, cloud 음성·의미 의존성. 모델 비용은 생산/갱신/미사용/실패/폐기도 포함. 입력final은 temporal게시완료를기다리는새경계가아니다.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46 | 같은 늦은 전사 정정에서 다시 준비되는 근거</a:t>
            </a:r>
          </a:p>
          <a:p xmlns:a="http://schemas.openxmlformats.org/drawingml/2006/main">
            <a:r>
              <a:t>Source: docs/architecture/12-decisions/decision-packages/diagrams/choice46-timeline.svg</a:t>
            </a:r>
          </a:p>
          <a:p xmlns:a="http://schemas.openxmlformats.org/drawingml/2006/main">
            <a:r>
              <a:t>04-46-input-and-context-evidence.md: 설계 검토용/미선정/미구현/미측정. 원본과 Component 위치는 공통. A는 필요한 시간/과거 원본을 요청별 구성, B는 owner별 생산/게시된 관계를 조회한다. 시간 후보는 최종 지칭 정답이 아니다. 45 과거 선택과 46 temporal 선택의 교차 조합은 별도 명시한다. 로컬 VIA/VAD/권위, cloud 음성·의미 의존성. 모델 비용은 생산/갱신/미사용/실패/폐기도 포함. 입력final은 temporal게시완료를기다리는새경계가아니다.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46 | 원본 revision, 근거의 준비 상태와 최종 사용 경계</a:t>
            </a:r>
          </a:p>
          <a:p xmlns:a="http://schemas.openxmlformats.org/drawingml/2006/main">
            <a:r>
              <a:t>Source: docs/architecture/12-decisions/decision-packages/diagrams/choice46-lifecycle.svg</a:t>
            </a:r>
          </a:p>
          <a:p xmlns:a="http://schemas.openxmlformats.org/drawingml/2006/main">
            <a:r>
              <a:t>04-46-input-and-context-evidence.md: 설계 검토용/미선정/미구현/미측정. 원본과 Component 위치는 공통. A는 필요한 시간/과거 원본을 요청별 구성, B는 owner별 생산/게시된 관계를 조회한다. 시간 후보는 최종 지칭 정답이 아니다. 45 과거 선택과 46 temporal 선택의 교차 조합은 별도 명시한다. 로컬 VIA/VAD/권위, cloud 음성·의미 의존성. 모델 비용은 생산/갱신/미사용/실패/폐기도 포함. 입력final은 temporal게시완료를기다리는새경계가아니다.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08ece7eb74b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5fc63b68c44ddd" /><Relationship Type="http://schemas.openxmlformats.org/officeDocument/2006/relationships/slideLayout" Target="/ppt/slideLayouts/slideLayout1.xml" Id="R70c24ee72f964e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c24ee72f964e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ae90b422e46cf" /><Relationship Type="http://schemas.openxmlformats.org/officeDocument/2006/relationships/notesSlide" Target="/ppt/notesSlides/notesSlide1.xml" Id="Rd0ecd56c12d745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d7966e1c94793" /><Relationship Type="http://schemas.openxmlformats.org/officeDocument/2006/relationships/notesSlide" Target="/ppt/notesSlides/notesSlide2.xml" Id="Rc153872ef73946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2acd5dca64bf6" /><Relationship Type="http://schemas.openxmlformats.org/officeDocument/2006/relationships/notesSlide" Target="/ppt/notesSlides/notesSlide3.xml" Id="R21ee8a24b00e4c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b4cdf6e3847d4" /><Relationship Type="http://schemas.openxmlformats.org/officeDocument/2006/relationships/notesSlide" Target="/ppt/notesSlides/notesSlide4.xml" Id="Rc70e493948ff44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ee554fc294e36" /><Relationship Type="http://schemas.openxmlformats.org/officeDocument/2006/relationships/notesSlide" Target="/ppt/notesSlides/notesSlide5.xml" Id="R63fc4e6c6da042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dp46-background / h">
            <a:extLst xmlns:a="http://schemas.openxmlformats.org/drawingml/2006/main">
              <a:ext uri="{FF2B5EF4-FFF2-40B4-BE49-F238E27FC236}">
                <a16:creationId xmlns:a16="http://schemas.microsoft.com/office/drawing/2014/main" id="{8B8FDA29-BFA0-4EBD-ABD3-666682B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33500"/>
            <a:ext cx="23622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dash"/>
          </a:ln>
        </p:spPr>
      </p:sp>
      <p:sp>
        <p:nvSpPr>
          <p:cNvPr id="2" name="dp46-background / h-label / text 1">
            <a:extLst xmlns:a="http://schemas.openxmlformats.org/drawingml/2006/main">
              <a:ext uri="{FF2B5EF4-FFF2-40B4-BE49-F238E27FC236}">
                <a16:creationId xmlns:a16="http://schemas.microsoft.com/office/drawing/2014/main" id="{7C5AD302-6979-4595-A396-1B0BFC2A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23336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관련 과거 원본</a:t>
            </a:r>
          </a:p>
        </p:txBody>
      </p:sp>
      <p:sp>
        <p:nvSpPr>
          <p:cNvPr id="3" name="dp46-background / ex">
            <a:extLst xmlns:a="http://schemas.openxmlformats.org/drawingml/2006/main">
              <a:ext uri="{FF2B5EF4-FFF2-40B4-BE49-F238E27FC236}">
                <a16:creationId xmlns:a16="http://schemas.microsoft.com/office/drawing/2014/main" id="{AB69D3FE-6581-4812-BCE5-FE250F1D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048500" cy="1238250"/>
          </a:xfrm>
          <a:custGeom xmlns:a="http://schemas.openxmlformats.org/drawingml/2006/main">
            <a:pathLst>
              <a:path w="7048500" h="1238250">
                <a:moveTo>
                  <a:pt x="0" y="0"/>
                </a:moveTo>
                <a:lnTo>
                  <a:pt x="6877050" y="0"/>
                </a:lnTo>
                <a:lnTo>
                  <a:pt x="7048500" y="171450"/>
                </a:lnTo>
                <a:lnTo>
                  <a:pt x="7048500" y="1238250"/>
                </a:lnTo>
                <a:lnTo>
                  <a:pt x="0" y="1238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" name="dp46-background / ex / fold">
            <a:extLst xmlns:a="http://schemas.openxmlformats.org/drawingml/2006/main">
              <a:ext uri="{FF2B5EF4-FFF2-40B4-BE49-F238E27FC236}">
                <a16:creationId xmlns:a16="http://schemas.microsoft.com/office/drawing/2014/main" id="{EE68B18A-B92D-47DF-A8DF-72FD4B01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95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" name="dp46-background / ex-label / text 1">
            <a:extLst xmlns:a="http://schemas.openxmlformats.org/drawingml/2006/main">
              <a:ext uri="{FF2B5EF4-FFF2-40B4-BE49-F238E27FC236}">
                <a16:creationId xmlns:a16="http://schemas.microsoft.com/office/drawing/2014/main" id="{A665147D-0784-49F1-B1A2-38ED1062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576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C20 / E20 / P20</a:t>
            </a:r>
          </a:p>
        </p:txBody>
      </p:sp>
      <p:sp>
        <p:nvSpPr>
          <p:cNvPr id="6" name="dp46-background / ex-label / text 2">
            <a:extLst xmlns:a="http://schemas.openxmlformats.org/drawingml/2006/main">
              <a:ext uri="{FF2B5EF4-FFF2-40B4-BE49-F238E27FC236}">
                <a16:creationId xmlns:a16="http://schemas.microsoft.com/office/drawing/2014/main" id="{AACAEF6F-EF79-4356-AB11-E84C8CA2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84609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평가 기준 설명 원문</a:t>
            </a:r>
          </a:p>
        </p:txBody>
      </p:sp>
      <p:sp>
        <p:nvSpPr>
          <p:cNvPr id="7" name="dp46-background / ex-label / text 3">
            <a:extLst xmlns:a="http://schemas.openxmlformats.org/drawingml/2006/main">
              <a:ext uri="{FF2B5EF4-FFF2-40B4-BE49-F238E27FC236}">
                <a16:creationId xmlns:a16="http://schemas.microsoft.com/office/drawing/2014/main" id="{0448AEFC-DC04-400D-944E-ACA91C2F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4641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실제 전달한 범위</a:t>
            </a:r>
          </a:p>
        </p:txBody>
      </p:sp>
      <p:sp>
        <p:nvSpPr>
          <p:cNvPr id="8" name="dp46-background / p">
            <a:extLst xmlns:a="http://schemas.openxmlformats.org/drawingml/2006/main">
              <a:ext uri="{FF2B5EF4-FFF2-40B4-BE49-F238E27FC236}">
                <a16:creationId xmlns:a16="http://schemas.microsoft.com/office/drawing/2014/main" id="{3CB72011-1532-4978-9E6F-46D53066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7048500" cy="1238250"/>
          </a:xfrm>
          <a:custGeom xmlns:a="http://schemas.openxmlformats.org/drawingml/2006/main">
            <a:pathLst>
              <a:path w="7048500" h="1238250">
                <a:moveTo>
                  <a:pt x="0" y="0"/>
                </a:moveTo>
                <a:lnTo>
                  <a:pt x="6877050" y="0"/>
                </a:lnTo>
                <a:lnTo>
                  <a:pt x="7048500" y="171450"/>
                </a:lnTo>
                <a:lnTo>
                  <a:pt x="7048500" y="1238250"/>
                </a:lnTo>
                <a:lnTo>
                  <a:pt x="0" y="1238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9" name="dp46-background / p / fold">
            <a:extLst xmlns:a="http://schemas.openxmlformats.org/drawingml/2006/main">
              <a:ext uri="{FF2B5EF4-FFF2-40B4-BE49-F238E27FC236}">
                <a16:creationId xmlns:a16="http://schemas.microsoft.com/office/drawing/2014/main" id="{399FB2C3-E627-4262-87C8-D3AC1BE3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2095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0" name="dp46-background / p-label / text 1">
            <a:extLst xmlns:a="http://schemas.openxmlformats.org/drawingml/2006/main">
              <a:ext uri="{FF2B5EF4-FFF2-40B4-BE49-F238E27FC236}">
                <a16:creationId xmlns:a16="http://schemas.microsoft.com/office/drawing/2014/main" id="{26E72C16-F24B-4ED2-B0F5-4C6F3EA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576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T21 / D21@v2</a:t>
            </a:r>
          </a:p>
        </p:txBody>
      </p:sp>
      <p:sp>
        <p:nvSpPr>
          <p:cNvPr id="11" name="dp46-background / p-label / text 2">
            <a:extLst xmlns:a="http://schemas.openxmlformats.org/drawingml/2006/main">
              <a:ext uri="{FF2B5EF4-FFF2-40B4-BE49-F238E27FC236}">
                <a16:creationId xmlns:a16="http://schemas.microsoft.com/office/drawing/2014/main" id="{5A72EA1D-D8A7-47C3-80B6-BDA7B60E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84609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제품 비교의 확인된 결과 참조</a:t>
            </a:r>
          </a:p>
        </p:txBody>
      </p:sp>
      <p:sp>
        <p:nvSpPr>
          <p:cNvPr id="12" name="dp46-background / p-label / text 3">
            <a:extLst xmlns:a="http://schemas.openxmlformats.org/drawingml/2006/main">
              <a:ext uri="{FF2B5EF4-FFF2-40B4-BE49-F238E27FC236}">
                <a16:creationId xmlns:a16="http://schemas.microsoft.com/office/drawing/2014/main" id="{05E0CF1E-2019-4075-B251-50AD0692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44641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Agent 내부 자료 전체 아님</a:t>
            </a:r>
          </a:p>
        </p:txBody>
      </p:sp>
      <p:sp>
        <p:nvSpPr>
          <p:cNvPr id="13" name="dp46-background / q">
            <a:extLst xmlns:a="http://schemas.openxmlformats.org/drawingml/2006/main">
              <a:ext uri="{FF2B5EF4-FFF2-40B4-BE49-F238E27FC236}">
                <a16:creationId xmlns:a16="http://schemas.microsoft.com/office/drawing/2014/main" id="{5240CE43-69F7-4ED5-8116-0398BC92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2095500"/>
            <a:ext cx="7048500" cy="1238250"/>
          </a:xfrm>
          <a:custGeom xmlns:a="http://schemas.openxmlformats.org/drawingml/2006/main">
            <a:pathLst>
              <a:path w="7048500" h="1238250">
                <a:moveTo>
                  <a:pt x="0" y="0"/>
                </a:moveTo>
                <a:lnTo>
                  <a:pt x="6877050" y="0"/>
                </a:lnTo>
                <a:lnTo>
                  <a:pt x="7048500" y="171450"/>
                </a:lnTo>
                <a:lnTo>
                  <a:pt x="7048500" y="1238250"/>
                </a:lnTo>
                <a:lnTo>
                  <a:pt x="0" y="1238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4" name="dp46-background / q / fold">
            <a:extLst xmlns:a="http://schemas.openxmlformats.org/drawingml/2006/main">
              <a:ext uri="{FF2B5EF4-FFF2-40B4-BE49-F238E27FC236}">
                <a16:creationId xmlns:a16="http://schemas.microsoft.com/office/drawing/2014/main" id="{1E0ADAC6-AE31-4A3F-B15D-BE29070E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550" y="2095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5" name="dp46-background / q-label / text 1">
            <a:extLst xmlns:a="http://schemas.openxmlformats.org/drawingml/2006/main">
              <a:ext uri="{FF2B5EF4-FFF2-40B4-BE49-F238E27FC236}">
                <a16:creationId xmlns:a16="http://schemas.microsoft.com/office/drawing/2014/main" id="{7E99BA66-3E69-42C9-AA3C-6BA2907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2324576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T22 / D22@v1</a:t>
            </a:r>
          </a:p>
        </p:txBody>
      </p:sp>
      <p:sp>
        <p:nvSpPr>
          <p:cNvPr id="16" name="dp46-background / q-label / text 2">
            <a:extLst xmlns:a="http://schemas.openxmlformats.org/drawingml/2006/main">
              <a:ext uri="{FF2B5EF4-FFF2-40B4-BE49-F238E27FC236}">
                <a16:creationId xmlns:a16="http://schemas.microsoft.com/office/drawing/2014/main" id="{73E47DFC-3B60-46E8-AA27-25D39BC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2584609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견적의 확인된 결과 참조</a:t>
            </a:r>
          </a:p>
        </p:txBody>
      </p:sp>
      <p:sp>
        <p:nvSpPr>
          <p:cNvPr id="17" name="dp46-background / q-label / text 3">
            <a:extLst xmlns:a="http://schemas.openxmlformats.org/drawingml/2006/main">
              <a:ext uri="{FF2B5EF4-FFF2-40B4-BE49-F238E27FC236}">
                <a16:creationId xmlns:a16="http://schemas.microsoft.com/office/drawing/2014/main" id="{588D8D86-BCF1-4A38-AF13-A07F2606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2844641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 표와 동일하다고 미리 확정하지 않음</a:t>
            </a:r>
          </a:p>
        </p:txBody>
      </p:sp>
      <p:sp>
        <p:nvSpPr>
          <p:cNvPr id="18" name="dp46-background / w">
            <a:extLst xmlns:a="http://schemas.openxmlformats.org/drawingml/2006/main">
              <a:ext uri="{FF2B5EF4-FFF2-40B4-BE49-F238E27FC236}">
                <a16:creationId xmlns:a16="http://schemas.microsoft.com/office/drawing/2014/main" id="{E33E851E-7787-4B1D-AC0E-E9692640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38625"/>
            <a:ext cx="23622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dash"/>
          </a:ln>
        </p:spPr>
      </p:sp>
      <p:sp>
        <p:nvSpPr>
          <p:cNvPr id="19" name="dp46-background / w-label / text 1">
            <a:extLst xmlns:a="http://schemas.openxmlformats.org/drawingml/2006/main">
              <a:ext uri="{FF2B5EF4-FFF2-40B4-BE49-F238E27FC236}">
                <a16:creationId xmlns:a16="http://schemas.microsoft.com/office/drawing/2014/main" id="{51489D3B-FBFC-4FC2-8EB6-DF304DA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14825"/>
            <a:ext cx="23336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W46: 같은 음성과 관측 원본 window</a:t>
            </a:r>
          </a:p>
        </p:txBody>
      </p:sp>
      <p:sp>
        <p:nvSpPr>
          <p:cNvPr id="20" name="dp46-background / a">
            <a:extLst xmlns:a="http://schemas.openxmlformats.org/drawingml/2006/main">
              <a:ext uri="{FF2B5EF4-FFF2-40B4-BE49-F238E27FC236}">
                <a16:creationId xmlns:a16="http://schemas.microsoft.com/office/drawing/2014/main" id="{806CEA77-BC0D-40E2-8A28-986BB3B4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6667500" cy="904875"/>
          </a:xfrm>
          <a:custGeom xmlns:a="http://schemas.openxmlformats.org/drawingml/2006/main">
            <a:pathLst>
              <a:path w="6667500" h="904875">
                <a:moveTo>
                  <a:pt x="0" y="0"/>
                </a:moveTo>
                <a:lnTo>
                  <a:pt x="6496050" y="0"/>
                </a:lnTo>
                <a:lnTo>
                  <a:pt x="6667500" y="171450"/>
                </a:lnTo>
                <a:lnTo>
                  <a:pt x="6667500" y="904875"/>
                </a:lnTo>
                <a:lnTo>
                  <a:pt x="0" y="904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1" name="dp46-background / a / fold">
            <a:extLst xmlns:a="http://schemas.openxmlformats.org/drawingml/2006/main">
              <a:ext uri="{FF2B5EF4-FFF2-40B4-BE49-F238E27FC236}">
                <a16:creationId xmlns:a16="http://schemas.microsoft.com/office/drawing/2014/main" id="{9DBA5BE4-3D4B-402E-B35F-361FB577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57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2" name="dp46-background / a-label / text 1">
            <a:extLst xmlns:a="http://schemas.openxmlformats.org/drawingml/2006/main">
              <a:ext uri="{FF2B5EF4-FFF2-40B4-BE49-F238E27FC236}">
                <a16:creationId xmlns:a16="http://schemas.microsoft.com/office/drawing/2014/main" id="{C20A6CD5-B9F8-43F9-8D68-4E78BA1E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50155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a: “이 표와”</a:t>
            </a:r>
          </a:p>
        </p:txBody>
      </p:sp>
      <p:sp>
        <p:nvSpPr>
          <p:cNvPr id="23" name="dp46-background / a-label / text 2">
            <a:extLst xmlns:a="http://schemas.openxmlformats.org/drawingml/2006/main">
              <a:ext uri="{FF2B5EF4-FFF2-40B4-BE49-F238E27FC236}">
                <a16:creationId xmlns:a16="http://schemas.microsoft.com/office/drawing/2014/main" id="{C5DA9F2B-9749-4413-A840-98F56A9F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0188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가능한 acoustic span / sample 범위</a:t>
            </a:r>
          </a:p>
        </p:txBody>
      </p:sp>
      <p:sp>
        <p:nvSpPr>
          <p:cNvPr id="24" name="dp46-background / b">
            <a:extLst xmlns:a="http://schemas.openxmlformats.org/drawingml/2006/main">
              <a:ext uri="{FF2B5EF4-FFF2-40B4-BE49-F238E27FC236}">
                <a16:creationId xmlns:a16="http://schemas.microsoft.com/office/drawing/2014/main" id="{8C68BC6A-CFD2-43F4-AF03-60B6F1A1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57750"/>
            <a:ext cx="6667500" cy="904875"/>
          </a:xfrm>
          <a:custGeom xmlns:a="http://schemas.openxmlformats.org/drawingml/2006/main">
            <a:pathLst>
              <a:path w="6667500" h="904875">
                <a:moveTo>
                  <a:pt x="0" y="0"/>
                </a:moveTo>
                <a:lnTo>
                  <a:pt x="6496050" y="0"/>
                </a:lnTo>
                <a:lnTo>
                  <a:pt x="6667500" y="171450"/>
                </a:lnTo>
                <a:lnTo>
                  <a:pt x="6667500" y="904875"/>
                </a:lnTo>
                <a:lnTo>
                  <a:pt x="0" y="904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5" name="dp46-background / b / fold">
            <a:extLst xmlns:a="http://schemas.openxmlformats.org/drawingml/2006/main">
              <a:ext uri="{FF2B5EF4-FFF2-40B4-BE49-F238E27FC236}">
                <a16:creationId xmlns:a16="http://schemas.microsoft.com/office/drawing/2014/main" id="{E279060E-26C4-48CA-B461-29821DD6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4857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6" name="dp46-background / b-label / text 1">
            <a:extLst xmlns:a="http://schemas.openxmlformats.org/drawingml/2006/main">
              <a:ext uri="{FF2B5EF4-FFF2-40B4-BE49-F238E27FC236}">
                <a16:creationId xmlns:a16="http://schemas.microsoft.com/office/drawing/2014/main" id="{DEEABACC-984A-41EE-BFE3-A82B8AB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50155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b: “저 표를 아까 네가 설명한 기준으로…”</a:t>
            </a:r>
          </a:p>
        </p:txBody>
      </p:sp>
      <p:sp>
        <p:nvSpPr>
          <p:cNvPr id="27" name="dp46-background / b-label / text 2">
            <a:extLst xmlns:a="http://schemas.openxmlformats.org/drawingml/2006/main">
              <a:ext uri="{FF2B5EF4-FFF2-40B4-BE49-F238E27FC236}">
                <a16:creationId xmlns:a16="http://schemas.microsoft.com/office/drawing/2014/main" id="{1634210E-DC07-4CA4-AFA5-410FFE33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10188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가능한 acoustic span / sample 범위</a:t>
            </a:r>
          </a:p>
        </p:txBody>
      </p:sp>
      <p:sp>
        <p:nvSpPr>
          <p:cNvPr id="28" name="dp46-background / s1">
            <a:extLst xmlns:a="http://schemas.openxmlformats.org/drawingml/2006/main">
              <a:ext uri="{FF2B5EF4-FFF2-40B4-BE49-F238E27FC236}">
                <a16:creationId xmlns:a16="http://schemas.microsoft.com/office/drawing/2014/main" id="{6FF46738-D9CF-4073-BF19-595DA9AC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6667500" cy="1143000"/>
          </a:xfrm>
          <a:custGeom xmlns:a="http://schemas.openxmlformats.org/drawingml/2006/main">
            <a:pathLst>
              <a:path w="6667500" h="1143000">
                <a:moveTo>
                  <a:pt x="0" y="0"/>
                </a:moveTo>
                <a:lnTo>
                  <a:pt x="6496050" y="0"/>
                </a:lnTo>
                <a:lnTo>
                  <a:pt x="6667500" y="171450"/>
                </a:lnTo>
                <a:lnTo>
                  <a:pt x="6667500" y="1143000"/>
                </a:lnTo>
                <a:lnTo>
                  <a:pt x="0" y="114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9" name="dp46-background / s1 / fold">
            <a:extLst xmlns:a="http://schemas.openxmlformats.org/drawingml/2006/main">
              <a:ext uri="{FF2B5EF4-FFF2-40B4-BE49-F238E27FC236}">
                <a16:creationId xmlns:a16="http://schemas.microsoft.com/office/drawing/2014/main" id="{69715FFC-A8D4-41E4-8EA4-1111A898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72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0" name="dp46-background / s1-label / text 1">
            <a:extLst xmlns:a="http://schemas.openxmlformats.org/drawingml/2006/main">
              <a:ext uri="{FF2B5EF4-FFF2-40B4-BE49-F238E27FC236}">
                <a16:creationId xmlns:a16="http://schemas.microsoft.com/office/drawing/2014/main" id="{4BD1EA41-8B9D-40F8-A59E-B67EB662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53701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S1 / P1</a:t>
            </a:r>
          </a:p>
        </p:txBody>
      </p:sp>
      <p:sp>
        <p:nvSpPr>
          <p:cNvPr id="31" name="dp46-background / s1-label / text 2">
            <a:extLst xmlns:a="http://schemas.openxmlformats.org/drawingml/2006/main">
              <a:ext uri="{FF2B5EF4-FFF2-40B4-BE49-F238E27FC236}">
                <a16:creationId xmlns:a16="http://schemas.microsoft.com/office/drawing/2014/main" id="{D90A1C09-C92F-4EF1-8E75-A692F87F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13734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첫 viewport의 표, pointer/선택/drag 경로</a:t>
            </a:r>
          </a:p>
        </p:txBody>
      </p:sp>
      <p:sp>
        <p:nvSpPr>
          <p:cNvPr id="32" name="dp46-background / s1-label / text 3">
            <a:extLst xmlns:a="http://schemas.openxmlformats.org/drawingml/2006/main">
              <a:ext uri="{FF2B5EF4-FFF2-40B4-BE49-F238E27FC236}">
                <a16:creationId xmlns:a16="http://schemas.microsoft.com/office/drawing/2014/main" id="{4F39DBEF-B6BE-4C5E-857C-7E4D73ED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73766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capture interval / 좌표계 / 오차</a:t>
            </a:r>
          </a:p>
        </p:txBody>
      </p:sp>
      <p:sp>
        <p:nvSpPr>
          <p:cNvPr id="33" name="dp46-background / change">
            <a:extLst xmlns:a="http://schemas.openxmlformats.org/drawingml/2006/main">
              <a:ext uri="{FF2B5EF4-FFF2-40B4-BE49-F238E27FC236}">
                <a16:creationId xmlns:a16="http://schemas.microsoft.com/office/drawing/2014/main" id="{F293D450-C8B4-45C4-B697-B40CAC98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762750"/>
            <a:ext cx="1619250" cy="714375"/>
          </a:xfrm>
          <a:custGeom xmlns:a="http://schemas.openxmlformats.org/drawingml/2006/main">
            <a:pathLst>
              <a:path w="1619250" h="714375">
                <a:moveTo>
                  <a:pt x="0" y="0"/>
                </a:moveTo>
                <a:lnTo>
                  <a:pt x="1447800" y="0"/>
                </a:lnTo>
                <a:lnTo>
                  <a:pt x="1619250" y="171450"/>
                </a:lnTo>
                <a:lnTo>
                  <a:pt x="1619250" y="714375"/>
                </a:lnTo>
                <a:lnTo>
                  <a:pt x="0" y="714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4" name="dp46-background / change / fold">
            <a:extLst xmlns:a="http://schemas.openxmlformats.org/drawingml/2006/main">
              <a:ext uri="{FF2B5EF4-FFF2-40B4-BE49-F238E27FC236}">
                <a16:creationId xmlns:a16="http://schemas.microsoft.com/office/drawing/2014/main" id="{62AB4293-64B8-406D-9E7B-A80C0A6C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762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5" name="dp46-background / change-label / text 1">
            <a:extLst xmlns:a="http://schemas.openxmlformats.org/drawingml/2006/main">
              <a:ext uri="{FF2B5EF4-FFF2-40B4-BE49-F238E27FC236}">
                <a16:creationId xmlns:a16="http://schemas.microsoft.com/office/drawing/2014/main" id="{49BE90A1-06DF-4030-B5DD-765AC2D7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859905"/>
            <a:ext cx="13906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스크롤 /</a:t>
            </a:r>
          </a:p>
        </p:txBody>
      </p:sp>
      <p:sp>
        <p:nvSpPr>
          <p:cNvPr id="36" name="dp46-background / change-label / text 2">
            <a:extLst xmlns:a="http://schemas.openxmlformats.org/drawingml/2006/main">
              <a:ext uri="{FF2B5EF4-FFF2-40B4-BE49-F238E27FC236}">
                <a16:creationId xmlns:a16="http://schemas.microsoft.com/office/drawing/2014/main" id="{5F2625BB-1FF1-4F20-A19D-9EADCECF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119938"/>
            <a:ext cx="13906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창 전환</a:t>
            </a:r>
          </a:p>
        </p:txBody>
      </p:sp>
      <p:sp>
        <p:nvSpPr>
          <p:cNvPr id="37" name="dp46-background / s2">
            <a:extLst xmlns:a="http://schemas.openxmlformats.org/drawingml/2006/main">
              <a:ext uri="{FF2B5EF4-FFF2-40B4-BE49-F238E27FC236}">
                <a16:creationId xmlns:a16="http://schemas.microsoft.com/office/drawing/2014/main" id="{D4217F4C-1DD9-4D38-B0B2-CD2FFACC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6667500" cy="1143000"/>
          </a:xfrm>
          <a:custGeom xmlns:a="http://schemas.openxmlformats.org/drawingml/2006/main">
            <a:pathLst>
              <a:path w="6667500" h="1143000">
                <a:moveTo>
                  <a:pt x="0" y="0"/>
                </a:moveTo>
                <a:lnTo>
                  <a:pt x="6496050" y="0"/>
                </a:lnTo>
                <a:lnTo>
                  <a:pt x="6667500" y="171450"/>
                </a:lnTo>
                <a:lnTo>
                  <a:pt x="6667500" y="1143000"/>
                </a:lnTo>
                <a:lnTo>
                  <a:pt x="0" y="114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8" name="dp46-background / s2 / fold">
            <a:extLst xmlns:a="http://schemas.openxmlformats.org/drawingml/2006/main">
              <a:ext uri="{FF2B5EF4-FFF2-40B4-BE49-F238E27FC236}">
                <a16:creationId xmlns:a16="http://schemas.microsoft.com/office/drawing/2014/main" id="{7B383CB9-79E3-40DA-A60C-9A6FDAEA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6572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9" name="dp46-background / s2-label / text 1">
            <a:extLst xmlns:a="http://schemas.openxmlformats.org/drawingml/2006/main">
              <a:ext uri="{FF2B5EF4-FFF2-40B4-BE49-F238E27FC236}">
                <a16:creationId xmlns:a16="http://schemas.microsoft.com/office/drawing/2014/main" id="{26B57291-FFCC-4982-A215-245B817A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753701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S2 / P2</a:t>
            </a:r>
          </a:p>
        </p:txBody>
      </p:sp>
      <p:sp>
        <p:nvSpPr>
          <p:cNvPr id="40" name="dp46-background / s2-label / text 2">
            <a:extLst xmlns:a="http://schemas.openxmlformats.org/drawingml/2006/main">
              <a:ext uri="{FF2B5EF4-FFF2-40B4-BE49-F238E27FC236}">
                <a16:creationId xmlns:a16="http://schemas.microsoft.com/office/drawing/2014/main" id="{C858C330-7BCA-424C-9C55-54F8E693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13734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바뀐 viewport의 표와 당시 pointer/선택</a:t>
            </a:r>
          </a:p>
        </p:txBody>
      </p:sp>
      <p:sp>
        <p:nvSpPr>
          <p:cNvPr id="41" name="dp46-background / s2-label / text 3">
            <a:extLst xmlns:a="http://schemas.openxmlformats.org/drawingml/2006/main">
              <a:ext uri="{FF2B5EF4-FFF2-40B4-BE49-F238E27FC236}">
                <a16:creationId xmlns:a16="http://schemas.microsoft.com/office/drawing/2014/main" id="{3743325E-163B-43F4-BE8F-328F30A6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273766"/>
            <a:ext cx="6438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capture interval / 좌표계 / 오차</a:t>
            </a:r>
          </a:p>
        </p:txBody>
      </p:sp>
      <p:sp>
        <p:nvSpPr>
          <p:cNvPr id="42" name="dp46-background / tr">
            <a:extLst xmlns:a="http://schemas.openxmlformats.org/drawingml/2006/main">
              <a:ext uri="{FF2B5EF4-FFF2-40B4-BE49-F238E27FC236}">
                <a16:creationId xmlns:a16="http://schemas.microsoft.com/office/drawing/2014/main" id="{DEFA209D-6615-41D9-A608-1F17F14B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4857750"/>
            <a:ext cx="5905500" cy="1809750"/>
          </a:xfrm>
          <a:custGeom xmlns:a="http://schemas.openxmlformats.org/drawingml/2006/main">
            <a:pathLst>
              <a:path w="5905500" h="1809750">
                <a:moveTo>
                  <a:pt x="0" y="0"/>
                </a:moveTo>
                <a:lnTo>
                  <a:pt x="5734050" y="0"/>
                </a:lnTo>
                <a:lnTo>
                  <a:pt x="5905500" y="171450"/>
                </a:lnTo>
                <a:lnTo>
                  <a:pt x="5905500" y="1809750"/>
                </a:lnTo>
                <a:lnTo>
                  <a:pt x="0" y="1809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3" name="dp46-background / tr / fold">
            <a:extLst xmlns:a="http://schemas.openxmlformats.org/drawingml/2006/main">
              <a:ext uri="{FF2B5EF4-FFF2-40B4-BE49-F238E27FC236}">
                <a16:creationId xmlns:a16="http://schemas.microsoft.com/office/drawing/2014/main" id="{3BF726E3-BE23-428A-AE83-E3A38AF0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0050" y="4857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4" name="dp46-background / tr-label / text 1">
            <a:extLst xmlns:a="http://schemas.openxmlformats.org/drawingml/2006/main">
              <a:ext uri="{FF2B5EF4-FFF2-40B4-BE49-F238E27FC236}">
                <a16:creationId xmlns:a16="http://schemas.microsoft.com/office/drawing/2014/main" id="{306897BD-782C-493A-842A-58451240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5242560"/>
            <a:ext cx="5676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u46@r1 → r2</a:t>
            </a:r>
          </a:p>
        </p:txBody>
      </p:sp>
      <p:sp>
        <p:nvSpPr>
          <p:cNvPr id="45" name="dp46-background / tr-label / text 2">
            <a:extLst xmlns:a="http://schemas.openxmlformats.org/drawingml/2006/main">
              <a:ext uri="{FF2B5EF4-FFF2-40B4-BE49-F238E27FC236}">
                <a16:creationId xmlns:a16="http://schemas.microsoft.com/office/drawing/2014/main" id="{3F45EB2E-E72E-4EF9-8236-585652AA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5502592"/>
            <a:ext cx="5676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전사는 화면 변경 뒤 도착/정정 가능</a:t>
            </a:r>
          </a:p>
        </p:txBody>
      </p:sp>
      <p:sp>
        <p:nvSpPr>
          <p:cNvPr id="46" name="dp46-background / tr-label / text 3">
            <a:extLst xmlns:a="http://schemas.openxmlformats.org/drawingml/2006/main">
              <a:ext uri="{FF2B5EF4-FFF2-40B4-BE49-F238E27FC236}">
                <a16:creationId xmlns:a16="http://schemas.microsoft.com/office/drawing/2014/main" id="{73EFC76E-C7B1-4F05-B3F2-234C0D70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5762625"/>
            <a:ext cx="5676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provider item ↔ local sample mapping</a:t>
            </a:r>
          </a:p>
        </p:txBody>
      </p:sp>
      <p:sp>
        <p:nvSpPr>
          <p:cNvPr id="47" name="dp46-background / tr-label / text 4">
            <a:extLst xmlns:a="http://schemas.openxmlformats.org/drawingml/2006/main">
              <a:ext uri="{FF2B5EF4-FFF2-40B4-BE49-F238E27FC236}">
                <a16:creationId xmlns:a16="http://schemas.microsoft.com/office/drawing/2014/main" id="{752FA566-13E4-439B-ACC0-32CA096E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6022658"/>
            <a:ext cx="5676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span timing 미제공이면 unknown</a:t>
            </a:r>
          </a:p>
        </p:txBody>
      </p:sp>
      <p:sp>
        <p:nvSpPr>
          <p:cNvPr id="48" name="dp46-background / input">
            <a:extLst xmlns:a="http://schemas.openxmlformats.org/drawingml/2006/main">
              <a:ext uri="{FF2B5EF4-FFF2-40B4-BE49-F238E27FC236}">
                <a16:creationId xmlns:a16="http://schemas.microsoft.com/office/drawing/2014/main" id="{2B3DFE99-EB5D-47A5-9CD3-EC7D5220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0"/>
            <a:ext cx="13620750" cy="1619250"/>
          </a:xfrm>
          <a:custGeom xmlns:a="http://schemas.openxmlformats.org/drawingml/2006/main">
            <a:pathLst>
              <a:path w="13620750" h="1619250">
                <a:moveTo>
                  <a:pt x="0" y="0"/>
                </a:moveTo>
                <a:lnTo>
                  <a:pt x="13449300" y="0"/>
                </a:lnTo>
                <a:lnTo>
                  <a:pt x="13620750" y="171450"/>
                </a:lnTo>
                <a:lnTo>
                  <a:pt x="13620750" y="1619250"/>
                </a:lnTo>
                <a:lnTo>
                  <a:pt x="0" y="1619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9" name="dp46-background / input / fold">
            <a:extLst xmlns:a="http://schemas.openxmlformats.org/drawingml/2006/main">
              <a:ext uri="{FF2B5EF4-FFF2-40B4-BE49-F238E27FC236}">
                <a16:creationId xmlns:a16="http://schemas.microsoft.com/office/drawing/2014/main" id="{81C96995-01CC-4BCE-A056-9362757B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334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0" name="dp46-background / input-label / text 1">
            <a:extLst xmlns:a="http://schemas.openxmlformats.org/drawingml/2006/main">
              <a:ext uri="{FF2B5EF4-FFF2-40B4-BE49-F238E27FC236}">
                <a16:creationId xmlns:a16="http://schemas.microsoft.com/office/drawing/2014/main" id="{1026D609-A719-4F0E-A194-9B4BD7BA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54076"/>
            <a:ext cx="13392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 u46</a:t>
            </a:r>
          </a:p>
        </p:txBody>
      </p:sp>
      <p:sp>
        <p:nvSpPr>
          <p:cNvPr id="51" name="dp46-background / input-label / text 2">
            <a:extLst xmlns:a="http://schemas.openxmlformats.org/drawingml/2006/main">
              <a:ext uri="{FF2B5EF4-FFF2-40B4-BE49-F238E27FC236}">
                <a16:creationId xmlns:a16="http://schemas.microsoft.com/office/drawing/2014/main" id="{D45EED9F-61A8-48AF-9E79-E064DD0E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14109"/>
            <a:ext cx="13392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“이 표와 저 표를 아까 기준으로 비교해서 제안서 초안을 만들어줘. 메일은 보내지 마.”</a:t>
            </a:r>
          </a:p>
        </p:txBody>
      </p:sp>
      <p:sp>
        <p:nvSpPr>
          <p:cNvPr id="52" name="dp46-background / input-label / text 3">
            <a:extLst xmlns:a="http://schemas.openxmlformats.org/drawingml/2006/main">
              <a:ext uri="{FF2B5EF4-FFF2-40B4-BE49-F238E27FC236}">
                <a16:creationId xmlns:a16="http://schemas.microsoft.com/office/drawing/2014/main" id="{F19230BE-72AA-419E-AB8E-820688BD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74141"/>
            <a:ext cx="13392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지칭, 과거 설명 연결, Task 관계, 위임과 금지 조건이 아직 잠정 상태</a:t>
            </a:r>
          </a:p>
        </p:txBody>
      </p:sp>
      <p:sp>
        <p:nvSpPr>
          <p:cNvPr id="53" name="dp46-background / out">
            <a:extLst xmlns:a="http://schemas.openxmlformats.org/drawingml/2006/main">
              <a:ext uri="{FF2B5EF4-FFF2-40B4-BE49-F238E27FC236}">
                <a16:creationId xmlns:a16="http://schemas.microsoft.com/office/drawing/2014/main" id="{B457C40C-E67C-456D-996F-9D5EAF9E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9334500"/>
            <a:ext cx="7048500" cy="1619250"/>
          </a:xfrm>
          <a:custGeom xmlns:a="http://schemas.openxmlformats.org/drawingml/2006/main">
            <a:pathLst>
              <a:path w="7048500" h="1619250">
                <a:moveTo>
                  <a:pt x="0" y="0"/>
                </a:moveTo>
                <a:lnTo>
                  <a:pt x="6877050" y="0"/>
                </a:lnTo>
                <a:lnTo>
                  <a:pt x="7048500" y="171450"/>
                </a:lnTo>
                <a:lnTo>
                  <a:pt x="7048500" y="1619250"/>
                </a:lnTo>
                <a:lnTo>
                  <a:pt x="0" y="1619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4" name="dp46-background / out / fold">
            <a:extLst xmlns:a="http://schemas.openxmlformats.org/drawingml/2006/main">
              <a:ext uri="{FF2B5EF4-FFF2-40B4-BE49-F238E27FC236}">
                <a16:creationId xmlns:a16="http://schemas.microsoft.com/office/drawing/2014/main" id="{43D19A02-3F4F-406B-A77F-60889D99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0050" y="9334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5" name="dp46-background / out-label / text 1">
            <a:extLst xmlns:a="http://schemas.openxmlformats.org/drawingml/2006/main">
              <a:ext uri="{FF2B5EF4-FFF2-40B4-BE49-F238E27FC236}">
                <a16:creationId xmlns:a16="http://schemas.microsoft.com/office/drawing/2014/main" id="{1494879B-74B3-4145-B2E7-DCA768BC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9754076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채택 뒤의 R46 / 필요 시 T46</a:t>
            </a:r>
          </a:p>
        </p:txBody>
      </p:sp>
      <p:sp>
        <p:nvSpPr>
          <p:cNvPr id="56" name="dp46-background / out-label / text 2">
            <a:extLst xmlns:a="http://schemas.openxmlformats.org/drawingml/2006/main">
              <a:ext uri="{FF2B5EF4-FFF2-40B4-BE49-F238E27FC236}">
                <a16:creationId xmlns:a16="http://schemas.microsoft.com/office/drawing/2014/main" id="{E6C6D0CD-C66D-4B28-876C-4747A938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10014109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관련 근거와 조건을 연결해 외부 Agent에 위임</a:t>
            </a:r>
          </a:p>
        </p:txBody>
      </p:sp>
      <p:sp>
        <p:nvSpPr>
          <p:cNvPr id="57" name="dp46-background / out-label / text 3">
            <a:extLst xmlns:a="http://schemas.openxmlformats.org/drawingml/2006/main">
              <a:ext uri="{FF2B5EF4-FFF2-40B4-BE49-F238E27FC236}">
                <a16:creationId xmlns:a16="http://schemas.microsoft.com/office/drawing/2014/main" id="{8224DC92-437C-40B6-A7D3-634ED2DA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10274141"/>
            <a:ext cx="6819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비교 분석과 제안서 작성은 Agent 책임</a:t>
            </a:r>
          </a:p>
        </p:txBody>
      </p:sp>
      <p:sp>
        <p:nvSpPr>
          <p:cNvPr id="58" name="dp46-background / edge-0 / path">
            <a:extLst xmlns:a="http://schemas.openxmlformats.org/drawingml/2006/main">
              <a:ext uri="{FF2B5EF4-FFF2-40B4-BE49-F238E27FC236}">
                <a16:creationId xmlns:a16="http://schemas.microsoft.com/office/drawing/2014/main" id="{9729AEA3-E88C-43C4-A95D-C4947125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62625"/>
            <a:ext cx="953" cy="809625"/>
          </a:xfrm>
          <a:custGeom xmlns:a="http://schemas.openxmlformats.org/drawingml/2006/main">
            <a:pathLst>
              <a:path w="953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59" name="dp46-background / edge-0 / arrow">
            <a:extLst xmlns:a="http://schemas.openxmlformats.org/drawingml/2006/main">
              <a:ext uri="{FF2B5EF4-FFF2-40B4-BE49-F238E27FC236}">
                <a16:creationId xmlns:a16="http://schemas.microsoft.com/office/drawing/2014/main" id="{B47EDA9B-93CC-4873-8A93-3BEA7429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982" y="647471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0" name="dp46-background / edge-1 / path">
            <a:extLst xmlns:a="http://schemas.openxmlformats.org/drawingml/2006/main">
              <a:ext uri="{FF2B5EF4-FFF2-40B4-BE49-F238E27FC236}">
                <a16:creationId xmlns:a16="http://schemas.microsoft.com/office/drawing/2014/main" id="{1C43D3C9-DE52-4B89-9F28-2205968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762625"/>
            <a:ext cx="953" cy="809625"/>
          </a:xfrm>
          <a:custGeom xmlns:a="http://schemas.openxmlformats.org/drawingml/2006/main">
            <a:pathLst>
              <a:path w="953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1" name="dp46-background / edge-1 / arrow">
            <a:extLst xmlns:a="http://schemas.openxmlformats.org/drawingml/2006/main">
              <a:ext uri="{FF2B5EF4-FFF2-40B4-BE49-F238E27FC236}">
                <a16:creationId xmlns:a16="http://schemas.microsoft.com/office/drawing/2014/main" id="{4D969D71-E015-4D97-B9BF-D393B8BE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0482" y="647471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2" name="dp46-background / edge-2 / path">
            <a:extLst xmlns:a="http://schemas.openxmlformats.org/drawingml/2006/main">
              <a:ext uri="{FF2B5EF4-FFF2-40B4-BE49-F238E27FC236}">
                <a16:creationId xmlns:a16="http://schemas.microsoft.com/office/drawing/2014/main" id="{15E67F17-1C84-49DE-BABA-9BCC6FE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143750"/>
            <a:ext cx="285750" cy="953"/>
          </a:xfrm>
          <a:custGeom xmlns:a="http://schemas.openxmlformats.org/drawingml/2006/main"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3" name="dp46-background / edge-2 / arrow">
            <a:extLst xmlns:a="http://schemas.openxmlformats.org/drawingml/2006/main">
              <a:ext uri="{FF2B5EF4-FFF2-40B4-BE49-F238E27FC236}">
                <a16:creationId xmlns:a16="http://schemas.microsoft.com/office/drawing/2014/main" id="{F0A6C13F-289A-499A-87CA-15866823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714" y="70949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4" name="dp46-background / edge-3 / path">
            <a:extLst xmlns:a="http://schemas.openxmlformats.org/drawingml/2006/main">
              <a:ext uri="{FF2B5EF4-FFF2-40B4-BE49-F238E27FC236}">
                <a16:creationId xmlns:a16="http://schemas.microsoft.com/office/drawing/2014/main" id="{AC11207E-043F-4171-98C6-1C7EC1EA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143750"/>
            <a:ext cx="381000" cy="953"/>
          </a:xfrm>
          <a:custGeom xmlns:a="http://schemas.openxmlformats.org/drawingml/2006/main">
            <a:pathLst>
              <a:path w="381000" h="953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5" name="dp46-background / edge-3 / arrow">
            <a:extLst xmlns:a="http://schemas.openxmlformats.org/drawingml/2006/main">
              <a:ext uri="{FF2B5EF4-FFF2-40B4-BE49-F238E27FC236}">
                <a16:creationId xmlns:a16="http://schemas.microsoft.com/office/drawing/2014/main" id="{CA2BF3B4-F22B-4F31-8308-9D497264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964" y="70949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6" name="dp46-background / edge-4 / path">
            <a:extLst xmlns:a="http://schemas.openxmlformats.org/drawingml/2006/main">
              <a:ext uri="{FF2B5EF4-FFF2-40B4-BE49-F238E27FC236}">
                <a16:creationId xmlns:a16="http://schemas.microsoft.com/office/drawing/2014/main" id="{7B4D088A-4C5B-4334-84D3-4A875581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5334000"/>
            <a:ext cx="1143000" cy="953"/>
          </a:xfrm>
          <a:custGeom xmlns:a="http://schemas.openxmlformats.org/drawingml/2006/main"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7" name="dp46-background / edge-4 / arrow">
            <a:extLst xmlns:a="http://schemas.openxmlformats.org/drawingml/2006/main">
              <a:ext uri="{FF2B5EF4-FFF2-40B4-BE49-F238E27FC236}">
                <a16:creationId xmlns:a16="http://schemas.microsoft.com/office/drawing/2014/main" id="{7DDFC050-C406-4F7E-BA40-C41D1552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8464" y="528523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8" name="dp46-background / edge-5 / path">
            <a:extLst xmlns:a="http://schemas.openxmlformats.org/drawingml/2006/main">
              <a:ext uri="{FF2B5EF4-FFF2-40B4-BE49-F238E27FC236}">
                <a16:creationId xmlns:a16="http://schemas.microsoft.com/office/drawing/2014/main" id="{91F14D3A-B891-496D-9EB8-EDD10FE0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0144125"/>
            <a:ext cx="2000250" cy="953"/>
          </a:xfrm>
          <a:custGeom xmlns:a="http://schemas.openxmlformats.org/drawingml/2006/main">
            <a:pathLst>
              <a:path w="2000250" h="953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9" name="dp46-background / edge-5 / arrow">
            <a:extLst xmlns:a="http://schemas.openxmlformats.org/drawingml/2006/main">
              <a:ext uri="{FF2B5EF4-FFF2-40B4-BE49-F238E27FC236}">
                <a16:creationId xmlns:a16="http://schemas.microsoft.com/office/drawing/2014/main" id="{54DD4421-80DD-4E94-8501-67ED218B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4" y="1009535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0" name="dp46-background / text-mask-0">
            <a:extLst xmlns:a="http://schemas.openxmlformats.org/drawingml/2006/main">
              <a:ext uri="{FF2B5EF4-FFF2-40B4-BE49-F238E27FC236}">
                <a16:creationId xmlns:a16="http://schemas.microsoft.com/office/drawing/2014/main" id="{8D955254-8557-4A5F-98F7-C6766BFB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90500"/>
            <a:ext cx="236791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p46-background / text-0 / text 1">
            <a:extLst xmlns:a="http://schemas.openxmlformats.org/drawingml/2006/main">
              <a:ext uri="{FF2B5EF4-FFF2-40B4-BE49-F238E27FC236}">
                <a16:creationId xmlns:a16="http://schemas.microsoft.com/office/drawing/2014/main" id="{F9072038-E349-4924-93F3-B5A73808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236220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46의 문제 | 말한 당시 화면과 행동, 과거 설명과 업무 결과를 함께 연결</a:t>
            </a:r>
          </a:p>
        </p:txBody>
      </p:sp>
      <p:sp>
        <p:nvSpPr>
          <p:cNvPr id="72" name="dp46-background / text-mask-1">
            <a:extLst xmlns:a="http://schemas.openxmlformats.org/drawingml/2006/main">
              <a:ext uri="{FF2B5EF4-FFF2-40B4-BE49-F238E27FC236}">
                <a16:creationId xmlns:a16="http://schemas.microsoft.com/office/drawing/2014/main" id="{E82A5ED8-9B37-45C7-9A0C-DC72794C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714375"/>
            <a:ext cx="236791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p46-background / text-1 / text 1">
            <a:extLst xmlns:a="http://schemas.openxmlformats.org/drawingml/2006/main">
              <a:ext uri="{FF2B5EF4-FFF2-40B4-BE49-F238E27FC236}">
                <a16:creationId xmlns:a16="http://schemas.microsoft.com/office/drawing/2014/main" id="{1BC3029B-7EA2-4B95-98A2-E476928E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"/>
            <a:ext cx="23622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사용자 발화 뒤에 전사가 도착해도, 마지막 화면 하나나 전사 도착 시각으로 앞선 지칭을 대체할 수 없다</a:t>
            </a:r>
          </a:p>
        </p:txBody>
      </p:sp>
      <p:sp>
        <p:nvSpPr>
          <p:cNvPr id="74" name="dp46-background / text-mask-2">
            <a:extLst xmlns:a="http://schemas.openxmlformats.org/drawingml/2006/main">
              <a:ext uri="{FF2B5EF4-FFF2-40B4-BE49-F238E27FC236}">
                <a16:creationId xmlns:a16="http://schemas.microsoft.com/office/drawing/2014/main" id="{E7205248-616E-4B05-B242-FCF16CD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905750"/>
            <a:ext cx="2253615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p46-background / text-2 / text 1">
            <a:extLst xmlns:a="http://schemas.openxmlformats.org/drawingml/2006/main">
              <a:ext uri="{FF2B5EF4-FFF2-40B4-BE49-F238E27FC236}">
                <a16:creationId xmlns:a16="http://schemas.microsoft.com/office/drawing/2014/main" id="{EE8C0004-7842-4947-A0C0-79BF67C9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22479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음성/화면/행동 순서와 오차를 보존 → 시간 관계 후보 구성 → 현재 Request Interpreter가 지칭과 Task 관계 판단</a:t>
            </a:r>
          </a:p>
        </p:txBody>
      </p:sp>
      <p:sp>
        <p:nvSpPr>
          <p:cNvPr id="76" name="dp46-background / text-2 / text 2">
            <a:extLst xmlns:a="http://schemas.openxmlformats.org/drawingml/2006/main">
              <a:ext uri="{FF2B5EF4-FFF2-40B4-BE49-F238E27FC236}">
                <a16:creationId xmlns:a16="http://schemas.microsoft.com/office/drawing/2014/main" id="{296F95DC-DDEA-4B01-B300-41A8A02C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202930"/>
            <a:ext cx="22479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VAD는 발화 경계만 제공. 단어 시각 미지원/gap/원본 만료는 양안 같은 한계. 시각 overlap이 의도 정답은 아님.</a:t>
            </a:r>
          </a:p>
        </p:txBody>
      </p:sp>
      <p:sp>
        <p:nvSpPr>
          <p:cNvPr id="77" name="dp46-background / text-mask-3">
            <a:extLst xmlns:a="http://schemas.openxmlformats.org/drawingml/2006/main">
              <a:ext uri="{FF2B5EF4-FFF2-40B4-BE49-F238E27FC236}">
                <a16:creationId xmlns:a16="http://schemas.microsoft.com/office/drawing/2014/main" id="{A19E2F45-4381-4A89-8C77-A650B441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525250"/>
            <a:ext cx="22631400" cy="1002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p46-background / text-3 / text 1">
            <a:extLst xmlns:a="http://schemas.openxmlformats.org/drawingml/2006/main">
              <a:ext uri="{FF2B5EF4-FFF2-40B4-BE49-F238E27FC236}">
                <a16:creationId xmlns:a16="http://schemas.microsoft.com/office/drawing/2014/main" id="{DFF6B041-E68C-469D-8610-AEC64151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525250"/>
            <a:ext cx="22574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후속 u47: “두 번째 표 대신 새 견적으로 다시 만들어줘. 메일은 계속 보내지 마.”</a:t>
            </a:r>
          </a:p>
        </p:txBody>
      </p:sp>
      <p:sp>
        <p:nvSpPr>
          <p:cNvPr id="79" name="dp46-background / text-3 / text 2">
            <a:extLst xmlns:a="http://schemas.openxmlformats.org/drawingml/2006/main">
              <a:ext uri="{FF2B5EF4-FFF2-40B4-BE49-F238E27FC236}">
                <a16:creationId xmlns:a16="http://schemas.microsoft.com/office/drawing/2014/main" id="{2A1607AB-1B99-43C2-858F-EC5DB9F7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859578"/>
            <a:ext cx="22574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u46 전사 정정은 같은 입력 revision. u47은 별도 입력이며 현재 의미가 채택돼야 수정 범위가 정해진다.</a:t>
            </a:r>
          </a:p>
        </p:txBody>
      </p:sp>
      <p:sp>
        <p:nvSpPr>
          <p:cNvPr id="80" name="dp46-background / text-3 / text 3">
            <a:extLst xmlns:a="http://schemas.openxmlformats.org/drawingml/2006/main">
              <a:ext uri="{FF2B5EF4-FFF2-40B4-BE49-F238E27FC236}">
                <a16:creationId xmlns:a16="http://schemas.microsoft.com/office/drawing/2014/main" id="{08930D1A-F4F5-4096-8052-923DA170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3905"/>
            <a:ext cx="22574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 그림은 공통 문제와 원본을 설명한다. A/B의 관계 구성과 게시/조회는 MAIN에서 비교한다.</a:t>
            </a:r>
          </a:p>
        </p:txBody>
      </p:sp>
    </p:spTree>
    <p:extLst>
      <p:ext uri="{BB962C8B-B14F-4D97-AF65-F5344CB8AC3E}">
        <p14:creationId xmlns:p14="http://schemas.microsoft.com/office/powerpoint/2010/main" val="664237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" name="choice46-structure / arc">
            <a:extLst xmlns:a="http://schemas.openxmlformats.org/drawingml/2006/main">
              <a:ext uri="{FF2B5EF4-FFF2-40B4-BE49-F238E27FC236}">
                <a16:creationId xmlns:a16="http://schemas.microsoft.com/office/drawing/2014/main" id="{9C7F7568-6279-4AC7-9F70-9A7D7106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66875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" name="choice46-structure / arc-label / text 1">
            <a:extLst xmlns:a="http://schemas.openxmlformats.org/drawingml/2006/main">
              <a:ext uri="{FF2B5EF4-FFF2-40B4-BE49-F238E27FC236}">
                <a16:creationId xmlns:a16="http://schemas.microsoft.com/office/drawing/2014/main" id="{68D93B1D-CE41-4A3B-AD5A-A4A49A0B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3075"/>
            <a:ext cx="3143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3" name="choice46-structure / arm">
            <a:extLst xmlns:a="http://schemas.openxmlformats.org/drawingml/2006/main">
              <a:ext uri="{FF2B5EF4-FFF2-40B4-BE49-F238E27FC236}">
                <a16:creationId xmlns:a16="http://schemas.microsoft.com/office/drawing/2014/main" id="{94192F00-DB51-4839-BCF2-9DD05981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66875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" name="choice46-structure / arm-label / text 1">
            <a:extLst xmlns:a="http://schemas.openxmlformats.org/drawingml/2006/main">
              <a:ext uri="{FF2B5EF4-FFF2-40B4-BE49-F238E27FC236}">
                <a16:creationId xmlns:a16="http://schemas.microsoft.com/office/drawing/2014/main" id="{3C27CF5C-FE99-483B-BDE3-AD089E03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43075"/>
            <a:ext cx="3143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5" name="choice46-structure / atm">
            <a:extLst xmlns:a="http://schemas.openxmlformats.org/drawingml/2006/main">
              <a:ext uri="{FF2B5EF4-FFF2-40B4-BE49-F238E27FC236}">
                <a16:creationId xmlns:a16="http://schemas.microsoft.com/office/drawing/2014/main" id="{54D1E11F-4D90-4ECA-A7FA-8256D18B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" name="choice46-structure / atm-label / text 1">
            <a:extLst xmlns:a="http://schemas.openxmlformats.org/drawingml/2006/main">
              <a:ext uri="{FF2B5EF4-FFF2-40B4-BE49-F238E27FC236}">
                <a16:creationId xmlns:a16="http://schemas.microsoft.com/office/drawing/2014/main" id="{9BC4CA3A-480B-45C7-8C05-8889B372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43075"/>
            <a:ext cx="3333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7" name="choice46-structure / aim">
            <a:extLst xmlns:a="http://schemas.openxmlformats.org/drawingml/2006/main">
              <a:ext uri="{FF2B5EF4-FFF2-40B4-BE49-F238E27FC236}">
                <a16:creationId xmlns:a16="http://schemas.microsoft.com/office/drawing/2014/main" id="{5FFFA567-65F2-4198-9818-CE4A7FE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5381625" cy="871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8" name="choice46-structure / aim-label / text 1">
            <a:extLst xmlns:a="http://schemas.openxmlformats.org/drawingml/2006/main">
              <a:ext uri="{FF2B5EF4-FFF2-40B4-BE49-F238E27FC236}">
                <a16:creationId xmlns:a16="http://schemas.microsoft.com/office/drawing/2014/main" id="{413C70FD-BFED-41CF-8D29-D6FEF925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52700"/>
            <a:ext cx="5095875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9" name="choice46-structure / atl">
            <a:extLst xmlns:a="http://schemas.openxmlformats.org/drawingml/2006/main">
              <a:ext uri="{FF2B5EF4-FFF2-40B4-BE49-F238E27FC236}">
                <a16:creationId xmlns:a16="http://schemas.microsoft.com/office/drawing/2014/main" id="{4B30F0AB-078A-46DE-B26F-593A330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4905375" cy="7953375"/>
          </a:xfrm>
          <a:prstGeom xmlns:a="http://schemas.openxmlformats.org/drawingml/2006/main" prst="roundRect">
            <a:avLst>
              <a:gd name="adj" fmla="val 1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0" name="choice46-structure / atl-label / text 1">
            <a:extLst xmlns:a="http://schemas.openxmlformats.org/drawingml/2006/main">
              <a:ext uri="{FF2B5EF4-FFF2-40B4-BE49-F238E27FC236}">
                <a16:creationId xmlns:a16="http://schemas.microsoft.com/office/drawing/2014/main" id="{573450C4-E55F-4477-82D9-BB4A858E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46196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Timeline &amp; Buffer</a:t>
            </a:r>
          </a:p>
        </p:txBody>
      </p:sp>
      <p:sp>
        <p:nvSpPr>
          <p:cNvPr id="11" name="choice46-structure / acm">
            <a:extLst xmlns:a="http://schemas.openxmlformats.org/drawingml/2006/main">
              <a:ext uri="{FF2B5EF4-FFF2-40B4-BE49-F238E27FC236}">
                <a16:creationId xmlns:a16="http://schemas.microsoft.com/office/drawing/2014/main" id="{1E4A5A16-8136-4B00-AEBA-B2A59F6B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0"/>
            <a:ext cx="5572125" cy="871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2" name="choice46-structure / acm-label / text 1">
            <a:extLst xmlns:a="http://schemas.openxmlformats.org/drawingml/2006/main">
              <a:ext uri="{FF2B5EF4-FFF2-40B4-BE49-F238E27FC236}">
                <a16:creationId xmlns:a16="http://schemas.microsoft.com/office/drawing/2014/main" id="{3AFC5BD5-8860-445E-9CD1-A9187C54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5286375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3" name="choice46-structure / araw">
            <a:extLst xmlns:a="http://schemas.openxmlformats.org/drawingml/2006/main">
              <a:ext uri="{FF2B5EF4-FFF2-40B4-BE49-F238E27FC236}">
                <a16:creationId xmlns:a16="http://schemas.microsoft.com/office/drawing/2014/main" id="{49957D4F-EA2B-4F7F-B0A1-110FD62E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429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4" name="choice46-structure / araw-label / text 1">
            <a:extLst xmlns:a="http://schemas.openxmlformats.org/drawingml/2006/main">
              <a:ext uri="{FF2B5EF4-FFF2-40B4-BE49-F238E27FC236}">
                <a16:creationId xmlns:a16="http://schemas.microsoft.com/office/drawing/2014/main" id="{60A5A0FC-CF9A-4F4A-8C90-887AD395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7621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Input Observation Window</a:t>
            </a:r>
          </a:p>
        </p:txBody>
      </p:sp>
      <p:sp>
        <p:nvSpPr>
          <p:cNvPr id="15" name="choice46-structure / arawexample">
            <a:extLst xmlns:a="http://schemas.openxmlformats.org/drawingml/2006/main">
              <a:ext uri="{FF2B5EF4-FFF2-40B4-BE49-F238E27FC236}">
                <a16:creationId xmlns:a16="http://schemas.microsoft.com/office/drawing/2014/main" id="{F636CE54-C2B1-4DF2-A249-946F7885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429125" cy="285750"/>
          </a:xfrm>
          <a:custGeom xmlns:a="http://schemas.openxmlformats.org/drawingml/2006/main">
            <a:pathLst>
              <a:path w="4429125" h="285750">
                <a:moveTo>
                  <a:pt x="0" y="0"/>
                </a:moveTo>
                <a:lnTo>
                  <a:pt x="4257675" y="0"/>
                </a:lnTo>
                <a:lnTo>
                  <a:pt x="4429125" y="171450"/>
                </a:lnTo>
                <a:lnTo>
                  <a:pt x="4429125" y="285750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6" name="choice46-structure / arawexample / fold">
            <a:extLst xmlns:a="http://schemas.openxmlformats.org/drawingml/2006/main">
              <a:ext uri="{FF2B5EF4-FFF2-40B4-BE49-F238E27FC236}">
                <a16:creationId xmlns:a16="http://schemas.microsoft.com/office/drawing/2014/main" id="{120BE7F6-7E55-4462-AA4D-49362685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238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7" name="choice46-structure / arawexample-label / text 1">
            <a:extLst xmlns:a="http://schemas.openxmlformats.org/drawingml/2006/main">
              <a:ext uri="{FF2B5EF4-FFF2-40B4-BE49-F238E27FC236}">
                <a16:creationId xmlns:a16="http://schemas.microsoft.com/office/drawing/2014/main" id="{C992914F-9CB8-4BBE-91B1-C7F9D0E7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1484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raw refs: S1/P1, S2/P2</a:t>
            </a:r>
          </a:p>
        </p:txBody>
      </p:sp>
      <p:sp>
        <p:nvSpPr>
          <p:cNvPr id="18" name="choice46-structure / atr">
            <a:extLst xmlns:a="http://schemas.openxmlformats.org/drawingml/2006/main">
              <a:ext uri="{FF2B5EF4-FFF2-40B4-BE49-F238E27FC236}">
                <a16:creationId xmlns:a16="http://schemas.microsoft.com/office/drawing/2014/main" id="{4E9916BB-B148-450C-9EEB-CD399826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429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9" name="choice46-structure / atr-label / text 1">
            <a:extLst xmlns:a="http://schemas.openxmlformats.org/drawingml/2006/main">
              <a:ext uri="{FF2B5EF4-FFF2-40B4-BE49-F238E27FC236}">
                <a16:creationId xmlns:a16="http://schemas.microsoft.com/office/drawing/2014/main" id="{F715DD99-CE32-4D85-90C4-8327E2A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7746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Transcript Revision State</a:t>
            </a:r>
          </a:p>
        </p:txBody>
      </p:sp>
      <p:sp>
        <p:nvSpPr>
          <p:cNvPr id="20" name="choice46-structure / ahc">
            <a:extLst xmlns:a="http://schemas.openxmlformats.org/drawingml/2006/main">
              <a:ext uri="{FF2B5EF4-FFF2-40B4-BE49-F238E27FC236}">
                <a16:creationId xmlns:a16="http://schemas.microsoft.com/office/drawing/2014/main" id="{F04736B3-4AAF-4CD2-9906-3F0D5306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71875"/>
            <a:ext cx="4810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1" name="choice46-structure / ahc-label / text 1">
            <a:extLst xmlns:a="http://schemas.openxmlformats.org/drawingml/2006/main">
              <a:ext uri="{FF2B5EF4-FFF2-40B4-BE49-F238E27FC236}">
                <a16:creationId xmlns:a16="http://schemas.microsoft.com/office/drawing/2014/main" id="{1B960638-4621-410C-A524-73B4A8DF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27621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Source View Cache</a:t>
            </a:r>
          </a:p>
        </p:txBody>
      </p:sp>
      <p:sp>
        <p:nvSpPr>
          <p:cNvPr id="22" name="choice46-structure / ahd">
            <a:extLst xmlns:a="http://schemas.openxmlformats.org/drawingml/2006/main">
              <a:ext uri="{FF2B5EF4-FFF2-40B4-BE49-F238E27FC236}">
                <a16:creationId xmlns:a16="http://schemas.microsoft.com/office/drawing/2014/main" id="{FFA3EE3E-D0A8-4347-AC77-1896FB4E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72000"/>
            <a:ext cx="4810125" cy="809625"/>
          </a:xfrm>
          <a:custGeom xmlns:a="http://schemas.openxmlformats.org/drawingml/2006/main">
            <a:pathLst>
              <a:path w="4810125" h="809625">
                <a:moveTo>
                  <a:pt x="0" y="0"/>
                </a:moveTo>
                <a:lnTo>
                  <a:pt x="4638675" y="0"/>
                </a:lnTo>
                <a:lnTo>
                  <a:pt x="4810125" y="171450"/>
                </a:lnTo>
                <a:lnTo>
                  <a:pt x="4810125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3" name="choice46-structure / ahd / fold">
            <a:extLst xmlns:a="http://schemas.openxmlformats.org/drawingml/2006/main">
              <a:ext uri="{FF2B5EF4-FFF2-40B4-BE49-F238E27FC236}">
                <a16:creationId xmlns:a16="http://schemas.microsoft.com/office/drawing/2014/main" id="{E3EC00D5-BEBB-41EF-9D0D-13A12A25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4" name="choice46-structure / ahd-label / text 1">
            <a:extLst xmlns:a="http://schemas.openxmlformats.org/drawingml/2006/main">
              <a:ext uri="{FF2B5EF4-FFF2-40B4-BE49-F238E27FC236}">
                <a16:creationId xmlns:a16="http://schemas.microsoft.com/office/drawing/2014/main" id="{FEBDCEB7-B201-4F49-B1EC-39604B0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86764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E20/P20 실제 전달 범위</a:t>
            </a:r>
          </a:p>
        </p:txBody>
      </p:sp>
      <p:sp>
        <p:nvSpPr>
          <p:cNvPr id="25" name="choice46-structure / ahd-label / text 2">
            <a:extLst xmlns:a="http://schemas.openxmlformats.org/drawingml/2006/main">
              <a:ext uri="{FF2B5EF4-FFF2-40B4-BE49-F238E27FC236}">
                <a16:creationId xmlns:a16="http://schemas.microsoft.com/office/drawing/2014/main" id="{8256D92D-5D58-4E0F-A996-27D6E63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46796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T21/D21@v2, T22/D22@v1</a:t>
            </a:r>
          </a:p>
        </p:txBody>
      </p:sp>
      <p:sp>
        <p:nvSpPr>
          <p:cNvPr id="26" name="choice46-structure / ahd-label / text 3">
            <a:extLst xmlns:a="http://schemas.openxmlformats.org/drawingml/2006/main">
              <a:ext uri="{FF2B5EF4-FFF2-40B4-BE49-F238E27FC236}">
                <a16:creationId xmlns:a16="http://schemas.microsoft.com/office/drawing/2014/main" id="{896196F2-2B08-40BD-91A5-88B2BC4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106829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확정 source refs + revision</a:t>
            </a:r>
          </a:p>
        </p:txBody>
      </p:sp>
      <p:sp>
        <p:nvSpPr>
          <p:cNvPr id="27" name="choice46-structure / aq">
            <a:extLst xmlns:a="http://schemas.openxmlformats.org/drawingml/2006/main">
              <a:ext uri="{FF2B5EF4-FFF2-40B4-BE49-F238E27FC236}">
                <a16:creationId xmlns:a16="http://schemas.microsoft.com/office/drawing/2014/main" id="{FED283EC-0B2F-4DEC-BED5-6A03799A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0239375"/>
            <a:ext cx="2286000" cy="809625"/>
          </a:xfrm>
          <a:custGeom xmlns:a="http://schemas.openxmlformats.org/drawingml/2006/main">
            <a:pathLst>
              <a:path w="2286000" h="809625">
                <a:moveTo>
                  <a:pt x="0" y="0"/>
                </a:moveTo>
                <a:lnTo>
                  <a:pt x="2114550" y="0"/>
                </a:lnTo>
                <a:lnTo>
                  <a:pt x="2286000" y="171450"/>
                </a:lnTo>
                <a:lnTo>
                  <a:pt x="228600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8" name="choice46-structure / aq / fold">
            <a:extLst xmlns:a="http://schemas.openxmlformats.org/drawingml/2006/main">
              <a:ext uri="{FF2B5EF4-FFF2-40B4-BE49-F238E27FC236}">
                <a16:creationId xmlns:a16="http://schemas.microsoft.com/office/drawing/2014/main" id="{9BF65E8A-1EA9-46ED-A8B0-C85D2612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02393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9" name="choice46-structure / aq-label / text 1">
            <a:extLst xmlns:a="http://schemas.openxmlformats.org/drawingml/2006/main">
              <a:ext uri="{FF2B5EF4-FFF2-40B4-BE49-F238E27FC236}">
                <a16:creationId xmlns:a16="http://schemas.microsoft.com/office/drawing/2014/main" id="{C13F02CC-0365-4485-BFDD-4A339669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0254139"/>
            <a:ext cx="2057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Q46 / r1</a:t>
            </a:r>
          </a:p>
        </p:txBody>
      </p:sp>
      <p:sp>
        <p:nvSpPr>
          <p:cNvPr id="30" name="choice46-structure / aq-label / text 2">
            <a:extLst xmlns:a="http://schemas.openxmlformats.org/drawingml/2006/main">
              <a:ext uri="{FF2B5EF4-FFF2-40B4-BE49-F238E27FC236}">
                <a16:creationId xmlns:a16="http://schemas.microsoft.com/office/drawing/2014/main" id="{D9AE9659-5DBB-4D19-B3E0-CF1840BF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0514171"/>
            <a:ext cx="2057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W46 + a,b</a:t>
            </a:r>
          </a:p>
        </p:txBody>
      </p:sp>
      <p:sp>
        <p:nvSpPr>
          <p:cNvPr id="31" name="choice46-structure / aq-label / text 3">
            <a:extLst xmlns:a="http://schemas.openxmlformats.org/drawingml/2006/main">
              <a:ext uri="{FF2B5EF4-FFF2-40B4-BE49-F238E27FC236}">
                <a16:creationId xmlns:a16="http://schemas.microsoft.com/office/drawing/2014/main" id="{866FAA56-91DA-4855-B1EA-085DAF84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0774204"/>
            <a:ext cx="2057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C20/T21/T22</a:t>
            </a:r>
          </a:p>
        </p:txBody>
      </p:sp>
      <p:sp>
        <p:nvSpPr>
          <p:cNvPr id="32" name="choice46-structure / abundle">
            <a:extLst xmlns:a="http://schemas.openxmlformats.org/drawingml/2006/main">
              <a:ext uri="{FF2B5EF4-FFF2-40B4-BE49-F238E27FC236}">
                <a16:creationId xmlns:a16="http://schemas.microsoft.com/office/drawing/2014/main" id="{1019FBC7-2012-4D82-B225-EDAFD1D7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239375"/>
            <a:ext cx="2476500" cy="809625"/>
          </a:xfrm>
          <a:custGeom xmlns:a="http://schemas.openxmlformats.org/drawingml/2006/main">
            <a:pathLst>
              <a:path w="2476500" h="809625">
                <a:moveTo>
                  <a:pt x="0" y="0"/>
                </a:moveTo>
                <a:lnTo>
                  <a:pt x="2305050" y="0"/>
                </a:lnTo>
                <a:lnTo>
                  <a:pt x="2476500" y="171450"/>
                </a:lnTo>
                <a:lnTo>
                  <a:pt x="247650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3" name="choice46-structure / abundle / fold">
            <a:extLst xmlns:a="http://schemas.openxmlformats.org/drawingml/2006/main">
              <a:ext uri="{FF2B5EF4-FFF2-40B4-BE49-F238E27FC236}">
                <a16:creationId xmlns:a16="http://schemas.microsoft.com/office/drawing/2014/main" id="{6F9BB7FC-D1E2-46AC-B75B-8C3B8186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02393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4" name="choice46-structure / abundle-label / text 1">
            <a:extLst xmlns:a="http://schemas.openxmlformats.org/drawingml/2006/main">
              <a:ext uri="{FF2B5EF4-FFF2-40B4-BE49-F238E27FC236}">
                <a16:creationId xmlns:a16="http://schemas.microsoft.com/office/drawing/2014/main" id="{30E8DC84-0D99-4437-98F3-30C67098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384155"/>
            <a:ext cx="2247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Bundle: Q1/Set46</a:t>
            </a:r>
          </a:p>
        </p:txBody>
      </p:sp>
      <p:sp>
        <p:nvSpPr>
          <p:cNvPr id="35" name="choice46-structure / abundle-label / text 2">
            <a:extLst xmlns:a="http://schemas.openxmlformats.org/drawingml/2006/main">
              <a:ext uri="{FF2B5EF4-FFF2-40B4-BE49-F238E27FC236}">
                <a16:creationId xmlns:a16="http://schemas.microsoft.com/office/drawing/2014/main" id="{A5E9C18A-13CF-4811-BADC-6D24E04D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644188"/>
            <a:ext cx="2247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refs / vector / gap</a:t>
            </a:r>
          </a:p>
        </p:txBody>
      </p:sp>
      <p:sp>
        <p:nvSpPr>
          <p:cNvPr id="36" name="choice46-structure / ari">
            <a:extLst xmlns:a="http://schemas.openxmlformats.org/drawingml/2006/main">
              <a:ext uri="{FF2B5EF4-FFF2-40B4-BE49-F238E27FC236}">
                <a16:creationId xmlns:a16="http://schemas.microsoft.com/office/drawing/2014/main" id="{C6540C36-A0B0-47BD-B5AB-E4DE2630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68125"/>
            <a:ext cx="5381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7" name="choice46-structure / ari-label / text 1">
            <a:extLst xmlns:a="http://schemas.openxmlformats.org/drawingml/2006/main">
              <a:ext uri="{FF2B5EF4-FFF2-40B4-BE49-F238E27FC236}">
                <a16:creationId xmlns:a16="http://schemas.microsoft.com/office/drawing/2014/main" id="{3804A08C-49CB-41AD-98E6-A76F5EA1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44325"/>
            <a:ext cx="5095875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38" name="choice46-structure / ats">
            <a:extLst xmlns:a="http://schemas.openxmlformats.org/drawingml/2006/main">
              <a:ext uri="{FF2B5EF4-FFF2-40B4-BE49-F238E27FC236}">
                <a16:creationId xmlns:a16="http://schemas.microsoft.com/office/drawing/2014/main" id="{B9306C35-92F0-48C6-A511-C1C3C3FE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4429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39" name="choice46-structure / ats-label / text 1">
            <a:extLst xmlns:a="http://schemas.openxmlformats.org/drawingml/2006/main">
              <a:ext uri="{FF2B5EF4-FFF2-40B4-BE49-F238E27FC236}">
                <a16:creationId xmlns:a16="http://schemas.microsoft.com/office/drawing/2014/main" id="{BB2FE29F-35D1-4A9B-91E3-CDC2F441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304246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Query State</a:t>
            </a:r>
          </a:p>
        </p:txBody>
      </p:sp>
      <p:sp>
        <p:nvSpPr>
          <p:cNvPr id="40" name="choice46-structure / atd">
            <a:extLst xmlns:a="http://schemas.openxmlformats.org/drawingml/2006/main">
              <a:ext uri="{FF2B5EF4-FFF2-40B4-BE49-F238E27FC236}">
                <a16:creationId xmlns:a16="http://schemas.microsoft.com/office/drawing/2014/main" id="{9CC0D076-EB2B-4B53-BAEA-2488E62C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58125"/>
            <a:ext cx="4429125" cy="857250"/>
          </a:xfrm>
          <a:custGeom xmlns:a="http://schemas.openxmlformats.org/drawingml/2006/main">
            <a:pathLst>
              <a:path w="4429125" h="857250">
                <a:moveTo>
                  <a:pt x="0" y="0"/>
                </a:moveTo>
                <a:lnTo>
                  <a:pt x="4257675" y="0"/>
                </a:lnTo>
                <a:lnTo>
                  <a:pt x="4429125" y="171450"/>
                </a:lnTo>
                <a:lnTo>
                  <a:pt x="4429125" y="857250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1" name="choice46-structure / atd / fold">
            <a:extLst xmlns:a="http://schemas.openxmlformats.org/drawingml/2006/main">
              <a:ext uri="{FF2B5EF4-FFF2-40B4-BE49-F238E27FC236}">
                <a16:creationId xmlns:a16="http://schemas.microsoft.com/office/drawing/2014/main" id="{6059B583-FED5-4C7B-91EB-3B363B32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8581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2" name="choice46-structure / atd-label / text 1">
            <a:extLst xmlns:a="http://schemas.openxmlformats.org/drawingml/2006/main">
              <a:ext uri="{FF2B5EF4-FFF2-40B4-BE49-F238E27FC236}">
                <a16:creationId xmlns:a16="http://schemas.microsoft.com/office/drawing/2014/main" id="{364950AC-217D-4773-9FD6-42127D00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96701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Q1 Result(r1): a ↔ S1/P1, b ↔ S2/P2</a:t>
            </a:r>
          </a:p>
        </p:txBody>
      </p:sp>
      <p:sp>
        <p:nvSpPr>
          <p:cNvPr id="43" name="choice46-structure / atd-label / text 2">
            <a:extLst xmlns:a="http://schemas.openxmlformats.org/drawingml/2006/main">
              <a:ext uri="{FF2B5EF4-FFF2-40B4-BE49-F238E27FC236}">
                <a16:creationId xmlns:a16="http://schemas.microsoft.com/office/drawing/2014/main" id="{423F5A09-187E-4D64-90A1-DA483BA5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6734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이번 query의 후보 / source vector / gap</a:t>
            </a:r>
          </a:p>
        </p:txBody>
      </p:sp>
      <p:sp>
        <p:nvSpPr>
          <p:cNvPr id="44" name="choice46-structure / atd-label / text 3">
            <a:extLst xmlns:a="http://schemas.openxmlformats.org/drawingml/2006/main">
              <a:ext uri="{FF2B5EF4-FFF2-40B4-BE49-F238E27FC236}">
                <a16:creationId xmlns:a16="http://schemas.microsoft.com/office/drawing/2014/main" id="{7335485C-9A82-487C-B4FF-B7C00EBB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416766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query/lease 수명, 유효 cache 재사용 가능</a:t>
            </a:r>
          </a:p>
        </p:txBody>
      </p:sp>
      <p:sp>
        <p:nvSpPr>
          <p:cNvPr id="45" name="choice46-structure / aresolver">
            <a:extLst xmlns:a="http://schemas.openxmlformats.org/drawingml/2006/main">
              <a:ext uri="{FF2B5EF4-FFF2-40B4-BE49-F238E27FC236}">
                <a16:creationId xmlns:a16="http://schemas.microsoft.com/office/drawing/2014/main" id="{8FE3600D-FCDD-4107-8F7D-E7E1F0D9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82125"/>
            <a:ext cx="4429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46" name="choice46-structure / aresolver-label / text 1">
            <a:extLst xmlns:a="http://schemas.openxmlformats.org/drawingml/2006/main">
              <a:ext uri="{FF2B5EF4-FFF2-40B4-BE49-F238E27FC236}">
                <a16:creationId xmlns:a16="http://schemas.microsoft.com/office/drawing/2014/main" id="{7B3263C2-7610-41DE-AA6B-87CCC50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585484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Evidence Resolver</a:t>
            </a:r>
          </a:p>
        </p:txBody>
      </p:sp>
      <p:sp>
        <p:nvSpPr>
          <p:cNvPr id="47" name="choice46-structure / ahs">
            <a:extLst xmlns:a="http://schemas.openxmlformats.org/drawingml/2006/main">
              <a:ext uri="{FF2B5EF4-FFF2-40B4-BE49-F238E27FC236}">
                <a16:creationId xmlns:a16="http://schemas.microsoft.com/office/drawing/2014/main" id="{DA489AFA-7337-4231-8DCA-73D668C8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048500"/>
            <a:ext cx="4810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48" name="choice46-structure / ahs-label / text 1">
            <a:extLst xmlns:a="http://schemas.openxmlformats.org/drawingml/2006/main">
              <a:ext uri="{FF2B5EF4-FFF2-40B4-BE49-F238E27FC236}">
                <a16:creationId xmlns:a16="http://schemas.microsoft.com/office/drawing/2014/main" id="{7BACD85B-ACA2-4884-B279-7128FA9C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7304246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Evidence Set</a:t>
            </a:r>
          </a:p>
        </p:txBody>
      </p:sp>
      <p:sp>
        <p:nvSpPr>
          <p:cNvPr id="49" name="choice46-structure / ahdone">
            <a:extLst xmlns:a="http://schemas.openxmlformats.org/drawingml/2006/main">
              <a:ext uri="{FF2B5EF4-FFF2-40B4-BE49-F238E27FC236}">
                <a16:creationId xmlns:a16="http://schemas.microsoft.com/office/drawing/2014/main" id="{42BA88A8-725E-45BA-84F8-51F03E10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858125"/>
            <a:ext cx="4810125" cy="857250"/>
          </a:xfrm>
          <a:custGeom xmlns:a="http://schemas.openxmlformats.org/drawingml/2006/main">
            <a:pathLst>
              <a:path w="4810125" h="857250">
                <a:moveTo>
                  <a:pt x="0" y="0"/>
                </a:moveTo>
                <a:lnTo>
                  <a:pt x="4638675" y="0"/>
                </a:lnTo>
                <a:lnTo>
                  <a:pt x="4810125" y="171450"/>
                </a:lnTo>
                <a:lnTo>
                  <a:pt x="4810125" y="857250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0" name="choice46-structure / ahdone / fold">
            <a:extLst xmlns:a="http://schemas.openxmlformats.org/drawingml/2006/main">
              <a:ext uri="{FF2B5EF4-FFF2-40B4-BE49-F238E27FC236}">
                <a16:creationId xmlns:a16="http://schemas.microsoft.com/office/drawing/2014/main" id="{26E4ECD7-D651-40E9-8210-8DF16704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78581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1" name="choice46-structure / ahdone-label / text 1">
            <a:extLst xmlns:a="http://schemas.openxmlformats.org/drawingml/2006/main">
              <a:ext uri="{FF2B5EF4-FFF2-40B4-BE49-F238E27FC236}">
                <a16:creationId xmlns:a16="http://schemas.microsoft.com/office/drawing/2014/main" id="{273B313C-6AD2-4B48-AE19-F747CB4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7896701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Set46: Q1 + E20/P20 refs</a:t>
            </a:r>
          </a:p>
        </p:txBody>
      </p:sp>
      <p:sp>
        <p:nvSpPr>
          <p:cNvPr id="52" name="choice46-structure / ahdone-label / text 2">
            <a:extLst xmlns:a="http://schemas.openxmlformats.org/drawingml/2006/main">
              <a:ext uri="{FF2B5EF4-FFF2-40B4-BE49-F238E27FC236}">
                <a16:creationId xmlns:a16="http://schemas.microsoft.com/office/drawing/2014/main" id="{13FD0462-4BD7-4232-A1CC-1F9648ED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8156734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D21@v2 / D22@v1 + source vector</a:t>
            </a:r>
          </a:p>
        </p:txBody>
      </p:sp>
      <p:sp>
        <p:nvSpPr>
          <p:cNvPr id="53" name="choice46-structure / ahdone-label / text 3">
            <a:extLst xmlns:a="http://schemas.openxmlformats.org/drawingml/2006/main">
              <a:ext uri="{FF2B5EF4-FFF2-40B4-BE49-F238E27FC236}">
                <a16:creationId xmlns:a16="http://schemas.microsoft.com/office/drawing/2014/main" id="{0C93E2E3-5E4E-4E90-B0CA-2635F1F9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8416766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이번 요청의 근거 범위/누락</a:t>
            </a:r>
          </a:p>
        </p:txBody>
      </p:sp>
      <p:sp>
        <p:nvSpPr>
          <p:cNvPr id="54" name="choice46-structure / acomposer">
            <a:extLst xmlns:a="http://schemas.openxmlformats.org/drawingml/2006/main">
              <a:ext uri="{FF2B5EF4-FFF2-40B4-BE49-F238E27FC236}">
                <a16:creationId xmlns:a16="http://schemas.microsoft.com/office/drawing/2014/main" id="{1AE5DB3E-41D8-43B4-9767-F483629B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9382125"/>
            <a:ext cx="5000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55" name="choice46-structure / acomposer-label / text 1">
            <a:extLst xmlns:a="http://schemas.openxmlformats.org/drawingml/2006/main">
              <a:ext uri="{FF2B5EF4-FFF2-40B4-BE49-F238E27FC236}">
                <a16:creationId xmlns:a16="http://schemas.microsoft.com/office/drawing/2014/main" id="{C09DFD31-73EF-4E53-828E-1D3099BE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9585484"/>
            <a:ext cx="47720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Composer</a:t>
            </a:r>
          </a:p>
        </p:txBody>
      </p:sp>
      <p:sp>
        <p:nvSpPr>
          <p:cNvPr id="56" name="choice46-structure / brc">
            <a:extLst xmlns:a="http://schemas.openxmlformats.org/drawingml/2006/main">
              <a:ext uri="{FF2B5EF4-FFF2-40B4-BE49-F238E27FC236}">
                <a16:creationId xmlns:a16="http://schemas.microsoft.com/office/drawing/2014/main" id="{40D7FA29-E62B-48B7-9179-392DC002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666875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7" name="choice46-structure / brc-label / text 1">
            <a:extLst xmlns:a="http://schemas.openxmlformats.org/drawingml/2006/main">
              <a:ext uri="{FF2B5EF4-FFF2-40B4-BE49-F238E27FC236}">
                <a16:creationId xmlns:a16="http://schemas.microsoft.com/office/drawing/2014/main" id="{652EE8B8-A4FD-4B6A-AC86-48521A59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1743075"/>
            <a:ext cx="3143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8" name="choice46-structure / brm">
            <a:extLst xmlns:a="http://schemas.openxmlformats.org/drawingml/2006/main">
              <a:ext uri="{FF2B5EF4-FFF2-40B4-BE49-F238E27FC236}">
                <a16:creationId xmlns:a16="http://schemas.microsoft.com/office/drawing/2014/main" id="{F24A02A5-AA9E-4485-8C47-38946F03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1666875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9" name="choice46-structure / brm-label / text 1">
            <a:extLst xmlns:a="http://schemas.openxmlformats.org/drawingml/2006/main">
              <a:ext uri="{FF2B5EF4-FFF2-40B4-BE49-F238E27FC236}">
                <a16:creationId xmlns:a16="http://schemas.microsoft.com/office/drawing/2014/main" id="{601653D4-81BD-4CD6-9912-52413027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1743075"/>
            <a:ext cx="3143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60" name="choice46-structure / btm">
            <a:extLst xmlns:a="http://schemas.openxmlformats.org/drawingml/2006/main">
              <a:ext uri="{FF2B5EF4-FFF2-40B4-BE49-F238E27FC236}">
                <a16:creationId xmlns:a16="http://schemas.microsoft.com/office/drawing/2014/main" id="{E53C8F37-499A-4330-9277-18CAD9DA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0" y="1666875"/>
            <a:ext cx="361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1" name="choice46-structure / btm-label / text 1">
            <a:extLst xmlns:a="http://schemas.openxmlformats.org/drawingml/2006/main">
              <a:ext uri="{FF2B5EF4-FFF2-40B4-BE49-F238E27FC236}">
                <a16:creationId xmlns:a16="http://schemas.microsoft.com/office/drawing/2014/main" id="{F1E3FF51-A4FD-4646-9DF6-41EF0634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25" y="1743075"/>
            <a:ext cx="3333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62" name="choice46-structure / bim">
            <a:extLst xmlns:a="http://schemas.openxmlformats.org/drawingml/2006/main">
              <a:ext uri="{FF2B5EF4-FFF2-40B4-BE49-F238E27FC236}">
                <a16:creationId xmlns:a16="http://schemas.microsoft.com/office/drawing/2014/main" id="{C1D64683-4E1C-4DDA-9D3D-E45FEAD2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381625" cy="871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3" name="choice46-structure / bim-label / text 1">
            <a:extLst xmlns:a="http://schemas.openxmlformats.org/drawingml/2006/main">
              <a:ext uri="{FF2B5EF4-FFF2-40B4-BE49-F238E27FC236}">
                <a16:creationId xmlns:a16="http://schemas.microsoft.com/office/drawing/2014/main" id="{474CA849-8693-4C2E-8196-F934E489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2552700"/>
            <a:ext cx="5095875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64" name="choice46-structure / btl">
            <a:extLst xmlns:a="http://schemas.openxmlformats.org/drawingml/2006/main">
              <a:ext uri="{FF2B5EF4-FFF2-40B4-BE49-F238E27FC236}">
                <a16:creationId xmlns:a16="http://schemas.microsoft.com/office/drawing/2014/main" id="{2FE92DA7-9ECB-45AF-996D-2D31C6E6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3000375"/>
            <a:ext cx="4905375" cy="7953375"/>
          </a:xfrm>
          <a:prstGeom xmlns:a="http://schemas.openxmlformats.org/drawingml/2006/main" prst="roundRect">
            <a:avLst>
              <a:gd name="adj" fmla="val 1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5" name="choice46-structure / btl-label / text 1">
            <a:extLst xmlns:a="http://schemas.openxmlformats.org/drawingml/2006/main">
              <a:ext uri="{FF2B5EF4-FFF2-40B4-BE49-F238E27FC236}">
                <a16:creationId xmlns:a16="http://schemas.microsoft.com/office/drawing/2014/main" id="{026A35C6-0A23-4392-A506-4CF9A660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076575"/>
            <a:ext cx="46196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Timeline &amp; Buffer</a:t>
            </a:r>
          </a:p>
        </p:txBody>
      </p:sp>
      <p:sp>
        <p:nvSpPr>
          <p:cNvPr id="66" name="choice46-structure / bcm">
            <a:extLst xmlns:a="http://schemas.openxmlformats.org/drawingml/2006/main">
              <a:ext uri="{FF2B5EF4-FFF2-40B4-BE49-F238E27FC236}">
                <a16:creationId xmlns:a16="http://schemas.microsoft.com/office/drawing/2014/main" id="{7DC0664E-705A-42FE-9FE4-75AC7BBA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25" y="2476500"/>
            <a:ext cx="5572125" cy="871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7" name="choice46-structure / bcm-label / text 1">
            <a:extLst xmlns:a="http://schemas.openxmlformats.org/drawingml/2006/main">
              <a:ext uri="{FF2B5EF4-FFF2-40B4-BE49-F238E27FC236}">
                <a16:creationId xmlns:a16="http://schemas.microsoft.com/office/drawing/2014/main" id="{D272AC62-D376-40F4-B68E-613CFCB7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0" y="2552700"/>
            <a:ext cx="5286375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68" name="choice46-structure / braw">
            <a:extLst xmlns:a="http://schemas.openxmlformats.org/drawingml/2006/main">
              <a:ext uri="{FF2B5EF4-FFF2-40B4-BE49-F238E27FC236}">
                <a16:creationId xmlns:a16="http://schemas.microsoft.com/office/drawing/2014/main" id="{D4E00860-C9D8-4169-BE5E-C5F0B8A3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571875"/>
            <a:ext cx="4429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9" name="choice46-structure / braw-label / text 1">
            <a:extLst xmlns:a="http://schemas.openxmlformats.org/drawingml/2006/main">
              <a:ext uri="{FF2B5EF4-FFF2-40B4-BE49-F238E27FC236}">
                <a16:creationId xmlns:a16="http://schemas.microsoft.com/office/drawing/2014/main" id="{4B55F409-45C2-4D15-AD2A-1EC5A0FA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827621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Input Observation Window</a:t>
            </a:r>
          </a:p>
        </p:txBody>
      </p:sp>
      <p:sp>
        <p:nvSpPr>
          <p:cNvPr id="70" name="choice46-structure / brawexample">
            <a:extLst xmlns:a="http://schemas.openxmlformats.org/drawingml/2006/main">
              <a:ext uri="{FF2B5EF4-FFF2-40B4-BE49-F238E27FC236}">
                <a16:creationId xmlns:a16="http://schemas.microsoft.com/office/drawing/2014/main" id="{91603B05-57B6-414C-AFB1-4167FBF8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38625"/>
            <a:ext cx="4429125" cy="285750"/>
          </a:xfrm>
          <a:custGeom xmlns:a="http://schemas.openxmlformats.org/drawingml/2006/main">
            <a:pathLst>
              <a:path w="4429125" h="285750">
                <a:moveTo>
                  <a:pt x="0" y="0"/>
                </a:moveTo>
                <a:lnTo>
                  <a:pt x="4257675" y="0"/>
                </a:lnTo>
                <a:lnTo>
                  <a:pt x="4429125" y="171450"/>
                </a:lnTo>
                <a:lnTo>
                  <a:pt x="4429125" y="285750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71" name="choice46-structure / brawexample / fold">
            <a:extLst xmlns:a="http://schemas.openxmlformats.org/drawingml/2006/main">
              <a:ext uri="{FF2B5EF4-FFF2-40B4-BE49-F238E27FC236}">
                <a16:creationId xmlns:a16="http://schemas.microsoft.com/office/drawing/2014/main" id="{437287EF-7AF3-4FCB-87C7-46F3B98A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7425" y="4238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72" name="choice46-structure / brawexample-label / text 1">
            <a:extLst xmlns:a="http://schemas.openxmlformats.org/drawingml/2006/main">
              <a:ext uri="{FF2B5EF4-FFF2-40B4-BE49-F238E27FC236}">
                <a16:creationId xmlns:a16="http://schemas.microsoft.com/office/drawing/2014/main" id="{5309CEAE-62EE-4FAE-B60C-B61570FB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251484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raw refs: S1/P1, S2/P2</a:t>
            </a:r>
          </a:p>
        </p:txBody>
      </p:sp>
      <p:sp>
        <p:nvSpPr>
          <p:cNvPr id="73" name="choice46-structure / btr">
            <a:extLst xmlns:a="http://schemas.openxmlformats.org/drawingml/2006/main">
              <a:ext uri="{FF2B5EF4-FFF2-40B4-BE49-F238E27FC236}">
                <a16:creationId xmlns:a16="http://schemas.microsoft.com/office/drawing/2014/main" id="{FFE81CE7-D854-4270-9BCA-6E21BE1D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572000"/>
            <a:ext cx="4429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74" name="choice46-structure / btr-label / text 1">
            <a:extLst xmlns:a="http://schemas.openxmlformats.org/drawingml/2006/main">
              <a:ext uri="{FF2B5EF4-FFF2-40B4-BE49-F238E27FC236}">
                <a16:creationId xmlns:a16="http://schemas.microsoft.com/office/drawing/2014/main" id="{A85170C7-D67F-45ED-B150-87425FC0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827746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Transcript Revision State</a:t>
            </a:r>
          </a:p>
        </p:txBody>
      </p:sp>
      <p:sp>
        <p:nvSpPr>
          <p:cNvPr id="75" name="choice46-structure / bhc">
            <a:extLst xmlns:a="http://schemas.openxmlformats.org/drawingml/2006/main">
              <a:ext uri="{FF2B5EF4-FFF2-40B4-BE49-F238E27FC236}">
                <a16:creationId xmlns:a16="http://schemas.microsoft.com/office/drawing/2014/main" id="{3B0557B8-81C7-4CFC-9AF5-5F0DE28C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3571875"/>
            <a:ext cx="4810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76" name="choice46-structure / bhc-label / text 1">
            <a:extLst xmlns:a="http://schemas.openxmlformats.org/drawingml/2006/main">
              <a:ext uri="{FF2B5EF4-FFF2-40B4-BE49-F238E27FC236}">
                <a16:creationId xmlns:a16="http://schemas.microsoft.com/office/drawing/2014/main" id="{8C6C7213-52EC-439B-B9BB-C7C6288B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3827621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Source View Cache</a:t>
            </a:r>
          </a:p>
        </p:txBody>
      </p:sp>
      <p:sp>
        <p:nvSpPr>
          <p:cNvPr id="77" name="choice46-structure / bhd">
            <a:extLst xmlns:a="http://schemas.openxmlformats.org/drawingml/2006/main">
              <a:ext uri="{FF2B5EF4-FFF2-40B4-BE49-F238E27FC236}">
                <a16:creationId xmlns:a16="http://schemas.microsoft.com/office/drawing/2014/main" id="{C17DDF59-C864-4824-B0B0-DDD61550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4572000"/>
            <a:ext cx="4810125" cy="809625"/>
          </a:xfrm>
          <a:custGeom xmlns:a="http://schemas.openxmlformats.org/drawingml/2006/main">
            <a:pathLst>
              <a:path w="4810125" h="809625">
                <a:moveTo>
                  <a:pt x="0" y="0"/>
                </a:moveTo>
                <a:lnTo>
                  <a:pt x="4638675" y="0"/>
                </a:lnTo>
                <a:lnTo>
                  <a:pt x="4810125" y="171450"/>
                </a:lnTo>
                <a:lnTo>
                  <a:pt x="4810125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78" name="choice46-structure / bhd / fold">
            <a:extLst xmlns:a="http://schemas.openxmlformats.org/drawingml/2006/main">
              <a:ext uri="{FF2B5EF4-FFF2-40B4-BE49-F238E27FC236}">
                <a16:creationId xmlns:a16="http://schemas.microsoft.com/office/drawing/2014/main" id="{76DEB0B8-AC9C-45AC-B90B-C8CF496C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800" y="45720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79" name="choice46-structure / bhd-label / text 1">
            <a:extLst xmlns:a="http://schemas.openxmlformats.org/drawingml/2006/main">
              <a:ext uri="{FF2B5EF4-FFF2-40B4-BE49-F238E27FC236}">
                <a16:creationId xmlns:a16="http://schemas.microsoft.com/office/drawing/2014/main" id="{CCED3FB1-FF22-4720-9CF6-D6A15C73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4586764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E20/P20 실제 전달 범위</a:t>
            </a:r>
          </a:p>
        </p:txBody>
      </p:sp>
      <p:sp>
        <p:nvSpPr>
          <p:cNvPr id="80" name="choice46-structure / bhd-label / text 2">
            <a:extLst xmlns:a="http://schemas.openxmlformats.org/drawingml/2006/main">
              <a:ext uri="{FF2B5EF4-FFF2-40B4-BE49-F238E27FC236}">
                <a16:creationId xmlns:a16="http://schemas.microsoft.com/office/drawing/2014/main" id="{6A6533DD-3693-41C5-A538-6E112406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4846796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T21/D21@v2, T22/D22@v1</a:t>
            </a:r>
          </a:p>
        </p:txBody>
      </p:sp>
      <p:sp>
        <p:nvSpPr>
          <p:cNvPr id="81" name="choice46-structure / bhd-label / text 3">
            <a:extLst xmlns:a="http://schemas.openxmlformats.org/drawingml/2006/main">
              <a:ext uri="{FF2B5EF4-FFF2-40B4-BE49-F238E27FC236}">
                <a16:creationId xmlns:a16="http://schemas.microsoft.com/office/drawing/2014/main" id="{E0553B36-1277-4337-80F0-A514BC97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5106829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확정 source refs + revision</a:t>
            </a:r>
          </a:p>
        </p:txBody>
      </p:sp>
      <p:sp>
        <p:nvSpPr>
          <p:cNvPr id="82" name="choice46-structure / bq">
            <a:extLst xmlns:a="http://schemas.openxmlformats.org/drawingml/2006/main">
              <a:ext uri="{FF2B5EF4-FFF2-40B4-BE49-F238E27FC236}">
                <a16:creationId xmlns:a16="http://schemas.microsoft.com/office/drawing/2014/main" id="{4ACE35BA-7D22-4414-85CC-138D21EF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10239375"/>
            <a:ext cx="2286000" cy="809625"/>
          </a:xfrm>
          <a:custGeom xmlns:a="http://schemas.openxmlformats.org/drawingml/2006/main">
            <a:pathLst>
              <a:path w="2286000" h="809625">
                <a:moveTo>
                  <a:pt x="0" y="0"/>
                </a:moveTo>
                <a:lnTo>
                  <a:pt x="2114550" y="0"/>
                </a:lnTo>
                <a:lnTo>
                  <a:pt x="2286000" y="171450"/>
                </a:lnTo>
                <a:lnTo>
                  <a:pt x="228600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83" name="choice46-structure / bq / fold">
            <a:extLst xmlns:a="http://schemas.openxmlformats.org/drawingml/2006/main">
              <a:ext uri="{FF2B5EF4-FFF2-40B4-BE49-F238E27FC236}">
                <a16:creationId xmlns:a16="http://schemas.microsoft.com/office/drawing/2014/main" id="{439EB62E-6A7A-4114-8D96-987451E9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6425" y="102393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84" name="choice46-structure / bq-label / text 1">
            <a:extLst xmlns:a="http://schemas.openxmlformats.org/drawingml/2006/main">
              <a:ext uri="{FF2B5EF4-FFF2-40B4-BE49-F238E27FC236}">
                <a16:creationId xmlns:a16="http://schemas.microsoft.com/office/drawing/2014/main" id="{624EB470-AE1D-4A70-843E-5C16BAB2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6175" y="10254139"/>
            <a:ext cx="2057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Q46 / r1</a:t>
            </a:r>
          </a:p>
        </p:txBody>
      </p:sp>
      <p:sp>
        <p:nvSpPr>
          <p:cNvPr id="85" name="choice46-structure / bq-label / text 2">
            <a:extLst xmlns:a="http://schemas.openxmlformats.org/drawingml/2006/main">
              <a:ext uri="{FF2B5EF4-FFF2-40B4-BE49-F238E27FC236}">
                <a16:creationId xmlns:a16="http://schemas.microsoft.com/office/drawing/2014/main" id="{E46BD117-BA75-4228-BC18-943B95FE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6175" y="10514171"/>
            <a:ext cx="2057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W46 + a,b</a:t>
            </a:r>
          </a:p>
        </p:txBody>
      </p:sp>
      <p:sp>
        <p:nvSpPr>
          <p:cNvPr id="86" name="choice46-structure / bq-label / text 3">
            <a:extLst xmlns:a="http://schemas.openxmlformats.org/drawingml/2006/main">
              <a:ext uri="{FF2B5EF4-FFF2-40B4-BE49-F238E27FC236}">
                <a16:creationId xmlns:a16="http://schemas.microsoft.com/office/drawing/2014/main" id="{14A5216D-E3E2-4A93-8B1F-9DFF2E7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6175" y="10774204"/>
            <a:ext cx="2057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C20/T21/T22</a:t>
            </a:r>
          </a:p>
        </p:txBody>
      </p:sp>
      <p:sp>
        <p:nvSpPr>
          <p:cNvPr id="87" name="choice46-structure / bbundle">
            <a:extLst xmlns:a="http://schemas.openxmlformats.org/drawingml/2006/main">
              <a:ext uri="{FF2B5EF4-FFF2-40B4-BE49-F238E27FC236}">
                <a16:creationId xmlns:a16="http://schemas.microsoft.com/office/drawing/2014/main" id="{0A312DE6-B3D8-49F2-AAFA-2AC08FFF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10239375"/>
            <a:ext cx="2476500" cy="809625"/>
          </a:xfrm>
          <a:custGeom xmlns:a="http://schemas.openxmlformats.org/drawingml/2006/main">
            <a:pathLst>
              <a:path w="2476500" h="809625">
                <a:moveTo>
                  <a:pt x="0" y="0"/>
                </a:moveTo>
                <a:lnTo>
                  <a:pt x="2305050" y="0"/>
                </a:lnTo>
                <a:lnTo>
                  <a:pt x="2476500" y="171450"/>
                </a:lnTo>
                <a:lnTo>
                  <a:pt x="247650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88" name="choice46-structure / bbundle / fold">
            <a:extLst xmlns:a="http://schemas.openxmlformats.org/drawingml/2006/main">
              <a:ext uri="{FF2B5EF4-FFF2-40B4-BE49-F238E27FC236}">
                <a16:creationId xmlns:a16="http://schemas.microsoft.com/office/drawing/2014/main" id="{B17E4013-2867-4B80-B3D9-AAF58889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0" y="102393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89" name="choice46-structure / bbundle-label / text 1">
            <a:extLst xmlns:a="http://schemas.openxmlformats.org/drawingml/2006/main">
              <a:ext uri="{FF2B5EF4-FFF2-40B4-BE49-F238E27FC236}">
                <a16:creationId xmlns:a16="http://schemas.microsoft.com/office/drawing/2014/main" id="{978F5112-4633-403B-9291-CD515D75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10384155"/>
            <a:ext cx="2247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Bundle: TEv1/HMv7</a:t>
            </a:r>
          </a:p>
        </p:txBody>
      </p:sp>
      <p:sp>
        <p:nvSpPr>
          <p:cNvPr id="90" name="choice46-structure / bbundle-label / text 2">
            <a:extLst xmlns:a="http://schemas.openxmlformats.org/drawingml/2006/main">
              <a:ext uri="{FF2B5EF4-FFF2-40B4-BE49-F238E27FC236}">
                <a16:creationId xmlns:a16="http://schemas.microsoft.com/office/drawing/2014/main" id="{2A996966-FFAD-40F8-A029-D010441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10644188"/>
            <a:ext cx="2247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refs / vector / gap</a:t>
            </a:r>
          </a:p>
        </p:txBody>
      </p:sp>
      <p:sp>
        <p:nvSpPr>
          <p:cNvPr id="91" name="choice46-structure / bri">
            <a:extLst xmlns:a="http://schemas.openxmlformats.org/drawingml/2006/main">
              <a:ext uri="{FF2B5EF4-FFF2-40B4-BE49-F238E27FC236}">
                <a16:creationId xmlns:a16="http://schemas.microsoft.com/office/drawing/2014/main" id="{A608AA24-5711-450A-8607-45954D94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1668125"/>
            <a:ext cx="5381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92" name="choice46-structure / bri-label / text 1">
            <a:extLst xmlns:a="http://schemas.openxmlformats.org/drawingml/2006/main">
              <a:ext uri="{FF2B5EF4-FFF2-40B4-BE49-F238E27FC236}">
                <a16:creationId xmlns:a16="http://schemas.microsoft.com/office/drawing/2014/main" id="{0786644D-5E78-4871-9137-A351B8A8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11744325"/>
            <a:ext cx="5095875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93" name="choice46-structure / btp">
            <a:extLst xmlns:a="http://schemas.openxmlformats.org/drawingml/2006/main">
              <a:ext uri="{FF2B5EF4-FFF2-40B4-BE49-F238E27FC236}">
                <a16:creationId xmlns:a16="http://schemas.microsoft.com/office/drawing/2014/main" id="{96D1BD6D-E625-41CE-8751-E5235D56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715000"/>
            <a:ext cx="4429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94" name="choice46-structure / btp-label / text 1">
            <a:extLst xmlns:a="http://schemas.openxmlformats.org/drawingml/2006/main">
              <a:ext uri="{FF2B5EF4-FFF2-40B4-BE49-F238E27FC236}">
                <a16:creationId xmlns:a16="http://schemas.microsoft.com/office/drawing/2014/main" id="{57F29296-CD90-46C6-A6EE-1108E3CE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5894546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Evidence Publisher</a:t>
            </a:r>
          </a:p>
        </p:txBody>
      </p:sp>
      <p:sp>
        <p:nvSpPr>
          <p:cNvPr id="95" name="choice46-structure / bts">
            <a:extLst xmlns:a="http://schemas.openxmlformats.org/drawingml/2006/main">
              <a:ext uri="{FF2B5EF4-FFF2-40B4-BE49-F238E27FC236}">
                <a16:creationId xmlns:a16="http://schemas.microsoft.com/office/drawing/2014/main" id="{65D57E6F-9DFD-4741-81A9-B48FD470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048500"/>
            <a:ext cx="4429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96" name="choice46-structure / bts-label / text 1">
            <a:extLst xmlns:a="http://schemas.openxmlformats.org/drawingml/2006/main">
              <a:ext uri="{FF2B5EF4-FFF2-40B4-BE49-F238E27FC236}">
                <a16:creationId xmlns:a16="http://schemas.microsoft.com/office/drawing/2014/main" id="{8F70ED64-8C22-4F68-ABA6-F322223A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7304246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Evidence Repository</a:t>
            </a:r>
          </a:p>
        </p:txBody>
      </p:sp>
      <p:sp>
        <p:nvSpPr>
          <p:cNvPr id="97" name="choice46-structure / btd">
            <a:extLst xmlns:a="http://schemas.openxmlformats.org/drawingml/2006/main">
              <a:ext uri="{FF2B5EF4-FFF2-40B4-BE49-F238E27FC236}">
                <a16:creationId xmlns:a16="http://schemas.microsoft.com/office/drawing/2014/main" id="{2ED72381-A3CB-4915-BF0C-DB478726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858125"/>
            <a:ext cx="4429125" cy="857250"/>
          </a:xfrm>
          <a:custGeom xmlns:a="http://schemas.openxmlformats.org/drawingml/2006/main">
            <a:pathLst>
              <a:path w="4429125" h="857250">
                <a:moveTo>
                  <a:pt x="0" y="0"/>
                </a:moveTo>
                <a:lnTo>
                  <a:pt x="4257675" y="0"/>
                </a:lnTo>
                <a:lnTo>
                  <a:pt x="4429125" y="171450"/>
                </a:lnTo>
                <a:lnTo>
                  <a:pt x="4429125" y="857250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98" name="choice46-structure / btd / fold">
            <a:extLst xmlns:a="http://schemas.openxmlformats.org/drawingml/2006/main">
              <a:ext uri="{FF2B5EF4-FFF2-40B4-BE49-F238E27FC236}">
                <a16:creationId xmlns:a16="http://schemas.microsoft.com/office/drawing/2014/main" id="{85EA0C33-E685-425E-BAFB-9F337F91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7425" y="78581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99" name="choice46-structure / btd-label / text 1">
            <a:extLst xmlns:a="http://schemas.openxmlformats.org/drawingml/2006/main">
              <a:ext uri="{FF2B5EF4-FFF2-40B4-BE49-F238E27FC236}">
                <a16:creationId xmlns:a16="http://schemas.microsoft.com/office/drawing/2014/main" id="{8A01DFEA-2005-4546-9FA8-216D6528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7896701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TEv1(r1): a ↔ S1/P1, b ↔ S2/P2</a:t>
            </a:r>
          </a:p>
        </p:txBody>
      </p:sp>
      <p:sp>
        <p:nvSpPr>
          <p:cNvPr id="100" name="choice46-structure / btd-label / text 2">
            <a:extLst xmlns:a="http://schemas.openxmlformats.org/drawingml/2006/main">
              <a:ext uri="{FF2B5EF4-FFF2-40B4-BE49-F238E27FC236}">
                <a16:creationId xmlns:a16="http://schemas.microsoft.com/office/drawing/2014/main" id="{A80FD7EE-4A5D-4E34-8559-87EB120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8156734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 relation + coverage + source vector</a:t>
            </a:r>
          </a:p>
        </p:txBody>
      </p:sp>
      <p:sp>
        <p:nvSpPr>
          <p:cNvPr id="101" name="choice46-structure / btd-label / text 3">
            <a:extLst xmlns:a="http://schemas.openxmlformats.org/drawingml/2006/main">
              <a:ext uri="{FF2B5EF4-FFF2-40B4-BE49-F238E27FC236}">
                <a16:creationId xmlns:a16="http://schemas.microsoft.com/office/drawing/2014/main" id="{445DE320-9648-4FF4-985A-89217E4C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8416766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producer 게시/무효화 수명, 의도 정답 아님</a:t>
            </a:r>
          </a:p>
        </p:txBody>
      </p:sp>
      <p:sp>
        <p:nvSpPr>
          <p:cNvPr id="102" name="choice46-structure / breader">
            <a:extLst xmlns:a="http://schemas.openxmlformats.org/drawingml/2006/main">
              <a:ext uri="{FF2B5EF4-FFF2-40B4-BE49-F238E27FC236}">
                <a16:creationId xmlns:a16="http://schemas.microsoft.com/office/drawing/2014/main" id="{E1889CB9-E59E-434C-B641-92DB76AC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9382125"/>
            <a:ext cx="4429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103" name="choice46-structure / breader-label / text 1">
            <a:extLst xmlns:a="http://schemas.openxmlformats.org/drawingml/2006/main">
              <a:ext uri="{FF2B5EF4-FFF2-40B4-BE49-F238E27FC236}">
                <a16:creationId xmlns:a16="http://schemas.microsoft.com/office/drawing/2014/main" id="{6AD92528-3C7F-4B2C-A83D-191BFB2C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9585484"/>
            <a:ext cx="4200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Evidence Reader</a:t>
            </a:r>
          </a:p>
        </p:txBody>
      </p:sp>
      <p:sp>
        <p:nvSpPr>
          <p:cNvPr id="104" name="choice46-structure / bmp">
            <a:extLst xmlns:a="http://schemas.openxmlformats.org/drawingml/2006/main">
              <a:ext uri="{FF2B5EF4-FFF2-40B4-BE49-F238E27FC236}">
                <a16:creationId xmlns:a16="http://schemas.microsoft.com/office/drawing/2014/main" id="{CE818F72-D056-4B4B-B1F4-E5AD8BD5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5715000"/>
            <a:ext cx="4810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105" name="choice46-structure / bmp-label / text 1">
            <a:extLst xmlns:a="http://schemas.openxmlformats.org/drawingml/2006/main">
              <a:ext uri="{FF2B5EF4-FFF2-40B4-BE49-F238E27FC236}">
                <a16:creationId xmlns:a16="http://schemas.microsoft.com/office/drawing/2014/main" id="{5F3F5D9D-E07D-4BA5-B96A-41B0401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5894546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Memory Publisher</a:t>
            </a:r>
          </a:p>
        </p:txBody>
      </p:sp>
      <p:sp>
        <p:nvSpPr>
          <p:cNvPr id="106" name="choice46-structure / bhs">
            <a:extLst xmlns:a="http://schemas.openxmlformats.org/drawingml/2006/main">
              <a:ext uri="{FF2B5EF4-FFF2-40B4-BE49-F238E27FC236}">
                <a16:creationId xmlns:a16="http://schemas.microsoft.com/office/drawing/2014/main" id="{81463E83-9FAB-4CAA-9749-198D373C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7048500"/>
            <a:ext cx="4810125" cy="6191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107" name="choice46-structure / bhs-label / text 1">
            <a:extLst xmlns:a="http://schemas.openxmlformats.org/drawingml/2006/main">
              <a:ext uri="{FF2B5EF4-FFF2-40B4-BE49-F238E27FC236}">
                <a16:creationId xmlns:a16="http://schemas.microsoft.com/office/drawing/2014/main" id="{80B3AFFC-4AC1-4133-B31D-152F6C18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7304246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Episodic Memory Repository</a:t>
            </a:r>
          </a:p>
        </p:txBody>
      </p:sp>
      <p:sp>
        <p:nvSpPr>
          <p:cNvPr id="108" name="choice46-structure / bhdone">
            <a:extLst xmlns:a="http://schemas.openxmlformats.org/drawingml/2006/main">
              <a:ext uri="{FF2B5EF4-FFF2-40B4-BE49-F238E27FC236}">
                <a16:creationId xmlns:a16="http://schemas.microsoft.com/office/drawing/2014/main" id="{2786A729-4BB8-4B40-B0B3-D04876C7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7858125"/>
            <a:ext cx="4810125" cy="857250"/>
          </a:xfrm>
          <a:custGeom xmlns:a="http://schemas.openxmlformats.org/drawingml/2006/main">
            <a:pathLst>
              <a:path w="4810125" h="857250">
                <a:moveTo>
                  <a:pt x="0" y="0"/>
                </a:moveTo>
                <a:lnTo>
                  <a:pt x="4638675" y="0"/>
                </a:lnTo>
                <a:lnTo>
                  <a:pt x="4810125" y="171450"/>
                </a:lnTo>
                <a:lnTo>
                  <a:pt x="4810125" y="857250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09" name="choice46-structure / bhdone / fold">
            <a:extLst xmlns:a="http://schemas.openxmlformats.org/drawingml/2006/main">
              <a:ext uri="{FF2B5EF4-FFF2-40B4-BE49-F238E27FC236}">
                <a16:creationId xmlns:a16="http://schemas.microsoft.com/office/drawing/2014/main" id="{980BF3CC-AC9A-48FD-BCE3-6A54E4F3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800" y="78581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10" name="choice46-structure / bhdone-label / text 1">
            <a:extLst xmlns:a="http://schemas.openxmlformats.org/drawingml/2006/main">
              <a:ext uri="{FF2B5EF4-FFF2-40B4-BE49-F238E27FC236}">
                <a16:creationId xmlns:a16="http://schemas.microsoft.com/office/drawing/2014/main" id="{1189E496-7275-4025-B844-3380A1A8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7896701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HMv7: P20 → E20 actual-range</a:t>
            </a:r>
          </a:p>
        </p:txBody>
      </p:sp>
      <p:sp>
        <p:nvSpPr>
          <p:cNvPr id="111" name="choice46-structure / bhdone-label / text 2">
            <a:extLst xmlns:a="http://schemas.openxmlformats.org/drawingml/2006/main">
              <a:ext uri="{FF2B5EF4-FFF2-40B4-BE49-F238E27FC236}">
                <a16:creationId xmlns:a16="http://schemas.microsoft.com/office/drawing/2014/main" id="{D16A5FAE-DF8D-4AFC-8BE4-2356A686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8156734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T21 → D21@v2 / T22 → D22@v1</a:t>
            </a:r>
          </a:p>
        </p:txBody>
      </p:sp>
      <p:sp>
        <p:nvSpPr>
          <p:cNvPr id="112" name="choice46-structure / bhdone-label / text 3">
            <a:extLst xmlns:a="http://schemas.openxmlformats.org/drawingml/2006/main">
              <a:ext uri="{FF2B5EF4-FFF2-40B4-BE49-F238E27FC236}">
                <a16:creationId xmlns:a16="http://schemas.microsoft.com/office/drawing/2014/main" id="{C0B9C53F-8894-4F86-8A90-780CD62B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8416766"/>
            <a:ext cx="4581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 관계 + Historical Coverage + vector</a:t>
            </a:r>
          </a:p>
        </p:txBody>
      </p:sp>
      <p:sp>
        <p:nvSpPr>
          <p:cNvPr id="113" name="choice46-structure / ber">
            <a:extLst xmlns:a="http://schemas.openxmlformats.org/drawingml/2006/main">
              <a:ext uri="{FF2B5EF4-FFF2-40B4-BE49-F238E27FC236}">
                <a16:creationId xmlns:a16="http://schemas.microsoft.com/office/drawing/2014/main" id="{66A15BD5-7069-4E4A-9AD3-FD36CF1F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9382125"/>
            <a:ext cx="5000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114" name="choice46-structure / ber-label / text 1">
            <a:extLst xmlns:a="http://schemas.openxmlformats.org/drawingml/2006/main">
              <a:ext uri="{FF2B5EF4-FFF2-40B4-BE49-F238E27FC236}">
                <a16:creationId xmlns:a16="http://schemas.microsoft.com/office/drawing/2014/main" id="{CBE3EE4A-ABAB-4A81-B097-A1518638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6175" y="9585484"/>
            <a:ext cx="47720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Evidence Reader</a:t>
            </a:r>
          </a:p>
        </p:txBody>
      </p:sp>
      <p:sp>
        <p:nvSpPr>
          <p:cNvPr id="115" name="choice46-structure / legend-component">
            <a:extLst xmlns:a="http://schemas.openxmlformats.org/drawingml/2006/main">
              <a:ext uri="{FF2B5EF4-FFF2-40B4-BE49-F238E27FC236}">
                <a16:creationId xmlns:a16="http://schemas.microsoft.com/office/drawing/2014/main" id="{38C5D8E6-7F65-4788-BDD7-D3A84E6F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04925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16" name="choice46-structure / legend-component-label / text 1">
            <a:extLst xmlns:a="http://schemas.openxmlformats.org/drawingml/2006/main">
              <a:ext uri="{FF2B5EF4-FFF2-40B4-BE49-F238E27FC236}">
                <a16:creationId xmlns:a16="http://schemas.microsoft.com/office/drawing/2014/main" id="{87B8A32A-B255-4F07-9295-5793B42F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25450"/>
            <a:ext cx="1428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Component</a:t>
            </a:r>
          </a:p>
        </p:txBody>
      </p:sp>
      <p:sp>
        <p:nvSpPr>
          <p:cNvPr id="117" name="choice46-structure / legend-module">
            <a:extLst xmlns:a="http://schemas.openxmlformats.org/drawingml/2006/main">
              <a:ext uri="{FF2B5EF4-FFF2-40B4-BE49-F238E27FC236}">
                <a16:creationId xmlns:a16="http://schemas.microsoft.com/office/drawing/2014/main" id="{E4D958B3-2978-48FF-9E8C-87309C0C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049250"/>
            <a:ext cx="1428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18" name="choice46-structure / legend-module-label / text 1">
            <a:extLst xmlns:a="http://schemas.openxmlformats.org/drawingml/2006/main">
              <a:ext uri="{FF2B5EF4-FFF2-40B4-BE49-F238E27FC236}">
                <a16:creationId xmlns:a16="http://schemas.microsoft.com/office/drawing/2014/main" id="{4B91F6BF-C194-4CDD-8719-EF184C20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3133546"/>
            <a:ext cx="1200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19" name="choice46-structure / legend-state">
            <a:extLst xmlns:a="http://schemas.openxmlformats.org/drawingml/2006/main">
              <a:ext uri="{FF2B5EF4-FFF2-40B4-BE49-F238E27FC236}">
                <a16:creationId xmlns:a16="http://schemas.microsoft.com/office/drawing/2014/main" id="{8AAEC0C2-C439-4E5D-AA81-15D0352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049250"/>
            <a:ext cx="1333500" cy="4286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20" name="choice46-structure / legend-state-label / text 1">
            <a:extLst xmlns:a="http://schemas.openxmlformats.org/drawingml/2006/main">
              <a:ext uri="{FF2B5EF4-FFF2-40B4-BE49-F238E27FC236}">
                <a16:creationId xmlns:a16="http://schemas.microsoft.com/office/drawing/2014/main" id="{E30989CA-AE0C-4E8D-8A05-0D2AD711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209746"/>
            <a:ext cx="1104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21" name="choice46-structure / legend-data">
            <a:extLst xmlns:a="http://schemas.openxmlformats.org/drawingml/2006/main">
              <a:ext uri="{FF2B5EF4-FFF2-40B4-BE49-F238E27FC236}">
                <a16:creationId xmlns:a16="http://schemas.microsoft.com/office/drawing/2014/main" id="{35127706-0EF2-4FFA-B58E-25F65152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049250"/>
            <a:ext cx="1333500" cy="428625"/>
          </a:xfrm>
          <a:custGeom xmlns:a="http://schemas.openxmlformats.org/drawingml/2006/main">
            <a:pathLst>
              <a:path w="1333500" h="428625">
                <a:moveTo>
                  <a:pt x="0" y="0"/>
                </a:moveTo>
                <a:lnTo>
                  <a:pt x="1162050" y="0"/>
                </a:lnTo>
                <a:lnTo>
                  <a:pt x="1333500" y="171450"/>
                </a:lnTo>
                <a:lnTo>
                  <a:pt x="1333500" y="428625"/>
                </a:lnTo>
                <a:lnTo>
                  <a:pt x="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22" name="choice46-structure / legend-data / fold">
            <a:extLst xmlns:a="http://schemas.openxmlformats.org/drawingml/2006/main">
              <a:ext uri="{FF2B5EF4-FFF2-40B4-BE49-F238E27FC236}">
                <a16:creationId xmlns:a16="http://schemas.microsoft.com/office/drawing/2014/main" id="{6301A1F2-2D24-4D20-ACF8-19701DE7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049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23" name="choice46-structure / legend-data-label / text 1">
            <a:extLst xmlns:a="http://schemas.openxmlformats.org/drawingml/2006/main">
              <a:ext uri="{FF2B5EF4-FFF2-40B4-BE49-F238E27FC236}">
                <a16:creationId xmlns:a16="http://schemas.microsoft.com/office/drawing/2014/main" id="{8CA8AAA2-F1B7-46F1-B89F-A4D07521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133546"/>
            <a:ext cx="1104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24" name="choice46-structure / legend-difference">
            <a:extLst xmlns:a="http://schemas.openxmlformats.org/drawingml/2006/main">
              <a:ext uri="{FF2B5EF4-FFF2-40B4-BE49-F238E27FC236}">
                <a16:creationId xmlns:a16="http://schemas.microsoft.com/office/drawing/2014/main" id="{EC362F3A-6419-4F8E-A024-3D872D2F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049250"/>
            <a:ext cx="1428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125" name="choice46-structure / legend-difference-label / text 1">
            <a:extLst xmlns:a="http://schemas.openxmlformats.org/drawingml/2006/main">
              <a:ext uri="{FF2B5EF4-FFF2-40B4-BE49-F238E27FC236}">
                <a16:creationId xmlns:a16="http://schemas.microsoft.com/office/drawing/2014/main" id="{E50941FD-CEF7-4E00-AAAF-DD94828F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3133546"/>
            <a:ext cx="1200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26" name="choice46-structure / edge-0 / path">
            <a:extLst xmlns:a="http://schemas.openxmlformats.org/drawingml/2006/main">
              <a:ext uri="{FF2B5EF4-FFF2-40B4-BE49-F238E27FC236}">
                <a16:creationId xmlns:a16="http://schemas.microsoft.com/office/drawing/2014/main" id="{324CF60D-0E64-4074-84C5-F3881D0C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0048875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27" name="choice46-structure / edge-0 / arrow">
            <a:extLst xmlns:a="http://schemas.openxmlformats.org/drawingml/2006/main">
              <a:ext uri="{FF2B5EF4-FFF2-40B4-BE49-F238E27FC236}">
                <a16:creationId xmlns:a16="http://schemas.microsoft.com/office/drawing/2014/main" id="{3F002905-EFC6-43EA-8B82-E7E718A4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607" y="10048875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28" name="choice46-structure / edge-1 / path">
            <a:extLst xmlns:a="http://schemas.openxmlformats.org/drawingml/2006/main">
              <a:ext uri="{FF2B5EF4-FFF2-40B4-BE49-F238E27FC236}">
                <a16:creationId xmlns:a16="http://schemas.microsoft.com/office/drawing/2014/main" id="{6C3290DB-B9D6-419B-B0EB-D938C1E6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9696450"/>
            <a:ext cx="1143000" cy="953"/>
          </a:xfrm>
          <a:custGeom xmlns:a="http://schemas.openxmlformats.org/drawingml/2006/main">
            <a:pathLst>
              <a:path w="1143000" h="953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29" name="choice46-structure / edge-1 / arrow">
            <a:extLst xmlns:a="http://schemas.openxmlformats.org/drawingml/2006/main">
              <a:ext uri="{FF2B5EF4-FFF2-40B4-BE49-F238E27FC236}">
                <a16:creationId xmlns:a16="http://schemas.microsoft.com/office/drawing/2014/main" id="{566C8C84-DD65-4908-A3E9-B52FE69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964768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30" name="choice46-structure / edge-1-return-head / path">
            <a:extLst xmlns:a="http://schemas.openxmlformats.org/drawingml/2006/main">
              <a:ext uri="{FF2B5EF4-FFF2-40B4-BE49-F238E27FC236}">
                <a16:creationId xmlns:a16="http://schemas.microsoft.com/office/drawing/2014/main" id="{24441161-C6FF-4C61-A5DA-2C0F29E5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9696450"/>
            <a:ext cx="1143000" cy="953"/>
          </a:xfrm>
          <a:custGeom xmlns:a="http://schemas.openxmlformats.org/drawingml/2006/main"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31" name="choice46-structure / edge-1-return-head / arrow">
            <a:extLst xmlns:a="http://schemas.openxmlformats.org/drawingml/2006/main">
              <a:ext uri="{FF2B5EF4-FFF2-40B4-BE49-F238E27FC236}">
                <a16:creationId xmlns:a16="http://schemas.microsoft.com/office/drawing/2014/main" id="{C501A6FC-CA93-4D7B-A7AC-F0F82FDE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839" y="96476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32" name="choice46-structure / edge-2 / path">
            <a:extLst xmlns:a="http://schemas.openxmlformats.org/drawingml/2006/main">
              <a:ext uri="{FF2B5EF4-FFF2-40B4-BE49-F238E27FC236}">
                <a16:creationId xmlns:a16="http://schemas.microsoft.com/office/drawing/2014/main" id="{428ABB58-E3AB-4141-AAFE-405F2901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42875" cy="5810250"/>
          </a:xfrm>
          <a:custGeom xmlns:a="http://schemas.openxmlformats.org/drawingml/2006/main">
            <a:pathLst>
              <a:path w="142875" h="5810250">
                <a:moveTo>
                  <a:pt x="142875" y="5810250"/>
                </a:moveTo>
                <a:lnTo>
                  <a:pt x="0" y="5810250"/>
                </a:lnTo>
                <a:lnTo>
                  <a:pt x="0" y="0"/>
                </a:ln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33" name="choice46-structure / edge-2 / arrow">
            <a:extLst xmlns:a="http://schemas.openxmlformats.org/drawingml/2006/main">
              <a:ext uri="{FF2B5EF4-FFF2-40B4-BE49-F238E27FC236}">
                <a16:creationId xmlns:a16="http://schemas.microsoft.com/office/drawing/2014/main" id="{525D840D-EE27-41C6-8B2B-C3052AFB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4" y="380885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34" name="choice46-structure / edge-2-return-head / path">
            <a:extLst xmlns:a="http://schemas.openxmlformats.org/drawingml/2006/main">
              <a:ext uri="{FF2B5EF4-FFF2-40B4-BE49-F238E27FC236}">
                <a16:creationId xmlns:a16="http://schemas.microsoft.com/office/drawing/2014/main" id="{08440740-BABB-4C6D-BE2A-83F4497F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42875" cy="5810250"/>
          </a:xfrm>
          <a:custGeom xmlns:a="http://schemas.openxmlformats.org/drawingml/2006/main">
            <a:pathLst>
              <a:path w="142875" h="5810250">
                <a:moveTo>
                  <a:pt x="142875" y="0"/>
                </a:moveTo>
                <a:lnTo>
                  <a:pt x="0" y="0"/>
                </a:lnTo>
                <a:lnTo>
                  <a:pt x="0" y="5810250"/>
                </a:lnTo>
                <a:lnTo>
                  <a:pt x="142875" y="58102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35" name="choice46-structure / edge-2-return-head / arrow">
            <a:extLst xmlns:a="http://schemas.openxmlformats.org/drawingml/2006/main">
              <a:ext uri="{FF2B5EF4-FFF2-40B4-BE49-F238E27FC236}">
                <a16:creationId xmlns:a16="http://schemas.microsoft.com/office/drawing/2014/main" id="{C69338B6-CD68-4A75-9627-711F4745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4" y="96191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36" name="choice46-structure / edge-3 / path">
            <a:extLst xmlns:a="http://schemas.openxmlformats.org/drawingml/2006/main">
              <a:ext uri="{FF2B5EF4-FFF2-40B4-BE49-F238E27FC236}">
                <a16:creationId xmlns:a16="http://schemas.microsoft.com/office/drawing/2014/main" id="{27F04BB3-C101-4B4F-8A24-C3B1E7F5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05375"/>
            <a:ext cx="190500" cy="5000625"/>
          </a:xfrm>
          <a:custGeom xmlns:a="http://schemas.openxmlformats.org/drawingml/2006/main">
            <a:pathLst>
              <a:path w="190500" h="5000625">
                <a:moveTo>
                  <a:pt x="0" y="5000625"/>
                </a:moveTo>
                <a:lnTo>
                  <a:pt x="190500" y="5000625"/>
                </a:lnTo>
                <a:lnTo>
                  <a:pt x="1905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37" name="choice46-structure / edge-3 / arrow">
            <a:extLst xmlns:a="http://schemas.openxmlformats.org/drawingml/2006/main">
              <a:ext uri="{FF2B5EF4-FFF2-40B4-BE49-F238E27FC236}">
                <a16:creationId xmlns:a16="http://schemas.microsoft.com/office/drawing/2014/main" id="{FDFF335E-CC1E-4157-B324-23C8B84C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5660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38" name="choice46-structure / edge-3-return-head / path">
            <a:extLst xmlns:a="http://schemas.openxmlformats.org/drawingml/2006/main">
              <a:ext uri="{FF2B5EF4-FFF2-40B4-BE49-F238E27FC236}">
                <a16:creationId xmlns:a16="http://schemas.microsoft.com/office/drawing/2014/main" id="{87082B29-5721-416D-A508-E9CD935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05375"/>
            <a:ext cx="190500" cy="5000625"/>
          </a:xfrm>
          <a:custGeom xmlns:a="http://schemas.openxmlformats.org/drawingml/2006/main">
            <a:pathLst>
              <a:path w="190500" h="5000625">
                <a:moveTo>
                  <a:pt x="0" y="0"/>
                </a:moveTo>
                <a:lnTo>
                  <a:pt x="190500" y="0"/>
                </a:lnTo>
                <a:lnTo>
                  <a:pt x="190500" y="5000625"/>
                </a:lnTo>
                <a:lnTo>
                  <a:pt x="0" y="50006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39" name="choice46-structure / edge-3-return-head / arrow">
            <a:extLst xmlns:a="http://schemas.openxmlformats.org/drawingml/2006/main">
              <a:ext uri="{FF2B5EF4-FFF2-40B4-BE49-F238E27FC236}">
                <a16:creationId xmlns:a16="http://schemas.microsoft.com/office/drawing/2014/main" id="{EB06A1BE-3908-497D-B12B-D1967DFB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985723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40" name="choice46-structure / edge-4 / path">
            <a:extLst xmlns:a="http://schemas.openxmlformats.org/drawingml/2006/main">
              <a:ext uri="{FF2B5EF4-FFF2-40B4-BE49-F238E27FC236}">
                <a16:creationId xmlns:a16="http://schemas.microsoft.com/office/drawing/2014/main" id="{E38393FA-0E56-4796-B117-F7B82341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715375"/>
            <a:ext cx="953" cy="666750"/>
          </a:xfrm>
          <a:custGeom xmlns:a="http://schemas.openxmlformats.org/drawingml/2006/main">
            <a:pathLst>
              <a:path w="953" h="666750">
                <a:moveTo>
                  <a:pt x="0" y="666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41" name="choice46-structure / edge-4 / arrow">
            <a:extLst xmlns:a="http://schemas.openxmlformats.org/drawingml/2006/main">
              <a:ext uri="{FF2B5EF4-FFF2-40B4-BE49-F238E27FC236}">
                <a16:creationId xmlns:a16="http://schemas.microsoft.com/office/drawing/2014/main" id="{CB5D3A69-274D-477B-AA7A-812A8084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232" y="8715375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42" name="choice46-structure / edge-5 / path">
            <a:extLst xmlns:a="http://schemas.openxmlformats.org/drawingml/2006/main">
              <a:ext uri="{FF2B5EF4-FFF2-40B4-BE49-F238E27FC236}">
                <a16:creationId xmlns:a16="http://schemas.microsoft.com/office/drawing/2014/main" id="{98A044C2-A2C5-4B1B-8D50-7A78861A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667625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43" name="choice46-structure / edge-5 / arrow">
            <a:extLst xmlns:a="http://schemas.openxmlformats.org/drawingml/2006/main">
              <a:ext uri="{FF2B5EF4-FFF2-40B4-BE49-F238E27FC236}">
                <a16:creationId xmlns:a16="http://schemas.microsoft.com/office/drawing/2014/main" id="{C22181A1-2B85-41DE-B10A-CBC6560E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732" y="7667625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44" name="choice46-structure / edge-6 / path">
            <a:extLst xmlns:a="http://schemas.openxmlformats.org/drawingml/2006/main">
              <a:ext uri="{FF2B5EF4-FFF2-40B4-BE49-F238E27FC236}">
                <a16:creationId xmlns:a16="http://schemas.microsoft.com/office/drawing/2014/main" id="{F4C72939-3740-482C-9D7B-5F774676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8191500"/>
            <a:ext cx="1143000" cy="1714500"/>
          </a:xfrm>
          <a:custGeom xmlns:a="http://schemas.openxmlformats.org/drawingml/2006/main">
            <a:pathLst>
              <a:path w="1143000" h="1714500">
                <a:moveTo>
                  <a:pt x="0" y="0"/>
                </a:moveTo>
                <a:lnTo>
                  <a:pt x="714375" y="0"/>
                </a:lnTo>
                <a:lnTo>
                  <a:pt x="714375" y="1714500"/>
                </a:lnTo>
                <a:lnTo>
                  <a:pt x="114300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45" name="choice46-structure / edge-6 / arrow">
            <a:extLst xmlns:a="http://schemas.openxmlformats.org/drawingml/2006/main">
              <a:ext uri="{FF2B5EF4-FFF2-40B4-BE49-F238E27FC236}">
                <a16:creationId xmlns:a16="http://schemas.microsoft.com/office/drawing/2014/main" id="{2CE6B1EF-E6D4-415D-BCA4-D6F3376F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839" y="985723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46" name="choice46-structure / edge-7 / path">
            <a:extLst xmlns:a="http://schemas.openxmlformats.org/drawingml/2006/main">
              <a:ext uri="{FF2B5EF4-FFF2-40B4-BE49-F238E27FC236}">
                <a16:creationId xmlns:a16="http://schemas.microsoft.com/office/drawing/2014/main" id="{E228B5B0-5C09-43CD-A876-AAB704E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428625" cy="7477125"/>
          </a:xfrm>
          <a:custGeom xmlns:a="http://schemas.openxmlformats.org/drawingml/2006/main">
            <a:pathLst>
              <a:path w="428625" h="7477125">
                <a:moveTo>
                  <a:pt x="428625" y="7477125"/>
                </a:moveTo>
                <a:lnTo>
                  <a:pt x="47625" y="7477125"/>
                </a:lnTo>
                <a:lnTo>
                  <a:pt x="4762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47" name="choice46-structure / edge-7 / arrow">
            <a:extLst xmlns:a="http://schemas.openxmlformats.org/drawingml/2006/main">
              <a:ext uri="{FF2B5EF4-FFF2-40B4-BE49-F238E27FC236}">
                <a16:creationId xmlns:a16="http://schemas.microsoft.com/office/drawing/2014/main" id="{02E13878-2BBF-4CC7-B0E1-A9EFADDF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198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48" name="choice46-structure / edge-7-return-head / path">
            <a:extLst xmlns:a="http://schemas.openxmlformats.org/drawingml/2006/main">
              <a:ext uri="{FF2B5EF4-FFF2-40B4-BE49-F238E27FC236}">
                <a16:creationId xmlns:a16="http://schemas.microsoft.com/office/drawing/2014/main" id="{557E9CAD-E4A8-476D-901F-45C831EF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428625" cy="7477125"/>
          </a:xfrm>
          <a:custGeom xmlns:a="http://schemas.openxmlformats.org/drawingml/2006/main">
            <a:pathLst>
              <a:path w="428625" h="7477125">
                <a:moveTo>
                  <a:pt x="0" y="0"/>
                </a:moveTo>
                <a:lnTo>
                  <a:pt x="47625" y="0"/>
                </a:lnTo>
                <a:lnTo>
                  <a:pt x="47625" y="7477125"/>
                </a:lnTo>
                <a:lnTo>
                  <a:pt x="428625" y="74771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49" name="choice46-structure / edge-7-return-head / arrow">
            <a:extLst xmlns:a="http://schemas.openxmlformats.org/drawingml/2006/main">
              <a:ext uri="{FF2B5EF4-FFF2-40B4-BE49-F238E27FC236}">
                <a16:creationId xmlns:a16="http://schemas.microsoft.com/office/drawing/2014/main" id="{14000CCF-F0C8-4B63-9062-71F542E4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839" y="96191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50" name="choice46-structure / edge-8 / path">
            <a:extLst xmlns:a="http://schemas.openxmlformats.org/drawingml/2006/main">
              <a:ext uri="{FF2B5EF4-FFF2-40B4-BE49-F238E27FC236}">
                <a16:creationId xmlns:a16="http://schemas.microsoft.com/office/drawing/2014/main" id="{334936FD-B713-444D-A7AD-1BAB02D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90750"/>
            <a:ext cx="1190625" cy="7762875"/>
          </a:xfrm>
          <a:custGeom xmlns:a="http://schemas.openxmlformats.org/drawingml/2006/main">
            <a:pathLst>
              <a:path w="1190625" h="7762875">
                <a:moveTo>
                  <a:pt x="762000" y="7762875"/>
                </a:moveTo>
                <a:lnTo>
                  <a:pt x="1190625" y="7762875"/>
                </a:lnTo>
                <a:lnTo>
                  <a:pt x="1190625" y="142875"/>
                </a:lnTo>
                <a:lnTo>
                  <a:pt x="0" y="1428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51" name="choice46-structure / edge-8 / arrow">
            <a:extLst xmlns:a="http://schemas.openxmlformats.org/drawingml/2006/main">
              <a:ext uri="{FF2B5EF4-FFF2-40B4-BE49-F238E27FC236}">
                <a16:creationId xmlns:a16="http://schemas.microsoft.com/office/drawing/2014/main" id="{3E1B247C-8BFF-493C-A389-1531C123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232" y="2190750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52" name="choice46-structure / edge-8-return-head / path">
            <a:extLst xmlns:a="http://schemas.openxmlformats.org/drawingml/2006/main">
              <a:ext uri="{FF2B5EF4-FFF2-40B4-BE49-F238E27FC236}">
                <a16:creationId xmlns:a16="http://schemas.microsoft.com/office/drawing/2014/main" id="{CB6743E4-9478-4ABA-9A48-BE189EE1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90750"/>
            <a:ext cx="1190625" cy="7762875"/>
          </a:xfrm>
          <a:custGeom xmlns:a="http://schemas.openxmlformats.org/drawingml/2006/main">
            <a:pathLst>
              <a:path w="1190625" h="7762875">
                <a:moveTo>
                  <a:pt x="0" y="0"/>
                </a:moveTo>
                <a:lnTo>
                  <a:pt x="0" y="142875"/>
                </a:lnTo>
                <a:lnTo>
                  <a:pt x="1190625" y="142875"/>
                </a:lnTo>
                <a:lnTo>
                  <a:pt x="1190625" y="7762875"/>
                </a:lnTo>
                <a:lnTo>
                  <a:pt x="762000" y="7762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53" name="choice46-structure / edge-8-return-head / arrow">
            <a:extLst xmlns:a="http://schemas.openxmlformats.org/drawingml/2006/main">
              <a:ext uri="{FF2B5EF4-FFF2-40B4-BE49-F238E27FC236}">
                <a16:creationId xmlns:a16="http://schemas.microsoft.com/office/drawing/2014/main" id="{01F71E98-57DB-44C4-8E33-BC37D2EF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90485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54" name="choice46-structure / edge-9 / path">
            <a:extLst xmlns:a="http://schemas.openxmlformats.org/drawingml/2006/main">
              <a:ext uri="{FF2B5EF4-FFF2-40B4-BE49-F238E27FC236}">
                <a16:creationId xmlns:a16="http://schemas.microsoft.com/office/drawing/2014/main" id="{73D88A5B-2128-4D45-97BB-1161425B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9591675" cy="7572375"/>
          </a:xfrm>
          <a:custGeom xmlns:a="http://schemas.openxmlformats.org/drawingml/2006/main">
            <a:pathLst>
              <a:path w="9591675" h="7572375">
                <a:moveTo>
                  <a:pt x="9239250" y="7572375"/>
                </a:moveTo>
                <a:lnTo>
                  <a:pt x="9591675" y="7572375"/>
                </a:lnTo>
                <a:lnTo>
                  <a:pt x="9591675" y="95250"/>
                </a:lnTo>
                <a:lnTo>
                  <a:pt x="0" y="952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55" name="choice46-structure / edge-9 / arrow">
            <a:extLst xmlns:a="http://schemas.openxmlformats.org/drawingml/2006/main">
              <a:ext uri="{FF2B5EF4-FFF2-40B4-BE49-F238E27FC236}">
                <a16:creationId xmlns:a16="http://schemas.microsoft.com/office/drawing/2014/main" id="{A14B0D67-72AD-4AA0-BD90-BC7637FB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982" y="2190750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56" name="choice46-structure / edge-9-return-head / path">
            <a:extLst xmlns:a="http://schemas.openxmlformats.org/drawingml/2006/main">
              <a:ext uri="{FF2B5EF4-FFF2-40B4-BE49-F238E27FC236}">
                <a16:creationId xmlns:a16="http://schemas.microsoft.com/office/drawing/2014/main" id="{059FBCED-C5D4-4169-AE9B-DC7B7D93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9591675" cy="7572375"/>
          </a:xfrm>
          <a:custGeom xmlns:a="http://schemas.openxmlformats.org/drawingml/2006/main">
            <a:pathLst>
              <a:path w="9591675" h="7572375">
                <a:moveTo>
                  <a:pt x="0" y="0"/>
                </a:moveTo>
                <a:lnTo>
                  <a:pt x="0" y="95250"/>
                </a:lnTo>
                <a:lnTo>
                  <a:pt x="9591675" y="95250"/>
                </a:lnTo>
                <a:lnTo>
                  <a:pt x="9591675" y="7572375"/>
                </a:lnTo>
                <a:lnTo>
                  <a:pt x="9239250" y="75723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57" name="choice46-structure / edge-9-return-head / arrow">
            <a:extLst xmlns:a="http://schemas.openxmlformats.org/drawingml/2006/main">
              <a:ext uri="{FF2B5EF4-FFF2-40B4-BE49-F238E27FC236}">
                <a16:creationId xmlns:a16="http://schemas.microsoft.com/office/drawing/2014/main" id="{302B20D2-1EBC-4F68-8B8B-43E12B5D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71435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58" name="choice46-structure / edge-10 / path">
            <a:extLst xmlns:a="http://schemas.openxmlformats.org/drawingml/2006/main">
              <a:ext uri="{FF2B5EF4-FFF2-40B4-BE49-F238E27FC236}">
                <a16:creationId xmlns:a16="http://schemas.microsoft.com/office/drawing/2014/main" id="{20133CF2-EC92-4A4C-BBCB-05A6013F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57625"/>
            <a:ext cx="190500" cy="6000750"/>
          </a:xfrm>
          <a:custGeom xmlns:a="http://schemas.openxmlformats.org/drawingml/2006/main">
            <a:pathLst>
              <a:path w="190500" h="6000750">
                <a:moveTo>
                  <a:pt x="95250" y="6000750"/>
                </a:moveTo>
                <a:lnTo>
                  <a:pt x="190500" y="6000750"/>
                </a:lnTo>
                <a:lnTo>
                  <a:pt x="1905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59" name="choice46-structure / edge-10 / arrow">
            <a:extLst xmlns:a="http://schemas.openxmlformats.org/drawingml/2006/main">
              <a:ext uri="{FF2B5EF4-FFF2-40B4-BE49-F238E27FC236}">
                <a16:creationId xmlns:a16="http://schemas.microsoft.com/office/drawing/2014/main" id="{8C1BE7B3-5FEA-4A8D-B9FF-31081EDE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0885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60" name="choice46-structure / edge-10-return-head / path">
            <a:extLst xmlns:a="http://schemas.openxmlformats.org/drawingml/2006/main">
              <a:ext uri="{FF2B5EF4-FFF2-40B4-BE49-F238E27FC236}">
                <a16:creationId xmlns:a16="http://schemas.microsoft.com/office/drawing/2014/main" id="{95C4469B-011D-4C5C-9199-4BB2503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57625"/>
            <a:ext cx="190500" cy="6000750"/>
          </a:xfrm>
          <a:custGeom xmlns:a="http://schemas.openxmlformats.org/drawingml/2006/main">
            <a:pathLst>
              <a:path w="190500" h="6000750">
                <a:moveTo>
                  <a:pt x="0" y="0"/>
                </a:moveTo>
                <a:lnTo>
                  <a:pt x="190500" y="0"/>
                </a:lnTo>
                <a:lnTo>
                  <a:pt x="190500" y="6000750"/>
                </a:lnTo>
                <a:lnTo>
                  <a:pt x="95250" y="60007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61" name="choice46-structure / edge-10-return-head / arrow">
            <a:extLst xmlns:a="http://schemas.openxmlformats.org/drawingml/2006/main">
              <a:ext uri="{FF2B5EF4-FFF2-40B4-BE49-F238E27FC236}">
                <a16:creationId xmlns:a16="http://schemas.microsoft.com/office/drawing/2014/main" id="{A424283B-73B3-4985-AD21-DC172E11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80960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62" name="choice46-structure / edge-11 / path">
            <a:extLst xmlns:a="http://schemas.openxmlformats.org/drawingml/2006/main">
              <a:ext uri="{FF2B5EF4-FFF2-40B4-BE49-F238E27FC236}">
                <a16:creationId xmlns:a16="http://schemas.microsoft.com/office/drawing/2014/main" id="{47960796-FD52-4951-A665-A8C9381A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715375"/>
            <a:ext cx="953" cy="666750"/>
          </a:xfrm>
          <a:custGeom xmlns:a="http://schemas.openxmlformats.org/drawingml/2006/main">
            <a:pathLst>
              <a:path w="953" h="666750">
                <a:moveTo>
                  <a:pt x="0" y="666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63" name="choice46-structure / edge-11 / arrow">
            <a:extLst xmlns:a="http://schemas.openxmlformats.org/drawingml/2006/main">
              <a:ext uri="{FF2B5EF4-FFF2-40B4-BE49-F238E27FC236}">
                <a16:creationId xmlns:a16="http://schemas.microsoft.com/office/drawing/2014/main" id="{19014A67-6971-433B-ADAC-DB76CB47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232" y="8715375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64" name="choice46-structure / edge-12 / path">
            <a:extLst xmlns:a="http://schemas.openxmlformats.org/drawingml/2006/main">
              <a:ext uri="{FF2B5EF4-FFF2-40B4-BE49-F238E27FC236}">
                <a16:creationId xmlns:a16="http://schemas.microsoft.com/office/drawing/2014/main" id="{197AEC4E-726C-4DA4-ACD1-9CD1D3EA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667625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65" name="choice46-structure / edge-12 / arrow">
            <a:extLst xmlns:a="http://schemas.openxmlformats.org/drawingml/2006/main">
              <a:ext uri="{FF2B5EF4-FFF2-40B4-BE49-F238E27FC236}">
                <a16:creationId xmlns:a16="http://schemas.microsoft.com/office/drawing/2014/main" id="{E3B9DA45-DAF7-4B3F-9E8B-3C1E5149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982" y="7667625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66" name="choice46-structure / edge-13 / path">
            <a:extLst xmlns:a="http://schemas.openxmlformats.org/drawingml/2006/main">
              <a:ext uri="{FF2B5EF4-FFF2-40B4-BE49-F238E27FC236}">
                <a16:creationId xmlns:a16="http://schemas.microsoft.com/office/drawing/2014/main" id="{469A3C24-5822-41AA-8F4E-7E953A91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0048875"/>
            <a:ext cx="953" cy="190500"/>
          </a:xfrm>
          <a:custGeom xmlns:a="http://schemas.openxmlformats.org/drawingml/2006/main">
            <a:pathLst>
              <a:path w="953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67" name="choice46-structure / edge-13 / arrow">
            <a:extLst xmlns:a="http://schemas.openxmlformats.org/drawingml/2006/main">
              <a:ext uri="{FF2B5EF4-FFF2-40B4-BE49-F238E27FC236}">
                <a16:creationId xmlns:a16="http://schemas.microsoft.com/office/drawing/2014/main" id="{BB29D428-483E-4F49-965D-7FC7BB9A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5857" y="10141839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68" name="choice46-structure / edge-14 / path">
            <a:extLst xmlns:a="http://schemas.openxmlformats.org/drawingml/2006/main">
              <a:ext uri="{FF2B5EF4-FFF2-40B4-BE49-F238E27FC236}">
                <a16:creationId xmlns:a16="http://schemas.microsoft.com/office/drawing/2014/main" id="{4D912F81-19D9-4985-B1B2-66BB7D3B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0620375"/>
            <a:ext cx="666750" cy="1428750"/>
          </a:xfrm>
          <a:custGeom xmlns:a="http://schemas.openxmlformats.org/drawingml/2006/main">
            <a:pathLst>
              <a:path w="666750" h="1428750">
                <a:moveTo>
                  <a:pt x="0" y="1428750"/>
                </a:moveTo>
                <a:lnTo>
                  <a:pt x="238125" y="1428750"/>
                </a:lnTo>
                <a:lnTo>
                  <a:pt x="238125" y="0"/>
                </a:ln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69" name="choice46-structure / edge-14 / arrow">
            <a:extLst xmlns:a="http://schemas.openxmlformats.org/drawingml/2006/main">
              <a:ext uri="{FF2B5EF4-FFF2-40B4-BE49-F238E27FC236}">
                <a16:creationId xmlns:a16="http://schemas.microsoft.com/office/drawing/2014/main" id="{224C32BB-E1F9-4570-92AC-368DA43D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839" y="105716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70" name="choice46-structure / edge-15 / path">
            <a:extLst xmlns:a="http://schemas.openxmlformats.org/drawingml/2006/main">
              <a:ext uri="{FF2B5EF4-FFF2-40B4-BE49-F238E27FC236}">
                <a16:creationId xmlns:a16="http://schemas.microsoft.com/office/drawing/2014/main" id="{F66E9591-2748-46C3-A28B-788EE8C6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0620375"/>
            <a:ext cx="5857875" cy="1762125"/>
          </a:xfrm>
          <a:custGeom xmlns:a="http://schemas.openxmlformats.org/drawingml/2006/main">
            <a:pathLst>
              <a:path w="5857875" h="1762125">
                <a:moveTo>
                  <a:pt x="5667375" y="0"/>
                </a:moveTo>
                <a:lnTo>
                  <a:pt x="5857875" y="0"/>
                </a:lnTo>
                <a:lnTo>
                  <a:pt x="5857875" y="1762125"/>
                </a:lnTo>
                <a:lnTo>
                  <a:pt x="0" y="17621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71" name="choice46-structure / edge-15 / arrow">
            <a:extLst xmlns:a="http://schemas.openxmlformats.org/drawingml/2006/main">
              <a:ext uri="{FF2B5EF4-FFF2-40B4-BE49-F238E27FC236}">
                <a16:creationId xmlns:a16="http://schemas.microsoft.com/office/drawing/2014/main" id="{607EB9FB-FA58-47D6-842B-595BA8E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233373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72" name="choice46-structure / edge-16 / path">
            <a:extLst xmlns:a="http://schemas.openxmlformats.org/drawingml/2006/main">
              <a:ext uri="{FF2B5EF4-FFF2-40B4-BE49-F238E27FC236}">
                <a16:creationId xmlns:a16="http://schemas.microsoft.com/office/drawing/2014/main" id="{89C85415-D775-4B48-9569-0782DB7F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190750"/>
            <a:ext cx="1857375" cy="9858375"/>
          </a:xfrm>
          <a:custGeom xmlns:a="http://schemas.openxmlformats.org/drawingml/2006/main">
            <a:pathLst>
              <a:path w="1857375" h="9858375">
                <a:moveTo>
                  <a:pt x="142875" y="9858375"/>
                </a:moveTo>
                <a:lnTo>
                  <a:pt x="0" y="9858375"/>
                </a:lnTo>
                <a:lnTo>
                  <a:pt x="0" y="47625"/>
                </a:lnTo>
                <a:lnTo>
                  <a:pt x="1857375" y="47625"/>
                </a:lnTo>
                <a:lnTo>
                  <a:pt x="1857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73" name="choice46-structure / edge-16 / arrow">
            <a:extLst xmlns:a="http://schemas.openxmlformats.org/drawingml/2006/main">
              <a:ext uri="{FF2B5EF4-FFF2-40B4-BE49-F238E27FC236}">
                <a16:creationId xmlns:a16="http://schemas.microsoft.com/office/drawing/2014/main" id="{06A93DFA-5A7B-403D-9B6A-83B74C71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732" y="2190750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74" name="choice46-structure / edge-17 / path">
            <a:extLst xmlns:a="http://schemas.openxmlformats.org/drawingml/2006/main">
              <a:ext uri="{FF2B5EF4-FFF2-40B4-BE49-F238E27FC236}">
                <a16:creationId xmlns:a16="http://schemas.microsoft.com/office/drawing/2014/main" id="{D114112C-E5E5-41B5-9B4C-7DFA8AD2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905250"/>
            <a:ext cx="3333750" cy="1809750"/>
          </a:xfrm>
          <a:custGeom xmlns:a="http://schemas.openxmlformats.org/drawingml/2006/main">
            <a:pathLst>
              <a:path w="3333750" h="1809750">
                <a:moveTo>
                  <a:pt x="3190875" y="0"/>
                </a:moveTo>
                <a:lnTo>
                  <a:pt x="3333750" y="0"/>
                </a:lnTo>
                <a:lnTo>
                  <a:pt x="3333750" y="1666875"/>
                </a:lnTo>
                <a:lnTo>
                  <a:pt x="0" y="1666875"/>
                </a:ln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75" name="choice46-structure / edge-17 / arrow">
            <a:extLst xmlns:a="http://schemas.openxmlformats.org/drawingml/2006/main">
              <a:ext uri="{FF2B5EF4-FFF2-40B4-BE49-F238E27FC236}">
                <a16:creationId xmlns:a16="http://schemas.microsoft.com/office/drawing/2014/main" id="{6FF545C8-7F8A-4EE0-8409-D2F0014D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9232" y="561746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76" name="choice46-structure / edge-18 / path">
            <a:extLst xmlns:a="http://schemas.openxmlformats.org/drawingml/2006/main">
              <a:ext uri="{FF2B5EF4-FFF2-40B4-BE49-F238E27FC236}">
                <a16:creationId xmlns:a16="http://schemas.microsoft.com/office/drawing/2014/main" id="{C1FE0CD9-7C3E-4E5B-AB49-6E75614E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5191125"/>
            <a:ext cx="953" cy="523875"/>
          </a:xfrm>
          <a:custGeom xmlns:a="http://schemas.openxmlformats.org/drawingml/2006/main">
            <a:pathLst>
              <a:path w="953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77" name="choice46-structure / edge-18 / arrow">
            <a:extLst xmlns:a="http://schemas.openxmlformats.org/drawingml/2006/main">
              <a:ext uri="{FF2B5EF4-FFF2-40B4-BE49-F238E27FC236}">
                <a16:creationId xmlns:a16="http://schemas.microsoft.com/office/drawing/2014/main" id="{989D7CAF-B5E7-4227-80F0-ED1EDDC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1857" y="561746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78" name="choice46-structure / edge-19 / path">
            <a:extLst xmlns:a="http://schemas.openxmlformats.org/drawingml/2006/main">
              <a:ext uri="{FF2B5EF4-FFF2-40B4-BE49-F238E27FC236}">
                <a16:creationId xmlns:a16="http://schemas.microsoft.com/office/drawing/2014/main" id="{31051926-6093-4C77-A8DF-88E9AF29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6334125"/>
            <a:ext cx="953" cy="714375"/>
          </a:xfrm>
          <a:custGeom xmlns:a="http://schemas.openxmlformats.org/drawingml/2006/main">
            <a:pathLst>
              <a:path w="953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79" name="choice46-structure / edge-19 / arrow">
            <a:extLst xmlns:a="http://schemas.openxmlformats.org/drawingml/2006/main">
              <a:ext uri="{FF2B5EF4-FFF2-40B4-BE49-F238E27FC236}">
                <a16:creationId xmlns:a16="http://schemas.microsoft.com/office/drawing/2014/main" id="{9C1B7AF1-7B99-4D45-AE62-9173C98B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6732" y="695096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80" name="choice46-structure / edge-20 / path">
            <a:extLst xmlns:a="http://schemas.openxmlformats.org/drawingml/2006/main">
              <a:ext uri="{FF2B5EF4-FFF2-40B4-BE49-F238E27FC236}">
                <a16:creationId xmlns:a16="http://schemas.microsoft.com/office/drawing/2014/main" id="{926D9013-4F96-4C24-A39C-61617928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7667625"/>
            <a:ext cx="953" cy="190500"/>
          </a:xfrm>
          <a:custGeom xmlns:a="http://schemas.openxmlformats.org/drawingml/2006/main">
            <a:pathLst>
              <a:path w="953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81" name="choice46-structure / edge-20 / arrow">
            <a:extLst xmlns:a="http://schemas.openxmlformats.org/drawingml/2006/main">
              <a:ext uri="{FF2B5EF4-FFF2-40B4-BE49-F238E27FC236}">
                <a16:creationId xmlns:a16="http://schemas.microsoft.com/office/drawing/2014/main" id="{6815E6C0-81A2-4D37-9720-68D0903F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2232" y="7760589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82" name="choice46-structure / edge-21 / path">
            <a:extLst xmlns:a="http://schemas.openxmlformats.org/drawingml/2006/main">
              <a:ext uri="{FF2B5EF4-FFF2-40B4-BE49-F238E27FC236}">
                <a16:creationId xmlns:a16="http://schemas.microsoft.com/office/drawing/2014/main" id="{6EA871D2-D8FF-4FC7-A725-E7DA27E5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0" y="2190750"/>
            <a:ext cx="523875" cy="1666875"/>
          </a:xfrm>
          <a:custGeom xmlns:a="http://schemas.openxmlformats.org/drawingml/2006/main">
            <a:pathLst>
              <a:path w="523875" h="1666875">
                <a:moveTo>
                  <a:pt x="0" y="0"/>
                </a:moveTo>
                <a:lnTo>
                  <a:pt x="0" y="1666875"/>
                </a:lnTo>
                <a:lnTo>
                  <a:pt x="523875" y="1666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83" name="choice46-structure / edge-21 / arrow">
            <a:extLst xmlns:a="http://schemas.openxmlformats.org/drawingml/2006/main">
              <a:ext uri="{FF2B5EF4-FFF2-40B4-BE49-F238E27FC236}">
                <a16:creationId xmlns:a16="http://schemas.microsoft.com/office/drawing/2014/main" id="{C5ABDEE7-7D56-4222-954F-5C55E5B1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9589" y="380885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84" name="choice46-structure / edge-22 / path">
            <a:extLst xmlns:a="http://schemas.openxmlformats.org/drawingml/2006/main">
              <a:ext uri="{FF2B5EF4-FFF2-40B4-BE49-F238E27FC236}">
                <a16:creationId xmlns:a16="http://schemas.microsoft.com/office/drawing/2014/main" id="{461147E2-1D42-4B4B-A43A-D6F8E198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0" y="2190750"/>
            <a:ext cx="952500" cy="1666875"/>
          </a:xfrm>
          <a:custGeom xmlns:a="http://schemas.openxmlformats.org/drawingml/2006/main">
            <a:pathLst>
              <a:path w="952500" h="1666875">
                <a:moveTo>
                  <a:pt x="0" y="0"/>
                </a:moveTo>
                <a:lnTo>
                  <a:pt x="952500" y="0"/>
                </a:lnTo>
                <a:lnTo>
                  <a:pt x="952500" y="1666875"/>
                </a:lnTo>
                <a:lnTo>
                  <a:pt x="666750" y="1666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85" name="choice46-structure / edge-22 / arrow">
            <a:extLst xmlns:a="http://schemas.openxmlformats.org/drawingml/2006/main">
              <a:ext uri="{FF2B5EF4-FFF2-40B4-BE49-F238E27FC236}">
                <a16:creationId xmlns:a16="http://schemas.microsoft.com/office/drawing/2014/main" id="{4E77F016-8644-4CB7-8B0D-438D79D1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380885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86" name="choice46-structure / edge-23 / path">
            <a:extLst xmlns:a="http://schemas.openxmlformats.org/drawingml/2006/main">
              <a:ext uri="{FF2B5EF4-FFF2-40B4-BE49-F238E27FC236}">
                <a16:creationId xmlns:a16="http://schemas.microsoft.com/office/drawing/2014/main" id="{40D8F082-0823-4F85-AC2B-618429DC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190750"/>
            <a:ext cx="9620250" cy="1857375"/>
          </a:xfrm>
          <a:custGeom xmlns:a="http://schemas.openxmlformats.org/drawingml/2006/main">
            <a:pathLst>
              <a:path w="9620250" h="1857375">
                <a:moveTo>
                  <a:pt x="0" y="0"/>
                </a:moveTo>
                <a:lnTo>
                  <a:pt x="0" y="142875"/>
                </a:lnTo>
                <a:lnTo>
                  <a:pt x="9620250" y="142875"/>
                </a:lnTo>
                <a:lnTo>
                  <a:pt x="9620250" y="1857375"/>
                </a:lnTo>
                <a:lnTo>
                  <a:pt x="914400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87" name="choice46-structure / edge-23 / arrow">
            <a:extLst xmlns:a="http://schemas.openxmlformats.org/drawingml/2006/main">
              <a:ext uri="{FF2B5EF4-FFF2-40B4-BE49-F238E27FC236}">
                <a16:creationId xmlns:a16="http://schemas.microsoft.com/office/drawing/2014/main" id="{823EB66F-6BD5-46ED-93E9-D455E0D3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399935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88" name="choice46-structure / edge-24 / path">
            <a:extLst xmlns:a="http://schemas.openxmlformats.org/drawingml/2006/main">
              <a:ext uri="{FF2B5EF4-FFF2-40B4-BE49-F238E27FC236}">
                <a16:creationId xmlns:a16="http://schemas.microsoft.com/office/drawing/2014/main" id="{E1F73DC4-DF5A-4F82-8B17-A80ADF3E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0" y="4191000"/>
            <a:ext cx="953" cy="381000"/>
          </a:xfrm>
          <a:custGeom xmlns:a="http://schemas.openxmlformats.org/drawingml/2006/main">
            <a:pathLst>
              <a:path w="953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89" name="choice46-structure / edge-24 / arrow">
            <a:extLst xmlns:a="http://schemas.openxmlformats.org/drawingml/2006/main">
              <a:ext uri="{FF2B5EF4-FFF2-40B4-BE49-F238E27FC236}">
                <a16:creationId xmlns:a16="http://schemas.microsoft.com/office/drawing/2014/main" id="{8728F8F9-0AC1-45E8-82E4-2F51F6E2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2482" y="447446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90" name="choice46-structure / edge-25 / path">
            <a:extLst xmlns:a="http://schemas.openxmlformats.org/drawingml/2006/main">
              <a:ext uri="{FF2B5EF4-FFF2-40B4-BE49-F238E27FC236}">
                <a16:creationId xmlns:a16="http://schemas.microsoft.com/office/drawing/2014/main" id="{11D60BBD-8818-4A6D-9466-E33E6FD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0" y="5381625"/>
            <a:ext cx="2000250" cy="333375"/>
          </a:xfrm>
          <a:custGeom xmlns:a="http://schemas.openxmlformats.org/drawingml/2006/main">
            <a:pathLst>
              <a:path w="2000250" h="333375">
                <a:moveTo>
                  <a:pt x="0" y="0"/>
                </a:moveTo>
                <a:lnTo>
                  <a:pt x="2000250" y="0"/>
                </a:lnTo>
                <a:lnTo>
                  <a:pt x="200025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91" name="choice46-structure / edge-25 / arrow">
            <a:extLst xmlns:a="http://schemas.openxmlformats.org/drawingml/2006/main">
              <a:ext uri="{FF2B5EF4-FFF2-40B4-BE49-F238E27FC236}">
                <a16:creationId xmlns:a16="http://schemas.microsoft.com/office/drawing/2014/main" id="{660D8F64-FE67-429F-A5B1-C629446D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2732" y="561746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92" name="choice46-structure / edge-26 / path">
            <a:extLst xmlns:a="http://schemas.openxmlformats.org/drawingml/2006/main">
              <a:ext uri="{FF2B5EF4-FFF2-40B4-BE49-F238E27FC236}">
                <a16:creationId xmlns:a16="http://schemas.microsoft.com/office/drawing/2014/main" id="{97A6AC7C-0717-4F87-9ADF-EC92BF3C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0" y="6334125"/>
            <a:ext cx="953" cy="714375"/>
          </a:xfrm>
          <a:custGeom xmlns:a="http://schemas.openxmlformats.org/drawingml/2006/main">
            <a:pathLst>
              <a:path w="953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93" name="choice46-structure / edge-26 / arrow">
            <a:extLst xmlns:a="http://schemas.openxmlformats.org/drawingml/2006/main">
              <a:ext uri="{FF2B5EF4-FFF2-40B4-BE49-F238E27FC236}">
                <a16:creationId xmlns:a16="http://schemas.microsoft.com/office/drawing/2014/main" id="{837A8544-77BC-49F3-916B-D71C9D60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2732" y="695096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94" name="choice46-structure / edge-27 / path">
            <a:extLst xmlns:a="http://schemas.openxmlformats.org/drawingml/2006/main">
              <a:ext uri="{FF2B5EF4-FFF2-40B4-BE49-F238E27FC236}">
                <a16:creationId xmlns:a16="http://schemas.microsoft.com/office/drawing/2014/main" id="{6B0AB55B-6E6D-4EC2-BF3B-1DB40752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0" y="7667625"/>
            <a:ext cx="953" cy="190500"/>
          </a:xfrm>
          <a:custGeom xmlns:a="http://schemas.openxmlformats.org/drawingml/2006/main">
            <a:pathLst>
              <a:path w="953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95" name="choice46-structure / edge-27 / arrow">
            <a:extLst xmlns:a="http://schemas.openxmlformats.org/drawingml/2006/main">
              <a:ext uri="{FF2B5EF4-FFF2-40B4-BE49-F238E27FC236}">
                <a16:creationId xmlns:a16="http://schemas.microsoft.com/office/drawing/2014/main" id="{8AC34FA6-BC7F-416D-AB3A-1465DC62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2482" y="7760589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96" name="choice46-structure / edge-28 / path">
            <a:extLst xmlns:a="http://schemas.openxmlformats.org/drawingml/2006/main">
              <a:ext uri="{FF2B5EF4-FFF2-40B4-BE49-F238E27FC236}">
                <a16:creationId xmlns:a16="http://schemas.microsoft.com/office/drawing/2014/main" id="{0B4D83C9-B7EA-4075-BABC-7FAEFA14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8715375"/>
            <a:ext cx="953" cy="666750"/>
          </a:xfrm>
          <a:custGeom xmlns:a="http://schemas.openxmlformats.org/drawingml/2006/main">
            <a:pathLst>
              <a:path w="953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97" name="choice46-structure / edge-28 / arrow">
            <a:extLst xmlns:a="http://schemas.openxmlformats.org/drawingml/2006/main">
              <a:ext uri="{FF2B5EF4-FFF2-40B4-BE49-F238E27FC236}">
                <a16:creationId xmlns:a16="http://schemas.microsoft.com/office/drawing/2014/main" id="{51093330-D69F-4BE5-A4D0-DD0070A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6732" y="9284589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98" name="choice46-structure / edge-29 / path">
            <a:extLst xmlns:a="http://schemas.openxmlformats.org/drawingml/2006/main">
              <a:ext uri="{FF2B5EF4-FFF2-40B4-BE49-F238E27FC236}">
                <a16:creationId xmlns:a16="http://schemas.microsoft.com/office/drawing/2014/main" id="{7C51DF1A-A667-4FAA-B7EC-5068A6FA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0" y="8715375"/>
            <a:ext cx="953" cy="666750"/>
          </a:xfrm>
          <a:custGeom xmlns:a="http://schemas.openxmlformats.org/drawingml/2006/main">
            <a:pathLst>
              <a:path w="953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99" name="choice46-structure / edge-29 / arrow">
            <a:extLst xmlns:a="http://schemas.openxmlformats.org/drawingml/2006/main">
              <a:ext uri="{FF2B5EF4-FFF2-40B4-BE49-F238E27FC236}">
                <a16:creationId xmlns:a16="http://schemas.microsoft.com/office/drawing/2014/main" id="{C219E2BD-EDA4-484C-81EC-588B9941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2732" y="9284589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00" name="choice46-structure / edge-30 / path">
            <a:extLst xmlns:a="http://schemas.openxmlformats.org/drawingml/2006/main">
              <a:ext uri="{FF2B5EF4-FFF2-40B4-BE49-F238E27FC236}">
                <a16:creationId xmlns:a16="http://schemas.microsoft.com/office/drawing/2014/main" id="{8D8421A9-355E-492D-8543-CA16A7BD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9696450"/>
            <a:ext cx="1143000" cy="953"/>
          </a:xfrm>
          <a:custGeom xmlns:a="http://schemas.openxmlformats.org/drawingml/2006/main">
            <a:pathLst>
              <a:path w="1143000" h="953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201" name="choice46-structure / edge-30 / arrow">
            <a:extLst xmlns:a="http://schemas.openxmlformats.org/drawingml/2006/main">
              <a:ext uri="{FF2B5EF4-FFF2-40B4-BE49-F238E27FC236}">
                <a16:creationId xmlns:a16="http://schemas.microsoft.com/office/drawing/2014/main" id="{4DFB2B71-5119-46DF-84F3-70C374DE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964768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02" name="choice46-structure / edge-30-return-head / path">
            <a:extLst xmlns:a="http://schemas.openxmlformats.org/drawingml/2006/main">
              <a:ext uri="{FF2B5EF4-FFF2-40B4-BE49-F238E27FC236}">
                <a16:creationId xmlns:a16="http://schemas.microsoft.com/office/drawing/2014/main" id="{2BBECB44-3A45-4703-9212-93525DDA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9696450"/>
            <a:ext cx="1143000" cy="953"/>
          </a:xfrm>
          <a:custGeom xmlns:a="http://schemas.openxmlformats.org/drawingml/2006/main"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203" name="choice46-structure / edge-30-return-head / arrow">
            <a:extLst xmlns:a="http://schemas.openxmlformats.org/drawingml/2006/main">
              <a:ext uri="{FF2B5EF4-FFF2-40B4-BE49-F238E27FC236}">
                <a16:creationId xmlns:a16="http://schemas.microsoft.com/office/drawing/2014/main" id="{7968E33C-6722-4833-9F45-79FAE8D9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4339" y="96476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04" name="choice46-structure / edge-31 / path">
            <a:extLst xmlns:a="http://schemas.openxmlformats.org/drawingml/2006/main">
              <a:ext uri="{FF2B5EF4-FFF2-40B4-BE49-F238E27FC236}">
                <a16:creationId xmlns:a16="http://schemas.microsoft.com/office/drawing/2014/main" id="{664D9339-54FF-4524-B7DE-E3FD7E39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6048375"/>
            <a:ext cx="142875" cy="3810000"/>
          </a:xfrm>
          <a:custGeom xmlns:a="http://schemas.openxmlformats.org/drawingml/2006/main">
            <a:pathLst>
              <a:path w="142875" h="3810000">
                <a:moveTo>
                  <a:pt x="0" y="3810000"/>
                </a:moveTo>
                <a:lnTo>
                  <a:pt x="142875" y="3810000"/>
                </a:lnTo>
                <a:lnTo>
                  <a:pt x="1428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205" name="choice46-structure / edge-31 / arrow">
            <a:extLst xmlns:a="http://schemas.openxmlformats.org/drawingml/2006/main">
              <a:ext uri="{FF2B5EF4-FFF2-40B4-BE49-F238E27FC236}">
                <a16:creationId xmlns:a16="http://schemas.microsoft.com/office/drawing/2014/main" id="{ADD27EF2-2B0A-4139-8B2D-5DE71CAD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599960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06" name="choice46-structure / edge-32 / path">
            <a:extLst xmlns:a="http://schemas.openxmlformats.org/drawingml/2006/main">
              <a:ext uri="{FF2B5EF4-FFF2-40B4-BE49-F238E27FC236}">
                <a16:creationId xmlns:a16="http://schemas.microsoft.com/office/drawing/2014/main" id="{F3C4883D-BF32-44E3-B40C-84BA8DD6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6048375"/>
            <a:ext cx="190500" cy="3857625"/>
          </a:xfrm>
          <a:custGeom xmlns:a="http://schemas.openxmlformats.org/drawingml/2006/main">
            <a:pathLst>
              <a:path w="190500" h="3857625">
                <a:moveTo>
                  <a:pt x="95250" y="3857625"/>
                </a:moveTo>
                <a:lnTo>
                  <a:pt x="190500" y="3857625"/>
                </a:lnTo>
                <a:lnTo>
                  <a:pt x="1905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207" name="choice46-structure / edge-32 / arrow">
            <a:extLst xmlns:a="http://schemas.openxmlformats.org/drawingml/2006/main">
              <a:ext uri="{FF2B5EF4-FFF2-40B4-BE49-F238E27FC236}">
                <a16:creationId xmlns:a16="http://schemas.microsoft.com/office/drawing/2014/main" id="{2F98646F-62DF-4348-86F7-3D83934F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599960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08" name="choice46-structure / edge-33 / path">
            <a:extLst xmlns:a="http://schemas.openxmlformats.org/drawingml/2006/main">
              <a:ext uri="{FF2B5EF4-FFF2-40B4-BE49-F238E27FC236}">
                <a16:creationId xmlns:a16="http://schemas.microsoft.com/office/drawing/2014/main" id="{AE0647D3-0D16-4738-B615-CE70661F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75" y="10048875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209" name="choice46-structure / edge-33 / arrow">
            <a:extLst xmlns:a="http://schemas.openxmlformats.org/drawingml/2006/main">
              <a:ext uri="{FF2B5EF4-FFF2-40B4-BE49-F238E27FC236}">
                <a16:creationId xmlns:a16="http://schemas.microsoft.com/office/drawing/2014/main" id="{6574545B-42B0-4935-965A-EDE7A316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6107" y="10048875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10" name="choice46-structure / edge-34 / path">
            <a:extLst xmlns:a="http://schemas.openxmlformats.org/drawingml/2006/main">
              <a:ext uri="{FF2B5EF4-FFF2-40B4-BE49-F238E27FC236}">
                <a16:creationId xmlns:a16="http://schemas.microsoft.com/office/drawing/2014/main" id="{D4F8296E-0C38-4A1A-8451-D336ECC6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25" y="10048875"/>
            <a:ext cx="953" cy="190500"/>
          </a:xfrm>
          <a:custGeom xmlns:a="http://schemas.openxmlformats.org/drawingml/2006/main">
            <a:pathLst>
              <a:path w="953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211" name="choice46-structure / edge-34 / arrow">
            <a:extLst xmlns:a="http://schemas.openxmlformats.org/drawingml/2006/main">
              <a:ext uri="{FF2B5EF4-FFF2-40B4-BE49-F238E27FC236}">
                <a16:creationId xmlns:a16="http://schemas.microsoft.com/office/drawing/2014/main" id="{FB44A5E9-16DE-4194-81D2-98822AEF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8357" y="10141839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12" name="choice46-structure / edge-35 / path">
            <a:extLst xmlns:a="http://schemas.openxmlformats.org/drawingml/2006/main">
              <a:ext uri="{FF2B5EF4-FFF2-40B4-BE49-F238E27FC236}">
                <a16:creationId xmlns:a16="http://schemas.microsoft.com/office/drawing/2014/main" id="{799B3583-8942-41F0-BCCC-08E94BD3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25" y="10620375"/>
            <a:ext cx="666750" cy="1428750"/>
          </a:xfrm>
          <a:custGeom xmlns:a="http://schemas.openxmlformats.org/drawingml/2006/main">
            <a:pathLst>
              <a:path w="666750" h="1428750">
                <a:moveTo>
                  <a:pt x="0" y="1428750"/>
                </a:moveTo>
                <a:lnTo>
                  <a:pt x="238125" y="1428750"/>
                </a:lnTo>
                <a:lnTo>
                  <a:pt x="238125" y="0"/>
                </a:ln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213" name="choice46-structure / edge-35 / arrow">
            <a:extLst xmlns:a="http://schemas.openxmlformats.org/drawingml/2006/main">
              <a:ext uri="{FF2B5EF4-FFF2-40B4-BE49-F238E27FC236}">
                <a16:creationId xmlns:a16="http://schemas.microsoft.com/office/drawing/2014/main" id="{EF01CA96-05F9-402E-9A88-F98EFA35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4339" y="105716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14" name="choice46-structure / edge-36 / path">
            <a:extLst xmlns:a="http://schemas.openxmlformats.org/drawingml/2006/main">
              <a:ext uri="{FF2B5EF4-FFF2-40B4-BE49-F238E27FC236}">
                <a16:creationId xmlns:a16="http://schemas.microsoft.com/office/drawing/2014/main" id="{849CFBB3-2D79-4543-8A49-CD41F10C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25" y="10620375"/>
            <a:ext cx="5857875" cy="1762125"/>
          </a:xfrm>
          <a:custGeom xmlns:a="http://schemas.openxmlformats.org/drawingml/2006/main">
            <a:pathLst>
              <a:path w="5857875" h="1762125">
                <a:moveTo>
                  <a:pt x="5667375" y="0"/>
                </a:moveTo>
                <a:lnTo>
                  <a:pt x="5857875" y="0"/>
                </a:lnTo>
                <a:lnTo>
                  <a:pt x="5857875" y="1762125"/>
                </a:lnTo>
                <a:lnTo>
                  <a:pt x="0" y="17621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215" name="choice46-structure / edge-36 / arrow">
            <a:extLst xmlns:a="http://schemas.openxmlformats.org/drawingml/2006/main">
              <a:ext uri="{FF2B5EF4-FFF2-40B4-BE49-F238E27FC236}">
                <a16:creationId xmlns:a16="http://schemas.microsoft.com/office/drawing/2014/main" id="{6D362AEB-3315-49B4-9986-5D575CE6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25" y="1233373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16" name="choice46-structure / edge-37 / path">
            <a:extLst xmlns:a="http://schemas.openxmlformats.org/drawingml/2006/main">
              <a:ext uri="{FF2B5EF4-FFF2-40B4-BE49-F238E27FC236}">
                <a16:creationId xmlns:a16="http://schemas.microsoft.com/office/drawing/2014/main" id="{BB243360-BB0D-459C-98F6-1094E7CB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190750"/>
            <a:ext cx="1857375" cy="9858375"/>
          </a:xfrm>
          <a:custGeom xmlns:a="http://schemas.openxmlformats.org/drawingml/2006/main">
            <a:pathLst>
              <a:path w="1857375" h="9858375">
                <a:moveTo>
                  <a:pt x="142875" y="9858375"/>
                </a:moveTo>
                <a:lnTo>
                  <a:pt x="0" y="9858375"/>
                </a:lnTo>
                <a:lnTo>
                  <a:pt x="0" y="47625"/>
                </a:lnTo>
                <a:lnTo>
                  <a:pt x="1857375" y="47625"/>
                </a:lnTo>
                <a:lnTo>
                  <a:pt x="1857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217" name="choice46-structure / edge-37 / arrow">
            <a:extLst xmlns:a="http://schemas.openxmlformats.org/drawingml/2006/main">
              <a:ext uri="{FF2B5EF4-FFF2-40B4-BE49-F238E27FC236}">
                <a16:creationId xmlns:a16="http://schemas.microsoft.com/office/drawing/2014/main" id="{F53199AB-4C2B-48CE-98BB-3B4D53C9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9232" y="2190750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218" name="choice46-structure / text-0 / text 1">
            <a:extLst xmlns:a="http://schemas.openxmlformats.org/drawingml/2006/main">
              <a:ext uri="{FF2B5EF4-FFF2-40B4-BE49-F238E27FC236}">
                <a16:creationId xmlns:a16="http://schemas.microsoft.com/office/drawing/2014/main" id="{50F7C324-D326-4084-9F18-CE5D510D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236220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46 | 같은 사건의 원본 읽기, 관계 구성, 저장과 반환</a:t>
            </a:r>
          </a:p>
        </p:txBody>
      </p:sp>
      <p:sp>
        <p:nvSpPr>
          <p:cNvPr id="219" name="choice46-structure / text-1 / text 1">
            <a:extLst xmlns:a="http://schemas.openxmlformats.org/drawingml/2006/main">
              <a:ext uri="{FF2B5EF4-FFF2-40B4-BE49-F238E27FC236}">
                <a16:creationId xmlns:a16="http://schemas.microsoft.com/office/drawing/2014/main" id="{3136E5A5-758C-40AD-B323-E1C5FD36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"/>
            <a:ext cx="23622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A/B의 Component, 원본과 요청 좌표는 동일. W46/r1, S1/P1→S2/P2, E20/P20와 D21/D22의 실제 자료 경로를 비교</a:t>
            </a:r>
          </a:p>
        </p:txBody>
      </p:sp>
      <p:sp>
        <p:nvSpPr>
          <p:cNvPr id="220" name="choice46-structure / text-2 / text 1">
            <a:extLst xmlns:a="http://schemas.openxmlformats.org/drawingml/2006/main">
              <a:ext uri="{FF2B5EF4-FFF2-40B4-BE49-F238E27FC236}">
                <a16:creationId xmlns:a16="http://schemas.microsoft.com/office/drawing/2014/main" id="{D1AD88BD-7482-402C-9A5B-2CCF808D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0"/>
            <a:ext cx="115252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  요청별 원본 결합</a:t>
            </a:r>
          </a:p>
        </p:txBody>
      </p:sp>
      <p:sp>
        <p:nvSpPr>
          <p:cNvPr id="221" name="choice46-structure / text-3 / text 1">
            <a:extLst xmlns:a="http://schemas.openxmlformats.org/drawingml/2006/main">
              <a:ext uri="{FF2B5EF4-FFF2-40B4-BE49-F238E27FC236}">
                <a16:creationId xmlns:a16="http://schemas.microsoft.com/office/drawing/2014/main" id="{E64AF345-1615-428C-8E7D-D57B885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4429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공통: capture와 시각 mapping 후의 원본</a:t>
            </a:r>
          </a:p>
        </p:txBody>
      </p:sp>
      <p:sp>
        <p:nvSpPr>
          <p:cNvPr id="222" name="choice46-structure / text-4 / text 1">
            <a:extLst xmlns:a="http://schemas.openxmlformats.org/drawingml/2006/main">
              <a:ext uri="{FF2B5EF4-FFF2-40B4-BE49-F238E27FC236}">
                <a16:creationId xmlns:a16="http://schemas.microsoft.com/office/drawing/2014/main" id="{9D9FD0E6-7095-474F-9513-F495E241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86125"/>
            <a:ext cx="4810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공통: 허용된 과거 원문/결과 refs</a:t>
            </a:r>
          </a:p>
        </p:txBody>
      </p:sp>
      <p:sp>
        <p:nvSpPr>
          <p:cNvPr id="223" name="choice46-structure / text-5 / text 1">
            <a:extLst xmlns:a="http://schemas.openxmlformats.org/drawingml/2006/main">
              <a:ext uri="{FF2B5EF4-FFF2-40B4-BE49-F238E27FC236}">
                <a16:creationId xmlns:a16="http://schemas.microsoft.com/office/drawing/2014/main" id="{8FF49264-7715-40A9-861A-146E865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4476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원본 변화: revision/cache 유효성 갱신</a:t>
            </a:r>
          </a:p>
        </p:txBody>
      </p:sp>
      <p:sp>
        <p:nvSpPr>
          <p:cNvPr id="224" name="choice46-structure / text-5 / text 2">
            <a:extLst xmlns:a="http://schemas.openxmlformats.org/drawingml/2006/main">
              <a:ext uri="{FF2B5EF4-FFF2-40B4-BE49-F238E27FC236}">
                <a16:creationId xmlns:a16="http://schemas.microsoft.com/office/drawing/2014/main" id="{B032E158-350E-4B1B-A69A-D3330B4B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90260"/>
            <a:ext cx="4476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조회/index/prefetch/cache는 허용</a:t>
            </a:r>
          </a:p>
        </p:txBody>
      </p:sp>
      <p:sp>
        <p:nvSpPr>
          <p:cNvPr id="225" name="choice46-structure / text-5 / text 3">
            <a:extLst xmlns:a="http://schemas.openxmlformats.org/drawingml/2006/main">
              <a:ext uri="{FF2B5EF4-FFF2-40B4-BE49-F238E27FC236}">
                <a16:creationId xmlns:a16="http://schemas.microsoft.com/office/drawing/2014/main" id="{D01EEAEF-9766-4828-8994-6A12FB34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13145"/>
            <a:ext cx="4476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 관계 게시가 정상 read의 필수 단계는 아님</a:t>
            </a:r>
          </a:p>
        </p:txBody>
      </p:sp>
      <p:sp>
        <p:nvSpPr>
          <p:cNvPr id="226" name="choice46-structure / text-6 / text 1">
            <a:extLst xmlns:a="http://schemas.openxmlformats.org/drawingml/2006/main">
              <a:ext uri="{FF2B5EF4-FFF2-40B4-BE49-F238E27FC236}">
                <a16:creationId xmlns:a16="http://schemas.microsoft.com/office/drawing/2014/main" id="{67AA5C53-375B-4FFD-9C5C-C3698B6A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905500"/>
            <a:ext cx="4857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과거 원문/실제 전달/확인 결과를 보존</a:t>
            </a:r>
          </a:p>
        </p:txBody>
      </p:sp>
      <p:sp>
        <p:nvSpPr>
          <p:cNvPr id="227" name="choice46-structure / text-6 / text 2">
            <a:extLst xmlns:a="http://schemas.openxmlformats.org/drawingml/2006/main">
              <a:ext uri="{FF2B5EF4-FFF2-40B4-BE49-F238E27FC236}">
                <a16:creationId xmlns:a16="http://schemas.microsoft.com/office/drawing/2014/main" id="{285A9824-BDCA-417E-BF59-BA513B79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128385"/>
            <a:ext cx="4857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 과거 관계 게시가 정상 read의 필수 단계는 아님</a:t>
            </a:r>
          </a:p>
        </p:txBody>
      </p:sp>
      <p:sp>
        <p:nvSpPr>
          <p:cNvPr id="228" name="choice46-structure / text-7 / text 1">
            <a:extLst xmlns:a="http://schemas.openxmlformats.org/drawingml/2006/main">
              <a:ext uri="{FF2B5EF4-FFF2-40B4-BE49-F238E27FC236}">
                <a16:creationId xmlns:a16="http://schemas.microsoft.com/office/drawing/2014/main" id="{A18E2ED2-E7FC-4F54-91CC-C3A5EB5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115425"/>
            <a:ext cx="43338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 TemporalQuery Q1(W46/r1/a,b) ←</a:t>
            </a:r>
          </a:p>
        </p:txBody>
      </p:sp>
      <p:sp>
        <p:nvSpPr>
          <p:cNvPr id="229" name="choice46-structure / text-8 / text 1">
            <a:extLst xmlns:a="http://schemas.openxmlformats.org/drawingml/2006/main">
              <a:ext uri="{FF2B5EF4-FFF2-40B4-BE49-F238E27FC236}">
                <a16:creationId xmlns:a16="http://schemas.microsoft.com/office/drawing/2014/main" id="{E045EF80-ECDC-4414-8C41-00118C1C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6732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 Resolver가 필요한 원본/span을 read</a:t>
            </a:r>
          </a:p>
        </p:txBody>
      </p:sp>
      <p:sp>
        <p:nvSpPr>
          <p:cNvPr id="230" name="choice46-structure / text-9 / text 1">
            <a:extLst xmlns:a="http://schemas.openxmlformats.org/drawingml/2006/main">
              <a:ext uri="{FF2B5EF4-FFF2-40B4-BE49-F238E27FC236}">
                <a16:creationId xmlns:a16="http://schemas.microsoft.com/office/drawing/2014/main" id="{53A68C51-96CC-4538-91BB-636199B1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5825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 이번 Q1의 시간 후보 구성</a:t>
            </a:r>
          </a:p>
        </p:txBody>
      </p:sp>
      <p:sp>
        <p:nvSpPr>
          <p:cNvPr id="231" name="choice46-structure / text-10 / text 1">
            <a:extLst xmlns:a="http://schemas.openxmlformats.org/drawingml/2006/main">
              <a:ext uri="{FF2B5EF4-FFF2-40B4-BE49-F238E27FC236}">
                <a16:creationId xmlns:a16="http://schemas.microsoft.com/office/drawing/2014/main" id="{F21559E3-67DC-4F7B-9985-A2C3696A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476875"/>
            <a:ext cx="485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 Composer가 과거 owner read/필요한 가공</a:t>
            </a:r>
          </a:p>
        </p:txBody>
      </p:sp>
      <p:sp>
        <p:nvSpPr>
          <p:cNvPr id="232" name="choice46-structure / text-11 / text 1">
            <a:extLst xmlns:a="http://schemas.openxmlformats.org/drawingml/2006/main">
              <a:ext uri="{FF2B5EF4-FFF2-40B4-BE49-F238E27FC236}">
                <a16:creationId xmlns:a16="http://schemas.microsoft.com/office/drawing/2014/main" id="{003187F6-CA53-4F7D-BDF6-D807146A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858250"/>
            <a:ext cx="485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 Q1과 과거 read를 이번 Set46에 조합</a:t>
            </a:r>
          </a:p>
        </p:txBody>
      </p:sp>
      <p:sp>
        <p:nvSpPr>
          <p:cNvPr id="233" name="choice46-structure / text-12 / text 1">
            <a:extLst xmlns:a="http://schemas.openxmlformats.org/drawingml/2006/main">
              <a:ext uri="{FF2B5EF4-FFF2-40B4-BE49-F238E27FC236}">
                <a16:creationId xmlns:a16="http://schemas.microsoft.com/office/drawing/2014/main" id="{BD0132B2-4576-42D5-82B1-603217D1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3347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 필요한 read/결합 또는 유효 cache → Bundle</a:t>
            </a:r>
          </a:p>
        </p:txBody>
      </p:sp>
      <p:sp>
        <p:nvSpPr>
          <p:cNvPr id="234" name="choice46-structure / text-12 / text 2">
            <a:extLst xmlns:a="http://schemas.openxmlformats.org/drawingml/2006/main">
              <a:ext uri="{FF2B5EF4-FFF2-40B4-BE49-F238E27FC236}">
                <a16:creationId xmlns:a16="http://schemas.microsoft.com/office/drawing/2014/main" id="{FF781504-0F82-4182-96F4-5A40357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5824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source r2: 영향 Q1/Set46 무효화 후 필요한 재구성</a:t>
            </a:r>
          </a:p>
        </p:txBody>
      </p:sp>
      <p:sp>
        <p:nvSpPr>
          <p:cNvPr id="235" name="choice46-structure / text-13 / text 1">
            <a:extLst xmlns:a="http://schemas.openxmlformats.org/drawingml/2006/main">
              <a:ext uri="{FF2B5EF4-FFF2-40B4-BE49-F238E27FC236}">
                <a16:creationId xmlns:a16="http://schemas.microsoft.com/office/drawing/2014/main" id="{815285EF-C7AC-4E56-84F0-0EB701A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0"/>
            <a:ext cx="1133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 지칭/Task의 의미 제안과 채택은 공통. 숫자는 기능 식별이며 고정 scheduling이 아님.</a:t>
            </a:r>
          </a:p>
        </p:txBody>
      </p:sp>
      <p:sp>
        <p:nvSpPr>
          <p:cNvPr id="236" name="choice46-structure / text-14 / text 1">
            <a:extLst xmlns:a="http://schemas.openxmlformats.org/drawingml/2006/main">
              <a:ext uri="{FF2B5EF4-FFF2-40B4-BE49-F238E27FC236}">
                <a16:creationId xmlns:a16="http://schemas.microsoft.com/office/drawing/2014/main" id="{47756A18-1C9B-4AD9-8DAD-2E592B3B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143000"/>
            <a:ext cx="115252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  공통 관계 생산/조회</a:t>
            </a:r>
          </a:p>
        </p:txBody>
      </p:sp>
      <p:sp>
        <p:nvSpPr>
          <p:cNvPr id="237" name="choice46-structure / text-15 / text 1">
            <a:extLst xmlns:a="http://schemas.openxmlformats.org/drawingml/2006/main">
              <a:ext uri="{FF2B5EF4-FFF2-40B4-BE49-F238E27FC236}">
                <a16:creationId xmlns:a16="http://schemas.microsoft.com/office/drawing/2014/main" id="{A3F68F3F-F802-4D94-8CB1-C6C75577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3333750"/>
            <a:ext cx="4429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공통: capture와 시각 mapping 후의 원본</a:t>
            </a:r>
          </a:p>
        </p:txBody>
      </p:sp>
      <p:sp>
        <p:nvSpPr>
          <p:cNvPr id="238" name="choice46-structure / text-16 / text 1">
            <a:extLst xmlns:a="http://schemas.openxmlformats.org/drawingml/2006/main">
              <a:ext uri="{FF2B5EF4-FFF2-40B4-BE49-F238E27FC236}">
                <a16:creationId xmlns:a16="http://schemas.microsoft.com/office/drawing/2014/main" id="{3E2AE3C7-463A-4E93-B4A6-1DFCEC47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3286125"/>
            <a:ext cx="4810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공통: 허용된 과거 원문/결과 refs</a:t>
            </a:r>
          </a:p>
        </p:txBody>
      </p:sp>
      <p:sp>
        <p:nvSpPr>
          <p:cNvPr id="239" name="choice46-structure / text-17 / text 1">
            <a:extLst xmlns:a="http://schemas.openxmlformats.org/drawingml/2006/main">
              <a:ext uri="{FF2B5EF4-FFF2-40B4-BE49-F238E27FC236}">
                <a16:creationId xmlns:a16="http://schemas.microsoft.com/office/drawing/2014/main" id="{C6126669-4842-44E1-AFA4-137743F7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5314950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 원본/전사 revision 변화 → 생산</a:t>
            </a:r>
          </a:p>
        </p:txBody>
      </p:sp>
      <p:sp>
        <p:nvSpPr>
          <p:cNvPr id="240" name="choice46-structure / text-18 / text 1">
            <a:extLst xmlns:a="http://schemas.openxmlformats.org/drawingml/2006/main">
              <a:ext uri="{FF2B5EF4-FFF2-40B4-BE49-F238E27FC236}">
                <a16:creationId xmlns:a16="http://schemas.microsoft.com/office/drawing/2014/main" id="{ED559504-D003-499A-8B7B-595DDB55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6496050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 시간 관계 + coverage 조건부 게시</a:t>
            </a:r>
          </a:p>
        </p:txBody>
      </p:sp>
      <p:sp>
        <p:nvSpPr>
          <p:cNvPr id="241" name="choice46-structure / text-19 / text 1">
            <a:extLst xmlns:a="http://schemas.openxmlformats.org/drawingml/2006/main">
              <a:ext uri="{FF2B5EF4-FFF2-40B4-BE49-F238E27FC236}">
                <a16:creationId xmlns:a16="http://schemas.microsoft.com/office/drawing/2014/main" id="{0BC3ED9E-0105-4382-B72E-A569305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5476875"/>
            <a:ext cx="485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 확정 과거 기록 변화 → read/필요한 추출</a:t>
            </a:r>
          </a:p>
        </p:txBody>
      </p:sp>
      <p:sp>
        <p:nvSpPr>
          <p:cNvPr id="242" name="choice46-structure / text-20 / text 1">
            <a:extLst xmlns:a="http://schemas.openxmlformats.org/drawingml/2006/main">
              <a:ext uri="{FF2B5EF4-FFF2-40B4-BE49-F238E27FC236}">
                <a16:creationId xmlns:a16="http://schemas.microsoft.com/office/drawing/2014/main" id="{F5BA7C9A-C9BD-41E9-810E-91A6C2F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6524625"/>
            <a:ext cx="485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 과거 관계 + coverage 조건부 게시</a:t>
            </a:r>
          </a:p>
        </p:txBody>
      </p:sp>
      <p:sp>
        <p:nvSpPr>
          <p:cNvPr id="243" name="choice46-structure / text-21 / text 1">
            <a:extLst xmlns:a="http://schemas.openxmlformats.org/drawingml/2006/main">
              <a:ext uri="{FF2B5EF4-FFF2-40B4-BE49-F238E27FC236}">
                <a16:creationId xmlns:a16="http://schemas.microsoft.com/office/drawing/2014/main" id="{505B8813-957B-43BE-9B8B-FB219B81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85825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 유효 TEv1을 read / 원문 확인 가능</a:t>
            </a:r>
          </a:p>
        </p:txBody>
      </p:sp>
      <p:sp>
        <p:nvSpPr>
          <p:cNvPr id="244" name="choice46-structure / text-22 / text 1">
            <a:extLst xmlns:a="http://schemas.openxmlformats.org/drawingml/2006/main">
              <a:ext uri="{FF2B5EF4-FFF2-40B4-BE49-F238E27FC236}">
                <a16:creationId xmlns:a16="http://schemas.microsoft.com/office/drawing/2014/main" id="{B8125B02-1D48-4D76-A9A2-659156A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8858250"/>
            <a:ext cx="485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 유효 HMv7을 read / 원문 확인 가능</a:t>
            </a:r>
          </a:p>
        </p:txBody>
      </p:sp>
      <p:sp>
        <p:nvSpPr>
          <p:cNvPr id="245" name="choice46-structure / text-23 / text 1">
            <a:extLst xmlns:a="http://schemas.openxmlformats.org/drawingml/2006/main">
              <a:ext uri="{FF2B5EF4-FFF2-40B4-BE49-F238E27FC236}">
                <a16:creationId xmlns:a16="http://schemas.microsoft.com/office/drawing/2014/main" id="{88FF9307-A4D1-465A-BE8C-7B73AD56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115425"/>
            <a:ext cx="43338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미게시면 2 생산/게시 후 재조회</a:t>
            </a:r>
          </a:p>
        </p:txBody>
      </p:sp>
      <p:sp>
        <p:nvSpPr>
          <p:cNvPr id="246" name="choice46-structure / text-24 / text 1">
            <a:extLst xmlns:a="http://schemas.openxmlformats.org/drawingml/2006/main">
              <a:ext uri="{FF2B5EF4-FFF2-40B4-BE49-F238E27FC236}">
                <a16:creationId xmlns:a16="http://schemas.microsoft.com/office/drawing/2014/main" id="{E70489D1-558C-488B-8458-F8DEE017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9115425"/>
            <a:ext cx="4857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미게시면 4 생산/게시 후 재조회</a:t>
            </a:r>
          </a:p>
        </p:txBody>
      </p:sp>
      <p:sp>
        <p:nvSpPr>
          <p:cNvPr id="247" name="choice46-structure / text-25 / text 1">
            <a:extLst xmlns:a="http://schemas.openxmlformats.org/drawingml/2006/main">
              <a:ext uri="{FF2B5EF4-FFF2-40B4-BE49-F238E27FC236}">
                <a16:creationId xmlns:a16="http://schemas.microsoft.com/office/drawing/2014/main" id="{EC127A9F-599A-423E-A47B-F6EE5716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113347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 두 게시 자료 선택 → Bundle</a:t>
            </a:r>
          </a:p>
        </p:txBody>
      </p:sp>
      <p:sp>
        <p:nvSpPr>
          <p:cNvPr id="248" name="choice46-structure / text-25 / text 2">
            <a:extLst xmlns:a="http://schemas.openxmlformats.org/drawingml/2006/main">
              <a:ext uri="{FF2B5EF4-FFF2-40B4-BE49-F238E27FC236}">
                <a16:creationId xmlns:a16="http://schemas.microsoft.com/office/drawing/2014/main" id="{5182DA4B-084F-466A-AEE6-5FBE311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115824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source r2: TEv1 차단 → TEv2 게시 후 재조회</a:t>
            </a:r>
          </a:p>
        </p:txBody>
      </p:sp>
      <p:sp>
        <p:nvSpPr>
          <p:cNvPr id="249" name="choice46-structure / text-26 / text 1">
            <a:extLst xmlns:a="http://schemas.openxmlformats.org/drawingml/2006/main">
              <a:ext uri="{FF2B5EF4-FFF2-40B4-BE49-F238E27FC236}">
                <a16:creationId xmlns:a16="http://schemas.microsoft.com/office/drawing/2014/main" id="{95F542DC-8148-4576-8278-0D3B2BD5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2668250"/>
            <a:ext cx="1133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 지칭/Task의 의미 제안과 채택은 공통. 숫자는 기능 식별이며 고정 scheduling이 아님.</a:t>
            </a:r>
          </a:p>
        </p:txBody>
      </p:sp>
      <p:sp>
        <p:nvSpPr>
          <p:cNvPr id="250" name="choice46-structure / text-mask-27">
            <a:extLst xmlns:a="http://schemas.openxmlformats.org/drawingml/2006/main">
              <a:ext uri="{FF2B5EF4-FFF2-40B4-BE49-F238E27FC236}">
                <a16:creationId xmlns:a16="http://schemas.microsoft.com/office/drawing/2014/main" id="{4EB89603-C4E9-4627-8E7E-D7C603B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115925"/>
            <a:ext cx="13868400" cy="222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choice46-structure / text-27 / text 1">
            <a:extLst xmlns:a="http://schemas.openxmlformats.org/drawingml/2006/main">
              <a:ext uri="{FF2B5EF4-FFF2-40B4-BE49-F238E27FC236}">
                <a16:creationId xmlns:a16="http://schemas.microsoft.com/office/drawing/2014/main" id="{449B8F07-C4FC-46DC-BCF8-39BAE200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3115925"/>
            <a:ext cx="138112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공통: 검정 / 차이: 살구색 / 실선: 요청·전달 / 점선: 반환 / ↔: 요청+반환 묶음</a:t>
            </a:r>
          </a:p>
        </p:txBody>
      </p:sp>
      <p:sp>
        <p:nvSpPr>
          <p:cNvPr id="252" name="choice46-structure / text-mask-28">
            <a:extLst xmlns:a="http://schemas.openxmlformats.org/drawingml/2006/main">
              <a:ext uri="{FF2B5EF4-FFF2-40B4-BE49-F238E27FC236}">
                <a16:creationId xmlns:a16="http://schemas.microsoft.com/office/drawing/2014/main" id="{AFC748F5-E2C1-4486-B5C6-5E1F88F2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506450"/>
            <a:ext cx="23583900" cy="185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choice46-structure / text-28 / text 1">
            <a:extLst xmlns:a="http://schemas.openxmlformats.org/drawingml/2006/main">
              <a:ext uri="{FF2B5EF4-FFF2-40B4-BE49-F238E27FC236}">
                <a16:creationId xmlns:a16="http://schemas.microsoft.com/office/drawing/2014/main" id="{6811423D-4074-4FE5-835C-1327E3FA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06450"/>
            <a:ext cx="235267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시간 관계는 코드 / 과거 가공은 조건부 C-CONTEXT / 현재 의미는 C-INTERPRET → Model Access cloud / cache·NOT_COVERED는 조건 문구</a:t>
            </a:r>
          </a:p>
        </p:txBody>
      </p:sp>
    </p:spTree>
    <p:extLst>
      <p:ext uri="{BB962C8B-B14F-4D97-AF65-F5344CB8AC3E}">
        <p14:creationId xmlns:p14="http://schemas.microsoft.com/office/powerpoint/2010/main" val="1441432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choice46-quality / text-mask-0">
            <a:extLst xmlns:a="http://schemas.openxmlformats.org/drawingml/2006/main">
              <a:ext uri="{FF2B5EF4-FFF2-40B4-BE49-F238E27FC236}">
                <a16:creationId xmlns:a16="http://schemas.microsoft.com/office/drawing/2014/main" id="{9B11B303-83E7-49DD-B3DB-3F7633F2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90500"/>
            <a:ext cx="236791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oice46-quality / text-0 / text 1">
            <a:extLst xmlns:a="http://schemas.openxmlformats.org/drawingml/2006/main">
              <a:ext uri="{FF2B5EF4-FFF2-40B4-BE49-F238E27FC236}">
                <a16:creationId xmlns:a16="http://schemas.microsoft.com/office/drawing/2014/main" id="{04D6727A-C1C0-4422-ACC9-57FF8365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236220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46 | 구조 차이가 만드는 조건별 QA 손익</a:t>
            </a:r>
          </a:p>
        </p:txBody>
      </p:sp>
      <p:sp>
        <p:nvSpPr>
          <p:cNvPr id="3" name="choice46-quality / text-mask-1">
            <a:extLst xmlns:a="http://schemas.openxmlformats.org/drawingml/2006/main">
              <a:ext uri="{FF2B5EF4-FFF2-40B4-BE49-F238E27FC236}">
                <a16:creationId xmlns:a16="http://schemas.microsoft.com/office/drawing/2014/main" id="{5DD0B3DC-05FF-421E-A4BB-4BE47868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714375"/>
            <a:ext cx="236791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oice46-quality / text-1 / text 1">
            <a:extLst xmlns:a="http://schemas.openxmlformats.org/drawingml/2006/main">
              <a:ext uri="{FF2B5EF4-FFF2-40B4-BE49-F238E27FC236}">
                <a16:creationId xmlns:a16="http://schemas.microsoft.com/office/drawing/2014/main" id="{3EB540EA-5627-472D-8F7D-B9999C16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"/>
            <a:ext cx="23622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설명용 가설 / 미선정·미구현·미측정. 시간 관계는 코드이며 과거 의미 가공만 조건부 모델 호출이다.</a:t>
            </a:r>
          </a:p>
        </p:txBody>
      </p:sp>
      <p:sp>
        <p:nvSpPr>
          <p:cNvPr id="5" name="choice46-quality / text-mask-2">
            <a:extLst xmlns:a="http://schemas.openxmlformats.org/drawingml/2006/main">
              <a:ext uri="{FF2B5EF4-FFF2-40B4-BE49-F238E27FC236}">
                <a16:creationId xmlns:a16="http://schemas.microsoft.com/office/drawing/2014/main" id="{31778E08-3B66-4F47-9C77-23761068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28750"/>
            <a:ext cx="3676650" cy="34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oice46-quality / text-2 / text 1">
            <a:extLst xmlns:a="http://schemas.openxmlformats.org/drawingml/2006/main">
              <a:ext uri="{FF2B5EF4-FFF2-40B4-BE49-F238E27FC236}">
                <a16:creationId xmlns:a16="http://schemas.microsoft.com/office/drawing/2014/main" id="{D6C7F09F-262C-42FB-82D6-FE70406D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36195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QA 관점</a:t>
            </a:r>
          </a:p>
        </p:txBody>
      </p:sp>
      <p:sp>
        <p:nvSpPr>
          <p:cNvPr id="7" name="choice46-quality / text-mask-3">
            <a:extLst xmlns:a="http://schemas.openxmlformats.org/drawingml/2006/main">
              <a:ext uri="{FF2B5EF4-FFF2-40B4-BE49-F238E27FC236}">
                <a16:creationId xmlns:a16="http://schemas.microsoft.com/office/drawing/2014/main" id="{FB012CE7-3C15-4F33-A2E0-AB690D4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428750"/>
            <a:ext cx="9486900" cy="34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oice46-quality / text-3 / text 1">
            <a:extLst xmlns:a="http://schemas.openxmlformats.org/drawingml/2006/main">
              <a:ext uri="{FF2B5EF4-FFF2-40B4-BE49-F238E27FC236}">
                <a16:creationId xmlns:a16="http://schemas.microsoft.com/office/drawing/2014/main" id="{D7E7F668-410C-46C0-92E1-C6BAA6B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9429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 요청별 원본 결합</a:t>
            </a:r>
          </a:p>
        </p:txBody>
      </p:sp>
      <p:sp>
        <p:nvSpPr>
          <p:cNvPr id="9" name="choice46-quality / text-mask-4">
            <a:extLst xmlns:a="http://schemas.openxmlformats.org/drawingml/2006/main">
              <a:ext uri="{FF2B5EF4-FFF2-40B4-BE49-F238E27FC236}">
                <a16:creationId xmlns:a16="http://schemas.microsoft.com/office/drawing/2014/main" id="{160371D6-27D8-44C0-ADA1-F1F20C43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1428750"/>
            <a:ext cx="9677400" cy="34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oice46-quality / text-4 / text 1">
            <a:extLst xmlns:a="http://schemas.openxmlformats.org/drawingml/2006/main">
              <a:ext uri="{FF2B5EF4-FFF2-40B4-BE49-F238E27FC236}">
                <a16:creationId xmlns:a16="http://schemas.microsoft.com/office/drawing/2014/main" id="{BDB2ED05-B2D2-4F63-A515-968C5A76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428750"/>
            <a:ext cx="96202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 공통 관계 생산 / 조회</a:t>
            </a:r>
          </a:p>
        </p:txBody>
      </p:sp>
      <p:sp>
        <p:nvSpPr>
          <p:cNvPr id="11" name="choice46-quality / text-mask-5">
            <a:extLst xmlns:a="http://schemas.openxmlformats.org/drawingml/2006/main">
              <a:ext uri="{FF2B5EF4-FFF2-40B4-BE49-F238E27FC236}">
                <a16:creationId xmlns:a16="http://schemas.microsoft.com/office/drawing/2014/main" id="{B7F7471E-55BD-4851-B1AB-C3F30402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381250"/>
            <a:ext cx="3676650" cy="334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oice46-quality / text-5 / text 1">
            <a:extLst xmlns:a="http://schemas.openxmlformats.org/drawingml/2006/main">
              <a:ext uri="{FF2B5EF4-FFF2-40B4-BE49-F238E27FC236}">
                <a16:creationId xmlns:a16="http://schemas.microsoft.com/office/drawing/2014/main" id="{215E7E1F-338F-46BD-AB50-53DFC40A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19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요청 처리 정확성</a:t>
            </a:r>
          </a:p>
        </p:txBody>
      </p:sp>
      <p:sp>
        <p:nvSpPr>
          <p:cNvPr id="13" name="choice46-quality / text-mask-6">
            <a:extLst xmlns:a="http://schemas.openxmlformats.org/drawingml/2006/main">
              <a:ext uri="{FF2B5EF4-FFF2-40B4-BE49-F238E27FC236}">
                <a16:creationId xmlns:a16="http://schemas.microsoft.com/office/drawing/2014/main" id="{485B8EC3-3DA9-459C-8709-9E1E4E7E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381250"/>
            <a:ext cx="94869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oice46-quality / text-6 / text 1">
            <a:extLst xmlns:a="http://schemas.openxmlformats.org/drawingml/2006/main">
              <a:ext uri="{FF2B5EF4-FFF2-40B4-BE49-F238E27FC236}">
                <a16:creationId xmlns:a16="http://schemas.microsoft.com/office/drawing/2014/main" id="{6802C5CE-A1B5-45E4-B09E-2A7CCC71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이번 요청의 원본·새 관계를 직접 검토</a:t>
            </a:r>
          </a:p>
        </p:txBody>
      </p:sp>
      <p:sp>
        <p:nvSpPr>
          <p:cNvPr id="15" name="choice46-quality / text-6 / text 2">
            <a:extLst xmlns:a="http://schemas.openxmlformats.org/drawingml/2006/main">
              <a:ext uri="{FF2B5EF4-FFF2-40B4-BE49-F238E27FC236}">
                <a16:creationId xmlns:a16="http://schemas.microsoft.com/office/drawing/2014/main" id="{A1ED398F-3E85-4A83-B7AE-1151B618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5578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cache도 허용 / query 결합 오류 가능</a:t>
            </a:r>
          </a:p>
        </p:txBody>
      </p:sp>
      <p:sp>
        <p:nvSpPr>
          <p:cNvPr id="16" name="choice46-quality / text-mask-7">
            <a:extLst xmlns:a="http://schemas.openxmlformats.org/drawingml/2006/main">
              <a:ext uri="{FF2B5EF4-FFF2-40B4-BE49-F238E27FC236}">
                <a16:creationId xmlns:a16="http://schemas.microsoft.com/office/drawing/2014/main" id="{FE95E82F-2A74-4845-BDCF-7A9AA810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2381250"/>
            <a:ext cx="96774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oice46-quality / text-7 / text 1">
            <a:extLst xmlns:a="http://schemas.openxmlformats.org/drawingml/2006/main">
              <a:ext uri="{FF2B5EF4-FFF2-40B4-BE49-F238E27FC236}">
                <a16:creationId xmlns:a16="http://schemas.microsoft.com/office/drawing/2014/main" id="{F8F68B95-DFC4-4112-96AA-882DCF3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2381250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게시된 관계·coverage 범위에서 검토</a:t>
            </a:r>
          </a:p>
        </p:txBody>
      </p:sp>
      <p:sp>
        <p:nvSpPr>
          <p:cNvPr id="18" name="choice46-quality / text-7 / text 2">
            <a:extLst xmlns:a="http://schemas.openxmlformats.org/drawingml/2006/main">
              <a:ext uri="{FF2B5EF4-FFF2-40B4-BE49-F238E27FC236}">
                <a16:creationId xmlns:a16="http://schemas.microsoft.com/office/drawing/2014/main" id="{A206CC36-41D8-45CA-8B96-E9BD2690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2715578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누락·낡은 view·공통 오류 전파 가능</a:t>
            </a:r>
          </a:p>
        </p:txBody>
      </p:sp>
      <p:sp>
        <p:nvSpPr>
          <p:cNvPr id="19" name="choice46-quality / text-mask-8">
            <a:extLst xmlns:a="http://schemas.openxmlformats.org/drawingml/2006/main">
              <a:ext uri="{FF2B5EF4-FFF2-40B4-BE49-F238E27FC236}">
                <a16:creationId xmlns:a16="http://schemas.microsoft.com/office/drawing/2014/main" id="{89A4AD33-1E9A-4FB4-A9C7-A80BD6E0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43375"/>
            <a:ext cx="3676650" cy="334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oice46-quality / text-8 / text 1">
            <a:extLst xmlns:a="http://schemas.openxmlformats.org/drawingml/2006/main">
              <a:ext uri="{FF2B5EF4-FFF2-40B4-BE49-F238E27FC236}">
                <a16:creationId xmlns:a16="http://schemas.microsoft.com/office/drawing/2014/main" id="{BF679889-8E6B-484C-BD0B-FBFEF1A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43375"/>
            <a:ext cx="3619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응답속도</a:t>
            </a:r>
          </a:p>
        </p:txBody>
      </p:sp>
      <p:sp>
        <p:nvSpPr>
          <p:cNvPr id="21" name="choice46-quality / text-mask-9">
            <a:extLst xmlns:a="http://schemas.openxmlformats.org/drawingml/2006/main">
              <a:ext uri="{FF2B5EF4-FFF2-40B4-BE49-F238E27FC236}">
                <a16:creationId xmlns:a16="http://schemas.microsoft.com/office/drawing/2014/main" id="{2F150BDE-1D61-43D7-A1A9-D4ECD915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143375"/>
            <a:ext cx="94869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oice46-quality / text-9 / text 1">
            <a:extLst xmlns:a="http://schemas.openxmlformats.org/drawingml/2006/main">
              <a:ext uri="{FF2B5EF4-FFF2-40B4-BE49-F238E27FC236}">
                <a16:creationId xmlns:a16="http://schemas.microsoft.com/office/drawing/2014/main" id="{0F94349B-1A8C-44FA-9D66-8D3C2654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43375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필요한 순간 시간·과거 근거 결합</a:t>
            </a:r>
          </a:p>
        </p:txBody>
      </p:sp>
      <p:sp>
        <p:nvSpPr>
          <p:cNvPr id="23" name="choice46-quality / text-9 / text 2">
            <a:extLst xmlns:a="http://schemas.openxmlformats.org/drawingml/2006/main">
              <a:ext uri="{FF2B5EF4-FFF2-40B4-BE49-F238E27FC236}">
                <a16:creationId xmlns:a16="http://schemas.microsoft.com/office/drawing/2014/main" id="{BDEC7806-1B0F-4252-9CAE-E37B4A51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7703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prefetch/cache로 대기 줄일 수 있음</a:t>
            </a:r>
          </a:p>
        </p:txBody>
      </p:sp>
      <p:sp>
        <p:nvSpPr>
          <p:cNvPr id="24" name="choice46-quality / text-mask-10">
            <a:extLst xmlns:a="http://schemas.openxmlformats.org/drawingml/2006/main">
              <a:ext uri="{FF2B5EF4-FFF2-40B4-BE49-F238E27FC236}">
                <a16:creationId xmlns:a16="http://schemas.microsoft.com/office/drawing/2014/main" id="{2E46EFD4-87CB-4CA7-BCF2-07D38585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4143375"/>
            <a:ext cx="96774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hoice46-quality / text-10 / text 1">
            <a:extLst xmlns:a="http://schemas.openxmlformats.org/drawingml/2006/main">
              <a:ext uri="{FF2B5EF4-FFF2-40B4-BE49-F238E27FC236}">
                <a16:creationId xmlns:a16="http://schemas.microsoft.com/office/drawing/2014/main" id="{D84DFA13-A782-448B-A514-04DB1B0B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143375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유효 hit면 반복 결합을 줄일 수 있음</a:t>
            </a:r>
          </a:p>
        </p:txBody>
      </p:sp>
      <p:sp>
        <p:nvSpPr>
          <p:cNvPr id="26" name="choice46-quality / text-10 / text 2">
            <a:extLst xmlns:a="http://schemas.openxmlformats.org/drawingml/2006/main">
              <a:ext uri="{FF2B5EF4-FFF2-40B4-BE49-F238E27FC236}">
                <a16:creationId xmlns:a16="http://schemas.microsoft.com/office/drawing/2014/main" id="{4FA8EB15-8961-4327-B658-461B758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477703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첫 생산·정정·NOT_COVERED는 대기</a:t>
            </a:r>
          </a:p>
        </p:txBody>
      </p:sp>
      <p:sp>
        <p:nvSpPr>
          <p:cNvPr id="27" name="choice46-quality / text-mask-11">
            <a:extLst xmlns:a="http://schemas.openxmlformats.org/drawingml/2006/main">
              <a:ext uri="{FF2B5EF4-FFF2-40B4-BE49-F238E27FC236}">
                <a16:creationId xmlns:a16="http://schemas.microsoft.com/office/drawing/2014/main" id="{2DB02A16-C074-4455-A323-0093F51B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905500"/>
            <a:ext cx="3676650" cy="334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hoice46-quality / text-11 / text 1">
            <a:extLst xmlns:a="http://schemas.openxmlformats.org/drawingml/2006/main">
              <a:ext uri="{FF2B5EF4-FFF2-40B4-BE49-F238E27FC236}">
                <a16:creationId xmlns:a16="http://schemas.microsoft.com/office/drawing/2014/main" id="{3771C142-89E4-429E-930B-8EF1C7A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0"/>
            <a:ext cx="3619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모델 사용 비용</a:t>
            </a:r>
          </a:p>
        </p:txBody>
      </p:sp>
      <p:sp>
        <p:nvSpPr>
          <p:cNvPr id="29" name="choice46-quality / text-mask-12">
            <a:extLst xmlns:a="http://schemas.openxmlformats.org/drawingml/2006/main">
              <a:ext uri="{FF2B5EF4-FFF2-40B4-BE49-F238E27FC236}">
                <a16:creationId xmlns:a16="http://schemas.microsoft.com/office/drawing/2014/main" id="{13B93A2E-411D-41EA-B2BE-71D24FC9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905500"/>
            <a:ext cx="94869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oice46-quality / text-12 / text 1">
            <a:extLst xmlns:a="http://schemas.openxmlformats.org/drawingml/2006/main">
              <a:ext uri="{FF2B5EF4-FFF2-40B4-BE49-F238E27FC236}">
                <a16:creationId xmlns:a16="http://schemas.microsoft.com/office/drawing/2014/main" id="{B996EF27-C375-4575-AB2A-5F2CEEC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05500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필요한 과거 의미만 가공</a:t>
            </a:r>
          </a:p>
        </p:txBody>
      </p:sp>
      <p:sp>
        <p:nvSpPr>
          <p:cNvPr id="31" name="choice46-quality / text-12 / text 2">
            <a:extLst xmlns:a="http://schemas.openxmlformats.org/drawingml/2006/main">
              <a:ext uri="{FF2B5EF4-FFF2-40B4-BE49-F238E27FC236}">
                <a16:creationId xmlns:a16="http://schemas.microsoft.com/office/drawing/2014/main" id="{0E154743-955F-4900-8FBF-B55EF98A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39828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재사용 시 cache / 반복 가공 비용</a:t>
            </a:r>
          </a:p>
        </p:txBody>
      </p:sp>
      <p:sp>
        <p:nvSpPr>
          <p:cNvPr id="32" name="choice46-quality / text-mask-13">
            <a:extLst xmlns:a="http://schemas.openxmlformats.org/drawingml/2006/main">
              <a:ext uri="{FF2B5EF4-FFF2-40B4-BE49-F238E27FC236}">
                <a16:creationId xmlns:a16="http://schemas.microsoft.com/office/drawing/2014/main" id="{9185BB3E-6D52-45E6-BE0F-8708CEE1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5905500"/>
            <a:ext cx="96774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oice46-quality / text-13 / text 1">
            <a:extLst xmlns:a="http://schemas.openxmlformats.org/drawingml/2006/main">
              <a:ext uri="{FF2B5EF4-FFF2-40B4-BE49-F238E27FC236}">
                <a16:creationId xmlns:a16="http://schemas.microsoft.com/office/drawing/2014/main" id="{DCA1200C-96CA-4255-809B-FF204C18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905500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과거 의미 생산비를 반복 사용에 상각</a:t>
            </a:r>
          </a:p>
        </p:txBody>
      </p:sp>
      <p:sp>
        <p:nvSpPr>
          <p:cNvPr id="34" name="choice46-quality / text-13 / text 2">
            <a:extLst xmlns:a="http://schemas.openxmlformats.org/drawingml/2006/main">
              <a:ext uri="{FF2B5EF4-FFF2-40B4-BE49-F238E27FC236}">
                <a16:creationId xmlns:a16="http://schemas.microsoft.com/office/drawing/2014/main" id="{31B6A677-6A73-4739-B5AC-C7818ACA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239828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미사용·재생산·실패·폐기 비용 포함</a:t>
            </a:r>
          </a:p>
        </p:txBody>
      </p:sp>
      <p:sp>
        <p:nvSpPr>
          <p:cNvPr id="35" name="choice46-quality / text-mask-14">
            <a:extLst xmlns:a="http://schemas.openxmlformats.org/drawingml/2006/main">
              <a:ext uri="{FF2B5EF4-FFF2-40B4-BE49-F238E27FC236}">
                <a16:creationId xmlns:a16="http://schemas.microsoft.com/office/drawing/2014/main" id="{AF85ED27-1017-46C2-9424-69701F53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7667625"/>
            <a:ext cx="3676650" cy="334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oice46-quality / text-14 / text 1">
            <a:extLst xmlns:a="http://schemas.openxmlformats.org/drawingml/2006/main">
              <a:ext uri="{FF2B5EF4-FFF2-40B4-BE49-F238E27FC236}">
                <a16:creationId xmlns:a16="http://schemas.microsoft.com/office/drawing/2014/main" id="{13D7C6C7-4E49-4C3B-834E-8331ADA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67625"/>
            <a:ext cx="3619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변경 용이성</a:t>
            </a:r>
          </a:p>
        </p:txBody>
      </p:sp>
      <p:sp>
        <p:nvSpPr>
          <p:cNvPr id="37" name="choice46-quality / text-mask-15">
            <a:extLst xmlns:a="http://schemas.openxmlformats.org/drawingml/2006/main">
              <a:ext uri="{FF2B5EF4-FFF2-40B4-BE49-F238E27FC236}">
                <a16:creationId xmlns:a16="http://schemas.microsoft.com/office/drawing/2014/main" id="{885B7176-D616-4E15-A658-BF9F5ABA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7667625"/>
            <a:ext cx="94869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hoice46-quality / text-15 / text 1">
            <a:extLst xmlns:a="http://schemas.openxmlformats.org/drawingml/2006/main">
              <a:ext uri="{FF2B5EF4-FFF2-40B4-BE49-F238E27FC236}">
                <a16:creationId xmlns:a16="http://schemas.microsoft.com/office/drawing/2014/main" id="{72456585-A2F6-49A9-A6C8-F1351BF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667625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query/result·원본 adapter가 변경 경계</a:t>
            </a:r>
          </a:p>
        </p:txBody>
      </p:sp>
      <p:sp>
        <p:nvSpPr>
          <p:cNvPr id="39" name="choice46-quality / text-15 / text 2">
            <a:extLst xmlns:a="http://schemas.openxmlformats.org/drawingml/2006/main">
              <a:ext uri="{FF2B5EF4-FFF2-40B4-BE49-F238E27FC236}">
                <a16:creationId xmlns:a16="http://schemas.microsoft.com/office/drawing/2014/main" id="{81FE430A-CC1A-4B92-8235-D305890B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01953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새 관계는 Resolver/Composer 지원 변경</a:t>
            </a:r>
          </a:p>
        </p:txBody>
      </p:sp>
      <p:sp>
        <p:nvSpPr>
          <p:cNvPr id="40" name="choice46-quality / text-mask-16">
            <a:extLst xmlns:a="http://schemas.openxmlformats.org/drawingml/2006/main">
              <a:ext uri="{FF2B5EF4-FFF2-40B4-BE49-F238E27FC236}">
                <a16:creationId xmlns:a16="http://schemas.microsoft.com/office/drawing/2014/main" id="{BF6B69D9-1CED-4217-B8C0-E5941FC4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7667625"/>
            <a:ext cx="96774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oice46-quality / text-16 / text 1">
            <a:extLst xmlns:a="http://schemas.openxmlformats.org/drawingml/2006/main">
              <a:ext uri="{FF2B5EF4-FFF2-40B4-BE49-F238E27FC236}">
                <a16:creationId xmlns:a16="http://schemas.microsoft.com/office/drawing/2014/main" id="{8A0CBFBC-470F-4C2D-8E42-DC0E9633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667625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producer/schema/coverage·reader가 경계</a:t>
            </a:r>
          </a:p>
        </p:txBody>
      </p:sp>
      <p:sp>
        <p:nvSpPr>
          <p:cNvPr id="42" name="choice46-quality / text-16 / text 2">
            <a:extLst xmlns:a="http://schemas.openxmlformats.org/drawingml/2006/main">
              <a:ext uri="{FF2B5EF4-FFF2-40B4-BE49-F238E27FC236}">
                <a16:creationId xmlns:a16="http://schemas.microsoft.com/office/drawing/2014/main" id="{4A72CB7B-7918-4E3C-A421-55F9A37A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01953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 생산 변경과 소비 호환 비용</a:t>
            </a:r>
          </a:p>
        </p:txBody>
      </p:sp>
      <p:sp>
        <p:nvSpPr>
          <p:cNvPr id="43" name="choice46-quality / text-mask-17">
            <a:extLst xmlns:a="http://schemas.openxmlformats.org/drawingml/2006/main">
              <a:ext uri="{FF2B5EF4-FFF2-40B4-BE49-F238E27FC236}">
                <a16:creationId xmlns:a16="http://schemas.microsoft.com/office/drawing/2014/main" id="{30493B7C-4D79-4927-B338-ED2694E2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429750"/>
            <a:ext cx="3676650" cy="334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hoice46-quality / text-17 / text 1">
            <a:extLst xmlns:a="http://schemas.openxmlformats.org/drawingml/2006/main">
              <a:ext uri="{FF2B5EF4-FFF2-40B4-BE49-F238E27FC236}">
                <a16:creationId xmlns:a16="http://schemas.microsoft.com/office/drawing/2014/main" id="{F3011CB6-D7C5-4855-B59E-6C828E44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0"/>
            <a:ext cx="3619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로컬 메모리</a:t>
            </a:r>
          </a:p>
        </p:txBody>
      </p:sp>
      <p:sp>
        <p:nvSpPr>
          <p:cNvPr id="45" name="choice46-quality / text-mask-18">
            <a:extLst xmlns:a="http://schemas.openxmlformats.org/drawingml/2006/main">
              <a:ext uri="{FF2B5EF4-FFF2-40B4-BE49-F238E27FC236}">
                <a16:creationId xmlns:a16="http://schemas.microsoft.com/office/drawing/2014/main" id="{E7D881FA-D138-46ED-9ECB-39224FE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9429750"/>
            <a:ext cx="94869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hoice46-quality / text-18 / text 1">
            <a:extLst xmlns:a="http://schemas.openxmlformats.org/drawingml/2006/main">
              <a:ext uri="{FF2B5EF4-FFF2-40B4-BE49-F238E27FC236}">
                <a16:creationId xmlns:a16="http://schemas.microsoft.com/office/drawing/2014/main" id="{B610A1EF-3B3A-434C-94EA-ABFC7EE2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0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 raw 예산 + 동시 query/set/cache</a:t>
            </a:r>
          </a:p>
        </p:txBody>
      </p:sp>
      <p:sp>
        <p:nvSpPr>
          <p:cNvPr id="47" name="choice46-quality / text-18 / text 2">
            <a:extLst xmlns:a="http://schemas.openxmlformats.org/drawingml/2006/main">
              <a:ext uri="{FF2B5EF4-FFF2-40B4-BE49-F238E27FC236}">
                <a16:creationId xmlns:a16="http://schemas.microsoft.com/office/drawing/2014/main" id="{9B34B04E-DF83-44E5-87EF-3A861B02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764078"/>
            <a:ext cx="9429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동시 query가 적으면 상태 비용 축소</a:t>
            </a:r>
          </a:p>
        </p:txBody>
      </p:sp>
      <p:sp>
        <p:nvSpPr>
          <p:cNvPr id="48" name="choice46-quality / text-mask-19">
            <a:extLst xmlns:a="http://schemas.openxmlformats.org/drawingml/2006/main">
              <a:ext uri="{FF2B5EF4-FFF2-40B4-BE49-F238E27FC236}">
                <a16:creationId xmlns:a16="http://schemas.microsoft.com/office/drawing/2014/main" id="{E2A0C04B-4B42-4F56-AC90-F8FD66F6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9429750"/>
            <a:ext cx="9677400" cy="6686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hoice46-quality / text-19 / text 1">
            <a:extLst xmlns:a="http://schemas.openxmlformats.org/drawingml/2006/main">
              <a:ext uri="{FF2B5EF4-FFF2-40B4-BE49-F238E27FC236}">
                <a16:creationId xmlns:a16="http://schemas.microsoft.com/office/drawing/2014/main" id="{18F9ADD8-70B3-4260-B35F-3C17CF15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9429750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 raw + view/index/dep/backlog/lease</a:t>
            </a:r>
          </a:p>
        </p:txBody>
      </p:sp>
      <p:sp>
        <p:nvSpPr>
          <p:cNvPr id="50" name="choice46-quality / text-19 / text 2">
            <a:extLst xmlns:a="http://schemas.openxmlformats.org/drawingml/2006/main">
              <a:ext uri="{FF2B5EF4-FFF2-40B4-BE49-F238E27FC236}">
                <a16:creationId xmlns:a16="http://schemas.microsoft.com/office/drawing/2014/main" id="{FA397E0A-19AD-4C29-B1D3-8E91C1AC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9764078"/>
            <a:ext cx="9620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중복 query 축소량이 추가 상태보다 커야 이익</a:t>
            </a:r>
          </a:p>
        </p:txBody>
      </p:sp>
      <p:sp>
        <p:nvSpPr>
          <p:cNvPr id="51" name="choice46-quality / text-mask-20">
            <a:extLst xmlns:a="http://schemas.openxmlformats.org/drawingml/2006/main">
              <a:ext uri="{FF2B5EF4-FFF2-40B4-BE49-F238E27FC236}">
                <a16:creationId xmlns:a16="http://schemas.microsoft.com/office/drawing/2014/main" id="{8D264894-245F-4219-BB57-F0B8CC34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525250"/>
            <a:ext cx="23679150" cy="891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hoice46-quality / text-20 / text 1">
            <a:extLst xmlns:a="http://schemas.openxmlformats.org/drawingml/2006/main">
              <a:ext uri="{FF2B5EF4-FFF2-40B4-BE49-F238E27FC236}">
                <a16:creationId xmlns:a16="http://schemas.microsoft.com/office/drawing/2014/main" id="{AE9747E4-B2BB-4E4D-9711-0AF093CE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0"/>
            <a:ext cx="23622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시간 overlap/순서의 생산·조회만으로 모델 요금 절감을 부여하지 않는다.</a:t>
            </a:r>
          </a:p>
        </p:txBody>
      </p:sp>
      <p:sp>
        <p:nvSpPr>
          <p:cNvPr id="53" name="choice46-quality / text-20 / text 2">
            <a:extLst xmlns:a="http://schemas.openxmlformats.org/drawingml/2006/main">
              <a:ext uri="{FF2B5EF4-FFF2-40B4-BE49-F238E27FC236}">
                <a16:creationId xmlns:a16="http://schemas.microsoft.com/office/drawing/2014/main" id="{B9CF8A3B-42B9-4259-B38E-C8A7A31B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822430"/>
            <a:ext cx="23622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46 전체 A/B는 시간+과거 선택의 두 묶음이다. 시간 A+45B / 시간 B+45A는 별도 교차 조합이다.</a:t>
            </a:r>
          </a:p>
        </p:txBody>
      </p:sp>
      <p:sp>
        <p:nvSpPr>
          <p:cNvPr id="54" name="choice46-quality / text-20 / text 3">
            <a:extLst xmlns:a="http://schemas.openxmlformats.org/drawingml/2006/main">
              <a:ext uri="{FF2B5EF4-FFF2-40B4-BE49-F238E27FC236}">
                <a16:creationId xmlns:a16="http://schemas.microsoft.com/office/drawing/2014/main" id="{B3017A7A-20A6-4D5B-A307-98E60053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119610"/>
            <a:ext cx="23622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상위 QA로 구조를 선택한 후 약한 축을 tactic으로 보완한다. 숫자 우열·선택 승자는 아직 없다.</a:t>
            </a:r>
          </a:p>
        </p:txBody>
      </p:sp>
    </p:spTree>
    <p:extLst>
      <p:ext uri="{BB962C8B-B14F-4D97-AF65-F5344CB8AC3E}">
        <p14:creationId xmlns:p14="http://schemas.microsoft.com/office/powerpoint/2010/main" val="1673676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choice46-timeline / a0">
            <a:extLst xmlns:a="http://schemas.openxmlformats.org/drawingml/2006/main">
              <a:ext uri="{FF2B5EF4-FFF2-40B4-BE49-F238E27FC236}">
                <a16:creationId xmlns:a16="http://schemas.microsoft.com/office/drawing/2014/main" id="{74767B96-03E4-42B5-9EC7-CC173E0A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" name="choice46-timeline / a0-lifeline / path">
            <a:extLst xmlns:a="http://schemas.openxmlformats.org/drawingml/2006/main">
              <a:ext uri="{FF2B5EF4-FFF2-40B4-BE49-F238E27FC236}">
                <a16:creationId xmlns:a16="http://schemas.microsoft.com/office/drawing/2014/main" id="{C68C2E27-C300-432D-89B7-D4671FC2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67000"/>
            <a:ext cx="953" cy="9667875"/>
          </a:xfrm>
          <a:custGeom xmlns:a="http://schemas.openxmlformats.org/drawingml/2006/main">
            <a:pathLst>
              <a:path w="953" h="9667875">
                <a:moveTo>
                  <a:pt x="0" y="0"/>
                </a:moveTo>
                <a:lnTo>
                  <a:pt x="0" y="966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dash"/>
          </a:ln>
        </p:spPr>
      </p:sp>
      <p:sp>
        <p:nvSpPr>
          <p:cNvPr id="3" name="choice46-timeline / a0-label / text 1">
            <a:extLst xmlns:a="http://schemas.openxmlformats.org/drawingml/2006/main">
              <a:ext uri="{FF2B5EF4-FFF2-40B4-BE49-F238E27FC236}">
                <a16:creationId xmlns:a16="http://schemas.microsoft.com/office/drawing/2014/main" id="{F190D564-FE45-4FC4-BF79-37494693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Interaction</a:t>
            </a:r>
          </a:p>
        </p:txBody>
      </p:sp>
      <p:sp>
        <p:nvSpPr>
          <p:cNvPr id="4" name="choice46-timeline / a0-label / text 2">
            <a:extLst xmlns:a="http://schemas.openxmlformats.org/drawingml/2006/main">
              <a:ext uri="{FF2B5EF4-FFF2-40B4-BE49-F238E27FC236}">
                <a16:creationId xmlns:a16="http://schemas.microsoft.com/office/drawing/2014/main" id="{5DABFE23-1E03-4F39-BC34-3576FD8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1238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Manager</a:t>
            </a:r>
          </a:p>
        </p:txBody>
      </p:sp>
      <p:sp>
        <p:nvSpPr>
          <p:cNvPr id="5" name="choice46-timeline / a1">
            <a:extLst xmlns:a="http://schemas.openxmlformats.org/drawingml/2006/main">
              <a:ext uri="{FF2B5EF4-FFF2-40B4-BE49-F238E27FC236}">
                <a16:creationId xmlns:a16="http://schemas.microsoft.com/office/drawing/2014/main" id="{20298623-66F8-4DB7-A0EF-63970648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" name="choice46-timeline / a1-lifeline / path">
            <a:extLst xmlns:a="http://schemas.openxmlformats.org/drawingml/2006/main">
              <a:ext uri="{FF2B5EF4-FFF2-40B4-BE49-F238E27FC236}">
                <a16:creationId xmlns:a16="http://schemas.microsoft.com/office/drawing/2014/main" id="{FEE70201-6A60-421B-9000-5BABD538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67000"/>
            <a:ext cx="953" cy="9667875"/>
          </a:xfrm>
          <a:custGeom xmlns:a="http://schemas.openxmlformats.org/drawingml/2006/main">
            <a:pathLst>
              <a:path w="953" h="9667875">
                <a:moveTo>
                  <a:pt x="0" y="0"/>
                </a:moveTo>
                <a:lnTo>
                  <a:pt x="0" y="966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dash"/>
          </a:ln>
        </p:spPr>
      </p:sp>
      <p:sp>
        <p:nvSpPr>
          <p:cNvPr id="7" name="choice46-timeline / a1-label / text 1">
            <a:extLst xmlns:a="http://schemas.openxmlformats.org/drawingml/2006/main">
              <a:ext uri="{FF2B5EF4-FFF2-40B4-BE49-F238E27FC236}">
                <a16:creationId xmlns:a16="http://schemas.microsoft.com/office/drawing/2014/main" id="{D6BD219B-F0C9-4088-A2D2-32401DCD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71675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8" name="choice46-timeline / a1-label / text 2">
            <a:extLst xmlns:a="http://schemas.openxmlformats.org/drawingml/2006/main">
              <a:ext uri="{FF2B5EF4-FFF2-40B4-BE49-F238E27FC236}">
                <a16:creationId xmlns:a16="http://schemas.microsoft.com/office/drawing/2014/main" id="{E7607ADE-441E-4799-A8CD-C21C88BD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1238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Manager</a:t>
            </a:r>
          </a:p>
        </p:txBody>
      </p:sp>
      <p:sp>
        <p:nvSpPr>
          <p:cNvPr id="9" name="choice46-timeline / a2">
            <a:extLst xmlns:a="http://schemas.openxmlformats.org/drawingml/2006/main">
              <a:ext uri="{FF2B5EF4-FFF2-40B4-BE49-F238E27FC236}">
                <a16:creationId xmlns:a16="http://schemas.microsoft.com/office/drawing/2014/main" id="{C62861D4-FB89-40DD-8667-FBF88F92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0" name="choice46-timeline / a2-lifeline / path">
            <a:extLst xmlns:a="http://schemas.openxmlformats.org/drawingml/2006/main">
              <a:ext uri="{FF2B5EF4-FFF2-40B4-BE49-F238E27FC236}">
                <a16:creationId xmlns:a16="http://schemas.microsoft.com/office/drawing/2014/main" id="{C33A52BE-B464-4994-8488-60A88B9E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67000"/>
            <a:ext cx="953" cy="9667875"/>
          </a:xfrm>
          <a:custGeom xmlns:a="http://schemas.openxmlformats.org/drawingml/2006/main">
            <a:pathLst>
              <a:path w="953" h="9667875">
                <a:moveTo>
                  <a:pt x="0" y="0"/>
                </a:moveTo>
                <a:lnTo>
                  <a:pt x="0" y="966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dash"/>
          </a:ln>
        </p:spPr>
      </p:sp>
      <p:sp>
        <p:nvSpPr>
          <p:cNvPr id="11" name="choice46-timeline / a2-label / text 1">
            <a:extLst xmlns:a="http://schemas.openxmlformats.org/drawingml/2006/main">
              <a:ext uri="{FF2B5EF4-FFF2-40B4-BE49-F238E27FC236}">
                <a16:creationId xmlns:a16="http://schemas.microsoft.com/office/drawing/2014/main" id="{F8BFB902-15A2-4E3F-8A13-DEBC73FA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71675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</a:t>
            </a:r>
          </a:p>
        </p:txBody>
      </p:sp>
      <p:sp>
        <p:nvSpPr>
          <p:cNvPr id="12" name="choice46-timeline / a2-label / text 2">
            <a:extLst xmlns:a="http://schemas.openxmlformats.org/drawingml/2006/main">
              <a:ext uri="{FF2B5EF4-FFF2-40B4-BE49-F238E27FC236}">
                <a16:creationId xmlns:a16="http://schemas.microsoft.com/office/drawing/2014/main" id="{604FFE7C-FC18-4020-A939-CCFBE53B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1238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3" name="choice46-timeline / a3">
            <a:extLst xmlns:a="http://schemas.openxmlformats.org/drawingml/2006/main">
              <a:ext uri="{FF2B5EF4-FFF2-40B4-BE49-F238E27FC236}">
                <a16:creationId xmlns:a16="http://schemas.microsoft.com/office/drawing/2014/main" id="{BF042622-B184-49F9-ADD9-79D9201E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4" name="choice46-timeline / a3-lifeline / path">
            <a:extLst xmlns:a="http://schemas.openxmlformats.org/drawingml/2006/main">
              <a:ext uri="{FF2B5EF4-FFF2-40B4-BE49-F238E27FC236}">
                <a16:creationId xmlns:a16="http://schemas.microsoft.com/office/drawing/2014/main" id="{B36607F8-5950-40F7-9651-3878D6E7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67000"/>
            <a:ext cx="953" cy="9667875"/>
          </a:xfrm>
          <a:custGeom xmlns:a="http://schemas.openxmlformats.org/drawingml/2006/main">
            <a:pathLst>
              <a:path w="953" h="9667875">
                <a:moveTo>
                  <a:pt x="0" y="0"/>
                </a:moveTo>
                <a:lnTo>
                  <a:pt x="0" y="966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dash"/>
          </a:ln>
        </p:spPr>
      </p:sp>
      <p:sp>
        <p:nvSpPr>
          <p:cNvPr id="15" name="choice46-timeline / a3-label / text 1">
            <a:extLst xmlns:a="http://schemas.openxmlformats.org/drawingml/2006/main">
              <a:ext uri="{FF2B5EF4-FFF2-40B4-BE49-F238E27FC236}">
                <a16:creationId xmlns:a16="http://schemas.microsoft.com/office/drawing/2014/main" id="{6854C0B9-4BCE-4F26-AB17-411E8F79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71675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</a:t>
            </a:r>
          </a:p>
        </p:txBody>
      </p:sp>
      <p:sp>
        <p:nvSpPr>
          <p:cNvPr id="16" name="choice46-timeline / a3-label / text 2">
            <a:extLst xmlns:a="http://schemas.openxmlformats.org/drawingml/2006/main">
              <a:ext uri="{FF2B5EF4-FFF2-40B4-BE49-F238E27FC236}">
                <a16:creationId xmlns:a16="http://schemas.microsoft.com/office/drawing/2014/main" id="{0EFE3118-4DD6-44CB-BEFC-AE50EFF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1238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Controller</a:t>
            </a:r>
          </a:p>
        </p:txBody>
      </p:sp>
      <p:sp>
        <p:nvSpPr>
          <p:cNvPr id="17" name="choice46-timeline / b0">
            <a:extLst xmlns:a="http://schemas.openxmlformats.org/drawingml/2006/main">
              <a:ext uri="{FF2B5EF4-FFF2-40B4-BE49-F238E27FC236}">
                <a16:creationId xmlns:a16="http://schemas.microsoft.com/office/drawing/2014/main" id="{9827632C-46D3-484E-9717-95E92F9E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85737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8" name="choice46-timeline / b0-lifeline / path">
            <a:extLst xmlns:a="http://schemas.openxmlformats.org/drawingml/2006/main">
              <a:ext uri="{FF2B5EF4-FFF2-40B4-BE49-F238E27FC236}">
                <a16:creationId xmlns:a16="http://schemas.microsoft.com/office/drawing/2014/main" id="{87255945-7A9C-473A-B609-298381C5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2667000"/>
            <a:ext cx="953" cy="9667875"/>
          </a:xfrm>
          <a:custGeom xmlns:a="http://schemas.openxmlformats.org/drawingml/2006/main">
            <a:pathLst>
              <a:path w="953" h="9667875">
                <a:moveTo>
                  <a:pt x="0" y="0"/>
                </a:moveTo>
                <a:lnTo>
                  <a:pt x="0" y="966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dash"/>
          </a:ln>
        </p:spPr>
      </p:sp>
      <p:sp>
        <p:nvSpPr>
          <p:cNvPr id="19" name="choice46-timeline / b0-label / text 1">
            <a:extLst xmlns:a="http://schemas.openxmlformats.org/drawingml/2006/main">
              <a:ext uri="{FF2B5EF4-FFF2-40B4-BE49-F238E27FC236}">
                <a16:creationId xmlns:a16="http://schemas.microsoft.com/office/drawing/2014/main" id="{9C7E89D6-ECF6-43E1-8876-F6EA079C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1971675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Interaction</a:t>
            </a:r>
          </a:p>
        </p:txBody>
      </p:sp>
      <p:sp>
        <p:nvSpPr>
          <p:cNvPr id="20" name="choice46-timeline / b0-label / text 2">
            <a:extLst xmlns:a="http://schemas.openxmlformats.org/drawingml/2006/main">
              <a:ext uri="{FF2B5EF4-FFF2-40B4-BE49-F238E27FC236}">
                <a16:creationId xmlns:a16="http://schemas.microsoft.com/office/drawing/2014/main" id="{97ADF5BF-74F9-42D5-B4D9-78AB7302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281238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Manager</a:t>
            </a:r>
          </a:p>
        </p:txBody>
      </p:sp>
      <p:sp>
        <p:nvSpPr>
          <p:cNvPr id="21" name="choice46-timeline / b1">
            <a:extLst xmlns:a="http://schemas.openxmlformats.org/drawingml/2006/main">
              <a:ext uri="{FF2B5EF4-FFF2-40B4-BE49-F238E27FC236}">
                <a16:creationId xmlns:a16="http://schemas.microsoft.com/office/drawing/2014/main" id="{6C27AEB3-9AAB-45D1-A0BC-6C98B726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85737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2" name="choice46-timeline / b1-lifeline / path">
            <a:extLst xmlns:a="http://schemas.openxmlformats.org/drawingml/2006/main">
              <a:ext uri="{FF2B5EF4-FFF2-40B4-BE49-F238E27FC236}">
                <a16:creationId xmlns:a16="http://schemas.microsoft.com/office/drawing/2014/main" id="{7FF75028-94C6-4998-9D9E-857706F8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2667000"/>
            <a:ext cx="953" cy="9667875"/>
          </a:xfrm>
          <a:custGeom xmlns:a="http://schemas.openxmlformats.org/drawingml/2006/main">
            <a:pathLst>
              <a:path w="953" h="9667875">
                <a:moveTo>
                  <a:pt x="0" y="0"/>
                </a:moveTo>
                <a:lnTo>
                  <a:pt x="0" y="966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dash"/>
          </a:ln>
        </p:spPr>
      </p:sp>
      <p:sp>
        <p:nvSpPr>
          <p:cNvPr id="23" name="choice46-timeline / b1-label / text 1">
            <a:extLst xmlns:a="http://schemas.openxmlformats.org/drawingml/2006/main">
              <a:ext uri="{FF2B5EF4-FFF2-40B4-BE49-F238E27FC236}">
                <a16:creationId xmlns:a16="http://schemas.microsoft.com/office/drawing/2014/main" id="{D16B9951-A43B-40F6-B407-A2CFB286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971675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24" name="choice46-timeline / b1-label / text 2">
            <a:extLst xmlns:a="http://schemas.openxmlformats.org/drawingml/2006/main">
              <a:ext uri="{FF2B5EF4-FFF2-40B4-BE49-F238E27FC236}">
                <a16:creationId xmlns:a16="http://schemas.microsoft.com/office/drawing/2014/main" id="{3457FA64-E300-4A92-951F-9BB0579B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2281238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Manager</a:t>
            </a:r>
          </a:p>
        </p:txBody>
      </p:sp>
      <p:sp>
        <p:nvSpPr>
          <p:cNvPr id="25" name="choice46-timeline / b2">
            <a:extLst xmlns:a="http://schemas.openxmlformats.org/drawingml/2006/main">
              <a:ext uri="{FF2B5EF4-FFF2-40B4-BE49-F238E27FC236}">
                <a16:creationId xmlns:a16="http://schemas.microsoft.com/office/drawing/2014/main" id="{2F53E5AD-9570-4D5E-B4E2-A6954C61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185737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6" name="choice46-timeline / b2-lifeline / path">
            <a:extLst xmlns:a="http://schemas.openxmlformats.org/drawingml/2006/main">
              <a:ext uri="{FF2B5EF4-FFF2-40B4-BE49-F238E27FC236}">
                <a16:creationId xmlns:a16="http://schemas.microsoft.com/office/drawing/2014/main" id="{D100A979-702C-4763-B31D-6F3EA185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2667000"/>
            <a:ext cx="953" cy="9667875"/>
          </a:xfrm>
          <a:custGeom xmlns:a="http://schemas.openxmlformats.org/drawingml/2006/main">
            <a:pathLst>
              <a:path w="953" h="9667875">
                <a:moveTo>
                  <a:pt x="0" y="0"/>
                </a:moveTo>
                <a:lnTo>
                  <a:pt x="0" y="966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dash"/>
          </a:ln>
        </p:spPr>
      </p:sp>
      <p:sp>
        <p:nvSpPr>
          <p:cNvPr id="27" name="choice46-timeline / b2-label / text 1">
            <a:extLst xmlns:a="http://schemas.openxmlformats.org/drawingml/2006/main">
              <a:ext uri="{FF2B5EF4-FFF2-40B4-BE49-F238E27FC236}">
                <a16:creationId xmlns:a16="http://schemas.microsoft.com/office/drawing/2014/main" id="{FDDF13C1-2F3E-4B22-B1E3-269770AF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1971675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</a:t>
            </a:r>
          </a:p>
        </p:txBody>
      </p:sp>
      <p:sp>
        <p:nvSpPr>
          <p:cNvPr id="28" name="choice46-timeline / b2-label / text 2">
            <a:extLst xmlns:a="http://schemas.openxmlformats.org/drawingml/2006/main">
              <a:ext uri="{FF2B5EF4-FFF2-40B4-BE49-F238E27FC236}">
                <a16:creationId xmlns:a16="http://schemas.microsoft.com/office/drawing/2014/main" id="{0C413681-AE95-4CEE-9549-ABA44267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2281238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29" name="choice46-timeline / b3">
            <a:extLst xmlns:a="http://schemas.openxmlformats.org/drawingml/2006/main">
              <a:ext uri="{FF2B5EF4-FFF2-40B4-BE49-F238E27FC236}">
                <a16:creationId xmlns:a16="http://schemas.microsoft.com/office/drawing/2014/main" id="{8DB2B071-DE97-49C1-B235-320CD0A1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185737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0" name="choice46-timeline / b3-lifeline / path">
            <a:extLst xmlns:a="http://schemas.openxmlformats.org/drawingml/2006/main">
              <a:ext uri="{FF2B5EF4-FFF2-40B4-BE49-F238E27FC236}">
                <a16:creationId xmlns:a16="http://schemas.microsoft.com/office/drawing/2014/main" id="{B7995D69-1D26-463B-98AD-8F9FA83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75" y="2667000"/>
            <a:ext cx="953" cy="9667875"/>
          </a:xfrm>
          <a:custGeom xmlns:a="http://schemas.openxmlformats.org/drawingml/2006/main">
            <a:pathLst>
              <a:path w="953" h="9667875">
                <a:moveTo>
                  <a:pt x="0" y="0"/>
                </a:moveTo>
                <a:lnTo>
                  <a:pt x="0" y="966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dash"/>
          </a:ln>
        </p:spPr>
      </p:sp>
      <p:sp>
        <p:nvSpPr>
          <p:cNvPr id="31" name="choice46-timeline / b3-label / text 1">
            <a:extLst xmlns:a="http://schemas.openxmlformats.org/drawingml/2006/main">
              <a:ext uri="{FF2B5EF4-FFF2-40B4-BE49-F238E27FC236}">
                <a16:creationId xmlns:a16="http://schemas.microsoft.com/office/drawing/2014/main" id="{C69043B1-1CDD-4C96-865A-49944168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1971675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</a:t>
            </a:r>
          </a:p>
        </p:txBody>
      </p:sp>
      <p:sp>
        <p:nvSpPr>
          <p:cNvPr id="32" name="choice46-timeline / b3-label / text 2">
            <a:extLst xmlns:a="http://schemas.openxmlformats.org/drawingml/2006/main">
              <a:ext uri="{FF2B5EF4-FFF2-40B4-BE49-F238E27FC236}">
                <a16:creationId xmlns:a16="http://schemas.microsoft.com/office/drawing/2014/main" id="{5CE45CF1-974C-46A2-9FC3-B4F348E9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2281238"/>
            <a:ext cx="2343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Controller</a:t>
            </a:r>
          </a:p>
        </p:txBody>
      </p:sp>
      <p:sp>
        <p:nvSpPr>
          <p:cNvPr id="33" name="choice46-timeline / edge-0 / path">
            <a:extLst xmlns:a="http://schemas.openxmlformats.org/drawingml/2006/main">
              <a:ext uri="{FF2B5EF4-FFF2-40B4-BE49-F238E27FC236}">
                <a16:creationId xmlns:a16="http://schemas.microsoft.com/office/drawing/2014/main" id="{A2F28FC4-F492-4474-9B26-FB753378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34" name="choice46-timeline / edge-0 / arrow">
            <a:extLst xmlns:a="http://schemas.openxmlformats.org/drawingml/2006/main">
              <a:ext uri="{FF2B5EF4-FFF2-40B4-BE49-F238E27FC236}">
                <a16:creationId xmlns:a16="http://schemas.microsoft.com/office/drawing/2014/main" id="{FF9A4E22-3C9F-42DA-B56E-1298BFAB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0398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35" name="choice46-timeline / edge-1 / path">
            <a:extLst xmlns:a="http://schemas.openxmlformats.org/drawingml/2006/main">
              <a:ext uri="{FF2B5EF4-FFF2-40B4-BE49-F238E27FC236}">
                <a16:creationId xmlns:a16="http://schemas.microsoft.com/office/drawing/2014/main" id="{0FE4936F-7993-4639-B504-9AEEEB18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36" name="choice46-timeline / edge-1 / arrow">
            <a:extLst xmlns:a="http://schemas.openxmlformats.org/drawingml/2006/main">
              <a:ext uri="{FF2B5EF4-FFF2-40B4-BE49-F238E27FC236}">
                <a16:creationId xmlns:a16="http://schemas.microsoft.com/office/drawing/2014/main" id="{4C7CB965-37E0-4B93-8AFC-B07F6470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2310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37" name="choice46-timeline / edge-2 / path">
            <a:extLst xmlns:a="http://schemas.openxmlformats.org/drawingml/2006/main">
              <a:ext uri="{FF2B5EF4-FFF2-40B4-BE49-F238E27FC236}">
                <a16:creationId xmlns:a16="http://schemas.microsoft.com/office/drawing/2014/main" id="{79B70259-CB26-4840-9F4B-E30E147E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91000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38" name="choice46-timeline / edge-2 / arrow">
            <a:extLst xmlns:a="http://schemas.openxmlformats.org/drawingml/2006/main">
              <a:ext uri="{FF2B5EF4-FFF2-40B4-BE49-F238E27FC236}">
                <a16:creationId xmlns:a16="http://schemas.microsoft.com/office/drawing/2014/main" id="{FE0C5A8F-B895-4EF6-A802-4A15483F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4223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39" name="choice46-timeline / edge-3 / path">
            <a:extLst xmlns:a="http://schemas.openxmlformats.org/drawingml/2006/main">
              <a:ext uri="{FF2B5EF4-FFF2-40B4-BE49-F238E27FC236}">
                <a16:creationId xmlns:a16="http://schemas.microsoft.com/office/drawing/2014/main" id="{FA4C658B-31A9-46FE-9993-77457365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10125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40" name="choice46-timeline / edge-3 / arrow">
            <a:extLst xmlns:a="http://schemas.openxmlformats.org/drawingml/2006/main">
              <a:ext uri="{FF2B5EF4-FFF2-40B4-BE49-F238E27FC236}">
                <a16:creationId xmlns:a16="http://schemas.microsoft.com/office/drawing/2014/main" id="{1A0E4C55-739F-4D19-A99A-A5A97243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089" y="476135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41" name="choice46-timeline / edge-4 / path">
            <a:extLst xmlns:a="http://schemas.openxmlformats.org/drawingml/2006/main">
              <a:ext uri="{FF2B5EF4-FFF2-40B4-BE49-F238E27FC236}">
                <a16:creationId xmlns:a16="http://schemas.microsoft.com/office/drawing/2014/main" id="{9C44D10E-DE36-403B-A105-18279B1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29250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42" name="choice46-timeline / edge-4 / arrow">
            <a:extLst xmlns:a="http://schemas.openxmlformats.org/drawingml/2006/main">
              <a:ext uri="{FF2B5EF4-FFF2-40B4-BE49-F238E27FC236}">
                <a16:creationId xmlns:a16="http://schemas.microsoft.com/office/drawing/2014/main" id="{C4B7ACD8-F253-4EFF-A901-85F18723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89" y="53804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43" name="choice46-timeline / edge-5 / path">
            <a:extLst xmlns:a="http://schemas.openxmlformats.org/drawingml/2006/main">
              <a:ext uri="{FF2B5EF4-FFF2-40B4-BE49-F238E27FC236}">
                <a16:creationId xmlns:a16="http://schemas.microsoft.com/office/drawing/2014/main" id="{5C977DA9-C195-466B-85D1-3B4E59A1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48375"/>
            <a:ext cx="8572500" cy="953"/>
          </a:xfrm>
          <a:custGeom xmlns:a="http://schemas.openxmlformats.org/drawingml/2006/main">
            <a:pathLst>
              <a:path w="8572500" h="953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44" name="choice46-timeline / edge-5 / arrow">
            <a:extLst xmlns:a="http://schemas.openxmlformats.org/drawingml/2006/main">
              <a:ext uri="{FF2B5EF4-FFF2-40B4-BE49-F238E27FC236}">
                <a16:creationId xmlns:a16="http://schemas.microsoft.com/office/drawing/2014/main" id="{7E0AF978-D9C1-428E-A441-48D7A596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089" y="59996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45" name="choice46-timeline / edge-6 / path">
            <a:extLst xmlns:a="http://schemas.openxmlformats.org/drawingml/2006/main">
              <a:ext uri="{FF2B5EF4-FFF2-40B4-BE49-F238E27FC236}">
                <a16:creationId xmlns:a16="http://schemas.microsoft.com/office/drawing/2014/main" id="{B21A7475-B1B8-4F60-B207-AAA021A9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667500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46" name="choice46-timeline / edge-6 / arrow">
            <a:extLst xmlns:a="http://schemas.openxmlformats.org/drawingml/2006/main">
              <a:ext uri="{FF2B5EF4-FFF2-40B4-BE49-F238E27FC236}">
                <a16:creationId xmlns:a16="http://schemas.microsoft.com/office/drawing/2014/main" id="{8E03A03D-6BDF-46D9-8C3D-777F525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089" y="661873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47" name="choice46-timeline / edge-7 / path">
            <a:extLst xmlns:a="http://schemas.openxmlformats.org/drawingml/2006/main">
              <a:ext uri="{FF2B5EF4-FFF2-40B4-BE49-F238E27FC236}">
                <a16:creationId xmlns:a16="http://schemas.microsoft.com/office/drawing/2014/main" id="{C5163BFE-D324-406C-90E9-29450DA5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286625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48" name="choice46-timeline / edge-7 / arrow">
            <a:extLst xmlns:a="http://schemas.openxmlformats.org/drawingml/2006/main">
              <a:ext uri="{FF2B5EF4-FFF2-40B4-BE49-F238E27FC236}">
                <a16:creationId xmlns:a16="http://schemas.microsoft.com/office/drawing/2014/main" id="{CE8D0F4A-C497-455D-9B8A-B2A3B274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23785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49" name="choice46-timeline / edge-8 / path">
            <a:extLst xmlns:a="http://schemas.openxmlformats.org/drawingml/2006/main">
              <a:ext uri="{FF2B5EF4-FFF2-40B4-BE49-F238E27FC236}">
                <a16:creationId xmlns:a16="http://schemas.microsoft.com/office/drawing/2014/main" id="{903478F8-6AEE-498D-BE8A-5B7BC682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905750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50" name="choice46-timeline / edge-8 / arrow">
            <a:extLst xmlns:a="http://schemas.openxmlformats.org/drawingml/2006/main">
              <a:ext uri="{FF2B5EF4-FFF2-40B4-BE49-F238E27FC236}">
                <a16:creationId xmlns:a16="http://schemas.microsoft.com/office/drawing/2014/main" id="{3A0BA8FD-414A-42BA-B27C-AC549D0A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089" y="78569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51" name="choice46-timeline / edge-9 / path">
            <a:extLst xmlns:a="http://schemas.openxmlformats.org/drawingml/2006/main">
              <a:ext uri="{FF2B5EF4-FFF2-40B4-BE49-F238E27FC236}">
                <a16:creationId xmlns:a16="http://schemas.microsoft.com/office/drawing/2014/main" id="{40FDF43B-C392-4CD2-A98F-55A03DE0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524875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52" name="choice46-timeline / edge-9 / arrow">
            <a:extLst xmlns:a="http://schemas.openxmlformats.org/drawingml/2006/main">
              <a:ext uri="{FF2B5EF4-FFF2-40B4-BE49-F238E27FC236}">
                <a16:creationId xmlns:a16="http://schemas.microsoft.com/office/drawing/2014/main" id="{46D7E80C-0D14-4B78-895F-049E78B5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47610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53" name="choice46-timeline / edge-10 / path">
            <a:extLst xmlns:a="http://schemas.openxmlformats.org/drawingml/2006/main">
              <a:ext uri="{FF2B5EF4-FFF2-40B4-BE49-F238E27FC236}">
                <a16:creationId xmlns:a16="http://schemas.microsoft.com/office/drawing/2014/main" id="{1446B338-282C-4F3A-ADB2-04B790AB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144000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54" name="choice46-timeline / edge-10 / arrow">
            <a:extLst xmlns:a="http://schemas.openxmlformats.org/drawingml/2006/main">
              <a:ext uri="{FF2B5EF4-FFF2-40B4-BE49-F238E27FC236}">
                <a16:creationId xmlns:a16="http://schemas.microsoft.com/office/drawing/2014/main" id="{CA2AEB54-481A-4B08-B631-EADC911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09523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55" name="choice46-timeline / edge-11 / path">
            <a:extLst xmlns:a="http://schemas.openxmlformats.org/drawingml/2006/main">
              <a:ext uri="{FF2B5EF4-FFF2-40B4-BE49-F238E27FC236}">
                <a16:creationId xmlns:a16="http://schemas.microsoft.com/office/drawing/2014/main" id="{E68532CA-8473-4FFE-B9EC-B287D96F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763125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56" name="choice46-timeline / edge-11 / arrow">
            <a:extLst xmlns:a="http://schemas.openxmlformats.org/drawingml/2006/main">
              <a:ext uri="{FF2B5EF4-FFF2-40B4-BE49-F238E27FC236}">
                <a16:creationId xmlns:a16="http://schemas.microsoft.com/office/drawing/2014/main" id="{B66F67E0-E36E-4B85-AD62-94265BE8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089" y="971435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57" name="choice46-timeline / edge-12 / path">
            <a:extLst xmlns:a="http://schemas.openxmlformats.org/drawingml/2006/main">
              <a:ext uri="{FF2B5EF4-FFF2-40B4-BE49-F238E27FC236}">
                <a16:creationId xmlns:a16="http://schemas.microsoft.com/office/drawing/2014/main" id="{09D56AFE-ABA3-4FEA-8F72-28A79FEC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0382250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58" name="choice46-timeline / edge-12 / arrow">
            <a:extLst xmlns:a="http://schemas.openxmlformats.org/drawingml/2006/main">
              <a:ext uri="{FF2B5EF4-FFF2-40B4-BE49-F238E27FC236}">
                <a16:creationId xmlns:a16="http://schemas.microsoft.com/office/drawing/2014/main" id="{205E3E18-3FF1-460B-A311-A6727347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89" y="103334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59" name="choice46-timeline / edge-13 / path">
            <a:extLst xmlns:a="http://schemas.openxmlformats.org/drawingml/2006/main">
              <a:ext uri="{FF2B5EF4-FFF2-40B4-BE49-F238E27FC236}">
                <a16:creationId xmlns:a16="http://schemas.microsoft.com/office/drawing/2014/main" id="{8B99DD65-8507-4BCE-A360-9F81EEF9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1001375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0" name="choice46-timeline / edge-13 / arrow">
            <a:extLst xmlns:a="http://schemas.openxmlformats.org/drawingml/2006/main">
              <a:ext uri="{FF2B5EF4-FFF2-40B4-BE49-F238E27FC236}">
                <a16:creationId xmlns:a16="http://schemas.microsoft.com/office/drawing/2014/main" id="{AF0DA3EB-8D59-4CEC-942C-4F44A7AE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089" y="109526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1" name="choice46-timeline / edge-14 / path">
            <a:extLst xmlns:a="http://schemas.openxmlformats.org/drawingml/2006/main">
              <a:ext uri="{FF2B5EF4-FFF2-40B4-BE49-F238E27FC236}">
                <a16:creationId xmlns:a16="http://schemas.microsoft.com/office/drawing/2014/main" id="{207341CF-4E83-457B-B087-92B1B7A6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2952750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2" name="choice46-timeline / edge-14 / arrow">
            <a:extLst xmlns:a="http://schemas.openxmlformats.org/drawingml/2006/main">
              <a:ext uri="{FF2B5EF4-FFF2-40B4-BE49-F238E27FC236}">
                <a16:creationId xmlns:a16="http://schemas.microsoft.com/office/drawing/2014/main" id="{428079A6-D1D8-4B23-BE59-706C01D4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290398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3" name="choice46-timeline / edge-15 / path">
            <a:extLst xmlns:a="http://schemas.openxmlformats.org/drawingml/2006/main">
              <a:ext uri="{FF2B5EF4-FFF2-40B4-BE49-F238E27FC236}">
                <a16:creationId xmlns:a16="http://schemas.microsoft.com/office/drawing/2014/main" id="{B6C436E0-7E39-4EDB-A1F7-FF3C5B24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3571875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4" name="choice46-timeline / edge-15 / arrow">
            <a:extLst xmlns:a="http://schemas.openxmlformats.org/drawingml/2006/main">
              <a:ext uri="{FF2B5EF4-FFF2-40B4-BE49-F238E27FC236}">
                <a16:creationId xmlns:a16="http://schemas.microsoft.com/office/drawing/2014/main" id="{E267C205-A1E6-46EF-ABAD-22768949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352310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5" name="choice46-timeline / edge-16 / path">
            <a:extLst xmlns:a="http://schemas.openxmlformats.org/drawingml/2006/main">
              <a:ext uri="{FF2B5EF4-FFF2-40B4-BE49-F238E27FC236}">
                <a16:creationId xmlns:a16="http://schemas.microsoft.com/office/drawing/2014/main" id="{D197FA90-594A-4541-82E6-A979658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191000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6" name="choice46-timeline / edge-16 / arrow">
            <a:extLst xmlns:a="http://schemas.openxmlformats.org/drawingml/2006/main">
              <a:ext uri="{FF2B5EF4-FFF2-40B4-BE49-F238E27FC236}">
                <a16:creationId xmlns:a16="http://schemas.microsoft.com/office/drawing/2014/main" id="{49EE1E4B-4D04-4ED3-ACA1-BB4804F1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14223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7" name="choice46-timeline / edge-17 / path">
            <a:extLst xmlns:a="http://schemas.openxmlformats.org/drawingml/2006/main">
              <a:ext uri="{FF2B5EF4-FFF2-40B4-BE49-F238E27FC236}">
                <a16:creationId xmlns:a16="http://schemas.microsoft.com/office/drawing/2014/main" id="{4E9DB7F6-8506-4C9B-A7DE-DCB086EB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810125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68" name="choice46-timeline / edge-17 / arrow">
            <a:extLst xmlns:a="http://schemas.openxmlformats.org/drawingml/2006/main">
              <a:ext uri="{FF2B5EF4-FFF2-40B4-BE49-F238E27FC236}">
                <a16:creationId xmlns:a16="http://schemas.microsoft.com/office/drawing/2014/main" id="{60234AEC-5DD0-4ABA-8041-93E8CEFB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339" y="476135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69" name="choice46-timeline / edge-18 / path">
            <a:extLst xmlns:a="http://schemas.openxmlformats.org/drawingml/2006/main">
              <a:ext uri="{FF2B5EF4-FFF2-40B4-BE49-F238E27FC236}">
                <a16:creationId xmlns:a16="http://schemas.microsoft.com/office/drawing/2014/main" id="{8179C254-BE26-4714-88D3-3686048B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5429250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70" name="choice46-timeline / edge-18 / arrow">
            <a:extLst xmlns:a="http://schemas.openxmlformats.org/drawingml/2006/main">
              <a:ext uri="{FF2B5EF4-FFF2-40B4-BE49-F238E27FC236}">
                <a16:creationId xmlns:a16="http://schemas.microsoft.com/office/drawing/2014/main" id="{9B1950F1-776F-4C16-BECD-BD240F6F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6839" y="53804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1" name="choice46-timeline / edge-19 / path">
            <a:extLst xmlns:a="http://schemas.openxmlformats.org/drawingml/2006/main">
              <a:ext uri="{FF2B5EF4-FFF2-40B4-BE49-F238E27FC236}">
                <a16:creationId xmlns:a16="http://schemas.microsoft.com/office/drawing/2014/main" id="{A690C9E1-04B7-4A7B-B9C9-0A608BCA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6048375"/>
            <a:ext cx="8572500" cy="953"/>
          </a:xfrm>
          <a:custGeom xmlns:a="http://schemas.openxmlformats.org/drawingml/2006/main">
            <a:pathLst>
              <a:path w="8572500" h="953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72" name="choice46-timeline / edge-19 / arrow">
            <a:extLst xmlns:a="http://schemas.openxmlformats.org/drawingml/2006/main">
              <a:ext uri="{FF2B5EF4-FFF2-40B4-BE49-F238E27FC236}">
                <a16:creationId xmlns:a16="http://schemas.microsoft.com/office/drawing/2014/main" id="{4834B095-5CF4-413B-A5AE-B8B73CFC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4339" y="59996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3" name="choice46-timeline / edge-20 / path">
            <a:extLst xmlns:a="http://schemas.openxmlformats.org/drawingml/2006/main">
              <a:ext uri="{FF2B5EF4-FFF2-40B4-BE49-F238E27FC236}">
                <a16:creationId xmlns:a16="http://schemas.microsoft.com/office/drawing/2014/main" id="{5DB5A5C3-FF96-49C0-8892-21167ACE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6667500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74" name="choice46-timeline / edge-20 / arrow">
            <a:extLst xmlns:a="http://schemas.openxmlformats.org/drawingml/2006/main">
              <a:ext uri="{FF2B5EF4-FFF2-40B4-BE49-F238E27FC236}">
                <a16:creationId xmlns:a16="http://schemas.microsoft.com/office/drawing/2014/main" id="{1ADDB2B0-FFF4-440A-89B3-649FB7A1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339" y="661873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5" name="choice46-timeline / edge-21 / path">
            <a:extLst xmlns:a="http://schemas.openxmlformats.org/drawingml/2006/main">
              <a:ext uri="{FF2B5EF4-FFF2-40B4-BE49-F238E27FC236}">
                <a16:creationId xmlns:a16="http://schemas.microsoft.com/office/drawing/2014/main" id="{8BB02C03-51EB-40D8-815D-34EC6725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7286625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76" name="choice46-timeline / edge-21 / arrow">
            <a:extLst xmlns:a="http://schemas.openxmlformats.org/drawingml/2006/main">
              <a:ext uri="{FF2B5EF4-FFF2-40B4-BE49-F238E27FC236}">
                <a16:creationId xmlns:a16="http://schemas.microsoft.com/office/drawing/2014/main" id="{F3D3FD84-5060-4F7E-8953-BB637AC4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723785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7" name="choice46-timeline / edge-22 / path">
            <a:extLst xmlns:a="http://schemas.openxmlformats.org/drawingml/2006/main">
              <a:ext uri="{FF2B5EF4-FFF2-40B4-BE49-F238E27FC236}">
                <a16:creationId xmlns:a16="http://schemas.microsoft.com/office/drawing/2014/main" id="{D85E09D1-B208-4B9B-84AC-587F2ACD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7905750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78" name="choice46-timeline / edge-22 / arrow">
            <a:extLst xmlns:a="http://schemas.openxmlformats.org/drawingml/2006/main">
              <a:ext uri="{FF2B5EF4-FFF2-40B4-BE49-F238E27FC236}">
                <a16:creationId xmlns:a16="http://schemas.microsoft.com/office/drawing/2014/main" id="{3074910C-44BA-4D2F-86C7-D3FB03D7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4339" y="78569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9" name="choice46-timeline / edge-23 / path">
            <a:extLst xmlns:a="http://schemas.openxmlformats.org/drawingml/2006/main">
              <a:ext uri="{FF2B5EF4-FFF2-40B4-BE49-F238E27FC236}">
                <a16:creationId xmlns:a16="http://schemas.microsoft.com/office/drawing/2014/main" id="{B4CD8B79-46F8-4388-9ED2-D33134C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8524875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0" name="choice46-timeline / edge-23 / arrow">
            <a:extLst xmlns:a="http://schemas.openxmlformats.org/drawingml/2006/main">
              <a:ext uri="{FF2B5EF4-FFF2-40B4-BE49-F238E27FC236}">
                <a16:creationId xmlns:a16="http://schemas.microsoft.com/office/drawing/2014/main" id="{0DD98572-CD4A-4B70-BB08-8DDE305D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8476107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1" name="choice46-timeline / edge-24 / path">
            <a:extLst xmlns:a="http://schemas.openxmlformats.org/drawingml/2006/main">
              <a:ext uri="{FF2B5EF4-FFF2-40B4-BE49-F238E27FC236}">
                <a16:creationId xmlns:a16="http://schemas.microsoft.com/office/drawing/2014/main" id="{1E2C5DB8-0503-4618-9DFB-942FAF00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9144000"/>
            <a:ext cx="2857500" cy="953"/>
          </a:xfrm>
          <a:custGeom xmlns:a="http://schemas.openxmlformats.org/drawingml/2006/main">
            <a:pathLst>
              <a:path w="2857500" h="953">
                <a:moveTo>
                  <a:pt x="2857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2" name="choice46-timeline / edge-24 / arrow">
            <a:extLst xmlns:a="http://schemas.openxmlformats.org/drawingml/2006/main">
              <a:ext uri="{FF2B5EF4-FFF2-40B4-BE49-F238E27FC236}">
                <a16:creationId xmlns:a16="http://schemas.microsoft.com/office/drawing/2014/main" id="{86510626-EAE7-4098-9B0B-C74DD75C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909523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3" name="choice46-timeline / edge-25 / path">
            <a:extLst xmlns:a="http://schemas.openxmlformats.org/drawingml/2006/main">
              <a:ext uri="{FF2B5EF4-FFF2-40B4-BE49-F238E27FC236}">
                <a16:creationId xmlns:a16="http://schemas.microsoft.com/office/drawing/2014/main" id="{FF7F35F5-5A3E-4D2D-A3AA-AE700887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9763125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4" name="choice46-timeline / edge-25 / arrow">
            <a:extLst xmlns:a="http://schemas.openxmlformats.org/drawingml/2006/main">
              <a:ext uri="{FF2B5EF4-FFF2-40B4-BE49-F238E27FC236}">
                <a16:creationId xmlns:a16="http://schemas.microsoft.com/office/drawing/2014/main" id="{36C9E846-B68D-4EFB-8926-CED1C475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339" y="971435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5" name="choice46-timeline / edge-26 / path">
            <a:extLst xmlns:a="http://schemas.openxmlformats.org/drawingml/2006/main">
              <a:ext uri="{FF2B5EF4-FFF2-40B4-BE49-F238E27FC236}">
                <a16:creationId xmlns:a16="http://schemas.microsoft.com/office/drawing/2014/main" id="{D7787DBC-49FE-49AE-A945-191A451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10382250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6" name="choice46-timeline / edge-26 / arrow">
            <a:extLst xmlns:a="http://schemas.openxmlformats.org/drawingml/2006/main">
              <a:ext uri="{FF2B5EF4-FFF2-40B4-BE49-F238E27FC236}">
                <a16:creationId xmlns:a16="http://schemas.microsoft.com/office/drawing/2014/main" id="{F6AF0415-9933-4313-8ACD-506C1979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6839" y="103334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7" name="choice46-timeline / edge-27 / path">
            <a:extLst xmlns:a="http://schemas.openxmlformats.org/drawingml/2006/main">
              <a:ext uri="{FF2B5EF4-FFF2-40B4-BE49-F238E27FC236}">
                <a16:creationId xmlns:a16="http://schemas.microsoft.com/office/drawing/2014/main" id="{2E7DE277-A6D3-4E75-9B73-143C0891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11001375"/>
            <a:ext cx="2857500" cy="953"/>
          </a:xfrm>
          <a:custGeom xmlns:a="http://schemas.openxmlformats.org/drawingml/2006/main"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8" name="choice46-timeline / edge-27 / arrow">
            <a:extLst xmlns:a="http://schemas.openxmlformats.org/drawingml/2006/main">
              <a:ext uri="{FF2B5EF4-FFF2-40B4-BE49-F238E27FC236}">
                <a16:creationId xmlns:a16="http://schemas.microsoft.com/office/drawing/2014/main" id="{4F374EF4-2D79-4E03-ABE8-B0FEF4C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4339" y="109526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9" name="choice46-timeline / text-mask-0">
            <a:extLst xmlns:a="http://schemas.openxmlformats.org/drawingml/2006/main">
              <a:ext uri="{FF2B5EF4-FFF2-40B4-BE49-F238E27FC236}">
                <a16:creationId xmlns:a16="http://schemas.microsoft.com/office/drawing/2014/main" id="{BF952030-33ED-4917-B79C-FC55E4AC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90500"/>
            <a:ext cx="236791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choice46-timeline / text-0 / text 1">
            <a:extLst xmlns:a="http://schemas.openxmlformats.org/drawingml/2006/main">
              <a:ext uri="{FF2B5EF4-FFF2-40B4-BE49-F238E27FC236}">
                <a16:creationId xmlns:a16="http://schemas.microsoft.com/office/drawing/2014/main" id="{DD176B35-CDDD-4838-8E9E-1905F26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236220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46 | 같은 늦은 전사 정정에서 다시 준비되는 근거</a:t>
            </a:r>
          </a:p>
        </p:txBody>
      </p:sp>
      <p:sp>
        <p:nvSpPr>
          <p:cNvPr id="91" name="choice46-timeline / text-mask-1">
            <a:extLst xmlns:a="http://schemas.openxmlformats.org/drawingml/2006/main">
              <a:ext uri="{FF2B5EF4-FFF2-40B4-BE49-F238E27FC236}">
                <a16:creationId xmlns:a16="http://schemas.microsoft.com/office/drawing/2014/main" id="{70ABD1BD-F2F9-45BF-ABA7-46D4F759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714375"/>
            <a:ext cx="236791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choice46-timeline / text-1 / text 1">
            <a:extLst xmlns:a="http://schemas.openxmlformats.org/drawingml/2006/main">
              <a:ext uri="{FF2B5EF4-FFF2-40B4-BE49-F238E27FC236}">
                <a16:creationId xmlns:a16="http://schemas.microsoft.com/office/drawing/2014/main" id="{003B49DE-DE10-435C-8966-0CA67F47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"/>
            <a:ext cx="23622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named participant 사건도 | 행 간격은 설명 순서이며 실행 시간이나 순차 스케줄링 제약을 뜻하지 않는다</a:t>
            </a:r>
          </a:p>
        </p:txBody>
      </p:sp>
      <p:sp>
        <p:nvSpPr>
          <p:cNvPr id="93" name="choice46-timeline / text-mask-2">
            <a:extLst xmlns:a="http://schemas.openxmlformats.org/drawingml/2006/main">
              <a:ext uri="{FF2B5EF4-FFF2-40B4-BE49-F238E27FC236}">
                <a16:creationId xmlns:a16="http://schemas.microsoft.com/office/drawing/2014/main" id="{155DCBC7-630F-44B1-B25A-E57843AD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190625"/>
            <a:ext cx="11487150" cy="3590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choice46-timeline / text-2 / text 1">
            <a:extLst xmlns:a="http://schemas.openxmlformats.org/drawingml/2006/main">
              <a:ext uri="{FF2B5EF4-FFF2-40B4-BE49-F238E27FC236}">
                <a16:creationId xmlns:a16="http://schemas.microsoft.com/office/drawing/2014/main" id="{2306EBB4-EC83-4295-B99C-62F9CF1A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114300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  요청별 구성과 재조회</a:t>
            </a:r>
          </a:p>
        </p:txBody>
      </p:sp>
      <p:sp>
        <p:nvSpPr>
          <p:cNvPr id="95" name="choice46-timeline / text-mask-3">
            <a:extLst xmlns:a="http://schemas.openxmlformats.org/drawingml/2006/main">
              <a:ext uri="{FF2B5EF4-FFF2-40B4-BE49-F238E27FC236}">
                <a16:creationId xmlns:a16="http://schemas.microsoft.com/office/drawing/2014/main" id="{927B3456-5DC6-49B0-A0CA-2635755F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7652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choice46-timeline / text-3 / text 1">
            <a:extLst xmlns:a="http://schemas.openxmlformats.org/drawingml/2006/main">
              <a:ext uri="{FF2B5EF4-FFF2-40B4-BE49-F238E27FC236}">
                <a16:creationId xmlns:a16="http://schemas.microsoft.com/office/drawing/2014/main" id="{483FB9C2-23D1-40D1-BEAF-900BD81A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652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 input u46@r1 / W46</a:t>
            </a:r>
          </a:p>
        </p:txBody>
      </p:sp>
      <p:sp>
        <p:nvSpPr>
          <p:cNvPr id="97" name="choice46-timeline / text-mask-4">
            <a:extLst xmlns:a="http://schemas.openxmlformats.org/drawingml/2006/main">
              <a:ext uri="{FF2B5EF4-FFF2-40B4-BE49-F238E27FC236}">
                <a16:creationId xmlns:a16="http://schemas.microsoft.com/office/drawing/2014/main" id="{38769DD1-6208-470D-B2C8-9B0165A2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9565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choice46-timeline / text-4 / text 1">
            <a:extLst xmlns:a="http://schemas.openxmlformats.org/drawingml/2006/main">
              <a:ext uri="{FF2B5EF4-FFF2-40B4-BE49-F238E27FC236}">
                <a16:creationId xmlns:a16="http://schemas.microsoft.com/office/drawing/2014/main" id="{E969A544-896D-4E67-BF48-B1C65142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9565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D2 EvidenceQuery(r1)</a:t>
            </a:r>
          </a:p>
        </p:txBody>
      </p:sp>
      <p:sp>
        <p:nvSpPr>
          <p:cNvPr id="99" name="choice46-timeline / text-mask-5">
            <a:extLst xmlns:a="http://schemas.openxmlformats.org/drawingml/2006/main">
              <a:ext uri="{FF2B5EF4-FFF2-40B4-BE49-F238E27FC236}">
                <a16:creationId xmlns:a16="http://schemas.microsoft.com/office/drawing/2014/main" id="{957F9AF8-B77C-4F4E-A55C-849D85C7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1477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choice46-timeline / text-5 / text 1">
            <a:extLst xmlns:a="http://schemas.openxmlformats.org/drawingml/2006/main">
              <a:ext uri="{FF2B5EF4-FFF2-40B4-BE49-F238E27FC236}">
                <a16:creationId xmlns:a16="http://schemas.microsoft.com/office/drawing/2014/main" id="{530F1733-577A-4DB4-8B26-FE8C0E39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91477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D3 TemporalQuery: 원본 결합</a:t>
            </a:r>
          </a:p>
        </p:txBody>
      </p:sp>
      <p:sp>
        <p:nvSpPr>
          <p:cNvPr id="101" name="choice46-timeline / text-mask-6">
            <a:extLst xmlns:a="http://schemas.openxmlformats.org/drawingml/2006/main">
              <a:ext uri="{FF2B5EF4-FFF2-40B4-BE49-F238E27FC236}">
                <a16:creationId xmlns:a16="http://schemas.microsoft.com/office/drawing/2014/main" id="{AC1EBA73-E563-4E45-87A4-306838FF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3390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choice46-timeline / text-6 / text 1">
            <a:extLst xmlns:a="http://schemas.openxmlformats.org/drawingml/2006/main">
              <a:ext uri="{FF2B5EF4-FFF2-40B4-BE49-F238E27FC236}">
                <a16:creationId xmlns:a16="http://schemas.microsoft.com/office/drawing/2014/main" id="{2F4607AF-3174-4C25-9ACC-1383B92F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53390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D4 Q1 Result / source vector</a:t>
            </a:r>
          </a:p>
        </p:txBody>
      </p:sp>
      <p:sp>
        <p:nvSpPr>
          <p:cNvPr id="103" name="choice46-timeline / text-mask-7">
            <a:extLst xmlns:a="http://schemas.openxmlformats.org/drawingml/2006/main">
              <a:ext uri="{FF2B5EF4-FFF2-40B4-BE49-F238E27FC236}">
                <a16:creationId xmlns:a16="http://schemas.microsoft.com/office/drawing/2014/main" id="{106D258E-8D58-497B-B00F-AC13C15D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5302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choice46-timeline / text-7 / text 1">
            <a:extLst xmlns:a="http://schemas.openxmlformats.org/drawingml/2006/main">
              <a:ext uri="{FF2B5EF4-FFF2-40B4-BE49-F238E27FC236}">
                <a16:creationId xmlns:a16="http://schemas.microsoft.com/office/drawing/2014/main" id="{9F4336C1-B936-4AAE-86D6-8A4CC45C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5302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D5 Bundle b1 / Receipt</a:t>
            </a:r>
          </a:p>
        </p:txBody>
      </p:sp>
      <p:sp>
        <p:nvSpPr>
          <p:cNvPr id="105" name="choice46-timeline / text-mask-8">
            <a:extLst xmlns:a="http://schemas.openxmlformats.org/drawingml/2006/main">
              <a:ext uri="{FF2B5EF4-FFF2-40B4-BE49-F238E27FC236}">
                <a16:creationId xmlns:a16="http://schemas.microsoft.com/office/drawing/2014/main" id="{72A3B5B6-0C3F-4C1E-BB67-7B949A4C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72150"/>
            <a:ext cx="8477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choice46-timeline / text-8 / text 1">
            <a:extLst xmlns:a="http://schemas.openxmlformats.org/drawingml/2006/main">
              <a:ext uri="{FF2B5EF4-FFF2-40B4-BE49-F238E27FC236}">
                <a16:creationId xmlns:a16="http://schemas.microsoft.com/office/drawing/2014/main" id="{0562E4B0-98C9-4249-9B02-7671CC23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772150"/>
            <a:ext cx="8420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D6 late r2 → 같은 입력 정정, 기존 근거/의미 사용 차단</a:t>
            </a:r>
          </a:p>
        </p:txBody>
      </p:sp>
      <p:sp>
        <p:nvSpPr>
          <p:cNvPr id="107" name="choice46-timeline / text-mask-9">
            <a:extLst xmlns:a="http://schemas.openxmlformats.org/drawingml/2006/main">
              <a:ext uri="{FF2B5EF4-FFF2-40B4-BE49-F238E27FC236}">
                <a16:creationId xmlns:a16="http://schemas.microsoft.com/office/drawing/2014/main" id="{6CCD58DE-143C-49BF-9C71-7487D590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9127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choice46-timeline / text-9 / text 1">
            <a:extLst xmlns:a="http://schemas.openxmlformats.org/drawingml/2006/main">
              <a:ext uri="{FF2B5EF4-FFF2-40B4-BE49-F238E27FC236}">
                <a16:creationId xmlns:a16="http://schemas.microsoft.com/office/drawing/2014/main" id="{441188B5-7AB3-441A-B4AD-360B6C5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39127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D7 query/set/cache dirty</a:t>
            </a:r>
          </a:p>
        </p:txBody>
      </p:sp>
      <p:sp>
        <p:nvSpPr>
          <p:cNvPr id="109" name="choice46-timeline / text-mask-10">
            <a:extLst xmlns:a="http://schemas.openxmlformats.org/drawingml/2006/main">
              <a:ext uri="{FF2B5EF4-FFF2-40B4-BE49-F238E27FC236}">
                <a16:creationId xmlns:a16="http://schemas.microsoft.com/office/drawing/2014/main" id="{22C0E355-7218-4D44-A45A-A6619B03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01040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choice46-timeline / text-10 / text 1">
            <a:extLst xmlns:a="http://schemas.openxmlformats.org/drawingml/2006/main">
              <a:ext uri="{FF2B5EF4-FFF2-40B4-BE49-F238E27FC236}">
                <a16:creationId xmlns:a16="http://schemas.microsoft.com/office/drawing/2014/main" id="{891C36E8-5CA8-4CF4-8C87-C93F8734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701040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D8 j1 폐기 / j2 시작</a:t>
            </a:r>
          </a:p>
        </p:txBody>
      </p:sp>
      <p:sp>
        <p:nvSpPr>
          <p:cNvPr id="111" name="choice46-timeline / text-mask-11">
            <a:extLst xmlns:a="http://schemas.openxmlformats.org/drawingml/2006/main">
              <a:ext uri="{FF2B5EF4-FFF2-40B4-BE49-F238E27FC236}">
                <a16:creationId xmlns:a16="http://schemas.microsoft.com/office/drawing/2014/main" id="{192C30C4-E550-4890-86E6-9289523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952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choice46-timeline / text-11 / text 1">
            <a:extLst xmlns:a="http://schemas.openxmlformats.org/drawingml/2006/main">
              <a:ext uri="{FF2B5EF4-FFF2-40B4-BE49-F238E27FC236}">
                <a16:creationId xmlns:a16="http://schemas.microsoft.com/office/drawing/2014/main" id="{A484E4CF-26E4-43FA-BA27-D286DA65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762952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D9 늦은 r1 의미: 거절</a:t>
            </a:r>
          </a:p>
        </p:txBody>
      </p:sp>
      <p:sp>
        <p:nvSpPr>
          <p:cNvPr id="113" name="choice46-timeline / text-mask-12">
            <a:extLst xmlns:a="http://schemas.openxmlformats.org/drawingml/2006/main">
              <a:ext uri="{FF2B5EF4-FFF2-40B4-BE49-F238E27FC236}">
                <a16:creationId xmlns:a16="http://schemas.microsoft.com/office/drawing/2014/main" id="{BFE2D6E0-090A-47B6-AE22-2D6A019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24865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choice46-timeline / text-12 / text 1">
            <a:extLst xmlns:a="http://schemas.openxmlformats.org/drawingml/2006/main">
              <a:ext uri="{FF2B5EF4-FFF2-40B4-BE49-F238E27FC236}">
                <a16:creationId xmlns:a16="http://schemas.microsoft.com/office/drawing/2014/main" id="{BCC81227-5189-4DCC-ADBA-2DA837D1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824865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D10 EvidenceQuery(r2)</a:t>
            </a:r>
          </a:p>
        </p:txBody>
      </p:sp>
      <p:sp>
        <p:nvSpPr>
          <p:cNvPr id="115" name="choice46-timeline / text-mask-13">
            <a:extLst xmlns:a="http://schemas.openxmlformats.org/drawingml/2006/main">
              <a:ext uri="{FF2B5EF4-FFF2-40B4-BE49-F238E27FC236}">
                <a16:creationId xmlns:a16="http://schemas.microsoft.com/office/drawing/2014/main" id="{B7467FDC-CF62-4A70-B26D-BA7F9D30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86777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choice46-timeline / text-13 / text 1">
            <a:extLst xmlns:a="http://schemas.openxmlformats.org/drawingml/2006/main">
              <a:ext uri="{FF2B5EF4-FFF2-40B4-BE49-F238E27FC236}">
                <a16:creationId xmlns:a16="http://schemas.microsoft.com/office/drawing/2014/main" id="{BD2D9A1B-1889-4740-A2E8-25E3AD8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886777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D11 Q2: 필요한 원본 재결합</a:t>
            </a:r>
          </a:p>
        </p:txBody>
      </p:sp>
      <p:sp>
        <p:nvSpPr>
          <p:cNvPr id="117" name="choice46-timeline / text-mask-14">
            <a:extLst xmlns:a="http://schemas.openxmlformats.org/drawingml/2006/main">
              <a:ext uri="{FF2B5EF4-FFF2-40B4-BE49-F238E27FC236}">
                <a16:creationId xmlns:a16="http://schemas.microsoft.com/office/drawing/2014/main" id="{64EF22B5-5F03-4106-902C-02EF3DA7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48690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choice46-timeline / text-14 / text 1">
            <a:extLst xmlns:a="http://schemas.openxmlformats.org/drawingml/2006/main">
              <a:ext uri="{FF2B5EF4-FFF2-40B4-BE49-F238E27FC236}">
                <a16:creationId xmlns:a16="http://schemas.microsoft.com/office/drawing/2014/main" id="{531EC014-085E-4E7F-A3D3-137BA9EC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948690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D12 Q2 Result / r2 vector</a:t>
            </a:r>
          </a:p>
        </p:txBody>
      </p:sp>
      <p:sp>
        <p:nvSpPr>
          <p:cNvPr id="119" name="choice46-timeline / text-mask-15">
            <a:extLst xmlns:a="http://schemas.openxmlformats.org/drawingml/2006/main">
              <a:ext uri="{FF2B5EF4-FFF2-40B4-BE49-F238E27FC236}">
                <a16:creationId xmlns:a16="http://schemas.microsoft.com/office/drawing/2014/main" id="{925FC319-DF9B-4B94-8F21-E4BDF6E5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10602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choice46-timeline / text-15 / text 1">
            <a:extLst xmlns:a="http://schemas.openxmlformats.org/drawingml/2006/main">
              <a:ext uri="{FF2B5EF4-FFF2-40B4-BE49-F238E27FC236}">
                <a16:creationId xmlns:a16="http://schemas.microsoft.com/office/drawing/2014/main" id="{398DE3FC-19C2-42D9-B643-1CB78A97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010602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D13 Bundle b2 / 새 vector</a:t>
            </a:r>
          </a:p>
        </p:txBody>
      </p:sp>
      <p:sp>
        <p:nvSpPr>
          <p:cNvPr id="121" name="choice46-timeline / text-mask-16">
            <a:extLst xmlns:a="http://schemas.openxmlformats.org/drawingml/2006/main">
              <a:ext uri="{FF2B5EF4-FFF2-40B4-BE49-F238E27FC236}">
                <a16:creationId xmlns:a16="http://schemas.microsoft.com/office/drawing/2014/main" id="{51C9887F-A3C8-4549-AE70-8F476D26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72515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choice46-timeline / text-16 / text 1">
            <a:extLst xmlns:a="http://schemas.openxmlformats.org/drawingml/2006/main">
              <a:ext uri="{FF2B5EF4-FFF2-40B4-BE49-F238E27FC236}">
                <a16:creationId xmlns:a16="http://schemas.microsoft.com/office/drawing/2014/main" id="{C55B3BC5-F2EE-4D26-ACC4-3D26A35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072515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D14 r2 의미 제안 → 채택</a:t>
            </a:r>
          </a:p>
        </p:txBody>
      </p:sp>
      <p:sp>
        <p:nvSpPr>
          <p:cNvPr id="123" name="choice46-timeline / text-mask-17">
            <a:extLst xmlns:a="http://schemas.openxmlformats.org/drawingml/2006/main">
              <a:ext uri="{FF2B5EF4-FFF2-40B4-BE49-F238E27FC236}">
                <a16:creationId xmlns:a16="http://schemas.microsoft.com/office/drawing/2014/main" id="{6FFC7A93-2A0C-4271-B825-66F81C3E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2192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choice46-timeline / text-17 / text 1">
            <a:extLst xmlns:a="http://schemas.openxmlformats.org/drawingml/2006/main">
              <a:ext uri="{FF2B5EF4-FFF2-40B4-BE49-F238E27FC236}">
                <a16:creationId xmlns:a16="http://schemas.microsoft.com/office/drawing/2014/main" id="{655698FB-63B5-4DC4-AB26-F09529B9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A: 살아 있는 원본에서 필요한 관계를 다시 구성. 유효 부분/cache는 재사용 가능.</a:t>
            </a:r>
          </a:p>
        </p:txBody>
      </p:sp>
      <p:sp>
        <p:nvSpPr>
          <p:cNvPr id="125" name="choice46-timeline / text-17 / text 2">
            <a:extLst xmlns:a="http://schemas.openxmlformats.org/drawingml/2006/main">
              <a:ext uri="{FF2B5EF4-FFF2-40B4-BE49-F238E27FC236}">
                <a16:creationId xmlns:a16="http://schemas.microsoft.com/office/drawing/2014/main" id="{C0EA976E-CFCA-4631-BD03-C9813C47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4396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양안: 원본/gap/timing 한계, 현재성 검사는 동일. 원본 소실 시 자동 복원 보장 없음.</a:t>
            </a:r>
          </a:p>
        </p:txBody>
      </p:sp>
      <p:sp>
        <p:nvSpPr>
          <p:cNvPr id="126" name="choice46-timeline / text-mask-18">
            <a:extLst xmlns:a="http://schemas.openxmlformats.org/drawingml/2006/main">
              <a:ext uri="{FF2B5EF4-FFF2-40B4-BE49-F238E27FC236}">
                <a16:creationId xmlns:a16="http://schemas.microsoft.com/office/drawing/2014/main" id="{200252C2-C37D-4C29-8F89-EFD9A7E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1190625"/>
            <a:ext cx="11487150" cy="3590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choice46-timeline / text-18 / text 1">
            <a:extLst xmlns:a="http://schemas.openxmlformats.org/drawingml/2006/main">
              <a:ext uri="{FF2B5EF4-FFF2-40B4-BE49-F238E27FC236}">
                <a16:creationId xmlns:a16="http://schemas.microsoft.com/office/drawing/2014/main" id="{08A2BD35-8D95-46D2-905D-55FB0025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190625"/>
            <a:ext cx="114300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  게시 유효성 차단과 재게시/재조회</a:t>
            </a:r>
          </a:p>
        </p:txBody>
      </p:sp>
      <p:sp>
        <p:nvSpPr>
          <p:cNvPr id="128" name="choice46-timeline / text-mask-19">
            <a:extLst xmlns:a="http://schemas.openxmlformats.org/drawingml/2006/main">
              <a:ext uri="{FF2B5EF4-FFF2-40B4-BE49-F238E27FC236}">
                <a16:creationId xmlns:a16="http://schemas.microsoft.com/office/drawing/2014/main" id="{67D25A93-9E6A-4EB2-B6D7-B9037208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0" y="267652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choice46-timeline / text-19 / text 1">
            <a:extLst xmlns:a="http://schemas.openxmlformats.org/drawingml/2006/main">
              <a:ext uri="{FF2B5EF4-FFF2-40B4-BE49-F238E27FC236}">
                <a16:creationId xmlns:a16="http://schemas.microsoft.com/office/drawing/2014/main" id="{27955F3D-C3FA-4BAD-B81B-C9C2C573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575" y="267652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 input u46@r1 / W46</a:t>
            </a:r>
          </a:p>
        </p:txBody>
      </p:sp>
      <p:sp>
        <p:nvSpPr>
          <p:cNvPr id="130" name="choice46-timeline / text-mask-20">
            <a:extLst xmlns:a="http://schemas.openxmlformats.org/drawingml/2006/main">
              <a:ext uri="{FF2B5EF4-FFF2-40B4-BE49-F238E27FC236}">
                <a16:creationId xmlns:a16="http://schemas.microsoft.com/office/drawing/2014/main" id="{EB959DD9-49EF-4CBC-AB49-7882E3C9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329565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choice46-timeline / text-20 / text 1">
            <a:extLst xmlns:a="http://schemas.openxmlformats.org/drawingml/2006/main">
              <a:ext uri="{FF2B5EF4-FFF2-40B4-BE49-F238E27FC236}">
                <a16:creationId xmlns:a16="http://schemas.microsoft.com/office/drawing/2014/main" id="{F9A8B02D-54C9-49C3-910E-2B29A0C4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75" y="329565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D2 EvidenceQuery(r1)</a:t>
            </a:r>
          </a:p>
        </p:txBody>
      </p:sp>
      <p:sp>
        <p:nvSpPr>
          <p:cNvPr id="132" name="choice46-timeline / text-mask-21">
            <a:extLst xmlns:a="http://schemas.openxmlformats.org/drawingml/2006/main">
              <a:ext uri="{FF2B5EF4-FFF2-40B4-BE49-F238E27FC236}">
                <a16:creationId xmlns:a16="http://schemas.microsoft.com/office/drawing/2014/main" id="{0CE99F03-9E41-4A14-97D5-84F050FE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91477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choice46-timeline / text-21 / text 1">
            <a:extLst xmlns:a="http://schemas.openxmlformats.org/drawingml/2006/main">
              <a:ext uri="{FF2B5EF4-FFF2-40B4-BE49-F238E27FC236}">
                <a16:creationId xmlns:a16="http://schemas.microsoft.com/office/drawing/2014/main" id="{251DE444-8466-45EE-BD5B-211FEE60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91477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D3 TemporalRead: 유효 TEv1</a:t>
            </a:r>
          </a:p>
        </p:txBody>
      </p:sp>
      <p:sp>
        <p:nvSpPr>
          <p:cNvPr id="134" name="choice46-timeline / text-mask-22">
            <a:extLst xmlns:a="http://schemas.openxmlformats.org/drawingml/2006/main">
              <a:ext uri="{FF2B5EF4-FFF2-40B4-BE49-F238E27FC236}">
                <a16:creationId xmlns:a16="http://schemas.microsoft.com/office/drawing/2014/main" id="{04699254-9881-4142-8F67-E447173C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53390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hoice46-timeline / text-22 / text 1">
            <a:extLst xmlns:a="http://schemas.openxmlformats.org/drawingml/2006/main">
              <a:ext uri="{FF2B5EF4-FFF2-40B4-BE49-F238E27FC236}">
                <a16:creationId xmlns:a16="http://schemas.microsoft.com/office/drawing/2014/main" id="{A145BDDB-131F-455D-9C0B-BF6CD6E1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453390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D4 TEv1 / coverage / refs</a:t>
            </a:r>
          </a:p>
        </p:txBody>
      </p:sp>
      <p:sp>
        <p:nvSpPr>
          <p:cNvPr id="136" name="choice46-timeline / text-mask-23">
            <a:extLst xmlns:a="http://schemas.openxmlformats.org/drawingml/2006/main">
              <a:ext uri="{FF2B5EF4-FFF2-40B4-BE49-F238E27FC236}">
                <a16:creationId xmlns:a16="http://schemas.microsoft.com/office/drawing/2014/main" id="{BF607C3B-C675-4B7B-A135-5BC86527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515302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choice46-timeline / text-23 / text 1">
            <a:extLst xmlns:a="http://schemas.openxmlformats.org/drawingml/2006/main">
              <a:ext uri="{FF2B5EF4-FFF2-40B4-BE49-F238E27FC236}">
                <a16:creationId xmlns:a16="http://schemas.microsoft.com/office/drawing/2014/main" id="{121AB2D1-E713-4032-8452-E3F2A1C0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75" y="515302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D5 Bundle b1 / Receipt</a:t>
            </a:r>
          </a:p>
        </p:txBody>
      </p:sp>
      <p:sp>
        <p:nvSpPr>
          <p:cNvPr id="138" name="choice46-timeline / text-mask-24">
            <a:extLst xmlns:a="http://schemas.openxmlformats.org/drawingml/2006/main">
              <a:ext uri="{FF2B5EF4-FFF2-40B4-BE49-F238E27FC236}">
                <a16:creationId xmlns:a16="http://schemas.microsoft.com/office/drawing/2014/main" id="{B500B3B5-2CE7-4666-8C0F-E5DB275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772150"/>
            <a:ext cx="8477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choice46-timeline / text-24 / text 1">
            <a:extLst xmlns:a="http://schemas.openxmlformats.org/drawingml/2006/main">
              <a:ext uri="{FF2B5EF4-FFF2-40B4-BE49-F238E27FC236}">
                <a16:creationId xmlns:a16="http://schemas.microsoft.com/office/drawing/2014/main" id="{9E055E96-15DB-4621-AFE0-310E5FDF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5772150"/>
            <a:ext cx="8420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D6 late r2 → 같은 입력 정정, 기존 근거/의미 사용 차단</a:t>
            </a:r>
          </a:p>
        </p:txBody>
      </p:sp>
      <p:sp>
        <p:nvSpPr>
          <p:cNvPr id="140" name="choice46-timeline / text-mask-25">
            <a:extLst xmlns:a="http://schemas.openxmlformats.org/drawingml/2006/main">
              <a:ext uri="{FF2B5EF4-FFF2-40B4-BE49-F238E27FC236}">
                <a16:creationId xmlns:a16="http://schemas.microsoft.com/office/drawing/2014/main" id="{8A28B95C-FBEA-4216-AFC4-3A5664B1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39127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hoice46-timeline / text-25 / text 1">
            <a:extLst xmlns:a="http://schemas.openxmlformats.org/drawingml/2006/main">
              <a:ext uri="{FF2B5EF4-FFF2-40B4-BE49-F238E27FC236}">
                <a16:creationId xmlns:a16="http://schemas.microsoft.com/office/drawing/2014/main" id="{7F3FDCCB-2236-4010-9B28-5EBBC1C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639127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D7 TEv1 DIRTY / 소비 차단</a:t>
            </a:r>
          </a:p>
        </p:txBody>
      </p:sp>
      <p:sp>
        <p:nvSpPr>
          <p:cNvPr id="142" name="choice46-timeline / text-mask-26">
            <a:extLst xmlns:a="http://schemas.openxmlformats.org/drawingml/2006/main">
              <a:ext uri="{FF2B5EF4-FFF2-40B4-BE49-F238E27FC236}">
                <a16:creationId xmlns:a16="http://schemas.microsoft.com/office/drawing/2014/main" id="{684565F0-495A-4F6E-9C52-C0880EC1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0" y="701040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choice46-timeline / text-26 / text 1">
            <a:extLst xmlns:a="http://schemas.openxmlformats.org/drawingml/2006/main">
              <a:ext uri="{FF2B5EF4-FFF2-40B4-BE49-F238E27FC236}">
                <a16:creationId xmlns:a16="http://schemas.microsoft.com/office/drawing/2014/main" id="{1780F383-4812-4E42-BFC2-35851AF5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575" y="701040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D8 j1 폐기 / j2 시작</a:t>
            </a:r>
          </a:p>
        </p:txBody>
      </p:sp>
      <p:sp>
        <p:nvSpPr>
          <p:cNvPr id="144" name="choice46-timeline / text-mask-27">
            <a:extLst xmlns:a="http://schemas.openxmlformats.org/drawingml/2006/main">
              <a:ext uri="{FF2B5EF4-FFF2-40B4-BE49-F238E27FC236}">
                <a16:creationId xmlns:a16="http://schemas.microsoft.com/office/drawing/2014/main" id="{AF837423-0630-4C79-A095-87F217EC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0" y="762952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choice46-timeline / text-27 / text 1">
            <a:extLst xmlns:a="http://schemas.openxmlformats.org/drawingml/2006/main">
              <a:ext uri="{FF2B5EF4-FFF2-40B4-BE49-F238E27FC236}">
                <a16:creationId xmlns:a16="http://schemas.microsoft.com/office/drawing/2014/main" id="{C6C6E3AE-4505-4FBA-96DB-0B0FFF8E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575" y="762952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D9 늦은 r1 의미: 거절</a:t>
            </a:r>
          </a:p>
        </p:txBody>
      </p:sp>
      <p:sp>
        <p:nvSpPr>
          <p:cNvPr id="146" name="choice46-timeline / text-mask-28">
            <a:extLst xmlns:a="http://schemas.openxmlformats.org/drawingml/2006/main">
              <a:ext uri="{FF2B5EF4-FFF2-40B4-BE49-F238E27FC236}">
                <a16:creationId xmlns:a16="http://schemas.microsoft.com/office/drawing/2014/main" id="{98CE1C73-A28E-433E-B130-4B013338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824865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choice46-timeline / text-28 / text 1">
            <a:extLst xmlns:a="http://schemas.openxmlformats.org/drawingml/2006/main">
              <a:ext uri="{FF2B5EF4-FFF2-40B4-BE49-F238E27FC236}">
                <a16:creationId xmlns:a16="http://schemas.microsoft.com/office/drawing/2014/main" id="{B2D58BD7-92B2-42BA-845B-7254DE88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75" y="824865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D10 EvidenceQuery(r2)</a:t>
            </a:r>
          </a:p>
        </p:txBody>
      </p:sp>
      <p:sp>
        <p:nvSpPr>
          <p:cNvPr id="148" name="choice46-timeline / text-mask-29">
            <a:extLst xmlns:a="http://schemas.openxmlformats.org/drawingml/2006/main">
              <a:ext uri="{FF2B5EF4-FFF2-40B4-BE49-F238E27FC236}">
                <a16:creationId xmlns:a16="http://schemas.microsoft.com/office/drawing/2014/main" id="{08996371-A407-4500-9A6B-9AB48D16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86777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choice46-timeline / text-29 / text 1">
            <a:extLst xmlns:a="http://schemas.openxmlformats.org/drawingml/2006/main">
              <a:ext uri="{FF2B5EF4-FFF2-40B4-BE49-F238E27FC236}">
                <a16:creationId xmlns:a16="http://schemas.microsoft.com/office/drawing/2014/main" id="{13C4124B-A393-467E-9BC4-1AF1508F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886777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D11 유효 TEv2 없으면 대기</a:t>
            </a:r>
          </a:p>
        </p:txBody>
      </p:sp>
      <p:sp>
        <p:nvSpPr>
          <p:cNvPr id="150" name="choice46-timeline / text-mask-30">
            <a:extLst xmlns:a="http://schemas.openxmlformats.org/drawingml/2006/main">
              <a:ext uri="{FF2B5EF4-FFF2-40B4-BE49-F238E27FC236}">
                <a16:creationId xmlns:a16="http://schemas.microsoft.com/office/drawing/2014/main" id="{D8C395EF-D3C3-4F94-8D69-F298605A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948690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choice46-timeline / text-30 / text 1">
            <a:extLst xmlns:a="http://schemas.openxmlformats.org/drawingml/2006/main">
              <a:ext uri="{FF2B5EF4-FFF2-40B4-BE49-F238E27FC236}">
                <a16:creationId xmlns:a16="http://schemas.microsoft.com/office/drawing/2014/main" id="{939EE15D-3694-40D4-9CD5-87C28A0B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948690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D12 조건부 게시 TEv2 → read</a:t>
            </a:r>
          </a:p>
        </p:txBody>
      </p:sp>
      <p:sp>
        <p:nvSpPr>
          <p:cNvPr id="152" name="choice46-timeline / text-mask-31">
            <a:extLst xmlns:a="http://schemas.openxmlformats.org/drawingml/2006/main">
              <a:ext uri="{FF2B5EF4-FFF2-40B4-BE49-F238E27FC236}">
                <a16:creationId xmlns:a16="http://schemas.microsoft.com/office/drawing/2014/main" id="{5E8560D6-D121-46EA-A4F7-EE0416AA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10106025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choice46-timeline / text-31 / text 1">
            <a:extLst xmlns:a="http://schemas.openxmlformats.org/drawingml/2006/main">
              <a:ext uri="{FF2B5EF4-FFF2-40B4-BE49-F238E27FC236}">
                <a16:creationId xmlns:a16="http://schemas.microsoft.com/office/drawing/2014/main" id="{DFA8ED21-F16E-4232-967C-F1238BF1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75" y="10106025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D13 Bundle b2 / 새 vector</a:t>
            </a:r>
          </a:p>
        </p:txBody>
      </p:sp>
      <p:sp>
        <p:nvSpPr>
          <p:cNvPr id="154" name="choice46-timeline / text-mask-32">
            <a:extLst xmlns:a="http://schemas.openxmlformats.org/drawingml/2006/main">
              <a:ext uri="{FF2B5EF4-FFF2-40B4-BE49-F238E27FC236}">
                <a16:creationId xmlns:a16="http://schemas.microsoft.com/office/drawing/2014/main" id="{564CF412-15D4-4B52-B571-44F229AA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0" y="10725150"/>
            <a:ext cx="2762250" cy="210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choice46-timeline / text-32 / text 1">
            <a:extLst xmlns:a="http://schemas.openxmlformats.org/drawingml/2006/main">
              <a:ext uri="{FF2B5EF4-FFF2-40B4-BE49-F238E27FC236}">
                <a16:creationId xmlns:a16="http://schemas.microsoft.com/office/drawing/2014/main" id="{0371F482-94BF-4C54-ADF6-D352C923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575" y="10725150"/>
            <a:ext cx="2705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D14 r2 의미 제안 → 채택</a:t>
            </a:r>
          </a:p>
        </p:txBody>
      </p:sp>
      <p:sp>
        <p:nvSpPr>
          <p:cNvPr id="156" name="choice46-timeline / text-mask-33">
            <a:extLst xmlns:a="http://schemas.openxmlformats.org/drawingml/2006/main">
              <a:ext uri="{FF2B5EF4-FFF2-40B4-BE49-F238E27FC236}">
                <a16:creationId xmlns:a16="http://schemas.microsoft.com/office/drawing/2014/main" id="{B6A8647C-FCB3-4D29-B430-E4D350EF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12192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choice46-timeline / text-33 / text 1">
            <a:extLst xmlns:a="http://schemas.openxmlformats.org/drawingml/2006/main">
              <a:ext uri="{FF2B5EF4-FFF2-40B4-BE49-F238E27FC236}">
                <a16:creationId xmlns:a16="http://schemas.microsoft.com/office/drawing/2014/main" id="{2E4A4951-3F44-4FFE-9038-E8B25E52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219200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B: Publisher가 relation + coverage를 함께 확정. Reader는 재결합하지 않음.</a:t>
            </a:r>
          </a:p>
        </p:txBody>
      </p:sp>
      <p:sp>
        <p:nvSpPr>
          <p:cNvPr id="158" name="choice46-timeline / text-33 / text 2">
            <a:extLst xmlns:a="http://schemas.openxmlformats.org/drawingml/2006/main">
              <a:ext uri="{FF2B5EF4-FFF2-40B4-BE49-F238E27FC236}">
                <a16:creationId xmlns:a16="http://schemas.microsoft.com/office/drawing/2014/main" id="{122C03E2-159C-477A-B013-1D779564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24396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양안: 원본/gap/timing 한계, 현재성 검사는 동일. 원본 소실 시 자동 복원 보장 없음.</a:t>
            </a:r>
          </a:p>
        </p:txBody>
      </p:sp>
      <p:sp>
        <p:nvSpPr>
          <p:cNvPr id="159" name="choice46-timeline / text-mask-34">
            <a:extLst xmlns:a="http://schemas.openxmlformats.org/drawingml/2006/main">
              <a:ext uri="{FF2B5EF4-FFF2-40B4-BE49-F238E27FC236}">
                <a16:creationId xmlns:a16="http://schemas.microsoft.com/office/drawing/2014/main" id="{1FF7DB11-2FF6-4A1A-8816-F39115A5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239750"/>
            <a:ext cx="2339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choice46-timeline / text-34 / text 1">
            <a:extLst xmlns:a="http://schemas.openxmlformats.org/drawingml/2006/main">
              <a:ext uri="{FF2B5EF4-FFF2-40B4-BE49-F238E27FC236}">
                <a16:creationId xmlns:a16="http://schemas.microsoft.com/office/drawing/2014/main" id="{B9F14D50-BFD9-4A37-8EC5-8FCB6A15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239750"/>
            <a:ext cx="2333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B의 최초 TEv1 생산은 read보다 먼저 또는 요청 뒤에 일어날 수 있다. Input 확정/local stop는 생산 완료를 기다리지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78479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choice46-lifecycle / aim">
            <a:extLst xmlns:a="http://schemas.openxmlformats.org/drawingml/2006/main">
              <a:ext uri="{FF2B5EF4-FFF2-40B4-BE49-F238E27FC236}">
                <a16:creationId xmlns:a16="http://schemas.microsoft.com/office/drawing/2014/main" id="{F835DAC3-15AC-4EAB-B24E-4CA30369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11430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" name="choice46-lifecycle / aim-label / text 1">
            <a:extLst xmlns:a="http://schemas.openxmlformats.org/drawingml/2006/main">
              <a:ext uri="{FF2B5EF4-FFF2-40B4-BE49-F238E27FC236}">
                <a16:creationId xmlns:a16="http://schemas.microsoft.com/office/drawing/2014/main" id="{30A4C626-55CC-49ED-8DA9-6504B922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28825"/>
            <a:ext cx="11144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3" name="choice46-lifecycle / araw">
            <a:extLst xmlns:a="http://schemas.openxmlformats.org/drawingml/2006/main">
              <a:ext uri="{FF2B5EF4-FFF2-40B4-BE49-F238E27FC236}">
                <a16:creationId xmlns:a16="http://schemas.microsoft.com/office/drawing/2014/main" id="{BD71FEE6-CB72-4529-98F4-D1DC5FA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2952750" cy="7620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" name="choice46-lifecycle / araw-label / text 1">
            <a:extLst xmlns:a="http://schemas.openxmlformats.org/drawingml/2006/main">
              <a:ext uri="{FF2B5EF4-FFF2-40B4-BE49-F238E27FC236}">
                <a16:creationId xmlns:a16="http://schemas.microsoft.com/office/drawing/2014/main" id="{6E6AE7D6-2510-4A6E-A34D-B5864A1E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9434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Input Observation Window</a:t>
            </a:r>
          </a:p>
        </p:txBody>
      </p:sp>
      <p:sp>
        <p:nvSpPr>
          <p:cNvPr id="5" name="choice46-lifecycle / atr">
            <a:extLst xmlns:a="http://schemas.openxmlformats.org/drawingml/2006/main">
              <a:ext uri="{FF2B5EF4-FFF2-40B4-BE49-F238E27FC236}">
                <a16:creationId xmlns:a16="http://schemas.microsoft.com/office/drawing/2014/main" id="{E0C1FB2A-9410-45A2-AF97-F0D00268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952750" cy="7620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" name="choice46-lifecycle / atr-label / text 1">
            <a:extLst xmlns:a="http://schemas.openxmlformats.org/drawingml/2006/main">
              <a:ext uri="{FF2B5EF4-FFF2-40B4-BE49-F238E27FC236}">
                <a16:creationId xmlns:a16="http://schemas.microsoft.com/office/drawing/2014/main" id="{7E627820-CDEF-428F-B936-4A7C7265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2934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Transcript Revision State</a:t>
            </a:r>
          </a:p>
        </p:txBody>
      </p:sp>
      <p:sp>
        <p:nvSpPr>
          <p:cNvPr id="7" name="choice46-lifecycle / atl">
            <a:extLst xmlns:a="http://schemas.openxmlformats.org/drawingml/2006/main">
              <a:ext uri="{FF2B5EF4-FFF2-40B4-BE49-F238E27FC236}">
                <a16:creationId xmlns:a16="http://schemas.microsoft.com/office/drawing/2014/main" id="{9EAE1826-21EE-4749-85DF-5788D0BD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7524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8" name="choice46-lifecycle / atl-label / text 1">
            <a:extLst xmlns:a="http://schemas.openxmlformats.org/drawingml/2006/main">
              <a:ext uri="{FF2B5EF4-FFF2-40B4-BE49-F238E27FC236}">
                <a16:creationId xmlns:a16="http://schemas.microsoft.com/office/drawing/2014/main" id="{59A3B606-5FA8-4CD2-AE4C-032A5CE3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00325"/>
            <a:ext cx="72390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Timeline &amp; Buffer</a:t>
            </a:r>
          </a:p>
        </p:txBody>
      </p:sp>
      <p:sp>
        <p:nvSpPr>
          <p:cNvPr id="9" name="choice46-lifecycle / afn">
            <a:extLst xmlns:a="http://schemas.openxmlformats.org/drawingml/2006/main">
              <a:ext uri="{FF2B5EF4-FFF2-40B4-BE49-F238E27FC236}">
                <a16:creationId xmlns:a16="http://schemas.microsoft.com/office/drawing/2014/main" id="{462D7E66-9CD5-473F-8DF3-B10719FC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295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10" name="choice46-lifecycle / afn-label / text 1">
            <a:extLst xmlns:a="http://schemas.openxmlformats.org/drawingml/2006/main">
              <a:ext uri="{FF2B5EF4-FFF2-40B4-BE49-F238E27FC236}">
                <a16:creationId xmlns:a16="http://schemas.microsoft.com/office/drawing/2014/main" id="{7BAD13F1-DC19-434B-B596-95CB19F5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8968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Evidence</a:t>
            </a:r>
          </a:p>
        </p:txBody>
      </p:sp>
      <p:sp>
        <p:nvSpPr>
          <p:cNvPr id="11" name="choice46-lifecycle / afn-label / text 2">
            <a:extLst xmlns:a="http://schemas.openxmlformats.org/drawingml/2006/main">
              <a:ext uri="{FF2B5EF4-FFF2-40B4-BE49-F238E27FC236}">
                <a16:creationId xmlns:a16="http://schemas.microsoft.com/office/drawing/2014/main" id="{F7214E98-7D15-4065-9B37-F16D092E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Resolver</a:t>
            </a:r>
          </a:p>
        </p:txBody>
      </p:sp>
      <p:sp>
        <p:nvSpPr>
          <p:cNvPr id="12" name="choice46-lifecycle / astate">
            <a:extLst xmlns:a="http://schemas.openxmlformats.org/drawingml/2006/main">
              <a:ext uri="{FF2B5EF4-FFF2-40B4-BE49-F238E27FC236}">
                <a16:creationId xmlns:a16="http://schemas.microsoft.com/office/drawing/2014/main" id="{E11C3893-B0AB-425A-AE02-B79A5B9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286125" cy="9048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13" name="choice46-lifecycle / astate-label / text 1">
            <a:extLst xmlns:a="http://schemas.openxmlformats.org/drawingml/2006/main">
              <a:ext uri="{FF2B5EF4-FFF2-40B4-BE49-F238E27FC236}">
                <a16:creationId xmlns:a16="http://schemas.microsoft.com/office/drawing/2014/main" id="{0CA774E6-B711-4AB5-9DD8-8BE55ABC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98996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Query State</a:t>
            </a:r>
          </a:p>
        </p:txBody>
      </p:sp>
      <p:sp>
        <p:nvSpPr>
          <p:cNvPr id="14" name="choice46-lifecycle / arev">
            <a:extLst xmlns:a="http://schemas.openxmlformats.org/drawingml/2006/main">
              <a:ext uri="{FF2B5EF4-FFF2-40B4-BE49-F238E27FC236}">
                <a16:creationId xmlns:a16="http://schemas.microsoft.com/office/drawing/2014/main" id="{2F714C20-1B3A-4F06-A629-69371292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38625"/>
            <a:ext cx="3286125" cy="666750"/>
          </a:xfrm>
          <a:custGeom xmlns:a="http://schemas.openxmlformats.org/drawingml/2006/main">
            <a:pathLst>
              <a:path w="3286125" h="666750">
                <a:moveTo>
                  <a:pt x="0" y="0"/>
                </a:moveTo>
                <a:lnTo>
                  <a:pt x="3114675" y="0"/>
                </a:lnTo>
                <a:lnTo>
                  <a:pt x="3286125" y="171450"/>
                </a:lnTo>
                <a:lnTo>
                  <a:pt x="3286125" y="6667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5" name="choice46-lifecycle / arev / fold">
            <a:extLst xmlns:a="http://schemas.openxmlformats.org/drawingml/2006/main">
              <a:ext uri="{FF2B5EF4-FFF2-40B4-BE49-F238E27FC236}">
                <a16:creationId xmlns:a16="http://schemas.microsoft.com/office/drawing/2014/main" id="{D3304362-9381-4953-9F93-C7824ACC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38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6" name="choice46-lifecycle / arev-label / text 1">
            <a:extLst xmlns:a="http://schemas.openxmlformats.org/drawingml/2006/main">
              <a:ext uri="{FF2B5EF4-FFF2-40B4-BE49-F238E27FC236}">
                <a16:creationId xmlns:a16="http://schemas.microsoft.com/office/drawing/2014/main" id="{2AF09B3F-1813-439F-AEAC-26A203F1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41984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Q1 dirty → Q2 Result</a:t>
            </a:r>
          </a:p>
        </p:txBody>
      </p:sp>
      <p:sp>
        <p:nvSpPr>
          <p:cNvPr id="17" name="choice46-lifecycle / acm">
            <a:extLst xmlns:a="http://schemas.openxmlformats.org/drawingml/2006/main">
              <a:ext uri="{FF2B5EF4-FFF2-40B4-BE49-F238E27FC236}">
                <a16:creationId xmlns:a16="http://schemas.microsoft.com/office/drawing/2014/main" id="{83614D28-1932-472F-92B9-3AADF505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905500"/>
            <a:ext cx="114300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8" name="choice46-lifecycle / acm-label / text 1">
            <a:extLst xmlns:a="http://schemas.openxmlformats.org/drawingml/2006/main">
              <a:ext uri="{FF2B5EF4-FFF2-40B4-BE49-F238E27FC236}">
                <a16:creationId xmlns:a16="http://schemas.microsoft.com/office/drawing/2014/main" id="{4EF8383F-537B-4F1E-9609-74DBEB38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81700"/>
            <a:ext cx="11144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9" name="choice46-lifecycle / aconsume">
            <a:extLst xmlns:a="http://schemas.openxmlformats.org/drawingml/2006/main">
              <a:ext uri="{FF2B5EF4-FFF2-40B4-BE49-F238E27FC236}">
                <a16:creationId xmlns:a16="http://schemas.microsoft.com/office/drawing/2014/main" id="{EF2EC986-BE31-4C2F-BFD7-BFD6E9B1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3619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20" name="choice46-lifecycle / aconsume-label / text 1">
            <a:extLst xmlns:a="http://schemas.openxmlformats.org/drawingml/2006/main">
              <a:ext uri="{FF2B5EF4-FFF2-40B4-BE49-F238E27FC236}">
                <a16:creationId xmlns:a16="http://schemas.microsoft.com/office/drawing/2014/main" id="{69F99567-5A40-4DA2-9818-51100EAB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94671"/>
            <a:ext cx="3390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Composer</a:t>
            </a:r>
          </a:p>
        </p:txBody>
      </p:sp>
      <p:sp>
        <p:nvSpPr>
          <p:cNvPr id="21" name="choice46-lifecycle / ahist">
            <a:extLst xmlns:a="http://schemas.openxmlformats.org/drawingml/2006/main">
              <a:ext uri="{FF2B5EF4-FFF2-40B4-BE49-F238E27FC236}">
                <a16:creationId xmlns:a16="http://schemas.microsoft.com/office/drawing/2014/main" id="{D9C4B107-77D2-4795-BB79-3DA08B40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05750"/>
            <a:ext cx="3619500" cy="7620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2" name="choice46-lifecycle / ahist-label / text 1">
            <a:extLst xmlns:a="http://schemas.openxmlformats.org/drawingml/2006/main">
              <a:ext uri="{FF2B5EF4-FFF2-40B4-BE49-F238E27FC236}">
                <a16:creationId xmlns:a16="http://schemas.microsoft.com/office/drawing/2014/main" id="{3EDE9D99-E327-425C-87AE-78CEFBDB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32934"/>
            <a:ext cx="3390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Source View Cache</a:t>
            </a:r>
          </a:p>
        </p:txBody>
      </p:sp>
      <p:sp>
        <p:nvSpPr>
          <p:cNvPr id="23" name="choice46-lifecycle / abundle">
            <a:extLst xmlns:a="http://schemas.openxmlformats.org/drawingml/2006/main">
              <a:ext uri="{FF2B5EF4-FFF2-40B4-BE49-F238E27FC236}">
                <a16:creationId xmlns:a16="http://schemas.microsoft.com/office/drawing/2014/main" id="{A39CB2CA-A45E-4BA9-BE2E-559CFF3E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667500"/>
            <a:ext cx="5857875" cy="9048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24" name="choice46-lifecycle / abundle-label / text 1">
            <a:extLst xmlns:a="http://schemas.openxmlformats.org/drawingml/2006/main">
              <a:ext uri="{FF2B5EF4-FFF2-40B4-BE49-F238E27FC236}">
                <a16:creationId xmlns:a16="http://schemas.microsoft.com/office/drawing/2014/main" id="{202C4CB7-12AD-41E8-81FA-F1758A8F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7066121"/>
            <a:ext cx="56292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Evidence Set</a:t>
            </a:r>
          </a:p>
        </p:txBody>
      </p:sp>
      <p:sp>
        <p:nvSpPr>
          <p:cNvPr id="25" name="choice46-lifecycle / arc">
            <a:extLst xmlns:a="http://schemas.openxmlformats.org/drawingml/2006/main">
              <a:ext uri="{FF2B5EF4-FFF2-40B4-BE49-F238E27FC236}">
                <a16:creationId xmlns:a16="http://schemas.microsoft.com/office/drawing/2014/main" id="{BEC0178E-6E10-48DE-89DC-66EB3A48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620250"/>
            <a:ext cx="361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6" name="choice46-lifecycle / arc-label / text 1">
            <a:extLst xmlns:a="http://schemas.openxmlformats.org/drawingml/2006/main">
              <a:ext uri="{FF2B5EF4-FFF2-40B4-BE49-F238E27FC236}">
                <a16:creationId xmlns:a16="http://schemas.microsoft.com/office/drawing/2014/main" id="{6F4EA8A3-BBF2-4CDE-8A3D-CC0C1104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696450"/>
            <a:ext cx="3333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27" name="choice46-lifecycle / afence">
            <a:extLst xmlns:a="http://schemas.openxmlformats.org/drawingml/2006/main">
              <a:ext uri="{FF2B5EF4-FFF2-40B4-BE49-F238E27FC236}">
                <a16:creationId xmlns:a16="http://schemas.microsoft.com/office/drawing/2014/main" id="{5C81F422-CB36-4FDB-84CB-572F5D8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0"/>
            <a:ext cx="314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28" name="choice46-lifecycle / afence-label / text 1">
            <a:extLst xmlns:a="http://schemas.openxmlformats.org/drawingml/2006/main">
              <a:ext uri="{FF2B5EF4-FFF2-40B4-BE49-F238E27FC236}">
                <a16:creationId xmlns:a16="http://schemas.microsoft.com/office/drawing/2014/main" id="{0330C2C2-2F48-4B1D-B587-832278C1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466546"/>
            <a:ext cx="29146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Adoption Control</a:t>
            </a:r>
          </a:p>
        </p:txBody>
      </p:sp>
      <p:sp>
        <p:nvSpPr>
          <p:cNvPr id="29" name="choice46-lifecycle / ameaning">
            <a:extLst xmlns:a="http://schemas.openxmlformats.org/drawingml/2006/main">
              <a:ext uri="{FF2B5EF4-FFF2-40B4-BE49-F238E27FC236}">
                <a16:creationId xmlns:a16="http://schemas.microsoft.com/office/drawing/2014/main" id="{6E9B1517-DF20-4429-8589-24942CED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9620250"/>
            <a:ext cx="5857875" cy="952500"/>
          </a:xfrm>
          <a:custGeom xmlns:a="http://schemas.openxmlformats.org/drawingml/2006/main">
            <a:pathLst>
              <a:path w="5857875" h="952500">
                <a:moveTo>
                  <a:pt x="0" y="0"/>
                </a:moveTo>
                <a:lnTo>
                  <a:pt x="5686425" y="0"/>
                </a:lnTo>
                <a:lnTo>
                  <a:pt x="5857875" y="171450"/>
                </a:lnTo>
                <a:lnTo>
                  <a:pt x="5857875" y="9525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0" name="choice46-lifecycle / ameaning / fold">
            <a:extLst xmlns:a="http://schemas.openxmlformats.org/drawingml/2006/main">
              <a:ext uri="{FF2B5EF4-FFF2-40B4-BE49-F238E27FC236}">
                <a16:creationId xmlns:a16="http://schemas.microsoft.com/office/drawing/2014/main" id="{37BE5E60-692D-4BA4-9FE9-B32D3DE9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9620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1" name="choice46-lifecycle / ameaning-label / text 1">
            <a:extLst xmlns:a="http://schemas.openxmlformats.org/drawingml/2006/main">
              <a:ext uri="{FF2B5EF4-FFF2-40B4-BE49-F238E27FC236}">
                <a16:creationId xmlns:a16="http://schemas.microsoft.com/office/drawing/2014/main" id="{60F965EF-0911-4DF7-93B4-40B24484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9706451"/>
            <a:ext cx="56292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Interpreter의 잠정 Meaning Proposal</a:t>
            </a:r>
          </a:p>
        </p:txBody>
      </p:sp>
      <p:sp>
        <p:nvSpPr>
          <p:cNvPr id="32" name="choice46-lifecycle / ameaning-label / text 2">
            <a:extLst xmlns:a="http://schemas.openxmlformats.org/drawingml/2006/main">
              <a:ext uri="{FF2B5EF4-FFF2-40B4-BE49-F238E27FC236}">
                <a16:creationId xmlns:a16="http://schemas.microsoft.com/office/drawing/2014/main" id="{11745915-221A-47B8-8DFD-5A98719A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9966484"/>
            <a:ext cx="56292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job j1 / r1 / b1은 현재 r2에 채택 불가</a:t>
            </a:r>
          </a:p>
        </p:txBody>
      </p:sp>
      <p:sp>
        <p:nvSpPr>
          <p:cNvPr id="33" name="choice46-lifecycle / ameaning-label / text 3">
            <a:extLst xmlns:a="http://schemas.openxmlformats.org/drawingml/2006/main">
              <a:ext uri="{FF2B5EF4-FFF2-40B4-BE49-F238E27FC236}">
                <a16:creationId xmlns:a16="http://schemas.microsoft.com/office/drawing/2014/main" id="{2CD6089F-F3E4-49E4-95A2-399CBE28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0226516"/>
            <a:ext cx="56292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j2 / r2 / b2도 owner 유효성 확인 후 사용</a:t>
            </a:r>
          </a:p>
        </p:txBody>
      </p:sp>
      <p:sp>
        <p:nvSpPr>
          <p:cNvPr id="34" name="choice46-lifecycle / bim">
            <a:extLst xmlns:a="http://schemas.openxmlformats.org/drawingml/2006/main">
              <a:ext uri="{FF2B5EF4-FFF2-40B4-BE49-F238E27FC236}">
                <a16:creationId xmlns:a16="http://schemas.microsoft.com/office/drawing/2014/main" id="{579F7FAB-594D-4DDE-A280-E3A2E82E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952625"/>
            <a:ext cx="11430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5" name="choice46-lifecycle / bim-label / text 1">
            <a:extLst xmlns:a="http://schemas.openxmlformats.org/drawingml/2006/main">
              <a:ext uri="{FF2B5EF4-FFF2-40B4-BE49-F238E27FC236}">
                <a16:creationId xmlns:a16="http://schemas.microsoft.com/office/drawing/2014/main" id="{20A3A480-AE1A-4D82-8E72-A396875F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2028825"/>
            <a:ext cx="11144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36" name="choice46-lifecycle / braw">
            <a:extLst xmlns:a="http://schemas.openxmlformats.org/drawingml/2006/main">
              <a:ext uri="{FF2B5EF4-FFF2-40B4-BE49-F238E27FC236}">
                <a16:creationId xmlns:a16="http://schemas.microsoft.com/office/drawing/2014/main" id="{5A967900-96A0-4496-AC5B-EC3EEC26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762250"/>
            <a:ext cx="2952750" cy="7620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7" name="choice46-lifecycle / braw-label / text 1">
            <a:extLst xmlns:a="http://schemas.openxmlformats.org/drawingml/2006/main">
              <a:ext uri="{FF2B5EF4-FFF2-40B4-BE49-F238E27FC236}">
                <a16:creationId xmlns:a16="http://schemas.microsoft.com/office/drawing/2014/main" id="{FB22D750-F6EA-41E3-B8EA-F08BB1B1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9434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Input Observation Window</a:t>
            </a:r>
          </a:p>
        </p:txBody>
      </p:sp>
      <p:sp>
        <p:nvSpPr>
          <p:cNvPr id="38" name="choice46-lifecycle / btr">
            <a:extLst xmlns:a="http://schemas.openxmlformats.org/drawingml/2006/main">
              <a:ext uri="{FF2B5EF4-FFF2-40B4-BE49-F238E27FC236}">
                <a16:creationId xmlns:a16="http://schemas.microsoft.com/office/drawing/2014/main" id="{CBFE1B8A-422D-4A99-AE36-F6520710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95750"/>
            <a:ext cx="2952750" cy="7620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39" name="choice46-lifecycle / btr-label / text 1">
            <a:extLst xmlns:a="http://schemas.openxmlformats.org/drawingml/2006/main">
              <a:ext uri="{FF2B5EF4-FFF2-40B4-BE49-F238E27FC236}">
                <a16:creationId xmlns:a16="http://schemas.microsoft.com/office/drawing/2014/main" id="{16483580-DD7B-4409-8027-A26B383C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422934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Transcript Revision State</a:t>
            </a:r>
          </a:p>
        </p:txBody>
      </p:sp>
      <p:sp>
        <p:nvSpPr>
          <p:cNvPr id="40" name="choice46-lifecycle / btl">
            <a:extLst xmlns:a="http://schemas.openxmlformats.org/drawingml/2006/main">
              <a:ext uri="{FF2B5EF4-FFF2-40B4-BE49-F238E27FC236}">
                <a16:creationId xmlns:a16="http://schemas.microsoft.com/office/drawing/2014/main" id="{50D8D4E3-4A7F-4115-9291-1D4D6B4E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2524125"/>
            <a:ext cx="7524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1" name="choice46-lifecycle / btl-label / text 1">
            <a:extLst xmlns:a="http://schemas.openxmlformats.org/drawingml/2006/main">
              <a:ext uri="{FF2B5EF4-FFF2-40B4-BE49-F238E27FC236}">
                <a16:creationId xmlns:a16="http://schemas.microsoft.com/office/drawing/2014/main" id="{013F0733-2D12-46CF-AECE-B8350737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2600325"/>
            <a:ext cx="72390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Timeline &amp; Buffer</a:t>
            </a:r>
          </a:p>
        </p:txBody>
      </p:sp>
      <p:sp>
        <p:nvSpPr>
          <p:cNvPr id="42" name="choice46-lifecycle / bfn">
            <a:extLst xmlns:a="http://schemas.openxmlformats.org/drawingml/2006/main">
              <a:ext uri="{FF2B5EF4-FFF2-40B4-BE49-F238E27FC236}">
                <a16:creationId xmlns:a16="http://schemas.microsoft.com/office/drawing/2014/main" id="{CB74FD00-68DD-4126-9605-F8B3B0B6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3095625"/>
            <a:ext cx="295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43" name="choice46-lifecycle / bfn-label / text 1">
            <a:extLst xmlns:a="http://schemas.openxmlformats.org/drawingml/2006/main">
              <a:ext uri="{FF2B5EF4-FFF2-40B4-BE49-F238E27FC236}">
                <a16:creationId xmlns:a16="http://schemas.microsoft.com/office/drawing/2014/main" id="{FA9319A5-BF36-4C81-973D-720C1F10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3168968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Evidence</a:t>
            </a:r>
          </a:p>
        </p:txBody>
      </p:sp>
      <p:sp>
        <p:nvSpPr>
          <p:cNvPr id="44" name="choice46-lifecycle / bfn-label / text 2">
            <a:extLst xmlns:a="http://schemas.openxmlformats.org/drawingml/2006/main">
              <a:ext uri="{FF2B5EF4-FFF2-40B4-BE49-F238E27FC236}">
                <a16:creationId xmlns:a16="http://schemas.microsoft.com/office/drawing/2014/main" id="{349574F7-84D4-4D54-A988-ABBCB3F6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342900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Publisher</a:t>
            </a:r>
          </a:p>
        </p:txBody>
      </p:sp>
      <p:sp>
        <p:nvSpPr>
          <p:cNvPr id="45" name="choice46-lifecycle / bstate">
            <a:extLst xmlns:a="http://schemas.openxmlformats.org/drawingml/2006/main">
              <a:ext uri="{FF2B5EF4-FFF2-40B4-BE49-F238E27FC236}">
                <a16:creationId xmlns:a16="http://schemas.microsoft.com/office/drawing/2014/main" id="{DB7E1373-C926-4415-B237-80E30EFF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75" y="3000375"/>
            <a:ext cx="3286125" cy="9048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46" name="choice46-lifecycle / bstate-label / text 1">
            <a:extLst xmlns:a="http://schemas.openxmlformats.org/drawingml/2006/main">
              <a:ext uri="{FF2B5EF4-FFF2-40B4-BE49-F238E27FC236}">
                <a16:creationId xmlns:a16="http://schemas.microsoft.com/office/drawing/2014/main" id="{A624301D-5F0C-4654-8768-DDCEDCB7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675" y="3268980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Evidence</a:t>
            </a:r>
          </a:p>
        </p:txBody>
      </p:sp>
      <p:sp>
        <p:nvSpPr>
          <p:cNvPr id="47" name="choice46-lifecycle / bstate-label / text 2">
            <a:extLst xmlns:a="http://schemas.openxmlformats.org/drawingml/2006/main">
              <a:ext uri="{FF2B5EF4-FFF2-40B4-BE49-F238E27FC236}">
                <a16:creationId xmlns:a16="http://schemas.microsoft.com/office/drawing/2014/main" id="{F724D22E-ECEA-4C4B-8F35-EEE7194F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675" y="3529013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</p:txBody>
      </p:sp>
      <p:sp>
        <p:nvSpPr>
          <p:cNvPr id="48" name="choice46-lifecycle / brev">
            <a:extLst xmlns:a="http://schemas.openxmlformats.org/drawingml/2006/main">
              <a:ext uri="{FF2B5EF4-FFF2-40B4-BE49-F238E27FC236}">
                <a16:creationId xmlns:a16="http://schemas.microsoft.com/office/drawing/2014/main" id="{68B9F329-5F0F-4079-9BB9-C55636F8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75" y="4238625"/>
            <a:ext cx="3286125" cy="666750"/>
          </a:xfrm>
          <a:custGeom xmlns:a="http://schemas.openxmlformats.org/drawingml/2006/main">
            <a:pathLst>
              <a:path w="3286125" h="666750">
                <a:moveTo>
                  <a:pt x="0" y="0"/>
                </a:moveTo>
                <a:lnTo>
                  <a:pt x="3114675" y="0"/>
                </a:lnTo>
                <a:lnTo>
                  <a:pt x="3286125" y="171450"/>
                </a:lnTo>
                <a:lnTo>
                  <a:pt x="3286125" y="6667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9" name="choice46-lifecycle / brev / fold">
            <a:extLst xmlns:a="http://schemas.openxmlformats.org/drawingml/2006/main">
              <a:ext uri="{FF2B5EF4-FFF2-40B4-BE49-F238E27FC236}">
                <a16:creationId xmlns:a16="http://schemas.microsoft.com/office/drawing/2014/main" id="{54D97074-DD88-4AC8-9730-26D229D9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0050" y="4238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0" name="choice46-lifecycle / brev-label / text 1">
            <a:extLst xmlns:a="http://schemas.openxmlformats.org/drawingml/2006/main">
              <a:ext uri="{FF2B5EF4-FFF2-40B4-BE49-F238E27FC236}">
                <a16:creationId xmlns:a16="http://schemas.microsoft.com/office/drawing/2014/main" id="{640B5907-2DED-4842-B667-EA9680A0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675" y="4441984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TEv1 DIRTY → TEv2 VALID</a:t>
            </a:r>
          </a:p>
        </p:txBody>
      </p:sp>
      <p:sp>
        <p:nvSpPr>
          <p:cNvPr id="51" name="choice46-lifecycle / bcm">
            <a:extLst xmlns:a="http://schemas.openxmlformats.org/drawingml/2006/main">
              <a:ext uri="{FF2B5EF4-FFF2-40B4-BE49-F238E27FC236}">
                <a16:creationId xmlns:a16="http://schemas.microsoft.com/office/drawing/2014/main" id="{CA9A7B23-3A16-47E9-A08A-8E8FA867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905500"/>
            <a:ext cx="114300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2" name="choice46-lifecycle / bcm-label / text 1">
            <a:extLst xmlns:a="http://schemas.openxmlformats.org/drawingml/2006/main">
              <a:ext uri="{FF2B5EF4-FFF2-40B4-BE49-F238E27FC236}">
                <a16:creationId xmlns:a16="http://schemas.microsoft.com/office/drawing/2014/main" id="{BFD31673-E022-42F0-9687-8278528A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981700"/>
            <a:ext cx="11144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53" name="choice46-lifecycle / bconsume">
            <a:extLst xmlns:a="http://schemas.openxmlformats.org/drawingml/2006/main">
              <a:ext uri="{FF2B5EF4-FFF2-40B4-BE49-F238E27FC236}">
                <a16:creationId xmlns:a16="http://schemas.microsoft.com/office/drawing/2014/main" id="{42F660D0-4961-4EBB-B1CD-2F18ECFD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667500"/>
            <a:ext cx="3619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54" name="choice46-lifecycle / bconsume-label / text 1">
            <a:extLst xmlns:a="http://schemas.openxmlformats.org/drawingml/2006/main">
              <a:ext uri="{FF2B5EF4-FFF2-40B4-BE49-F238E27FC236}">
                <a16:creationId xmlns:a16="http://schemas.microsoft.com/office/drawing/2014/main" id="{CC4C82B2-DC70-4656-B660-3E4EBD4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894671"/>
            <a:ext cx="3390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Evidence Reader</a:t>
            </a:r>
          </a:p>
        </p:txBody>
      </p:sp>
      <p:sp>
        <p:nvSpPr>
          <p:cNvPr id="55" name="choice46-lifecycle / bhist">
            <a:extLst xmlns:a="http://schemas.openxmlformats.org/drawingml/2006/main">
              <a:ext uri="{FF2B5EF4-FFF2-40B4-BE49-F238E27FC236}">
                <a16:creationId xmlns:a16="http://schemas.microsoft.com/office/drawing/2014/main" id="{5F60F0F1-455C-4DE5-924B-D69355A5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05750"/>
            <a:ext cx="3619500" cy="7620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56" name="choice46-lifecycle / bhist-label / text 1">
            <a:extLst xmlns:a="http://schemas.openxmlformats.org/drawingml/2006/main">
              <a:ext uri="{FF2B5EF4-FFF2-40B4-BE49-F238E27FC236}">
                <a16:creationId xmlns:a16="http://schemas.microsoft.com/office/drawing/2014/main" id="{627DE34E-55A6-44F5-A28B-9AD93179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232934"/>
            <a:ext cx="33909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Episodic Memory Repository</a:t>
            </a:r>
          </a:p>
        </p:txBody>
      </p:sp>
      <p:sp>
        <p:nvSpPr>
          <p:cNvPr id="57" name="choice46-lifecycle / bbundle">
            <a:extLst xmlns:a="http://schemas.openxmlformats.org/drawingml/2006/main">
              <a:ext uri="{FF2B5EF4-FFF2-40B4-BE49-F238E27FC236}">
                <a16:creationId xmlns:a16="http://schemas.microsoft.com/office/drawing/2014/main" id="{5D5564BE-FF15-46B1-BE81-059D66A9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75" y="6667500"/>
            <a:ext cx="5857875" cy="904875"/>
          </a:xfrm>
          <a:custGeom xmlns:a="http://schemas.openxmlformats.org/drawingml/2006/main">
            <a:pathLst>
              <a:path w="5857875" h="904875">
                <a:moveTo>
                  <a:pt x="0" y="0"/>
                </a:moveTo>
                <a:lnTo>
                  <a:pt x="5686425" y="0"/>
                </a:lnTo>
                <a:lnTo>
                  <a:pt x="5857875" y="171450"/>
                </a:lnTo>
                <a:lnTo>
                  <a:pt x="5857875" y="904875"/>
                </a:lnTo>
                <a:lnTo>
                  <a:pt x="0" y="904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8" name="choice46-lifecycle / bbundle / fold">
            <a:extLst xmlns:a="http://schemas.openxmlformats.org/drawingml/2006/main">
              <a:ext uri="{FF2B5EF4-FFF2-40B4-BE49-F238E27FC236}">
                <a16:creationId xmlns:a16="http://schemas.microsoft.com/office/drawing/2014/main" id="{FD82E4A9-D4DC-402A-9212-40B57098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800" y="6667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59" name="choice46-lifecycle / bbundle-label / text 1">
            <a:extLst xmlns:a="http://schemas.openxmlformats.org/drawingml/2006/main">
              <a:ext uri="{FF2B5EF4-FFF2-40B4-BE49-F238E27FC236}">
                <a16:creationId xmlns:a16="http://schemas.microsoft.com/office/drawing/2014/main" id="{F0C01E25-D606-4FE5-9657-9C9C7081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6989921"/>
            <a:ext cx="56292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Bundle / Receipt</a:t>
            </a:r>
          </a:p>
        </p:txBody>
      </p:sp>
      <p:sp>
        <p:nvSpPr>
          <p:cNvPr id="60" name="choice46-lifecycle / breader">
            <a:extLst xmlns:a="http://schemas.openxmlformats.org/drawingml/2006/main">
              <a:ext uri="{FF2B5EF4-FFF2-40B4-BE49-F238E27FC236}">
                <a16:creationId xmlns:a16="http://schemas.microsoft.com/office/drawing/2014/main" id="{33BCDE4B-B510-4F88-8F81-7513E320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524375"/>
            <a:ext cx="2952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22860">
            <a:solidFill>
              <a:srgbClr val="9B502B"/>
            </a:solidFill>
            <a:prstDash val="solid"/>
          </a:ln>
        </p:spPr>
      </p:sp>
      <p:sp>
        <p:nvSpPr>
          <p:cNvPr id="61" name="choice46-lifecycle / breader-label / text 1">
            <a:extLst xmlns:a="http://schemas.openxmlformats.org/drawingml/2006/main">
              <a:ext uri="{FF2B5EF4-FFF2-40B4-BE49-F238E27FC236}">
                <a16:creationId xmlns:a16="http://schemas.microsoft.com/office/drawing/2014/main" id="{BA145E7C-2BD4-4CFA-8B92-6F637E99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4680109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Temporal Evidence Reader</a:t>
            </a:r>
          </a:p>
        </p:txBody>
      </p:sp>
      <p:sp>
        <p:nvSpPr>
          <p:cNvPr id="62" name="choice46-lifecycle / brc">
            <a:extLst xmlns:a="http://schemas.openxmlformats.org/drawingml/2006/main">
              <a:ext uri="{FF2B5EF4-FFF2-40B4-BE49-F238E27FC236}">
                <a16:creationId xmlns:a16="http://schemas.microsoft.com/office/drawing/2014/main" id="{29572914-C5BC-4A48-A466-794C2939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620250"/>
            <a:ext cx="361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3" name="choice46-lifecycle / brc-label / text 1">
            <a:extLst xmlns:a="http://schemas.openxmlformats.org/drawingml/2006/main">
              <a:ext uri="{FF2B5EF4-FFF2-40B4-BE49-F238E27FC236}">
                <a16:creationId xmlns:a16="http://schemas.microsoft.com/office/drawing/2014/main" id="{A9AD9945-BBC4-4245-B89E-B20417FC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9696450"/>
            <a:ext cx="3333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64" name="choice46-lifecycle / bfence">
            <a:extLst xmlns:a="http://schemas.openxmlformats.org/drawingml/2006/main">
              <a:ext uri="{FF2B5EF4-FFF2-40B4-BE49-F238E27FC236}">
                <a16:creationId xmlns:a16="http://schemas.microsoft.com/office/drawing/2014/main" id="{4D5AA4CA-9851-44C8-A2B1-CF226BCC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10287000"/>
            <a:ext cx="314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5" name="choice46-lifecycle / bfence-label / text 1">
            <a:extLst xmlns:a="http://schemas.openxmlformats.org/drawingml/2006/main">
              <a:ext uri="{FF2B5EF4-FFF2-40B4-BE49-F238E27FC236}">
                <a16:creationId xmlns:a16="http://schemas.microsoft.com/office/drawing/2014/main" id="{56B3BF76-39BC-4608-B7AA-5DA61B65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10466546"/>
            <a:ext cx="29146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Adoption Control</a:t>
            </a:r>
          </a:p>
        </p:txBody>
      </p:sp>
      <p:sp>
        <p:nvSpPr>
          <p:cNvPr id="66" name="choice46-lifecycle / bmeaning">
            <a:extLst xmlns:a="http://schemas.openxmlformats.org/drawingml/2006/main">
              <a:ext uri="{FF2B5EF4-FFF2-40B4-BE49-F238E27FC236}">
                <a16:creationId xmlns:a16="http://schemas.microsoft.com/office/drawing/2014/main" id="{60B10FB9-8C49-4FF0-B954-594028EC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75" y="9620250"/>
            <a:ext cx="5857875" cy="952500"/>
          </a:xfrm>
          <a:custGeom xmlns:a="http://schemas.openxmlformats.org/drawingml/2006/main">
            <a:pathLst>
              <a:path w="5857875" h="952500">
                <a:moveTo>
                  <a:pt x="0" y="0"/>
                </a:moveTo>
                <a:lnTo>
                  <a:pt x="5686425" y="0"/>
                </a:lnTo>
                <a:lnTo>
                  <a:pt x="5857875" y="171450"/>
                </a:lnTo>
                <a:lnTo>
                  <a:pt x="5857875" y="9525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7" name="choice46-lifecycle / bmeaning / fold">
            <a:extLst xmlns:a="http://schemas.openxmlformats.org/drawingml/2006/main">
              <a:ext uri="{FF2B5EF4-FFF2-40B4-BE49-F238E27FC236}">
                <a16:creationId xmlns:a16="http://schemas.microsoft.com/office/drawing/2014/main" id="{A6D4697A-34BC-4818-9A12-43272DA7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800" y="9620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68" name="choice46-lifecycle / bmeaning-label / text 1">
            <a:extLst xmlns:a="http://schemas.openxmlformats.org/drawingml/2006/main">
              <a:ext uri="{FF2B5EF4-FFF2-40B4-BE49-F238E27FC236}">
                <a16:creationId xmlns:a16="http://schemas.microsoft.com/office/drawing/2014/main" id="{C90C0855-CFB5-4FAE-9226-C70E3311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9706451"/>
            <a:ext cx="56292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Interpreter의 잠정 Meaning Proposal</a:t>
            </a:r>
          </a:p>
        </p:txBody>
      </p:sp>
      <p:sp>
        <p:nvSpPr>
          <p:cNvPr id="69" name="choice46-lifecycle / bmeaning-label / text 2">
            <a:extLst xmlns:a="http://schemas.openxmlformats.org/drawingml/2006/main">
              <a:ext uri="{FF2B5EF4-FFF2-40B4-BE49-F238E27FC236}">
                <a16:creationId xmlns:a16="http://schemas.microsoft.com/office/drawing/2014/main" id="{484B8CA9-3F5F-49C1-9BDF-BFAB75C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9966484"/>
            <a:ext cx="56292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job j1 / r1 / b1은 현재 r2에 채택 불가</a:t>
            </a:r>
          </a:p>
        </p:txBody>
      </p:sp>
      <p:sp>
        <p:nvSpPr>
          <p:cNvPr id="70" name="choice46-lifecycle / bmeaning-label / text 3">
            <a:extLst xmlns:a="http://schemas.openxmlformats.org/drawingml/2006/main">
              <a:ext uri="{FF2B5EF4-FFF2-40B4-BE49-F238E27FC236}">
                <a16:creationId xmlns:a16="http://schemas.microsoft.com/office/drawing/2014/main" id="{69A794BA-F7D1-466C-8A8D-EF798DBF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10226516"/>
            <a:ext cx="56292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j2 / r2 / b2도 owner 유효성 확인 후 사용</a:t>
            </a:r>
          </a:p>
        </p:txBody>
      </p:sp>
      <p:sp>
        <p:nvSpPr>
          <p:cNvPr id="71" name="choice46-lifecycle / edge-0 / path">
            <a:extLst xmlns:a="http://schemas.openxmlformats.org/drawingml/2006/main">
              <a:ext uri="{FF2B5EF4-FFF2-40B4-BE49-F238E27FC236}">
                <a16:creationId xmlns:a16="http://schemas.microsoft.com/office/drawing/2014/main" id="{CB5C9E46-1142-4F9C-B305-DE1A5E0E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666750" cy="953"/>
          </a:xfrm>
          <a:custGeom xmlns:a="http://schemas.openxmlformats.org/drawingml/2006/main"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72" name="choice46-lifecycle / edge-0 / arrow">
            <a:extLst xmlns:a="http://schemas.openxmlformats.org/drawingml/2006/main">
              <a:ext uri="{FF2B5EF4-FFF2-40B4-BE49-F238E27FC236}">
                <a16:creationId xmlns:a16="http://schemas.microsoft.com/office/drawing/2014/main" id="{B78E90B2-E850-4BF7-A219-F8A6D89F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464" y="30944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3" name="choice46-lifecycle / edge-1 / path">
            <a:extLst xmlns:a="http://schemas.openxmlformats.org/drawingml/2006/main">
              <a:ext uri="{FF2B5EF4-FFF2-40B4-BE49-F238E27FC236}">
                <a16:creationId xmlns:a16="http://schemas.microsoft.com/office/drawing/2014/main" id="{779C57BC-EE8A-4211-A0FF-6F2F92AC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71875"/>
            <a:ext cx="666750" cy="904875"/>
          </a:xfrm>
          <a:custGeom xmlns:a="http://schemas.openxmlformats.org/drawingml/2006/main">
            <a:pathLst>
              <a:path w="666750" h="904875">
                <a:moveTo>
                  <a:pt x="0" y="904875"/>
                </a:moveTo>
                <a:lnTo>
                  <a:pt x="285750" y="904875"/>
                </a:lnTo>
                <a:lnTo>
                  <a:pt x="285750" y="0"/>
                </a:ln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74" name="choice46-lifecycle / edge-1 / arrow">
            <a:extLst xmlns:a="http://schemas.openxmlformats.org/drawingml/2006/main">
              <a:ext uri="{FF2B5EF4-FFF2-40B4-BE49-F238E27FC236}">
                <a16:creationId xmlns:a16="http://schemas.microsoft.com/office/drawing/2014/main" id="{19D964EF-41F6-4015-9F12-5CE224D1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464" y="35231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5" name="choice46-lifecycle / edge-2 / path">
            <a:extLst xmlns:a="http://schemas.openxmlformats.org/drawingml/2006/main">
              <a:ext uri="{FF2B5EF4-FFF2-40B4-BE49-F238E27FC236}">
                <a16:creationId xmlns:a16="http://schemas.microsoft.com/office/drawing/2014/main" id="{3061B673-259C-4F64-959A-12B4C66D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714375" cy="953"/>
          </a:xfrm>
          <a:custGeom xmlns:a="http://schemas.openxmlformats.org/drawingml/2006/main">
            <a:pathLst>
              <a:path w="714375" h="953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76" name="choice46-lifecycle / edge-2 / arrow">
            <a:extLst xmlns:a="http://schemas.openxmlformats.org/drawingml/2006/main">
              <a:ext uri="{FF2B5EF4-FFF2-40B4-BE49-F238E27FC236}">
                <a16:creationId xmlns:a16="http://schemas.microsoft.com/office/drawing/2014/main" id="{973B7704-025B-442A-96A8-D279B68A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589" y="338023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7" name="choice46-lifecycle / edge-3 / path">
            <a:extLst xmlns:a="http://schemas.openxmlformats.org/drawingml/2006/main">
              <a:ext uri="{FF2B5EF4-FFF2-40B4-BE49-F238E27FC236}">
                <a16:creationId xmlns:a16="http://schemas.microsoft.com/office/drawing/2014/main" id="{E67F2778-DEE6-4DA4-A256-73D5AA55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05250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78" name="choice46-lifecycle / edge-3 / arrow">
            <a:extLst xmlns:a="http://schemas.openxmlformats.org/drawingml/2006/main">
              <a:ext uri="{FF2B5EF4-FFF2-40B4-BE49-F238E27FC236}">
                <a16:creationId xmlns:a16="http://schemas.microsoft.com/office/drawing/2014/main" id="{19B2C095-2C2A-493C-B83E-68AACFBE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607" y="4141089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79" name="choice46-lifecycle / edge-4 / path">
            <a:extLst xmlns:a="http://schemas.openxmlformats.org/drawingml/2006/main">
              <a:ext uri="{FF2B5EF4-FFF2-40B4-BE49-F238E27FC236}">
                <a16:creationId xmlns:a16="http://schemas.microsoft.com/office/drawing/2014/main" id="{4FFCC9D1-493C-4B58-AEB3-EB7FBF1F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05375"/>
            <a:ext cx="7143750" cy="1762125"/>
          </a:xfrm>
          <a:custGeom xmlns:a="http://schemas.openxmlformats.org/drawingml/2006/main">
            <a:pathLst>
              <a:path w="7143750" h="1762125">
                <a:moveTo>
                  <a:pt x="7143750" y="0"/>
                </a:moveTo>
                <a:lnTo>
                  <a:pt x="7143750" y="762000"/>
                </a:lnTo>
                <a:lnTo>
                  <a:pt x="0" y="762000"/>
                </a:lnTo>
                <a:lnTo>
                  <a:pt x="0" y="17621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0" name="choice46-lifecycle / edge-4 / arrow">
            <a:extLst xmlns:a="http://schemas.openxmlformats.org/drawingml/2006/main">
              <a:ext uri="{FF2B5EF4-FFF2-40B4-BE49-F238E27FC236}">
                <a16:creationId xmlns:a16="http://schemas.microsoft.com/office/drawing/2014/main" id="{0611C27E-AAFB-42EA-870F-72362096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857" y="656996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1" name="choice46-lifecycle / edge-5 / path">
            <a:extLst xmlns:a="http://schemas.openxmlformats.org/drawingml/2006/main">
              <a:ext uri="{FF2B5EF4-FFF2-40B4-BE49-F238E27FC236}">
                <a16:creationId xmlns:a16="http://schemas.microsoft.com/office/drawing/2014/main" id="{12DD03ED-F0B8-497A-9281-7FDCCFF7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81875"/>
            <a:ext cx="953" cy="523875"/>
          </a:xfrm>
          <a:custGeom xmlns:a="http://schemas.openxmlformats.org/drawingml/2006/main">
            <a:pathLst>
              <a:path w="953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2" name="choice46-lifecycle / edge-5 / arrow">
            <a:extLst xmlns:a="http://schemas.openxmlformats.org/drawingml/2006/main">
              <a:ext uri="{FF2B5EF4-FFF2-40B4-BE49-F238E27FC236}">
                <a16:creationId xmlns:a16="http://schemas.microsoft.com/office/drawing/2014/main" id="{C862FD72-57C9-4E3E-AD8C-3D1C8125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857" y="7381875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3" name="choice46-lifecycle / edge-6 / path">
            <a:extLst xmlns:a="http://schemas.openxmlformats.org/drawingml/2006/main">
              <a:ext uri="{FF2B5EF4-FFF2-40B4-BE49-F238E27FC236}">
                <a16:creationId xmlns:a16="http://schemas.microsoft.com/office/drawing/2014/main" id="{AEC7B627-EC8D-4B8D-BACF-508CDB50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019925"/>
            <a:ext cx="1381125" cy="953"/>
          </a:xfrm>
          <a:custGeom xmlns:a="http://schemas.openxmlformats.org/drawingml/2006/main">
            <a:pathLst>
              <a:path w="1381125" h="953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4" name="choice46-lifecycle / edge-6 / arrow">
            <a:extLst xmlns:a="http://schemas.openxmlformats.org/drawingml/2006/main">
              <a:ext uri="{FF2B5EF4-FFF2-40B4-BE49-F238E27FC236}">
                <a16:creationId xmlns:a16="http://schemas.microsoft.com/office/drawing/2014/main" id="{86616EEB-D67C-45AA-A77D-AA3DF77C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589" y="697115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5" name="choice46-lifecycle / edge-7 / path">
            <a:extLst xmlns:a="http://schemas.openxmlformats.org/drawingml/2006/main">
              <a:ext uri="{FF2B5EF4-FFF2-40B4-BE49-F238E27FC236}">
                <a16:creationId xmlns:a16="http://schemas.microsoft.com/office/drawing/2014/main" id="{DEDA7A67-6F96-40F2-881B-E172DC8E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572375"/>
            <a:ext cx="953" cy="2047875"/>
          </a:xfrm>
          <a:custGeom xmlns:a="http://schemas.openxmlformats.org/drawingml/2006/main">
            <a:pathLst>
              <a:path w="953" h="2047875">
                <a:moveTo>
                  <a:pt x="0" y="0"/>
                </a:moveTo>
                <a:lnTo>
                  <a:pt x="0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6" name="choice46-lifecycle / edge-7 / arrow">
            <a:extLst xmlns:a="http://schemas.openxmlformats.org/drawingml/2006/main">
              <a:ext uri="{FF2B5EF4-FFF2-40B4-BE49-F238E27FC236}">
                <a16:creationId xmlns:a16="http://schemas.microsoft.com/office/drawing/2014/main" id="{E98FC2B4-A352-4C4D-9E0D-3EF301FD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482" y="952271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7" name="choice46-lifecycle / edge-8 / path">
            <a:extLst xmlns:a="http://schemas.openxmlformats.org/drawingml/2006/main">
              <a:ext uri="{FF2B5EF4-FFF2-40B4-BE49-F238E27FC236}">
                <a16:creationId xmlns:a16="http://schemas.microsoft.com/office/drawing/2014/main" id="{367A053F-A0F0-4A9B-B904-8C814589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0382250"/>
            <a:ext cx="1905000" cy="953"/>
          </a:xfrm>
          <a:custGeom xmlns:a="http://schemas.openxmlformats.org/drawingml/2006/main">
            <a:pathLst>
              <a:path w="1905000" h="953">
                <a:moveTo>
                  <a:pt x="1905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88" name="choice46-lifecycle / edge-8 / arrow">
            <a:extLst xmlns:a="http://schemas.openxmlformats.org/drawingml/2006/main">
              <a:ext uri="{FF2B5EF4-FFF2-40B4-BE49-F238E27FC236}">
                <a16:creationId xmlns:a16="http://schemas.microsoft.com/office/drawing/2014/main" id="{03DD9DFF-D50E-4CEC-8A8C-669E5290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033348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89" name="choice46-lifecycle / edge-9 / path">
            <a:extLst xmlns:a="http://schemas.openxmlformats.org/drawingml/2006/main">
              <a:ext uri="{FF2B5EF4-FFF2-40B4-BE49-F238E27FC236}">
                <a16:creationId xmlns:a16="http://schemas.microsoft.com/office/drawing/2014/main" id="{A90A7C2B-5854-4FC5-9C58-1FA4EF5C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143250"/>
            <a:ext cx="666750" cy="953"/>
          </a:xfrm>
          <a:custGeom xmlns:a="http://schemas.openxmlformats.org/drawingml/2006/main"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90" name="choice46-lifecycle / edge-9 / arrow">
            <a:extLst xmlns:a="http://schemas.openxmlformats.org/drawingml/2006/main">
              <a:ext uri="{FF2B5EF4-FFF2-40B4-BE49-F238E27FC236}">
                <a16:creationId xmlns:a16="http://schemas.microsoft.com/office/drawing/2014/main" id="{78260DC3-D5CB-4663-864D-6A1D6935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0714" y="309448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91" name="choice46-lifecycle / edge-10 / path">
            <a:extLst xmlns:a="http://schemas.openxmlformats.org/drawingml/2006/main">
              <a:ext uri="{FF2B5EF4-FFF2-40B4-BE49-F238E27FC236}">
                <a16:creationId xmlns:a16="http://schemas.microsoft.com/office/drawing/2014/main" id="{47E45A87-B248-41FF-B4FF-C1FEB44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571875"/>
            <a:ext cx="666750" cy="904875"/>
          </a:xfrm>
          <a:custGeom xmlns:a="http://schemas.openxmlformats.org/drawingml/2006/main">
            <a:pathLst>
              <a:path w="666750" h="904875">
                <a:moveTo>
                  <a:pt x="0" y="904875"/>
                </a:moveTo>
                <a:lnTo>
                  <a:pt x="285750" y="904875"/>
                </a:lnTo>
                <a:lnTo>
                  <a:pt x="285750" y="0"/>
                </a:ln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92" name="choice46-lifecycle / edge-10 / arrow">
            <a:extLst xmlns:a="http://schemas.openxmlformats.org/drawingml/2006/main">
              <a:ext uri="{FF2B5EF4-FFF2-40B4-BE49-F238E27FC236}">
                <a16:creationId xmlns:a16="http://schemas.microsoft.com/office/drawing/2014/main" id="{D35B65ED-AFEF-4462-AC38-E43864A5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0714" y="352310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93" name="choice46-lifecycle / edge-11 / path">
            <a:extLst xmlns:a="http://schemas.openxmlformats.org/drawingml/2006/main">
              <a:ext uri="{FF2B5EF4-FFF2-40B4-BE49-F238E27FC236}">
                <a16:creationId xmlns:a16="http://schemas.microsoft.com/office/drawing/2014/main" id="{B3B6E4CF-A564-4345-8538-DCB54771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0" y="3429000"/>
            <a:ext cx="714375" cy="953"/>
          </a:xfrm>
          <a:custGeom xmlns:a="http://schemas.openxmlformats.org/drawingml/2006/main">
            <a:pathLst>
              <a:path w="714375" h="953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94" name="choice46-lifecycle / edge-11 / arrow">
            <a:extLst xmlns:a="http://schemas.openxmlformats.org/drawingml/2006/main">
              <a:ext uri="{FF2B5EF4-FFF2-40B4-BE49-F238E27FC236}">
                <a16:creationId xmlns:a16="http://schemas.microsoft.com/office/drawing/2014/main" id="{29CC00FD-6D22-4D7C-9949-D203A45F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7839" y="3380232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95" name="choice46-lifecycle / edge-12 / path">
            <a:extLst xmlns:a="http://schemas.openxmlformats.org/drawingml/2006/main">
              <a:ext uri="{FF2B5EF4-FFF2-40B4-BE49-F238E27FC236}">
                <a16:creationId xmlns:a16="http://schemas.microsoft.com/office/drawing/2014/main" id="{79A0C8F8-97B4-4F92-B6DD-848CCA67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25" y="3905250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96" name="choice46-lifecycle / edge-12 / arrow">
            <a:extLst xmlns:a="http://schemas.openxmlformats.org/drawingml/2006/main">
              <a:ext uri="{FF2B5EF4-FFF2-40B4-BE49-F238E27FC236}">
                <a16:creationId xmlns:a16="http://schemas.microsoft.com/office/drawing/2014/main" id="{BA594782-115A-464E-B702-7DE7EEC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5857" y="4141089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97" name="choice46-lifecycle / edge-13 / path">
            <a:extLst xmlns:a="http://schemas.openxmlformats.org/drawingml/2006/main">
              <a:ext uri="{FF2B5EF4-FFF2-40B4-BE49-F238E27FC236}">
                <a16:creationId xmlns:a16="http://schemas.microsoft.com/office/drawing/2014/main" id="{3D43484F-E514-40AD-B642-018D0E97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0" y="4667250"/>
            <a:ext cx="714375" cy="953"/>
          </a:xfrm>
          <a:custGeom xmlns:a="http://schemas.openxmlformats.org/drawingml/2006/main">
            <a:pathLst>
              <a:path w="714375" h="953">
                <a:moveTo>
                  <a:pt x="714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98" name="choice46-lifecycle / edge-13 / arrow">
            <a:extLst xmlns:a="http://schemas.openxmlformats.org/drawingml/2006/main">
              <a:ext uri="{FF2B5EF4-FFF2-40B4-BE49-F238E27FC236}">
                <a16:creationId xmlns:a16="http://schemas.microsoft.com/office/drawing/2014/main" id="{B8114C21-4E73-4ACC-B5CF-0A734AD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0" y="461848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99" name="choice46-lifecycle / edge-14 / path">
            <a:extLst xmlns:a="http://schemas.openxmlformats.org/drawingml/2006/main">
              <a:ext uri="{FF2B5EF4-FFF2-40B4-BE49-F238E27FC236}">
                <a16:creationId xmlns:a16="http://schemas.microsoft.com/office/drawing/2014/main" id="{419F1330-B7AF-40D3-B48E-B4B32112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5095875"/>
            <a:ext cx="3333750" cy="1571625"/>
          </a:xfrm>
          <a:custGeom xmlns:a="http://schemas.openxmlformats.org/drawingml/2006/main">
            <a:pathLst>
              <a:path w="3333750" h="1571625">
                <a:moveTo>
                  <a:pt x="3333750" y="0"/>
                </a:moveTo>
                <a:lnTo>
                  <a:pt x="3333750" y="571500"/>
                </a:lnTo>
                <a:lnTo>
                  <a:pt x="0" y="571500"/>
                </a:lnTo>
                <a:lnTo>
                  <a:pt x="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00" name="choice46-lifecycle / edge-14 / arrow">
            <a:extLst xmlns:a="http://schemas.openxmlformats.org/drawingml/2006/main">
              <a:ext uri="{FF2B5EF4-FFF2-40B4-BE49-F238E27FC236}">
                <a16:creationId xmlns:a16="http://schemas.microsoft.com/office/drawing/2014/main" id="{F473C03C-D5DD-4DCE-98FC-EAFDB090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2107" y="656996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01" name="choice46-lifecycle / edge-15 / path">
            <a:extLst xmlns:a="http://schemas.openxmlformats.org/drawingml/2006/main">
              <a:ext uri="{FF2B5EF4-FFF2-40B4-BE49-F238E27FC236}">
                <a16:creationId xmlns:a16="http://schemas.microsoft.com/office/drawing/2014/main" id="{7C0440F0-A029-41CC-868B-B6D19911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7381875"/>
            <a:ext cx="953" cy="523875"/>
          </a:xfrm>
          <a:custGeom xmlns:a="http://schemas.openxmlformats.org/drawingml/2006/main">
            <a:pathLst>
              <a:path w="953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02" name="choice46-lifecycle / edge-15 / arrow">
            <a:extLst xmlns:a="http://schemas.openxmlformats.org/drawingml/2006/main">
              <a:ext uri="{FF2B5EF4-FFF2-40B4-BE49-F238E27FC236}">
                <a16:creationId xmlns:a16="http://schemas.microsoft.com/office/drawing/2014/main" id="{1CD5F4CE-356E-4C23-BC38-B937C27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2107" y="7381875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97536"/>
                </a:moveTo>
                <a:lnTo>
                  <a:pt x="48768" y="0"/>
                </a:lnTo>
                <a:lnTo>
                  <a:pt x="0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03" name="choice46-lifecycle / edge-16 / path">
            <a:extLst xmlns:a="http://schemas.openxmlformats.org/drawingml/2006/main">
              <a:ext uri="{FF2B5EF4-FFF2-40B4-BE49-F238E27FC236}">
                <a16:creationId xmlns:a16="http://schemas.microsoft.com/office/drawing/2014/main" id="{85181E25-111F-4EE7-991B-FF1ACCBC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7019925"/>
            <a:ext cx="1381125" cy="953"/>
          </a:xfrm>
          <a:custGeom xmlns:a="http://schemas.openxmlformats.org/drawingml/2006/main">
            <a:pathLst>
              <a:path w="1381125" h="953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04" name="choice46-lifecycle / edge-16 / arrow">
            <a:extLst xmlns:a="http://schemas.openxmlformats.org/drawingml/2006/main">
              <a:ext uri="{FF2B5EF4-FFF2-40B4-BE49-F238E27FC236}">
                <a16:creationId xmlns:a16="http://schemas.microsoft.com/office/drawing/2014/main" id="{11D9C26B-966B-4582-88F8-7661C1B5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1839" y="6971157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97536"/>
                </a:moveTo>
                <a:lnTo>
                  <a:pt x="97536" y="48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05" name="choice46-lifecycle / edge-17 / path">
            <a:extLst xmlns:a="http://schemas.openxmlformats.org/drawingml/2006/main">
              <a:ext uri="{FF2B5EF4-FFF2-40B4-BE49-F238E27FC236}">
                <a16:creationId xmlns:a16="http://schemas.microsoft.com/office/drawing/2014/main" id="{C4D1D16A-63C7-4CDE-9759-C0C9952C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7572375"/>
            <a:ext cx="953" cy="2047875"/>
          </a:xfrm>
          <a:custGeom xmlns:a="http://schemas.openxmlformats.org/drawingml/2006/main">
            <a:pathLst>
              <a:path w="953" h="2047875">
                <a:moveTo>
                  <a:pt x="0" y="0"/>
                </a:moveTo>
                <a:lnTo>
                  <a:pt x="0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06" name="choice46-lifecycle / edge-17 / arrow">
            <a:extLst xmlns:a="http://schemas.openxmlformats.org/drawingml/2006/main">
              <a:ext uri="{FF2B5EF4-FFF2-40B4-BE49-F238E27FC236}">
                <a16:creationId xmlns:a16="http://schemas.microsoft.com/office/drawing/2014/main" id="{65A91F61-9FC3-4B00-8DC2-A618A461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5732" y="9522714"/>
            <a:ext cx="97536" cy="97536"/>
          </a:xfrm>
          <a:custGeom xmlns:a="http://schemas.openxmlformats.org/drawingml/2006/main">
            <a:pathLst>
              <a:path w="97536" h="97536">
                <a:moveTo>
                  <a:pt x="0" y="0"/>
                </a:moveTo>
                <a:lnTo>
                  <a:pt x="48768" y="97536"/>
                </a:ln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07" name="choice46-lifecycle / edge-18 / path">
            <a:extLst xmlns:a="http://schemas.openxmlformats.org/drawingml/2006/main">
              <a:ext uri="{FF2B5EF4-FFF2-40B4-BE49-F238E27FC236}">
                <a16:creationId xmlns:a16="http://schemas.microsoft.com/office/drawing/2014/main" id="{0DA81385-CC5C-4735-B54A-D10A800D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75" y="10382250"/>
            <a:ext cx="1905000" cy="953"/>
          </a:xfrm>
          <a:custGeom xmlns:a="http://schemas.openxmlformats.org/drawingml/2006/main">
            <a:pathLst>
              <a:path w="1905000" h="953">
                <a:moveTo>
                  <a:pt x="1905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33333"/>
            </a:solidFill>
            <a:prstDash val="solid"/>
          </a:ln>
        </p:spPr>
      </p:sp>
      <p:sp>
        <p:nvSpPr>
          <p:cNvPr id="108" name="choice46-lifecycle / edge-18 / arrow">
            <a:extLst xmlns:a="http://schemas.openxmlformats.org/drawingml/2006/main">
              <a:ext uri="{FF2B5EF4-FFF2-40B4-BE49-F238E27FC236}">
                <a16:creationId xmlns:a16="http://schemas.microsoft.com/office/drawing/2014/main" id="{990B8EAE-920E-4365-8381-BFD2F66B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75" y="10333482"/>
            <a:ext cx="97536" cy="97536"/>
          </a:xfrm>
          <a:custGeom xmlns:a="http://schemas.openxmlformats.org/drawingml/2006/main">
            <a:pathLst>
              <a:path w="97536" h="97536">
                <a:moveTo>
                  <a:pt x="97536" y="0"/>
                </a:moveTo>
                <a:lnTo>
                  <a:pt x="0" y="48768"/>
                </a:lnTo>
                <a:lnTo>
                  <a:pt x="97536" y="97536"/>
                </a:lnTo>
              </a:path>
            </a:pathLst>
          </a:custGeom>
          <a:noFill xmlns:a="http://schemas.openxmlformats.org/drawingml/2006/main"/>
          <a:ln xmlns:a="http://schemas.openxmlformats.org/drawingml/2006/main" w="19507">
            <a:solidFill>
              <a:srgbClr val="333333"/>
            </a:solidFill>
            <a:prstDash val="solid"/>
          </a:ln>
        </p:spPr>
      </p:sp>
      <p:sp>
        <p:nvSpPr>
          <p:cNvPr id="109" name="choice46-lifecycle / text-mask-0">
            <a:extLst xmlns:a="http://schemas.openxmlformats.org/drawingml/2006/main">
              <a:ext uri="{FF2B5EF4-FFF2-40B4-BE49-F238E27FC236}">
                <a16:creationId xmlns:a16="http://schemas.microsoft.com/office/drawing/2014/main" id="{D645C7D5-A692-4DF9-AB64-17EA5ED0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90500"/>
            <a:ext cx="236791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choice46-lifecycle / text-0 / text 1">
            <a:extLst xmlns:a="http://schemas.openxmlformats.org/drawingml/2006/main">
              <a:ext uri="{FF2B5EF4-FFF2-40B4-BE49-F238E27FC236}">
                <a16:creationId xmlns:a16="http://schemas.microsoft.com/office/drawing/2014/main" id="{DF5678B8-37BC-4220-B31D-E367C340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236220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46 | 원본 revision, 근거의 준비 상태와 최종 사용 경계</a:t>
            </a:r>
          </a:p>
        </p:txBody>
      </p:sp>
      <p:sp>
        <p:nvSpPr>
          <p:cNvPr id="111" name="choice46-lifecycle / text-mask-1">
            <a:extLst xmlns:a="http://schemas.openxmlformats.org/drawingml/2006/main">
              <a:ext uri="{FF2B5EF4-FFF2-40B4-BE49-F238E27FC236}">
                <a16:creationId xmlns:a16="http://schemas.microsoft.com/office/drawing/2014/main" id="{1056AD10-6081-4F74-9446-A161C3FD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714375"/>
            <a:ext cx="236791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choice46-lifecycle / text-1 / text 1">
            <a:extLst xmlns:a="http://schemas.openxmlformats.org/drawingml/2006/main">
              <a:ext uri="{FF2B5EF4-FFF2-40B4-BE49-F238E27FC236}">
                <a16:creationId xmlns:a16="http://schemas.microsoft.com/office/drawing/2014/main" id="{0FFEF68D-86CF-4064-8CB6-3246561B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"/>
            <a:ext cx="23622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 r2, 권한 철회, 원본 만료 | A의 요청 상태와 B의 게시 상태는 원본 권위나 현재 의미를 대신하지 않는다</a:t>
            </a:r>
          </a:p>
        </p:txBody>
      </p:sp>
      <p:sp>
        <p:nvSpPr>
          <p:cNvPr id="113" name="choice46-lifecycle / text-mask-2">
            <a:extLst xmlns:a="http://schemas.openxmlformats.org/drawingml/2006/main">
              <a:ext uri="{FF2B5EF4-FFF2-40B4-BE49-F238E27FC236}">
                <a16:creationId xmlns:a16="http://schemas.microsoft.com/office/drawing/2014/main" id="{CFD38878-FBF7-4F59-A55C-BAC321F7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285875"/>
            <a:ext cx="11487150" cy="3590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choice46-lifecycle / text-2 / text 1">
            <a:extLst xmlns:a="http://schemas.openxmlformats.org/drawingml/2006/main">
              <a:ext uri="{FF2B5EF4-FFF2-40B4-BE49-F238E27FC236}">
                <a16:creationId xmlns:a16="http://schemas.microsoft.com/office/drawing/2014/main" id="{52B90EEB-BB26-4F7C-AF1A-87F1E689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85875"/>
            <a:ext cx="114300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  조회에 종속된 임시 상태</a:t>
            </a:r>
          </a:p>
        </p:txBody>
      </p:sp>
      <p:sp>
        <p:nvSpPr>
          <p:cNvPr id="115" name="choice46-lifecycle / text-mask-3">
            <a:extLst xmlns:a="http://schemas.openxmlformats.org/drawingml/2006/main">
              <a:ext uri="{FF2B5EF4-FFF2-40B4-BE49-F238E27FC236}">
                <a16:creationId xmlns:a16="http://schemas.microsoft.com/office/drawing/2014/main" id="{1EFEF94A-3788-4EA4-8213-F55480E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95750"/>
            <a:ext cx="3533775" cy="520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choice46-lifecycle / text-3 / text 1">
            <a:extLst xmlns:a="http://schemas.openxmlformats.org/drawingml/2006/main">
              <a:ext uri="{FF2B5EF4-FFF2-40B4-BE49-F238E27FC236}">
                <a16:creationId xmlns:a16="http://schemas.microsoft.com/office/drawing/2014/main" id="{23FBA28C-D64E-46F2-890C-8BE9249D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34766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r2 / gap / permission 변경</a:t>
            </a:r>
          </a:p>
        </p:txBody>
      </p:sp>
      <p:sp>
        <p:nvSpPr>
          <p:cNvPr id="117" name="choice46-lifecycle / text-3 / text 2">
            <a:extLst xmlns:a="http://schemas.openxmlformats.org/drawingml/2006/main">
              <a:ext uri="{FF2B5EF4-FFF2-40B4-BE49-F238E27FC236}">
                <a16:creationId xmlns:a16="http://schemas.microsoft.com/office/drawing/2014/main" id="{B6423CA3-7D98-4FF2-8CA6-28BC5557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55783"/>
            <a:ext cx="34766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expected source vector 검사</a:t>
            </a:r>
          </a:p>
        </p:txBody>
      </p:sp>
      <p:sp>
        <p:nvSpPr>
          <p:cNvPr id="118" name="choice46-lifecycle / text-mask-4">
            <a:extLst xmlns:a="http://schemas.openxmlformats.org/drawingml/2006/main">
              <a:ext uri="{FF2B5EF4-FFF2-40B4-BE49-F238E27FC236}">
                <a16:creationId xmlns:a16="http://schemas.microsoft.com/office/drawing/2014/main" id="{427FF43D-4415-4C4B-9B51-F2173C7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7858125"/>
            <a:ext cx="66294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choice46-lifecycle / text-4 / text 1">
            <a:extLst xmlns:a="http://schemas.openxmlformats.org/drawingml/2006/main">
              <a:ext uri="{FF2B5EF4-FFF2-40B4-BE49-F238E27FC236}">
                <a16:creationId xmlns:a16="http://schemas.microsoft.com/office/drawing/2014/main" id="{A72F1141-83FA-4DCE-A952-0922F511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858125"/>
            <a:ext cx="65722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input revision / temporal view 또는 query ID</a:t>
            </a:r>
          </a:p>
        </p:txBody>
      </p:sp>
      <p:sp>
        <p:nvSpPr>
          <p:cNvPr id="120" name="choice46-lifecycle / text-4 / text 2">
            <a:extLst xmlns:a="http://schemas.openxmlformats.org/drawingml/2006/main">
              <a:ext uri="{FF2B5EF4-FFF2-40B4-BE49-F238E27FC236}">
                <a16:creationId xmlns:a16="http://schemas.microsoft.com/office/drawing/2014/main" id="{B7EF5EC3-CAC9-497A-93D0-2DDD2385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130540"/>
            <a:ext cx="65722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historical refs / gap / permission epoch / lease</a:t>
            </a:r>
          </a:p>
        </p:txBody>
      </p:sp>
      <p:sp>
        <p:nvSpPr>
          <p:cNvPr id="121" name="choice46-lifecycle / text-mask-5">
            <a:extLst xmlns:a="http://schemas.openxmlformats.org/drawingml/2006/main">
              <a:ext uri="{FF2B5EF4-FFF2-40B4-BE49-F238E27FC236}">
                <a16:creationId xmlns:a16="http://schemas.microsoft.com/office/drawing/2014/main" id="{0403B7E4-B1D8-483D-9BB8-3DFF012F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0953750"/>
            <a:ext cx="7248525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choice46-lifecycle / text-5 / text 1">
            <a:extLst xmlns:a="http://schemas.openxmlformats.org/drawingml/2006/main">
              <a:ext uri="{FF2B5EF4-FFF2-40B4-BE49-F238E27FC236}">
                <a16:creationId xmlns:a16="http://schemas.microsoft.com/office/drawing/2014/main" id="{E0ACA1B2-9014-42C4-9320-1FE6A5C3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953750"/>
            <a:ext cx="719137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채택 뒤 전송/게시 직전에도 owner의 현재성 재검사</a:t>
            </a:r>
          </a:p>
        </p:txBody>
      </p:sp>
      <p:sp>
        <p:nvSpPr>
          <p:cNvPr id="123" name="choice46-lifecycle / text-5 / text 2">
            <a:extLst xmlns:a="http://schemas.openxmlformats.org/drawingml/2006/main">
              <a:ext uri="{FF2B5EF4-FFF2-40B4-BE49-F238E27FC236}">
                <a16:creationId xmlns:a16="http://schemas.microsoft.com/office/drawing/2014/main" id="{A942CDD0-A5CD-4FF2-97C7-7F849D41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226165"/>
            <a:ext cx="719137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늦은 invalidation event만 믿지 않음. read 성공 ≠ 실행 허가.</a:t>
            </a:r>
          </a:p>
        </p:txBody>
      </p:sp>
      <p:sp>
        <p:nvSpPr>
          <p:cNvPr id="124" name="choice46-lifecycle / text-mask-6">
            <a:extLst xmlns:a="http://schemas.openxmlformats.org/drawingml/2006/main">
              <a:ext uri="{FF2B5EF4-FFF2-40B4-BE49-F238E27FC236}">
                <a16:creationId xmlns:a16="http://schemas.microsoft.com/office/drawing/2014/main" id="{17B08B6D-EF8A-4055-9A5B-00D66055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1906250"/>
            <a:ext cx="11487150" cy="854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choice46-lifecycle / text-6 / text 1">
            <a:extLst xmlns:a="http://schemas.openxmlformats.org/drawingml/2006/main">
              <a:ext uri="{FF2B5EF4-FFF2-40B4-BE49-F238E27FC236}">
                <a16:creationId xmlns:a16="http://schemas.microsoft.com/office/drawing/2014/main" id="{64C505DE-3061-4791-9EB7-26D102C6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0"/>
            <a:ext cx="1143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A: 수정된 query/set/cache 무효화 → 원본에서 요청별 재구성</a:t>
            </a:r>
          </a:p>
        </p:txBody>
      </p:sp>
      <p:sp>
        <p:nvSpPr>
          <p:cNvPr id="126" name="choice46-lifecycle / text-6 / text 2">
            <a:extLst xmlns:a="http://schemas.openxmlformats.org/drawingml/2006/main">
              <a:ext uri="{FF2B5EF4-FFF2-40B4-BE49-F238E27FC236}">
                <a16:creationId xmlns:a16="http://schemas.microsoft.com/office/drawing/2014/main" id="{DB77C8DA-908C-4596-97A4-2F930210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191048"/>
            <a:ext cx="1143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공통: DENIED / EXPIRED / GAP / UNKNOWN_TIMING / UNAVAILABLE을 명시</a:t>
            </a:r>
          </a:p>
        </p:txBody>
      </p:sp>
      <p:sp>
        <p:nvSpPr>
          <p:cNvPr id="127" name="choice46-lifecycle / text-6 / text 3">
            <a:extLst xmlns:a="http://schemas.openxmlformats.org/drawingml/2006/main">
              <a:ext uri="{FF2B5EF4-FFF2-40B4-BE49-F238E27FC236}">
                <a16:creationId xmlns:a16="http://schemas.microsoft.com/office/drawing/2014/main" id="{6A14EAA4-E7EC-41D4-89DB-DA8B57E7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475845"/>
            <a:ext cx="1143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원본 만료/철회: active query나 view ref가 원본 수명을 무한 연장하지 않음</a:t>
            </a:r>
          </a:p>
        </p:txBody>
      </p:sp>
      <p:sp>
        <p:nvSpPr>
          <p:cNvPr id="128" name="choice46-lifecycle / text-mask-7">
            <a:extLst xmlns:a="http://schemas.openxmlformats.org/drawingml/2006/main">
              <a:ext uri="{FF2B5EF4-FFF2-40B4-BE49-F238E27FC236}">
                <a16:creationId xmlns:a16="http://schemas.microsoft.com/office/drawing/2014/main" id="{3BDB42D4-6F2F-4953-A3A0-BF58C0C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1285875"/>
            <a:ext cx="11487150" cy="3590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choice46-lifecycle / text-7 / text 1">
            <a:extLst xmlns:a="http://schemas.openxmlformats.org/drawingml/2006/main">
              <a:ext uri="{FF2B5EF4-FFF2-40B4-BE49-F238E27FC236}">
                <a16:creationId xmlns:a16="http://schemas.microsoft.com/office/drawing/2014/main" id="{1CF63569-A127-4BC5-A7D5-4D83C842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285875"/>
            <a:ext cx="114300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  producer 소유 게시 상태와 coverage</a:t>
            </a:r>
          </a:p>
        </p:txBody>
      </p:sp>
      <p:sp>
        <p:nvSpPr>
          <p:cNvPr id="130" name="choice46-lifecycle / text-mask-8">
            <a:extLst xmlns:a="http://schemas.openxmlformats.org/drawingml/2006/main">
              <a:ext uri="{FF2B5EF4-FFF2-40B4-BE49-F238E27FC236}">
                <a16:creationId xmlns:a16="http://schemas.microsoft.com/office/drawing/2014/main" id="{172D7D3C-72C8-4B58-BE68-A31B808A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3810000"/>
            <a:ext cx="3533775" cy="520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choice46-lifecycle / text-8 / text 1">
            <a:extLst xmlns:a="http://schemas.openxmlformats.org/drawingml/2006/main">
              <a:ext uri="{FF2B5EF4-FFF2-40B4-BE49-F238E27FC236}">
                <a16:creationId xmlns:a16="http://schemas.microsoft.com/office/drawing/2014/main" id="{DC7775F0-DD94-4890-9EC4-9C6949E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3810000"/>
            <a:ext cx="34766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r2 / gap / permission 변경</a:t>
            </a:r>
          </a:p>
        </p:txBody>
      </p:sp>
      <p:sp>
        <p:nvSpPr>
          <p:cNvPr id="132" name="choice46-lifecycle / text-8 / text 2">
            <a:extLst xmlns:a="http://schemas.openxmlformats.org/drawingml/2006/main">
              <a:ext uri="{FF2B5EF4-FFF2-40B4-BE49-F238E27FC236}">
                <a16:creationId xmlns:a16="http://schemas.microsoft.com/office/drawing/2014/main" id="{CBBF200B-9DBB-4DB0-A8B0-2C1157B8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70033"/>
            <a:ext cx="34766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expected source vector 검사</a:t>
            </a:r>
          </a:p>
        </p:txBody>
      </p:sp>
      <p:sp>
        <p:nvSpPr>
          <p:cNvPr id="133" name="choice46-lifecycle / text-mask-9">
            <a:extLst xmlns:a="http://schemas.openxmlformats.org/drawingml/2006/main">
              <a:ext uri="{FF2B5EF4-FFF2-40B4-BE49-F238E27FC236}">
                <a16:creationId xmlns:a16="http://schemas.microsoft.com/office/drawing/2014/main" id="{E4A4E046-6012-4A74-B694-4241F72D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5925" y="7858125"/>
            <a:ext cx="66294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choice46-lifecycle / text-9 / text 1">
            <a:extLst xmlns:a="http://schemas.openxmlformats.org/drawingml/2006/main">
              <a:ext uri="{FF2B5EF4-FFF2-40B4-BE49-F238E27FC236}">
                <a16:creationId xmlns:a16="http://schemas.microsoft.com/office/drawing/2014/main" id="{6C0E5926-BFB9-4D2A-AA6E-7A84CA76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7858125"/>
            <a:ext cx="65722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input revision / temporal view 또는 query ID</a:t>
            </a:r>
          </a:p>
        </p:txBody>
      </p:sp>
      <p:sp>
        <p:nvSpPr>
          <p:cNvPr id="135" name="choice46-lifecycle / text-9 / text 2">
            <a:extLst xmlns:a="http://schemas.openxmlformats.org/drawingml/2006/main">
              <a:ext uri="{FF2B5EF4-FFF2-40B4-BE49-F238E27FC236}">
                <a16:creationId xmlns:a16="http://schemas.microsoft.com/office/drawing/2014/main" id="{FD2462EB-2DCA-41C8-8673-DA834B5C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8130540"/>
            <a:ext cx="65722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historical refs / gap / permission epoch / lease</a:t>
            </a:r>
          </a:p>
        </p:txBody>
      </p:sp>
      <p:sp>
        <p:nvSpPr>
          <p:cNvPr id="136" name="choice46-lifecycle / text-mask-10">
            <a:extLst xmlns:a="http://schemas.openxmlformats.org/drawingml/2006/main">
              <a:ext uri="{FF2B5EF4-FFF2-40B4-BE49-F238E27FC236}">
                <a16:creationId xmlns:a16="http://schemas.microsoft.com/office/drawing/2014/main" id="{9F1DFA63-3B69-4B2E-ABD2-284AB5EC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75" y="10953750"/>
            <a:ext cx="7248525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choice46-lifecycle / text-10 / text 1">
            <a:extLst xmlns:a="http://schemas.openxmlformats.org/drawingml/2006/main">
              <a:ext uri="{FF2B5EF4-FFF2-40B4-BE49-F238E27FC236}">
                <a16:creationId xmlns:a16="http://schemas.microsoft.com/office/drawing/2014/main" id="{A675D8DB-0747-42E2-AA9E-2C2101F9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10953750"/>
            <a:ext cx="719137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채택 뒤 전송/게시 직전에도 owner의 현재성 재검사</a:t>
            </a:r>
          </a:p>
        </p:txBody>
      </p:sp>
      <p:sp>
        <p:nvSpPr>
          <p:cNvPr id="138" name="choice46-lifecycle / text-10 / text 2">
            <a:extLst xmlns:a="http://schemas.openxmlformats.org/drawingml/2006/main">
              <a:ext uri="{FF2B5EF4-FFF2-40B4-BE49-F238E27FC236}">
                <a16:creationId xmlns:a16="http://schemas.microsoft.com/office/drawing/2014/main" id="{F34A43FB-9F24-4864-AA81-F95AB587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11226165"/>
            <a:ext cx="719137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늦은 invalidation event만 믿지 않음. read 성공 ≠ 실행 허가.</a:t>
            </a:r>
          </a:p>
        </p:txBody>
      </p:sp>
      <p:sp>
        <p:nvSpPr>
          <p:cNvPr id="139" name="choice46-lifecycle / text-mask-11">
            <a:extLst xmlns:a="http://schemas.openxmlformats.org/drawingml/2006/main">
              <a:ext uri="{FF2B5EF4-FFF2-40B4-BE49-F238E27FC236}">
                <a16:creationId xmlns:a16="http://schemas.microsoft.com/office/drawing/2014/main" id="{DE722CF3-5AA1-4B77-A579-BD8B34A1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11906250"/>
            <a:ext cx="11487150" cy="854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choice46-lifecycle / text-11 / text 1">
            <a:extLst xmlns:a="http://schemas.openxmlformats.org/drawingml/2006/main">
              <a:ext uri="{FF2B5EF4-FFF2-40B4-BE49-F238E27FC236}">
                <a16:creationId xmlns:a16="http://schemas.microsoft.com/office/drawing/2014/main" id="{4513BC3D-1F0D-441B-A603-9FD25BFD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1906250"/>
            <a:ext cx="1143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B: 시간/과거 view 사용 차단 → owner별 재생산/게시 → 소비자 재조회</a:t>
            </a:r>
          </a:p>
        </p:txBody>
      </p:sp>
      <p:sp>
        <p:nvSpPr>
          <p:cNvPr id="141" name="choice46-lifecycle / text-11 / text 2">
            <a:extLst xmlns:a="http://schemas.openxmlformats.org/drawingml/2006/main">
              <a:ext uri="{FF2B5EF4-FFF2-40B4-BE49-F238E27FC236}">
                <a16:creationId xmlns:a16="http://schemas.microsoft.com/office/drawing/2014/main" id="{C967F8E0-4559-4B90-AD61-F2FCC10B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2191048"/>
            <a:ext cx="1143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공통: DENIED / EXPIRED / GAP / UNKNOWN_TIMING / UNAVAILABLE을 명시</a:t>
            </a:r>
          </a:p>
        </p:txBody>
      </p:sp>
      <p:sp>
        <p:nvSpPr>
          <p:cNvPr id="142" name="choice46-lifecycle / text-11 / text 3">
            <a:extLst xmlns:a="http://schemas.openxmlformats.org/drawingml/2006/main">
              <a:ext uri="{FF2B5EF4-FFF2-40B4-BE49-F238E27FC236}">
                <a16:creationId xmlns:a16="http://schemas.microsoft.com/office/drawing/2014/main" id="{28FF71B5-40E8-4409-9133-99B4F9B2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2475845"/>
            <a:ext cx="1143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원본 만료/철회: active query나 view ref가 원본 수명을 무한 연장하지 않음</a:t>
            </a:r>
          </a:p>
        </p:txBody>
      </p:sp>
      <p:sp>
        <p:nvSpPr>
          <p:cNvPr id="143" name="choice46-lifecycle / text-mask-12">
            <a:extLst xmlns:a="http://schemas.openxmlformats.org/drawingml/2006/main">
              <a:ext uri="{FF2B5EF4-FFF2-40B4-BE49-F238E27FC236}">
                <a16:creationId xmlns:a16="http://schemas.microsoft.com/office/drawing/2014/main" id="{D3B2EF1C-D50A-4F50-AC4C-D6C2E148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144500"/>
            <a:ext cx="2367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choice46-lifecycle / text-12 / text 1">
            <a:extLst xmlns:a="http://schemas.openxmlformats.org/drawingml/2006/main">
              <a:ext uri="{FF2B5EF4-FFF2-40B4-BE49-F238E27FC236}">
                <a16:creationId xmlns:a16="http://schemas.microsoft.com/office/drawing/2014/main" id="{B4A61BEE-ADFD-41B5-ACFA-1DA57FC9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0"/>
            <a:ext cx="2362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살구색 = 차이 Module/상태. 문서형 예시는 상태 이름이 아님. 과거 원본과 시간 원본의 owner별 revision을 남기며 전역 snapshot은 가정하지 않음.</a:t>
            </a:r>
          </a:p>
        </p:txBody>
      </p:sp>
    </p:spTree>
    <p:extLst>
      <p:ext uri="{BB962C8B-B14F-4D97-AF65-F5344CB8AC3E}">
        <p14:creationId xmlns:p14="http://schemas.microsoft.com/office/powerpoint/2010/main" val="606207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2026-10-09T16:26:47.9760000Z</dcterms:created>
  <dcterms:modified xsi:type="dcterms:W3CDTF">2026-10-09T16:26:47.9760000Z</dcterms:modified>
</coreProperties>
</file>