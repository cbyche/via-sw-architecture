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media/initial01_image.gif" ContentType="image/gif"/>
  <Override PartName="/ppt/media/initial01_image2.gif" ContentType="image/gif"/>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notesMasters/initial02_notesMaster1.xml" ContentType="application/vnd.openxmlformats-officedocument.presentationml.notesMaster+xml"/>
  <Override PartName="/ppt/notesMasters/theme/initial02_theme3.xml" ContentType="application/vnd.openxmlformats-officedocument.theme+xml"/>
  <Override PartName="/ppt/notesSlides/notesSlide4.xml" ContentType="application/vnd.openxmlformats-officedocument.presentationml.notesSlide+xml"/>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s/slide4.xml" ContentType="application/vnd.openxmlformats-officedocument.presentationml.slide+xml"/>
  <Override PartName="/ppt/notesMasters/initial03_notesMaster1.xml" ContentType="application/vnd.openxmlformats-officedocument.presentationml.notesMaster+xml"/>
  <Override PartName="/ppt/notesMasters/theme/initial03_theme3.xml" ContentType="application/vnd.openxmlformats-officedocument.theme+xml"/>
  <Override PartName="/ppt/notesSlides/notesSlide5.xml" ContentType="application/vnd.openxmlformats-officedocument.presentationml.notesSlid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s/slide5.xml" ContentType="application/vnd.openxmlformats-officedocument.presentationml.slide+xml"/>
  <Override PartName="/ppt/notesMasters/initial04_notesMaster1.xml" ContentType="application/vnd.openxmlformats-officedocument.presentationml.notesMaster+xml"/>
  <Override PartName="/ppt/notesMasters/theme/initial04_theme3.xml" ContentType="application/vnd.openxmlformats-officedocument.them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initial05_notesMaster1.xml" ContentType="application/vnd.openxmlformats-officedocument.presentationml.notesMaster+xml"/>
  <Override PartName="/ppt/notesMasters/theme/initial05_theme3.xml" ContentType="application/vnd.openxmlformats-officedocument.them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initial06_notesMaster1.xml" ContentType="application/vnd.openxmlformats-officedocument.presentationml.notesMaster+xml"/>
  <Override PartName="/ppt/notesMasters/theme/initial06_theme3.xml" ContentType="application/vnd.openxmlformats-officedocument.theme+xml"/>
  <Override PartName="/ppt/notesSlides/notesSlide18.xml" ContentType="application/vnd.openxmlformats-officedocument.presentationml.notesSlid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slides/slide18.xml" ContentType="application/vnd.openxmlformats-officedocument.presentationml.slide+xml"/>
  <Override PartName="/ppt/media/initial07_via-v2-bg41-1.png" ContentType="image/png"/>
  <Override PartName="/ppt/media/initial07_via-v2-bg41-2.png" ContentType="image/png"/>
  <Override PartName="/ppt/media/initial07_via-v2-bg41-3.png" ContentType="image/png"/>
  <Override PartName="/ppt/media/initial07_via-v2-bg42-1.png" ContentType="image/png"/>
  <Override PartName="/ppt/media/initial07_via-v2-bg42-2.png" ContentType="image/png"/>
  <Override PartName="/ppt/media/initial07_via-v2-bg42-3.png" ContentType="image/png"/>
  <Override PartName="/ppt/media/initial07_via-v2-bg44-1.png" ContentType="image/png"/>
  <Override PartName="/ppt/media/initial07_via-v2-bg44-2.png" ContentType="image/png"/>
  <Override PartName="/ppt/media/initial07_via-v2-bg44-3.png" ContentType="image/png"/>
  <Override PartName="/ppt/media/initial07_via-v2-bg45-1.png" ContentType="image/png"/>
  <Override PartName="/ppt/media/initial07_via-v2-bg45-2.png" ContentType="image/png"/>
  <Override PartName="/ppt/media/initial07_via-v2-bg45-3.png" ContentType="image/png"/>
  <Override PartName="/ppt/media/initial07_via-v2-intro-1-1.png" ContentType="image/png"/>
  <Override PartName="/ppt/media/initial07_via-v2-intro-1-2.png" ContentType="image/png"/>
  <Override PartName="/ppt/media/initial07_via-v2-intro-1-3.png" ContentType="image/png"/>
  <Override PartName="/ppt/media/initial07_via-v2-intro-2-1.png" ContentType="image/png"/>
  <Override PartName="/ppt/media/initial07_via-v2-intro-2-2.png" ContentType="image/png"/>
  <Override PartName="/ppt/media/initial07_via-v2-intro-2-3.png" ContentType="image/png"/>
  <Override PartName="/ppt/notesMasters/initial07_notesMaster1.xml" ContentType="application/vnd.openxmlformats-officedocument.presentationml.notesMaster+xml"/>
  <Override PartName="/ppt/notesMasters/theme/initial07_theme3.xml" ContentType="application/vnd.openxmlformats-officedocument.theme+xml"/>
  <Override PartName="/ppt/notesSlides/notesSlide21.xml" ContentType="application/vnd.openxmlformats-officedocument.presentationml.notesSlide+xml"/>
  <Override PartName="/ppt/notesSlides/notesSlide2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22.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slides/slide21.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32.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notesMasters/V2Clone_initial01_notesMaster1.xml" ContentType="application/vnd.openxmlformats-officedocument.presentationml.notesMaster+xml"/>
  <Override PartName="/ppt/notesMasters/V2Clone_initial02_notesMaster1.xml" ContentType="application/vnd.openxmlformats-officedocument.presentationml.notesMaster+xml"/>
  <Override PartName="/ppt/notesMasters/V2Clone_initial03_notesMaster1.xml" ContentType="application/vnd.openxmlformats-officedocument.presentationml.notesMaster+xml"/>
  <Override PartName="/ppt/notesMasters/V2Clone_initial04_notesMaster1.xml" ContentType="application/vnd.openxmlformats-officedocument.presentationml.notesMaster+xml"/>
  <Override PartName="/ppt/notesMasters/V2Clone_initial06_notesMaster1.xml" ContentType="application/vnd.openxmlformats-officedocument.presentationml.notesMaster+xml"/>
  <Override PartName="/ppt/notesMasters/V2Clone_initial07_notesMaster1.xml" ContentType="application/vnd.openxmlformats-officedocument.presentationml.notesMaster+xml"/>
  <Override PartName="/ppt/notesMasters/theme/V2Clone_initial01_theme3.xml" ContentType="application/vnd.openxmlformats-officedocument.theme+xml"/>
  <Override PartName="/ppt/notesMasters/theme/V2Clone_initial02_theme3.xml" ContentType="application/vnd.openxmlformats-officedocument.theme+xml"/>
  <Override PartName="/ppt/notesMasters/theme/V2Clone_initial03_theme3.xml" ContentType="application/vnd.openxmlformats-officedocument.theme+xml"/>
  <Override PartName="/ppt/notesMasters/theme/V2Clone_initial04_theme3.xml" ContentType="application/vnd.openxmlformats-officedocument.theme+xml"/>
  <Override PartName="/ppt/notesMasters/theme/V2Clone_initial06_theme3.xml" ContentType="application/vnd.openxmlformats-officedocument.theme+xml"/>
  <Override PartName="/ppt/notesMasters/theme/V2Clone_initial07_theme3.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V2Native_notesMaster1.xml" ContentType="application/vnd.openxmlformats-officedocument.presentationml.notesMaster+xml"/>
  <Override PartName="/ppt/notesMasters/theme/V2Native_theme3.xml" ContentType="application/vnd.openxmlformats-officedocument.theme+xml"/>
  <Override PartName="/ppt/notesSlides/notesSlide46.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46.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V3Background_notesMaster1.xml" ContentType="application/vnd.openxmlformats-officedocument.presentationml.notesMaster+xml"/>
  <Override PartName="/ppt/notesMasters/theme/V3Background_theme3.xml" ContentType="application/vnd.openxmlformats-officedocument.them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media/v7_claude_cowork_browser_20260826.gif" ContentType="image/gif"/>
  <Override PartName="/ppt/slides/slide62.xml" ContentType="application/vnd.openxmlformats-officedocument.presentationml.slide+xml"/>
  <Override PartName="/ppt/notesSlides/notesSlideV818.xml" ContentType="application/vnd.openxmlformats-officedocument.presentationml.notesSlide+xml"/>
  <Override PartName="/ppt/slides/slide63.xml" ContentType="application/vnd.openxmlformats-officedocument.presentationml.slide+xml"/>
  <Override PartName="/ppt/notesSlides/notesSlideV8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a="http://schemas.openxmlformats.org/drawingml/2006/main" xmlns:p="http://schemas.openxmlformats.org/presentationml/2006/main" xmlns:p14="http://schemas.microsoft.com/office/powerpoint/2010/main" xmlns:r="http://schemas.openxmlformats.org/officeDocument/2006/relationships">
  <p:sldMasterIdLst>
    <p:sldMasterId r:id="Via_ppt_slideMasters_initial01_slideMaster1_xml" id="2147483648"/>
    <p:sldMasterId r:id="Via_ppt_slideMasters_initial02_slideMaster1_xml" id="2147483649"/>
    <p:sldMasterId r:id="Via_ppt_slideMasters_initial03_slideMaster1_xml" id="2147483650"/>
    <p:sldMasterId r:id="Via_ppt_slideMasters_initial04_slideMaster1_xml" id="2147483651"/>
    <p:sldMasterId r:id="Via_ppt_slideMasters_initial05_slideMaster1_xml" id="2147483652"/>
    <p:sldMasterId r:id="Via_ppt_slideMasters_initial06_slideMaster1_xml" id="2147483653"/>
    <p:sldMasterId r:id="Via_ppt_slideMasters_initial07_slideMaster1_xml" id="2147483654"/>
    <p:sldMasterId r:id="Via_ppt_slideMasters_V2Clone_initial01_slideMaster1_xml" id="2147483655"/>
    <p:sldMasterId r:id="Via_ppt_slideMasters_V2Clone_initial02_slideMaster1_xml" id="2147483656"/>
    <p:sldMasterId r:id="Via_ppt_slideMasters_V2Clone_initial03_slideMaster1_xml" id="2147483657"/>
    <p:sldMasterId r:id="Via_ppt_slideMasters_V2Clone_initial04_slideMaster1_xml" id="2147483658"/>
    <p:sldMasterId r:id="Via_ppt_slideMasters_V2Clone_initial06_slideMaster1_xml" id="2147483659"/>
    <p:sldMasterId r:id="Via_ppt_slideMasters_V2Clone_initial07_slideMaster1_xml" id="2147483660"/>
    <p:sldMasterId r:id="Via_ppt_slideMasters_V2Native_slideMaster1_xml" id="2147483661"/>
    <p:sldMasterId r:id="Via_ppt_slideMasters_V3Background_slideMaster1_xml" id="2147483662"/>
  </p:sldMasterIdLst>
  <p:notesMasterIdLst>
    <p:notesMasterId r:id="Via_ppt_notesMasters_initial01_notesMaster1_xml"/>
  </p:notesMasterIdLst>
  <p:sldIdLst>
    <p:sldId id="256" r:id="V8Slide1"/>
    <p:sldId id="257" r:id="V8Slide2"/>
    <p:sldId id="258" r:id="V8Slide3"/>
    <p:sldId id="259" r:id="V8Slide4"/>
    <p:sldId id="260" r:id="V8Slide5"/>
    <p:sldId id="261" r:id="V8Slide6"/>
    <p:sldId id="262" r:id="V8Slide7"/>
    <p:sldId id="263" r:id="V8Slide8"/>
    <p:sldId id="264" r:id="V8Slide9"/>
    <p:sldId id="265" r:id="V8Slide10"/>
    <p:sldId id="266" r:id="V8Slide11"/>
    <p:sldId id="267" r:id="V8Slide12"/>
    <p:sldId id="268" r:id="V8Slide13"/>
    <p:sldId id="269" r:id="V8Slide14"/>
    <p:sldId id="314" r:id="V8Slide15"/>
    <p:sldId id="273" r:id="V8Slide16"/>
    <p:sldId id="315" r:id="V8Slide17"/>
    <p:sldId id="317" r:id="V8Slide18"/>
    <p:sldId id="275" r:id="V8Slide19"/>
    <p:sldId id="316" r:id="V8Slide20"/>
    <p:sldId id="277" r:id="V8Slide21"/>
    <p:sldId id="318" r:id="V8Slide22"/>
    <p:sldId id="278" r:id="V8Slide23"/>
    <p:sldId id="279" r:id="V8Slide24"/>
    <p:sldId id="280" r:id="V8Slide25"/>
    <p:sldId id="281" r:id="V8Slide26"/>
    <p:sldId id="282" r:id="V8Slide27"/>
    <p:sldId id="283" r:id="V8Slide28"/>
    <p:sldId id="284" r:id="V8Slide29"/>
    <p:sldId id="285" r:id="V8Slide30"/>
    <p:sldId id="286" r:id="V8Slide31"/>
    <p:sldId id="287" r:id="V8Slide32"/>
    <p:sldId id="288" r:id="V8Slide33"/>
    <p:sldId id="289" r:id="V8Slide34"/>
    <p:sldId id="290" r:id="V8Slide35"/>
    <p:sldId id="291" r:id="V8Slide36"/>
    <p:sldId id="292" r:id="V8Slide37"/>
    <p:sldId id="293" r:id="V8Slide38"/>
    <p:sldId id="294" r:id="V8Slide39"/>
    <p:sldId id="295" r:id="V8Slide40"/>
    <p:sldId id="296" r:id="V8Slide41"/>
    <p:sldId id="297" r:id="V8Slide42"/>
    <p:sldId id="298" r:id="V8Slide43"/>
    <p:sldId id="299" r:id="V8Slide44"/>
    <p:sldId id="300" r:id="V8Slide45"/>
    <p:sldId id="301" r:id="V8Slide46"/>
    <p:sldId id="302" r:id="V8Slide47"/>
    <p:sldId id="303" r:id="V8Slide48"/>
    <p:sldId id="304" r:id="V8Slide49"/>
    <p:sldId id="305" r:id="V8Slide50"/>
    <p:sldId id="306" r:id="V8Slide51"/>
    <p:sldId id="307" r:id="V8Slide52"/>
    <p:sldId id="308" r:id="V8Slide53"/>
    <p:sldId id="309" r:id="V8Slide54"/>
    <p:sldId id="310" r:id="V8Slide55"/>
    <p:sldId id="311" r:id="V8Slide56"/>
    <p:sldId id="312" r:id="V8Slide57"/>
    <p:sldId id="270" r:id="V8Slide58"/>
    <p:sldId id="272" r:id="V8Slide59"/>
    <p:sldId id="274" r:id="V8Slide60"/>
    <p:sldId id="276" r:id="V8Slide61"/>
    <p:sldId id="313" r:id="V8Slide62"/>
    <p:sldId id="271" r:id="V8Slide63"/>
  </p:sldIdLst>
  <p:sldSz cx="18288000" cy="10287000"/>
  <p:notesSz cx="6858000" cy="9144000"/>
  <p:defaultTextStyle>
    <a:defPPr>
      <a:defRPr lang="ko-KR">
        <a:solidFill>
          <a:srgbClr val="000000"/>
        </a:solidFill>
        <a:latin typeface="Calibri"/>
        <a:ea typeface="Calibri"/>
        <a:cs typeface="Calibri"/>
      </a:defRPr>
    </a:defPPr>
    <a:lvl1pPr>
      <a:defRPr lang="ko-KR">
        <a:solidFill>
          <a:srgbClr val="000000"/>
        </a:solidFill>
        <a:latin typeface="Calibri"/>
        <a:ea typeface="Calibri"/>
        <a:cs typeface="Calibri"/>
      </a:defRPr>
    </a:lvl1pPr>
    <a:lvl2pPr>
      <a:defRPr lang="ko-KR">
        <a:solidFill>
          <a:srgbClr val="000000"/>
        </a:solidFill>
        <a:latin typeface="Calibri"/>
        <a:ea typeface="Calibri"/>
        <a:cs typeface="Calibri"/>
      </a:defRPr>
    </a:lvl2pPr>
    <a:lvl3pPr>
      <a:defRPr lang="ko-KR">
        <a:solidFill>
          <a:srgbClr val="000000"/>
        </a:solidFill>
        <a:latin typeface="Calibri"/>
        <a:ea typeface="Calibri"/>
        <a:cs typeface="Calibri"/>
      </a:defRPr>
    </a:lvl3pPr>
    <a:lvl4pPr>
      <a:defRPr lang="ko-KR">
        <a:solidFill>
          <a:srgbClr val="000000"/>
        </a:solidFill>
        <a:latin typeface="Calibri"/>
        <a:ea typeface="Calibri"/>
        <a:cs typeface="Calibri"/>
      </a:defRPr>
    </a:lvl4pPr>
    <a:lvl5pPr>
      <a:defRPr lang="ko-KR">
        <a:solidFill>
          <a:srgbClr val="000000"/>
        </a:solidFill>
        <a:latin typeface="Calibri"/>
        <a:ea typeface="Calibri"/>
        <a:cs typeface="Calibri"/>
      </a:defRPr>
    </a:lvl5pPr>
    <a:lvl6pPr>
      <a:defRPr lang="ko-KR">
        <a:solidFill>
          <a:srgbClr val="000000"/>
        </a:solidFill>
        <a:latin typeface="Calibri"/>
        <a:ea typeface="Calibri"/>
        <a:cs typeface="Calibri"/>
      </a:defRPr>
    </a:lvl6pPr>
    <a:lvl7pPr>
      <a:defRPr lang="ko-KR">
        <a:solidFill>
          <a:srgbClr val="000000"/>
        </a:solidFill>
        <a:latin typeface="Calibri"/>
        <a:ea typeface="Calibri"/>
        <a:cs typeface="Calibri"/>
      </a:defRPr>
    </a:lvl7pPr>
    <a:lvl8pPr>
      <a:defRPr lang="ko-KR">
        <a:solidFill>
          <a:srgbClr val="000000"/>
        </a:solidFill>
        <a:latin typeface="Calibri"/>
        <a:ea typeface="Calibri"/>
        <a:cs typeface="Calibri"/>
      </a:defRPr>
    </a:lvl8pPr>
    <a:lvl9pPr>
      <a:defRPr lang="ko-KR">
        <a:solidFill>
          <a:srgbClr val="000000"/>
        </a:solidFill>
        <a:latin typeface="Calibri"/>
        <a:ea typeface="Calibri"/>
        <a:cs typeface="Calibri"/>
      </a:defRPr>
    </a:lvl9pPr>
  </p:defaultTextStyle>
  <p:extLst>
    <p:ext uri="{521415D9-36F7-43E2-AB2F-B90AF26B5E84}">
      <p14:sectionLst>
        <p14:section name="배경과 소개" id="{BF07F05A-BF13-5AB7-B9BE-F5A754F113C4}">
          <p14:sldIdLst>
            <p14:sldId id="256"/>
            <p14:sldId id="257"/>
            <p14:sldId id="258"/>
            <p14:sldId id="259"/>
            <p14:sldId id="260"/>
            <p14:sldId id="261"/>
          </p14:sldIdLst>
        </p14:section>
        <p14:section name="요구사항과 QA" id="{6BD64F58-F509-5BD6-881E-78C36D9BD6E0}">
          <p14:sldIdLst>
            <p14:sldId id="262"/>
            <p14:sldId id="263"/>
            <p14:sldId id="264"/>
            <p14:sldId id="265"/>
            <p14:sldId id="266"/>
          </p14:sldIdLst>
        </p14:section>
        <p14:section name="설계 도입" id="{BADB073F-D26C-5440-BCE1-F24801B79769}">
          <p14:sldIdLst>
            <p14:sldId id="267"/>
            <p14:sldId id="268"/>
          </p14:sldIdLst>
        </p14:section>
        <p14:section name="설계 비교" id="{C2CC35AB-62B7-5854-A663-46D5BEDA6A93}">
          <p14:sldIdLst>
            <p14:sldId id="269"/>
            <p14:sldId id="314"/>
            <p14:sldId id="315"/>
            <p14:sldId id="317"/>
            <p14:sldId id="316"/>
            <p14:sldId id="318"/>
          </p14:sldIdLst>
        </p14:section>
        <p14:section name="DP44" id="{F4C3989D-9536-5CCB-A94E-06927D5C930E}">
          <p14:sldIdLst>
            <p14:sldId id="273"/>
          </p14:sldIdLst>
        </p14:section>
        <p14:section name="DP45" id="{538386C1-0ABD-5E2D-A506-9BE9D21D3644}">
          <p14:sldIdLst>
            <p14:sldId id="275"/>
          </p14:sldIdLst>
        </p14:section>
        <p14:section name="DP42" id="{57525D45-9E09-5850-9E22-CA4FBEC95BF0}">
          <p14:sldIdLst>
            <p14:sldId id="277"/>
          </p14:sldIdLst>
        </p14:section>
        <p14:section name="검토 요약" id="{52E3FD45-20B0-5694-81DF-1265EFB4E1D9}">
          <p14:sldIdLst>
            <p14:sldId id="278"/>
            <p14:sldId id="279"/>
          </p14:sldIdLst>
        </p14:section>
        <p14:section name="Appendix 안내" id="{CA7042C1-6F41-5D95-B171-AB13C029EBA2}">
          <p14:sldIdLst>
            <p14:sldId id="280"/>
          </p14:sldIdLst>
        </p14:section>
        <p14:section name="Appendix / QA 상세" id="{55C81105-8847-51EA-9AE6-8EF454FF1690}">
          <p14:sldIdLst>
            <p14:sldId id="281"/>
            <p14:sldId id="282"/>
            <p14:sldId id="283"/>
            <p14:sldId id="284"/>
            <p14:sldId id="285"/>
            <p14:sldId id="286"/>
            <p14:sldId id="287"/>
            <p14:sldId id="288"/>
            <p14:sldId id="289"/>
            <p14:sldId id="290"/>
          </p14:sldIdLst>
        </p14:section>
        <p14:section name="Appendix / 원본 보존" id="{BF536283-29C9-529D-B4D6-D56CC2CD401A}">
          <p14:sldIdLst>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Appendix / v2 DP 배경 보존" id="{CE2EDA3D-67E0-56C0-AEF2-A98E3D703333}">
          <p14:sldIdLst>
            <p14:sldId id="270"/>
            <p14:sldId id="272"/>
            <p14:sldId id="274"/>
            <p14:sldId id="276"/>
          </p14:sldIdLst>
        </p14:section>
        <p14:section name="Appendix / 제외 주제 41 보존" id="{CE6199B2-A6B6-5483-96AF-2990DDA032A7}">
          <p14:sldIdLst>
            <p14:sldId id="313"/>
            <p14:sldId id="271"/>
          </p14:sldIdLst>
        </p14:section>
      </p14:sectionLst>
    </p:ext>
  </p:extLst>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slideMasters_V3Background_slideMaster1_xml" Type="http://schemas.openxmlformats.org/officeDocument/2006/relationships/slideMaster" Target="/ppt/slideMasters/V3Background_slideMaster1.xml" /><Relationship Id="V8Slide1" Type="http://schemas.openxmlformats.org/officeDocument/2006/relationships/slide" Target="/ppt/slides/slide33.xml" /><Relationship Id="V8Slide2" Type="http://schemas.openxmlformats.org/officeDocument/2006/relationships/slide" Target="/ppt/slides/slide46.xml" /><Relationship Id="V8Slide3" Type="http://schemas.openxmlformats.org/officeDocument/2006/relationships/slide" Target="/ppt/slides/slide34.xml" /><Relationship Id="V8Slide4" Type="http://schemas.openxmlformats.org/officeDocument/2006/relationships/slide" Target="/ppt/slides/slide47.xml" /><Relationship Id="V8Slide5" Type="http://schemas.openxmlformats.org/officeDocument/2006/relationships/slide" Target="/ppt/slides/slide35.xml" /><Relationship Id="V8Slide6" Type="http://schemas.openxmlformats.org/officeDocument/2006/relationships/slide" Target="/ppt/slides/slide36.xml" /><Relationship Id="V8Slide7" Type="http://schemas.openxmlformats.org/officeDocument/2006/relationships/slide" Target="/ppt/slides/slide48.xml" /><Relationship Id="V8Slide8" Type="http://schemas.openxmlformats.org/officeDocument/2006/relationships/slide" Target="/ppt/slides/slide37.xml" /><Relationship Id="V8Slide9" Type="http://schemas.openxmlformats.org/officeDocument/2006/relationships/slide" Target="/ppt/slides/slide38.xml" /><Relationship Id="V8Slide10" Type="http://schemas.openxmlformats.org/officeDocument/2006/relationships/slide" Target="/ppt/slides/slide39.xml" /><Relationship Id="V8Slide11" Type="http://schemas.openxmlformats.org/officeDocument/2006/relationships/slide" Target="/ppt/slides/slide49.xml" /><Relationship Id="V8Slide12" Type="http://schemas.openxmlformats.org/officeDocument/2006/relationships/slide" Target="/ppt/slides/slide50.xml" /><Relationship Id="V8Slide13" Type="http://schemas.openxmlformats.org/officeDocument/2006/relationships/slide" Target="/ppt/slides/slide40.xml" /><Relationship Id="V8Slide14" Type="http://schemas.openxmlformats.org/officeDocument/2006/relationships/slide" Target="/ppt/slides/slide41.xml" /><Relationship Id="V8Slide15" Type="http://schemas.openxmlformats.org/officeDocument/2006/relationships/slide" Target="/ppt/slides/slide59.xml" /><Relationship Id="V8Slide16" Type="http://schemas.openxmlformats.org/officeDocument/2006/relationships/slide" Target="/ppt/slides/slide52.xml" /><Relationship Id="V8Slide17" Type="http://schemas.openxmlformats.org/officeDocument/2006/relationships/slide" Target="/ppt/slides/slide60.xml" /><Relationship Id="V8Slide18" Type="http://schemas.openxmlformats.org/officeDocument/2006/relationships/slide" Target="/ppt/slides/slide62.xml" /><Relationship Id="V8Slide19" Type="http://schemas.openxmlformats.org/officeDocument/2006/relationships/slide" Target="/ppt/slides/slide53.xml" /><Relationship Id="V8Slide20" Type="http://schemas.openxmlformats.org/officeDocument/2006/relationships/slide" Target="/ppt/slides/slide61.xml" /><Relationship Id="V8Slide21" Type="http://schemas.openxmlformats.org/officeDocument/2006/relationships/slide" Target="/ppt/slides/slide54.xml" /><Relationship Id="V8Slide22" Type="http://schemas.openxmlformats.org/officeDocument/2006/relationships/slide" Target="/ppt/slides/slide63.xml" /><Relationship Id="V8Slide23" Type="http://schemas.openxmlformats.org/officeDocument/2006/relationships/slide" Target="/ppt/slides/slide55.xml" /><Relationship Id="V8Slide24" Type="http://schemas.openxmlformats.org/officeDocument/2006/relationships/slide" Target="/ppt/slides/slide56.xml" /><Relationship Id="V8Slide25" Type="http://schemas.openxmlformats.org/officeDocument/2006/relationships/slide" Target="/ppt/slides/slide57.xml" /><Relationship Id="V8Slide26" Type="http://schemas.openxmlformats.org/officeDocument/2006/relationships/slide" Target="/ppt/slides/slide8.xml" /><Relationship Id="V8Slide27" Type="http://schemas.openxmlformats.org/officeDocument/2006/relationships/slide" Target="/ppt/slides/slide9.xml" /><Relationship Id="V8Slide28" Type="http://schemas.openxmlformats.org/officeDocument/2006/relationships/slide" Target="/ppt/slides/slide10.xml" /><Relationship Id="V8Slide29" Type="http://schemas.openxmlformats.org/officeDocument/2006/relationships/slide" Target="/ppt/slides/slide11.xml" /><Relationship Id="V8Slide30" Type="http://schemas.openxmlformats.org/officeDocument/2006/relationships/slide" Target="/ppt/slides/slide12.xml" /><Relationship Id="V8Slide31" Type="http://schemas.openxmlformats.org/officeDocument/2006/relationships/slide" Target="/ppt/slides/slide13.xml" /><Relationship Id="V8Slide32" Type="http://schemas.openxmlformats.org/officeDocument/2006/relationships/slide" Target="/ppt/slides/slide14.xml" /><Relationship Id="V8Slide33" Type="http://schemas.openxmlformats.org/officeDocument/2006/relationships/slide" Target="/ppt/slides/slide15.xml" /><Relationship Id="V8Slide34" Type="http://schemas.openxmlformats.org/officeDocument/2006/relationships/slide" Target="/ppt/slides/slide16.xml" /><Relationship Id="V8Slide35" Type="http://schemas.openxmlformats.org/officeDocument/2006/relationships/slide" Target="/ppt/slides/slide17.xml" /><Relationship Id="V8Slide36" Type="http://schemas.openxmlformats.org/officeDocument/2006/relationships/slide" Target="/ppt/slides/slide1.xml" /><Relationship Id="V8Slide37" Type="http://schemas.openxmlformats.org/officeDocument/2006/relationships/slide" Target="/ppt/slides/slide2.xml" /><Relationship Id="V8Slide38" Type="http://schemas.openxmlformats.org/officeDocument/2006/relationships/slide" Target="/ppt/slides/slide3.xml" /><Relationship Id="V8Slide39" Type="http://schemas.openxmlformats.org/officeDocument/2006/relationships/slide" Target="/ppt/slides/slide4.xml" /><Relationship Id="V8Slide40" Type="http://schemas.openxmlformats.org/officeDocument/2006/relationships/slide" Target="/ppt/slides/slide5.xml" /><Relationship Id="V8Slide41" Type="http://schemas.openxmlformats.org/officeDocument/2006/relationships/slide" Target="/ppt/slides/slide6.xml" /><Relationship Id="V8Slide42" Type="http://schemas.openxmlformats.org/officeDocument/2006/relationships/slide" Target="/ppt/slides/slide7.xml" /><Relationship Id="V8Slide43" Type="http://schemas.openxmlformats.org/officeDocument/2006/relationships/slide" Target="/ppt/slides/slide18.xml" /><Relationship Id="V8Slide44" Type="http://schemas.openxmlformats.org/officeDocument/2006/relationships/slide" Target="/ppt/slides/slide19.xml" /><Relationship Id="V8Slide45" Type="http://schemas.openxmlformats.org/officeDocument/2006/relationships/slide" Target="/ppt/slides/slide20.xml" /><Relationship Id="V8Slide46" Type="http://schemas.openxmlformats.org/officeDocument/2006/relationships/slide" Target="/ppt/slides/slide21.xml" /><Relationship Id="V8Slide47" Type="http://schemas.openxmlformats.org/officeDocument/2006/relationships/slide" Target="/ppt/slides/slide22.xml" /><Relationship Id="V8Slide48" Type="http://schemas.openxmlformats.org/officeDocument/2006/relationships/slide" Target="/ppt/slides/slide23.xml" /><Relationship Id="V8Slide49" Type="http://schemas.openxmlformats.org/officeDocument/2006/relationships/slide" Target="/ppt/slides/slide24.xml" /><Relationship Id="V8Slide50" Type="http://schemas.openxmlformats.org/officeDocument/2006/relationships/slide" Target="/ppt/slides/slide25.xml" /><Relationship Id="V8Slide51" Type="http://schemas.openxmlformats.org/officeDocument/2006/relationships/slide" Target="/ppt/slides/slide26.xml" /><Relationship Id="V8Slide52" Type="http://schemas.openxmlformats.org/officeDocument/2006/relationships/slide" Target="/ppt/slides/slide27.xml" /><Relationship Id="V8Slide53" Type="http://schemas.openxmlformats.org/officeDocument/2006/relationships/slide" Target="/ppt/slides/slide28.xml" /><Relationship Id="V8Slide54" Type="http://schemas.openxmlformats.org/officeDocument/2006/relationships/slide" Target="/ppt/slides/slide29.xml" /><Relationship Id="V8Slide55" Type="http://schemas.openxmlformats.org/officeDocument/2006/relationships/slide" Target="/ppt/slides/slide30.xml" /><Relationship Id="V8Slide56" Type="http://schemas.openxmlformats.org/officeDocument/2006/relationships/slide" Target="/ppt/slides/slide31.xml" /><Relationship Id="V8Slide57" Type="http://schemas.openxmlformats.org/officeDocument/2006/relationships/slide" Target="/ppt/slides/slide32.xml" /><Relationship Id="V8Slide58" Type="http://schemas.openxmlformats.org/officeDocument/2006/relationships/slide" Target="/ppt/slides/slide42.xml" /><Relationship Id="V8Slide59" Type="http://schemas.openxmlformats.org/officeDocument/2006/relationships/slide" Target="/ppt/slides/slide43.xml" /><Relationship Id="V8Slide60" Type="http://schemas.openxmlformats.org/officeDocument/2006/relationships/slide" Target="/ppt/slides/slide44.xml" /><Relationship Id="V8Slide61" Type="http://schemas.openxmlformats.org/officeDocument/2006/relationships/slide" Target="/ppt/slides/slide45.xml" /><Relationship Id="V8Slide62" Type="http://schemas.openxmlformats.org/officeDocument/2006/relationships/slide" Target="/ppt/slides/slide58.xml" /><Relationship Id="V8Slide63" Type="http://schemas.openxmlformats.org/officeDocument/2006/relationships/slide" Target="/ppt/slides/slide51.xml" /></Relationships>
</file>

<file path=ppt/notesMasters/V2Clone_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2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Native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3Background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_rels/V2Clone_initial01_notesMaster1.xml.rels><?xml version='1.0' encoding='utf-8'?>
<Relationships xmlns="http://schemas.openxmlformats.org/package/2006/relationships"><Relationship Type="http://schemas.openxmlformats.org/officeDocument/2006/relationships/theme" Target="/ppt/notesMasters/theme/V2Clone_initial01_theme3.xml" Id="R84c38049fec14e69" /></Relationships>
</file>

<file path=ppt/notesMasters/_rels/V2Clone_initial02_notesMaster1.xml.rels><?xml version='1.0' encoding='utf-8'?>
<Relationships xmlns="http://schemas.openxmlformats.org/package/2006/relationships"><Relationship Type="http://schemas.openxmlformats.org/officeDocument/2006/relationships/theme" Target="/ppt/notesMasters/theme/V2Clone_initial02_theme3.xml" Id="Rdd1d059cf55e4b6f" /></Relationships>
</file>

<file path=ppt/notesMasters/_rels/V2Clone_initial03_notesMaster1.xml.rels><?xml version='1.0' encoding='utf-8'?>
<Relationships xmlns="http://schemas.openxmlformats.org/package/2006/relationships"><Relationship Type="http://schemas.openxmlformats.org/officeDocument/2006/relationships/theme" Target="/ppt/notesMasters/theme/V2Clone_initial03_theme3.xml" Id="Rc0807e829f2d4888" /></Relationships>
</file>

<file path=ppt/notesMasters/_rels/V2Clone_initial04_notesMaster1.xml.rels><?xml version='1.0' encoding='utf-8'?>
<Relationships xmlns="http://schemas.openxmlformats.org/package/2006/relationships"><Relationship Type="http://schemas.openxmlformats.org/officeDocument/2006/relationships/theme" Target="/ppt/notesMasters/theme/V2Clone_initial04_theme3.xml" Id="R931d06c04bee431f" /></Relationships>
</file>

<file path=ppt/notesMasters/_rels/V2Clone_initial06_notesMaster1.xml.rels><?xml version='1.0' encoding='utf-8'?>
<Relationships xmlns="http://schemas.openxmlformats.org/package/2006/relationships"><Relationship Type="http://schemas.openxmlformats.org/officeDocument/2006/relationships/theme" Target="/ppt/notesMasters/theme/V2Clone_initial06_theme3.xml" Id="R003d515494d44032" /></Relationships>
</file>

<file path=ppt/notesMasters/_rels/V2Clone_initial07_notesMaster1.xml.rels><?xml version='1.0' encoding='utf-8'?>
<Relationships xmlns="http://schemas.openxmlformats.org/package/2006/relationships"><Relationship Type="http://schemas.openxmlformats.org/officeDocument/2006/relationships/theme" Target="/ppt/notesMasters/theme/V2Clone_initial07_theme3.xml" Id="R58e00c7f09bf478e" /></Relationships>
</file>

<file path=ppt/notesMasters/_rels/V2Native_notesMaster1.xml.rels><?xml version='1.0' encoding='utf-8'?>
<Relationships xmlns="http://schemas.openxmlformats.org/package/2006/relationships"><Relationship Type="http://schemas.openxmlformats.org/officeDocument/2006/relationships/theme" Target="/ppt/notesMasters/theme/V2Native_theme3.xml" Id="Rf5150de32f754054" /></Relationships>
</file>

<file path=ppt/notesMasters/_rels/V3Background_notesMaster1.xml.rels><?xml version='1.0' encoding='utf-8'?>
<Relationships xmlns="http://schemas.openxmlformats.org/package/2006/relationships"><Relationship Type="http://schemas.openxmlformats.org/officeDocument/2006/relationships/theme" Target="/ppt/notesMasters/theme/V3Background_theme3.xml" Id="R32d20cab243d46f3"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_rels/initial02_notesMaster1.xml.rels><?xml version='1.0' encoding='utf-8'?>
<Relationships xmlns="http://schemas.openxmlformats.org/package/2006/relationships"><Relationship Type="http://schemas.openxmlformats.org/officeDocument/2006/relationships/theme" Target="/ppt/notesMasters/theme/initial02_theme3.xml" Id="Rdd1d059cf55e4b6f" /></Relationships>
</file>

<file path=ppt/notesMasters/_rels/initial03_notesMaster1.xml.rels><?xml version='1.0' encoding='utf-8'?>
<Relationships xmlns="http://schemas.openxmlformats.org/package/2006/relationships"><Relationship Type="http://schemas.openxmlformats.org/officeDocument/2006/relationships/theme" Target="/ppt/notesMasters/theme/initial03_theme3.xml" Id="Rc0807e829f2d4888" /></Relationships>
</file>

<file path=ppt/notesMasters/_rels/initial04_notesMaster1.xml.rels><?xml version='1.0' encoding='utf-8'?>
<Relationships xmlns="http://schemas.openxmlformats.org/package/2006/relationships"><Relationship Type="http://schemas.openxmlformats.org/officeDocument/2006/relationships/theme" Target="/ppt/notesMasters/theme/initial04_theme3.xml" Id="R931d06c04bee431f" /></Relationships>
</file>

<file path=ppt/notesMasters/_rels/initial05_notesMaster1.xml.rels><?xml version='1.0' encoding='utf-8'?>
<Relationships xmlns="http://schemas.openxmlformats.org/package/2006/relationships"><Relationship Type="http://schemas.openxmlformats.org/officeDocument/2006/relationships/theme" Target="/ppt/notesMasters/theme/initial05_theme3.xml" Id="Rfeb8b06d49e94032" /></Relationships>
</file>

<file path=ppt/notesMasters/_rels/initial06_notesMaster1.xml.rels><?xml version='1.0' encoding='utf-8'?>
<Relationships xmlns="http://schemas.openxmlformats.org/package/2006/relationships"><Relationship Type="http://schemas.openxmlformats.org/officeDocument/2006/relationships/theme" Target="/ppt/notesMasters/theme/initial06_theme3.xml" Id="R003d515494d44032" /></Relationships>
</file>

<file path=ppt/notesMasters/_rels/initial07_notesMaster1.xml.rels><?xml version='1.0' encoding='utf-8'?>
<Relationships xmlns="http://schemas.openxmlformats.org/package/2006/relationships"><Relationship Type="http://schemas.openxmlformats.org/officeDocument/2006/relationships/theme" Target="/ppt/notesMasters/theme/initial07_theme3.xml" Id="R58e00c7f09bf478e" /></Relationships>
</file>

<file path=ppt/notesMasters/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2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theme/V2Clone_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Nativ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3Background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initial01_notesMaster1.xml" Id="R832cbe33023d47f0" /></Relationships>
</file>

<file path=ppt/notesSlides/_rels/notesSlide2.xml.rels><?xml version='1.0' encoding='utf-8'?>
<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initial01_notesMaster1.xml" Id="Ra9bb3611ae484615" /></Relationships>
</file>

<file path=ppt/notesSlides/_rels/notesSlide3.xml.rels><?xml version='1.0' encoding='utf-8'?>
<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initial01_notesMaster1.xml" Id="R2fbd8ed86add4231" /></Relationships>
</file>

<file path=ppt/notesSlides/_rels/notesSlide4.xml.rels><?xml version='1.0' encoding='utf-8'?>
<Relationships xmlns="http://schemas.openxmlformats.org/package/2006/relationships"><Relationship Type="http://schemas.openxmlformats.org/officeDocument/2006/relationships/slide" Target="/ppt/slides/slide4.xml" Id="R333ade01b54a4d1d" /><Relationship Type="http://schemas.openxmlformats.org/officeDocument/2006/relationships/notesMaster" Target="/ppt/notesMasters/initial01_notesMaster1.xml" Id="R7830ed428e614bc0" /></Relationships>
</file>

<file path=ppt/notesSlides/_rels/notesSlide5.xml.rels><?xml version='1.0' encoding='utf-8'?>
<Relationships xmlns="http://schemas.openxmlformats.org/package/2006/relationships"><Relationship Type="http://schemas.openxmlformats.org/officeDocument/2006/relationships/slide" Target="/ppt/slides/slide5.xml" Id="R614577add6f0455f" /><Relationship Type="http://schemas.openxmlformats.org/officeDocument/2006/relationships/notesMaster" Target="/ppt/notesMasters/initial01_notesMaster1.xml" Id="Rb9101b88cdb34bab" /></Relationships>
</file>

<file path=ppt/notesSlides/_rels/notesSlide6.xml.rels><?xml version='1.0' encoding='utf-8'?>
<Relationships xmlns="http://schemas.openxmlformats.org/package/2006/relationships"><Relationship Type="http://schemas.openxmlformats.org/officeDocument/2006/relationships/slide" Target="/ppt/slides/slide6.xml" Id="R73d0757a73ae48e1" /><Relationship Type="http://schemas.openxmlformats.org/officeDocument/2006/relationships/notesMaster" Target="/ppt/notesMasters/initial01_notesMaster1.xml" Id="Rb62d330d4c93413a" /></Relationships>
</file>

<file path=ppt/notesSlides/_rels/notesSlide7.xml.rels><?xml version='1.0' encoding='utf-8'?>
<Relationships xmlns="http://schemas.openxmlformats.org/package/2006/relationships"><Relationship Type="http://schemas.openxmlformats.org/officeDocument/2006/relationships/slide" Target="/ppt/slides/slide7.xml" Id="R29b23ce273b24b3a" /><Relationship Type="http://schemas.openxmlformats.org/officeDocument/2006/relationships/notesMaster" Target="/ppt/notesMasters/initial01_notesMaster1.xml" Id="Rceb66a052a024527" /></Relationships>
</file>

<file path=ppt/notesSlides/_rels/notesSlide8.xml.rels><?xml version='1.0' encoding='utf-8'?>
<Relationships xmlns="http://schemas.openxmlformats.org/package/2006/relationships"><Relationship Type="http://schemas.openxmlformats.org/officeDocument/2006/relationships/slide" Target="/ppt/slides/slide8.xml" Id="Rcd109bbe344c436f" /><Relationship Type="http://schemas.openxmlformats.org/officeDocument/2006/relationships/notesMaster" Target="/ppt/notesMasters/initial01_notesMaster1.xml" Id="Rc95130aed6b5489b" /></Relationships>
</file>

<file path=ppt/notesSlides/_rels/notesSlide9.xml.rels><?xml version='1.0' encoding='utf-8'?>
<Relationships xmlns="http://schemas.openxmlformats.org/package/2006/relationships"><Relationship Type="http://schemas.openxmlformats.org/officeDocument/2006/relationships/slide" Target="/ppt/slides/slide9.xml" Id="R17ea05df72764fd9" /><Relationship Type="http://schemas.openxmlformats.org/officeDocument/2006/relationships/notesMaster" Target="/ppt/notesMasters/initial01_notesMaster1.xml" Id="R4a80eaab4f314218" /></Relationships>
</file>

<file path=ppt/notesSlides/_rels/notesSlide10.xml.rels><?xml version='1.0' encoding='utf-8'?>
<Relationships xmlns="http://schemas.openxmlformats.org/package/2006/relationships"><Relationship Type="http://schemas.openxmlformats.org/officeDocument/2006/relationships/slide" Target="/ppt/slides/slide10.xml" Id="R8e77636d89124496" /><Relationship Type="http://schemas.openxmlformats.org/officeDocument/2006/relationships/notesMaster" Target="/ppt/notesMasters/initial01_notesMaster1.xml" Id="R647253f0b3824a7b" /></Relationships>
</file>

<file path=ppt/notesSlides/_rels/notesSlide11.xml.rels><?xml version='1.0' encoding='utf-8'?>
<Relationships xmlns="http://schemas.openxmlformats.org/package/2006/relationships"><Relationship Type="http://schemas.openxmlformats.org/officeDocument/2006/relationships/slide" Target="/ppt/slides/slide11.xml" Id="Rf166a0090eeb4245" /><Relationship Type="http://schemas.openxmlformats.org/officeDocument/2006/relationships/notesMaster" Target="/ppt/notesMasters/initial01_notesMaster1.xml" Id="R9ef1ba984f3f4123" /></Relationships>
</file>

<file path=ppt/notesSlides/_rels/notesSlide12.xml.rels><?xml version='1.0' encoding='utf-8'?>
<Relationships xmlns="http://schemas.openxmlformats.org/package/2006/relationships"><Relationship Type="http://schemas.openxmlformats.org/officeDocument/2006/relationships/slide" Target="/ppt/slides/slide12.xml" Id="R4c1edebeefa0448e" /><Relationship Type="http://schemas.openxmlformats.org/officeDocument/2006/relationships/notesMaster" Target="/ppt/notesMasters/initial01_notesMaster1.xml" Id="Rab6910f14f964350" /></Relationships>
</file>

<file path=ppt/notesSlides/_rels/notesSlide13.xml.rels><?xml version='1.0' encoding='utf-8'?>
<Relationships xmlns="http://schemas.openxmlformats.org/package/2006/relationships"><Relationship Type="http://schemas.openxmlformats.org/officeDocument/2006/relationships/slide" Target="/ppt/slides/slide13.xml" Id="R6d6c62a520ac40d9" /><Relationship Type="http://schemas.openxmlformats.org/officeDocument/2006/relationships/notesMaster" Target="/ppt/notesMasters/initial01_notesMaster1.xml" Id="R50722d4c00ae402a" /></Relationships>
</file>

<file path=ppt/notesSlides/_rels/notesSlide14.xml.rels><?xml version='1.0' encoding='utf-8'?>
<Relationships xmlns="http://schemas.openxmlformats.org/package/2006/relationships"><Relationship Type="http://schemas.openxmlformats.org/officeDocument/2006/relationships/slide" Target="/ppt/slides/slide14.xml" Id="Ree8e75784b4b47af" /><Relationship Type="http://schemas.openxmlformats.org/officeDocument/2006/relationships/notesMaster" Target="/ppt/notesMasters/initial01_notesMaster1.xml" Id="R92681360458749fc" /></Relationships>
</file>

<file path=ppt/notesSlides/_rels/notesSlide15.xml.rels><?xml version='1.0' encoding='utf-8'?>
<Relationships xmlns="http://schemas.openxmlformats.org/package/2006/relationships"><Relationship Type="http://schemas.openxmlformats.org/officeDocument/2006/relationships/slide" Target="/ppt/slides/slide15.xml" Id="Rbbee4146c3e948b0" /><Relationship Type="http://schemas.openxmlformats.org/officeDocument/2006/relationships/notesMaster" Target="/ppt/notesMasters/initial01_notesMaster1.xml" Id="Re35f50fbd93746e3" /></Relationships>
</file>

<file path=ppt/notesSlides/_rels/notesSlide16.xml.rels><?xml version='1.0' encoding='utf-8'?>
<Relationships xmlns="http://schemas.openxmlformats.org/package/2006/relationships"><Relationship Type="http://schemas.openxmlformats.org/officeDocument/2006/relationships/slide" Target="/ppt/slides/slide16.xml" Id="R50bd3d1598b5472b" /><Relationship Type="http://schemas.openxmlformats.org/officeDocument/2006/relationships/notesMaster" Target="/ppt/notesMasters/initial01_notesMaster1.xml" Id="Rf325e51b83884016" /></Relationships>
</file>

<file path=ppt/notesSlides/_rels/notesSlide17.xml.rels><?xml version='1.0' encoding='utf-8'?>
<Relationships xmlns="http://schemas.openxmlformats.org/package/2006/relationships"><Relationship Type="http://schemas.openxmlformats.org/officeDocument/2006/relationships/slide" Target="/ppt/slides/slide17.xml" Id="Rfa9dabd8028b40cd" /><Relationship Type="http://schemas.openxmlformats.org/officeDocument/2006/relationships/notesMaster" Target="/ppt/notesMasters/initial01_notesMaster1.xml" Id="R7ae6329e8e3840b7" /></Relationships>
</file>

<file path=ppt/notesSlides/_rels/notesSlide18.xml.rels><?xml version='1.0' encoding='utf-8'?>
<Relationships xmlns="http://schemas.openxmlformats.org/package/2006/relationships"><Relationship Type="http://schemas.openxmlformats.org/officeDocument/2006/relationships/slide" Target="/ppt/slides/slide18.xml" Id="Raac8767870db40f4" /><Relationship Type="http://schemas.openxmlformats.org/officeDocument/2006/relationships/notesMaster" Target="/ppt/notesMasters/initial01_notesMaster1.xml" Id="R5618c6dfb63f4d6c" /></Relationships>
</file>

<file path=ppt/notesSlides/_rels/notesSlide19.xml.rels><?xml version='1.0' encoding='utf-8'?>
<Relationships xmlns="http://schemas.openxmlformats.org/package/2006/relationships"><Relationship Type="http://schemas.openxmlformats.org/officeDocument/2006/relationships/slide" Target="/ppt/slides/slide19.xml" Id="Rc125f551bf0c4525" /><Relationship Type="http://schemas.openxmlformats.org/officeDocument/2006/relationships/notesMaster" Target="/ppt/notesMasters/initial01_notesMaster1.xml" Id="R325333de39404226" /></Relationships>
</file>

<file path=ppt/notesSlides/_rels/notesSlide20.xml.rels><?xml version='1.0' encoding='utf-8'?>
<Relationships xmlns="http://schemas.openxmlformats.org/package/2006/relationships"><Relationship Type="http://schemas.openxmlformats.org/officeDocument/2006/relationships/slide" Target="/ppt/slides/slide20.xml" Id="Rc125f551bf0c4525" /><Relationship Type="http://schemas.openxmlformats.org/officeDocument/2006/relationships/notesMaster" Target="/ppt/notesMasters/initial01_notesMaster1.xml" Id="R325333de39404226" /></Relationships>
</file>

<file path=ppt/notesSlides/_rels/notesSlide21.xml.rels><?xml version='1.0' encoding='utf-8'?>
<Relationships xmlns="http://schemas.openxmlformats.org/package/2006/relationships"><Relationship Type="http://schemas.openxmlformats.org/officeDocument/2006/relationships/slide" Target="/ppt/slides/slide21.xml" Id="R18411b37618c4e8a" /><Relationship Type="http://schemas.openxmlformats.org/officeDocument/2006/relationships/notesMaster" Target="/ppt/notesMasters/initial01_notesMaster1.xml" Id="Rd94b16226d97425e" /></Relationships>
</file>

<file path=ppt/notesSlides/_rels/notesSlide22.xml.rels><?xml version='1.0' encoding='utf-8'?>
<Relationships xmlns="http://schemas.openxmlformats.org/package/2006/relationships"><Relationship Type="http://schemas.openxmlformats.org/officeDocument/2006/relationships/slide" Target="/ppt/slides/slide22.xml" Id="Rf5695a13ef524abb" /><Relationship Type="http://schemas.openxmlformats.org/officeDocument/2006/relationships/notesMaster" Target="/ppt/notesMasters/initial01_notesMaster1.xml" Id="Rf7dd7de0035d414d" /></Relationships>
</file>

<file path=ppt/notesSlides/_rels/notesSlide23.xml.rels><?xml version='1.0' encoding='utf-8'?>
<Relationships xmlns="http://schemas.openxmlformats.org/package/2006/relationships"><Relationship Type="http://schemas.openxmlformats.org/officeDocument/2006/relationships/slide" Target="/ppt/slides/slide23.xml" Id="Rf5695a13ef524abb" /><Relationship Type="http://schemas.openxmlformats.org/officeDocument/2006/relationships/notesMaster" Target="/ppt/notesMasters/initial01_notesMaster1.xml" Id="Rf7dd7de0035d414d" /></Relationships>
</file>

<file path=ppt/notesSlides/_rels/notesSlide24.xml.rels><?xml version='1.0' encoding='utf-8'?>
<Relationships xmlns="http://schemas.openxmlformats.org/package/2006/relationships"><Relationship Type="http://schemas.openxmlformats.org/officeDocument/2006/relationships/slide" Target="/ppt/slides/slide24.xml" Id="R627a3ac7c4c14f76" /><Relationship Type="http://schemas.openxmlformats.org/officeDocument/2006/relationships/notesMaster" Target="/ppt/notesMasters/initial01_notesMaster1.xml" Id="Rad29ecd59eaa4ae4" /></Relationships>
</file>

<file path=ppt/notesSlides/_rels/notesSlide25.xml.rels><?xml version='1.0' encoding='utf-8'?>
<Relationships xmlns="http://schemas.openxmlformats.org/package/2006/relationships"><Relationship Type="http://schemas.openxmlformats.org/officeDocument/2006/relationships/slide" Target="/ppt/slides/slide25.xml" Id="R406046e19a934426" /><Relationship Type="http://schemas.openxmlformats.org/officeDocument/2006/relationships/notesMaster" Target="/ppt/notesMasters/initial01_notesMaster1.xml" Id="R39514067d3f64c00" /></Relationships>
</file>

<file path=ppt/notesSlides/_rels/notesSlide26.xml.rels><?xml version='1.0' encoding='utf-8'?>
<Relationships xmlns="http://schemas.openxmlformats.org/package/2006/relationships"><Relationship Type="http://schemas.openxmlformats.org/officeDocument/2006/relationships/slide" Target="/ppt/slides/slide26.xml" Id="R406046e19a934426" /><Relationship Type="http://schemas.openxmlformats.org/officeDocument/2006/relationships/notesMaster" Target="/ppt/notesMasters/initial01_notesMaster1.xml" Id="R39514067d3f64c00" /></Relationships>
</file>

<file path=ppt/notesSlides/_rels/notesSlide27.xml.rels><?xml version='1.0' encoding='utf-8'?>
<Relationships xmlns="http://schemas.openxmlformats.org/package/2006/relationships"><Relationship Type="http://schemas.openxmlformats.org/officeDocument/2006/relationships/slide" Target="/ppt/slides/slide27.xml" Id="R8b722c512a9c466b" /><Relationship Type="http://schemas.openxmlformats.org/officeDocument/2006/relationships/notesMaster" Target="/ppt/notesMasters/initial01_notesMaster1.xml" Id="R6877b8abd8454a72" /></Relationships>
</file>

<file path=ppt/notesSlides/_rels/notesSlide28.xml.rels><?xml version='1.0' encoding='utf-8'?>
<Relationships xmlns="http://schemas.openxmlformats.org/package/2006/relationships"><Relationship Type="http://schemas.openxmlformats.org/officeDocument/2006/relationships/slide" Target="/ppt/slides/slide28.xml" Id="Rfa706b4d6e834580" /><Relationship Type="http://schemas.openxmlformats.org/officeDocument/2006/relationships/notesMaster" Target="/ppt/notesMasters/initial01_notesMaster1.xml" Id="R1a32d61983b14d1a" /></Relationships>
</file>

<file path=ppt/notesSlides/_rels/notesSlide29.xml.rels><?xml version='1.0' encoding='utf-8'?>
<Relationships xmlns="http://schemas.openxmlformats.org/package/2006/relationships"><Relationship Type="http://schemas.openxmlformats.org/officeDocument/2006/relationships/slide" Target="/ppt/slides/slide29.xml" Id="Rfa706b4d6e834580" /><Relationship Type="http://schemas.openxmlformats.org/officeDocument/2006/relationships/notesMaster" Target="/ppt/notesMasters/initial01_notesMaster1.xml" Id="R1a32d61983b14d1a" /></Relationships>
</file>

<file path=ppt/notesSlides/_rels/notesSlide30.xml.rels><?xml version='1.0' encoding='utf-8'?>
<Relationships xmlns="http://schemas.openxmlformats.org/package/2006/relationships"><Relationship Type="http://schemas.openxmlformats.org/officeDocument/2006/relationships/slide" Target="/ppt/slides/slide30.xml" Id="R2930f09d8a244954" /><Relationship Type="http://schemas.openxmlformats.org/officeDocument/2006/relationships/notesMaster" Target="/ppt/notesMasters/initial01_notesMaster1.xml" Id="Rf3499972cade4e59" /></Relationships>
</file>

<file path=ppt/notesSlides/_rels/notesSlide31.xml.rels><?xml version='1.0' encoding='utf-8'?>
<Relationships xmlns="http://schemas.openxmlformats.org/package/2006/relationships"><Relationship Type="http://schemas.openxmlformats.org/officeDocument/2006/relationships/slide" Target="/ppt/slides/slide31.xml" Id="Rabea582a54c24c83" /><Relationship Type="http://schemas.openxmlformats.org/officeDocument/2006/relationships/notesMaster" Target="/ppt/notesMasters/initial01_notesMaster1.xml" Id="R24a2b618dbd7401b" /></Relationships>
</file>

<file path=ppt/notesSlides/_rels/notesSlide32.xml.rels><?xml version='1.0' encoding='utf-8'?>
<Relationships xmlns="http://schemas.openxmlformats.org/package/2006/relationships"><Relationship Type="http://schemas.openxmlformats.org/officeDocument/2006/relationships/slide" Target="/ppt/slides/slide32.xml" Id="Rabea582a54c24c83" /><Relationship Type="http://schemas.openxmlformats.org/officeDocument/2006/relationships/notesMaster" Target="/ppt/notesMasters/initial01_notesMaster1.xml" Id="R24a2b618dbd7401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initial01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initial01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initial01_notesMaster1.xml" Id="Rb9101b88cdb34bab" /></Relationships>
</file>

<file path=ppt/notesSlides/_rels/notesSlide38.xml.rels><?xml version='1.0' encoding='utf-8'?>
<Relationships xmlns="http://schemas.openxmlformats.org/package/2006/relationships"><Relationship Type="http://schemas.openxmlformats.org/officeDocument/2006/relationships/slide" Target="/ppt/slides/slide38.xml" Id="R73d0757a73ae48e1" /><Relationship Type="http://schemas.openxmlformats.org/officeDocument/2006/relationships/notesMaster" Target="/ppt/notesMasters/initial01_notesMaster1.xml" Id="Rb62d330d4c93413a" /></Relationships>
</file>

<file path=ppt/notesSlides/_rels/notesSlide39.xml.rels><?xml version='1.0' encoding='utf-8'?>
<Relationships xmlns="http://schemas.openxmlformats.org/package/2006/relationships"><Relationship Type="http://schemas.openxmlformats.org/officeDocument/2006/relationships/slide" Target="/ppt/slides/slide39.xml" Id="R29b23ce273b24b3a" /><Relationship Type="http://schemas.openxmlformats.org/officeDocument/2006/relationships/notesMaster" Target="/ppt/notesMasters/initial01_notesMaster1.xml" Id="Rceb66a052a024527"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initial01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initial01_notesMaster1.xml" Id="R325333de39404226" /></Relationships>
</file>

<file path=ppt/notesSlides/_rels/notesSlide42.xml.rels><?xml version='1.0' encoding='utf-8'?>
<Relationships xmlns="http://schemas.openxmlformats.org/package/2006/relationships"><Relationship Type="http://schemas.openxmlformats.org/officeDocument/2006/relationships/slide" Target="/ppt/slides/slide42.xml" Id="R18411b37618c4e8a" /><Relationship Type="http://schemas.openxmlformats.org/officeDocument/2006/relationships/notesMaster" Target="/ppt/notesMasters/initial01_notesMaster1.xml" Id="Rd94b16226d97425e" /></Relationships>
</file>

<file path=ppt/notesSlides/_rels/notesSlide43.xml.rels><?xml version='1.0' encoding='utf-8'?>
<Relationships xmlns="http://schemas.openxmlformats.org/package/2006/relationships"><Relationship Type="http://schemas.openxmlformats.org/officeDocument/2006/relationships/slide" Target="/ppt/slides/slide43.xml" Id="R627a3ac7c4c14f76" /><Relationship Type="http://schemas.openxmlformats.org/officeDocument/2006/relationships/notesMaster" Target="/ppt/notesMasters/initial01_notesMaster1.xml" Id="Rad29ecd59eaa4ae4" /></Relationships>
</file>

<file path=ppt/notesSlides/_rels/notesSlide44.xml.rels><?xml version='1.0' encoding='utf-8'?>
<Relationships xmlns="http://schemas.openxmlformats.org/package/2006/relationships"><Relationship Type="http://schemas.openxmlformats.org/officeDocument/2006/relationships/slide" Target="/ppt/slides/slide44.xml" Id="R8b722c512a9c466b" /><Relationship Type="http://schemas.openxmlformats.org/officeDocument/2006/relationships/notesMaster" Target="/ppt/notesMasters/initial01_notesMaster1.xml" Id="R6877b8abd8454a72" /></Relationships>
</file>

<file path=ppt/notesSlides/_rels/notesSlide45.xml.rels><?xml version='1.0' encoding='utf-8'?>
<Relationships xmlns="http://schemas.openxmlformats.org/package/2006/relationships"><Relationship Type="http://schemas.openxmlformats.org/officeDocument/2006/relationships/slide" Target="/ppt/slides/slide45.xml" Id="R2930f09d8a244954" /><Relationship Type="http://schemas.openxmlformats.org/officeDocument/2006/relationships/notesMaster" Target="/ppt/notesMasters/initial01_notesMaster1.xml" Id="Rf3499972cade4e59" /></Relationships>
</file>

<file path=ppt/notesSlides/_rels/notesSlide46.xml.rels><?xml version='1.0' encoding='utf-8'?>
<Relationships xmlns="http://schemas.openxmlformats.org/package/2006/relationships"><Relationship Type="http://schemas.openxmlformats.org/officeDocument/2006/relationships/slide" Target="/ppt/slides/slide46.xml" Id="Rb75ef203052c4df7" /><Relationship Type="http://schemas.openxmlformats.org/officeDocument/2006/relationships/notesMaster" Target="/ppt/notesMasters/initial01_notesMaster1.xml" Id="R0630c734da4e42d5"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initial01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initial01_notesMaster1.xml" Id="Rf6824e0fc2804797" /></Relationships>
</file>

<file path=ppt/notesSlides/_rels/notesSlide49.xml.rels><?xml version='1.0' encoding='utf-8'?>
<Relationships xmlns="http://schemas.openxmlformats.org/package/2006/relationships"><Relationship Type="http://schemas.openxmlformats.org/officeDocument/2006/relationships/slide" Target="/ppt/slides/slide49.xml" Id="R1ccadcc076f44982" /><Relationship Type="http://schemas.openxmlformats.org/officeDocument/2006/relationships/notesMaster" Target="/ppt/notesMasters/initial01_notesMaster1.xml" Id="R93a9a18a9e104022"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initial01_notesMaster1.xml" Id="R418fccd5d8d645a5" /></Relationships>
</file>

<file path=ppt/notesSlides/_rels/notesSlide51.xml.rels><?xml version='1.0' encoding='utf-8'?>
<Relationships xmlns="http://schemas.openxmlformats.org/package/2006/relationships"><Relationship Type="http://schemas.openxmlformats.org/officeDocument/2006/relationships/slide" Target="/ppt/slides/slide51.xml" Id="R52918a1ea70e4561" /><Relationship Type="http://schemas.openxmlformats.org/officeDocument/2006/relationships/notesMaster" Target="/ppt/notesMasters/initial01_notesMaster1.xml" Id="R469d6cd0e7b74c5b"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initial01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initial01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initial01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initial01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initial01_notesMaster1.xml" Id="Rbd8acf48482644d0" /></Relationships>
</file>

<file path=ppt/notesSlides/_rels/notesSlide57.xml.rels><?xml version='1.0' encoding='utf-8'?>
<Relationships xmlns="http://schemas.openxmlformats.org/package/2006/relationships"><Relationship Type="http://schemas.openxmlformats.org/officeDocument/2006/relationships/slide" Target="/ppt/slides/slide57.xml" Id="R79544567ed0d4759" /><Relationship Type="http://schemas.openxmlformats.org/officeDocument/2006/relationships/notesMaster" Target="/ppt/notesMasters/initial01_notesMaster1.xml" Id="R3283956db45b4b55" /></Relationships>
</file>

<file path=ppt/notesSlides/_rels/notesSlide58.xml.rels><?xml version='1.0' encoding='utf-8'?>
<Relationships xmlns="http://schemas.openxmlformats.org/package/2006/relationships"><Relationship Type="http://schemas.openxmlformats.org/officeDocument/2006/relationships/slide" Target="/ppt/slides/slide58.xml" Id="Rbfad0ebab03e4997" /><Relationship Type="http://schemas.openxmlformats.org/officeDocument/2006/relationships/notesMaster" Target="/ppt/notesMasters/initial01_notesMaster1.xml" Id="Rc30e836de1974c8d"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initial01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initial01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initial01_notesMaster1.xml" Id="Ra3de0961eadd4bbd" /></Relationships>
</file>

<file path=ppt/notesSlides/_rels/notesSlideV818.xml.rels><?xml version='1.0' encoding='utf-8'?>
<Relationships xmlns="http://schemas.openxmlformats.org/package/2006/relationships"><Relationship Id="rId1" Type="http://schemas.openxmlformats.org/officeDocument/2006/relationships/slide" Target="/ppt/slides/slide62.xml" /><Relationship Id="rId2" Type="http://schemas.openxmlformats.org/officeDocument/2006/relationships/notesMaster" Target="/ppt/notesMasters/initial01_notesMaster1.xml" /></Relationships>
</file>

<file path=ppt/notesSlides/_rels/notesSlideV822.xml.rels><?xml version='1.0' encoding='utf-8'?>
<Relationships xmlns="http://schemas.openxmlformats.org/package/2006/relationships"><Relationship Id="rId1" Type="http://schemas.openxmlformats.org/officeDocument/2006/relationships/slide" Target="/ppt/slides/slide63.xml" /><Relationship Id="rId2" Type="http://schemas.openxmlformats.org/officeDocument/2006/relationships/notesMaster" Target="/ppt/notesMasters/initial01_notesMaster1.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official demonstration: https://www.linkedin.com/posts/this-gpt-6-astra-ugcPost-7501364077496221696-H8XE . Official post identifies GPT-6 Astra. 17–41 seconds, 1.5x, 8fps, silent. These external demonstrations are not implementation or performance evidence for this project.</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화면과 대화, 진행 중인 Task를 함께 해석해 사용자 의도대로 요청을 처리해야 한다. 후속 정정은 바꿀 범위를 구분하고 기존 조건을 유지한다.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사례는 선택한 표와 앞선 Conversation을 현재 정정 Request에 연결한다. 메일 내용은 보고서 결론에서 선택한 표로 바꾸고, 보고서 PDF와 메일 초안 조건은 유지한다. 실제 문서 및 메일 업무 수행은 Downstream Agent 책임이다.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가운데 시간축은 업무 요청, 진행 확인, 결과 도착의 개념도다. 위치와 구간 길이는 실제 시간이나 처리 비율이 아니다. 최초 해석과 위임 이후 외부 보고서 작성이 진행되는 동안 VIA는 확인된 상태로 진행 질문에 답한다. 새 Agent Execution을 만들어야 한다는 뜻이 아니다. 실제 접수와 완료, 결과 도착 및 사용자 전달은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반응과 준비된 결과의 전달에는 VIA의 해석, 조회, 검증 및 출력 시간이 필요하다. 외부 업무만 기다리는 시간은 VIA 처리시간과 구별한다. 입력과 인식의 지속은 해석 및 외부 실행과 병행해야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오른쪽은 기술 발전의 범위와 연동 확장의 개념도다. 네 영역은 기술 범위이며 Component 배치, 독립 모델 수나 선택된 대안이 아니다. 연두색 기억 영역은 변경 영향의 범위를 설명하는 예시다. 학습과 모델 내부 알고리즘 개발은 본 과제의 Architecture 범위 밖이다. VIA 내부 기술의 발전과 Downstream Agent의 변화가 모두 설계 변경의 동기가 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배경의 세 축은 뒤에서 제시할 품질 요구사항 및 DP 검토의 배경이다. 현재 페이지에서는 품질 이름과 ID를 먼저 표시하지 않는다. 특정 구조의 우열이나 성능 수치, 대안 선택 결과를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문안 근거: docs/architecture/03-fixed-architecture-scope.md; docs/architecture/05-representative-use-cases.md; docs/presentations_files/quality-attributes.md; docs/architecture/12-decisions/decision-packages/04-40-common-execution-contract.md; 04-41-request-resolution-control.md; 04-42-lifecycle-ownership.md; 04-44-continuous-interaction.md; 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레이아웃 참조: docs/presentations_files/presentation_example1/03-과제필요성.png</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설계 Overview: VIA 공통 책임과 41 → 44 → 45 → 42의 주요 비교 위치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제공 VIA overall architecture(1000001540.jpg)의 경계, 영역, Component 이름과 배치를 편집 가능한 도형으로 재구성했다. NOS 레퍼런스(1000001497.png)의 품질 목표, DP 목록, 색상 점선과 반복 번호 표기 방식을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https://github.com/cbyche/via-sw-architecture/blob/main/docs/architecture/12-decisions/decision-packages/04-40-common-execution-contract.md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https://github.com/cbyche/via-sw-architecture/blob/main/docs/architecture/12-decisions/target-architecture/architecture.md#4-component와-상태-소유권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https://github.com/cbyche/via-sw-architecture/blob/main/docs/architecture/12-decisions/decision-packages/04-41-request-resolution-control.md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https://github.com/cbyche/via-sw-architecture/blob/main/docs/architecture/12-decisions/decision-packages/04-42-lifecycle-ownership.md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https://github.com/cbyche/via-sw-architecture/blob/main/docs/architecture/12-decisions/decision-packages/04-44-continuous-interaction.md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https://github.com/cbyche/via-sw-architecture/blob/main/docs/architecture/12-decisions/decision-packages/04-45-memory-and-context.md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2: 계속되는 입력과 비동기 업무 결과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장면은 요청과 관계의 이해, 계속되는 실행 연결, 대화·업무 맥락의 유지, 서로 다른 업무 상태 추적이 필요한 이유를 소개한다. DP 번호와 세부 상태 schema는 다음 비교 페이지에서 다룬다.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docs/architecture/05-representative-use-cases.md UC-09/10/11/13/14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04-41. VIA Request 이해의 모델 판단 반복과 코드 해결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https://github.com/cbyche/via-sw-architecture/blob/main/docs/presentations_files/dp-comparison/dp41-comparison.svg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도구 조회 자체는 모델 호출이 아니다. Context 의미 가공, 응답 구성, 음성/전사, 실패/재시도/폐기된 호출의 실제 사용량도 비용에 포함한다. 조건별 trade-off는 가설이며 품질 우열을 측정하지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요청을 이해하는 중에도 새 입력과 업무 알림은 계속 들어옵니다. 다음으로, 겹친 사건과 여러 처리를 이어가는 실행 구조를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충분한 typed 근거에서만 A 2호출/B 1호출. B의 추가 해석 또는 A의 cache로 차이가 줄어든다.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S2-01, S2-02, S2-03, S2-05, S3-02, S3-03, S4-01, S6-01,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전체 의미 결합과 부분 갱신. B: 요청 틀의 표현 범위와 부분 결합.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 후 재판단과 실제 첫 반응. B: 지원 항목의 코드 해결과 추가 해석.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조회와 전체 판단의 반복 경로. B: 항목별 해결과 코드 결합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재판단 token과 폐기 청구. B: 부분 해석 호출과 전체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모델 지침과 검증의 실제 수정. B: 요청 틀과 Engine 규칙의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Context와 조회 buffer의 동시 할당. B: 요청 틀과 해결 상태의 동시 할당.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충분한 typed 근거에서만 A 2호출/B 1호출. B의 추가 해석 또는 A의 cache로 차이가 줄어든다.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S2-01, S2-02, S2-03, S2-05, S3-02, S3-03, S4-01, S6-01,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전체 의미 결합과 부분 갱신. B: 요청 틀의 표현 범위와 부분 결합.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 후 재판단과 실제 첫 반응. B: 지원 항목의 코드 해결과 추가 해석.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조회와 전체 판단의 반복 경로. B: 항목별 해결과 코드 결합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재판단 token과 폐기 청구. B: 부분 해석 호출과 전체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모델 지침과 검증의 실제 수정. B: 요청 틀과 Engine 규칙의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Context와 조회 buffer의 동시 할당. B: 요청 틀과 해결 상태의 동시 할당.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04-44. VIA 지속 입력과 Task 알림의 후속 실행 구조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https://github.com/cbyche/via-sw-architecture/blob/main/docs/presentations_files/dp-comparison/dp44-comparison.svg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 표는 최신 여섯 ASR의 조건부 영향이며 수치 점수 또는 우열 측정이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들어온 사건을 처리하는 데 더해, 현재 요청이 가리키는 과거 설명과 업무 결과를 연결해야 합니다. 다음으로, 여러 활동의 과거 맥락을 제공하는 방식을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양안의 async, 우선순위와 병렬 실행을 허용한다. S5-04의 실제 queue와 Join 경합을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S3-02, S4-01, S4-02, S5-01, S5-02,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현재성 검사와 올바른 후속 지시. B: window와 Join의 현재성 검사.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queue와 회수 대기. B: credit와 Stage 및 Join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완료 회수와 다음 실행의 연결. B: Stage 활성화와 publication Join.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호출과 retry 및 폐기 청구. B: 실제 호출과 retry 및 폐기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후속 규칙과 사건 계약의 수정. B: 단계와 Join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진행 상태와 실행 대기열. B: window와 credit 및 envelope copy.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양안의 async, 우선순위와 병렬 실행을 허용한다. S5-04의 실제 queue와 Join 경합을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S3-02, S4-01, S4-02, S5-01, S5-02,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현재성 검사와 올바른 후속 지시. B: window와 Join의 현재성 검사.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queue와 회수 대기. B: credit와 Stage 및 Join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완료 회수와 다음 실행의 연결. B: Stage 활성화와 publication Join.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호출과 retry 및 폐기 청구. B: 실제 호출과 retry 및 폐기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후속 규칙과 사건 계약의 수정. B: 단계와 Join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진행 상태와 실행 대기열. B: window와 credit 및 envelope copy.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04-45. VIA 과거 정보의 Request별 구성과 공통 생산 및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https://github.com/cbyche/via-sw-architecture/blob/main/docs/presentations_files/dp-comparison/dp45-comparison.svg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trade-off이며 최종 선정 또는 품질 측정이 아니다. 첫 요청, 반복 R24, 정정 직후와 표현 밖 새 관계를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공식 Reference (본문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https://docs.langchain.com/oss/python/deepagents/retrieval — 현재 질문의 원본 획득 선례. VIA Task/실제 전달/정정 계약 전체 구현 사례 아님.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실행 https://langchain-ai.github.io/langmem/guides/delayed_processing/ — 대기 생산/재예약 선례. thread/지연값/배치를 채택하지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연결 참고 https://docs.mem0.ai/platform/features/graph-memory — 공통 개체 연결 선례이며 typed 정정/대체/실제 전달 관계 구현 증거 아님. cloud/embedding/helper를 도입하지 않는다. 공식 사례는 VIA 성능 우위의 증거가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연결을 유지하려면 대화·요청·업무·실행의 상태를 각자의 수명에 맞게 관리해야 합니다. 마지막으로, 서로 다른 수명과 상태 관리 책임을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유효 cache와 부분 갱신을 인정한다. B의 초기/미사용 생산과 backfill도 같은 P21에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S2-02, S2-03, S2-04, S2-05,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원문과 유효 cache의 조건 보존. B: 게시 관계의 coverage와 예외 보존.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최초 조합과 재사용 cache 대기. B: 준비된 조회와 미게시 backfill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첫 사용과 반복 및 갱신 후 조합. B: 조회와 원문검증 및 동기 backfill.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cache miss와 실제 추가 해석 청구. B: 초기와 미사용 갱신 및 철회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조합과 cache의 철회 처리 수정. B: 생산자와 조회자의 철회 처리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 Context와 선택 cache. B: 관계 index와 생산 상태 및 원문.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유효 cache와 부분 갱신을 인정한다. B의 초기/미사용 생산과 backfill도 같은 P21에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S2-02, S2-03, S2-04, S2-05,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원문과 유효 cache의 조건 보존. B: 게시 관계의 coverage와 예외 보존.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최초 조합과 재사용 cache 대기. B: 준비된 조회와 미게시 backfill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첫 사용과 반복 및 갱신 후 조합. B: 조회와 원문검증 및 동기 backfill.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cache miss와 실제 추가 해석 청구. B: 초기와 미사용 갱신 및 철회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조합과 cache의 철회 처리 수정. B: 생산자와 조회자의 철회 처리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 Context와 선택 cache. B: 관계 index와 생산 상태 및 원문.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04-42. 대화와 Task 상태의 소유 및 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https://github.com/cbyche/via-sw-architecture/blob/main/docs/presentations_files/dp-comparison/dp42-comparison.svg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독립 process만으로 정확성이나 모델 비용 이익을 부여하지 않는다. 정상 접수와 경합을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S6-04, S4-03, S5-01, S6-02, S5-03,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의미와 접수 및 현재성 검사. B: 동일 검사와 receipt의 올바른 반영.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commit과 대화 반영 대기. B: 독립 접수와 receipt 반영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관련 상태의 공동 확정 경로. B: 인계와 reconciliation의 전체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코드 저장 외 실제 모델 청구. B: IPC 외 실제 모델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상태 계약의 실제 수정. B: 독립 인계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통합 실행체의 상태와 대기열. B: 추가 process와 receipt 상태.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독립 process만으로 정확성이나 모델 비용 이익을 부여하지 않는다. 정상 접수와 경합을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S6-04, S4-03, S5-01, S6-02, S5-03,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의미와 접수 및 현재성 검사. B: 동일 검사와 receipt의 올바른 반영.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commit과 대화 반영 대기. B: 독립 접수와 receipt 반영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관련 상태의 공동 확정 경로. B: 인계와 reconciliation의 전체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코드 저장 외 실제 모델 청구. B: IPC 외 실제 모델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상태 계약의 실제 수정. B: 독립 인계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통합 실행체의 상태와 대기열. B: 추가 process와 receipt 상태.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Claude Cowork 내장 브라우저 공식 발표, 2026-08-26: https://claude.com/resources/articles/cowork-built-in-browser ; 공식 시연: https://www.youtube.com/watch?v=63GVebZvqok . 시연에서 요금 조사 요청을 받고 Northwind 웹사이트를 열어 요금제를 확인하는 장면을 발췌했다. 공식 기사에 삽입된 영상의 브라우저 화면을 캡처하고 무음 반복 GIF로 만들었다. 약 6.5–19.2초 구간이며 원래 재생 시점을 유지한다. 첫 요금제 화면 1초와 마지막 화면 1.8초를 추가해 약 15.4초 동안 반복한다. 이 사례의 범위는 Cowork 내장 브라우저의 웹 작업이다. 모든 데스크톱 앱 조작이나 VIA의 구현 또는 성능을 입증하는 사례로 제시하지 않는다. 첫 장의 이전 2024 시연과 출처는 appendix 36장과 v6에 보존한다.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official demonstration: https://www.linkedin.com/posts/this-gpt-6-astra-ugcPost-7501364077496221696-H8XE . Official post identifies GPT-6 Astra. 17–41 seconds, 1.5x, 8fps, silent. These external demonstrations are not implementation or performance evidence for this project.</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설계 Overview: VIA 공통 책임과 41 → 44 → 45 → 42의 주요 비교 위치</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사용자 제공 VIA overall architecture(1000001540.jpg)의 경계, 영역, Component 이름과 배치를 편집 가능한 도형으로 재구성했다. NOS 레퍼런스(1000001497.png)의 품질 목표, DP 목록, 색상 점선과 반복 번호 표기 방식을 따른다.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https://github.com/cbyche/via-sw-architecture/blob/main/docs/architecture/12-decisions/decision-packages/04-40-common-execution-contract.md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https://github.com/cbyche/via-sw-architecture/blob/main/docs/architecture/12-decisions/decision-packages/03-02-quality-attribute-definitions.md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https://github.com/cbyche/via-sw-architecture/blob/main/docs/architecture/12-decisions/target-architecture/architecture.md#4-component와-상태-소유권</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04-41: https://github.com/cbyche/via-sw-architecture/blob/main/docs/architecture/12-decisions/decision-packages/04-41-request-resolution-control.md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04-42: https://github.com/cbyche/via-sw-architecture/blob/main/docs/architecture/12-decisions/decision-packages/04-42-lifecycle-ownership.md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04-44: https://github.com/cbyche/via-sw-architecture/blob/main/docs/architecture/12-decisions/decision-packages/04-44-continuous-interaction.md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04-45: https://github.com/cbyche/via-sw-architecture/blob/main/docs/architecture/12-decisions/decision-packages/04-45-memory-and-context.md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사용자는 실행 ID나 자료 경로를 지정하지 않는다. 화면 지칭, 이전 대화와 진행 업무를 섞어 말하고 일부만 정정한다. 표 대상과 보고서 업무 연결은 해석의 결과이며 입력에 정답으로 제공하지 않는다. “두 번째 표만”은 대상 범위의 정정이고 메일 발송 금지는 보존한다. VIA는 입력과 근거를 연결하고 요청·정정·기존 제약을 정리한다. 보고서 작성의 도메인 추론, 계획, 도구 선택과 실제 실행은 Downstream Agent 책임이다. 이 공통 요구 장면은 주요 DP에서 제외한 41을 복원하지 않는다. 44의 사건 연결, 45의 과거 맥락, 42의 서로 다른 수명과 새 화면·음성 지칭 문제로 이어진다.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필요성에서는 QA/DP ID를 직접 언급하지 않는다. 이전 필요성의 정정과 조건 보존, 지속 입력, 변화 수용을 유지하고 모델 비용과 로컬 자원 원인을 추가했다. VIA 내부 기술과 외부 Downstream Agent의 역할을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QA-02는 135관측, QA-03은 95사이클의 기존 정의를 유지한다. 10초 목표를 외부 보고서 작성 완료 보장으로 설명하지 않는다. 병렬 구간의 중복 합산을 피하는 기존 귀속 계약과 보호 조건은 appendix 원본 metric에 남아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기존 FR/C → DP 직접 영향 표를 유지하며 앞의 필요성, 고정 QA와 실제 구조 질문을 연결한다. 상호작용 응답/처리/비용/메모리의 직접 경로를 숨기지 않는다. 42의 서비스 분리가 자동 정확성/변경 우위라는 주장으로 사용하지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22장의 구조/흐름/schema는 appendix에 보존한다. 이 본문은 실제 다른 실행 책임과 반환 상태를 확대했다. A 모델이 다음 조회/전체 의미를 결정하고 B Engine 코드가 항목 상태로 조회/부분 해석/전체 결합을 결정한다. B는 한 번 호출 보장이 아니다. 전체 QA는 평가 전. A/B 메모리는 공통 계약 예산 1792/1760MiB이다.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B의 Request Interpreter 출력이 바로 게시되는 것이 아니다. 의미 제안은 Input Resolution Stage/Request Controller에서 채택하고, 채택 의미 또는 Task Notice Stage의 유효 Notice를 입력으로 Response Composer가 후보를 생산한다. 이후 입력/알림/전달 조건과 Join한다. 중앙 완료 회수와 단계별 진행이 핵심 대비다. 실제 표시/재생 원장을 생성 완료와 구별한다. 지역 0.060/0.050초는 appendix 계산 가정이며 전체 QA-02 실측 차이가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 current Query 수명의 구성 책임과 B 공통 관계 생산/Repository/Coverage 유지 및 독립 현재 Reader가 다르다. 원본 owner는 그대로다. 예외 문구와 결과 참조 일부만 생산하는 PARTIAL 예시이며 현재 요청의 정답은 저장하지 않는다. Model Access는 공통 cloud adapter로 B Publisher의 필요한 의미 생산에도 사용된다. 지역 과거 처리 비용은 전체 P21 청구가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DP42 title의 정확성은 semantic model 우위가 아니라 대화/질문/Task 관계와 receipt 반영의 정확성이다. A strong modular local Core retains separate logical lifetimes. B has distinct local state authorities and execution lifetimes; command/receipt and reconciliation are actual costs. No automatic semantic/modifiability win. Local commit 0.010/0.025 seconds in appendix is an assumption, not whole QA03 measurement. ACK 전 DISPATCHING은 UNKNOWN이며 업무 gate 적용 ACK와 hold 요청 시각을 혼동하지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기존 요구 매핑을 재확인한다. 여섯 QA 우선순위는 원본 그대로이며 새 기준을 추가하지 않는다. C1/C2와 공통 실행 계약을 유지한다. 이 요약을 최종 Architecture 선택으로 읽지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참고 발표자료의 구현/평가/채택 결론을 VIA의 사실로 복사하지 않는다. 현재 단계에 맞는 검토 종료와 향후 확인 사항을 설명한다. 향후 실행을 자동 승인하는 문서가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기존 내용을 삭제하지 말라는 사용자 지시를 위해 원본 32장을 전부 byte-identical로 보존했다. 원본 8~17은 appendix 첫 상세 구역에 배치한다. 새 본문으로 대체된 원본 비교 22/25/28/31도 여기에 남는다.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이번 입력의 지칭, Task 연결, 요청 간 순서와 유지 조건을 함께 완성해야 하는 문제다. 표의 오른쪽은 확인 후 완성해야 할 내용이며 최초 입력에 정답 Task를 제공한다는 뜻이 아니다. 추가 조회와 뜻 해석은 서로 영향을 준다. 최종 의미의 검증/채택과 실제 업무 실행을 구별한다. 보고서 수정과 메일 초안 작성은 Downstream Agent가 담당한다. 45의 과거 근거 공급 방식은 여기서 선택하지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docs/architecture/12-decisions/decision-packages/04-41-request-resolution-control.md; 04-40-common-execution-contract.md. A/B 미선정, 미구현, 미측정 상태의 공통 문제를 설명한다.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구조 비교의 비용과 조건: 모델의 유연한 재판단과 반복 비용 / 코드의 추적 가능성, 유한 표현의 지원 범위와 추가 해석 비용</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설명용 사건 순서이며 간격과 선 길이는 측정 시간이 아니다. 보고서 설명 중 정정, 별도 메일 업무의 수신자 질문, 정정 전 응답 후보의 늦은 준비를 함께 보여준다. 발화 시작 때 로컬 음성 중단과 지속 입력은 공통 기능이다. 음성 중단은 업무 취소 완료가 아니다. 질문은 해당 업무와 연결하고 실제 제시 확인 뒤에 답변 focus의 근거로 쓴다. 도착·후보 준비·게시 허용·실제 전달은 다르다. 고정 전달 우선순위나 특정 A/B의 실행 조직을 선택하지 않는다. 강한 A의 비동기 실행과 B의 Window/Join 비용, 현재성 및 권한 검사 계약은 기존 비교에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C20/P20, T21/D21@v2, T22/D22@v1 사례를 쉬운 말로 표현한다. 직접 설명은 Task 없는 응답일 수 있고 제품 비교와 견적은 서로 다른 Agent의 확인된 결과다. 생성 원문과 실제 표시·재생 범위, 결과 본문과 허용 참조는 다르다. 정정과 삭제는 사용 가능한 근거를 바꾼다. 현재 의미·Task 연결의 제안/채택은 기존 owner에 남는다. 자료 분석·기준 적용·제안서 작성은 Downstream Agent 책임이다. 원본 수정·삭제와 현재 권한 및 실제 전달 확인은 양안 공통 요구다. A의 선별·요약·색인·cache와 B의 갱신 택틱을 다음 기본 구조 페이지에서 분리하며 기존 MAIN은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위임 Request 처리 종료는 외부 Agent의 접수 확인 뒤이며 실제 보고서 완료와 다르다. 진행 확인은 별도 Request이고 새 작성 실행을 시작하지 않는다. Voice를 끄는 동안에도 대화 기록·Task·외부 실행·질문은 남는다. 질문은 답변/만료를 기다린다. 재연결 후 유효 질문에 답하고 최초 작성이 완료된 뒤, 결론 수정의 새 실행을 같은 업무에 연결할 수 있다. 선은 설명용 순서이며 측정 시간이나 자동 실행 조건이 아니다. 대화·Request·Task·Execution·질문은 개념과 상태이며 Component/process가 아니다. 강한 A도 논리 수명 분리, 비동기 실행과 background Core를 허용한다. 다른 논리 수명만으로 B의 서비스 분리 필요성이나 우위가 성립하지 않는다. 부모 세션의 B 강화와 기존 MAIN은 변경하지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45 A/B의 기본을 먼저 설명하는 추가 페이지다. A는 원본 owner의 읽기를 현재 요청에서 조합한다. 요약·색인·관계 cache와 부분 갱신을 허용하며 모든 이력을 재처리하지 않는다. B는 생산자가 유지하는 공통 과거 관계의 조회 계약에 정상 요청이 의존한다. 선택적 cache만으로 B가 되지 않는다. 상자는 기능/데이터 설명이며 새 Component/배치가 아니다. 수정·삭제·권한 철회와 실제 전달 범위는 공통 요구다. B의 미생산·표현 밖·접근 불가, 생산 후 재조회와 명시적 B+ 원본 조합 우회는 기존 계약과 비용을 따른다. 택틱은 기본 구조와 별도로 비교한다. A/B 미선정이며 구현이나 수치 우세를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새 주제의 공통 문제이며 DP 번호와 A/B 미정이다. 46의 A/B나 32의 제외된 소유권 비교를 계승하지 않는다. 첫 문서 표를 가리키며 “이 표와”라고 하고 다른 문서로 옮겨 “저 표를 비교해줘”라고 한다. 전사 도착 때 첫 표는 사라졌거나 pointer가 벗어났을 수 있다. “아니, 여기”는 둘째 지칭을 아래 표로 정정하는 사례다. 실제 발화 시간과 오차, 당시 화면/문서 identity, pointer 경로와 선택 범위가 근거다. 시간 겹침은 후보 근거이며 의도 확정이 아니다. 정보 누락/우연한 이동은 확인이 필요할 수 있다. 사전 선택도 고정 UC이며 상시 수집·새 helper·시선 추적은 전제하지 않는다. 저장·생산·분해 기제는 부모 세션의 대안 탐색에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slideLayouts/V2Clone_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Native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3Background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5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Masters/V2Clone_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Native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57349d498f64ab8"/>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3Background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c20388dacb748c0"/>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ce0be6436b114e2a"/>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1.xml" Id="R0f2a51639d8749e0" /></Relationships>
</file>

<file path=ppt/slides/_rels/slide2.xml.rels><?xml version='1.0' encoding='utf-8'?>
<Relationships xmlns="http://schemas.openxmlformats.org/package/2006/relationships"><Relationship Type="http://schemas.openxmlformats.org/officeDocument/2006/relationships/slideLayout" Target="/ppt/slideLayouts/initial01_slideLayout1.xml" Id="Rd0f64148ace44f45" /><Relationship Type="http://schemas.openxmlformats.org/officeDocument/2006/relationships/notesSlide" Target="/ppt/notesSlides/notesSlide2.xml" Id="R2eb99875954241f5" /></Relationships>
</file>

<file path=ppt/slides/_rels/slide3.xml.rels><?xml version='1.0' encoding='utf-8'?>
<Relationships xmlns="http://schemas.openxmlformats.org/package/2006/relationships"><Relationship Type="http://schemas.openxmlformats.org/officeDocument/2006/relationships/slideLayout" Target="/ppt/slideLayouts/initial01_slideLayout1.xml" Id="R4829457547904210" /><Relationship Type="http://schemas.openxmlformats.org/officeDocument/2006/relationships/notesSlide" Target="/ppt/notesSlides/notesSlide3.xml" Id="R5c747439b9b242a7" /></Relationships>
</file>

<file path=ppt/slides/_rels/slide4.xml.rels><?xml version='1.0' encoding='utf-8'?>
<Relationships xmlns="http://schemas.openxmlformats.org/package/2006/relationships"><Relationship Type="http://schemas.openxmlformats.org/officeDocument/2006/relationships/slideLayout" Target="/ppt/slideLayouts/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4.xml" Id="Rf514f23f1304440f" /></Relationships>
</file>

<file path=ppt/slides/_rels/slide5.xml.rels><?xml version='1.0' encoding='utf-8'?>
<Relationships xmlns="http://schemas.openxmlformats.org/package/2006/relationships"><Relationship Type="http://schemas.openxmlformats.org/officeDocument/2006/relationships/slideLayout" Target="/ppt/slideLayouts/initial03_slideLayout1.xml" Id="R9d0162de70694709" /><Relationship Type="http://schemas.openxmlformats.org/officeDocument/2006/relationships/notesSlide" Target="/ppt/notesSlides/notesSlide5.xml" Id="Rcbc28d37b1124b19" /></Relationships>
</file>

<file path=ppt/slides/_rels/slide6.xml.rels><?xml version='1.0' encoding='utf-8'?>
<Relationships xmlns="http://schemas.openxmlformats.org/package/2006/relationships"><Relationship Type="http://schemas.openxmlformats.org/officeDocument/2006/relationships/slideLayout" Target="/ppt/slideLayouts/initial04_slideLayout1.xml" Id="R2214569c2ae44d8c" /><Relationship Type="http://schemas.openxmlformats.org/officeDocument/2006/relationships/notesSlide" Target="/ppt/notesSlides/notesSlide6.xml" Id="Rcf859bf5832c4da9" /></Relationships>
</file>

<file path=ppt/slides/_rels/slide7.xml.rels><?xml version='1.0' encoding='utf-8'?>
<Relationships xmlns="http://schemas.openxmlformats.org/package/2006/relationships"><Relationship Type="http://schemas.openxmlformats.org/officeDocument/2006/relationships/slideLayout" Target="/ppt/slideLayouts/initial04_slideLayout1.xml" Id="Rce24996370bc4668" /><Relationship Type="http://schemas.openxmlformats.org/officeDocument/2006/relationships/notesSlide" Target="/ppt/notesSlides/notesSlide7.xml" Id="Rd4c26c943fae4a96" /></Relationships>
</file>

<file path=ppt/slides/_rels/slide8.xml.rels><?xml version='1.0' encoding='utf-8'?>
<Relationships xmlns="http://schemas.openxmlformats.org/package/2006/relationships"><Relationship Type="http://schemas.openxmlformats.org/officeDocument/2006/relationships/slideLayout" Target="/ppt/slideLayouts/initial04_slideLayout1.xml" Id="R1bfaee4c1fcc4ff6" /><Relationship Type="http://schemas.openxmlformats.org/officeDocument/2006/relationships/notesSlide" Target="/ppt/notesSlides/notesSlide8.xml" Id="R32d396509d35425f" /></Relationships>
</file>

<file path=ppt/slides/_rels/slide9.xml.rels><?xml version='1.0' encoding='utf-8'?>
<Relationships xmlns="http://schemas.openxmlformats.org/package/2006/relationships"><Relationship Type="http://schemas.openxmlformats.org/officeDocument/2006/relationships/slideLayout" Target="/ppt/slideLayouts/initial04_slideLayout1.xml" Id="R7562ff7d0f3d4567" /><Relationship Type="http://schemas.openxmlformats.org/officeDocument/2006/relationships/notesSlide" Target="/ppt/notesSlides/notesSlide9.xml" Id="R85c59196b95d4994" /></Relationships>
</file>

<file path=ppt/slides/_rels/slide10.xml.rels><?xml version='1.0' encoding='utf-8'?>
<Relationships xmlns="http://schemas.openxmlformats.org/package/2006/relationships"><Relationship Type="http://schemas.openxmlformats.org/officeDocument/2006/relationships/slideLayout" Target="/ppt/slideLayouts/initial04_slideLayout1.xml" Id="R57f83f8b387f4d57" /><Relationship Type="http://schemas.openxmlformats.org/officeDocument/2006/relationships/notesSlide" Target="/ppt/notesSlides/notesSlide10.xml" Id="R00838209b4274b6f" /></Relationships>
</file>

<file path=ppt/slides/_rels/slide11.xml.rels><?xml version='1.0' encoding='utf-8'?>
<Relationships xmlns="http://schemas.openxmlformats.org/package/2006/relationships"><Relationship Type="http://schemas.openxmlformats.org/officeDocument/2006/relationships/slideLayout" Target="/ppt/slideLayouts/initial04_slideLayout1.xml" Id="R59e31f4a06de49d1" /><Relationship Type="http://schemas.openxmlformats.org/officeDocument/2006/relationships/notesSlide" Target="/ppt/notesSlides/notesSlide11.xml" Id="Ra6d0092a416b4ccf" /></Relationships>
</file>

<file path=ppt/slides/_rels/slide12.xml.rels><?xml version='1.0' encoding='utf-8'?>
<Relationships xmlns="http://schemas.openxmlformats.org/package/2006/relationships"><Relationship Type="http://schemas.openxmlformats.org/officeDocument/2006/relationships/slideLayout" Target="/ppt/slideLayouts/initial05_slideLayout1.xml" Id="R9dd93ba01d01409a" /><Relationship Type="http://schemas.openxmlformats.org/officeDocument/2006/relationships/notesSlide" Target="/ppt/notesSlides/notesSlide12.xml" Id="Rff7e06d47592458b" /></Relationships>
</file>

<file path=ppt/slides/_rels/slide13.xml.rels><?xml version='1.0' encoding='utf-8'?>
<Relationships xmlns="http://schemas.openxmlformats.org/package/2006/relationships"><Relationship Type="http://schemas.openxmlformats.org/officeDocument/2006/relationships/slideLayout" Target="/ppt/slideLayouts/initial05_slideLayout1.xml" Id="R16853777c1e04b82" /><Relationship Type="http://schemas.openxmlformats.org/officeDocument/2006/relationships/notesSlide" Target="/ppt/notesSlides/notesSlide13.xml" Id="R46ca691da5944e9f" /></Relationships>
</file>

<file path=ppt/slides/_rels/slide14.xml.rels><?xml version='1.0' encoding='utf-8'?>
<Relationships xmlns="http://schemas.openxmlformats.org/package/2006/relationships"><Relationship Type="http://schemas.openxmlformats.org/officeDocument/2006/relationships/slideLayout" Target="/ppt/slideLayouts/initial05_slideLayout1.xml" Id="R2cbdd2c01e554610" /><Relationship Type="http://schemas.openxmlformats.org/officeDocument/2006/relationships/notesSlide" Target="/ppt/notesSlides/notesSlide14.xml" Id="R82c8ecd989a2477f" /></Relationships>
</file>

<file path=ppt/slides/_rels/slide15.xml.rels><?xml version='1.0' encoding='utf-8'?>
<Relationships xmlns="http://schemas.openxmlformats.org/package/2006/relationships"><Relationship Type="http://schemas.openxmlformats.org/officeDocument/2006/relationships/slideLayout" Target="/ppt/slideLayouts/initial05_slideLayout1.xml" Id="R73263e1504684615" /><Relationship Type="http://schemas.openxmlformats.org/officeDocument/2006/relationships/notesSlide" Target="/ppt/notesSlides/notesSlide15.xml" Id="Ra4323febceb24ece" /></Relationships>
</file>

<file path=ppt/slides/_rels/slide16.xml.rels><?xml version='1.0' encoding='utf-8'?>
<Relationships xmlns="http://schemas.openxmlformats.org/package/2006/relationships"><Relationship Type="http://schemas.openxmlformats.org/officeDocument/2006/relationships/slideLayout" Target="/ppt/slideLayouts/initial05_slideLayout1.xml" Id="Re45b00dd19204a08" /><Relationship Type="http://schemas.openxmlformats.org/officeDocument/2006/relationships/notesSlide" Target="/ppt/notesSlides/notesSlide16.xml" Id="R70bca6db5a19418b" /></Relationships>
</file>

<file path=ppt/slides/_rels/slide17.xml.rels><?xml version='1.0' encoding='utf-8'?>
<Relationships xmlns="http://schemas.openxmlformats.org/package/2006/relationships"><Relationship Type="http://schemas.openxmlformats.org/officeDocument/2006/relationships/slideLayout" Target="/ppt/slideLayouts/initial05_slideLayout1.xml" Id="Recb134abe2b54909" /><Relationship Type="http://schemas.openxmlformats.org/officeDocument/2006/relationships/notesSlide" Target="/ppt/notesSlides/notesSlide17.xml" Id="R6d1fc86b163347ce" /></Relationships>
</file>

<file path=ppt/slides/_rels/slide18.xml.rels><?xml version='1.0' encoding='utf-8'?>
<Relationships xmlns="http://schemas.openxmlformats.org/package/2006/relationships"><Relationship Type="http://schemas.openxmlformats.org/officeDocument/2006/relationships/slideLayout" Target="/ppt/slideLayouts/initial06_slideLayout1.xml" Id="R818d34c941a64a51" /><Relationship Type="http://schemas.openxmlformats.org/officeDocument/2006/relationships/notesSlide" Target="/ppt/notesSlides/notesSlide18.xml" Id="R25f18e35b91a4b9d" /></Relationships>
</file>

<file path=ppt/slides/_rels/slide19.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19.xml" Id="R59bf0a34ca3b4002" /><Relationship Id="RviaIntroImage1" Type="http://schemas.openxmlformats.org/officeDocument/2006/relationships/image" Target="/ppt/media/initial07_via-v2-intro-1-1.png" /><Relationship Id="RviaIntroImage2" Type="http://schemas.openxmlformats.org/officeDocument/2006/relationships/image" Target="/ppt/media/initial07_via-v2-intro-1-2.png" /><Relationship Id="RviaIntroImage3" Type="http://schemas.openxmlformats.org/officeDocument/2006/relationships/image" Target="/ppt/media/initial07_via-v2-intro-1-3.png" /></Relationships>
</file>

<file path=ppt/slides/_rels/slide20.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20.xml" Id="R59bf0a34ca3b4002" /><Relationship Id="RviaIntroImage1" Type="http://schemas.openxmlformats.org/officeDocument/2006/relationships/image" Target="/ppt/media/initial07_via-v2-intro-2-1.png" /><Relationship Id="RviaIntroImage2" Type="http://schemas.openxmlformats.org/officeDocument/2006/relationships/image" Target="/ppt/media/initial07_via-v2-intro-2-2.png" /><Relationship Id="RviaIntroImage3" Type="http://schemas.openxmlformats.org/officeDocument/2006/relationships/image" Target="/ppt/media/initial07_via-v2-intro-2-3.png" /></Relationships>
</file>

<file path=ppt/slides/_rels/slide21.xml.rels><?xml version='1.0' encoding='utf-8'?>
<Relationships xmlns="http://schemas.openxmlformats.org/package/2006/relationships"><Relationship Type="http://schemas.openxmlformats.org/officeDocument/2006/relationships/slideLayout" Target="/ppt/slideLayouts/initial07_slideLayout1.xml" Id="R1f054bf24ee64584" /><Relationship Type="http://schemas.openxmlformats.org/officeDocument/2006/relationships/notesSlide" Target="/ppt/notesSlides/notesSlide21.xml" Id="R0fb64cd22d524375" /><Relationship Id="RviaBackgroundImage1" Type="http://schemas.openxmlformats.org/officeDocument/2006/relationships/image" Target="/ppt/media/initial07_via-v2-bg41-1.png" /><Relationship Id="RviaBackgroundImage2" Type="http://schemas.openxmlformats.org/officeDocument/2006/relationships/image" Target="/ppt/media/initial07_via-v2-bg41-2.png" /><Relationship Id="RviaBackgroundImage3" Type="http://schemas.openxmlformats.org/officeDocument/2006/relationships/image" Target="/ppt/media/initial07_via-v2-bg41-3.png" /></Relationships>
</file>

<file path=ppt/slides/_rels/slide22.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2.xml" Id="R704ed05a7b664af2" /></Relationships>
</file>

<file path=ppt/slides/_rels/slide23.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3.xml" Id="R704ed05a7b664af2" /></Relationships>
</file>

<file path=ppt/slides/_rels/slide24.xml.rels><?xml version='1.0' encoding='utf-8'?>
<Relationships xmlns="http://schemas.openxmlformats.org/package/2006/relationships"><Relationship Type="http://schemas.openxmlformats.org/officeDocument/2006/relationships/slideLayout" Target="/ppt/slideLayouts/initial07_slideLayout1.xml" Id="Rb9084e82e5dd4339" /><Relationship Type="http://schemas.openxmlformats.org/officeDocument/2006/relationships/notesSlide" Target="/ppt/notesSlides/notesSlide24.xml" Id="R73212bb7779f42af" /><Relationship Id="RviaBackgroundImage1" Type="http://schemas.openxmlformats.org/officeDocument/2006/relationships/image" Target="/ppt/media/initial07_via-v2-bg44-1.png" /><Relationship Id="RviaBackgroundImage2" Type="http://schemas.openxmlformats.org/officeDocument/2006/relationships/image" Target="/ppt/media/initial07_via-v2-bg44-2.png" /><Relationship Id="RviaBackgroundImage3" Type="http://schemas.openxmlformats.org/officeDocument/2006/relationships/image" Target="/ppt/media/initial07_via-v2-bg44-3.png" /></Relationships>
</file>

<file path=ppt/slides/_rels/slide25.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5.xml" Id="R776926d34d01485a" /></Relationships>
</file>

<file path=ppt/slides/_rels/slide26.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6.xml" Id="R776926d34d01485a" /></Relationships>
</file>

<file path=ppt/slides/_rels/slide27.xml.rels><?xml version='1.0' encoding='utf-8'?>
<Relationships xmlns="http://schemas.openxmlformats.org/package/2006/relationships"><Relationship Type="http://schemas.openxmlformats.org/officeDocument/2006/relationships/slideLayout" Target="/ppt/slideLayouts/initial07_slideLayout1.xml" Id="Re9b73f500e104ec9" /><Relationship Type="http://schemas.openxmlformats.org/officeDocument/2006/relationships/notesSlide" Target="/ppt/notesSlides/notesSlide27.xml" Id="Reb3935ab28774dd7" /><Relationship Id="RviaBackgroundImage1" Type="http://schemas.openxmlformats.org/officeDocument/2006/relationships/image" Target="/ppt/media/initial07_via-v2-bg45-1.png" /><Relationship Id="RviaBackgroundImage2" Type="http://schemas.openxmlformats.org/officeDocument/2006/relationships/image" Target="/ppt/media/initial07_via-v2-bg45-2.png" /><Relationship Id="RviaBackgroundImage3" Type="http://schemas.openxmlformats.org/officeDocument/2006/relationships/image" Target="/ppt/media/initial07_via-v2-bg45-3.png" /></Relationships>
</file>

<file path=ppt/slides/_rels/slide28.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8.xml" Id="Rdf7f7506b1884c7e" /></Relationships>
</file>

<file path=ppt/slides/_rels/slide29.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9.xml" Id="Rdf7f7506b1884c7e" /></Relationships>
</file>

<file path=ppt/slides/_rels/slide30.xml.rels><?xml version='1.0' encoding='utf-8'?>
<Relationships xmlns="http://schemas.openxmlformats.org/package/2006/relationships"><Relationship Type="http://schemas.openxmlformats.org/officeDocument/2006/relationships/slideLayout" Target="/ppt/slideLayouts/initial07_slideLayout1.xml" Id="R4b5772cdc81b41b9" /><Relationship Type="http://schemas.openxmlformats.org/officeDocument/2006/relationships/notesSlide" Target="/ppt/notesSlides/notesSlide30.xml" Id="R22430df242ca4bf6" /><Relationship Id="RviaBackgroundImage1" Type="http://schemas.openxmlformats.org/officeDocument/2006/relationships/image" Target="/ppt/media/initial07_via-v2-bg42-1.png" /><Relationship Id="RviaBackgroundImage2" Type="http://schemas.openxmlformats.org/officeDocument/2006/relationships/image" Target="/ppt/media/initial07_via-v2-bg42-2.png" /><Relationship Id="RviaBackgroundImage3" Type="http://schemas.openxmlformats.org/officeDocument/2006/relationships/image" Target="/ppt/media/initial07_via-v2-bg42-3.png" /></Relationships>
</file>

<file path=ppt/slides/_rels/slide31.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1.xml" Id="Rc06947a345af4d75" /></Relationships>
</file>

<file path=ppt/slides/_rels/slide32.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2.xml" Id="Rc06947a345af4d75" /></Relationships>
</file>

<file path=ppt/slides/_rels/slide33.xml.rels><?xml version='1.0' encoding='utf-8'?>
<Relationships xmlns="http://schemas.openxmlformats.org/package/2006/relationships"><Relationship Type="http://schemas.openxmlformats.org/officeDocument/2006/relationships/slideLayout" Target="/ppt/slideLayouts/V2Clone_initial01_slideLayout1.xml" Id="R37f5e41819554ae7" /><Relationship Type="http://schemas.openxmlformats.org/officeDocument/2006/relationships/image" Target="/ppt/media/v7_claude_cowork_browser_20260826.gif" Id="R413be209bf6b450f" /><Relationship Type="http://schemas.openxmlformats.org/officeDocument/2006/relationships/image" Target="/ppt/media/initial01_image2.gif" Id="R34900b255bd54306" /><Relationship Type="http://schemas.openxmlformats.org/officeDocument/2006/relationships/notesSlide" Target="/ppt/notesSlides/notesSlide33.xml" Id="R0f2a51639d8749e0"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Type="http://schemas.openxmlformats.org/officeDocument/2006/relationships/slideLayout" Target="/ppt/slideLayouts/V2Clone_initial04_slideLayout1.xml" Id="R2214569c2ae44d8c" /><Relationship Type="http://schemas.openxmlformats.org/officeDocument/2006/relationships/notesSlide" Target="/ppt/notesSlides/notesSlide38.xml" Id="Rcf859bf5832c4da9" /></Relationships>
</file>

<file path=ppt/slides/_rels/slide39.xml.rels><?xml version='1.0' encoding='utf-8'?>
<Relationships xmlns="http://schemas.openxmlformats.org/package/2006/relationships"><Relationship Type="http://schemas.openxmlformats.org/officeDocument/2006/relationships/slideLayout" Target="/ppt/slideLayouts/V2Clone_initial04_slideLayout1.xml" Id="Rce24996370bc4668" /><Relationship Type="http://schemas.openxmlformats.org/officeDocument/2006/relationships/notesSlide" Target="/ppt/notesSlides/notesSlide39.xml" Id="Rd4c26c943fae4a96"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2.xml.rels><?xml version='1.0' encoding='utf-8'?>
<Relationships xmlns="http://schemas.openxmlformats.org/package/2006/relationships"><Relationship Type="http://schemas.openxmlformats.org/officeDocument/2006/relationships/slideLayout" Target="/ppt/slideLayouts/V2Clone_initial07_slideLayout1.xml" Id="R1f054bf24ee64584" /><Relationship Type="http://schemas.openxmlformats.org/officeDocument/2006/relationships/notesSlide" Target="/ppt/notesSlides/notesSlide42.xml" Id="R0fb64cd22d524375" /><Relationship Id="RviaBackgroundImage1" Type="http://schemas.openxmlformats.org/officeDocument/2006/relationships/image" Target="/ppt/media/initial07_via-v2-bg41-3.png" /><Relationship Id="RviaBackgroundImage2" Type="http://schemas.openxmlformats.org/officeDocument/2006/relationships/image" Target="/ppt/media/initial07_via-v2-bg41-3.png" /><Relationship Id="RviaBackgroundImage3" Type="http://schemas.openxmlformats.org/officeDocument/2006/relationships/image" Target="/ppt/media/initial07_via-v2-bg41-3.png" /></Relationships>
</file>

<file path=ppt/slides/_rels/slide43.xml.rels><?xml version='1.0' encoding='utf-8'?>
<Relationships xmlns="http://schemas.openxmlformats.org/package/2006/relationships"><Relationship Type="http://schemas.openxmlformats.org/officeDocument/2006/relationships/slideLayout" Target="/ppt/slideLayouts/V2Clone_initial07_slideLayout1.xml" Id="Rb9084e82e5dd4339" /><Relationship Type="http://schemas.openxmlformats.org/officeDocument/2006/relationships/notesSlide" Target="/ppt/notesSlides/notesSlide43.xml" Id="R73212bb7779f42af" /><Relationship Id="RviaBackgroundImage1" Type="http://schemas.openxmlformats.org/officeDocument/2006/relationships/image" Target="/ppt/media/initial07_via-v2-bg44-3.png" /><Relationship Id="RviaBackgroundImage2" Type="http://schemas.openxmlformats.org/officeDocument/2006/relationships/image" Target="/ppt/media/initial07_via-v2-bg44-3.png" /><Relationship Id="RviaBackgroundImage3" Type="http://schemas.openxmlformats.org/officeDocument/2006/relationships/image" Target="/ppt/media/initial07_via-v2-bg44-3.png" /></Relationships>
</file>

<file path=ppt/slides/_rels/slide44.xml.rels><?xml version='1.0' encoding='utf-8'?>
<Relationships xmlns="http://schemas.openxmlformats.org/package/2006/relationships"><Relationship Type="http://schemas.openxmlformats.org/officeDocument/2006/relationships/slideLayout" Target="/ppt/slideLayouts/V2Clone_initial07_slideLayout1.xml" Id="Re9b73f500e104ec9" /><Relationship Type="http://schemas.openxmlformats.org/officeDocument/2006/relationships/notesSlide" Target="/ppt/notesSlides/notesSlide44.xml" Id="Reb3935ab28774dd7" /><Relationship Id="RviaBackgroundImage1" Type="http://schemas.openxmlformats.org/officeDocument/2006/relationships/image" Target="/ppt/media/initial07_via-v2-bg45-3.png" /><Relationship Id="RviaBackgroundImage2" Type="http://schemas.openxmlformats.org/officeDocument/2006/relationships/image" Target="/ppt/media/initial07_via-v2-bg45-3.png" /><Relationship Id="RviaBackgroundImage3" Type="http://schemas.openxmlformats.org/officeDocument/2006/relationships/image" Target="/ppt/media/initial07_via-v2-bg45-3.png" /></Relationships>
</file>

<file path=ppt/slides/_rels/slide45.xml.rels><?xml version='1.0' encoding='utf-8'?>
<Relationships xmlns="http://schemas.openxmlformats.org/package/2006/relationships"><Relationship Type="http://schemas.openxmlformats.org/officeDocument/2006/relationships/slideLayout" Target="/ppt/slideLayouts/V2Clone_initial07_slideLayout1.xml" Id="R4b5772cdc81b41b9" /><Relationship Type="http://schemas.openxmlformats.org/officeDocument/2006/relationships/notesSlide" Target="/ppt/notesSlides/notesSlide45.xml" Id="R22430df242ca4bf6" /><Relationship Id="RviaBackgroundImage1" Type="http://schemas.openxmlformats.org/officeDocument/2006/relationships/image" Target="/ppt/media/initial07_via-v2-bg42-3.png" /><Relationship Id="RviaBackgroundImage2" Type="http://schemas.openxmlformats.org/officeDocument/2006/relationships/image" Target="/ppt/media/initial07_via-v2-bg42-3.png" /><Relationship Id="RviaBackgroundImage3" Type="http://schemas.openxmlformats.org/officeDocument/2006/relationships/image" Target="/ppt/media/initial07_via-v2-bg42-3.png" /></Relationships>
</file>

<file path=ppt/slides/_rels/slide46.xml.rels><?xml version='1.0' encoding='utf-8'?>
<Relationships xmlns="http://schemas.openxmlformats.org/package/2006/relationships"><Relationship Type="http://schemas.openxmlformats.org/officeDocument/2006/relationships/slideLayout" Target="/ppt/slideLayouts/V2Native_slideLayout1.xml" Id="Rbc0186a28a944a9b" /><Relationship Type="http://schemas.openxmlformats.org/officeDocument/2006/relationships/notesSlide" Target="/ppt/notesSlides/notesSlide46.xml" Id="Rb94a2e00cc304fa5"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Type="http://schemas.openxmlformats.org/officeDocument/2006/relationships/slideLayout" Target="/ppt/slideLayouts/V2Native_slideLayout1.xml" Id="Rd203d21a33bf4380" /><Relationship Type="http://schemas.openxmlformats.org/officeDocument/2006/relationships/notesSlide" Target="/ppt/notesSlides/notesSlide49.xml" Id="Rcadd760b058c4992"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1.xml.rels><?xml version='1.0' encoding='utf-8'?>
<Relationships xmlns="http://schemas.openxmlformats.org/package/2006/relationships"><Relationship Type="http://schemas.openxmlformats.org/officeDocument/2006/relationships/slideLayout" Target="/ppt/slideLayouts/V2Native_slideLayout1.xml" Id="R08de1b7e3e9a4c89" /><Relationship Type="http://schemas.openxmlformats.org/officeDocument/2006/relationships/notesSlide" Target="/ppt/notesSlides/notesSlide51.xml" Id="R8ad761e2691d40bd"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7.xml.rels><?xml version='1.0' encoding='utf-8'?>
<Relationships xmlns="http://schemas.openxmlformats.org/package/2006/relationships"><Relationship Type="http://schemas.openxmlformats.org/officeDocument/2006/relationships/slideLayout" Target="/ppt/slideLayouts/V2Native_slideLayout1.xml" Id="R60c69ee25ee34de7" /><Relationship Type="http://schemas.openxmlformats.org/officeDocument/2006/relationships/notesSlide" Target="/ppt/notesSlides/notesSlide57.xml" Id="R19596b57fef2433b" /></Relationships>
</file>

<file path=ppt/slides/_rels/slide58.xml.rels><?xml version='1.0' encoding='utf-8'?>
<Relationships xmlns="http://schemas.openxmlformats.org/package/2006/relationships"><Relationship Type="http://schemas.openxmlformats.org/officeDocument/2006/relationships/slideLayout" Target="/ppt/slideLayouts/V3Background_slideLayout1.xml" Id="Rf23a624af69c4014" /><Relationship Type="http://schemas.openxmlformats.org/officeDocument/2006/relationships/notesSlide" Target="/ppt/notesSlides/notesSlide58.xml" Id="R992f4e67ae3f4078"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_rels/slide62.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18.xml" /></Relationships>
</file>

<file path=ppt/slides/_rels/slide63.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22.xml"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project-background">
    <p:bg>
      <p:bgPr>
        <a:solidFill>
          <a:srgbClr val="FFFFFF"/>
        </a:solidFill>
      </p:bgPr>
    </p:bg>
    <p:spTree>
      <p:nvGrpSpPr>
        <p:cNvPr id="1" name=""/>
        <p:cNvGrpSpPr/>
        <p:nvPr/>
      </p:nvGrpSpPr>
      <p:grpSpPr>
        <a:xfrm/>
      </p:grpSpPr>
      <p:sp>
        <p:nvSpPr>
          <p:cNvPr id="13" name="r3-13">
            <a:extLst>
              <a:ext uri="{FF2B5EF4-FFF2-40B4-BE49-F238E27FC236}">
                <ns2:creationId id="{AB55F528-45A3-4A2D-8761-301EFBA5BB19}"/>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14" name="r3-14">
            <a:extLst>
              <a:ext uri="{FF2B5EF4-FFF2-40B4-BE49-F238E27FC236}">
                <ns2:creationId id="{BEF4A735-9C7D-41E2-A1CB-553DC08DA2FF}"/>
              </a:ext>
            </a:extLst>
          </p:cNvPr>
          <p:cNvSpPr>
            <a:spLocks noGrp="1"/>
          </p:cNvSpPr>
          <p:nvPr/>
        </p:nvSpPr>
        <p:spPr>
          <a:xfrm>
            <a:off x="971550"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PC 업무를 수행하는 AI의 등장</a:t>
            </a:r>
            <a:endParaRPr lang="ko-KR">
              <a:solidFill>
                <a:srgbClr val="000000"/>
              </a:solidFill>
              <a:latin typeface="Calibri"/>
              <a:ea typeface="Calibri"/>
              <a:cs typeface="Calibri"/>
            </a:endParaRPr>
          </a:p>
        </p:txBody>
      </p:sp>
      <p:sp>
        <p:nvSpPr>
          <p:cNvPr id="16" name="r3-16">
            <a:extLst>
              <a:ext uri="{FF2B5EF4-FFF2-40B4-BE49-F238E27FC236}">
                <ns2:creationId id="{61C8B37E-4868-4E50-93C4-9E5E29EA9A86}"/>
              </a:ext>
            </a:extLst>
          </p:cNvPr>
          <p:cNvSpPr>
            <a:spLocks noGrp="1"/>
          </p:cNvSpPr>
          <p:nvPr/>
        </p:nvSpPr>
        <p:spPr>
          <a:xfrm>
            <a:off x="9815512"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화면을 보며 말로 지시하는 상호작용</a:t>
            </a:r>
            <a:endParaRPr lang="ko-KR">
              <a:solidFill>
                <a:srgbClr val="000000"/>
              </a:solidFill>
              <a:latin typeface="Calibri"/>
              <a:ea typeface="Calibri"/>
              <a:cs typeface="Calibri"/>
            </a:endParaRPr>
          </a:p>
        </p:txBody>
      </p:sp>
      <p:sp>
        <p:nvSpPr>
          <p:cNvPr id="18" name="line-18">
            <a:extLst>
              <a:ext uri="{FF2B5EF4-FFF2-40B4-BE49-F238E27FC236}">
                <ns2:creationId id="{C974F878-DB1A-4342-B659-4A99052540B8}"/>
              </a:ext>
            </a:extLst>
          </p:cNvPr>
          <p:cNvSpPr>
            <a:spLocks noGrp="1"/>
          </p:cNvSpPr>
          <p:nvPr/>
        </p:nvSpPr>
        <p:spPr>
          <a:xfrm flipH="0">
            <a:off x="9144000" y="2157412"/>
            <a:ext cx="0" cy="7386638"/>
          </a:xfrm>
          <a:prstGeom prst="line">
            <a:avLst/>
          </a:prstGeom>
          <a:noFill/>
          <a:ln w="14288">
            <a:solidFill>
              <a:srgbClr val="BDC4CA"/>
            </a:solidFill>
          </a:ln>
        </p:spPr>
      </p:sp>
      <p:sp>
        <p:nvSpPr>
          <p:cNvPr id="19" name="r3-19">
            <a:extLst>
              <a:ext uri="{FF2B5EF4-FFF2-40B4-BE49-F238E27FC236}">
                <ns2:creationId id="{84A506B7-C72B-481E-8802-96982FF4C1E1}"/>
              </a:ext>
            </a:extLst>
          </p:cNvPr>
          <p:cNvSpPr>
            <a:spLocks noGrp="1"/>
          </p:cNvSpPr>
          <p:nvPr/>
        </p:nvSpPr>
        <p:spPr>
          <a:xfrm>
            <a:off x="528638" y="2343150"/>
            <a:ext cx="71438" cy="71438"/>
          </a:xfrm>
          <a:prstGeom prst="rect">
            <a:avLst/>
          </a:prstGeom>
          <a:solidFill>
            <a:srgbClr val="EEEEEE"/>
          </a:solidFill>
          <a:ln w="0">
            <a:noFill/>
          </a:ln>
        </p:spPr>
      </p:sp>
      <p:sp>
        <p:nvSpPr>
          <p:cNvPr id="20" name="r3-20">
            <a:extLst>
              <a:ext uri="{FF2B5EF4-FFF2-40B4-BE49-F238E27FC236}">
                <ns2:creationId id="{50EC78CD-D629-4070-9782-EFF3746CB20E}"/>
              </a:ext>
            </a:extLst>
          </p:cNvPr>
          <p:cNvSpPr>
            <a:spLocks noGrp="1"/>
          </p:cNvSpPr>
          <p:nvPr/>
        </p:nvSpPr>
        <p:spPr>
          <a:xfrm>
            <a:off x="7572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자료를 찾아 업무 앱까지 조작하는 AI</a:t>
            </a:r>
            <a:endParaRPr lang="ko-KR">
              <a:solidFill>
                <a:srgbClr val="000000"/>
              </a:solidFill>
              <a:latin typeface="Calibri"/>
              <a:ea typeface="Calibri"/>
              <a:cs typeface="Calibri"/>
            </a:endParaRPr>
          </a:p>
        </p:txBody>
      </p:sp>
      <p:sp>
        <p:nvSpPr>
          <p:cNvPr id="21" name="r3-21">
            <a:extLst>
              <a:ext uri="{FF2B5EF4-FFF2-40B4-BE49-F238E27FC236}">
                <ns2:creationId id="{16AA4A4D-C1BC-471A-A0C1-2709618E782F}"/>
              </a:ext>
            </a:extLst>
          </p:cNvPr>
          <p:cNvSpPr>
            <a:spLocks noGrp="1"/>
          </p:cNvSpPr>
          <p:nvPr/>
        </p:nvSpPr>
        <p:spPr>
          <a:xfrm>
            <a:off x="7572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화면을 읽고, 필요한 정보를 찾아 신청서에 입력</a:t>
            </a:r>
            <a:endParaRPr lang="ko-KR">
              <a:solidFill>
                <a:srgbClr val="000000"/>
              </a:solidFill>
              <a:latin typeface="Calibri"/>
              <a:ea typeface="Calibri"/>
              <a:cs typeface="Calibri"/>
            </a:endParaRPr>
          </a:p>
        </p:txBody>
      </p:sp>
      <p:pic>
        <p:nvPicPr>
          <p:cNvPr id="78" name=""/>
          <p:cNvPicPr>
            <a:picLocks noChangeAspect="1"/>
          </p:cNvPicPr>
          <p:nvPr/>
        </p:nvPicPr>
        <p:blipFill>
          <a:blip r:embed="R413be209bf6b450f"/>
          <a:stretch/>
        </p:blipFill>
        <p:spPr>
          <a:xfrm>
            <a:off x="1725612" y="3071812"/>
            <a:ext cx="5892800" cy="3314700"/>
          </a:xfrm>
          <a:prstGeom prst="rect">
            <a:avLst/>
          </a:prstGeom>
        </p:spPr>
      </p:pic>
      <p:sp>
        <p:nvSpPr>
          <p:cNvPr id="23" name="r3-22">
            <a:extLst>
              <a:ext uri="{FF2B5EF4-FFF2-40B4-BE49-F238E27FC236}">
                <ns2:creationId id="{5B55BA97-B98F-45F7-A1C9-E074B279CC81}"/>
              </a:ext>
            </a:extLst>
          </p:cNvPr>
          <p:cNvSpPr>
            <a:spLocks noGrp="1"/>
          </p:cNvSpPr>
          <p:nvPr/>
        </p:nvSpPr>
        <p:spPr>
          <a:xfrm>
            <a:off x="785812" y="6443662"/>
            <a:ext cx="78581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거래처 검색 → 정보 확인 → 신청서 입력</a:t>
            </a:r>
            <a:endParaRPr lang="ko-KR">
              <a:solidFill>
                <a:srgbClr val="000000"/>
              </a:solidFill>
              <a:latin typeface="Calibri"/>
              <a:ea typeface="Calibri"/>
              <a:cs typeface="Calibri"/>
            </a:endParaRPr>
          </a:p>
        </p:txBody>
      </p:sp>
      <p:sp>
        <p:nvSpPr>
          <p:cNvPr id="24" name="r3-23">
            <a:extLst>
              <a:ext uri="{FF2B5EF4-FFF2-40B4-BE49-F238E27FC236}">
                <ns2:creationId id="{DABE3B1C-A404-4AF5-8982-3C4E453A15F4}"/>
              </a:ext>
            </a:extLst>
          </p:cNvPr>
          <p:cNvSpPr>
            <a:spLocks noGrp="1"/>
          </p:cNvSpPr>
          <p:nvPr/>
        </p:nvSpPr>
        <p:spPr>
          <a:xfrm>
            <a:off x="642938" y="6829425"/>
            <a:ext cx="8072438"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Anthropic computer use 공개 시연, 2024.10 / 발췌, 3배속 ]</a:t>
            </a:r>
            <a:endParaRPr lang="ko-KR">
              <a:solidFill>
                <a:srgbClr val="000000"/>
              </a:solidFill>
              <a:latin typeface="Calibri"/>
              <a:ea typeface="Calibri"/>
              <a:cs typeface="Calibri"/>
            </a:endParaRPr>
          </a:p>
        </p:txBody>
      </p:sp>
      <p:sp>
        <p:nvSpPr>
          <p:cNvPr id="25" name="line-24">
            <a:extLst>
              <a:ext uri="{FF2B5EF4-FFF2-40B4-BE49-F238E27FC236}">
                <ns2:creationId id="{231CF7CE-1A9C-421A-8932-22EA46C7245B}"/>
              </a:ext>
            </a:extLst>
          </p:cNvPr>
          <p:cNvSpPr>
            <a:spLocks noGrp="1"/>
          </p:cNvSpPr>
          <p:nvPr/>
        </p:nvSpPr>
        <p:spPr>
          <a:xfrm flipH="0">
            <a:off x="542925" y="7300912"/>
            <a:ext cx="8201025" cy="0"/>
          </a:xfrm>
          <a:prstGeom prst="line">
            <a:avLst/>
          </a:prstGeom>
          <a:noFill/>
          <a:ln w="14288">
            <a:solidFill>
              <a:srgbClr val="BDC4CA"/>
            </a:solidFill>
          </a:ln>
        </p:spPr>
      </p:sp>
      <p:sp>
        <p:nvSpPr>
          <p:cNvPr id="26" name="r3-25">
            <a:extLst>
              <a:ext uri="{FF2B5EF4-FFF2-40B4-BE49-F238E27FC236}">
                <ns2:creationId id="{E7A4B1B7-62E3-4E28-907F-C78A10BBE8C7}"/>
              </a:ext>
            </a:extLst>
          </p:cNvPr>
          <p:cNvSpPr>
            <a:spLocks noGrp="1"/>
          </p:cNvSpPr>
          <p:nvPr/>
        </p:nvSpPr>
        <p:spPr>
          <a:xfrm>
            <a:off x="542925" y="7600950"/>
            <a:ext cx="71438" cy="71438"/>
          </a:xfrm>
          <a:prstGeom prst="rect">
            <a:avLst/>
          </a:prstGeom>
          <a:solidFill>
            <a:srgbClr val="EEEEEE"/>
          </a:solidFill>
          <a:ln w="0">
            <a:noFill/>
          </a:ln>
        </p:spPr>
      </p:sp>
      <p:sp>
        <p:nvSpPr>
          <p:cNvPr id="27" name="r3-26">
            <a:extLst>
              <a:ext uri="{FF2B5EF4-FFF2-40B4-BE49-F238E27FC236}">
                <ns2:creationId id="{2F451365-CB00-4AD6-A81A-61AB976AE3F2}"/>
              </a:ext>
            </a:extLst>
          </p:cNvPr>
          <p:cNvSpPr>
            <a:spLocks noGrp="1"/>
          </p:cNvSpPr>
          <p:nvPr/>
        </p:nvSpPr>
        <p:spPr>
          <a:xfrm>
            <a:off x="771525" y="7443788"/>
            <a:ext cx="8086725"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사무 업무부터 개발 업무까지 적용 영역 확대</a:t>
            </a:r>
            <a:endParaRPr lang="ko-KR">
              <a:solidFill>
                <a:srgbClr val="000000"/>
              </a:solidFill>
              <a:latin typeface="Calibri"/>
              <a:ea typeface="Calibri"/>
              <a:cs typeface="Calibri"/>
            </a:endParaRPr>
          </a:p>
        </p:txBody>
      </p:sp>
      <p:sp>
        <p:nvSpPr>
          <p:cNvPr id="28" name="r3-27">
            <a:extLst>
              <a:ext uri="{FF2B5EF4-FFF2-40B4-BE49-F238E27FC236}">
                <ns2:creationId id="{27EF8A4F-288C-484E-81E0-0A870D63EC45}"/>
              </a:ext>
            </a:extLst>
          </p:cNvPr>
          <p:cNvSpPr>
            <a:spLocks noGrp="1"/>
          </p:cNvSpPr>
          <p:nvPr/>
        </p:nvSpPr>
        <p:spPr>
          <a:xfrm>
            <a:off x="785812" y="79867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여러 앱을 활용한 사무 업무</a:t>
            </a:r>
            <a:endParaRPr lang="ko-KR">
              <a:solidFill>
                <a:srgbClr val="000000"/>
              </a:solidFill>
              <a:latin typeface="Calibri"/>
              <a:ea typeface="Calibri"/>
              <a:cs typeface="Calibri"/>
            </a:endParaRPr>
          </a:p>
        </p:txBody>
      </p:sp>
      <p:sp>
        <p:nvSpPr>
          <p:cNvPr id="29" name="r3-28">
            <a:extLst>
              <a:ext uri="{FF2B5EF4-FFF2-40B4-BE49-F238E27FC236}">
                <ns2:creationId id="{6330F366-2F4A-4B16-AE85-794E022A42E9}"/>
              </a:ext>
            </a:extLst>
          </p:cNvPr>
          <p:cNvSpPr>
            <a:spLocks noGrp="1"/>
          </p:cNvSpPr>
          <p:nvPr/>
        </p:nvSpPr>
        <p:spPr>
          <a:xfrm>
            <a:off x="785812" y="8443912"/>
            <a:ext cx="3457575" cy="3429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Cowork 사례</a:t>
            </a:r>
            <a:endParaRPr lang="ko-KR">
              <a:solidFill>
                <a:srgbClr val="000000"/>
              </a:solidFill>
              <a:latin typeface="Calibri"/>
              <a:ea typeface="Calibri"/>
              <a:cs typeface="Calibri"/>
            </a:endParaRPr>
          </a:p>
        </p:txBody>
      </p:sp>
      <p:sp>
        <p:nvSpPr>
          <p:cNvPr id="30" name="r3-29">
            <a:extLst>
              <a:ext uri="{FF2B5EF4-FFF2-40B4-BE49-F238E27FC236}">
                <ns2:creationId id="{1B93C5E3-B5D3-452F-B8C1-35571A5F0141}"/>
              </a:ext>
            </a:extLst>
          </p:cNvPr>
          <p:cNvSpPr>
            <a:spLocks noGrp="1"/>
          </p:cNvSpPr>
          <p:nvPr/>
        </p:nvSpPr>
        <p:spPr>
          <a:xfrm>
            <a:off x="4529138" y="7972425"/>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파일과 앱의 자료로 보고서 작성</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자료를 비교해 표와 발표자료 생성</a:t>
            </a:r>
            <a:endParaRPr lang="ko-KR">
              <a:solidFill>
                <a:srgbClr val="000000"/>
              </a:solidFill>
              <a:latin typeface="Calibri"/>
              <a:ea typeface="Calibri"/>
              <a:cs typeface="Calibri"/>
            </a:endParaRPr>
          </a:p>
        </p:txBody>
      </p:sp>
      <p:sp>
        <p:nvSpPr>
          <p:cNvPr id="31" name="r3-30">
            <a:extLst>
              <a:ext uri="{FF2B5EF4-FFF2-40B4-BE49-F238E27FC236}">
                <ns2:creationId id="{316986EB-7558-4CC4-B891-E55FE877AA0C}"/>
              </a:ext>
            </a:extLst>
          </p:cNvPr>
          <p:cNvSpPr>
            <a:spLocks noGrp="1"/>
          </p:cNvSpPr>
          <p:nvPr/>
        </p:nvSpPr>
        <p:spPr>
          <a:xfrm>
            <a:off x="785812" y="89011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개발에 필요한 전문 업무</a:t>
            </a:r>
            <a:endParaRPr lang="ko-KR">
              <a:solidFill>
                <a:srgbClr val="000000"/>
              </a:solidFill>
              <a:latin typeface="Calibri"/>
              <a:ea typeface="Calibri"/>
              <a:cs typeface="Calibri"/>
            </a:endParaRPr>
          </a:p>
        </p:txBody>
      </p:sp>
      <p:sp>
        <p:nvSpPr>
          <p:cNvPr id="32" name="r3-31">
            <a:extLst>
              <a:ext uri="{FF2B5EF4-FFF2-40B4-BE49-F238E27FC236}">
                <ns2:creationId id="{E452EDDA-800B-402C-AA12-50B6A3D07A8A}"/>
              </a:ext>
            </a:extLst>
          </p:cNvPr>
          <p:cNvSpPr>
            <a:spLocks noGrp="1"/>
          </p:cNvSpPr>
          <p:nvPr/>
        </p:nvSpPr>
        <p:spPr>
          <a:xfrm>
            <a:off x="785812" y="9329738"/>
            <a:ext cx="3457575" cy="3143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Code 사례</a:t>
            </a:r>
            <a:endParaRPr lang="ko-KR">
              <a:solidFill>
                <a:srgbClr val="000000"/>
              </a:solidFill>
              <a:latin typeface="Calibri"/>
              <a:ea typeface="Calibri"/>
              <a:cs typeface="Calibri"/>
            </a:endParaRPr>
          </a:p>
        </p:txBody>
      </p:sp>
      <p:sp>
        <p:nvSpPr>
          <p:cNvPr id="33" name="r3-32">
            <a:extLst>
              <a:ext uri="{FF2B5EF4-FFF2-40B4-BE49-F238E27FC236}">
                <ns2:creationId id="{C30D22F9-AEEF-40DF-947E-DBA6ED786212}"/>
              </a:ext>
            </a:extLst>
          </p:cNvPr>
          <p:cNvSpPr>
            <a:spLocks noGrp="1"/>
          </p:cNvSpPr>
          <p:nvPr/>
        </p:nvSpPr>
        <p:spPr>
          <a:xfrm>
            <a:off x="4529138" y="8858250"/>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코드를 탐색하고 수정</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테스트로 문제를 확인하고 보완</a:t>
            </a:r>
            <a:endParaRPr lang="ko-KR">
              <a:solidFill>
                <a:srgbClr val="000000"/>
              </a:solidFill>
              <a:latin typeface="Calibri"/>
              <a:ea typeface="Calibri"/>
              <a:cs typeface="Calibri"/>
            </a:endParaRPr>
          </a:p>
        </p:txBody>
      </p:sp>
      <p:sp>
        <p:nvSpPr>
          <p:cNvPr id="34" name="r3-33">
            <a:extLst>
              <a:ext uri="{FF2B5EF4-FFF2-40B4-BE49-F238E27FC236}">
                <ns2:creationId id="{A7944648-61B7-4E08-A627-38FC846E8FAC}"/>
              </a:ext>
            </a:extLst>
          </p:cNvPr>
          <p:cNvSpPr>
            <a:spLocks noGrp="1"/>
          </p:cNvSpPr>
          <p:nvPr/>
        </p:nvSpPr>
        <p:spPr>
          <a:xfrm>
            <a:off x="9444038" y="2343150"/>
            <a:ext cx="71438" cy="71438"/>
          </a:xfrm>
          <a:prstGeom prst="rect">
            <a:avLst/>
          </a:prstGeom>
          <a:solidFill>
            <a:srgbClr val="EEEEEE"/>
          </a:solidFill>
          <a:ln w="0">
            <a:noFill/>
          </a:ln>
        </p:spPr>
      </p:sp>
      <p:sp>
        <p:nvSpPr>
          <p:cNvPr id="35" name="r3-34">
            <a:extLst>
              <a:ext uri="{FF2B5EF4-FFF2-40B4-BE49-F238E27FC236}">
                <ns2:creationId id="{84B4062C-A917-4375-BCDE-44E482943E56}"/>
              </a:ext>
            </a:extLst>
          </p:cNvPr>
          <p:cNvSpPr>
            <a:spLocks noGrp="1"/>
          </p:cNvSpPr>
          <p:nvPr/>
        </p:nvSpPr>
        <p:spPr>
          <a:xfrm>
            <a:off x="96726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화면의 대상을 가리키며 음성으로 요청</a:t>
            </a:r>
            <a:endParaRPr lang="ko-KR">
              <a:solidFill>
                <a:srgbClr val="000000"/>
              </a:solidFill>
              <a:latin typeface="Calibri"/>
              <a:ea typeface="Calibri"/>
              <a:cs typeface="Calibri"/>
            </a:endParaRPr>
          </a:p>
        </p:txBody>
      </p:sp>
      <p:sp>
        <p:nvSpPr>
          <p:cNvPr id="36" name="r3-35">
            <a:extLst>
              <a:ext uri="{FF2B5EF4-FFF2-40B4-BE49-F238E27FC236}">
                <ns2:creationId id="{A8E87FF4-F385-470C-B346-108803DE37C1}"/>
              </a:ext>
            </a:extLst>
          </p:cNvPr>
          <p:cNvSpPr>
            <a:spLocks noGrp="1"/>
          </p:cNvSpPr>
          <p:nvPr/>
        </p:nvSpPr>
        <p:spPr>
          <a:xfrm>
            <a:off x="96726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결과를 보며 수정하고, 다음 작업으로 연결</a:t>
            </a:r>
            <a:endParaRPr lang="ko-KR">
              <a:solidFill>
                <a:srgbClr val="000000"/>
              </a:solidFill>
              <a:latin typeface="Calibri"/>
              <a:ea typeface="Calibri"/>
              <a:cs typeface="Calibri"/>
            </a:endParaRPr>
          </a:p>
        </p:txBody>
      </p:sp>
      <p:pic>
        <p:nvPicPr>
          <p:cNvPr id="93" name=""/>
          <p:cNvPicPr>
            <a:picLocks noChangeAspect="1"/>
          </p:cNvPicPr>
          <p:nvPr/>
        </p:nvPicPr>
        <p:blipFill>
          <a:blip r:embed="R34900b255bd54306"/>
          <a:stretch/>
        </p:blipFill>
        <p:spPr>
          <a:xfrm>
            <a:off x="10641012" y="3071812"/>
            <a:ext cx="5892800" cy="3314700"/>
          </a:xfrm>
          <a:prstGeom prst="rect">
            <a:avLst/>
          </a:prstGeom>
        </p:spPr>
      </p:pic>
      <p:sp>
        <p:nvSpPr>
          <p:cNvPr id="38" name="r3-36">
            <a:extLst>
              <a:ext uri="{FF2B5EF4-FFF2-40B4-BE49-F238E27FC236}">
                <ns2:creationId id="{9AA92321-4FD3-4FFE-9653-A54A05BBFA1D}"/>
              </a:ext>
            </a:extLst>
          </p:cNvPr>
          <p:cNvSpPr>
            <a:spLocks noGrp="1"/>
          </p:cNvSpPr>
          <p:nvPr/>
        </p:nvSpPr>
        <p:spPr>
          <a:xfrm>
            <a:off x="9601200" y="6443662"/>
            <a:ext cx="80867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원을 로켓 창문으로 수정 → 3D 모델 작업으로 연결</a:t>
            </a:r>
            <a:endParaRPr lang="ko-KR">
              <a:solidFill>
                <a:srgbClr val="000000"/>
              </a:solidFill>
              <a:latin typeface="Calibri"/>
              <a:ea typeface="Calibri"/>
              <a:cs typeface="Calibri"/>
            </a:endParaRPr>
          </a:p>
        </p:txBody>
      </p:sp>
      <p:sp>
        <p:nvSpPr>
          <p:cNvPr id="39" name="r3-37">
            <a:extLst>
              <a:ext uri="{FF2B5EF4-FFF2-40B4-BE49-F238E27FC236}">
                <ns2:creationId id="{B5C7B68F-E39C-4C7E-8D6B-4402BDD85459}"/>
              </a:ext>
            </a:extLst>
          </p:cNvPr>
          <p:cNvSpPr>
            <a:spLocks noGrp="1"/>
          </p:cNvSpPr>
          <p:nvPr/>
        </p:nvSpPr>
        <p:spPr>
          <a:xfrm>
            <a:off x="9572625" y="6829425"/>
            <a:ext cx="8101012"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OpenAI GPT-6 Astra 공개 시연 / 발췌, 1.5배속 ]</a:t>
            </a:r>
            <a:endParaRPr lang="ko-KR">
              <a:solidFill>
                <a:srgbClr val="000000"/>
              </a:solidFill>
              <a:latin typeface="Calibri"/>
              <a:ea typeface="Calibri"/>
              <a:cs typeface="Calibri"/>
            </a:endParaRPr>
          </a:p>
        </p:txBody>
      </p:sp>
      <p:sp>
        <p:nvSpPr>
          <p:cNvPr id="40" name="line-38">
            <a:extLst>
              <a:ext uri="{FF2B5EF4-FFF2-40B4-BE49-F238E27FC236}">
                <ns2:creationId id="{564B0083-A8EE-498F-99EC-388616B7ECD6}"/>
              </a:ext>
            </a:extLst>
          </p:cNvPr>
          <p:cNvSpPr>
            <a:spLocks noGrp="1"/>
          </p:cNvSpPr>
          <p:nvPr/>
        </p:nvSpPr>
        <p:spPr>
          <a:xfrm flipH="0">
            <a:off x="9472612" y="7300912"/>
            <a:ext cx="8258175" cy="0"/>
          </a:xfrm>
          <a:prstGeom prst="line">
            <a:avLst/>
          </a:prstGeom>
          <a:noFill/>
          <a:ln w="14288">
            <a:solidFill>
              <a:srgbClr val="BDC4CA"/>
            </a:solidFill>
          </a:ln>
        </p:spPr>
      </p:sp>
      <p:sp>
        <p:nvSpPr>
          <p:cNvPr id="41" name="r3-39">
            <a:extLst>
              <a:ext uri="{FF2B5EF4-FFF2-40B4-BE49-F238E27FC236}">
                <ns2:creationId id="{EC5D3A82-B1FE-459D-85A9-26B246119ABF}"/>
              </a:ext>
            </a:extLst>
          </p:cNvPr>
          <p:cNvSpPr>
            <a:spLocks noGrp="1"/>
          </p:cNvSpPr>
          <p:nvPr/>
        </p:nvSpPr>
        <p:spPr>
          <a:xfrm>
            <a:off x="9458325" y="7600950"/>
            <a:ext cx="71438" cy="71438"/>
          </a:xfrm>
          <a:prstGeom prst="rect">
            <a:avLst/>
          </a:prstGeom>
          <a:solidFill>
            <a:srgbClr val="EEEEEE"/>
          </a:solidFill>
          <a:ln w="0">
            <a:noFill/>
          </a:ln>
        </p:spPr>
      </p:sp>
      <p:sp>
        <p:nvSpPr>
          <p:cNvPr id="42" name="r3-40">
            <a:extLst>
              <a:ext uri="{FF2B5EF4-FFF2-40B4-BE49-F238E27FC236}">
                <ns2:creationId id="{36348711-F72A-46A0-BB6A-78115DBFD9E9}"/>
              </a:ext>
            </a:extLst>
          </p:cNvPr>
          <p:cNvSpPr>
            <a:spLocks noGrp="1"/>
          </p:cNvSpPr>
          <p:nvPr/>
        </p:nvSpPr>
        <p:spPr>
          <a:xfrm>
            <a:off x="9686925" y="7443788"/>
            <a:ext cx="8115300"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당사 PC에서 시작하고 이어가는 음성 사용자 접점</a:t>
            </a:r>
            <a:endParaRPr lang="ko-KR">
              <a:solidFill>
                <a:srgbClr val="000000"/>
              </a:solidFill>
              <a:latin typeface="Calibri"/>
              <a:ea typeface="Calibri"/>
              <a:cs typeface="Calibri"/>
            </a:endParaRPr>
          </a:p>
        </p:txBody>
      </p:sp>
      <p:sp>
        <p:nvSpPr>
          <p:cNvPr id="43" name="r3-41">
            <a:extLst>
              <a:ext uri="{FF2B5EF4-FFF2-40B4-BE49-F238E27FC236}">
                <ns2:creationId id="{2300BCE2-BB9A-44C1-9B72-7D224AD151AA}"/>
              </a:ext>
            </a:extLst>
          </p:cNvPr>
          <p:cNvSpPr>
            <a:spLocks noGrp="1"/>
          </p:cNvSpPr>
          <p:nvPr/>
        </p:nvSpPr>
        <p:spPr>
          <a:xfrm>
            <a:off x="9758362" y="8029575"/>
            <a:ext cx="1328738"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44" name="line-42">
            <a:extLst>
              <a:ext uri="{FF2B5EF4-FFF2-40B4-BE49-F238E27FC236}">
                <ns2:creationId id="{73C5E6C1-8A8B-4EF7-BE80-02E4104DAB5E}"/>
              </a:ext>
            </a:extLst>
          </p:cNvPr>
          <p:cNvSpPr>
            <a:spLocks noGrp="1"/>
          </p:cNvSpPr>
          <p:nvPr/>
        </p:nvSpPr>
        <p:spPr>
          <a:xfrm flipH="0">
            <a:off x="11144250" y="8229600"/>
            <a:ext cx="471488" cy="0"/>
          </a:xfrm>
          <a:prstGeom prst="line">
            <a:avLst/>
          </a:prstGeom>
          <a:noFill/>
          <a:ln w="24290">
            <a:solidFill>
              <a:srgbClr val="657079"/>
            </a:solidFill>
          </a:ln>
        </p:spPr>
      </p:sp>
      <p:sp>
        <p:nvSpPr>
          <p:cNvPr id="45" name="line-43">
            <a:extLst>
              <a:ext uri="{FF2B5EF4-FFF2-40B4-BE49-F238E27FC236}">
                <ns2:creationId id="{B2EF9791-C410-48FC-A314-5A5EFA255C9D}"/>
              </a:ext>
            </a:extLst>
          </p:cNvPr>
          <p:cNvSpPr>
            <a:spLocks noGrp="1"/>
          </p:cNvSpPr>
          <p:nvPr/>
        </p:nvSpPr>
        <p:spPr>
          <a:xfrm flipH="0">
            <a:off x="11515725" y="8172450"/>
            <a:ext cx="100012" cy="57150"/>
          </a:xfrm>
          <a:prstGeom prst="line">
            <a:avLst/>
          </a:prstGeom>
          <a:noFill/>
          <a:ln w="24290">
            <a:solidFill>
              <a:srgbClr val="657079"/>
            </a:solidFill>
          </a:ln>
        </p:spPr>
      </p:sp>
      <p:sp>
        <p:nvSpPr>
          <p:cNvPr id="46" name="line-44">
            <a:extLst>
              <a:ext uri="{FF2B5EF4-FFF2-40B4-BE49-F238E27FC236}">
                <ns2:creationId id="{D742EDBC-825D-4CB4-A1BC-DEB68A47001E}"/>
              </a:ext>
            </a:extLst>
          </p:cNvPr>
          <p:cNvSpPr>
            <a:spLocks noGrp="1"/>
          </p:cNvSpPr>
          <p:nvPr/>
        </p:nvSpPr>
        <p:spPr>
          <a:xfrm flipH="1">
            <a:off x="11515725" y="8229600"/>
            <a:ext cx="100012" cy="57150"/>
          </a:xfrm>
          <a:prstGeom prst="line">
            <a:avLst/>
          </a:prstGeom>
          <a:noFill/>
          <a:ln w="24290">
            <a:solidFill>
              <a:srgbClr val="657079"/>
            </a:solidFill>
          </a:ln>
        </p:spPr>
      </p:sp>
      <p:sp>
        <p:nvSpPr>
          <p:cNvPr id="47" name="r3-45">
            <a:extLst>
              <a:ext uri="{FF2B5EF4-FFF2-40B4-BE49-F238E27FC236}">
                <ns2:creationId id="{23621611-551D-49AB-AB12-82F7CBBF2D7A}"/>
              </a:ext>
            </a:extLst>
          </p:cNvPr>
          <p:cNvSpPr>
            <a:spLocks noGrp="1"/>
          </p:cNvSpPr>
          <p:nvPr/>
        </p:nvSpPr>
        <p:spPr>
          <a:xfrm>
            <a:off x="11730038" y="7943850"/>
            <a:ext cx="3228975" cy="5572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당사 PC의 대화 접점</a:t>
            </a:r>
            <a:endParaRPr lang="ko-KR">
              <a:solidFill>
                <a:srgbClr val="000000"/>
              </a:solidFill>
              <a:latin typeface="Calibri"/>
              <a:ea typeface="Calibri"/>
              <a:cs typeface="Calibri"/>
            </a:endParaRPr>
          </a:p>
        </p:txBody>
      </p:sp>
      <p:sp>
        <p:nvSpPr>
          <p:cNvPr id="48" name="line-46">
            <a:extLst>
              <a:ext uri="{FF2B5EF4-FFF2-40B4-BE49-F238E27FC236}">
                <ns2:creationId id="{2BB66DF6-A73C-4141-A022-DF984FB5EF5D}"/>
              </a:ext>
            </a:extLst>
          </p:cNvPr>
          <p:cNvSpPr>
            <a:spLocks noGrp="1"/>
          </p:cNvSpPr>
          <p:nvPr/>
        </p:nvSpPr>
        <p:spPr>
          <a:xfrm flipH="0">
            <a:off x="11772900" y="8486775"/>
            <a:ext cx="3171825" cy="0"/>
          </a:xfrm>
          <a:prstGeom prst="line">
            <a:avLst/>
          </a:prstGeom>
          <a:noFill/>
          <a:ln w="42862">
            <a:solidFill>
              <a:srgbClr val="258FAF"/>
            </a:solidFill>
          </a:ln>
        </p:spPr>
      </p:sp>
      <p:sp>
        <p:nvSpPr>
          <p:cNvPr id="49" name="line-47">
            <a:extLst>
              <a:ext uri="{FF2B5EF4-FFF2-40B4-BE49-F238E27FC236}">
                <ns2:creationId id="{2FDCE490-5E8B-4311-9D90-48E8BFD886A2}"/>
              </a:ext>
            </a:extLst>
          </p:cNvPr>
          <p:cNvSpPr>
            <a:spLocks noGrp="1"/>
          </p:cNvSpPr>
          <p:nvPr/>
        </p:nvSpPr>
        <p:spPr>
          <a:xfrm flipH="0">
            <a:off x="15116175" y="8229600"/>
            <a:ext cx="500062" cy="0"/>
          </a:xfrm>
          <a:prstGeom prst="line">
            <a:avLst/>
          </a:prstGeom>
          <a:noFill/>
          <a:ln w="24290">
            <a:solidFill>
              <a:srgbClr val="657079"/>
            </a:solidFill>
          </a:ln>
        </p:spPr>
      </p:sp>
      <p:sp>
        <p:nvSpPr>
          <p:cNvPr id="50" name="line-48">
            <a:extLst>
              <a:ext uri="{FF2B5EF4-FFF2-40B4-BE49-F238E27FC236}">
                <ns2:creationId id="{4FF32530-C279-432C-BBE0-F06FB0A1C0B1}"/>
              </a:ext>
            </a:extLst>
          </p:cNvPr>
          <p:cNvSpPr>
            <a:spLocks noGrp="1"/>
          </p:cNvSpPr>
          <p:nvPr/>
        </p:nvSpPr>
        <p:spPr>
          <a:xfrm flipH="0">
            <a:off x="15516225" y="8172450"/>
            <a:ext cx="100012" cy="57150"/>
          </a:xfrm>
          <a:prstGeom prst="line">
            <a:avLst/>
          </a:prstGeom>
          <a:noFill/>
          <a:ln w="24290">
            <a:solidFill>
              <a:srgbClr val="657079"/>
            </a:solidFill>
          </a:ln>
        </p:spPr>
      </p:sp>
      <p:sp>
        <p:nvSpPr>
          <p:cNvPr id="51" name="line-49">
            <a:extLst>
              <a:ext uri="{FF2B5EF4-FFF2-40B4-BE49-F238E27FC236}">
                <ns2:creationId id="{E52BA8A0-EA87-4430-BE84-AC0C9408A40D}"/>
              </a:ext>
            </a:extLst>
          </p:cNvPr>
          <p:cNvSpPr>
            <a:spLocks noGrp="1"/>
          </p:cNvSpPr>
          <p:nvPr/>
        </p:nvSpPr>
        <p:spPr>
          <a:xfrm flipH="1">
            <a:off x="15516225" y="8229600"/>
            <a:ext cx="100012" cy="57150"/>
          </a:xfrm>
          <a:prstGeom prst="line">
            <a:avLst/>
          </a:prstGeom>
          <a:noFill/>
          <a:ln w="24290">
            <a:solidFill>
              <a:srgbClr val="657079"/>
            </a:solidFill>
          </a:ln>
        </p:spPr>
      </p:sp>
      <p:sp>
        <p:nvSpPr>
          <p:cNvPr id="52" name="r3-50">
            <a:extLst>
              <a:ext uri="{FF2B5EF4-FFF2-40B4-BE49-F238E27FC236}">
                <ns2:creationId id="{68805C55-94CB-482C-9BFC-F074F6560010}"/>
              </a:ext>
            </a:extLst>
          </p:cNvPr>
          <p:cNvSpPr>
            <a:spLocks noGrp="1"/>
          </p:cNvSpPr>
          <p:nvPr/>
        </p:nvSpPr>
        <p:spPr>
          <a:xfrm>
            <a:off x="15730538" y="8029575"/>
            <a:ext cx="20288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다양한 업무 AI</a:t>
            </a:r>
            <a:endParaRPr lang="ko-KR">
              <a:solidFill>
                <a:srgbClr val="000000"/>
              </a:solidFill>
              <a:latin typeface="Calibri"/>
              <a:ea typeface="Calibri"/>
              <a:cs typeface="Calibri"/>
            </a:endParaRPr>
          </a:p>
        </p:txBody>
      </p:sp>
      <p:sp>
        <p:nvSpPr>
          <p:cNvPr id="53" name="r3-51">
            <a:extLst>
              <a:ext uri="{FF2B5EF4-FFF2-40B4-BE49-F238E27FC236}">
                <ns2:creationId id="{841ABB6A-B999-476F-952D-03233F1C2705}"/>
              </a:ext>
            </a:extLst>
          </p:cNvPr>
          <p:cNvSpPr>
            <a:spLocks noGrp="1"/>
          </p:cNvSpPr>
          <p:nvPr/>
        </p:nvSpPr>
        <p:spPr>
          <a:xfrm>
            <a:off x="9715500" y="8586788"/>
            <a:ext cx="7972425" cy="4000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화면과 대화의 맥락을 기기 경험과 연결하고,</a:t>
            </a:r>
            <a:endParaRPr lang="ko-KR">
              <a:solidFill>
                <a:srgbClr val="000000"/>
              </a:solidFill>
              <a:latin typeface="Calibri"/>
              <a:ea typeface="Calibri"/>
              <a:cs typeface="Calibri"/>
            </a:endParaRPr>
          </a:p>
        </p:txBody>
      </p:sp>
      <p:sp>
        <p:nvSpPr>
          <p:cNvPr id="54" name="r3-52">
            <a:extLst>
              <a:ext uri="{FF2B5EF4-FFF2-40B4-BE49-F238E27FC236}">
                <ns2:creationId id="{20F49BFE-5DEA-42C5-A84F-D7E8800E8A93}"/>
              </a:ext>
            </a:extLst>
          </p:cNvPr>
          <p:cNvSpPr>
            <a:spLocks noGrp="1"/>
          </p:cNvSpPr>
          <p:nvPr/>
        </p:nvSpPr>
        <p:spPr>
          <a:xfrm>
            <a:off x="9715500" y="9329738"/>
            <a:ext cx="7943850" cy="171450"/>
          </a:xfrm>
          <a:prstGeom prst="rect">
            <a:avLst/>
          </a:prstGeom>
          <a:solidFill>
            <a:srgbClr val="C6E0B4"/>
          </a:solidFill>
          <a:ln w="0">
            <a:noFill/>
          </a:ln>
        </p:spPr>
      </p:sp>
      <p:sp>
        <p:nvSpPr>
          <p:cNvPr id="55" name="r3-53">
            <a:extLst>
              <a:ext uri="{FF2B5EF4-FFF2-40B4-BE49-F238E27FC236}">
                <ns2:creationId id="{2E26D995-0B1C-4856-BC72-44FB678EBD05}"/>
              </a:ext>
            </a:extLst>
          </p:cNvPr>
          <p:cNvSpPr>
            <a:spLocks noGrp="1"/>
          </p:cNvSpPr>
          <p:nvPr/>
        </p:nvSpPr>
        <p:spPr>
          <a:xfrm>
            <a:off x="9715500" y="9072562"/>
            <a:ext cx="7943850" cy="471488"/>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AI가 달라도 요청과 진행, 결과는 같은 대화로 제공</a:t>
            </a:r>
            <a:endParaRPr lang="ko-KR">
              <a:solidFill>
                <a:srgbClr val="000000"/>
              </a:solidFill>
              <a:latin typeface="Calibri"/>
              <a:ea typeface="Calibri"/>
              <a:cs typeface="Calibri"/>
            </a:endParaRPr>
          </a:p>
        </p:txBody>
      </p:sp>
      <p:sp>
        <p:nvSpPr>
          <p:cNvPr id="56" name="r3-54">
            <a:extLst>
              <a:ext uri="{FF2B5EF4-FFF2-40B4-BE49-F238E27FC236}">
                <ns2:creationId id="{3507CB38-7C61-41ED-8BA4-75D8965A2F4B}"/>
              </a:ext>
            </a:extLst>
          </p:cNvPr>
          <p:cNvSpPr>
            <a:spLocks noGrp="1"/>
          </p:cNvSpPr>
          <p:nvPr/>
        </p:nvSpPr>
        <p:spPr>
          <a:xfrm>
            <a:off x="657225" y="9786938"/>
            <a:ext cx="16002000" cy="257175"/>
          </a:xfrm>
          <a:prstGeom prst="rect">
            <a:avLst/>
          </a:prstGeom>
          <a:noFill/>
          <a:ln w="0">
            <a:noFill/>
          </a:ln>
        </p:spPr>
        <p:txBody>
          <a:bodyPr wrap="none" lIns="0" tIns="0" rIns="0" bIns="0" anchor="ctr">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좌: Anthropic 공개 제품 사례 / 우: 사용자가 전달한 CTO 방향을 바탕으로 정리</a:t>
            </a:r>
            <a:endParaRPr lang="ko-KR">
              <a:solidFill>
                <a:srgbClr val="000000"/>
              </a:solidFill>
              <a:latin typeface="Calibri"/>
              <a:ea typeface="Calibri"/>
              <a:cs typeface="Calibri"/>
            </a:endParaRPr>
          </a:p>
        </p:txBody>
      </p:sp>
      <p:sp>
        <p:nvSpPr>
          <p:cNvPr id="94" name="v6-header-title">
            <a:extLst>
              <a:ext uri="{FF2B5EF4-FFF2-40B4-BE49-F238E27FC236}">
                <ns2:creationId id="{30C0D31D-EA38-4ABA-8EB7-B3EC34DD29D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배경 | 관련 동향 (원본)</a:t>
            </a:r>
            <a:endParaRPr lang="ko-KR">
              <a:latin typeface="Calibri"/>
              <a:ea typeface="Calibri"/>
              <a:cs typeface="Calibri"/>
            </a:endParaRPr>
          </a:p>
        </p:txBody>
      </p:sp>
      <p:sp>
        <p:nvSpPr>
          <p:cNvPr id="95" name="v6-header-rule">
            <a:extLst>
              <a:ext uri="{FF2B5EF4-FFF2-40B4-BE49-F238E27FC236}">
                <ns2:creationId id="{4832A3D0-1EA9-4FB1-B394-32A555FE63FA}"/>
              </a:ext>
            </a:extLst>
          </p:cNvPr>
          <p:cNvSpPr>
            <a:spLocks noGrp="1"/>
          </p:cNvSpPr>
          <p:nvPr/>
        </p:nvSpPr>
        <p:spPr>
          <a:xfrm>
            <a:off x="495300" y="990600"/>
            <a:ext cx="17335500" cy="0"/>
          </a:xfrm>
          <a:prstGeom prst="line">
            <a:avLst/>
          </a:prstGeom>
          <a:noFill/>
          <a:ln w="19050">
            <a:solidFill>
              <a:srgbClr val="A6A6A6"/>
            </a:solidFill>
          </a:ln>
        </p:spPr>
      </p:sp>
      <p:sp>
        <p:nvSpPr>
          <p:cNvPr id="96" name="v6-header-stage-0">
            <a:extLst>
              <a:ext uri="{FF2B5EF4-FFF2-40B4-BE49-F238E27FC236}">
                <ns2:creationId id="{4791BB94-9932-4490-B0B2-8925B3B33EC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97" name="v6-header-stage-1">
            <a:extLst>
              <a:ext uri="{FF2B5EF4-FFF2-40B4-BE49-F238E27FC236}">
                <ns2:creationId id="{815241EB-E4A3-4270-B3EA-511A6B081B4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98" name="v6-header-stage-2">
            <a:extLst>
              <a:ext uri="{FF2B5EF4-FFF2-40B4-BE49-F238E27FC236}">
                <ns2:creationId id="{8964BFA3-ACF1-4679-A3DD-AF4639E23BE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99" name="v6-header-stage-3">
            <a:extLst>
              <a:ext uri="{FF2B5EF4-FFF2-40B4-BE49-F238E27FC236}">
                <ns2:creationId id="{E4B76E8F-EA2F-4991-8168-CB066E76D24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00" name="v6-header-stage-4">
            <a:extLst>
              <a:ext uri="{FF2B5EF4-FFF2-40B4-BE49-F238E27FC236}">
                <ns2:creationId id="{788FDC93-3F8A-498A-ABE2-00F537F2A9B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1" name="v6-header-page">
            <a:extLst>
              <a:ext uri="{FF2B5EF4-FFF2-40B4-BE49-F238E27FC236}">
                <ns2:creationId id="{EE4CDFF8-1407-40AC-B17E-A30CFB084C0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36 / 63</a:t>
            </a:r>
            <a:endParaRPr lang="ko-KR">
              <a:latin typeface="Calibri"/>
              <a:ea typeface="Calibri"/>
              <a:cs typeface="Calibri"/>
            </a:endParaRPr>
          </a:p>
        </p:txBody>
      </p:sp>
    </p:spTree>
    <p:extLst>
      <p:ext uri="{BB962C8B-B14F-4D97-AF65-F5344CB8AC3E}">
        <p14:creationId val="182525647"/>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name="via-role">
    <p:bg>
      <p:bgPr>
        <a:solidFill>
          <a:srgbClr val="FFFFFF"/>
        </a:solidFill>
      </p:bgPr>
    </p:bg>
    <p:spTree>
      <p:nvGrpSpPr>
        <p:cNvPr id="1" name=""/>
        <p:cNvGrpSpPr/>
        <p:nvPr/>
      </p:nvGrpSpPr>
      <p:grpSpPr>
        <a:xfrm/>
      </p:grpSpPr>
      <p:sp>
        <p:nvSpPr>
          <p:cNvPr id="13" name="r3-67">
            <a:extLst>
              <a:ext uri="{FF2B5EF4-FFF2-40B4-BE49-F238E27FC236}">
                <ns2:creationId id="{9F97487A-F1C4-41C1-8065-DC043571BB71}"/>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당시 화면 + 앞선 대화와 진행 업무</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의미와 대상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FFFEC974-89B3-4320-A203-F8D23F31015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VIA 역할과 범위 (원본)</a:t>
            </a:r>
            <a:endParaRPr lang="ko-KR">
              <a:latin typeface="Calibri"/>
              <a:ea typeface="Calibri"/>
              <a:cs typeface="Calibri"/>
            </a:endParaRPr>
          </a:p>
        </p:txBody>
      </p:sp>
      <p:sp>
        <p:nvSpPr>
          <p:cNvPr id="67" name="v6-header-rule">
            <a:extLst>
              <a:ext uri="{FF2B5EF4-FFF2-40B4-BE49-F238E27FC236}">
                <ns2:creationId id="{BFDF1D72-420D-4211-A2EC-4F2B80781F14}"/>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2B662E0A-F855-4C3A-8279-BF5A2571D6F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9D9BF813-29EA-4EBD-83B9-645F5B66CB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F27CD243-63FF-4773-990C-E96B9E25275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6EF1D172-2080-40E3-8B25-AB36CA02728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3D239E34-10E4-4A13-B2F8-A53F81B5306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3" name="v6-header-page">
            <a:extLst>
              <a:ext uri="{FF2B5EF4-FFF2-40B4-BE49-F238E27FC236}">
                <ns2:creationId id="{6E7A514D-E881-4E04-A86F-B48004747D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37 / 63</a:t>
            </a:r>
            <a:endParaRPr lang="ko-KR">
              <a:latin typeface="Calibri"/>
              <a:ea typeface="Calibri"/>
              <a:cs typeface="Calibri"/>
            </a:endParaRPr>
          </a:p>
        </p:txBody>
      </p:sp>
    </p:spTree>
    <p:extLst>
      <p:ext uri="{BB962C8B-B14F-4D97-AF65-F5344CB8AC3E}">
        <p14:creationId val="763265530"/>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name="project-necessity">
    <p:bg>
      <p:bgPr>
        <a:solidFill>
          <a:srgbClr val="FFFFFF"/>
        </a:solidFill>
      </p:bgPr>
    </p:bg>
    <p:spTree>
      <p:nvGrpSpPr>
        <p:cNvPr id="1" name=""/>
        <p:cNvGrpSpPr/>
        <p:nvPr/>
      </p:nvGrpSpPr>
      <p:grpSpPr>
        <a:xfrm/>
      </p:grpSpPr>
      <p:sp>
        <p:nvSpPr>
          <p:cNvPr id="13" name="r3-132">
            <a:extLst>
              <a:ext uri="{FF2B5EF4-FFF2-40B4-BE49-F238E27FC236}">
                <ns2:creationId id="{9C914759-83B1-4DA9-B1B3-9DBD0CB3AE44}"/>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1000" name="necessity-v7-frame-0">
            <a:extLst>
              <a:ext uri="{FF2B5EF4-FFF2-40B4-BE49-F238E27FC236}">
                <ns2:creationId id="{FC0BF294-337D-464D-BEF8-3C5A69E2A1A4}"/>
              </a:ext>
            </a:extLst>
          </p:cNvPr>
          <p:cNvSpPr>
            <a:spLocks noGrp="1"/>
          </p:cNvSpPr>
          <p:nvPr/>
        </p:nvSpPr>
        <p:spPr>
          <a:xfrm>
            <a:off x="228600" y="2143125"/>
            <a:ext cx="5772150" cy="7615238"/>
          </a:xfrm>
          <a:prstGeom prst="roundRect">
            <a:avLst>
              <a:gd name="adj" fmla="val 2723"/>
            </a:avLst>
          </a:prstGeom>
          <a:solidFill>
            <a:srgbClr val="FFFFFF"/>
          </a:solidFill>
          <a:ln w="22860">
            <a:solidFill>
              <a:srgbClr val="D5DCE5"/>
            </a:solidFill>
            <a:prstDash val="solid"/>
          </a:ln>
        </p:spPr>
      </p:sp>
      <p:sp>
        <p:nvSpPr>
          <p:cNvPr id="1001" name="necessity-v7-tab-0">
            <a:extLst>
              <a:ext uri="{FF2B5EF4-FFF2-40B4-BE49-F238E27FC236}">
                <ns2:creationId id="{4B263459-A8F1-4334-9264-5701B92C7787}"/>
              </a:ext>
            </a:extLst>
          </p:cNvPr>
          <p:cNvSpPr>
            <a:spLocks noGrp="1"/>
          </p:cNvSpPr>
          <p:nvPr/>
        </p:nvSpPr>
        <p:spPr>
          <a:xfrm>
            <a:off x="571500"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2" tIns="100012" rIns="100013"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의도에 맞는 정확한 처리 필요</a:t>
            </a:r>
            <a:endParaRPr lang="ko-KR">
              <a:solidFill>
                <a:srgbClr val="000000"/>
              </a:solidFill>
              <a:latin typeface="Calibri"/>
              <a:ea typeface="Calibri"/>
              <a:cs typeface="Calibri"/>
            </a:endParaRPr>
          </a:p>
        </p:txBody>
      </p:sp>
      <p:sp>
        <p:nvSpPr>
          <p:cNvPr id="1003" name="necessity-v7-frame-1">
            <a:extLst>
              <a:ext uri="{FF2B5EF4-FFF2-40B4-BE49-F238E27FC236}">
                <ns2:creationId id="{CA8FCD03-0459-4702-99FE-AFA05D615BE3}"/>
              </a:ext>
            </a:extLst>
          </p:cNvPr>
          <p:cNvSpPr>
            <a:spLocks noGrp="1"/>
          </p:cNvSpPr>
          <p:nvPr/>
        </p:nvSpPr>
        <p:spPr>
          <a:xfrm>
            <a:off x="6257925" y="2143125"/>
            <a:ext cx="5772150" cy="7615238"/>
          </a:xfrm>
          <a:prstGeom prst="roundRect">
            <a:avLst>
              <a:gd name="adj" fmla="val 2723"/>
            </a:avLst>
          </a:prstGeom>
          <a:solidFill>
            <a:srgbClr val="FFFFFF"/>
          </a:solidFill>
          <a:ln w="22860">
            <a:solidFill>
              <a:srgbClr val="D5DCE5"/>
            </a:solidFill>
            <a:prstDash val="solid"/>
          </a:ln>
        </p:spPr>
      </p:sp>
      <p:sp>
        <p:nvSpPr>
          <p:cNvPr id="1004" name="necessity-v7-tab-1">
            <a:extLst>
              <a:ext uri="{FF2B5EF4-FFF2-40B4-BE49-F238E27FC236}">
                <ns2:creationId id="{1F248CD0-8EC7-40AD-9F5F-765FAF558C5E}"/>
              </a:ext>
            </a:extLst>
          </p:cNvPr>
          <p:cNvSpPr>
            <a:spLocks noGrp="1"/>
          </p:cNvSpPr>
          <p:nvPr/>
        </p:nvSpPr>
        <p:spPr>
          <a:xfrm>
            <a:off x="6600825"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3" tIns="100012" rIns="100012"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대화를 이어가는 빠른 처리 필요</a:t>
            </a:r>
            <a:endParaRPr lang="ko-KR">
              <a:solidFill>
                <a:srgbClr val="000000"/>
              </a:solidFill>
              <a:latin typeface="Calibri"/>
              <a:ea typeface="Calibri"/>
              <a:cs typeface="Calibri"/>
            </a:endParaRPr>
          </a:p>
        </p:txBody>
      </p:sp>
      <p:sp>
        <p:nvSpPr>
          <p:cNvPr id="1006" name="necessity-v7-frame-2">
            <a:extLst>
              <a:ext uri="{FF2B5EF4-FFF2-40B4-BE49-F238E27FC236}">
                <ns2:creationId id="{C76E352C-EF75-4750-A727-B51A2EFA1875}"/>
              </a:ext>
            </a:extLst>
          </p:cNvPr>
          <p:cNvSpPr>
            <a:spLocks noGrp="1"/>
          </p:cNvSpPr>
          <p:nvPr/>
        </p:nvSpPr>
        <p:spPr>
          <a:xfrm>
            <a:off x="12287250" y="2143125"/>
            <a:ext cx="5772150" cy="7615238"/>
          </a:xfrm>
          <a:prstGeom prst="roundRect">
            <a:avLst>
              <a:gd name="adj" fmla="val 2723"/>
            </a:avLst>
          </a:prstGeom>
          <a:solidFill>
            <a:srgbClr val="FFFFFF"/>
          </a:solidFill>
          <a:ln w="22860">
            <a:solidFill>
              <a:srgbClr val="D5DCE5"/>
            </a:solidFill>
            <a:prstDash val="solid"/>
          </a:ln>
        </p:spPr>
      </p:sp>
      <p:sp>
        <p:nvSpPr>
          <p:cNvPr id="1007" name="necessity-v7-tab-2">
            <a:extLst>
              <a:ext uri="{FF2B5EF4-FFF2-40B4-BE49-F238E27FC236}">
                <ns2:creationId id="{AEF38FB8-D7DB-4313-B180-79337923E5FE}"/>
              </a:ext>
            </a:extLst>
          </p:cNvPr>
          <p:cNvSpPr>
            <a:spLocks noGrp="1"/>
          </p:cNvSpPr>
          <p:nvPr/>
        </p:nvSpPr>
        <p:spPr>
          <a:xfrm>
            <a:off x="12630150"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2" tIns="100012" rIns="100013"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Agent 기술 발전에 대응 필요</a:t>
            </a:r>
            <a:endParaRPr lang="ko-KR">
              <a:solidFill>
                <a:srgbClr val="000000"/>
              </a:solidFill>
              <a:latin typeface="Calibri"/>
              <a:ea typeface="Calibri"/>
              <a:cs typeface="Calibri"/>
            </a:endParaRPr>
          </a:p>
        </p:txBody>
      </p:sp>
      <p:sp>
        <p:nvSpPr>
          <p:cNvPr id="1009" name="necessity-v7-accuracy-heading-1">
            <a:extLst>
              <a:ext uri="{FF2B5EF4-FFF2-40B4-BE49-F238E27FC236}">
                <ns2:creationId id="{9E713DAB-C456-4763-A34A-637690E29ED6}"/>
              </a:ext>
            </a:extLst>
          </p:cNvPr>
          <p:cNvSpPr>
            <a:spLocks noGrp="1"/>
          </p:cNvSpPr>
          <p:nvPr/>
        </p:nvSpPr>
        <p:spPr>
          <a:xfrm>
            <a:off x="414338"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짧은 요청에도 여러 판단이 필요</a:t>
            </a:r>
            <a:endParaRPr lang="ko-KR">
              <a:solidFill>
                <a:srgbClr val="000000"/>
              </a:solidFill>
              <a:latin typeface="Calibri"/>
              <a:ea typeface="Calibri"/>
              <a:cs typeface="Calibri"/>
            </a:endParaRPr>
          </a:p>
        </p:txBody>
      </p:sp>
      <p:sp>
        <p:nvSpPr>
          <p:cNvPr id="1010" name="necessity-v7-accuracy-desc-1">
            <a:extLst>
              <a:ext uri="{FF2B5EF4-FFF2-40B4-BE49-F238E27FC236}">
                <ns2:creationId id="{CACDB8CC-4A3B-46D4-BAF0-79892FFAB262}"/>
              </a:ext>
            </a:extLst>
          </p:cNvPr>
          <p:cNvSpPr>
            <a:spLocks noGrp="1"/>
          </p:cNvSpPr>
          <p:nvPr/>
        </p:nvSpPr>
        <p:spPr>
          <a:xfrm>
            <a:off x="671512"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화면과 대화, 진행 중인 Task를
함께 해석</a:t>
            </a:r>
            <a:endParaRPr lang="ko-KR">
              <a:solidFill>
                <a:srgbClr val="000000"/>
              </a:solidFill>
              <a:latin typeface="Calibri"/>
              <a:ea typeface="Calibri"/>
              <a:cs typeface="Calibri"/>
            </a:endParaRPr>
          </a:p>
        </p:txBody>
      </p:sp>
      <p:sp>
        <p:nvSpPr>
          <p:cNvPr id="1011" name="necessity-v7-screen-label">
            <a:extLst>
              <a:ext uri="{FF2B5EF4-FFF2-40B4-BE49-F238E27FC236}">
                <ns2:creationId id="{C54FFCE3-C3F0-485F-998B-C18171DE5E5D}"/>
              </a:ext>
            </a:extLst>
          </p:cNvPr>
          <p:cNvSpPr>
            <a:spLocks noGrp="1"/>
          </p:cNvSpPr>
          <p:nvPr/>
        </p:nvSpPr>
        <p:spPr>
          <a:xfrm>
            <a:off x="671512" y="3986212"/>
            <a:ext cx="1585912" cy="328612"/>
          </a:xfrm>
          <a:prstGeom prst="rect">
            <a:avLst/>
          </a:prstGeom>
          <a:noFill/>
          <a:ln w="0">
            <a:noFill/>
            <a:prstDash val="solid"/>
          </a:ln>
        </p:spPr>
        <p:txBody>
          <a:bodyPr wrap="none" lIns="0" tIns="0" rIns="0" bIns="0" anchor="ctr">
            <a:noAutofit/>
          </a:bodyPr>
          <a:lstStyle/>
          <a:p>
            <a:pPr algn="l">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화면</a:t>
            </a:r>
            <a:endParaRPr lang="ko-KR">
              <a:solidFill>
                <a:srgbClr val="000000"/>
              </a:solidFill>
              <a:latin typeface="Calibri"/>
              <a:ea typeface="Calibri"/>
              <a:cs typeface="Calibri"/>
            </a:endParaRPr>
          </a:p>
        </p:txBody>
      </p:sp>
      <p:sp>
        <p:nvSpPr>
          <p:cNvPr id="1012" name="necessity-v7-conversation-label">
            <a:extLst>
              <a:ext uri="{FF2B5EF4-FFF2-40B4-BE49-F238E27FC236}">
                <ns2:creationId id="{8F5F3459-D000-4948-BA5E-F757331030D6}"/>
              </a:ext>
            </a:extLst>
          </p:cNvPr>
          <p:cNvSpPr>
            <a:spLocks noGrp="1"/>
          </p:cNvSpPr>
          <p:nvPr/>
        </p:nvSpPr>
        <p:spPr>
          <a:xfrm>
            <a:off x="2586038" y="3986212"/>
            <a:ext cx="3100388" cy="328612"/>
          </a:xfrm>
          <a:prstGeom prst="rect">
            <a:avLst/>
          </a:prstGeom>
          <a:noFill/>
          <a:ln w="0">
            <a:noFill/>
            <a:prstDash val="solid"/>
          </a:ln>
        </p:spPr>
        <p:txBody>
          <a:bodyPr wrap="none" lIns="0" tIns="0" rIns="0" bIns="0" anchor="ctr">
            <a:noAutofit/>
          </a:bodyPr>
          <a:lstStyle/>
          <a:p>
            <a:pPr algn="l">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Conversation</a:t>
            </a:r>
            <a:endParaRPr lang="ko-KR">
              <a:solidFill>
                <a:srgbClr val="000000"/>
              </a:solidFill>
              <a:latin typeface="Calibri"/>
              <a:ea typeface="Calibri"/>
              <a:cs typeface="Calibri"/>
            </a:endParaRPr>
          </a:p>
        </p:txBody>
      </p:sp>
      <p:sp>
        <p:nvSpPr>
          <p:cNvPr id="1013" name="necessity-v7-screen-evidence">
            <a:extLst>
              <a:ext uri="{FF2B5EF4-FFF2-40B4-BE49-F238E27FC236}">
                <ns2:creationId id="{D99F6DFA-22F4-4AFF-92A1-37E833ACCFA1}"/>
              </a:ext>
            </a:extLst>
          </p:cNvPr>
          <p:cNvSpPr>
            <a:spLocks noGrp="1"/>
          </p:cNvSpPr>
          <p:nvPr/>
        </p:nvSpPr>
        <p:spPr>
          <a:xfrm>
            <a:off x="671512" y="4386262"/>
            <a:ext cx="1614488" cy="1042988"/>
          </a:xfrm>
          <a:prstGeom prst="roundRect">
            <a:avLst>
              <a:gd name="adj" fmla="val 4110"/>
            </a:avLst>
          </a:prstGeom>
          <a:solidFill>
            <a:srgbClr val="FFFFFF"/>
          </a:solidFill>
          <a:ln w="14288">
            <a:solidFill>
              <a:srgbClr val="AEBBC8"/>
            </a:solidFill>
            <a:prstDash val="solid"/>
          </a:ln>
        </p:spPr>
      </p:sp>
      <p:sp>
        <p:nvSpPr>
          <p:cNvPr id="1014" name="necessity-v7-screen-titlebar">
            <a:extLst>
              <a:ext uri="{FF2B5EF4-FFF2-40B4-BE49-F238E27FC236}">
                <ns2:creationId id="{7A2CAE18-E637-4F15-9005-74083D50E503}"/>
              </a:ext>
            </a:extLst>
          </p:cNvPr>
          <p:cNvSpPr>
            <a:spLocks noGrp="1"/>
          </p:cNvSpPr>
          <p:nvPr/>
        </p:nvSpPr>
        <p:spPr>
          <a:xfrm>
            <a:off x="671512" y="4386262"/>
            <a:ext cx="1614488" cy="171450"/>
          </a:xfrm>
          <a:prstGeom prst="rect">
            <a:avLst/>
          </a:prstGeom>
          <a:solidFill>
            <a:srgbClr val="E8EEF7"/>
          </a:solidFill>
          <a:ln w="0">
            <a:noFill/>
            <a:prstDash val="solid"/>
          </a:ln>
        </p:spPr>
      </p:sp>
      <p:sp>
        <p:nvSpPr>
          <p:cNvPr id="1015" name="necessity-v7-table-grid-h-1">
            <a:extLst>
              <a:ext uri="{FF2B5EF4-FFF2-40B4-BE49-F238E27FC236}">
                <ns2:creationId id="{CDDE4B5A-0F83-4199-A022-CC8981034A16}"/>
              </a:ext>
            </a:extLst>
          </p:cNvPr>
          <p:cNvSpPr>
            <a:spLocks noGrp="1"/>
          </p:cNvSpPr>
          <p:nvPr/>
        </p:nvSpPr>
        <p:spPr>
          <a:xfrm>
            <a:off x="814388" y="4714875"/>
            <a:ext cx="1328738" cy="0"/>
          </a:xfrm>
          <a:prstGeom prst="line">
            <a:avLst/>
          </a:prstGeom>
          <a:noFill/>
          <a:ln w="14288">
            <a:solidFill>
              <a:srgbClr val="C4CED6"/>
            </a:solidFill>
            <a:prstDash val="solid"/>
          </a:ln>
        </p:spPr>
      </p:sp>
      <p:sp>
        <p:nvSpPr>
          <p:cNvPr id="1016" name="necessity-v7-table-grid-h-2">
            <a:extLst>
              <a:ext uri="{FF2B5EF4-FFF2-40B4-BE49-F238E27FC236}">
                <ns2:creationId id="{59D72349-605F-4F77-8107-82381B576ACF}"/>
              </a:ext>
            </a:extLst>
          </p:cNvPr>
          <p:cNvSpPr>
            <a:spLocks noGrp="1"/>
          </p:cNvSpPr>
          <p:nvPr/>
        </p:nvSpPr>
        <p:spPr>
          <a:xfrm>
            <a:off x="814388" y="4914900"/>
            <a:ext cx="1328738" cy="0"/>
          </a:xfrm>
          <a:prstGeom prst="line">
            <a:avLst/>
          </a:prstGeom>
          <a:noFill/>
          <a:ln w="14288">
            <a:solidFill>
              <a:srgbClr val="C4CED6"/>
            </a:solidFill>
            <a:prstDash val="solid"/>
          </a:ln>
        </p:spPr>
      </p:sp>
      <p:sp>
        <p:nvSpPr>
          <p:cNvPr id="1017" name="necessity-v7-table-grid-v">
            <a:extLst>
              <a:ext uri="{FF2B5EF4-FFF2-40B4-BE49-F238E27FC236}">
                <ns2:creationId id="{B52831AA-93C9-4656-9FBB-8819C79D7D33}"/>
              </a:ext>
            </a:extLst>
          </p:cNvPr>
          <p:cNvSpPr>
            <a:spLocks noGrp="1"/>
          </p:cNvSpPr>
          <p:nvPr/>
        </p:nvSpPr>
        <p:spPr>
          <a:xfrm>
            <a:off x="1371600" y="4600575"/>
            <a:ext cx="0" cy="700088"/>
          </a:xfrm>
          <a:prstGeom prst="line">
            <a:avLst/>
          </a:prstGeom>
          <a:noFill/>
          <a:ln w="14288">
            <a:solidFill>
              <a:srgbClr val="C4CED6"/>
            </a:solidFill>
            <a:prstDash val="solid"/>
          </a:ln>
        </p:spPr>
      </p:sp>
      <p:sp>
        <p:nvSpPr>
          <p:cNvPr id="1018" name="necessity-v7-selected-table">
            <a:extLst>
              <a:ext uri="{FF2B5EF4-FFF2-40B4-BE49-F238E27FC236}">
                <ns2:creationId id="{D7AF5EA7-B61E-4CF9-B90C-90FEDA65C511}"/>
              </a:ext>
            </a:extLst>
          </p:cNvPr>
          <p:cNvSpPr>
            <a:spLocks noGrp="1"/>
          </p:cNvSpPr>
          <p:nvPr/>
        </p:nvSpPr>
        <p:spPr>
          <a:xfrm>
            <a:off x="785812" y="4943475"/>
            <a:ext cx="1385888" cy="371475"/>
          </a:xfrm>
          <a:prstGeom prst="rect">
            <a:avLst/>
          </a:prstGeom>
          <a:solidFill>
            <a:srgbClr val="E8EEF7"/>
          </a:solidFill>
          <a:ln w="20002">
            <a:solidFill>
              <a:srgbClr val="218FAF"/>
            </a:solidFill>
            <a:prstDash val="solid"/>
          </a:ln>
        </p:spPr>
        <p:txBody>
          <a:bodyPr wrap="none" lIns="28576" tIns="14287" rIns="28574" bIns="14288"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선택한 표</a:t>
            </a:r>
            <a:endParaRPr lang="ko-KR">
              <a:solidFill>
                <a:srgbClr val="000000"/>
              </a:solidFill>
              <a:latin typeface="Calibri"/>
              <a:ea typeface="Calibri"/>
              <a:cs typeface="Calibri"/>
            </a:endParaRPr>
          </a:p>
        </p:txBody>
      </p:sp>
      <p:sp>
        <p:nvSpPr>
          <p:cNvPr id="1020" name="necessity-v7-previous-request">
            <a:extLst>
              <a:ext uri="{FF2B5EF4-FFF2-40B4-BE49-F238E27FC236}">
                <ns2:creationId id="{436931CA-1B56-4A73-B7C5-944C45C14686}"/>
              </a:ext>
            </a:extLst>
          </p:cNvPr>
          <p:cNvSpPr>
            <a:spLocks noGrp="1"/>
          </p:cNvSpPr>
          <p:nvPr/>
        </p:nvSpPr>
        <p:spPr>
          <a:xfrm>
            <a:off x="2586038" y="4386262"/>
            <a:ext cx="3100388" cy="88582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“보고서는 PDF로,</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메일은 결론으로 초안만”</a:t>
            </a:r>
            <a:endParaRPr lang="ko-KR">
              <a:solidFill>
                <a:srgbClr val="000000"/>
              </a:solidFill>
              <a:latin typeface="Calibri"/>
              <a:ea typeface="Calibri"/>
              <a:cs typeface="Calibri"/>
            </a:endParaRPr>
          </a:p>
        </p:txBody>
      </p:sp>
      <p:sp>
        <p:nvSpPr>
          <p:cNvPr id="1021" name="necessity-v7-correction">
            <a:extLst>
              <a:ext uri="{FF2B5EF4-FFF2-40B4-BE49-F238E27FC236}">
                <ns2:creationId id="{8E3342E3-2074-4F1A-BD01-FED042991145}"/>
              </a:ext>
            </a:extLst>
          </p:cNvPr>
          <p:cNvSpPr>
            <a:spLocks noGrp="1"/>
          </p:cNvSpPr>
          <p:nvPr/>
        </p:nvSpPr>
        <p:spPr>
          <a:xfrm>
            <a:off x="1000125" y="5572125"/>
            <a:ext cx="4600575" cy="471488"/>
          </a:xfrm>
          <a:prstGeom prst="rect">
            <a:avLst/>
          </a:prstGeom>
          <a:noFill/>
          <a:ln w="0">
            <a:noFill/>
            <a:prstDash val="solid"/>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“메일에는 이 표를 넣어줘”</a:t>
            </a:r>
            <a:endParaRPr lang="ko-KR">
              <a:solidFill>
                <a:srgbClr val="000000"/>
              </a:solidFill>
              <a:latin typeface="Calibri"/>
              <a:ea typeface="Calibri"/>
              <a:cs typeface="Calibri"/>
            </a:endParaRPr>
          </a:p>
        </p:txBody>
      </p:sp>
      <p:cxnSp>
        <p:nvCxnSpPr>
          <p:cNvPr id="1022" name=""/>
          <p:cNvCxnSpPr>
            <a:stCxn id="1013" idx="2"/>
            <a:endCxn id="1021" idx="1"/>
          </p:cNvCxnSpPr>
          <p:nvPr/>
        </p:nvCxnSpPr>
        <p:spPr>
          <a:xfrm flipH="1">
            <a:off x="1000125" y="5429250"/>
            <a:ext cx="478632" cy="378620"/>
          </a:xfrm>
          <a:prstGeom prst="straightConnector1">
            <a:avLst/>
          </a:prstGeom>
          <a:ln w="20002">
            <a:solidFill>
              <a:srgbClr val="218FAF"/>
            </a:solidFill>
            <a:prstDash val="dash"/>
          </a:ln>
        </p:spPr>
      </p:cxnSp>
      <p:sp>
        <p:nvSpPr>
          <p:cNvPr id="1023" name="necessity-v7-accuracy-heading-2">
            <a:extLst>
              <a:ext uri="{FF2B5EF4-FFF2-40B4-BE49-F238E27FC236}">
                <ns2:creationId id="{0E48B659-6E5E-4F2A-A3FE-E16D36A1716E}"/>
              </a:ext>
            </a:extLst>
          </p:cNvPr>
          <p:cNvSpPr>
            <a:spLocks noGrp="1"/>
          </p:cNvSpPr>
          <p:nvPr/>
        </p:nvSpPr>
        <p:spPr>
          <a:xfrm>
            <a:off x="414338" y="6343650"/>
            <a:ext cx="5343525" cy="457200"/>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조건을 함께 반영</a:t>
            </a:r>
            <a:endParaRPr lang="ko-KR">
              <a:solidFill>
                <a:srgbClr val="000000"/>
              </a:solidFill>
              <a:latin typeface="Calibri"/>
              <a:ea typeface="Calibri"/>
              <a:cs typeface="Calibri"/>
            </a:endParaRPr>
          </a:p>
        </p:txBody>
      </p:sp>
      <p:sp>
        <p:nvSpPr>
          <p:cNvPr id="1024" name="necessity-v7-accuracy-desc-2">
            <a:extLst>
              <a:ext uri="{FF2B5EF4-FFF2-40B4-BE49-F238E27FC236}">
                <ns2:creationId id="{ED584EFD-21CE-40DD-8129-A8A928B17989}"/>
              </a:ext>
            </a:extLst>
          </p:cNvPr>
          <p:cNvSpPr>
            <a:spLocks noGrp="1"/>
          </p:cNvSpPr>
          <p:nvPr/>
        </p:nvSpPr>
        <p:spPr>
          <a:xfrm>
            <a:off x="671512" y="6929438"/>
            <a:ext cx="5000625" cy="385762"/>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메일 내용은 바꾸고 다른 조건은 보존</a:t>
            </a:r>
            <a:endParaRPr lang="ko-KR">
              <a:solidFill>
                <a:srgbClr val="000000"/>
              </a:solidFill>
              <a:latin typeface="Calibri"/>
              <a:ea typeface="Calibri"/>
              <a:cs typeface="Calibri"/>
            </a:endParaRPr>
          </a:p>
        </p:txBody>
      </p:sp>
      <p:graphicFrame>
        <p:nvGraphicFramePr>
          <p:cNvPr id="1025" name=""/>
          <p:cNvGraphicFramePr/>
          <p:nvPr/>
        </p:nvGraphicFramePr>
        <p:xfrm>
          <a:off x="628650" y="7400925"/>
          <a:ext cx="5000625" cy="1571625"/>
        </p:xfrm>
        <a:graphic>
          <a:graphicData uri="http://schemas.openxmlformats.org/drawingml/2006/table">
            <a:tbl>
              <a:tblPr firstRow="0" firstCol="0" bandRow="0" bandCol="0"/>
              <a:tblGrid>
                <a:gridCol w="1571625"/>
                <a:gridCol w="1714500"/>
                <a:gridCol w="1714500"/>
              </a:tblGrid>
              <a:tr h="392907">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42862" marR="42862" marT="28575" marB="28575" anchor="ctr">
                    <a:solidFill>
                      <a:srgbClr val="C6E0B4"/>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정정 전</a:t>
                      </a:r>
                      <a:endParaRPr lang="ko-KR">
                        <a:solidFill>
                          <a:srgbClr val="000000"/>
                        </a:solidFill>
                        <a:latin typeface="Calibri"/>
                        <a:ea typeface="Calibri"/>
                        <a:cs typeface="Calibri"/>
                      </a:endParaRPr>
                    </a:p>
                  </a:txBody>
                  <a:tcPr marL="42862" marR="42862" marT="28575" marB="28575" anchor="ctr">
                    <a:solidFill>
                      <a:srgbClr val="C6E0B4"/>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정정 후</a:t>
                      </a:r>
                      <a:endParaRPr lang="ko-KR">
                        <a:solidFill>
                          <a:srgbClr val="000000"/>
                        </a:solidFill>
                        <a:latin typeface="Calibri"/>
                        <a:ea typeface="Calibri"/>
                        <a:cs typeface="Calibri"/>
                      </a:endParaRPr>
                    </a:p>
                  </a:txBody>
                  <a:tcPr marL="42862" marR="42862" marT="28575" marB="28575" anchor="ctr">
                    <a:solidFill>
                      <a:srgbClr val="C6E0B4"/>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메일 내용</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보고서 결론</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선택한 표</a:t>
                      </a:r>
                      <a:endParaRPr lang="ko-KR">
                        <a:solidFill>
                          <a:srgbClr val="000000"/>
                        </a:solidFill>
                        <a:latin typeface="Calibri"/>
                        <a:ea typeface="Calibri"/>
                        <a:cs typeface="Calibri"/>
                      </a:endParaRPr>
                    </a:p>
                  </a:txBody>
                  <a:tcPr marL="42862" marR="42862" marT="28575" marB="28575" anchor="ctr">
                    <a:solidFill>
                      <a:srgbClr val="FFFFFF"/>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보고서 형식</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PDF</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PDF 유지</a:t>
                      </a:r>
                      <a:endParaRPr lang="ko-KR">
                        <a:solidFill>
                          <a:srgbClr val="000000"/>
                        </a:solidFill>
                        <a:latin typeface="Calibri"/>
                        <a:ea typeface="Calibri"/>
                        <a:cs typeface="Calibri"/>
                      </a:endParaRPr>
                    </a:p>
                  </a:txBody>
                  <a:tcPr marL="42862" marR="42862" marT="28575" marB="28575" anchor="ctr">
                    <a:solidFill>
                      <a:srgbClr val="FFFFFF"/>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메일 처리</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초안만 유지</a:t>
                      </a:r>
                      <a:endParaRPr lang="ko-KR">
                        <a:solidFill>
                          <a:srgbClr val="000000"/>
                        </a:solidFill>
                        <a:latin typeface="Calibri"/>
                        <a:ea typeface="Calibri"/>
                        <a:cs typeface="Calibri"/>
                      </a:endParaRPr>
                    </a:p>
                  </a:txBody>
                  <a:tcPr marL="42862" marR="42862" marT="28575" marB="28575" anchor="ctr">
                    <a:solidFill>
                      <a:srgbClr val="FFFFFF"/>
                    </a:solidFill>
                  </a:tcPr>
                </a:tc>
              </a:tr>
            </a:tbl>
          </a:graphicData>
        </a:graphic>
      </p:graphicFrame>
      <p:sp>
        <p:nvSpPr>
          <p:cNvPr id="1026" name="necessity-v7-accuracy-conclusion-green">
            <a:extLst>
              <a:ext uri="{FF2B5EF4-FFF2-40B4-BE49-F238E27FC236}">
                <ns2:creationId id="{5EB2E91E-BED0-4C66-A5F6-676A2E8B5B09}"/>
              </a:ext>
            </a:extLst>
          </p:cNvPr>
          <p:cNvSpPr>
            <a:spLocks noGrp="1"/>
          </p:cNvSpPr>
          <p:nvPr/>
        </p:nvSpPr>
        <p:spPr>
          <a:xfrm>
            <a:off x="671512" y="9444038"/>
            <a:ext cx="4972050" cy="171450"/>
          </a:xfrm>
          <a:prstGeom prst="rect">
            <a:avLst/>
          </a:prstGeom>
          <a:solidFill>
            <a:srgbClr val="C6E0B4"/>
          </a:solidFill>
          <a:ln w="0">
            <a:noFill/>
            <a:prstDash val="solid"/>
          </a:ln>
        </p:spPr>
      </p:sp>
      <p:sp>
        <p:nvSpPr>
          <p:cNvPr id="1027" name="necessity-v7-accuracy-conclusion">
            <a:extLst>
              <a:ext uri="{FF2B5EF4-FFF2-40B4-BE49-F238E27FC236}">
                <ns2:creationId id="{088C0EBF-D971-4D03-AED9-44BA5530AD9B}"/>
              </a:ext>
            </a:extLst>
          </p:cNvPr>
          <p:cNvSpPr>
            <a:spLocks noGrp="1"/>
          </p:cNvSpPr>
          <p:nvPr/>
        </p:nvSpPr>
        <p:spPr>
          <a:xfrm>
            <a:off x="671512"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바꿀 부분과 유지할 조건을 정확히 구분</a:t>
            </a:r>
            <a:endParaRPr lang="ko-KR">
              <a:solidFill>
                <a:srgbClr val="000000"/>
              </a:solidFill>
              <a:latin typeface="Calibri"/>
              <a:ea typeface="Calibri"/>
              <a:cs typeface="Calibri"/>
            </a:endParaRPr>
          </a:p>
        </p:txBody>
      </p:sp>
      <p:sp>
        <p:nvSpPr>
          <p:cNvPr id="1028" name="necessity-v7-speed-heading-1">
            <a:extLst>
              <a:ext uri="{FF2B5EF4-FFF2-40B4-BE49-F238E27FC236}">
                <ns2:creationId id="{6D35BAB1-4856-4CAA-9A88-6F74073B467A}"/>
              </a:ext>
            </a:extLst>
          </p:cNvPr>
          <p:cNvSpPr>
            <a:spLocks noGrp="1"/>
          </p:cNvSpPr>
          <p:nvPr/>
        </p:nvSpPr>
        <p:spPr>
          <a:xfrm>
            <a:off x="6443662"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업무 진행 중에도 대화는 계속됨</a:t>
            </a:r>
            <a:endParaRPr lang="ko-KR">
              <a:solidFill>
                <a:srgbClr val="000000"/>
              </a:solidFill>
              <a:latin typeface="Calibri"/>
              <a:ea typeface="Calibri"/>
              <a:cs typeface="Calibri"/>
            </a:endParaRPr>
          </a:p>
        </p:txBody>
      </p:sp>
      <p:sp>
        <p:nvSpPr>
          <p:cNvPr id="1029" name="necessity-v7-speed-desc-1">
            <a:extLst>
              <a:ext uri="{FF2B5EF4-FFF2-40B4-BE49-F238E27FC236}">
                <ns2:creationId id="{055459E9-9284-432B-A9CD-54B755624B27}"/>
              </a:ext>
            </a:extLst>
          </p:cNvPr>
          <p:cNvSpPr>
            <a:spLocks noGrp="1"/>
          </p:cNvSpPr>
          <p:nvPr/>
        </p:nvSpPr>
        <p:spPr>
          <a:xfrm>
            <a:off x="6700838"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새 발화와 Agent의 질문, 결과가
서로 다른 시점에 도착</a:t>
            </a:r>
            <a:endParaRPr lang="ko-KR">
              <a:solidFill>
                <a:srgbClr val="000000"/>
              </a:solidFill>
              <a:latin typeface="Calibri"/>
              <a:ea typeface="Calibri"/>
              <a:cs typeface="Calibri"/>
            </a:endParaRPr>
          </a:p>
        </p:txBody>
      </p:sp>
      <p:sp>
        <p:nvSpPr>
          <p:cNvPr id="1030" name="necessity-v7-event-request">
            <a:extLst>
              <a:ext uri="{FF2B5EF4-FFF2-40B4-BE49-F238E27FC236}">
                <ns2:creationId id="{BAAC2C2A-D90E-422D-8364-2A927A3BB114}"/>
              </a:ext>
            </a:extLst>
          </p:cNvPr>
          <p:cNvSpPr>
            <a:spLocks noGrp="1"/>
          </p:cNvSpPr>
          <p:nvPr/>
        </p:nvSpPr>
        <p:spPr>
          <a:xfrm>
            <a:off x="6972300"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업무 요청</a:t>
            </a:r>
            <a:endParaRPr lang="ko-KR">
              <a:solidFill>
                <a:srgbClr val="000000"/>
              </a:solidFill>
              <a:latin typeface="Calibri"/>
              <a:ea typeface="Calibri"/>
              <a:cs typeface="Calibri"/>
            </a:endParaRPr>
          </a:p>
        </p:txBody>
      </p:sp>
      <p:sp>
        <p:nvSpPr>
          <p:cNvPr id="1031" name="necessity-v7-event-query">
            <a:extLst>
              <a:ext uri="{FF2B5EF4-FFF2-40B4-BE49-F238E27FC236}">
                <ns2:creationId id="{230E2869-D5FC-470E-BBE0-4548282E6E7D}"/>
              </a:ext>
            </a:extLst>
          </p:cNvPr>
          <p:cNvSpPr>
            <a:spLocks noGrp="1"/>
          </p:cNvSpPr>
          <p:nvPr/>
        </p:nvSpPr>
        <p:spPr>
          <a:xfrm>
            <a:off x="8729662"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진행 확인</a:t>
            </a:r>
            <a:endParaRPr lang="ko-KR">
              <a:solidFill>
                <a:srgbClr val="000000"/>
              </a:solidFill>
              <a:latin typeface="Calibri"/>
              <a:ea typeface="Calibri"/>
              <a:cs typeface="Calibri"/>
            </a:endParaRPr>
          </a:p>
        </p:txBody>
      </p:sp>
      <p:sp>
        <p:nvSpPr>
          <p:cNvPr id="1032" name="necessity-v7-event-result">
            <a:extLst>
              <a:ext uri="{FF2B5EF4-FFF2-40B4-BE49-F238E27FC236}">
                <ns2:creationId id="{D400CF83-3142-4E04-9A12-7799A1B6CC32}"/>
              </a:ext>
            </a:extLst>
          </p:cNvPr>
          <p:cNvSpPr>
            <a:spLocks noGrp="1"/>
          </p:cNvSpPr>
          <p:nvPr/>
        </p:nvSpPr>
        <p:spPr>
          <a:xfrm>
            <a:off x="10086975"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결과 도착</a:t>
            </a:r>
            <a:endParaRPr lang="ko-KR">
              <a:solidFill>
                <a:srgbClr val="000000"/>
              </a:solidFill>
              <a:latin typeface="Calibri"/>
              <a:ea typeface="Calibri"/>
              <a:cs typeface="Calibri"/>
            </a:endParaRPr>
          </a:p>
        </p:txBody>
      </p:sp>
      <p:sp>
        <p:nvSpPr>
          <p:cNvPr id="1033" name="necessity-v7-guide-request">
            <a:extLst>
              <a:ext uri="{FF2B5EF4-FFF2-40B4-BE49-F238E27FC236}">
                <ns2:creationId id="{096932ED-64FC-4B20-8C23-6B8CFC02AAC7}"/>
              </a:ext>
            </a:extLst>
          </p:cNvPr>
          <p:cNvSpPr>
            <a:spLocks noGrp="1"/>
          </p:cNvSpPr>
          <p:nvPr/>
        </p:nvSpPr>
        <p:spPr>
          <a:xfrm>
            <a:off x="7558088" y="4471988"/>
            <a:ext cx="0" cy="2014538"/>
          </a:xfrm>
          <a:prstGeom prst="line">
            <a:avLst/>
          </a:prstGeom>
          <a:noFill/>
          <a:ln w="11430">
            <a:solidFill>
              <a:srgbClr val="DCE3E9"/>
            </a:solidFill>
            <a:prstDash val="dash"/>
          </a:ln>
        </p:spPr>
      </p:sp>
      <p:sp>
        <p:nvSpPr>
          <p:cNvPr id="1034" name="necessity-v7-guide-query">
            <a:extLst>
              <a:ext uri="{FF2B5EF4-FFF2-40B4-BE49-F238E27FC236}">
                <ns2:creationId id="{AC895DC4-2FE8-4778-AF6D-3305B17A5DEF}"/>
              </a:ext>
            </a:extLst>
          </p:cNvPr>
          <p:cNvSpPr>
            <a:spLocks noGrp="1"/>
          </p:cNvSpPr>
          <p:nvPr/>
        </p:nvSpPr>
        <p:spPr>
          <a:xfrm>
            <a:off x="9315450" y="4471988"/>
            <a:ext cx="0" cy="2014538"/>
          </a:xfrm>
          <a:prstGeom prst="line">
            <a:avLst/>
          </a:prstGeom>
          <a:noFill/>
          <a:ln w="11430">
            <a:solidFill>
              <a:srgbClr val="DCE3E9"/>
            </a:solidFill>
            <a:prstDash val="dash"/>
          </a:ln>
        </p:spPr>
      </p:sp>
      <p:sp>
        <p:nvSpPr>
          <p:cNvPr id="1035" name="necessity-v7-guide-result">
            <a:extLst>
              <a:ext uri="{FF2B5EF4-FFF2-40B4-BE49-F238E27FC236}">
                <ns2:creationId id="{ED3D8580-B3FC-4BAE-9984-ABADEA18E0A1}"/>
              </a:ext>
            </a:extLst>
          </p:cNvPr>
          <p:cNvSpPr>
            <a:spLocks noGrp="1"/>
          </p:cNvSpPr>
          <p:nvPr/>
        </p:nvSpPr>
        <p:spPr>
          <a:xfrm>
            <a:off x="10672762" y="4471988"/>
            <a:ext cx="0" cy="2014538"/>
          </a:xfrm>
          <a:prstGeom prst="line">
            <a:avLst/>
          </a:prstGeom>
          <a:noFill/>
          <a:ln w="11430">
            <a:solidFill>
              <a:srgbClr val="DCE3E9"/>
            </a:solidFill>
            <a:prstDash val="dash"/>
          </a:ln>
        </p:spPr>
      </p:sp>
      <p:sp>
        <p:nvSpPr>
          <p:cNvPr id="1036" name="necessity-v7-lane-user">
            <a:extLst>
              <a:ext uri="{FF2B5EF4-FFF2-40B4-BE49-F238E27FC236}">
                <ns2:creationId id="{E44072D5-689B-4FD7-99C1-B40BFA378EC3}"/>
              </a:ext>
            </a:extLst>
          </p:cNvPr>
          <p:cNvSpPr>
            <a:spLocks noGrp="1"/>
          </p:cNvSpPr>
          <p:nvPr/>
        </p:nvSpPr>
        <p:spPr>
          <a:xfrm>
            <a:off x="6529388" y="4557712"/>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37" name="necessity-v7-lane-via">
            <a:extLst>
              <a:ext uri="{FF2B5EF4-FFF2-40B4-BE49-F238E27FC236}">
                <ns2:creationId id="{00DAA73D-DAD7-4873-A907-998FB2FA9A7D}"/>
              </a:ext>
            </a:extLst>
          </p:cNvPr>
          <p:cNvSpPr>
            <a:spLocks noGrp="1"/>
          </p:cNvSpPr>
          <p:nvPr/>
        </p:nvSpPr>
        <p:spPr>
          <a:xfrm>
            <a:off x="6529388" y="5214938"/>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38" name="necessity-v7-lane-agent">
            <a:extLst>
              <a:ext uri="{FF2B5EF4-FFF2-40B4-BE49-F238E27FC236}">
                <ns2:creationId id="{1F99EF9A-1C8F-42AF-9027-E059609B0F47}"/>
              </a:ext>
            </a:extLst>
          </p:cNvPr>
          <p:cNvSpPr>
            <a:spLocks noGrp="1"/>
          </p:cNvSpPr>
          <p:nvPr/>
        </p:nvSpPr>
        <p:spPr>
          <a:xfrm>
            <a:off x="6529388" y="5915025"/>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Agent</a:t>
            </a:r>
            <a:endParaRPr lang="ko-KR">
              <a:solidFill>
                <a:srgbClr val="000000"/>
              </a:solidFill>
              <a:latin typeface="Calibri"/>
              <a:ea typeface="Calibri"/>
              <a:cs typeface="Calibri"/>
            </a:endParaRPr>
          </a:p>
        </p:txBody>
      </p:sp>
      <p:sp>
        <p:nvSpPr>
          <p:cNvPr id="1039" name="necessity-v7-user-lane">
            <a:extLst>
              <a:ext uri="{FF2B5EF4-FFF2-40B4-BE49-F238E27FC236}">
                <ns2:creationId id="{9B7071E6-A24A-4C6D-9748-E9EDB5F5803F}"/>
              </a:ext>
            </a:extLst>
          </p:cNvPr>
          <p:cNvSpPr>
            <a:spLocks noGrp="1"/>
          </p:cNvSpPr>
          <p:nvPr/>
        </p:nvSpPr>
        <p:spPr>
          <a:xfrm>
            <a:off x="7558088" y="4729162"/>
            <a:ext cx="4286250" cy="0"/>
          </a:xfrm>
          <a:prstGeom prst="line">
            <a:avLst/>
          </a:prstGeom>
          <a:noFill/>
          <a:ln w="17145">
            <a:solidFill>
              <a:srgbClr val="AEBBC8"/>
            </a:solidFill>
            <a:prstDash val="solid"/>
          </a:ln>
        </p:spPr>
      </p:sp>
      <p:sp>
        <p:nvSpPr>
          <p:cNvPr id="1040" name="necessity-v7-user-request">
            <a:extLst>
              <a:ext uri="{FF2B5EF4-FFF2-40B4-BE49-F238E27FC236}">
                <ns2:creationId id="{1B735936-40F5-45EA-98E3-E121EA3B7213}"/>
              </a:ext>
            </a:extLst>
          </p:cNvPr>
          <p:cNvSpPr>
            <a:spLocks noGrp="1"/>
          </p:cNvSpPr>
          <p:nvPr/>
        </p:nvSpPr>
        <p:spPr>
          <a:xfrm>
            <a:off x="7500938" y="4672012"/>
            <a:ext cx="114300" cy="114300"/>
          </a:xfrm>
          <a:prstGeom prst="ellipse">
            <a:avLst/>
          </a:prstGeom>
          <a:solidFill>
            <a:srgbClr val="E8EEF7"/>
          </a:solidFill>
          <a:ln w="0">
            <a:noFill/>
            <a:prstDash val="solid"/>
          </a:ln>
        </p:spPr>
      </p:sp>
      <p:sp>
        <p:nvSpPr>
          <p:cNvPr id="1041" name="necessity-v7-user-query">
            <a:extLst>
              <a:ext uri="{FF2B5EF4-FFF2-40B4-BE49-F238E27FC236}">
                <ns2:creationId id="{D4CC6BCF-E84E-40DD-A33D-5437217A5E1B}"/>
              </a:ext>
            </a:extLst>
          </p:cNvPr>
          <p:cNvSpPr>
            <a:spLocks noGrp="1"/>
          </p:cNvSpPr>
          <p:nvPr/>
        </p:nvSpPr>
        <p:spPr>
          <a:xfrm>
            <a:off x="9258300" y="4672012"/>
            <a:ext cx="114300" cy="114300"/>
          </a:xfrm>
          <a:prstGeom prst="ellipse">
            <a:avLst/>
          </a:prstGeom>
          <a:solidFill>
            <a:srgbClr val="E8EEF7"/>
          </a:solidFill>
          <a:ln w="0">
            <a:noFill/>
            <a:prstDash val="solid"/>
          </a:ln>
        </p:spPr>
      </p:sp>
      <p:sp>
        <p:nvSpPr>
          <p:cNvPr id="1042" name="necessity-v7-user-result">
            <a:extLst>
              <a:ext uri="{FF2B5EF4-FFF2-40B4-BE49-F238E27FC236}">
                <ns2:creationId id="{CCE4E654-2E6D-4CAE-A5FD-A3605CD7694B}"/>
              </a:ext>
            </a:extLst>
          </p:cNvPr>
          <p:cNvSpPr>
            <a:spLocks noGrp="1"/>
          </p:cNvSpPr>
          <p:nvPr/>
        </p:nvSpPr>
        <p:spPr>
          <a:xfrm>
            <a:off x="11701462" y="4672012"/>
            <a:ext cx="114300" cy="114300"/>
          </a:xfrm>
          <a:prstGeom prst="ellipse">
            <a:avLst/>
          </a:prstGeom>
          <a:solidFill>
            <a:srgbClr val="E8EEF7"/>
          </a:solidFill>
          <a:ln w="0">
            <a:noFill/>
            <a:prstDash val="solid"/>
          </a:ln>
        </p:spPr>
      </p:sp>
      <p:sp>
        <p:nvSpPr>
          <p:cNvPr id="1043" name="necessity-v7-via-request-work">
            <a:extLst>
              <a:ext uri="{FF2B5EF4-FFF2-40B4-BE49-F238E27FC236}">
                <ns2:creationId id="{686F9E3E-3205-4C4B-BD5C-A70A870EE3E7}"/>
              </a:ext>
            </a:extLst>
          </p:cNvPr>
          <p:cNvSpPr>
            <a:spLocks noGrp="1"/>
          </p:cNvSpPr>
          <p:nvPr/>
        </p:nvSpPr>
        <p:spPr>
          <a:xfrm>
            <a:off x="7443788" y="5214938"/>
            <a:ext cx="1328738"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해석과 위임</a:t>
            </a:r>
            <a:endParaRPr lang="ko-KR">
              <a:solidFill>
                <a:srgbClr val="000000"/>
              </a:solidFill>
              <a:latin typeface="Calibri"/>
              <a:ea typeface="Calibri"/>
              <a:cs typeface="Calibri"/>
            </a:endParaRPr>
          </a:p>
        </p:txBody>
      </p:sp>
      <p:sp>
        <p:nvSpPr>
          <p:cNvPr id="1044" name="necessity-v7-via-query-work">
            <a:extLst>
              <a:ext uri="{FF2B5EF4-FFF2-40B4-BE49-F238E27FC236}">
                <ns2:creationId id="{478E46BD-5478-4344-96B5-B9747E5A730E}"/>
              </a:ext>
            </a:extLst>
          </p:cNvPr>
          <p:cNvSpPr>
            <a:spLocks noGrp="1"/>
          </p:cNvSpPr>
          <p:nvPr/>
        </p:nvSpPr>
        <p:spPr>
          <a:xfrm>
            <a:off x="8886825" y="5214938"/>
            <a:ext cx="1228725"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상태 안내</a:t>
            </a:r>
            <a:endParaRPr lang="ko-KR">
              <a:solidFill>
                <a:srgbClr val="000000"/>
              </a:solidFill>
              <a:latin typeface="Calibri"/>
              <a:ea typeface="Calibri"/>
              <a:cs typeface="Calibri"/>
            </a:endParaRPr>
          </a:p>
        </p:txBody>
      </p:sp>
      <p:sp>
        <p:nvSpPr>
          <p:cNvPr id="1045" name="necessity-v7-via-result-work">
            <a:extLst>
              <a:ext uri="{FF2B5EF4-FFF2-40B4-BE49-F238E27FC236}">
                <ns2:creationId id="{6333A53C-1C2D-4DA6-92AE-BA1C86DDAA39}"/>
              </a:ext>
            </a:extLst>
          </p:cNvPr>
          <p:cNvSpPr>
            <a:spLocks noGrp="1"/>
          </p:cNvSpPr>
          <p:nvPr/>
        </p:nvSpPr>
        <p:spPr>
          <a:xfrm>
            <a:off x="10672762" y="5214938"/>
            <a:ext cx="1157288"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 전달</a:t>
            </a:r>
            <a:endParaRPr lang="ko-KR">
              <a:solidFill>
                <a:srgbClr val="000000"/>
              </a:solidFill>
              <a:latin typeface="Calibri"/>
              <a:ea typeface="Calibri"/>
              <a:cs typeface="Calibri"/>
            </a:endParaRPr>
          </a:p>
        </p:txBody>
      </p:sp>
      <p:sp>
        <p:nvSpPr>
          <p:cNvPr id="1049" name="necessity-v7-agent-running-work">
            <a:extLst>
              <a:ext uri="{FF2B5EF4-FFF2-40B4-BE49-F238E27FC236}">
                <ns2:creationId id="{94335B9B-CB6E-4BA0-844E-E0F22E254EB3}"/>
              </a:ext>
            </a:extLst>
          </p:cNvPr>
          <p:cNvSpPr>
            <a:spLocks noGrp="1"/>
          </p:cNvSpPr>
          <p:nvPr/>
        </p:nvSpPr>
        <p:spPr>
          <a:xfrm>
            <a:off x="8672512" y="5957888"/>
            <a:ext cx="2000250" cy="385762"/>
          </a:xfrm>
          <a:prstGeom prst="roundRect">
            <a:avLst>
              <a:gd name="adj" fmla="val 11111"/>
            </a:avLst>
          </a:prstGeom>
          <a:solidFill>
            <a:srgbClr val="EEEEEE"/>
          </a:solidFill>
          <a:ln w="0">
            <a:noFill/>
            <a:prstDash val="solid"/>
          </a:ln>
        </p:spPr>
        <p:txBody>
          <a:bodyPr wrap="none" lIns="0" tIns="14287" rIns="0" bIns="14287"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1051" name="necessity-v7-via-request-in">
            <a:extLst>
              <a:ext uri="{FF2B5EF4-FFF2-40B4-BE49-F238E27FC236}">
                <ns2:creationId id="{B16159C5-2668-424D-A71F-BA42DB3ECFC9}"/>
              </a:ext>
            </a:extLst>
          </p:cNvPr>
          <p:cNvSpPr>
            <a:spLocks noGrp="1"/>
          </p:cNvSpPr>
          <p:nvPr/>
        </p:nvSpPr>
        <p:spPr>
          <a:xfrm>
            <a:off x="7550944" y="5207794"/>
            <a:ext cx="14288" cy="14288"/>
          </a:xfrm>
          <a:prstGeom prst="rect">
            <a:avLst/>
          </a:prstGeom>
          <a:noFill/>
          <a:ln w="0">
            <a:noFill/>
            <a:prstDash val="solid"/>
          </a:ln>
        </p:spPr>
      </p:sp>
      <p:cxnSp>
        <p:nvCxnSpPr>
          <p:cNvPr id="1052" name=""/>
          <p:cNvCxnSpPr>
            <a:stCxn id="1040" idx="4"/>
            <a:endCxn id="1051" idx="0"/>
          </p:cNvCxnSpPr>
          <p:nvPr/>
        </p:nvCxnSpPr>
        <p:spPr>
          <a:xfrm>
            <a:off x="7558088" y="4786312"/>
            <a:ext cx="2" cy="421482"/>
          </a:xfrm>
          <a:prstGeom prst="straightConnector1">
            <a:avLst/>
          </a:prstGeom>
          <a:ln w="20002">
            <a:solidFill>
              <a:srgbClr val="218FAF"/>
            </a:solidFill>
            <a:prstDash val="solid"/>
            <a:tailEnd type="triangle" w="sm" len="sm"/>
          </a:ln>
        </p:spPr>
      </p:cxnSp>
      <p:sp>
        <p:nvSpPr>
          <p:cNvPr id="1053" name="necessity-v7-via-query-in">
            <a:extLst>
              <a:ext uri="{FF2B5EF4-FFF2-40B4-BE49-F238E27FC236}">
                <ns2:creationId id="{7F2CBCB2-360F-412B-8143-E146816ED308}"/>
              </a:ext>
            </a:extLst>
          </p:cNvPr>
          <p:cNvSpPr>
            <a:spLocks noGrp="1"/>
          </p:cNvSpPr>
          <p:nvPr/>
        </p:nvSpPr>
        <p:spPr>
          <a:xfrm>
            <a:off x="9308307" y="5207794"/>
            <a:ext cx="14288" cy="14288"/>
          </a:xfrm>
          <a:prstGeom prst="rect">
            <a:avLst/>
          </a:prstGeom>
          <a:noFill/>
          <a:ln w="0">
            <a:noFill/>
            <a:prstDash val="solid"/>
          </a:ln>
        </p:spPr>
      </p:sp>
      <p:cxnSp>
        <p:nvCxnSpPr>
          <p:cNvPr id="1054" name=""/>
          <p:cNvCxnSpPr>
            <a:stCxn id="1041" idx="4"/>
            <a:endCxn id="1053" idx="0"/>
          </p:cNvCxnSpPr>
          <p:nvPr/>
        </p:nvCxnSpPr>
        <p:spPr>
          <a:xfrm>
            <a:off x="9315450" y="4786312"/>
            <a:ext cx="2" cy="421482"/>
          </a:xfrm>
          <a:prstGeom prst="straightConnector1">
            <a:avLst/>
          </a:prstGeom>
          <a:ln w="20002">
            <a:solidFill>
              <a:srgbClr val="218FAF"/>
            </a:solidFill>
            <a:prstDash val="solid"/>
            <a:tailEnd type="triangle" w="sm" len="sm"/>
          </a:ln>
        </p:spPr>
      </p:cxnSp>
      <p:sp>
        <p:nvSpPr>
          <p:cNvPr id="1055" name="necessity-v7-via-result-out">
            <a:extLst>
              <a:ext uri="{FF2B5EF4-FFF2-40B4-BE49-F238E27FC236}">
                <ns2:creationId id="{6447D944-FEF3-4C2D-BB7C-88778ECE1674}"/>
              </a:ext>
            </a:extLst>
          </p:cNvPr>
          <p:cNvSpPr>
            <a:spLocks noGrp="1"/>
          </p:cNvSpPr>
          <p:nvPr/>
        </p:nvSpPr>
        <p:spPr>
          <a:xfrm>
            <a:off x="11751470" y="5207794"/>
            <a:ext cx="14288" cy="14288"/>
          </a:xfrm>
          <a:prstGeom prst="rect">
            <a:avLst/>
          </a:prstGeom>
          <a:noFill/>
          <a:ln w="0">
            <a:noFill/>
            <a:prstDash val="solid"/>
          </a:ln>
        </p:spPr>
      </p:sp>
      <p:cxnSp>
        <p:nvCxnSpPr>
          <p:cNvPr id="1056" name=""/>
          <p:cNvCxnSpPr>
            <a:stCxn id="1055" idx="0"/>
            <a:endCxn id="1042" idx="4"/>
          </p:cNvCxnSpPr>
          <p:nvPr/>
        </p:nvCxnSpPr>
        <p:spPr>
          <a:xfrm flipH="1" flipV="1">
            <a:off x="11758612" y="4786312"/>
            <a:ext cx="2" cy="421482"/>
          </a:xfrm>
          <a:prstGeom prst="straightConnector1">
            <a:avLst/>
          </a:prstGeom>
          <a:ln w="20002">
            <a:solidFill>
              <a:srgbClr val="218FAF"/>
            </a:solidFill>
            <a:prstDash val="solid"/>
            <a:tailEnd type="triangle" w="sm" len="sm"/>
          </a:ln>
        </p:spPr>
      </p:cxnSp>
      <p:sp>
        <p:nvSpPr>
          <p:cNvPr id="1057" name="necessity-v7-user-progress-reply">
            <a:extLst>
              <a:ext uri="{FF2B5EF4-FFF2-40B4-BE49-F238E27FC236}">
                <ns2:creationId id="{B0A57132-B939-46CA-AC9D-E67FCB2F0BEE}"/>
              </a:ext>
            </a:extLst>
          </p:cNvPr>
          <p:cNvSpPr>
            <a:spLocks noGrp="1"/>
          </p:cNvSpPr>
          <p:nvPr/>
        </p:nvSpPr>
        <p:spPr>
          <a:xfrm>
            <a:off x="9915525" y="4672012"/>
            <a:ext cx="114300" cy="114300"/>
          </a:xfrm>
          <a:prstGeom prst="ellipse">
            <a:avLst/>
          </a:prstGeom>
          <a:solidFill>
            <a:srgbClr val="E8EEF7"/>
          </a:solidFill>
          <a:ln w="0">
            <a:noFill/>
            <a:prstDash val="solid"/>
          </a:ln>
        </p:spPr>
      </p:sp>
      <p:sp>
        <p:nvSpPr>
          <p:cNvPr id="1058" name="necessity-v7-via-query-out">
            <a:extLst>
              <a:ext uri="{FF2B5EF4-FFF2-40B4-BE49-F238E27FC236}">
                <ns2:creationId id="{57CB692F-F742-4C86-94D5-8F2A0E7E4421}"/>
              </a:ext>
            </a:extLst>
          </p:cNvPr>
          <p:cNvSpPr>
            <a:spLocks noGrp="1"/>
          </p:cNvSpPr>
          <p:nvPr/>
        </p:nvSpPr>
        <p:spPr>
          <a:xfrm>
            <a:off x="9965532" y="5207794"/>
            <a:ext cx="14288" cy="14288"/>
          </a:xfrm>
          <a:prstGeom prst="rect">
            <a:avLst/>
          </a:prstGeom>
          <a:noFill/>
          <a:ln w="0">
            <a:noFill/>
            <a:prstDash val="solid"/>
          </a:ln>
        </p:spPr>
      </p:sp>
      <p:cxnSp>
        <p:nvCxnSpPr>
          <p:cNvPr id="1059" name=""/>
          <p:cNvCxnSpPr>
            <a:stCxn id="1058" idx="0"/>
            <a:endCxn id="1057" idx="4"/>
          </p:cNvCxnSpPr>
          <p:nvPr/>
        </p:nvCxnSpPr>
        <p:spPr>
          <a:xfrm flipH="1" flipV="1">
            <a:off x="9972675" y="4786312"/>
            <a:ext cx="2" cy="421482"/>
          </a:xfrm>
          <a:prstGeom prst="straightConnector1">
            <a:avLst/>
          </a:prstGeom>
          <a:ln w="20002">
            <a:solidFill>
              <a:srgbClr val="218FAF"/>
            </a:solidFill>
            <a:prstDash val="solid"/>
            <a:tailEnd type="triangle" w="sm" len="sm"/>
          </a:ln>
        </p:spPr>
      </p:cxnSp>
      <p:sp>
        <p:nvSpPr>
          <p:cNvPr id="1060" name="necessity-v7-delegate-from">
            <a:extLst>
              <a:ext uri="{FF2B5EF4-FFF2-40B4-BE49-F238E27FC236}">
                <ns2:creationId id="{10D83ABE-E809-4E83-AC79-3797A17C4A49}"/>
              </a:ext>
            </a:extLst>
          </p:cNvPr>
          <p:cNvSpPr>
            <a:spLocks noGrp="1"/>
          </p:cNvSpPr>
          <p:nvPr/>
        </p:nvSpPr>
        <p:spPr>
          <a:xfrm>
            <a:off x="8665370" y="5593557"/>
            <a:ext cx="14288" cy="14288"/>
          </a:xfrm>
          <a:prstGeom prst="rect">
            <a:avLst/>
          </a:prstGeom>
          <a:noFill/>
          <a:ln w="0">
            <a:noFill/>
            <a:prstDash val="solid"/>
          </a:ln>
        </p:spPr>
      </p:sp>
      <p:sp>
        <p:nvSpPr>
          <p:cNvPr id="1061" name="necessity-v7-delegate-to">
            <a:extLst>
              <a:ext uri="{FF2B5EF4-FFF2-40B4-BE49-F238E27FC236}">
                <ns2:creationId id="{3A024DE9-6035-45ED-ADB3-B6B8EA500F72}"/>
              </a:ext>
            </a:extLst>
          </p:cNvPr>
          <p:cNvSpPr>
            <a:spLocks noGrp="1"/>
          </p:cNvSpPr>
          <p:nvPr/>
        </p:nvSpPr>
        <p:spPr>
          <a:xfrm>
            <a:off x="8665370" y="5950744"/>
            <a:ext cx="14288" cy="14288"/>
          </a:xfrm>
          <a:prstGeom prst="rect">
            <a:avLst/>
          </a:prstGeom>
          <a:noFill/>
          <a:ln w="0">
            <a:noFill/>
            <a:prstDash val="solid"/>
          </a:ln>
        </p:spPr>
      </p:sp>
      <p:sp>
        <p:nvSpPr>
          <p:cNvPr id="1062" name="necessity-v7-result-from">
            <a:extLst>
              <a:ext uri="{FF2B5EF4-FFF2-40B4-BE49-F238E27FC236}">
                <ns2:creationId id="{F540D682-D638-42F1-B638-2FD57FF3AF92}"/>
              </a:ext>
            </a:extLst>
          </p:cNvPr>
          <p:cNvSpPr>
            <a:spLocks noGrp="1"/>
          </p:cNvSpPr>
          <p:nvPr/>
        </p:nvSpPr>
        <p:spPr>
          <a:xfrm>
            <a:off x="10665620" y="5950744"/>
            <a:ext cx="14288" cy="14288"/>
          </a:xfrm>
          <a:prstGeom prst="rect">
            <a:avLst/>
          </a:prstGeom>
          <a:noFill/>
          <a:ln w="0">
            <a:noFill/>
            <a:prstDash val="solid"/>
          </a:ln>
        </p:spPr>
      </p:sp>
      <p:sp>
        <p:nvSpPr>
          <p:cNvPr id="1063" name="necessity-v7-result-to">
            <a:extLst>
              <a:ext uri="{FF2B5EF4-FFF2-40B4-BE49-F238E27FC236}">
                <ns2:creationId id="{FAD98E1D-493A-4CD6-9483-730AA8B54B68}"/>
              </a:ext>
            </a:extLst>
          </p:cNvPr>
          <p:cNvSpPr>
            <a:spLocks noGrp="1"/>
          </p:cNvSpPr>
          <p:nvPr/>
        </p:nvSpPr>
        <p:spPr>
          <a:xfrm>
            <a:off x="10665620" y="5593557"/>
            <a:ext cx="14288" cy="14288"/>
          </a:xfrm>
          <a:prstGeom prst="rect">
            <a:avLst/>
          </a:prstGeom>
          <a:noFill/>
          <a:ln w="0">
            <a:noFill/>
            <a:prstDash val="solid"/>
          </a:ln>
        </p:spPr>
      </p:sp>
      <p:cxnSp>
        <p:nvCxnSpPr>
          <p:cNvPr id="1064" name=""/>
          <p:cNvCxnSpPr>
            <a:stCxn id="1060" idx="2"/>
            <a:endCxn id="1061" idx="0"/>
          </p:cNvCxnSpPr>
          <p:nvPr/>
        </p:nvCxnSpPr>
        <p:spPr>
          <a:xfrm>
            <a:off x="8672514" y="5607844"/>
            <a:ext cx="0" cy="342900"/>
          </a:xfrm>
          <a:prstGeom prst="straightConnector1">
            <a:avLst/>
          </a:prstGeom>
          <a:ln w="20002">
            <a:solidFill>
              <a:srgbClr val="06255C"/>
            </a:solidFill>
            <a:prstDash val="solid"/>
            <a:tailEnd type="triangle" w="sm" len="sm"/>
          </a:ln>
        </p:spPr>
      </p:cxnSp>
      <p:cxnSp>
        <p:nvCxnSpPr>
          <p:cNvPr id="1065" name=""/>
          <p:cNvCxnSpPr>
            <a:stCxn id="1062" idx="0"/>
            <a:endCxn id="1063" idx="2"/>
          </p:cNvCxnSpPr>
          <p:nvPr/>
        </p:nvCxnSpPr>
        <p:spPr>
          <a:xfrm flipV="1">
            <a:off x="10672764" y="5607844"/>
            <a:ext cx="0" cy="342900"/>
          </a:xfrm>
          <a:prstGeom prst="straightConnector1">
            <a:avLst/>
          </a:prstGeom>
          <a:ln w="20002">
            <a:solidFill>
              <a:srgbClr val="06255C"/>
            </a:solidFill>
            <a:prstDash val="solid"/>
            <a:tailEnd type="triangle" w="sm" len="sm"/>
          </a:ln>
        </p:spPr>
      </p:cxnSp>
      <p:sp>
        <p:nvSpPr>
          <p:cNvPr id="1066" name="necessity-v7-work-query-caption">
            <a:extLst>
              <a:ext uri="{FF2B5EF4-FFF2-40B4-BE49-F238E27FC236}">
                <ns2:creationId id="{9BF0F9DA-39A2-42FB-8736-631A71841F45}"/>
              </a:ext>
            </a:extLst>
          </p:cNvPr>
          <p:cNvSpPr>
            <a:spLocks noGrp="1"/>
          </p:cNvSpPr>
          <p:nvPr/>
        </p:nvSpPr>
        <p:spPr>
          <a:xfrm>
            <a:off x="6629400" y="6572250"/>
            <a:ext cx="5100638" cy="400050"/>
          </a:xfrm>
          <a:prstGeom prst="rect">
            <a:avLst/>
          </a:prstGeom>
          <a:noFill/>
          <a:ln w="0">
            <a:noFill/>
            <a:prstDash val="solid"/>
          </a:ln>
        </p:spPr>
        <p:txBody>
          <a:bodyPr wrap="none" lIns="0" tIns="0" rIns="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질문에 답하는 동안에도 업무는 계속</a:t>
            </a:r>
            <a:endParaRPr lang="ko-KR">
              <a:solidFill>
                <a:srgbClr val="000000"/>
              </a:solidFill>
              <a:latin typeface="Calibri"/>
              <a:ea typeface="Calibri"/>
              <a:cs typeface="Calibri"/>
            </a:endParaRPr>
          </a:p>
        </p:txBody>
      </p:sp>
      <p:sp>
        <p:nvSpPr>
          <p:cNvPr id="1067" name="necessity-v7-speed-heading-2">
            <a:extLst>
              <a:ext uri="{FF2B5EF4-FFF2-40B4-BE49-F238E27FC236}">
                <ns2:creationId id="{807F0C52-39ED-422A-A249-980499250F47}"/>
              </a:ext>
            </a:extLst>
          </p:cNvPr>
          <p:cNvSpPr>
            <a:spLocks noGrp="1"/>
          </p:cNvSpPr>
          <p:nvPr/>
        </p:nvSpPr>
        <p:spPr>
          <a:xfrm>
            <a:off x="6443662" y="7243762"/>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반응과 결과 전달까지 빠르게</a:t>
            </a:r>
            <a:endParaRPr lang="ko-KR">
              <a:solidFill>
                <a:srgbClr val="000000"/>
              </a:solidFill>
              <a:latin typeface="Calibri"/>
              <a:ea typeface="Calibri"/>
              <a:cs typeface="Calibri"/>
            </a:endParaRPr>
          </a:p>
        </p:txBody>
      </p:sp>
      <p:sp>
        <p:nvSpPr>
          <p:cNvPr id="1068" name="necessity-v7-speed-desc-2">
            <a:extLst>
              <a:ext uri="{FF2B5EF4-FFF2-40B4-BE49-F238E27FC236}">
                <ns2:creationId id="{FA20A37A-CC0D-47F2-A555-6CDE64F67426}"/>
              </a:ext>
            </a:extLst>
          </p:cNvPr>
          <p:cNvSpPr>
            <a:spLocks noGrp="1"/>
          </p:cNvSpPr>
          <p:nvPr/>
        </p:nvSpPr>
        <p:spPr>
          <a:xfrm>
            <a:off x="6700838" y="78152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입력에 반응하고 준비된 결과를
전달하는 VIA 처리시간을 줄여야 함</a:t>
            </a:r>
            <a:endParaRPr lang="ko-KR">
              <a:solidFill>
                <a:srgbClr val="000000"/>
              </a:solidFill>
              <a:latin typeface="Calibri"/>
              <a:ea typeface="Calibri"/>
              <a:cs typeface="Calibri"/>
            </a:endParaRPr>
          </a:p>
        </p:txBody>
      </p:sp>
      <p:sp>
        <p:nvSpPr>
          <p:cNvPr id="1069" name="necessity-v7-external-cost-distinction">
            <a:extLst>
              <a:ext uri="{FF2B5EF4-FFF2-40B4-BE49-F238E27FC236}">
                <ns2:creationId id="{AFE12C3F-B3A1-4838-BD63-9AF56A9FA9EB}"/>
              </a:ext>
            </a:extLst>
          </p:cNvPr>
          <p:cNvSpPr>
            <a:spLocks noGrp="1"/>
          </p:cNvSpPr>
          <p:nvPr/>
        </p:nvSpPr>
        <p:spPr>
          <a:xfrm>
            <a:off x="6700838" y="8672512"/>
            <a:ext cx="5000625" cy="357188"/>
          </a:xfrm>
          <a:prstGeom prst="rect">
            <a:avLst/>
          </a:prstGeom>
          <a:noFill/>
          <a:ln w="0">
            <a:noFill/>
            <a:prstDash val="solid"/>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실제 업무 실행시간과 VIA 처리시간을 구분</a:t>
            </a:r>
            <a:endParaRPr lang="ko-KR">
              <a:solidFill>
                <a:srgbClr val="000000"/>
              </a:solidFill>
              <a:latin typeface="Calibri"/>
              <a:ea typeface="Calibri"/>
              <a:cs typeface="Calibri"/>
            </a:endParaRPr>
          </a:p>
        </p:txBody>
      </p:sp>
      <p:sp>
        <p:nvSpPr>
          <p:cNvPr id="1070" name="necessity-v7-speed-conclusion-green">
            <a:extLst>
              <a:ext uri="{FF2B5EF4-FFF2-40B4-BE49-F238E27FC236}">
                <ns2:creationId id="{73C760FD-6514-4070-9ED1-B0FD5837C18E}"/>
              </a:ext>
            </a:extLst>
          </p:cNvPr>
          <p:cNvSpPr>
            <a:spLocks noGrp="1"/>
          </p:cNvSpPr>
          <p:nvPr/>
        </p:nvSpPr>
        <p:spPr>
          <a:xfrm>
            <a:off x="6700838" y="9444038"/>
            <a:ext cx="4972050" cy="171450"/>
          </a:xfrm>
          <a:prstGeom prst="rect">
            <a:avLst/>
          </a:prstGeom>
          <a:solidFill>
            <a:srgbClr val="C6E0B4"/>
          </a:solidFill>
          <a:ln w="0">
            <a:noFill/>
            <a:prstDash val="solid"/>
          </a:ln>
        </p:spPr>
      </p:sp>
      <p:sp>
        <p:nvSpPr>
          <p:cNvPr id="1071" name="necessity-v7-speed-conclusion">
            <a:extLst>
              <a:ext uri="{FF2B5EF4-FFF2-40B4-BE49-F238E27FC236}">
                <ns2:creationId id="{FE4B9B11-39CB-47DB-BD27-0B1D903F02C6}"/>
              </a:ext>
            </a:extLst>
          </p:cNvPr>
          <p:cNvSpPr>
            <a:spLocks noGrp="1"/>
          </p:cNvSpPr>
          <p:nvPr/>
        </p:nvSpPr>
        <p:spPr>
          <a:xfrm>
            <a:off x="6700838"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VIA 처리시간을 줄여 대화 흐름 유지</a:t>
            </a:r>
            <a:endParaRPr lang="ko-KR">
              <a:solidFill>
                <a:srgbClr val="000000"/>
              </a:solidFill>
              <a:latin typeface="Calibri"/>
              <a:ea typeface="Calibri"/>
              <a:cs typeface="Calibri"/>
            </a:endParaRPr>
          </a:p>
        </p:txBody>
      </p:sp>
      <p:sp>
        <p:nvSpPr>
          <p:cNvPr id="1072" name="necessity-v7-change-heading-1">
            <a:extLst>
              <a:ext uri="{FF2B5EF4-FFF2-40B4-BE49-F238E27FC236}">
                <ns2:creationId id="{E89318EF-F55E-4648-A496-AD0441FA92BB}"/>
              </a:ext>
            </a:extLst>
          </p:cNvPr>
          <p:cNvSpPr>
            <a:spLocks noGrp="1"/>
          </p:cNvSpPr>
          <p:nvPr/>
        </p:nvSpPr>
        <p:spPr>
          <a:xfrm>
            <a:off x="12472988"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내부의 Agent 기술도 발전</a:t>
            </a:r>
            <a:endParaRPr lang="ko-KR">
              <a:solidFill>
                <a:srgbClr val="000000"/>
              </a:solidFill>
              <a:latin typeface="Calibri"/>
              <a:ea typeface="Calibri"/>
              <a:cs typeface="Calibri"/>
            </a:endParaRPr>
          </a:p>
        </p:txBody>
      </p:sp>
      <p:sp>
        <p:nvSpPr>
          <p:cNvPr id="1073" name="necessity-v7-change-desc-1">
            <a:extLst>
              <a:ext uri="{FF2B5EF4-FFF2-40B4-BE49-F238E27FC236}">
                <ns2:creationId id="{C474007C-BA48-4456-B8C1-020D23BC176B}"/>
              </a:ext>
            </a:extLst>
          </p:cNvPr>
          <p:cNvSpPr>
            <a:spLocks noGrp="1"/>
          </p:cNvSpPr>
          <p:nvPr/>
        </p:nvSpPr>
        <p:spPr>
          <a:xfrm>
            <a:off x="12730162"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요청 이해와 기억, Context,
상호작용 방식의 변화를 수용</a:t>
            </a:r>
            <a:endParaRPr lang="ko-KR">
              <a:solidFill>
                <a:srgbClr val="000000"/>
              </a:solidFill>
              <a:latin typeface="Calibri"/>
              <a:ea typeface="Calibri"/>
              <a:cs typeface="Calibri"/>
            </a:endParaRPr>
          </a:p>
        </p:txBody>
      </p:sp>
      <p:sp>
        <p:nvSpPr>
          <p:cNvPr id="1074" name="necessity-v7-technology-scope-label">
            <a:extLst>
              <a:ext uri="{FF2B5EF4-FFF2-40B4-BE49-F238E27FC236}">
                <ns2:creationId id="{E94C2921-D2C7-42BA-B630-9E4D107E3B19}"/>
              </a:ext>
            </a:extLst>
          </p:cNvPr>
          <p:cNvSpPr>
            <a:spLocks noGrp="1"/>
          </p:cNvSpPr>
          <p:nvPr/>
        </p:nvSpPr>
        <p:spPr>
          <a:xfrm>
            <a:off x="12815888" y="4029075"/>
            <a:ext cx="4914900" cy="385762"/>
          </a:xfrm>
          <a:prstGeom prst="rect">
            <a:avLst/>
          </a:prstGeom>
          <a:noFill/>
          <a:ln w="0">
            <a:noFill/>
            <a:prstDash val="solid"/>
          </a:ln>
        </p:spPr>
        <p:txBody>
          <a:bodyPr wrap="none" lIns="0" tIns="0" rIns="0" bIns="0" anchor="ctr">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75" name="necessity-v7-technology-scope">
            <a:extLst>
              <a:ext uri="{FF2B5EF4-FFF2-40B4-BE49-F238E27FC236}">
                <ns2:creationId id="{1BA43815-939E-4D2F-A475-E6E73732DDE3}"/>
              </a:ext>
            </a:extLst>
          </p:cNvPr>
          <p:cNvSpPr>
            <a:spLocks noGrp="1"/>
          </p:cNvSpPr>
          <p:nvPr/>
        </p:nvSpPr>
        <p:spPr>
          <a:xfrm>
            <a:off x="12730162" y="4500562"/>
            <a:ext cx="4943475" cy="1585912"/>
          </a:xfrm>
          <a:prstGeom prst="roundRect">
            <a:avLst>
              <a:gd name="adj" fmla="val 5405"/>
            </a:avLst>
          </a:prstGeom>
          <a:solidFill>
            <a:srgbClr val="FFFFFF"/>
          </a:solidFill>
          <a:ln w="17145">
            <a:solidFill>
              <a:srgbClr val="AEBBC8"/>
            </a:solidFill>
            <a:prstDash val="solid"/>
          </a:ln>
        </p:spPr>
        <p:txBody>
          <a:bodyPr wrap="none" lIns="142876" tIns="214313" rIns="2514599" bIns="942974"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모델과 Runtime</a:t>
            </a:r>
            <a:endParaRPr lang="ko-KR">
              <a:solidFill>
                <a:srgbClr val="000000"/>
              </a:solidFill>
              <a:latin typeface="Calibri"/>
              <a:ea typeface="Calibri"/>
              <a:cs typeface="Calibri"/>
            </a:endParaRPr>
          </a:p>
        </p:txBody>
      </p:sp>
      <p:sp>
        <p:nvSpPr>
          <p:cNvPr id="1076" name="necessity-v7-scope-middle">
            <a:extLst>
              <a:ext uri="{FF2B5EF4-FFF2-40B4-BE49-F238E27FC236}">
                <ns2:creationId id="{7D88DD82-4476-41D4-B4CE-B9514B6604C0}"/>
              </a:ext>
            </a:extLst>
          </p:cNvPr>
          <p:cNvSpPr>
            <a:spLocks noGrp="1"/>
          </p:cNvSpPr>
          <p:nvPr/>
        </p:nvSpPr>
        <p:spPr>
          <a:xfrm>
            <a:off x="15201900" y="4700588"/>
            <a:ext cx="0" cy="1185862"/>
          </a:xfrm>
          <a:prstGeom prst="line">
            <a:avLst/>
          </a:prstGeom>
          <a:noFill/>
          <a:ln w="14288">
            <a:solidFill>
              <a:srgbClr val="DCE3E9"/>
            </a:solidFill>
            <a:prstDash val="solid"/>
          </a:ln>
        </p:spPr>
      </p:sp>
      <p:sp>
        <p:nvSpPr>
          <p:cNvPr id="1077" name="necessity-v7-scope-horizontal">
            <a:extLst>
              <a:ext uri="{FF2B5EF4-FFF2-40B4-BE49-F238E27FC236}">
                <ns2:creationId id="{32C8606C-B2A5-4202-8CAC-1B385B0F7A09}"/>
              </a:ext>
            </a:extLst>
          </p:cNvPr>
          <p:cNvSpPr>
            <a:spLocks noGrp="1"/>
          </p:cNvSpPr>
          <p:nvPr/>
        </p:nvSpPr>
        <p:spPr>
          <a:xfrm>
            <a:off x="12930188" y="5286375"/>
            <a:ext cx="4543425" cy="0"/>
          </a:xfrm>
          <a:prstGeom prst="line">
            <a:avLst/>
          </a:prstGeom>
          <a:noFill/>
          <a:ln w="14288">
            <a:solidFill>
              <a:srgbClr val="DCE3E9"/>
            </a:solidFill>
            <a:prstDash val="solid"/>
          </a:ln>
        </p:spPr>
      </p:sp>
      <p:sp>
        <p:nvSpPr>
          <p:cNvPr id="1079" name="necessity-v7-technology-meaning">
            <a:extLst>
              <a:ext uri="{FF2B5EF4-FFF2-40B4-BE49-F238E27FC236}">
                <ns2:creationId id="{C4D20125-88A5-4886-B8CD-7284F9BCD91B}"/>
              </a:ext>
            </a:extLst>
          </p:cNvPr>
          <p:cNvSpPr>
            <a:spLocks noGrp="1"/>
          </p:cNvSpPr>
          <p:nvPr/>
        </p:nvSpPr>
        <p:spPr>
          <a:xfrm>
            <a:off x="15301912" y="4714875"/>
            <a:ext cx="2228850" cy="428625"/>
          </a:xfrm>
          <a:prstGeom prst="rect">
            <a:avLst/>
          </a:prstGeom>
          <a:noFill/>
          <a:ln w="0">
            <a:noFill/>
            <a:prstDash val="solid"/>
          </a:ln>
        </p:spPr>
        <p:txBody>
          <a:bodyPr wrap="none" lIns="0" tIns="0" rIns="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요청 이해</a:t>
            </a:r>
            <a:endParaRPr lang="ko-KR">
              <a:solidFill>
                <a:srgbClr val="000000"/>
              </a:solidFill>
              <a:latin typeface="Calibri"/>
              <a:ea typeface="Calibri"/>
              <a:cs typeface="Calibri"/>
            </a:endParaRPr>
          </a:p>
        </p:txBody>
      </p:sp>
      <p:sp>
        <p:nvSpPr>
          <p:cNvPr id="1080" name="necessity-v7-changed-context">
            <a:extLst>
              <a:ext uri="{FF2B5EF4-FFF2-40B4-BE49-F238E27FC236}">
                <ns2:creationId id="{70BE06C4-3741-4171-9704-FE580A766FF6}"/>
              </a:ext>
            </a:extLst>
          </p:cNvPr>
          <p:cNvSpPr>
            <a:spLocks noGrp="1"/>
          </p:cNvSpPr>
          <p:nvPr/>
        </p:nvSpPr>
        <p:spPr>
          <a:xfrm>
            <a:off x="12844462" y="5386388"/>
            <a:ext cx="2314575" cy="485775"/>
          </a:xfrm>
          <a:prstGeom prst="roundRect">
            <a:avLst>
              <a:gd name="adj" fmla="val 8824"/>
            </a:avLst>
          </a:prstGeom>
          <a:solidFill>
            <a:srgbClr val="C6E0B4"/>
          </a:solidFill>
          <a:ln w="0">
            <a:noFill/>
            <a:prstDash val="solid"/>
          </a:ln>
        </p:spPr>
        <p:txBody>
          <a:bodyPr wrap="none" lIns="28576" tIns="28574" rIns="0" bIns="28576"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기억과 Context</a:t>
            </a:r>
            <a:endParaRPr lang="ko-KR">
              <a:solidFill>
                <a:srgbClr val="000000"/>
              </a:solidFill>
              <a:latin typeface="Calibri"/>
              <a:ea typeface="Calibri"/>
              <a:cs typeface="Calibri"/>
            </a:endParaRPr>
          </a:p>
        </p:txBody>
      </p:sp>
      <p:sp>
        <p:nvSpPr>
          <p:cNvPr id="1082" name="necessity-v7-technology-interaction">
            <a:extLst>
              <a:ext uri="{FF2B5EF4-FFF2-40B4-BE49-F238E27FC236}">
                <ns2:creationId id="{527F0424-4AA4-411C-9120-A6162EE40B1A}"/>
              </a:ext>
            </a:extLst>
          </p:cNvPr>
          <p:cNvSpPr>
            <a:spLocks noGrp="1"/>
          </p:cNvSpPr>
          <p:nvPr/>
        </p:nvSpPr>
        <p:spPr>
          <a:xfrm>
            <a:off x="15301912" y="5414962"/>
            <a:ext cx="2228850" cy="428625"/>
          </a:xfrm>
          <a:prstGeom prst="rect">
            <a:avLst/>
          </a:prstGeom>
          <a:noFill/>
          <a:ln w="0">
            <a:noFill/>
            <a:prstDash val="solid"/>
          </a:ln>
        </p:spPr>
        <p:txBody>
          <a:bodyPr wrap="none" lIns="0" tIns="0" rIns="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연속 상호작용</a:t>
            </a:r>
            <a:endParaRPr lang="ko-KR">
              <a:solidFill>
                <a:srgbClr val="000000"/>
              </a:solidFill>
              <a:latin typeface="Calibri"/>
              <a:ea typeface="Calibri"/>
              <a:cs typeface="Calibri"/>
            </a:endParaRPr>
          </a:p>
        </p:txBody>
      </p:sp>
      <p:sp>
        <p:nvSpPr>
          <p:cNvPr id="1083" name="necessity-v7-technology-change-caption">
            <a:extLst>
              <a:ext uri="{FF2B5EF4-FFF2-40B4-BE49-F238E27FC236}">
                <ns2:creationId id="{31BD7A7C-A8FC-4F2F-917B-17B09F9A11A5}"/>
              </a:ext>
            </a:extLst>
          </p:cNvPr>
          <p:cNvSpPr>
            <a:spLocks noGrp="1"/>
          </p:cNvSpPr>
          <p:nvPr/>
        </p:nvSpPr>
        <p:spPr>
          <a:xfrm>
            <a:off x="12730162" y="6257925"/>
            <a:ext cx="4943475" cy="400050"/>
          </a:xfrm>
          <a:prstGeom prst="rect">
            <a:avLst/>
          </a:prstGeom>
          <a:noFill/>
          <a:ln w="0">
            <a:noFill/>
            <a:prstDash val="solid"/>
          </a:ln>
        </p:spPr>
        <p:txBody>
          <a:bodyPr wrap="none" lIns="0" tIns="0" rIns="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기술의 적용 범위를 필요한 부분에 한정</a:t>
            </a:r>
            <a:endParaRPr lang="ko-KR">
              <a:solidFill>
                <a:srgbClr val="000000"/>
              </a:solidFill>
              <a:latin typeface="Calibri"/>
              <a:ea typeface="Calibri"/>
              <a:cs typeface="Calibri"/>
            </a:endParaRPr>
          </a:p>
        </p:txBody>
      </p:sp>
      <p:sp>
        <p:nvSpPr>
          <p:cNvPr id="1084" name="necessity-v7-change-heading-2">
            <a:extLst>
              <a:ext uri="{FF2B5EF4-FFF2-40B4-BE49-F238E27FC236}">
                <ns2:creationId id="{DC379961-8C7D-4DFF-AC93-0CA086D9EBDC}"/>
              </a:ext>
            </a:extLst>
          </p:cNvPr>
          <p:cNvSpPr>
            <a:spLocks noGrp="1"/>
          </p:cNvSpPr>
          <p:nvPr/>
        </p:nvSpPr>
        <p:spPr>
          <a:xfrm>
            <a:off x="12472988" y="67722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새로운 Agent와 연동 방식도 등장</a:t>
            </a:r>
            <a:endParaRPr lang="ko-KR">
              <a:solidFill>
                <a:srgbClr val="000000"/>
              </a:solidFill>
              <a:latin typeface="Calibri"/>
              <a:ea typeface="Calibri"/>
              <a:cs typeface="Calibri"/>
            </a:endParaRPr>
          </a:p>
        </p:txBody>
      </p:sp>
      <p:sp>
        <p:nvSpPr>
          <p:cNvPr id="1085" name="necessity-v7-change-desc-2">
            <a:extLst>
              <a:ext uri="{FF2B5EF4-FFF2-40B4-BE49-F238E27FC236}">
                <ns2:creationId id="{0A83B57D-CB98-49CB-B8FD-68B54D2F3B27}"/>
              </a:ext>
            </a:extLst>
          </p:cNvPr>
          <p:cNvSpPr>
            <a:spLocks noGrp="1"/>
          </p:cNvSpPr>
          <p:nvPr/>
        </p:nvSpPr>
        <p:spPr>
          <a:xfrm>
            <a:off x="12730162" y="7343775"/>
            <a:ext cx="5000625" cy="671512"/>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Downstream Agent의 추가와
연동 방식 변화에 대응</a:t>
            </a:r>
            <a:endParaRPr lang="ko-KR">
              <a:solidFill>
                <a:srgbClr val="000000"/>
              </a:solidFill>
              <a:latin typeface="Calibri"/>
              <a:ea typeface="Calibri"/>
              <a:cs typeface="Calibri"/>
            </a:endParaRPr>
          </a:p>
        </p:txBody>
      </p:sp>
      <p:sp>
        <p:nvSpPr>
          <p:cNvPr id="1086" name="necessity-v7-integration-via">
            <a:extLst>
              <a:ext uri="{FF2B5EF4-FFF2-40B4-BE49-F238E27FC236}">
                <ns2:creationId id="{7F08B833-7789-4542-8A6F-30A4F6D22EE8}"/>
              </a:ext>
            </a:extLst>
          </p:cNvPr>
          <p:cNvSpPr>
            <a:spLocks noGrp="1"/>
          </p:cNvSpPr>
          <p:nvPr/>
        </p:nvSpPr>
        <p:spPr>
          <a:xfrm>
            <a:off x="12887325" y="8243888"/>
            <a:ext cx="1085850" cy="614362"/>
          </a:xfrm>
          <a:prstGeom prst="roundRect">
            <a:avLst>
              <a:gd name="adj" fmla="val 9302"/>
            </a:avLst>
          </a:prstGeom>
          <a:solidFill>
            <a:srgbClr val="EEEEEE"/>
          </a:solidFill>
          <a:ln w="0">
            <a:noFill/>
            <a:prstDash val="solid"/>
          </a:ln>
        </p:spPr>
        <p:txBody>
          <a:bodyPr wrap="none" lIns="0" tIns="14287" rIns="0" bIns="14287" anchor="ctr">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88" name="necessity-v7-integration-junction">
            <a:extLst>
              <a:ext uri="{FF2B5EF4-FFF2-40B4-BE49-F238E27FC236}">
                <ns2:creationId id="{65C80AE5-3DEF-41BA-ABC9-FC000B456E47}"/>
              </a:ext>
            </a:extLst>
          </p:cNvPr>
          <p:cNvSpPr>
            <a:spLocks noGrp="1"/>
          </p:cNvSpPr>
          <p:nvPr/>
        </p:nvSpPr>
        <p:spPr>
          <a:xfrm>
            <a:off x="14380370" y="8543925"/>
            <a:ext cx="14288" cy="14288"/>
          </a:xfrm>
          <a:prstGeom prst="rect">
            <a:avLst/>
          </a:prstGeom>
          <a:noFill/>
          <a:ln w="0">
            <a:noFill/>
            <a:prstDash val="solid"/>
          </a:ln>
        </p:spPr>
      </p:sp>
      <p:cxnSp>
        <p:nvCxnSpPr>
          <p:cNvPr id="1089" name=""/>
          <p:cNvCxnSpPr>
            <a:stCxn id="1086" idx="3"/>
            <a:endCxn id="1088" idx="1"/>
          </p:cNvCxnSpPr>
          <p:nvPr/>
        </p:nvCxnSpPr>
        <p:spPr>
          <a:xfrm>
            <a:off x="13973175" y="8551070"/>
            <a:ext cx="407194" cy="0"/>
          </a:xfrm>
          <a:prstGeom prst="straightConnector1">
            <a:avLst/>
          </a:prstGeom>
          <a:ln w="20002">
            <a:solidFill>
              <a:srgbClr val="697783"/>
            </a:solidFill>
            <a:prstDash val="solid"/>
          </a:ln>
        </p:spPr>
      </p:cxnSp>
      <p:sp>
        <p:nvSpPr>
          <p:cNvPr id="1090" name="necessity-v7-integration-agent-0">
            <a:extLst>
              <a:ext uri="{FF2B5EF4-FFF2-40B4-BE49-F238E27FC236}">
                <ns2:creationId id="{97882924-D104-4292-89FF-E588FC1B14DC}"/>
              </a:ext>
            </a:extLst>
          </p:cNvPr>
          <p:cNvSpPr>
            <a:spLocks noGrp="1"/>
          </p:cNvSpPr>
          <p:nvPr/>
        </p:nvSpPr>
        <p:spPr>
          <a:xfrm>
            <a:off x="15230475" y="8015288"/>
            <a:ext cx="2300288" cy="328612"/>
          </a:xfrm>
          <a:prstGeom prst="roundRect">
            <a:avLst>
              <a:gd name="adj" fmla="val 13043"/>
            </a:avLst>
          </a:prstGeom>
          <a:solidFill>
            <a:srgbClr val="FFFFFF"/>
          </a:solidFill>
          <a:ln w="14288">
            <a:solidFill>
              <a:srgbClr val="AEBBC8"/>
            </a:solidFill>
            <a:prstDash val="solid"/>
          </a:ln>
        </p:spPr>
        <p:txBody>
          <a:bodyPr wrap="none" lIns="0" tIns="14287" rIns="0" bIns="14287"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Agent A</a:t>
            </a:r>
            <a:endParaRPr lang="ko-KR">
              <a:solidFill>
                <a:srgbClr val="000000"/>
              </a:solidFill>
              <a:latin typeface="Calibri"/>
              <a:ea typeface="Calibri"/>
              <a:cs typeface="Calibri"/>
            </a:endParaRPr>
          </a:p>
        </p:txBody>
      </p:sp>
      <p:sp>
        <p:nvSpPr>
          <p:cNvPr id="1092" name="necessity-v7-integration-branch-0">
            <a:extLst>
              <a:ext uri="{FF2B5EF4-FFF2-40B4-BE49-F238E27FC236}">
                <ns2:creationId id="{A85DAA69-09B9-4884-B751-BB34C49F35A8}"/>
              </a:ext>
            </a:extLst>
          </p:cNvPr>
          <p:cNvSpPr>
            <a:spLocks noGrp="1"/>
          </p:cNvSpPr>
          <p:nvPr/>
        </p:nvSpPr>
        <p:spPr>
          <a:xfrm>
            <a:off x="14380370" y="8172450"/>
            <a:ext cx="14288" cy="14288"/>
          </a:xfrm>
          <a:prstGeom prst="rect">
            <a:avLst/>
          </a:prstGeom>
          <a:noFill/>
          <a:ln w="0">
            <a:noFill/>
            <a:prstDash val="solid"/>
          </a:ln>
        </p:spPr>
      </p:sp>
      <p:sp>
        <p:nvSpPr>
          <p:cNvPr id="1093" name="necessity-v7-integration-spine-0">
            <a:extLst>
              <a:ext uri="{FF2B5EF4-FFF2-40B4-BE49-F238E27FC236}">
                <ns2:creationId id="{8CEA9925-8CC8-49FD-B840-F145169DC5B6}"/>
              </a:ext>
            </a:extLst>
          </p:cNvPr>
          <p:cNvSpPr>
            <a:spLocks noGrp="1"/>
          </p:cNvSpPr>
          <p:nvPr/>
        </p:nvSpPr>
        <p:spPr>
          <a:xfrm>
            <a:off x="14387512" y="8179594"/>
            <a:ext cx="0" cy="371475"/>
          </a:xfrm>
          <a:prstGeom prst="line">
            <a:avLst/>
          </a:prstGeom>
          <a:noFill/>
          <a:ln w="17145">
            <a:solidFill>
              <a:srgbClr val="697783"/>
            </a:solidFill>
            <a:prstDash val="solid"/>
          </a:ln>
        </p:spPr>
      </p:sp>
      <p:cxnSp>
        <p:nvCxnSpPr>
          <p:cNvPr id="1094" name=""/>
          <p:cNvCxnSpPr>
            <a:stCxn id="1092" idx="3"/>
            <a:endCxn id="1090" idx="1"/>
          </p:cNvCxnSpPr>
          <p:nvPr/>
        </p:nvCxnSpPr>
        <p:spPr>
          <a:xfrm>
            <a:off x="14394657" y="8179594"/>
            <a:ext cx="835818" cy="0"/>
          </a:xfrm>
          <a:prstGeom prst="straightConnector1">
            <a:avLst/>
          </a:prstGeom>
          <a:ln w="20002">
            <a:solidFill>
              <a:srgbClr val="697783"/>
            </a:solidFill>
            <a:prstDash val="solid"/>
            <a:tailEnd type="triangle" w="sm" len="sm"/>
          </a:ln>
        </p:spPr>
      </p:cxnSp>
      <p:sp>
        <p:nvSpPr>
          <p:cNvPr id="1095" name="necessity-v7-integration-agent-1">
            <a:extLst>
              <a:ext uri="{FF2B5EF4-FFF2-40B4-BE49-F238E27FC236}">
                <ns2:creationId id="{E2290987-B8ED-48B0-860A-A52174A107A6}"/>
              </a:ext>
            </a:extLst>
          </p:cNvPr>
          <p:cNvSpPr>
            <a:spLocks noGrp="1"/>
          </p:cNvSpPr>
          <p:nvPr/>
        </p:nvSpPr>
        <p:spPr>
          <a:xfrm>
            <a:off x="15230475" y="8386762"/>
            <a:ext cx="2300288" cy="328612"/>
          </a:xfrm>
          <a:prstGeom prst="roundRect">
            <a:avLst>
              <a:gd name="adj" fmla="val 13043"/>
            </a:avLst>
          </a:prstGeom>
          <a:solidFill>
            <a:srgbClr val="FFFFFF"/>
          </a:solidFill>
          <a:ln w="14288">
            <a:solidFill>
              <a:srgbClr val="AEBBC8"/>
            </a:solidFill>
            <a:prstDash val="solid"/>
          </a:ln>
        </p:spPr>
        <p:txBody>
          <a:bodyPr wrap="none" lIns="0" tIns="14288" rIns="0" bIns="14286"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Agent B</a:t>
            </a:r>
            <a:endParaRPr lang="ko-KR">
              <a:solidFill>
                <a:srgbClr val="000000"/>
              </a:solidFill>
              <a:latin typeface="Calibri"/>
              <a:ea typeface="Calibri"/>
              <a:cs typeface="Calibri"/>
            </a:endParaRPr>
          </a:p>
        </p:txBody>
      </p:sp>
      <p:sp>
        <p:nvSpPr>
          <p:cNvPr id="1097" name="necessity-v7-integration-branch-1">
            <a:extLst>
              <a:ext uri="{FF2B5EF4-FFF2-40B4-BE49-F238E27FC236}">
                <ns2:creationId id="{D985E603-4F30-47BB-BB52-54FD76C96989}"/>
              </a:ext>
            </a:extLst>
          </p:cNvPr>
          <p:cNvSpPr>
            <a:spLocks noGrp="1"/>
          </p:cNvSpPr>
          <p:nvPr/>
        </p:nvSpPr>
        <p:spPr>
          <a:xfrm>
            <a:off x="14380370" y="8543925"/>
            <a:ext cx="14288" cy="14288"/>
          </a:xfrm>
          <a:prstGeom prst="rect">
            <a:avLst/>
          </a:prstGeom>
          <a:noFill/>
          <a:ln w="0">
            <a:noFill/>
            <a:prstDash val="solid"/>
          </a:ln>
        </p:spPr>
      </p:sp>
      <p:cxnSp>
        <p:nvCxnSpPr>
          <p:cNvPr id="1098" name=""/>
          <p:cNvCxnSpPr>
            <a:stCxn id="1097" idx="3"/>
            <a:endCxn id="1095" idx="1"/>
          </p:cNvCxnSpPr>
          <p:nvPr/>
        </p:nvCxnSpPr>
        <p:spPr>
          <a:xfrm>
            <a:off x="14394657" y="8551070"/>
            <a:ext cx="835818" cy="0"/>
          </a:xfrm>
          <a:prstGeom prst="straightConnector1">
            <a:avLst/>
          </a:prstGeom>
          <a:ln w="20002">
            <a:solidFill>
              <a:srgbClr val="697783"/>
            </a:solidFill>
            <a:prstDash val="solid"/>
            <a:tailEnd type="triangle" w="sm" len="sm"/>
          </a:ln>
        </p:spPr>
      </p:cxnSp>
      <p:sp>
        <p:nvSpPr>
          <p:cNvPr id="1099" name="necessity-v7-integration-agent-2">
            <a:extLst>
              <a:ext uri="{FF2B5EF4-FFF2-40B4-BE49-F238E27FC236}">
                <ns2:creationId id="{6120ED2B-BF5E-480A-8CBB-E94E1DC26F52}"/>
              </a:ext>
            </a:extLst>
          </p:cNvPr>
          <p:cNvSpPr>
            <a:spLocks noGrp="1"/>
          </p:cNvSpPr>
          <p:nvPr/>
        </p:nvSpPr>
        <p:spPr>
          <a:xfrm>
            <a:off x="15230475" y="8758238"/>
            <a:ext cx="2300288" cy="328612"/>
          </a:xfrm>
          <a:prstGeom prst="roundRect">
            <a:avLst>
              <a:gd name="adj" fmla="val 13043"/>
            </a:avLst>
          </a:prstGeom>
          <a:solidFill>
            <a:srgbClr val="C6E0B4"/>
          </a:solidFill>
          <a:ln w="14288">
            <a:solidFill>
              <a:srgbClr val="218FAF"/>
            </a:solidFill>
            <a:prstDash val="solid"/>
          </a:ln>
        </p:spPr>
        <p:txBody>
          <a:bodyPr wrap="none" lIns="0" tIns="14287" rIns="0" bIns="14287"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새 Agent</a:t>
            </a:r>
            <a:endParaRPr lang="ko-KR">
              <a:solidFill>
                <a:srgbClr val="000000"/>
              </a:solidFill>
              <a:latin typeface="Calibri"/>
              <a:ea typeface="Calibri"/>
              <a:cs typeface="Calibri"/>
            </a:endParaRPr>
          </a:p>
        </p:txBody>
      </p:sp>
      <p:sp>
        <p:nvSpPr>
          <p:cNvPr id="1101" name="necessity-v7-integration-branch-2">
            <a:extLst>
              <a:ext uri="{FF2B5EF4-FFF2-40B4-BE49-F238E27FC236}">
                <ns2:creationId id="{CEF3B099-2C6A-47C9-8DFC-BC535B8CA562}"/>
              </a:ext>
            </a:extLst>
          </p:cNvPr>
          <p:cNvSpPr>
            <a:spLocks noGrp="1"/>
          </p:cNvSpPr>
          <p:nvPr/>
        </p:nvSpPr>
        <p:spPr>
          <a:xfrm>
            <a:off x="14380370" y="8915400"/>
            <a:ext cx="14288" cy="14288"/>
          </a:xfrm>
          <a:prstGeom prst="rect">
            <a:avLst/>
          </a:prstGeom>
          <a:noFill/>
          <a:ln w="0">
            <a:noFill/>
            <a:prstDash val="solid"/>
          </a:ln>
        </p:spPr>
      </p:sp>
      <p:sp>
        <p:nvSpPr>
          <p:cNvPr id="1102" name="necessity-v7-integration-spine-2">
            <a:extLst>
              <a:ext uri="{FF2B5EF4-FFF2-40B4-BE49-F238E27FC236}">
                <ns2:creationId id="{E38C354A-812E-48C4-8842-9FCEE56F2334}"/>
              </a:ext>
            </a:extLst>
          </p:cNvPr>
          <p:cNvSpPr>
            <a:spLocks noGrp="1"/>
          </p:cNvSpPr>
          <p:nvPr/>
        </p:nvSpPr>
        <p:spPr>
          <a:xfrm>
            <a:off x="14387512" y="8551070"/>
            <a:ext cx="0" cy="371475"/>
          </a:xfrm>
          <a:prstGeom prst="line">
            <a:avLst/>
          </a:prstGeom>
          <a:noFill/>
          <a:ln w="17145">
            <a:solidFill>
              <a:srgbClr val="218FAF"/>
            </a:solidFill>
            <a:prstDash val="solid"/>
          </a:ln>
        </p:spPr>
      </p:sp>
      <p:cxnSp>
        <p:nvCxnSpPr>
          <p:cNvPr id="1103" name=""/>
          <p:cNvCxnSpPr>
            <a:stCxn id="1101" idx="3"/>
            <a:endCxn id="1099" idx="1"/>
          </p:cNvCxnSpPr>
          <p:nvPr/>
        </p:nvCxnSpPr>
        <p:spPr>
          <a:xfrm>
            <a:off x="14394657" y="8922544"/>
            <a:ext cx="835818" cy="0"/>
          </a:xfrm>
          <a:prstGeom prst="straightConnector1">
            <a:avLst/>
          </a:prstGeom>
          <a:ln w="20002">
            <a:solidFill>
              <a:srgbClr val="218FAF"/>
            </a:solidFill>
            <a:prstDash val="solid"/>
            <a:tailEnd type="triangle" w="sm" len="sm"/>
          </a:ln>
        </p:spPr>
      </p:cxnSp>
      <p:sp>
        <p:nvSpPr>
          <p:cNvPr id="1104" name="necessity-v7-change-conclusion-green">
            <a:extLst>
              <a:ext uri="{FF2B5EF4-FFF2-40B4-BE49-F238E27FC236}">
                <ns2:creationId id="{40B34D24-87FC-478E-9432-830B40180665}"/>
              </a:ext>
            </a:extLst>
          </p:cNvPr>
          <p:cNvSpPr>
            <a:spLocks noGrp="1"/>
          </p:cNvSpPr>
          <p:nvPr/>
        </p:nvSpPr>
        <p:spPr>
          <a:xfrm>
            <a:off x="12730162" y="9444038"/>
            <a:ext cx="4972050" cy="171450"/>
          </a:xfrm>
          <a:prstGeom prst="rect">
            <a:avLst/>
          </a:prstGeom>
          <a:solidFill>
            <a:srgbClr val="C6E0B4"/>
          </a:solidFill>
          <a:ln w="0">
            <a:noFill/>
            <a:prstDash val="solid"/>
          </a:ln>
        </p:spPr>
      </p:sp>
      <p:sp>
        <p:nvSpPr>
          <p:cNvPr id="1105" name="necessity-v7-change-conclusion">
            <a:extLst>
              <a:ext uri="{FF2B5EF4-FFF2-40B4-BE49-F238E27FC236}">
                <ns2:creationId id="{F0572FE0-3119-4FF7-B41D-D9900848F705}"/>
              </a:ext>
            </a:extLst>
          </p:cNvPr>
          <p:cNvSpPr>
            <a:spLocks noGrp="1"/>
          </p:cNvSpPr>
          <p:nvPr/>
        </p:nvSpPr>
        <p:spPr>
          <a:xfrm>
            <a:off x="12730162"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기존 기능을 유지하며 기술 발전 수용</a:t>
            </a:r>
            <a:endParaRPr lang="ko-KR">
              <a:solidFill>
                <a:srgbClr val="000000"/>
              </a:solidFill>
              <a:latin typeface="Calibri"/>
              <a:ea typeface="Calibri"/>
              <a:cs typeface="Calibri"/>
            </a:endParaRPr>
          </a:p>
        </p:txBody>
      </p:sp>
      <p:sp>
        <p:nvSpPr>
          <p:cNvPr id="1106" name="v6-header-title">
            <a:extLst>
              <a:ext uri="{FF2B5EF4-FFF2-40B4-BE49-F238E27FC236}">
                <ns2:creationId id="{BFF94E21-A376-4A33-BBBD-346A7F9E259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필요성 (원본)</a:t>
            </a:r>
            <a:endParaRPr lang="ko-KR">
              <a:latin typeface="Calibri"/>
              <a:ea typeface="Calibri"/>
              <a:cs typeface="Calibri"/>
            </a:endParaRPr>
          </a:p>
        </p:txBody>
      </p:sp>
      <p:sp>
        <p:nvSpPr>
          <p:cNvPr id="1107" name="v6-header-rule">
            <a:extLst>
              <a:ext uri="{FF2B5EF4-FFF2-40B4-BE49-F238E27FC236}">
                <ns2:creationId id="{109AD1AF-1935-435D-AA14-0393F7B14AB1}"/>
              </a:ext>
            </a:extLst>
          </p:cNvPr>
          <p:cNvSpPr>
            <a:spLocks noGrp="1"/>
          </p:cNvSpPr>
          <p:nvPr/>
        </p:nvSpPr>
        <p:spPr>
          <a:xfrm>
            <a:off x="495300" y="990600"/>
            <a:ext cx="17335500" cy="0"/>
          </a:xfrm>
          <a:prstGeom prst="line">
            <a:avLst/>
          </a:prstGeom>
          <a:noFill/>
          <a:ln w="19050">
            <a:solidFill>
              <a:srgbClr val="A6A6A6"/>
            </a:solidFill>
          </a:ln>
        </p:spPr>
      </p:sp>
      <p:sp>
        <p:nvSpPr>
          <p:cNvPr id="1108" name="v6-header-stage-0">
            <a:extLst>
              <a:ext uri="{FF2B5EF4-FFF2-40B4-BE49-F238E27FC236}">
                <ns2:creationId id="{FF7AC54A-17CD-49C8-BBA8-34209783B74F}"/>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09" name="v6-header-stage-1">
            <a:extLst>
              <a:ext uri="{FF2B5EF4-FFF2-40B4-BE49-F238E27FC236}">
                <ns2:creationId id="{EA816256-9825-452C-B537-737B627DEBD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10" name="v6-header-stage-2">
            <a:extLst>
              <a:ext uri="{FF2B5EF4-FFF2-40B4-BE49-F238E27FC236}">
                <ns2:creationId id="{4249753E-326F-41F6-ABCB-CA0E4A04D789}"/>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111" name="v6-header-stage-3">
            <a:extLst>
              <a:ext uri="{FF2B5EF4-FFF2-40B4-BE49-F238E27FC236}">
                <ns2:creationId id="{528B385B-F95D-4110-8D10-BACE168A149C}"/>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112" name="v6-header-stage-4">
            <a:extLst>
              <a:ext uri="{FF2B5EF4-FFF2-40B4-BE49-F238E27FC236}">
                <ns2:creationId id="{25472DC1-8785-45C8-8BE3-6630E2BD74B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113" name="v6-header-page">
            <a:extLst>
              <a:ext uri="{FF2B5EF4-FFF2-40B4-BE49-F238E27FC236}">
                <ns2:creationId id="{3A467137-DC6C-4449-A361-984F81C8AC9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38 / 63</a:t>
            </a:r>
            <a:endParaRPr lang="ko-KR">
              <a:latin typeface="Calibri"/>
              <a:ea typeface="Calibri"/>
              <a:cs typeface="Calibri"/>
            </a:endParaRPr>
          </a:p>
        </p:txBody>
      </p:sp>
    </p:spTree>
    <p:extLst>
      <p:ext uri="{BB962C8B-B14F-4D97-AF65-F5344CB8AC3E}">
        <p14:creationId val="665895680"/>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presentative-scenario">
    <p:bg>
      <p:bgPr>
        <a:solidFill>
          <a:srgbClr val="FFFFFF"/>
        </a:solidFill>
      </p:bgPr>
    </p:bg>
    <p:spTree>
      <p:nvGrpSpPr>
        <p:cNvPr id="1" name=""/>
        <p:cNvGrpSpPr/>
        <p:nvPr/>
      </p:nvGrpSpPr>
      <p:grpSpPr>
        <a:xfrm/>
      </p:grpSpPr>
      <p:sp>
        <p:nvSpPr>
          <p:cNvPr id="13"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4"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화면을 짚어 질문</a:t>
            </a:r>
            <a:endParaRPr lang="ko-KR">
              <a:solidFill>
                <a:srgbClr val="000000"/>
              </a:solidFill>
              <a:latin typeface="Calibri"/>
              <a:ea typeface="Calibri"/>
              <a:cs typeface="Calibri"/>
            </a:endParaRPr>
          </a:p>
        </p:txBody>
      </p:sp>
      <p:pic>
        <p:nvPicPr>
          <p:cNvPr id="51" name=""/>
          <p:cNvPicPr>
            <a:picLocks noChangeAspect="1"/>
          </p:cNvPicPr>
          <p:nvPr/>
        </p:nvPicPr>
        <p:blipFill>
          <a:blip r:embed="R412e7293f74449f5"/>
          <a:stretch/>
        </p:blipFill>
        <p:spPr>
          <a:xfrm>
            <a:off x="571500" y="2686050"/>
            <a:ext cx="3200400" cy="2400300"/>
          </a:xfrm>
          <a:prstGeom prst="rect">
            <a:avLst/>
          </a:prstGeom>
        </p:spPr>
      </p:pic>
      <p:sp>
        <p:nvSpPr>
          <p:cNvPr id="16"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7"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당시 화면의 표를 지정</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8"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55" name=""/>
          <p:cNvPicPr>
            <a:picLocks noChangeAspect="1"/>
          </p:cNvPicPr>
          <p:nvPr/>
        </p:nvPicPr>
        <p:blipFill>
          <a:blip r:embed="R7d0fe689e32e4185"/>
          <a:stretch/>
        </p:blipFill>
        <p:spPr>
          <a:xfrm>
            <a:off x="4057650" y="2686050"/>
            <a:ext cx="3200400" cy="2400300"/>
          </a:xfrm>
          <a:prstGeom prst="rect">
            <a:avLst/>
          </a:prstGeom>
        </p:spPr>
      </p:pic>
      <p:sp>
        <p:nvSpPr>
          <p:cNvPr id="20"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1"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2"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59" name=""/>
          <p:cNvPicPr>
            <a:picLocks noChangeAspect="1"/>
          </p:cNvPicPr>
          <p:nvPr/>
        </p:nvPicPr>
        <p:blipFill>
          <a:blip r:embed="Rdc14f194c893430b"/>
          <a:stretch/>
        </p:blipFill>
        <p:spPr>
          <a:xfrm>
            <a:off x="7543800" y="2686050"/>
            <a:ext cx="3200400" cy="2400300"/>
          </a:xfrm>
          <a:prstGeom prst="rect">
            <a:avLst/>
          </a:prstGeom>
        </p:spPr>
      </p:pic>
      <p:sp>
        <p:nvSpPr>
          <p:cNvPr id="24"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5"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6"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63" name=""/>
          <p:cNvPicPr>
            <a:picLocks noChangeAspect="1"/>
          </p:cNvPicPr>
          <p:nvPr/>
        </p:nvPicPr>
        <p:blipFill>
          <a:blip r:embed="R926c21a837c1492e"/>
          <a:stretch/>
        </p:blipFill>
        <p:spPr>
          <a:xfrm>
            <a:off x="11029950" y="2686050"/>
            <a:ext cx="3200400" cy="2400300"/>
          </a:xfrm>
          <a:prstGeom prst="rect">
            <a:avLst/>
          </a:prstGeom>
        </p:spPr>
      </p:pic>
      <p:sp>
        <p:nvSpPr>
          <p:cNvPr id="28"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29"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0"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67" name=""/>
          <p:cNvPicPr>
            <a:picLocks noChangeAspect="1"/>
          </p:cNvPicPr>
          <p:nvPr/>
        </p:nvPicPr>
        <p:blipFill>
          <a:blip r:embed="Re7e7daa896bb48e9"/>
          <a:stretch/>
        </p:blipFill>
        <p:spPr>
          <a:xfrm>
            <a:off x="14516100" y="2686050"/>
            <a:ext cx="3200400" cy="2400300"/>
          </a:xfrm>
          <a:prstGeom prst="rect">
            <a:avLst/>
          </a:prstGeom>
        </p:spPr>
      </p:pic>
      <p:sp>
        <p:nvSpPr>
          <p:cNvPr id="32"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3"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70"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5"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6" name="page-number">
            <a:extLst>
              <a:ext uri="{FF2B5EF4-FFF2-40B4-BE49-F238E27FC236}">
                <ns2:creationId id="{0247B05C-8071-4B4A-91A2-F4EFB8862C21}"/>
              </a:ext>
            </a:extLst>
          </p:cNvPr>
          <p:cNvSpPr>
            <a:spLocks noGrp="1"/>
          </p:cNvSpPr>
          <p:nvPr/>
        </p:nvSpPr>
        <p:spPr>
          <a:xfrm>
            <a:off x="17630775" y="9858375"/>
            <a:ext cx="228600" cy="314325"/>
          </a:xfrm>
          <a:prstGeom prst="rect">
            <a:avLst/>
          </a:prstGeom>
          <a:noFill/>
          <a:ln w="0">
            <a:noFill/>
          </a:ln>
        </p:spPr>
        <p:txBody>
          <a:bodyPr wrap="none" lIns="0" tIns="0" rIns="0" bIns="0">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4</a:t>
            </a:r>
            <a:endParaRPr lang="ko-KR">
              <a:solidFill>
                <a:srgbClr val="000000"/>
              </a:solidFill>
              <a:latin typeface="Calibri"/>
              <a:ea typeface="Calibri"/>
              <a:cs typeface="Calibri"/>
            </a:endParaRPr>
          </a:p>
        </p:txBody>
      </p:sp>
      <p:sp>
        <p:nvSpPr>
          <p:cNvPr id="71" name="v6-header-title">
            <a:extLst>
              <a:ext uri="{FF2B5EF4-FFF2-40B4-BE49-F238E27FC236}">
                <ns2:creationId id="{5BB9332C-C6B9-4504-956C-DD5EE7C76C1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 (원본)</a:t>
            </a:r>
            <a:endParaRPr lang="ko-KR">
              <a:latin typeface="Calibri"/>
              <a:ea typeface="Calibri"/>
              <a:cs typeface="Calibri"/>
            </a:endParaRPr>
          </a:p>
        </p:txBody>
      </p:sp>
      <p:sp>
        <p:nvSpPr>
          <p:cNvPr id="72" name="v6-header-rule">
            <a:extLst>
              <a:ext uri="{FF2B5EF4-FFF2-40B4-BE49-F238E27FC236}">
                <ns2:creationId id="{C78A4387-31DF-4004-B113-90F2914DFF53}"/>
              </a:ext>
            </a:extLst>
          </p:cNvPr>
          <p:cNvSpPr>
            <a:spLocks noGrp="1"/>
          </p:cNvSpPr>
          <p:nvPr/>
        </p:nvSpPr>
        <p:spPr>
          <a:xfrm>
            <a:off x="495300" y="990600"/>
            <a:ext cx="17335500" cy="0"/>
          </a:xfrm>
          <a:prstGeom prst="line">
            <a:avLst/>
          </a:prstGeom>
          <a:noFill/>
          <a:ln w="19050">
            <a:solidFill>
              <a:srgbClr val="A6A6A6"/>
            </a:solidFill>
          </a:ln>
        </p:spPr>
      </p:sp>
      <p:sp>
        <p:nvSpPr>
          <p:cNvPr id="73" name="v6-header-stage-0">
            <a:extLst>
              <a:ext uri="{FF2B5EF4-FFF2-40B4-BE49-F238E27FC236}">
                <ns2:creationId id="{EDDECB96-D8A1-47DC-A8A6-2E421CF2703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4" name="v6-header-stage-1">
            <a:extLst>
              <a:ext uri="{FF2B5EF4-FFF2-40B4-BE49-F238E27FC236}">
                <ns2:creationId id="{150D4843-FD5B-4526-8148-79CBF4A73DE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5" name="v6-header-stage-2">
            <a:extLst>
              <a:ext uri="{FF2B5EF4-FFF2-40B4-BE49-F238E27FC236}">
                <ns2:creationId id="{FD571498-3372-4191-B548-30401563B64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6" name="v6-header-stage-3">
            <a:extLst>
              <a:ext uri="{FF2B5EF4-FFF2-40B4-BE49-F238E27FC236}">
                <ns2:creationId id="{3A9E5C42-BB03-406A-A49E-FE1C68E2C4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7" name="v6-header-stage-4">
            <a:extLst>
              <a:ext uri="{FF2B5EF4-FFF2-40B4-BE49-F238E27FC236}">
                <ns2:creationId id="{1A2131C6-1F0F-4111-BE42-073B7273ED6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8" name="v6-header-page">
            <a:extLst>
              <a:ext uri="{FF2B5EF4-FFF2-40B4-BE49-F238E27FC236}">
                <ns2:creationId id="{DD0FE324-312A-4F58-A5B5-D5154FE0824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39 / 63</a:t>
            </a:r>
            <a:endParaRPr lang="ko-KR">
              <a:latin typeface="Calibri"/>
              <a:ea typeface="Calibri"/>
              <a:cs typeface="Calibri"/>
            </a:endParaRPr>
          </a:p>
        </p:txBody>
      </p:sp>
    </p:spTree>
    <p:extLst>
      <p:ext uri="{BB962C8B-B14F-4D97-AF65-F5344CB8AC3E}">
        <p14:creationId val="679796911"/>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name="functional-requirements">
    <p:bg>
      <p:bgPr>
        <a:solidFill>
          <a:srgbClr val="FFFFFF"/>
        </a:solidFill>
      </p:bgPr>
    </p:bg>
    <p:spTree>
      <p:nvGrpSpPr>
        <p:cNvPr id="1" name=""/>
        <p:cNvGrpSpPr/>
        <p:nvPr/>
      </p:nvGrpSpPr>
      <p:grpSpPr>
        <a:xfrm/>
      </p:grpSpPr>
      <p:sp>
        <p:nvSpPr>
          <p:cNvPr id="2"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9"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화면, 자료와 대화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4"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11"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6"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12" name="v6-header-title">
            <a:extLst>
              <a:ext uri="{FF2B5EF4-FFF2-40B4-BE49-F238E27FC236}">
                <ns2:creationId id="{615A51D0-4DA8-4298-BADD-A8E2B1261D5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요구사항과 제약 (원본)</a:t>
            </a:r>
            <a:endParaRPr lang="ko-KR">
              <a:latin typeface="Calibri"/>
              <a:ea typeface="Calibri"/>
              <a:cs typeface="Calibri"/>
            </a:endParaRPr>
          </a:p>
        </p:txBody>
      </p:sp>
      <p:sp>
        <p:nvSpPr>
          <p:cNvPr id="13" name="v6-header-rule">
            <a:extLst>
              <a:ext uri="{FF2B5EF4-FFF2-40B4-BE49-F238E27FC236}">
                <ns2:creationId id="{41C9B977-EDD4-4EAE-8FA5-BD46ED20AA12}"/>
              </a:ext>
            </a:extLst>
          </p:cNvPr>
          <p:cNvSpPr>
            <a:spLocks noGrp="1"/>
          </p:cNvSpPr>
          <p:nvPr/>
        </p:nvSpPr>
        <p:spPr>
          <a:xfrm>
            <a:off x="495300" y="990600"/>
            <a:ext cx="17335500" cy="0"/>
          </a:xfrm>
          <a:prstGeom prst="line">
            <a:avLst/>
          </a:prstGeom>
          <a:noFill/>
          <a:ln w="19050">
            <a:solidFill>
              <a:srgbClr val="A6A6A6"/>
            </a:solidFill>
          </a:ln>
        </p:spPr>
      </p:sp>
      <p:sp>
        <p:nvSpPr>
          <p:cNvPr id="14" name="v6-header-stage-0">
            <a:extLst>
              <a:ext uri="{FF2B5EF4-FFF2-40B4-BE49-F238E27FC236}">
                <ns2:creationId id="{9A9B8111-F8F5-4159-9390-B2DAC59D6EC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5" name="v6-header-stage-1">
            <a:extLst>
              <a:ext uri="{FF2B5EF4-FFF2-40B4-BE49-F238E27FC236}">
                <ns2:creationId id="{3CD123CA-CA86-4248-9B5E-76BF84301DB0}"/>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6" name="v6-header-stage-2">
            <a:extLst>
              <a:ext uri="{FF2B5EF4-FFF2-40B4-BE49-F238E27FC236}">
                <ns2:creationId id="{8AC42AB3-7BED-4C36-94DC-8CB3635D836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7" name="v6-header-stage-3">
            <a:extLst>
              <a:ext uri="{FF2B5EF4-FFF2-40B4-BE49-F238E27FC236}">
                <ns2:creationId id="{233967C7-02BF-44C1-A036-56ECBA45429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8" name="v6-header-stage-4">
            <a:extLst>
              <a:ext uri="{FF2B5EF4-FFF2-40B4-BE49-F238E27FC236}">
                <ns2:creationId id="{4589EB49-9126-4062-B044-EE006381269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 name="v6-header-page">
            <a:extLst>
              <a:ext uri="{FF2B5EF4-FFF2-40B4-BE49-F238E27FC236}">
                <ns2:creationId id="{13E0E7D6-5246-4474-A58E-4179D2D44C6B}"/>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40 / 63</a:t>
            </a:r>
            <a:endParaRPr lang="ko-KR">
              <a:latin typeface="Calibri"/>
              <a:ea typeface="Calibri"/>
              <a:cs typeface="Calibri"/>
            </a:endParaRPr>
          </a:p>
        </p:txBody>
      </p:sp>
    </p:spTree>
    <p:extLst>
      <p:ext uri="{BB962C8B-B14F-4D97-AF65-F5344CB8AC3E}">
        <p14:creationId val="1503880560"/>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name="quality-01-03">
    <p:bg>
      <p:bgPr>
        <a:solidFill>
          <a:srgbClr val="FFFFFF"/>
        </a:solidFill>
      </p:bgPr>
    </p:bg>
    <p:spTree>
      <p:nvGrpSpPr>
        <p:cNvPr id="1" name=""/>
        <p:cNvGrpSpPr/>
        <p:nvPr/>
      </p:nvGrpSpPr>
      <p:grpSpPr>
        <a:xfrm/>
      </p:grpSpPr>
      <p:sp>
        <p:nvSpPr>
          <p:cNvPr id="4"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정확성과 응답시간</a:t>
            </a:r>
            <a:endParaRPr lang="ko-KR">
              <a:solidFill>
                <a:srgbClr val="000000"/>
              </a:solidFill>
              <a:latin typeface="Calibri"/>
              <a:ea typeface="Calibri"/>
              <a:cs typeface="Calibri"/>
            </a:endParaRPr>
          </a:p>
        </p:txBody>
      </p:sp>
      <p:sp>
        <p:nvSpPr>
          <p:cNvPr id="5"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ASR-QA-01</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50개 조건당 오류 1개 이하, 전체 시나리오 실패 ≤5%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1</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ASR-QA-02</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대화 흐름 1초, 끼어들기 local stop 0.1초 관리</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2</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ASR-QA-03</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의미 6초 + 연결 1초 + 전달 1초 + 재검증 2초</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3</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14" name="v6-header-title">
            <a:extLst>
              <a:ext uri="{FF2B5EF4-FFF2-40B4-BE49-F238E27FC236}">
                <ns2:creationId id="{84CAC60D-3899-4DDB-9471-A82C6F9395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(원본 1/2)</a:t>
            </a:r>
            <a:endParaRPr lang="ko-KR">
              <a:latin typeface="Calibri"/>
              <a:ea typeface="Calibri"/>
              <a:cs typeface="Calibri"/>
            </a:endParaRPr>
          </a:p>
        </p:txBody>
      </p:sp>
      <p:sp>
        <p:nvSpPr>
          <p:cNvPr id="15" name="v6-header-rule">
            <a:extLst>
              <a:ext uri="{FF2B5EF4-FFF2-40B4-BE49-F238E27FC236}">
                <ns2:creationId id="{E67E49B0-EEF4-4FEA-999E-CF7A5F2E54F8}"/>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1447369A-5D83-4212-AB4B-985FB45EA7D7}"/>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56AF0776-37B2-4BC1-ADB8-DBF7FCA80D2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D621FBF5-517E-4C9E-BB77-523E6C589FA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0C49C97-DBC8-4476-B264-AF7EC9A823F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B7E33B3E-AE5A-42B7-90DB-92860FD14EBD}"/>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A051A995-068D-4F5E-9C9E-1FAA6C20B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41 / 63</a:t>
            </a:r>
            <a:endParaRPr lang="ko-KR">
              <a:latin typeface="Calibri"/>
              <a:ea typeface="Calibri"/>
              <a:cs typeface="Calibri"/>
            </a:endParaRPr>
          </a:p>
        </p:txBody>
      </p:sp>
    </p:spTree>
    <p:extLst>
      <p:ext uri="{BB962C8B-B14F-4D97-AF65-F5344CB8AC3E}">
        <p14:creationId val="1354158922"/>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name="quality-04-06">
    <p:bg>
      <p:bgPr>
        <a:solidFill>
          <a:srgbClr val="FFFFFF"/>
        </a:solidFill>
      </p:bgPr>
    </p:bg>
    <p:spTree>
      <p:nvGrpSpPr>
        <p:cNvPr id="1" name=""/>
        <p:cNvGrpSpPr/>
        <p:nvPr/>
      </p:nvGrpSpPr>
      <p:grpSpPr>
        <a:xfrm/>
      </p:grpSpPr>
      <p:sp>
        <p:nvSpPr>
          <p:cNvPr id="4"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비용, 변경 용이성과 메모리</a:t>
            </a:r>
            <a:endParaRPr lang="ko-KR">
              <a:solidFill>
                <a:srgbClr val="000000"/>
              </a:solidFill>
              <a:latin typeface="Calibri"/>
              <a:ea typeface="Calibri"/>
              <a:cs typeface="Calibri"/>
            </a:endParaRPr>
          </a:p>
        </p:txBody>
      </p:sp>
      <p:sp>
        <p:nvSpPr>
          <p:cNvPr id="5"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ASR-QA-04</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신규 audio·Text 기본 $0.351840 + 추가 여유 $0.148160</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4</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일상 변경을 adapter/생산/소비 약 3개 책임에 국소화</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5</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ASR-QA-06</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32GB급 PC의 사용자 앱과 공존하는 VIA 4GiB 예산</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6</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14" name="v6-header-title">
            <a:extLst>
              <a:ext uri="{FF2B5EF4-FFF2-40B4-BE49-F238E27FC236}">
                <ns2:creationId id="{1C8A39F1-12D0-4C03-8B8C-6389149A193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(원본 2/2)</a:t>
            </a:r>
            <a:endParaRPr lang="ko-KR">
              <a:latin typeface="Calibri"/>
              <a:ea typeface="Calibri"/>
              <a:cs typeface="Calibri"/>
            </a:endParaRPr>
          </a:p>
        </p:txBody>
      </p:sp>
      <p:sp>
        <p:nvSpPr>
          <p:cNvPr id="15" name="v6-header-rule">
            <a:extLst>
              <a:ext uri="{FF2B5EF4-FFF2-40B4-BE49-F238E27FC236}">
                <ns2:creationId id="{FB7D3256-20FF-46EF-BB88-063FD167D77C}"/>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DDD4DA67-6C5A-4D78-AAB4-2BD7743D4FA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3EDF13DA-0E1C-45E1-A9BD-E5A628CED9A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14F8C5F0-1848-4757-985B-7E5BC87C8D1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43B2034C-540F-4286-BDF9-9F69E69D954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96E31C7D-D21C-400E-B2DD-E6E2969DA0C1}"/>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34E0DD57-6BA3-4AFE-B262-8CA8104D55CA}"/>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42 / 63</a:t>
            </a:r>
            <a:endParaRPr lang="ko-KR">
              <a:latin typeface="Calibri"/>
              <a:ea typeface="Calibri"/>
              <a:cs typeface="Calibri"/>
            </a:endParaRPr>
          </a:p>
        </p:txBody>
      </p:sp>
    </p:spTree>
    <p:extLst>
      <p:ext uri="{BB962C8B-B14F-4D97-AF65-F5344CB8AC3E}">
        <p14:creationId val="1472402474"/>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name="quality-workload">
    <p:bg>
      <p:bgPr>
        <a:solidFill>
          <a:srgbClr val="FFFFFF"/>
        </a:solidFill>
      </p:bgPr>
    </p:bg>
    <p:spTree>
      <p:nvGrpSpPr>
        <p:cNvPr id="1" name=""/>
        <p:cNvGrpSpPr/>
        <p:nvPr/>
      </p:nvGrpSpPr>
      <p:grpSpPr>
        <a:xfrm/>
      </p:grpSpPr>
      <p:sp>
        <p:nvSpPr>
          <p:cNvPr id="4" name="headline">
            <a:extLst>
              <a:ext uri="{FF2B5EF4-FFF2-40B4-BE49-F238E27FC236}">
                <ns2:creationId id="{715F801B-A56C-4EF6-8168-D77794205A93}"/>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P21: 모든 QA가 같은 사례와 후속 사건을 평가</a:t>
            </a:r>
            <a:endParaRPr lang="ko-KR">
              <a:solidFill>
                <a:srgbClr val="000000"/>
              </a:solidFill>
              <a:latin typeface="Calibri"/>
              <a:ea typeface="Calibri"/>
              <a:cs typeface="Calibri"/>
            </a:endParaRPr>
          </a:p>
        </p:txBody>
      </p:sp>
      <p:sp>
        <p:nvSpPr>
          <p:cNvPr id="5" name="scope">
            <a:extLst>
              <a:ext uri="{FF2B5EF4-FFF2-40B4-BE49-F238E27FC236}">
                <ns2:creationId id="{7B1BEB6F-27EB-4E38-8BAA-4D03DD34B145}"/>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DP-41/42/44/45의 실제 기제와 오류 경로로 선정한 사례를 동일 조건에서 평가</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86650"/>
        </p:xfrm>
        <a:graphic>
          <a:graphicData uri="http://schemas.openxmlformats.org/drawingml/2006/table">
            <a:tbl>
              <a:tblPr firstRow="0" bandRow="0"/>
              <a:tblGrid>
                <a:gridCol w="2667000"/>
                <a:gridCol w="8001000"/>
                <a:gridCol w="6705600"/>
              </a:tblGrid>
              <a:tr h="4762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활동 / 관측</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고정 조건</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QA에서 읽는 값</a:t>
                      </a:r>
                      <a:endParaRPr lang="ko-KR">
                        <a:solidFill>
                          <a:srgbClr val="000000"/>
                        </a:solidFill>
                        <a:latin typeface="Calibri"/>
                        <a:ea typeface="Calibri"/>
                        <a:cs typeface="Calibri"/>
                      </a:endParaRPr>
                    </a:p>
                  </a:txBody>
                  <a:tcPr marL="133350" marR="114300" marT="57150" marB="57150" anchor="ctr">
                    <a:solidFill>
                      <a:srgbClr val="C6E0B4"/>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사례 선정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S1~S6: 2 / 5 / 3 / 3 / 4 / 4개 = 21개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기존 17 유지, 선호 등록은 회귀, 민감 사례 4개 추가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DP-41/42/44/45의 실제 기제 경로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공통 기준 경로와 차이를 활성화하는 경로 포함</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같은 활동 5회</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각 활동에서 21개를 한 번씩, 전체 5회 독립 초기화</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S2-02 → S2-04 실제 재사용의 선후는 고정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사용자 목표 19 + Agent 단독 2장면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네 Agent 동시 사건은 S5-04 내부에 포함</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모든 정확성과 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정확성: 모든 21사례의 6조건 × 5회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시간: 같은 사례의 첫 반응과 전체 완료</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정확성 105시나리오 / 630조건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반응 27×5=135 / 처리 19×5=95</a:t>
                      </a:r>
                      <a:endParaRPr lang="ko-KR">
                        <a:solidFill>
                          <a:srgbClr val="000000"/>
                        </a:solidFill>
                        <a:latin typeface="Calibri"/>
                        <a:ea typeface="Calibri"/>
                        <a:cs typeface="Calibri"/>
                      </a:endParaRPr>
                    </a:p>
                  </a:txBody>
                  <a:tcPr marL="133350" marR="114300" marT="57150" marB="57150" anchor="ctr">
                    <a:solidFill>
                      <a:srgbClr val="FFFFFF"/>
                    </a:solidFill>
                  </a:tcPr>
                </a:tc>
              </a:tr>
              <a:tr h="13525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같은 비용과 메모리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P21 전체 5회: 비용 평균 / 메모리 최대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 입력 50초 / 출력 179초 / 의미 62호출 예산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비용 ≤$0.50/P21 / commit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호출·청구·할당은 후보 경로의 결과</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초기 자료와 집중 부하</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과거 2,000turn / 완료 Task 200 / 원본 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 최대 10 / cloud 호출 최대 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초기/미사용 생산, 재사용, 첫 사용, 집중 도착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동일 원천·허용·외부 응답·모델/기능 조건</a:t>
                      </a:r>
                      <a:endParaRPr lang="ko-KR">
                        <a:solidFill>
                          <a:srgbClr val="000000"/>
                        </a:solidFill>
                        <a:latin typeface="Calibri"/>
                        <a:ea typeface="Calibri"/>
                        <a:cs typeface="Calibri"/>
                      </a:endParaRPr>
                    </a:p>
                  </a:txBody>
                  <a:tcPr marL="133350" marR="114300" marT="57150" marB="57150" anchor="ctr">
                    <a:solidFill>
                      <a:srgbClr val="FFFFFF"/>
                    </a:solidFill>
                  </a:tcPr>
                </a:tc>
              </a:tr>
              <a:tr h="10096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회수와 보호</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원본 갱신 4건 / maintenance 2회 / B04 철회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drain ≤30초 + idle 10초, 실제 실패는 보존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일반 ≥100/105 ≤2초 / 집중 30/30 ≤5초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local stop 모두 ≤0.1초 / 유휴 증가 ≤16MiB</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39BA2169-894D-41BA-AEB7-90A442B854A3}"/>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03-02 §3.2 선정/대응표, §8 공통 실행 / 다음 3장은 21개 전체 대응표 / 작성자 설계 PoC, 미실측</a:t>
            </a:r>
            <a:endParaRPr lang="ko-KR">
              <a:solidFill>
                <a:srgbClr val="000000"/>
              </a:solidFill>
              <a:latin typeface="Calibri"/>
              <a:ea typeface="Calibri"/>
              <a:cs typeface="Calibri"/>
            </a:endParaRPr>
          </a:p>
        </p:txBody>
      </p:sp>
      <p:sp>
        <p:nvSpPr>
          <p:cNvPr id="14" name="v6-header-title">
            <a:extLst>
              <a:ext uri="{FF2B5EF4-FFF2-40B4-BE49-F238E27FC236}">
                <ns2:creationId id="{FB5F7994-99C7-4DCB-B47B-7657E7BD41B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공통 평가 활동 | P21</a:t>
            </a:r>
            <a:endParaRPr lang="ko-KR">
              <a:latin typeface="Calibri"/>
              <a:ea typeface="Calibri"/>
              <a:cs typeface="Calibri"/>
            </a:endParaRPr>
          </a:p>
        </p:txBody>
      </p:sp>
      <p:sp>
        <p:nvSpPr>
          <p:cNvPr id="15" name="v6-header-rule">
            <a:extLst>
              <a:ext uri="{FF2B5EF4-FFF2-40B4-BE49-F238E27FC236}">
                <ns2:creationId id="{064D2497-ECE8-4B2D-960C-D55D579AD265}"/>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5BA468E6-B787-4424-8D3D-EA88BBEEF4C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E1ED0EAB-3078-4D98-9280-640838CC78F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54D5B234-0D3E-4C12-B0E2-460FCEEF70A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8358ED6B-8961-4FDF-BC6E-2FA00F0CEAA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F5B2EF39-CDC9-4349-9D5D-0AC9A05E283B}"/>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CF3BD558-C385-4DA1-A964-E80ACC29B3B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26 / 63</a:t>
            </a:r>
            <a:endParaRPr lang="ko-KR">
              <a:latin typeface="Calibri"/>
              <a:ea typeface="Calibri"/>
              <a:cs typeface="Calibri"/>
            </a:endParaRPr>
          </a:p>
        </p:txBody>
      </p:sp>
    </p:spTree>
    <p:extLst>
      <p:ext uri="{BB962C8B-B14F-4D97-AF65-F5344CB8AC3E}">
        <p14:creationId val="69634054"/>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name="quality-cases-01-07">
    <p:bg>
      <p:bgPr>
        <a:solidFill>
          <a:srgbClr val="FFFFFF"/>
        </a:solidFill>
      </p:bgPr>
    </p:bg>
    <p:spTree>
      <p:nvGrpSpPr>
        <p:cNvPr id="1" name=""/>
        <p:cNvGrpSpPr/>
        <p:nvPr/>
      </p:nvGrpSpPr>
      <p:grpSpPr>
        <a:xfrm/>
      </p:grpSpPr>
      <p:sp>
        <p:nvSpPr>
          <p:cNvPr id="4" name="headline">
            <a:extLst>
              <a:ext uri="{FF2B5EF4-FFF2-40B4-BE49-F238E27FC236}">
                <ns2:creationId id="{6B5013C6-3440-4E93-BEE4-A554673FA597}"/>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1~7 / 21</a:t>
            </a:r>
            <a:endParaRPr lang="ko-KR">
              <a:solidFill>
                <a:srgbClr val="000000"/>
              </a:solidFill>
              <a:latin typeface="Calibri"/>
              <a:ea typeface="Calibri"/>
              <a:cs typeface="Calibri"/>
            </a:endParaRPr>
          </a:p>
        </p:txBody>
      </p:sp>
      <p:sp>
        <p:nvSpPr>
          <p:cNvPr id="5" name="scope">
            <a:extLst>
              <a:ext uri="{FF2B5EF4-FFF2-40B4-BE49-F238E27FC236}">
                <ns2:creationId id="{1BA199DD-AF3B-4188-AA0B-0A5549459B40}"/>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S1-01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제한된 정보 조회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단순 직접/위임의 공통 기준 경로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D1의 정확한 날짜 답변 전달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D1 마감일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S1-02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보고서 업무 위임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신규 업무 인계와 정상 접수의 기준 경로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해당 보고서의 실제 접수/진행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ReportQ3@v1 최종 결과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중 두 표 지칭</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동일 발화의 복수 지칭을 실제 근거에 결합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발화 당시 두 표의 올바른 비교/위임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지정 두 표 비교 결과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과거 설명과 두 업무 결과 재사용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예외를 포함하는 세 과거 원본의 실제 연결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과거 근거/조건이 맞는 제안서 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갱신된 원본의 과거 값 지정</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원본 갱신 뒤 과거 revision의 보존/검증</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과거 v1 값 지정이 맞는 실제 작성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TablePast@v1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과거 근거의 두 번째 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원본 재사용의 cache/관계 hit와 전체 생산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두 번째 새 제안서의 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ProposalRepeat@v1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S2-05</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새로 도착한 과거 근거의 첫 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원본 첫 사용의 조합/미게시 backfill 대기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새 근거를 확보한 실제 제안서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ProposalFresh@v1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A6B92724-953C-4F37-94B1-B29C9617062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A7F2230E-3AC8-4687-9782-7C8F8C09859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(1/3)</a:t>
            </a:r>
            <a:endParaRPr lang="ko-KR">
              <a:latin typeface="Calibri"/>
              <a:ea typeface="Calibri"/>
              <a:cs typeface="Calibri"/>
            </a:endParaRPr>
          </a:p>
        </p:txBody>
      </p:sp>
      <p:sp>
        <p:nvSpPr>
          <p:cNvPr id="15" name="v6-header-rule">
            <a:extLst>
              <a:ext uri="{FF2B5EF4-FFF2-40B4-BE49-F238E27FC236}">
                <ns2:creationId id="{51202A41-177C-4B69-8837-4BAC9E87F0BF}"/>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AC4B90C7-6B17-4EFF-ADE1-835EA3FEDA7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B4887712-1FBE-4CDF-A907-6EB6EEAECF9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0D9C706F-3DFD-4697-89BA-56328BE4642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7E0F45F0-F548-4209-8AF0-4AD84472AF6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5485B4F0-F89B-451B-B10E-BC90957AB1B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B713ACAA-4059-4A40-8E3C-1E4497C1900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27 / 63</a:t>
            </a:r>
            <a:endParaRPr lang="ko-KR">
              <a:latin typeface="Calibri"/>
              <a:ea typeface="Calibri"/>
              <a:cs typeface="Calibri"/>
            </a:endParaRPr>
          </a:p>
        </p:txBody>
      </p:sp>
    </p:spTree>
    <p:extLst>
      <p:ext uri="{BB962C8B-B14F-4D97-AF65-F5344CB8AC3E}">
        <p14:creationId val="824767429"/>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name="quality-cases-08-14">
    <p:bg>
      <p:bgPr>
        <a:solidFill>
          <a:srgbClr val="FFFFFF"/>
        </a:solidFill>
      </p:bgPr>
    </p:bg>
    <p:spTree>
      <p:nvGrpSpPr>
        <p:cNvPr id="1" name=""/>
        <p:cNvGrpSpPr/>
        <p:nvPr/>
      </p:nvGrpSpPr>
      <p:grpSpPr>
        <a:xfrm/>
      </p:grpSpPr>
      <p:sp>
        <p:nvSpPr>
          <p:cNvPr id="4" name="headline">
            <a:extLst>
              <a:ext uri="{FF2B5EF4-FFF2-40B4-BE49-F238E27FC236}">
                <ns2:creationId id="{772EAC89-9866-45D3-9B68-B1616A6F3F4C}"/>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8~14 / 21</a:t>
            </a:r>
            <a:endParaRPr lang="ko-KR">
              <a:solidFill>
                <a:srgbClr val="000000"/>
              </a:solidFill>
              <a:latin typeface="Calibri"/>
              <a:ea typeface="Calibri"/>
              <a:cs typeface="Calibri"/>
            </a:endParaRPr>
          </a:p>
        </p:txBody>
      </p:sp>
      <p:sp>
        <p:nvSpPr>
          <p:cNvPr id="5" name="scope">
            <a:extLst>
              <a:ext uri="{FF2B5EF4-FFF2-40B4-BE49-F238E27FC236}">
                <ns2:creationId id="{6D24104C-4BAD-4D68-BA51-2D7766489DF9}"/>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독립된 두 조회 요청</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 read의 병렬 진행을 양안에 허용하는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독립 두 목표의 구분된 유효 답변/실제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 두 조회 결과 모두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요약 산출물에 의존하는 메일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의존/중복 반환의 전체 continuation</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현재 요약/의존 메일의 유효 처리 사실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현재 요약의 민수 메일 발송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일정 조건의 변경 재확인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해석 뒤 조건 변경의 재조회/재확정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최신 BUSY와 일정 생성 안 함의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최신 BUSY/미생성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부분 정정과 늦은 후보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부분 정정과 옛 후보의 늦은 반환</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보고서 변경 접수와 메일 보존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ReportRevised@v2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중단 뒤 지정 수치 설명</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local stop와 새 설명의 분리, input 지속</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발화 acoustic onset → 옛 음성의 마지막 재생 sample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지정 수치의 새 설명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특정 업무 취소와 접수 미확인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hold/취소 접수/외부 미확인의 실제 순서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메일 취소 전달/미확인 상태의 정직한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명세된 취소 접수/미확인 disposition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교차 질문과 철회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질문 교차/철회와 실제 제시의 연결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메일 질문 source availability → 올바른 수신자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사용자 목표 없음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QA-02로 도착→전달 관측</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519DFFFF-4FC5-46B4-9804-E4C74916C347}"/>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49541B89-AD9F-4841-856B-2FA33015069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(2/3)</a:t>
            </a:r>
            <a:endParaRPr lang="ko-KR">
              <a:latin typeface="Calibri"/>
              <a:ea typeface="Calibri"/>
              <a:cs typeface="Calibri"/>
            </a:endParaRPr>
          </a:p>
        </p:txBody>
      </p:sp>
      <p:sp>
        <p:nvSpPr>
          <p:cNvPr id="15" name="v6-header-rule">
            <a:extLst>
              <a:ext uri="{FF2B5EF4-FFF2-40B4-BE49-F238E27FC236}">
                <ns2:creationId id="{8E9EDF47-EAE3-453F-A6F9-D4ACBB97AA7B}"/>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EB9AA9BD-C15F-4C70-B6BD-F3F3CEEC854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D5E90D-BC7D-43AD-95DB-8CBB7E913CC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743F6148-33C1-47DB-A4E2-737F2702140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F48D1DB5-212A-48D8-8C2F-8B61DC0D935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B18B3A60-FF79-41C5-9C80-DCB7075F94CD}"/>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6A37EED5-8086-4783-9291-748F5D63B54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28 / 63</a:t>
            </a:r>
            <a:endParaRPr lang="ko-KR">
              <a:latin typeface="Calibri"/>
              <a:ea typeface="Calibri"/>
              <a:cs typeface="Calibri"/>
            </a:endParaRPr>
          </a:p>
        </p:txBody>
      </p:sp>
    </p:spTree>
    <p:extLst>
      <p:ext uri="{BB962C8B-B14F-4D97-AF65-F5344CB8AC3E}">
        <p14:creationId val="128132913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name="quality-cases-15-21">
    <p:bg>
      <p:bgPr>
        <a:solidFill>
          <a:srgbClr val="FFFFFF"/>
        </a:solidFill>
      </p:bgPr>
    </p:bg>
    <p:spTree>
      <p:nvGrpSpPr>
        <p:cNvPr id="1" name=""/>
        <p:cNvGrpSpPr/>
        <p:nvPr/>
      </p:nvGrpSpPr>
      <p:grpSpPr>
        <a:xfrm/>
      </p:grpSpPr>
      <p:sp>
        <p:nvSpPr>
          <p:cNvPr id="4" name="headline">
            <a:extLst>
              <a:ext uri="{FF2B5EF4-FFF2-40B4-BE49-F238E27FC236}">
                <ns2:creationId id="{1CF8123F-5FA8-4B92-8A5C-1CB2DFED53DC}"/>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15~21 / 21</a:t>
            </a:r>
            <a:endParaRPr lang="ko-KR">
              <a:solidFill>
                <a:srgbClr val="000000"/>
              </a:solidFill>
              <a:latin typeface="Calibri"/>
              <a:ea typeface="Calibri"/>
              <a:cs typeface="Calibri"/>
            </a:endParaRPr>
          </a:p>
        </p:txBody>
      </p:sp>
      <p:sp>
        <p:nvSpPr>
          <p:cNvPr id="5" name="scope">
            <a:extLst>
              <a:ext uri="{FF2B5EF4-FFF2-40B4-BE49-F238E27FC236}">
                <ns2:creationId id="{D4BD1A16-64DC-4C7E-B119-4D44B42C895D}"/>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역전과 중복</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역전/중복의 현재성 및 publication</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최신 유효 결과 source availability → 올바른 현재 결과 실제 전달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사용자 목표 없음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QA-02로 도착→전달 관측</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종료 중 결과와 재연결</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Voice Connection과 Task/결과의 독립 수명</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도착 → Text 전달 (1)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재연결 발화 끝 → Voice 전달 (1)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재연결 요청에 기존 결과 안내</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중 네 Agent 사건과 보고서 정정</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입력+네 Agent 사건의 queue/join/폐기/동시 할당</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끼어들기 → local stop (1)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정정 → 접수 (1), 질문 2 / 결과 2 → 제시 (4)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ReportBurst@v2 전달 및 지정 독립 반응 유지</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모호한 과거 보고서 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모호한 대상의 확인과 후속 변경 전체 cycle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최초 발화 종료 → 보고서 대상/수정 내용 확인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ConfirmedRevision@v2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철회된 질문 답변과 승인 범위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미제시/철회 질문의 답변과 승인 scope 분리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최초 발화 종료 → 현재 정보 동의의 재확인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허용된 연락처 제공/발송 미승인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필요한 자료의 접근 거부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허용 부족에서 조기 차단되는 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접근 권한 부족/금액 확인 불가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접근 거부와 확인 불가의 정당한 처리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실제 제시된 유효 질문에 답변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질문 답변의 정상 조회/확정/receipt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상반기 답변의 실제 접수와 기간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기간 답변의 접수/확정 안내</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EBA1B850-67B8-452E-9A4A-32B3B7F45FF3}"/>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ABABE211-8DB7-4387-AEC3-84E19E541CCD}"/>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(3/3)</a:t>
            </a:r>
            <a:endParaRPr lang="ko-KR">
              <a:latin typeface="Calibri"/>
              <a:ea typeface="Calibri"/>
              <a:cs typeface="Calibri"/>
            </a:endParaRPr>
          </a:p>
        </p:txBody>
      </p:sp>
      <p:sp>
        <p:nvSpPr>
          <p:cNvPr id="15" name="v6-header-rule">
            <a:extLst>
              <a:ext uri="{FF2B5EF4-FFF2-40B4-BE49-F238E27FC236}">
                <ns2:creationId id="{54AFA5B9-6E15-41B6-A53A-28F14C6B9B8C}"/>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F9058BC3-8A92-489B-A9A1-03F3C3DEA03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F735BC77-06DC-4A21-A9C2-B1488EDD26B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4206AD08-52A9-40E0-8AFB-E06239B6631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8D58B4CA-B078-47C9-9AEE-988E76B5C75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266D34D-B202-47FF-BB4B-9040745AC0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7E8E1552-04BC-4171-9BDA-2FA4A9904DE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29 / 63</a:t>
            </a:r>
            <a:endParaRPr lang="ko-KR">
              <a:latin typeface="Calibri"/>
              <a:ea typeface="Calibri"/>
              <a:cs typeface="Calibri"/>
            </a:endParaRPr>
          </a:p>
        </p:txBody>
      </p:sp>
    </p:spTree>
    <p:extLst>
      <p:ext uri="{BB962C8B-B14F-4D97-AF65-F5344CB8AC3E}">
        <p14:creationId val="1816452385"/>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name="qa01-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8250E3C5-71A5-4491-A172-D73A9B188B88}"/>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ASR-QA-01</a:t>
            </a:r>
            <a:endParaRPr lang="ko-KR">
              <a:solidFill>
                <a:srgbClr val="000000"/>
              </a:solidFill>
              <a:latin typeface="Calibri"/>
              <a:ea typeface="Calibri"/>
              <a:cs typeface="Calibri"/>
            </a:endParaRPr>
          </a:p>
        </p:txBody>
      </p:sp>
      <p:sp>
        <p:nvSpPr>
          <p:cNvPr id="6" name="basis-label">
            <a:extLst>
              <a:ext uri="{FF2B5EF4-FFF2-40B4-BE49-F238E27FC236}">
                <ns2:creationId id="{E4F4FBA4-7775-4007-8FE5-74D06BEB2A4C}"/>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2101B979-2A7C-4A84-B8D1-3DC0ECB552F7}"/>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VIA는 업무, 근거, 조건과 실제 전달을 연결한다.</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잘못 연결하면 사용자가 업무를 다시 식별하고 수정해야 한다.</a:t>
            </a:r>
            <a:endParaRPr lang="ko-KR">
              <a:solidFill>
                <a:srgbClr val="000000"/>
              </a:solidFill>
              <a:latin typeface="Calibri"/>
              <a:ea typeface="Calibri"/>
              <a:cs typeface="Calibri"/>
            </a:endParaRPr>
          </a:p>
        </p:txBody>
      </p:sp>
      <p:sp>
        <p:nvSpPr>
          <p:cNvPr id="8" name="choice">
            <a:extLst>
              <a:ext uri="{FF2B5EF4-FFF2-40B4-BE49-F238E27FC236}">
                <ns2:creationId id="{5C11987B-6FDE-46CB-893D-F9C842254C9A}"/>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필수 조건 오류 ≤2%, 전체 시나리오 실패 ≤5%를 선택.</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21개 모든 사례와 재사용/집중 도착/최종 tail을 채점.</a:t>
            </a:r>
            <a:endParaRPr lang="ko-KR">
              <a:solidFill>
                <a:srgbClr val="000000"/>
              </a:solidFill>
              <a:latin typeface="Calibri"/>
              <a:ea typeface="Calibri"/>
              <a:cs typeface="Calibri"/>
            </a:endParaRPr>
          </a:p>
        </p:txBody>
      </p:sp>
      <p:sp>
        <p:nvSpPr>
          <p:cNvPr id="9" name="calculation-title">
            <a:extLst>
              <a:ext uri="{FF2B5EF4-FFF2-40B4-BE49-F238E27FC236}">
                <ns2:creationId id="{E4A2EFBA-7912-4515-B776-C159B66A17B4}"/>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분모</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21 × 5 × 6 = 630조건, 모든 필수 사실 통과 시 1</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목표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정답 618개 이상 / 오답 최대 12개</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시나리오 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6조건 모두 정답인 시나리오 ≥100/105</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 / C 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상황군별 / 조건 유형별 각각 ≥95%</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필수 위반</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무관 업무/중복 효과/잘못된 승인/무허용 사용 0건</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≥1pp + 5쌍 같은 방향; 원값/최소/최대 공개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692DFC6E-BF15-4B84-9457-7232D6A878D8}"/>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21개 명세/6조건/최종 tail은 03-02 §3·8.2.</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실제 출력으로 채점하며 가정 정답률을 생성하지 않음.</a:t>
            </a:r>
            <a:endParaRPr lang="ko-KR">
              <a:solidFill>
                <a:srgbClr val="000000"/>
              </a:solidFill>
              <a:latin typeface="Calibri"/>
              <a:ea typeface="Calibri"/>
              <a:cs typeface="Calibri"/>
            </a:endParaRPr>
          </a:p>
        </p:txBody>
      </p:sp>
      <p:sp>
        <p:nvSpPr>
          <p:cNvPr id="12" name="score-label">
            <a:extLst>
              <a:ext uri="{FF2B5EF4-FFF2-40B4-BE49-F238E27FC236}">
                <ns2:creationId id="{BA5601A4-4272-48B1-92A9-5CD8B24700B5}"/>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정확히 100%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99.6% ≤ x &lt; 100%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99.2% ≤ x &lt; 99.6%</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98.8% ≤ x &lt; 99.2%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98.4% ≤ x &lt; 98.8%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98% ≤ x &lt; 98.4%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&lt; 98%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8BDB9455-1F15-4287-8C18-0F72A9C49BD4}"/>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B2F6EF77-1DEB-4104-9688-F546DC919A16}"/>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VIA 고정 기능/UC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QA01. 정확성 지표와 등급</a:t>
            </a:r>
            <a:endParaRPr lang="ko-KR">
              <a:latin typeface="Calibri"/>
              <a:ea typeface="Calibri"/>
              <a:cs typeface="Calibri"/>
            </a:endParaRPr>
          </a:p>
        </p:txBody>
      </p:sp>
      <p:sp>
        <p:nvSpPr>
          <p:cNvPr id="30"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30 / 63</a:t>
            </a:r>
            <a:endParaRPr lang="ko-KR">
              <a:latin typeface="Calibri"/>
              <a:ea typeface="Calibri"/>
              <a:cs typeface="Calibri"/>
            </a:endParaRPr>
          </a:p>
        </p:txBody>
      </p:sp>
    </p:spTree>
    <p:extLst>
      <p:ext uri="{BB962C8B-B14F-4D97-AF65-F5344CB8AC3E}">
        <p14:creationId val="657752641"/>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name="qa02-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27A0E684-A37B-49C0-8580-331DED886D71}"/>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ASR-QA-02</a:t>
            </a:r>
            <a:endParaRPr lang="ko-KR">
              <a:solidFill>
                <a:srgbClr val="000000"/>
              </a:solidFill>
              <a:latin typeface="Calibri"/>
              <a:ea typeface="Calibri"/>
              <a:cs typeface="Calibri"/>
            </a:endParaRPr>
          </a:p>
        </p:txBody>
      </p:sp>
      <p:sp>
        <p:nvSpPr>
          <p:cNvPr id="6" name="basis-label">
            <a:extLst>
              <a:ext uri="{FF2B5EF4-FFF2-40B4-BE49-F238E27FC236}">
                <ns2:creationId id="{F3293F1B-DAA8-4775-A158-F9B38DE4589C}"/>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A230FCCF-A31F-45F7-9ED4-420D94528AE6}"/>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Nielsen 응답시간 참조: 즉각 제어 0.1초,</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대화 흐름 1초, 주의 유지 10초.</a:t>
            </a:r>
            <a:endParaRPr lang="ko-KR">
              <a:solidFill>
                <a:srgbClr val="000000"/>
              </a:solidFill>
              <a:latin typeface="Calibri"/>
              <a:ea typeface="Calibri"/>
              <a:cs typeface="Calibri"/>
            </a:endParaRPr>
          </a:p>
        </p:txBody>
      </p:sp>
      <p:sp>
        <p:nvSpPr>
          <p:cNvPr id="8" name="choice">
            <a:extLst>
              <a:ext uri="{FF2B5EF4-FFF2-40B4-BE49-F238E27FC236}">
                <ns2:creationId id="{1D6EB1E0-BE90-4A60-AECE-E0AA9E63226E}"/>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평균 1초, local stop 0.1초를 과제 예산으로 선택.</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생성률 100/130/160 token/s는 가정, 목표 달성 미입증.</a:t>
            </a:r>
            <a:endParaRPr lang="ko-KR">
              <a:solidFill>
                <a:srgbClr val="000000"/>
              </a:solidFill>
              <a:latin typeface="Calibri"/>
              <a:ea typeface="Calibri"/>
              <a:cs typeface="Calibri"/>
            </a:endParaRPr>
          </a:p>
        </p:txBody>
      </p:sp>
      <p:sp>
        <p:nvSpPr>
          <p:cNvPr id="9" name="calculation-title">
            <a:extLst>
              <a:ext uri="{FF2B5EF4-FFF2-40B4-BE49-F238E27FC236}">
                <ns2:creationId id="{6FD247FA-E006-4202-8592-C6F7A7F36139}"/>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시작</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끝 / Agent 원천 도착 / 끼어들기 onset</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종료</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실제 제어 효과 또는 Text + 첫 핵심 음성</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21개 사례의 27반응 × 5회 = 135관측</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일반 / 집중</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일반 ≥100/105회 ≤2초; 집중 30회 전부 ≤5초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실패 / stop</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미전달 0건, 실패 5초 cap; stop 10회 모두 ≤0.1초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≥0.10초 + 5쌍 같은 방향; 귀속 DAG 공개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FA67FD97-402E-414C-BD17-9859CC60DBDB}"/>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모든 사례 → 반응 mapping은 요약 4~6장과 03-02 §3.2.</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사건 평균의 비중과 사례별 값/voice queue도 공개.</a:t>
            </a:r>
            <a:endParaRPr lang="ko-KR">
              <a:solidFill>
                <a:srgbClr val="000000"/>
              </a:solidFill>
              <a:latin typeface="Calibri"/>
              <a:ea typeface="Calibri"/>
              <a:cs typeface="Calibri"/>
            </a:endParaRPr>
          </a:p>
        </p:txBody>
      </p:sp>
      <p:sp>
        <p:nvSpPr>
          <p:cNvPr id="12" name="score-label">
            <a:extLst>
              <a:ext uri="{FF2B5EF4-FFF2-40B4-BE49-F238E27FC236}">
                <ns2:creationId id="{6026D55C-A68D-43D1-8DA1-F7B7D00960B1}"/>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0.2초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0.2초 &lt; x ≤ 0.36초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0.36초 &lt; x ≤ 0.52초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0.52초 &lt; x ≤ 0.68초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0.68초 &lt; x ≤ 0.84초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0.84초 &lt; x ≤ 1초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1초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FB865EAA-81A1-4504-B2C5-0C2E99469C40}"/>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CBF7E74E-74DC-4424-9EC7-FF7B4263E7B8}"/>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Nielsen Norman Group 응답시간 / Qwen 공식 H20 속도 benchmark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B91E50F1-E581-4111-9DBE-1D2A0C262E9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QA02. 상호작용 응답시간 지표</a:t>
            </a:r>
            <a:endParaRPr lang="ko-KR">
              <a:latin typeface="Calibri"/>
              <a:ea typeface="Calibri"/>
              <a:cs typeface="Calibri"/>
            </a:endParaRPr>
          </a:p>
        </p:txBody>
      </p:sp>
      <p:sp>
        <p:nvSpPr>
          <p:cNvPr id="30" name="v6-header-rule">
            <a:extLst>
              <a:ext uri="{FF2B5EF4-FFF2-40B4-BE49-F238E27FC236}">
                <ns2:creationId id="{73EB1846-A201-461E-89C2-731D0BD1C3CF}"/>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8D6D3BB3-42A7-4BE7-8248-8756B6D6362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4743F5B7-5059-4D8F-8787-4549B398958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0F33CA7A-01D8-45F0-90B7-2F59AFA5B03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7EC0F8A0-B469-408A-8D7A-25EA895E3E9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2B667B2B-86B6-4360-B05A-EA430F22CB9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3FC34773-9B28-459D-9CD6-5F02DCAEE68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31 / 63</a:t>
            </a:r>
            <a:endParaRPr lang="ko-KR">
              <a:latin typeface="Calibri"/>
              <a:ea typeface="Calibri"/>
              <a:cs typeface="Calibri"/>
            </a:endParaRPr>
          </a:p>
        </p:txBody>
      </p:sp>
    </p:spTree>
    <p:extLst>
      <p:ext uri="{BB962C8B-B14F-4D97-AF65-F5344CB8AC3E}">
        <p14:creationId val="1176566213"/>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name="qa03-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F4F16A2D-0D85-4FA6-A751-F5F74829C814}"/>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ASR-QA-03</a:t>
            </a:r>
            <a:endParaRPr lang="ko-KR">
              <a:solidFill>
                <a:srgbClr val="000000"/>
              </a:solidFill>
              <a:latin typeface="Calibri"/>
              <a:ea typeface="Calibri"/>
              <a:cs typeface="Calibri"/>
            </a:endParaRPr>
          </a:p>
        </p:txBody>
      </p:sp>
      <p:sp>
        <p:nvSpPr>
          <p:cNvPr id="6" name="basis-label">
            <a:extLst>
              <a:ext uri="{FF2B5EF4-FFF2-40B4-BE49-F238E27FC236}">
                <ns2:creationId id="{BE4E38CB-A096-4214-B340-D696B4E8A90F}"/>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10D927EF-CB14-4348-A018-F43A76BC0020}"/>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외부 Agent 업무와 사람의 입력/답변 대기는 제외한다.</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VIA 해석, 연결, queue와 실제 전달 시간은 남긴다.</a:t>
            </a:r>
            <a:endParaRPr lang="ko-KR">
              <a:solidFill>
                <a:srgbClr val="000000"/>
              </a:solidFill>
              <a:latin typeface="Calibri"/>
              <a:ea typeface="Calibri"/>
              <a:cs typeface="Calibri"/>
            </a:endParaRPr>
          </a:p>
        </p:txBody>
      </p:sp>
      <p:sp>
        <p:nvSpPr>
          <p:cNvPr id="8" name="choice">
            <a:extLst>
              <a:ext uri="{FF2B5EF4-FFF2-40B4-BE49-F238E27FC236}">
                <ns2:creationId id="{8B9FE781-8F4C-4888-92D9-D81036CF1976}"/>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의미 6 + 연결 1 + 전달 1 + 재검증 2 = 10초.</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첫 접수 안내 이후의 전체 후속 처리까지 포함.</a:t>
            </a:r>
            <a:endParaRPr lang="ko-KR">
              <a:solidFill>
                <a:srgbClr val="000000"/>
              </a:solidFill>
              <a:latin typeface="Calibri"/>
              <a:ea typeface="Calibri"/>
              <a:cs typeface="Calibri"/>
            </a:endParaRPr>
          </a:p>
        </p:txBody>
      </p:sp>
      <p:sp>
        <p:nvSpPr>
          <p:cNvPr id="9" name="calculation-title">
            <a:extLst>
              <a:ext uri="{FF2B5EF4-FFF2-40B4-BE49-F238E27FC236}">
                <ns2:creationId id="{54799991-2DB3-47CD-BFD3-C9F9F206514E}"/>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전체 사이클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요청 → 해석 → 인계 → 결과 수신 → 실제 전달</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19개 사용자 목표 × 5회 = 95사이클</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적용 제외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Agent 단독 S5-01/02: 새 사용자 목표 시작 없음</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귀속 계산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DAG의 외부 업무/사람 입력·대기만 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실패 처리</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30초 cap + 미전달 기록; ≥91/95회 ≤15초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≥0.50초 + 5쌍 같은 방향; 최종 결과 관측</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08C13A1D-9D5E-4A01-955C-CB1524CAE9EC}"/>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19개 전체 사이클을 동일 사례에서 관측한다.</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wall-clock / 제외 구간 / 병렬 DAG를 함께 보고.</a:t>
            </a:r>
            <a:endParaRPr lang="ko-KR">
              <a:solidFill>
                <a:srgbClr val="000000"/>
              </a:solidFill>
              <a:latin typeface="Calibri"/>
              <a:ea typeface="Calibri"/>
              <a:cs typeface="Calibri"/>
            </a:endParaRPr>
          </a:p>
        </p:txBody>
      </p:sp>
      <p:sp>
        <p:nvSpPr>
          <p:cNvPr id="12" name="score-label">
            <a:extLst>
              <a:ext uri="{FF2B5EF4-FFF2-40B4-BE49-F238E27FC236}">
                <ns2:creationId id="{4F86AF1F-4B5C-43C2-817D-C301CD9812B1}"/>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2초 &lt; x ≤ 3.6초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3.6초 &lt; x ≤ 5.2초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5.2초 &lt; x ≤ 6.8초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6.8초 &lt; x ≤ 8.4초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8.4초 &lt; x ≤ 10초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10초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A207BE52-2DEE-4680-927E-683B870324CC}"/>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FD712462-2EFC-4536-AF47-1D1E000975D4}"/>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Nielsen Norman Group 응답시간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406BE7E0-13C7-473B-8B4E-C15F979DBE5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QA03. VIA 요청 처리시간 지표</a:t>
            </a:r>
            <a:endParaRPr lang="ko-KR">
              <a:latin typeface="Calibri"/>
              <a:ea typeface="Calibri"/>
              <a:cs typeface="Calibri"/>
            </a:endParaRPr>
          </a:p>
        </p:txBody>
      </p:sp>
      <p:sp>
        <p:nvSpPr>
          <p:cNvPr id="30" name="v6-header-rule">
            <a:extLst>
              <a:ext uri="{FF2B5EF4-FFF2-40B4-BE49-F238E27FC236}">
                <ns2:creationId id="{0CF3ADC4-E153-4DB4-9A25-ECE33FB76013}"/>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07906FA1-D562-4DC8-ADFA-9835921221D5}"/>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9C1E8535-F2BB-40B0-BBB6-C71D98E2400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C161BFD3-15BA-4246-AB55-CB74E79D4BA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BA0ADA15-10EA-438C-93B2-F5CA0D9CCB12}"/>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7B30A751-3233-46C9-BDEB-BC36EBF21275}"/>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51AA5ACC-4776-42BD-AEDE-2A1740A7EC7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32 / 63</a:t>
            </a:r>
            <a:endParaRPr lang="ko-KR">
              <a:latin typeface="Calibri"/>
              <a:ea typeface="Calibri"/>
              <a:cs typeface="Calibri"/>
            </a:endParaRPr>
          </a:p>
        </p:txBody>
      </p:sp>
    </p:spTree>
    <p:extLst>
      <p:ext uri="{BB962C8B-B14F-4D97-AF65-F5344CB8AC3E}">
        <p14:creationId val="1003761077"/>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name="qa04-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 Efficiency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175B4D79-CF6E-477A-8AE9-71CAB47310CA}"/>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ASR-QA-04</a:t>
            </a:r>
            <a:endParaRPr lang="ko-KR">
              <a:solidFill>
                <a:srgbClr val="000000"/>
              </a:solidFill>
              <a:latin typeface="Calibri"/>
              <a:ea typeface="Calibri"/>
              <a:cs typeface="Calibri"/>
            </a:endParaRPr>
          </a:p>
        </p:txBody>
      </p:sp>
      <p:sp>
        <p:nvSpPr>
          <p:cNvPr id="6" name="basis-label">
            <a:extLst>
              <a:ext uri="{FF2B5EF4-FFF2-40B4-BE49-F238E27FC236}">
                <ns2:creationId id="{14DC0587-8EFF-4799-89CC-883AF85EB3F4}"/>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E256D646-5CF8-41D6-850E-AD0AB4E6B708}"/>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의미 Qwen3-30B-A3B: $0.20 / $0.80 (1M token).</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음성 GPT Realtime: audio $32 / $64, Text $4 / $16.</a:t>
            </a:r>
            <a:endParaRPr lang="ko-KR">
              <a:solidFill>
                <a:srgbClr val="000000"/>
              </a:solidFill>
              <a:latin typeface="Calibri"/>
              <a:ea typeface="Calibri"/>
              <a:cs typeface="Calibri"/>
            </a:endParaRPr>
          </a:p>
        </p:txBody>
      </p:sp>
      <p:sp>
        <p:nvSpPr>
          <p:cNvPr id="8" name="choice">
            <a:extLst>
              <a:ext uri="{FF2B5EF4-FFF2-40B4-BE49-F238E27FC236}">
                <ns2:creationId id="{57EF6D6D-87A6-4B0A-9C43-CD561B0E0FF9}"/>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동일 P21 기본 소계 $0.351840에 $0.148160 여유.</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추가 audio 이력, 배경 생산·재시도까지 실제 청구.</a:t>
            </a:r>
            <a:endParaRPr lang="ko-KR">
              <a:solidFill>
                <a:srgbClr val="000000"/>
              </a:solidFill>
              <a:latin typeface="Calibri"/>
              <a:ea typeface="Calibri"/>
              <a:cs typeface="Calibri"/>
            </a:endParaRPr>
          </a:p>
        </p:txBody>
      </p:sp>
      <p:sp>
        <p:nvSpPr>
          <p:cNvPr id="9" name="calculation-title">
            <a:extLst>
              <a:ext uri="{FF2B5EF4-FFF2-40B4-BE49-F238E27FC236}">
                <ns2:creationId id="{FAD5339A-6B07-4CEE-BD22-775ED40C7902}"/>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의미 모델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62호출 예산: 124k 입력 / 12.4k 출력 = $0.03472</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신규 audio</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입력 50초 / 출력 179초 예산 = $0.245120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Text/context</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총 청구 입력 10k / 출력 2k = $0.072000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기본 소계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$0.03472 + $0.24512 + $0.072 = $0.351840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추가 예산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$0.50 - $0.35184 = $0.14816; 이력 audio 등</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≥$0.03/P21; 실제 cache/생산/재시도 청구 비교</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DE4244E5-D00D-4DCB-98CA-423E3FF39C15}"/>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역할별 call ID로 중복 제거, 청구된 폐기 출력 포함.</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179초와 62호출은 예산; 실제 사용량으로 대체.</a:t>
            </a:r>
            <a:endParaRPr lang="ko-KR">
              <a:solidFill>
                <a:srgbClr val="000000"/>
              </a:solidFill>
              <a:latin typeface="Calibri"/>
              <a:ea typeface="Calibri"/>
              <a:cs typeface="Calibri"/>
            </a:endParaRPr>
          </a:p>
        </p:txBody>
      </p:sp>
      <p:sp>
        <p:nvSpPr>
          <p:cNvPr id="12" name="score-label">
            <a:extLst>
              <a:ext uri="{FF2B5EF4-FFF2-40B4-BE49-F238E27FC236}">
                <ns2:creationId id="{C38D4682-AB11-4284-9A21-9A573D0DA440}"/>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$0.20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$0.20 &lt; x ≤ $0.26</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$0.26 &lt; x ≤ $0.32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$0.32 &lt; x ≤ $0.38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$0.38 &lt; x ≤ $0.44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$0.44 &lt; x ≤ $0.50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$0.50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513992D8-43BE-43A0-8E3F-E19030D63E61}"/>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59BD4EA7-896C-4649-9435-D10E02355029}"/>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Alibaba Qwen Instruct-2507 공식 단가 / OpenAI GPT Realtime 공식 단가 / OpenAI Realtime 청구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BB19076E-4D33-4BA0-8038-AC33DB66EFE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QA04. 모델 사용 비용 지표</a:t>
            </a:r>
            <a:endParaRPr lang="ko-KR">
              <a:latin typeface="Calibri"/>
              <a:ea typeface="Calibri"/>
              <a:cs typeface="Calibri"/>
            </a:endParaRPr>
          </a:p>
        </p:txBody>
      </p:sp>
      <p:sp>
        <p:nvSpPr>
          <p:cNvPr id="30" name="v6-header-rule">
            <a:extLst>
              <a:ext uri="{FF2B5EF4-FFF2-40B4-BE49-F238E27FC236}">
                <ns2:creationId id="{76DB1904-441B-47D7-A926-D221341F2D86}"/>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E030D15D-BDC9-41B4-BC56-8A7FB918C3B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C8A262B8-8BF1-4D99-9EFF-2F715D3C0AD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5C928808-5590-4236-A4DC-1F0F7E4DF87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D5A5F967-E3F9-43FC-BA8C-6D9523B4CF4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0465F138-BA42-49E4-9DB3-8BB372435B7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2B2F6C22-7AC6-41C1-9449-48FF8C0D3C6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33 / 63</a:t>
            </a:r>
            <a:endParaRPr lang="ko-KR">
              <a:latin typeface="Calibri"/>
              <a:ea typeface="Calibri"/>
              <a:cs typeface="Calibri"/>
            </a:endParaRPr>
          </a:p>
        </p:txBody>
      </p:sp>
    </p:spTree>
    <p:extLst>
      <p:ext uri="{BB962C8B-B14F-4D97-AF65-F5344CB8AC3E}">
        <p14:creationId val="2017234442"/>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name="qa05-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CE3D3AED-F16D-4ED2-A829-EE1D401AB20E}"/>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ASR-QA-05</a:t>
            </a:r>
            <a:endParaRPr lang="ko-KR">
              <a:solidFill>
                <a:srgbClr val="000000"/>
              </a:solidFill>
              <a:latin typeface="Calibri"/>
              <a:ea typeface="Calibri"/>
              <a:cs typeface="Calibri"/>
            </a:endParaRPr>
          </a:p>
        </p:txBody>
      </p:sp>
      <p:sp>
        <p:nvSpPr>
          <p:cNvPr id="6" name="basis-label">
            <a:extLst>
              <a:ext uri="{FF2B5EF4-FFF2-40B4-BE49-F238E27FC236}">
                <ns2:creationId id="{D8594834-F174-4156-AB7F-4175470E69C5}"/>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56406966-C2EA-4111-8876-B22A8F5B00BC}"/>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모델/Agent/source 교체와 의미/상태 계약 확장을 구별.</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같은 책임 registry로 양안의 실제 수정 범위를 센다.</a:t>
            </a:r>
            <a:endParaRPr lang="ko-KR">
              <a:solidFill>
                <a:srgbClr val="000000"/>
              </a:solidFill>
              <a:latin typeface="Calibri"/>
              <a:ea typeface="Calibri"/>
              <a:cs typeface="Calibri"/>
            </a:endParaRPr>
          </a:p>
        </p:txBody>
      </p:sp>
      <p:sp>
        <p:nvSpPr>
          <p:cNvPr id="8" name="choice">
            <a:extLst>
              <a:ext uri="{FF2B5EF4-FFF2-40B4-BE49-F238E27FC236}">
                <ns2:creationId id="{9EA3F7CC-04F3-4A4C-9C67-D8E02A4A69C5}"/>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평균 3개, 과제별 최대 5개로 변경 전파를 제한.</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파일/박스 수 대신 수정된 기능 책임으로 판정.</a:t>
            </a:r>
            <a:endParaRPr lang="ko-KR">
              <a:solidFill>
                <a:srgbClr val="000000"/>
              </a:solidFill>
              <a:latin typeface="Calibri"/>
              <a:ea typeface="Calibri"/>
              <a:cs typeface="Calibri"/>
            </a:endParaRPr>
          </a:p>
        </p:txBody>
      </p:sp>
      <p:sp>
        <p:nvSpPr>
          <p:cNvPr id="9" name="calculation-title">
            <a:extLst>
              <a:ext uri="{FF2B5EF4-FFF2-40B4-BE49-F238E27FC236}">
                <ns2:creationId id="{4DABFD60-66EC-40A1-8805-40B7D55D9177}"/>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과제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provider / Agent / source 교체, 관계/질문/철회</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단위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U01~18 기능 책임 registry, 동일 수정 중복 금지</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여섯 수정 집합의 크기 합 / 6</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설명 예시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M-04 A: U01/U03/U07, B: U01/U02/U03/U07</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완료 조건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요구 충족 + P21/선호/권한/중복 회귀 유지</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≥0.5개, 여섯 과제 합계 차이 ≥3개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BFE60DD9-CCC9-409B-B2E3-A3BCB315BDF5}"/>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구체 patch/diff와 완료 oracle로 수정 책임 검수.</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개발 시간이나 Component 수로 점수를 만들지 않음.</a:t>
            </a:r>
            <a:endParaRPr lang="ko-KR">
              <a:solidFill>
                <a:srgbClr val="000000"/>
              </a:solidFill>
              <a:latin typeface="Calibri"/>
              <a:ea typeface="Calibri"/>
              <a:cs typeface="Calibri"/>
            </a:endParaRPr>
          </a:p>
        </p:txBody>
      </p:sp>
      <p:sp>
        <p:nvSpPr>
          <p:cNvPr id="12" name="score-label">
            <a:extLst>
              <a:ext uri="{FF2B5EF4-FFF2-40B4-BE49-F238E27FC236}">
                <ns2:creationId id="{892A4081-7C11-4634-8CCC-8D7AE6BC9CB8}"/>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1개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1개 &lt; x ≤ 1.4개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1.4개 &lt; x ≤ 1.8개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1.8개 &lt; x ≤ 2.2개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2.2개 &lt; x ≤ 2.6개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2.6개 &lt; x ≤ 3개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3개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75C49639-2243-4A32-8DBC-46C31209A12B}"/>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C8F275B0-3C74-4A04-8BAC-BD5F32056DC6}"/>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VIA 고정 기능/UC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95E8F0BF-B841-40A8-A458-6A64C633B9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QA05. 변경 용이성 지표</a:t>
            </a:r>
            <a:endParaRPr lang="ko-KR">
              <a:latin typeface="Calibri"/>
              <a:ea typeface="Calibri"/>
              <a:cs typeface="Calibri"/>
            </a:endParaRPr>
          </a:p>
        </p:txBody>
      </p:sp>
      <p:sp>
        <p:nvSpPr>
          <p:cNvPr id="30" name="v6-header-rule">
            <a:extLst>
              <a:ext uri="{FF2B5EF4-FFF2-40B4-BE49-F238E27FC236}">
                <ns2:creationId id="{655D499B-500F-40F3-B60E-4A2910006185}"/>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84374D41-A525-4D60-87C1-C78F3CAFEE9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C82567D1-27AF-4434-945C-946794B6DB7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C10D655-F396-4F9D-B77C-CEAE10E9B16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B755CCD5-FFA6-4F45-9DA9-C9704C518F82}"/>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FAC50B7C-6EDE-4A1E-BEEF-AB1AD42BCFBA}"/>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CD1A5B6A-1237-4902-9940-830840D19B6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34 / 63</a:t>
            </a:r>
            <a:endParaRPr lang="ko-KR">
              <a:latin typeface="Calibri"/>
              <a:ea typeface="Calibri"/>
              <a:cs typeface="Calibri"/>
            </a:endParaRPr>
          </a:p>
        </p:txBody>
      </p:sp>
    </p:spTree>
    <p:extLst>
      <p:ext uri="{BB962C8B-B14F-4D97-AF65-F5344CB8AC3E}">
        <p14:creationId val="268461223"/>
      </p:ext>
    </p:extLst>
  </p:cSld>
</p:sld>
</file>

<file path=ppt/slides/slide17.xml><?xml version="1.0" encoding="utf-8"?>
<p:sld xmlns:a="http://schemas.openxmlformats.org/drawingml/2006/main" xmlns:ns2="http://schemas.microsoft.com/office/drawing/2014/main" xmlns:p="http://schemas.openxmlformats.org/presentationml/2006/main" xmlns:p14="http://schemas.microsoft.com/office/powerpoint/2010/main">
  <p:cSld name="qa06-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 Efficiency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EB7A545F-2181-4947-9C5D-1147FD867C79}"/>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ASR-QA-06</a:t>
            </a:r>
            <a:endParaRPr lang="ko-KR">
              <a:solidFill>
                <a:srgbClr val="000000"/>
              </a:solidFill>
              <a:latin typeface="Calibri"/>
              <a:ea typeface="Calibri"/>
              <a:cs typeface="Calibri"/>
            </a:endParaRPr>
          </a:p>
        </p:txBody>
      </p:sp>
      <p:sp>
        <p:nvSpPr>
          <p:cNvPr id="6" name="basis-label">
            <a:extLst>
              <a:ext uri="{FF2B5EF4-FFF2-40B4-BE49-F238E27FC236}">
                <ns2:creationId id="{0C1F4897-F8EF-4C97-93DC-FE848E623E52}"/>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D1C670AD-3199-4828-9F7B-123F410ED049}"/>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삼성 reference PC: Windows 11, RAM 32GB급.</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Windows commit과 실제 resident RAM을 구별한다.</a:t>
            </a:r>
            <a:endParaRPr lang="ko-KR">
              <a:solidFill>
                <a:srgbClr val="000000"/>
              </a:solidFill>
              <a:latin typeface="Calibri"/>
              <a:ea typeface="Calibri"/>
              <a:cs typeface="Calibri"/>
            </a:endParaRPr>
          </a:p>
        </p:txBody>
      </p:sp>
      <p:sp>
        <p:nvSpPr>
          <p:cNvPr id="8" name="choice">
            <a:extLst>
              <a:ext uri="{FF2B5EF4-FFF2-40B4-BE49-F238E27FC236}">
                <ns2:creationId id="{9868C741-5CCA-41AF-AB8C-3AD3EF972376}"/>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OS 8 + 사용자 앱 16 + VIA 4 + 여유 4 = 32GiB 가정.</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장치의 실측 가용량이나 후보 peak가 아니다.</a:t>
            </a:r>
            <a:endParaRPr lang="ko-KR">
              <a:solidFill>
                <a:srgbClr val="000000"/>
              </a:solidFill>
              <a:latin typeface="Calibri"/>
              <a:ea typeface="Calibri"/>
              <a:cs typeface="Calibri"/>
            </a:endParaRPr>
          </a:p>
        </p:txBody>
      </p:sp>
      <p:sp>
        <p:nvSpPr>
          <p:cNvPr id="9" name="calculation-title">
            <a:extLst>
              <a:ext uri="{FF2B5EF4-FFF2-40B4-BE49-F238E27FC236}">
                <ns2:creationId id="{A1D02E1A-253C-45B5-BA48-06BC432E0527}"/>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관측</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전체 process private + 고유 shared commit</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부하</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동일 P21, Task 최대 10 / cloud 호출 최대 4</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기본 할당 예산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동시 8개 할당 항목 합 = 1,792MiB (§7.3)</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추가/변동 여유</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4,096 - 1,792 = 2,304MiB</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관측/보호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50ms + allocation event, 5회 최대 / WS ≤6GiB</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≥128MiB; 동일 기능/보관, 실제 process copy 포함</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76C1D97F-F289-4F9E-A919-38FC2FB9DE31}"/>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초기 생산/재사용/집중/철회/drain/idle 모두 포함.</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미완료 상태를 지워 비용과 peak를 낮추지 않음.</a:t>
            </a:r>
            <a:endParaRPr lang="ko-KR">
              <a:solidFill>
                <a:srgbClr val="000000"/>
              </a:solidFill>
              <a:latin typeface="Calibri"/>
              <a:ea typeface="Calibri"/>
              <a:cs typeface="Calibri"/>
            </a:endParaRPr>
          </a:p>
        </p:txBody>
      </p:sp>
      <p:sp>
        <p:nvSpPr>
          <p:cNvPr id="12" name="score-label">
            <a:extLst>
              <a:ext uri="{FF2B5EF4-FFF2-40B4-BE49-F238E27FC236}">
                <ns2:creationId id="{C43D5218-D003-479C-8055-80DA96CB556F}"/>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1GiB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1GiB &lt; x ≤ 1.6GiB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1.6GiB &lt; x ≤ 2.2GiB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2.2GiB &lt; x ≤ 2.8GiB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2.8GiB &lt; x ≤ 3.4GiB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3.4GiB &lt; x ≤ 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036A6B81-5556-41F8-9371-930E073EE0EB}"/>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A655E04C-3E14-4B0F-89D3-CCDC5E9EBD85}"/>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Samsung NP960UJH-XG3IN 공식 사양 / Microsoft PrivateUsage/commit 정의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3EA250A9-6353-4561-996D-6DCBCA15E0D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QA06. 로컬 메모리 사용량 지표</a:t>
            </a:r>
            <a:endParaRPr lang="ko-KR">
              <a:latin typeface="Calibri"/>
              <a:ea typeface="Calibri"/>
              <a:cs typeface="Calibri"/>
            </a:endParaRPr>
          </a:p>
        </p:txBody>
      </p:sp>
      <p:sp>
        <p:nvSpPr>
          <p:cNvPr id="30" name="v6-header-rule">
            <a:extLst>
              <a:ext uri="{FF2B5EF4-FFF2-40B4-BE49-F238E27FC236}">
                <ns2:creationId id="{55F4222B-4434-4583-AAC9-93D498A1A924}"/>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E2EB3DDD-6081-43B7-9F7E-4942E8FD4DF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3A6B07EE-09F0-4AF8-B393-3EF5B6C72DE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D56302B-54BE-4A6F-BC75-14A48DF74A1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4B7FC355-175A-4507-8030-D6081CB6405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713C6CD2-B082-4E12-B6F3-0AD5DD8B3FC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50226F3B-2DAC-4F06-B550-95D871292F3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35 / 63</a:t>
            </a:r>
            <a:endParaRPr lang="ko-KR">
              <a:latin typeface="Calibri"/>
              <a:ea typeface="Calibri"/>
              <a:cs typeface="Calibri"/>
            </a:endParaRPr>
          </a:p>
        </p:txBody>
      </p:sp>
    </p:spTree>
    <p:extLst>
      <p:ext uri="{BB962C8B-B14F-4D97-AF65-F5344CB8AC3E}">
        <p14:creationId val="48766421"/>
      </p:ext>
    </p:extLst>
  </p:cSld>
</p:sld>
</file>

<file path=ppt/slides/slide18.xml><?xml version="1.0" encoding="utf-8"?>
<p:sld xmlns:a="http://schemas.openxmlformats.org/drawingml/2006/main" xmlns:ns2="http://schemas.microsoft.com/office/drawing/2014/main" xmlns:p="http://schemas.openxmlformats.org/presentationml/2006/main" xmlns:p14="http://schemas.microsoft.com/office/powerpoint/2010/main">
  <p:cSld name="design-overview">
    <p:bg>
      <p:bgPr>
        <a:solidFill>
          <a:srgbClr val="FFFFFF"/>
        </a:solidFill>
      </p:bgPr>
    </p:bg>
    <p:spTree>
      <p:nvGrpSpPr>
        <p:cNvPr id="1" name=""/>
        <p:cNvGrpSpPr/>
        <p:nvPr/>
      </p:nvGrpSpPr>
      <p:grpSpPr>
        <a:xfrm/>
      </p:grpSpPr>
      <p:sp>
        <p:nvSpPr>
          <p:cNvPr id="13"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p:sp>
        <p:nvSpPr>
          <p:cNvPr id="14"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ASR-QA-v6 / 번호순 우선순위</a:t>
            </a:r>
            <a:endParaRPr lang="ko-KR">
              <a:solidFill>
                <a:srgbClr val="000000"/>
              </a:solidFill>
              <a:latin typeface="Calibri"/>
              <a:ea typeface="Calibri"/>
              <a:cs typeface="Calibri"/>
            </a:endParaRPr>
          </a:p>
        </p:txBody>
      </p:sp>
      <p:sp>
        <p:nvSpPr>
          <p:cNvPr id="15" name="overview-goal-1-41">
            <a:extLst>
              <a:ext uri="{FF2B5EF4-FFF2-40B4-BE49-F238E27FC236}">
                <ns2:creationId id="{48048AF6-B46C-4AC6-A145-98ACCAEA01DA}"/>
              </a:ext>
            </a:extLst>
          </p:cNvPr>
          <p:cNvSpPr>
            <a:spLocks noGrp="1"/>
          </p:cNvSpPr>
          <p:nvPr/>
        </p:nvSpPr>
        <p:spPr>
          <a:xfrm>
            <a:off x="3238500" y="2686050"/>
            <a:ext cx="257175" cy="104775"/>
          </a:xfrm>
          <a:custGeom>
            <a:pathLst>
              <a:path w="257175" h="104775">
                <a:moveTo>
                  <a:pt x="0" y="104775"/>
                </a:moveTo>
                <a:lnTo>
                  <a:pt x="257175" y="0"/>
                </a:lnTo>
              </a:path>
            </a:pathLst>
          </a:custGeom>
          <a:noFill/>
          <a:ln w="24765">
            <a:solidFill>
              <a:srgbClr val="E5A700"/>
            </a:solidFill>
            <a:prstDash val="solid"/>
          </a:ln>
        </p:spPr>
      </p:sp>
      <p:sp>
        <p:nvSpPr>
          <p:cNvPr id="16"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7"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98% 이상</a:t>
            </a:r>
            <a:endParaRPr lang="ko-KR">
              <a:solidFill>
                <a:srgbClr val="000000"/>
              </a:solidFill>
              <a:latin typeface="Calibri"/>
              <a:ea typeface="Calibri"/>
              <a:cs typeface="Calibri"/>
            </a:endParaRPr>
          </a:p>
        </p:txBody>
      </p:sp>
      <p:sp>
        <p:nvSpPr>
          <p:cNvPr id="20"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1"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이하, stop 0.1초 이하</a:t>
            </a:r>
            <a:endParaRPr lang="ko-KR">
              <a:solidFill>
                <a:srgbClr val="000000"/>
              </a:solidFill>
              <a:latin typeface="Calibri"/>
              <a:ea typeface="Calibri"/>
              <a:cs typeface="Calibri"/>
            </a:endParaRPr>
          </a:p>
        </p:txBody>
      </p:sp>
      <p:sp>
        <p:nvSpPr>
          <p:cNvPr id="24"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5"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평균 10초 이하</a:t>
            </a:r>
            <a:endParaRPr lang="ko-KR">
              <a:solidFill>
                <a:srgbClr val="000000"/>
              </a:solidFill>
              <a:latin typeface="Calibri"/>
              <a:ea typeface="Calibri"/>
              <a:cs typeface="Calibri"/>
            </a:endParaRPr>
          </a:p>
        </p:txBody>
      </p:sp>
      <p:sp>
        <p:nvSpPr>
          <p:cNvPr id="28" name="overview-goal-4-41">
            <a:extLst>
              <a:ext uri="{FF2B5EF4-FFF2-40B4-BE49-F238E27FC236}">
                <ns2:creationId id="{73AB4624-8CAB-41EC-8E84-9A40F6DE61C3}"/>
              </a:ext>
            </a:extLst>
          </p:cNvPr>
          <p:cNvSpPr>
            <a:spLocks noGrp="1"/>
          </p:cNvSpPr>
          <p:nvPr/>
        </p:nvSpPr>
        <p:spPr>
          <a:xfrm>
            <a:off x="3238500" y="2686050"/>
            <a:ext cx="257175" cy="2876550"/>
          </a:xfrm>
          <a:custGeom>
            <a:pathLst>
              <a:path w="257175" h="2876550">
                <a:moveTo>
                  <a:pt x="0" y="2876550"/>
                </a:moveTo>
                <a:lnTo>
                  <a:pt x="257175" y="0"/>
                </a:lnTo>
              </a:path>
            </a:pathLst>
          </a:custGeom>
          <a:noFill/>
          <a:ln w="24765">
            <a:solidFill>
              <a:srgbClr val="E5A700"/>
            </a:solidFill>
            <a:prstDash val="solid"/>
          </a:ln>
        </p:spPr>
      </p:sp>
      <p:sp>
        <p:nvSpPr>
          <p:cNvPr id="29"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0"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$0.50/P21 이하</a:t>
            </a:r>
            <a:endParaRPr lang="ko-KR">
              <a:solidFill>
                <a:srgbClr val="000000"/>
              </a:solidFill>
              <a:latin typeface="Calibri"/>
              <a:ea typeface="Calibri"/>
              <a:cs typeface="Calibri"/>
            </a:endParaRPr>
          </a:p>
        </p:txBody>
      </p:sp>
      <p:sp>
        <p:nvSpPr>
          <p:cNvPr id="33"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4"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이하, 과제별 5개 이하</a:t>
            </a:r>
            <a:endParaRPr lang="ko-KR">
              <a:solidFill>
                <a:srgbClr val="000000"/>
              </a:solidFill>
              <a:latin typeface="Calibri"/>
              <a:ea typeface="Calibri"/>
              <a:cs typeface="Calibri"/>
            </a:endParaRPr>
          </a:p>
        </p:txBody>
      </p:sp>
      <p:sp>
        <p:nvSpPr>
          <p:cNvPr id="37"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8"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4,096MiB 이하 (commit)</a:t>
            </a:r>
            <a:endParaRPr lang="ko-KR">
              <a:solidFill>
                <a:srgbClr val="000000"/>
              </a:solidFill>
              <a:latin typeface="Calibri"/>
              <a:ea typeface="Calibri"/>
              <a:cs typeface="Calibri"/>
            </a:endParaRPr>
          </a:p>
        </p:txBody>
      </p:sp>
      <p:sp>
        <p:nvSpPr>
          <p:cNvPr id="41"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p:nvSpPr>
          <p:cNvPr id="42"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04-41. Request 해석 제어</a:t>
            </a:r>
            <a:endParaRPr lang="ko-KR">
              <a:solidFill>
                <a:srgbClr val="000000"/>
              </a:solidFill>
              <a:latin typeface="Calibri"/>
              <a:ea typeface="Calibri"/>
              <a:cs typeface="Calibri"/>
            </a:endParaRPr>
          </a:p>
        </p:txBody>
      </p:sp>
      <p:sp>
        <p:nvSpPr>
          <p:cNvPr id="43"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조회와 의미 완성의 진행 책임</a:t>
            </a:r>
            <a:endParaRPr lang="ko-KR">
              <a:solidFill>
                <a:srgbClr val="000000"/>
              </a:solidFill>
              <a:latin typeface="Calibri"/>
              <a:ea typeface="Calibri"/>
              <a:cs typeface="Calibri"/>
            </a:endParaRPr>
          </a:p>
        </p:txBody>
      </p:sp>
      <p:sp>
        <p:nvSpPr>
          <p:cNvPr id="44"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5"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6"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7"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8"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49"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0"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1"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2"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3"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5"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7"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59"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1"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3"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5"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7"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69"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1"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3"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5"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7"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79"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1"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3"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5"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7"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89"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1"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3"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4"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96" name="overview-dp41-resolution-control">
            <a:extLst>
              <a:ext uri="{FF2B5EF4-FFF2-40B4-BE49-F238E27FC236}">
                <ns2:creationId id="{618DD39E-BF49-4BF3-9267-DEDC4344382F}"/>
              </a:ext>
            </a:extLst>
          </p:cNvPr>
          <p:cNvSpPr>
            <a:spLocks noGrp="1"/>
          </p:cNvSpPr>
          <p:nvPr/>
        </p:nvSpPr>
        <p:spPr>
          <a:xfrm>
            <a:off x="8801100" y="3962400"/>
            <a:ext cx="8705850" cy="676275"/>
          </a:xfrm>
          <a:prstGeom prst="rect">
            <a:avLst/>
          </a:prstGeom>
          <a:noFill/>
          <a:ln w="38100">
            <a:solidFill>
              <a:srgbClr val="E5A700"/>
            </a:solidFill>
            <a:prstDash val="dash"/>
          </a:ln>
        </p:spPr>
      </p:sp>
      <p:sp>
        <p:nvSpPr>
          <p:cNvPr id="97" name="overview-tag-41-resolution">
            <a:extLst>
              <a:ext uri="{FF2B5EF4-FFF2-40B4-BE49-F238E27FC236}">
                <ns2:creationId id="{47BF70B7-A106-4E0A-A576-49141A5017C2}"/>
              </a:ext>
            </a:extLst>
          </p:cNvPr>
          <p:cNvSpPr>
            <a:spLocks noGrp="1"/>
          </p:cNvSpPr>
          <p:nvPr/>
        </p:nvSpPr>
        <p:spPr>
          <a:xfrm>
            <a:off x="12249150" y="3495675"/>
            <a:ext cx="1000125" cy="342900"/>
          </a:xfrm>
          <a:prstGeom prst="rect">
            <a:avLst/>
          </a:prstGeom>
          <a:solidFill>
            <a:srgbClr val="FFF6DE"/>
          </a:solidFill>
          <a:ln w="28575">
            <a:solidFill>
              <a:srgbClr val="E5A700"/>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04-41</a:t>
            </a:r>
            <a:endParaRPr lang="ko-KR">
              <a:solidFill>
                <a:srgbClr val="000000"/>
              </a:solidFill>
              <a:latin typeface="Calibri"/>
              <a:ea typeface="Calibri"/>
              <a:cs typeface="Calibri"/>
            </a:endParaRPr>
          </a:p>
        </p:txBody>
      </p:sp>
      <p:sp>
        <p:nvSpPr>
          <p:cNvPr id="99" name="overview-dp41-tag-link">
            <a:extLst>
              <a:ext uri="{FF2B5EF4-FFF2-40B4-BE49-F238E27FC236}">
                <ns2:creationId id="{F0AB8F29-A821-4DF2-AC5B-09B557066BE5}"/>
              </a:ext>
            </a:extLst>
          </p:cNvPr>
          <p:cNvSpPr>
            <a:spLocks noGrp="1"/>
          </p:cNvSpPr>
          <p:nvPr/>
        </p:nvSpPr>
        <p:spPr>
          <a:xfrm>
            <a:off x="12744450" y="3838575"/>
            <a:ext cx="953" cy="123825"/>
          </a:xfrm>
          <a:custGeom>
            <a:pathLst>
              <a:path w="953" h="123825">
                <a:moveTo>
                  <a:pt x="0" y="0"/>
                </a:moveTo>
                <a:lnTo>
                  <a:pt x="0" y="123825"/>
                </a:lnTo>
              </a:path>
            </a:pathLst>
          </a:custGeom>
          <a:noFill/>
          <a:ln w="28575">
            <a:solidFill>
              <a:srgbClr val="E5A700"/>
            </a:solidFill>
            <a:prstDash val="solid"/>
          </a:ln>
        </p:spPr>
      </p:sp>
      <p:sp>
        <p:nvSpPr>
          <p:cNvPr id="100"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1"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3"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4"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5"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7"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8"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0"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1"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2"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4"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6"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7"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8"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0"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1"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2"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3"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4"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5"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6"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p:nvSpPr>
          <p:cNvPr id="127"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주요 DP 범위</a:t>
            </a:r>
            <a:endParaRPr lang="ko-KR">
              <a:solidFill>
                <a:srgbClr val="000000"/>
              </a:solidFill>
              <a:latin typeface="Calibri"/>
              <a:ea typeface="Calibri"/>
              <a:cs typeface="Calibri"/>
            </a:endParaRPr>
          </a:p>
        </p:txBody>
      </p:sp>
      <p:sp>
        <p:nvSpPr>
          <p:cNvPr id="128"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점선은 주요 비교 위치. 모든 DP를 6개 QA로 검토하며, 권위 상태와 VAD는 로컬, 음성과 의미 모델은 클라우드</a:t>
            </a:r>
            <a:endParaRPr lang="ko-KR">
              <a:solidFill>
                <a:srgbClr val="000000"/>
              </a:solidFill>
              <a:latin typeface="Calibri"/>
              <a:ea typeface="Calibri"/>
              <a:cs typeface="Calibri"/>
            </a:endParaRPr>
          </a:p>
        </p:txBody>
      </p:sp>
      <p:sp>
        <p:nvSpPr>
          <p:cNvPr id="129" name="v6-header-title">
            <a:extLst>
              <a:ext uri="{FF2B5EF4-FFF2-40B4-BE49-F238E27FC236}">
                <ns2:creationId id="{1E765FA3-16DA-4921-BF87-83EDD91B517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 (원본)</a:t>
            </a:r>
            <a:endParaRPr lang="ko-KR">
              <a:latin typeface="Calibri"/>
              <a:ea typeface="Calibri"/>
              <a:cs typeface="Calibri"/>
            </a:endParaRPr>
          </a:p>
        </p:txBody>
      </p:sp>
      <p:sp>
        <p:nvSpPr>
          <p:cNvPr id="130" name="v6-header-rule">
            <a:extLst>
              <a:ext uri="{FF2B5EF4-FFF2-40B4-BE49-F238E27FC236}">
                <ns2:creationId id="{8245A5A7-ADD5-48EF-BF4D-5A21F423D59C}"/>
              </a:ext>
            </a:extLst>
          </p:cNvPr>
          <p:cNvSpPr>
            <a:spLocks noGrp="1"/>
          </p:cNvSpPr>
          <p:nvPr/>
        </p:nvSpPr>
        <p:spPr>
          <a:xfrm>
            <a:off x="495300" y="990600"/>
            <a:ext cx="17335500" cy="0"/>
          </a:xfrm>
          <a:prstGeom prst="line">
            <a:avLst/>
          </a:prstGeom>
          <a:noFill/>
          <a:ln w="19050">
            <a:solidFill>
              <a:srgbClr val="A6A6A6"/>
            </a:solidFill>
          </a:ln>
        </p:spPr>
      </p:sp>
      <p:sp>
        <p:nvSpPr>
          <p:cNvPr id="131" name="v6-header-stage-0">
            <a:extLst>
              <a:ext uri="{FF2B5EF4-FFF2-40B4-BE49-F238E27FC236}">
                <ns2:creationId id="{21943E0C-14C2-4A84-A3D5-C8E335623F5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2" name="v6-header-stage-1">
            <a:extLst>
              <a:ext uri="{FF2B5EF4-FFF2-40B4-BE49-F238E27FC236}">
                <ns2:creationId id="{528A58D9-6B5E-4F86-A330-48801C23FCC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3" name="v6-header-stage-2">
            <a:extLst>
              <a:ext uri="{FF2B5EF4-FFF2-40B4-BE49-F238E27FC236}">
                <ns2:creationId id="{7A9CEFC3-396D-4061-AFC6-093C3728F7A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4" name="v6-header-stage-3">
            <a:extLst>
              <a:ext uri="{FF2B5EF4-FFF2-40B4-BE49-F238E27FC236}">
                <ns2:creationId id="{EA98781B-BD53-45D4-B710-915E16D4EB8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5" name="v6-header-stage-4">
            <a:extLst>
              <a:ext uri="{FF2B5EF4-FFF2-40B4-BE49-F238E27FC236}">
                <ns2:creationId id="{1E1C98CF-8BC8-4D55-B351-12C86809CA41}"/>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36" name="v6-header-page">
            <a:extLst>
              <a:ext uri="{FF2B5EF4-FFF2-40B4-BE49-F238E27FC236}">
                <ns2:creationId id="{57008E19-5007-44AE-B58E-F7A84632DB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43 / 63</a:t>
            </a:r>
            <a:endParaRPr lang="ko-KR">
              <a:latin typeface="Calibri"/>
              <a:ea typeface="Calibri"/>
              <a:cs typeface="Calibri"/>
            </a:endParaRPr>
          </a:p>
        </p:txBody>
      </p:sp>
    </p:spTree>
    <p:extLst>
      <p:ext uri="{BB962C8B-B14F-4D97-AF65-F5344CB8AC3E}">
        <p14:creationId val="95298337"/>
      </p:ext>
    </p:extLst>
  </p:cSld>
</p:sld>
</file>

<file path=ppt/slides/slide1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responsibilities">
    <p:bg>
      <p:bgPr>
        <a:solidFill>
          <a:srgbClr val="FFFFFF"/>
        </a:solidFill>
      </p:bgPr>
    </p:bg>
    <p:spTree>
      <p:nvGrpSpPr>
        <p:cNvPr id="1" name=""/>
        <p:cNvGrpSpPr/>
        <p:nvPr/>
      </p:nvGrpSpPr>
      <p:grpSpPr>
        <a:xfrm/>
      </p:grpSpPr>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 표와 지난달 매출보고서를 바탕으로</a:t>
            </a:r>
            <a:endParaRPr lang="ko-KR">
              <a:solidFill>
                <a:srgbClr val="000000"/>
              </a:solidFill>
              <a:latin typeface="Calibri"/>
              <a:ea typeface="Calibri"/>
              <a:cs typeface="Calibri"/>
            </a:endParaRP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선택한 표</a:t>
            </a:r>
            <a:endParaRPr lang="ko-KR">
              <a:solidFill>
                <a:srgbClr val="000000"/>
              </a:solidFill>
              <a:latin typeface="Calibri"/>
              <a:ea typeface="Calibri"/>
              <a:cs typeface="Calibri"/>
            </a:endParaRP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6" name="v6-header-title">
            <a:extLst>
              <a:ext uri="{FF2B5EF4-FFF2-40B4-BE49-F238E27FC236}">
                <ns2:creationId id="{52ECDAA3-9A41-4618-8CCD-AB9D027A6A1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 (원본)</a:t>
            </a:r>
            <a:endParaRPr lang="ko-KR">
              <a:latin typeface="Calibri"/>
              <a:ea typeface="Calibri"/>
              <a:cs typeface="Calibri"/>
            </a:endParaRPr>
          </a:p>
        </p:txBody>
      </p:sp>
      <p:sp>
        <p:nvSpPr>
          <p:cNvPr id="47" name="v6-header-rule">
            <a:extLst>
              <a:ext uri="{FF2B5EF4-FFF2-40B4-BE49-F238E27FC236}">
                <ns2:creationId id="{C4A4BFA1-367B-4CA0-84DD-9645EACA9F60}"/>
              </a:ext>
            </a:extLst>
          </p:cNvPr>
          <p:cNvSpPr>
            <a:spLocks noGrp="1"/>
          </p:cNvSpPr>
          <p:nvPr/>
        </p:nvSpPr>
        <p:spPr>
          <a:xfrm>
            <a:off x="495300" y="990600"/>
            <a:ext cx="17335500" cy="0"/>
          </a:xfrm>
          <a:prstGeom prst="line">
            <a:avLst/>
          </a:prstGeom>
          <a:noFill/>
          <a:ln w="19050">
            <a:solidFill>
              <a:srgbClr val="A6A6A6"/>
            </a:solidFill>
          </a:ln>
        </p:spPr>
      </p:sp>
      <p:sp>
        <p:nvSpPr>
          <p:cNvPr id="48" name="v6-header-stage-0">
            <a:extLst>
              <a:ext uri="{FF2B5EF4-FFF2-40B4-BE49-F238E27FC236}">
                <ns2:creationId id="{710ED678-1CB8-4AE3-A213-06EA5325C1E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9" name="v6-header-stage-1">
            <a:extLst>
              <a:ext uri="{FF2B5EF4-FFF2-40B4-BE49-F238E27FC236}">
                <ns2:creationId id="{A480D9B4-1C09-4F1D-98A9-A0BCE0DF71C8}"/>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50" name="v6-header-stage-2">
            <a:extLst>
              <a:ext uri="{FF2B5EF4-FFF2-40B4-BE49-F238E27FC236}">
                <ns2:creationId id="{3C2F06CA-9660-4418-B4BC-CC18475DA19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1" name="v6-header-stage-3">
            <a:extLst>
              <a:ext uri="{FF2B5EF4-FFF2-40B4-BE49-F238E27FC236}">
                <ns2:creationId id="{F71C0BCF-1291-47C8-AD32-38E70DB163D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2" name="v6-header-stage-4">
            <a:extLst>
              <a:ext uri="{FF2B5EF4-FFF2-40B4-BE49-F238E27FC236}">
                <ns2:creationId id="{227D33B2-567C-4F54-BFCE-F291258EA03A}"/>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3" name="v6-header-page">
            <a:extLst>
              <a:ext uri="{FF2B5EF4-FFF2-40B4-BE49-F238E27FC236}">
                <ns2:creationId id="{F369F140-622B-4524-9911-5FAE7E27D22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44 / 63</a:t>
            </a:r>
            <a:endParaRPr lang="ko-KR">
              <a:latin typeface="Calibri"/>
              <a:ea typeface="Calibri"/>
              <a:cs typeface="Calibri"/>
            </a:endParaRPr>
          </a:p>
        </p:txBody>
      </p:sp>
    </p:spTree>
    <p:extLst>
      <p:ext uri="{BB962C8B-B14F-4D97-AF65-F5344CB8AC3E}">
        <p14:creationId val="1926313185"/>
      </p:ext>
    </p:extLst>
  </p:cSld>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overlap">
    <p:bg>
      <p:bgPr>
        <a:solidFill>
          <a:srgbClr val="FFFFFF"/>
        </a:solidFill>
      </p:bgPr>
    </p:bg>
    <p:spTree>
      <p:nvGrpSpPr>
        <p:cNvPr id="1" name=""/>
        <p:cNvGrpSpPr/>
        <p:nvPr/>
      </p:nvGrpSpPr>
      <p:grpSpPr>
        <a:xfrm/>
      </p:grpSpPr>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표와 지난달 보고서로 이번 달 매출보고서를 만들고,</a:t>
            </a:r>
            <a:endParaRPr lang="ko-KR">
              <a:solidFill>
                <a:srgbClr val="000000"/>
              </a:solidFill>
              <a:latin typeface="Calibri"/>
              <a:ea typeface="Calibri"/>
              <a:cs typeface="Calibri"/>
            </a:endParaRP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내일 오후 3시 팀 회의 안내 메일 초안도 준비해줘.”</a:t>
            </a:r>
            <a:endParaRPr lang="ko-KR">
              <a:solidFill>
                <a:srgbClr val="000000"/>
              </a:solidFill>
              <a:latin typeface="Calibri"/>
              <a:ea typeface="Calibri"/>
              <a:cs typeface="Calibri"/>
            </a:endParaRP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한 발화에 서로 독립적인 두 업무</a:t>
            </a:r>
            <a:endParaRPr lang="ko-KR">
              <a:solidFill>
                <a:srgbClr val="000000"/>
              </a:solidFill>
              <a:latin typeface="Calibri"/>
              <a:ea typeface="Calibri"/>
              <a:cs typeface="Calibri"/>
            </a:endParaRP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작성 / 회의 안내 메일 초안</a:t>
            </a:r>
            <a:endParaRPr lang="ko-KR">
              <a:solidFill>
                <a:srgbClr val="000000"/>
              </a:solidFill>
              <a:latin typeface="Calibri"/>
              <a:ea typeface="Calibri"/>
              <a:cs typeface="Calibri"/>
            </a:endParaRP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보고서·메일 처리 중</a:t>
            </a:r>
            <a:endParaRPr lang="ko-KR">
              <a:solidFill>
                <a:srgbClr val="000000"/>
              </a:solidFill>
              <a:latin typeface="Calibri"/>
              <a:ea typeface="Calibri"/>
              <a:cs typeface="Calibri"/>
            </a:endParaRP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“잠깐, 보고서엔 국내 매출만 넣어줘.”</a:t>
            </a:r>
            <a:endParaRPr lang="ko-KR">
              <a:solidFill>
                <a:srgbClr val="000000"/>
              </a:solidFill>
              <a:latin typeface="Calibri"/>
              <a:ea typeface="Calibri"/>
              <a:cs typeface="Calibri"/>
            </a:endParaRP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이전에 맡긴 공급업체 견적 도착</a:t>
            </a:r>
            <a:endParaRPr lang="ko-KR">
              <a:solidFill>
                <a:srgbClr val="000000"/>
              </a:solidFill>
              <a:latin typeface="Calibri"/>
              <a:ea typeface="Calibri"/>
              <a:cs typeface="Calibri"/>
            </a:endParaRP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새 발화와 결과가 겹쳐 도착</a:t>
            </a:r>
            <a:endParaRPr lang="ko-KR">
              <a:solidFill>
                <a:srgbClr val="000000"/>
              </a:solidFill>
              <a:latin typeface="Calibri"/>
              <a:ea typeface="Calibri"/>
              <a:cs typeface="Calibri"/>
            </a:endParaRP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정정은 보고서 업무에 연결</a:t>
            </a:r>
            <a:endParaRPr lang="ko-KR">
              <a:solidFill>
                <a:srgbClr val="000000"/>
              </a:solidFill>
              <a:latin typeface="Calibri"/>
              <a:ea typeface="Calibri"/>
              <a:cs typeface="Calibri"/>
            </a:endParaRP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말을 마친 뒤, 견적 도착을 안내</a:t>
            </a:r>
            <a:endParaRPr lang="ko-KR">
              <a:solidFill>
                <a:srgbClr val="000000"/>
              </a:solidFill>
              <a:latin typeface="Calibri"/>
              <a:ea typeface="Calibri"/>
              <a:cs typeface="Calibri"/>
            </a:endParaRP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Agent별 창을 오가거나, 진행 중인 업무를 다시 설명할 필요가 없습니다</a:t>
            </a:r>
            <a:endParaRPr lang="ko-KR">
              <a:solidFill>
                <a:srgbClr val="000000"/>
              </a:solidFill>
              <a:latin typeface="Calibri"/>
              <a:ea typeface="Calibri"/>
              <a:cs typeface="Calibri"/>
            </a:endParaRPr>
          </a:p>
        </p:txBody>
      </p:sp>
      <p:sp>
        <p:nvSpPr>
          <p:cNvPr id="42" name="v6-header-title">
            <a:extLst>
              <a:ext uri="{FF2B5EF4-FFF2-40B4-BE49-F238E27FC236}">
                <ns2:creationId id="{58BAC083-2461-472A-B01B-3A8D7C8C0FA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진행 중 업무와 새 입력 (원본)</a:t>
            </a:r>
            <a:endParaRPr lang="ko-KR">
              <a:latin typeface="Calibri"/>
              <a:ea typeface="Calibri"/>
              <a:cs typeface="Calibri"/>
            </a:endParaRPr>
          </a:p>
        </p:txBody>
      </p:sp>
      <p:sp>
        <p:nvSpPr>
          <p:cNvPr id="43" name="v6-header-rule">
            <a:extLst>
              <a:ext uri="{FF2B5EF4-FFF2-40B4-BE49-F238E27FC236}">
                <ns2:creationId id="{A6D91E67-B7C4-4073-97CF-CDA2C64F1815}"/>
              </a:ext>
            </a:extLst>
          </p:cNvPr>
          <p:cNvSpPr>
            <a:spLocks noGrp="1"/>
          </p:cNvSpPr>
          <p:nvPr/>
        </p:nvSpPr>
        <p:spPr>
          <a:xfrm>
            <a:off x="495300" y="990600"/>
            <a:ext cx="17335500" cy="0"/>
          </a:xfrm>
          <a:prstGeom prst="line">
            <a:avLst/>
          </a:prstGeom>
          <a:noFill/>
          <a:ln w="19050">
            <a:solidFill>
              <a:srgbClr val="A6A6A6"/>
            </a:solidFill>
          </a:ln>
        </p:spPr>
      </p:sp>
      <p:sp>
        <p:nvSpPr>
          <p:cNvPr id="44" name="v6-header-stage-0">
            <a:extLst>
              <a:ext uri="{FF2B5EF4-FFF2-40B4-BE49-F238E27FC236}">
                <ns2:creationId id="{37B18CAD-D430-4091-98E8-FDBCE3C2885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5" name="v6-header-stage-1">
            <a:extLst>
              <a:ext uri="{FF2B5EF4-FFF2-40B4-BE49-F238E27FC236}">
                <ns2:creationId id="{72508447-DA2A-496E-847E-09DB4B7684C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6" name="v6-header-stage-2">
            <a:extLst>
              <a:ext uri="{FF2B5EF4-FFF2-40B4-BE49-F238E27FC236}">
                <ns2:creationId id="{22DBE50A-0DE6-4F77-A13E-10E567E1173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7" name="v6-header-stage-3">
            <a:extLst>
              <a:ext uri="{FF2B5EF4-FFF2-40B4-BE49-F238E27FC236}">
                <ns2:creationId id="{81FD95B3-C855-4015-9F4F-B62ACB05C4F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8" name="v6-header-stage-4">
            <a:extLst>
              <a:ext uri="{FF2B5EF4-FFF2-40B4-BE49-F238E27FC236}">
                <ns2:creationId id="{038BDF62-67DE-4678-AC38-7D4F42E97279}"/>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9" name="v6-header-page">
            <a:extLst>
              <a:ext uri="{FF2B5EF4-FFF2-40B4-BE49-F238E27FC236}">
                <ns2:creationId id="{76C64297-972B-4062-847D-934EC76B9BC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45 / 63</a:t>
            </a:r>
            <a:endParaRPr lang="ko-KR">
              <a:latin typeface="Calibri"/>
              <a:ea typeface="Calibri"/>
              <a:cs typeface="Calibri"/>
            </a:endParaRPr>
          </a:p>
        </p:txBody>
      </p:sp>
    </p:spTree>
    <p:extLst>
      <p:ext uri="{BB962C8B-B14F-4D97-AF65-F5344CB8AC3E}">
        <p14:creationId val="1301013122"/>
      </p:ext>
    </p:extLst>
  </p:cSld>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
    <p:bg>
      <p:bgPr>
        <a:solidFill>
          <a:srgbClr val="FFFFFF"/>
        </a:solidFill>
      </p:bgPr>
    </p:bg>
    <p:spTree>
      <p:nvGrpSpPr>
        <p:cNvPr id="1" name=""/>
        <p:cNvGrpSpPr/>
        <p:nvPr/>
      </p:nvGrpSpPr>
      <p:grpSpPr>
        <a:xfrm/>
      </p:grpSpPr>
      <p:sp>
        <p:nvSpPr>
          <p:cNvPr id="3"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표를 아까 보고서에 넣고,</a:t>
            </a:r>
            <a:endParaRPr lang="ko-KR">
              <a:solidFill>
                <a:srgbClr val="000000"/>
              </a:solidFill>
              <a:latin typeface="Calibri"/>
              <a:ea typeface="Calibri"/>
              <a:cs typeface="Calibri"/>
            </a:endParaRPr>
          </a:p>
        </p:txBody>
      </p:sp>
      <p:sp>
        <p:nvSpPr>
          <p:cNvPr id="4"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메일은 보내지 말고 보고서 결과로 메일 초안만 만들어줘.”</a:t>
            </a:r>
            <a:endParaRPr lang="ko-KR">
              <a:solidFill>
                <a:srgbClr val="000000"/>
              </a:solidFill>
              <a:latin typeface="Calibri"/>
              <a:ea typeface="Calibri"/>
              <a:cs typeface="Calibri"/>
            </a:endParaRP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발화 + 선택한 화면</a:t>
            </a:r>
            <a:endParaRPr lang="ko-KR">
              <a:solidFill>
                <a:srgbClr val="000000"/>
              </a:solidFill>
              <a:latin typeface="Calibri"/>
              <a:ea typeface="Calibri"/>
              <a:cs typeface="Calibri"/>
            </a:endParaRPr>
          </a:p>
        </p:txBody>
      </p:sp>
      <p:sp>
        <p:nvSpPr>
          <p:cNvPr id="9"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Request 이해</a:t>
            </a:r>
            <a:endParaRPr lang="ko-KR">
              <a:solidFill>
                <a:srgbClr val="000000"/>
              </a:solidFill>
              <a:latin typeface="Calibri"/>
              <a:ea typeface="Calibri"/>
              <a:cs typeface="Calibri"/>
            </a:endParaRPr>
          </a:p>
        </p:txBody>
      </p:sp>
      <p:sp>
        <p:nvSpPr>
          <p:cNvPr id="10"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위임할 Task</a:t>
            </a:r>
            <a:endParaRPr lang="ko-KR">
              <a:solidFill>
                <a:srgbClr val="000000"/>
              </a:solidFill>
              <a:latin typeface="Calibri"/>
              <a:ea typeface="Calibri"/>
              <a:cs typeface="Calibri"/>
            </a:endParaRPr>
          </a:p>
        </p:txBody>
      </p:sp>
      <p:sp>
        <p:nvSpPr>
          <p:cNvPr id="11"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화면에서 선택한 표</a:t>
            </a:r>
            <a:endParaRPr lang="ko-KR">
              <a:solidFill>
                <a:srgbClr val="000000"/>
              </a:solidFill>
              <a:latin typeface="Calibri"/>
              <a:ea typeface="Calibri"/>
              <a:cs typeface="Calibri"/>
            </a:endParaRPr>
          </a:p>
        </p:txBody>
      </p:sp>
      <p:sp>
        <p:nvSpPr>
          <p:cNvPr id="16"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대화에 남아 있는 보고서</a:t>
            </a:r>
            <a:endParaRPr lang="ko-KR">
              <a:solidFill>
                <a:srgbClr val="000000"/>
              </a:solidFill>
              <a:latin typeface="Calibri"/>
              <a:ea typeface="Calibri"/>
              <a:cs typeface="Calibri"/>
            </a:endParaRPr>
          </a:p>
        </p:txBody>
      </p:sp>
      <p:sp>
        <p:nvSpPr>
          <p:cNvPr id="17"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지칭 대상: 어느 표, 어느 보고서?</a:t>
            </a:r>
            <a:endParaRPr lang="ko-KR">
              <a:solidFill>
                <a:srgbClr val="000000"/>
              </a:solidFill>
              <a:latin typeface="Calibri"/>
              <a:ea typeface="Calibri"/>
              <a:cs typeface="Calibri"/>
            </a:endParaRPr>
          </a:p>
        </p:txBody>
      </p:sp>
      <p:sp>
        <p:nvSpPr>
          <p:cNvPr id="18"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순서: 보고서 수정 → 메일 초안</a:t>
            </a:r>
            <a:endParaRPr lang="ko-KR">
              <a:solidFill>
                <a:srgbClr val="000000"/>
              </a:solidFill>
              <a:latin typeface="Calibri"/>
              <a:ea typeface="Calibri"/>
              <a:cs typeface="Calibri"/>
            </a:endParaRPr>
          </a:p>
        </p:txBody>
      </p:sp>
      <p:sp>
        <p:nvSpPr>
          <p:cNvPr id="19"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조건: 메일 발송 금지</a:t>
            </a:r>
            <a:endParaRPr lang="ko-KR">
              <a:solidFill>
                <a:srgbClr val="000000"/>
              </a:solidFill>
              <a:latin typeface="Calibri"/>
              <a:ea typeface="Calibri"/>
              <a:cs typeface="Calibri"/>
            </a:endParaRPr>
          </a:p>
        </p:txBody>
      </p:sp>
      <p:sp>
        <p:nvSpPr>
          <p:cNvPr id="20"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보고서에 표 추가</a:t>
            </a:r>
            <a:endParaRPr lang="ko-KR">
              <a:solidFill>
                <a:srgbClr val="000000"/>
              </a:solidFill>
              <a:latin typeface="Calibri"/>
              <a:ea typeface="Calibri"/>
              <a:cs typeface="Calibri"/>
            </a:endParaRPr>
          </a:p>
        </p:txBody>
      </p:sp>
      <p:sp>
        <p:nvSpPr>
          <p:cNvPr id="21"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그 결과로 메일 초안 작성</a:t>
            </a:r>
            <a:endParaRPr lang="ko-KR">
              <a:solidFill>
                <a:srgbClr val="000000"/>
              </a:solidFill>
              <a:latin typeface="Calibri"/>
              <a:ea typeface="Calibri"/>
              <a:cs typeface="Calibri"/>
            </a:endParaRPr>
          </a:p>
        </p:txBody>
      </p:sp>
      <p:sp>
        <p:nvSpPr>
          <p:cNvPr id="22"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발송하지 않는 조건 유지</a:t>
            </a:r>
            <a:endParaRPr lang="ko-KR">
              <a:solidFill>
                <a:srgbClr val="000000"/>
              </a:solidFill>
              <a:latin typeface="Calibri"/>
              <a:ea typeface="Calibri"/>
              <a:cs typeface="Calibri"/>
            </a:endParaRPr>
          </a:p>
        </p:txBody>
      </p:sp>
      <p:sp>
        <p:nvSpPr>
          <p:cNvPr id="23"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대상이 모호하면 VIA가 사용자에게 확인합니다</a:t>
            </a:r>
            <a:endParaRPr lang="ko-KR">
              <a:solidFill>
                <a:srgbClr val="000000"/>
              </a:solidFill>
              <a:latin typeface="Calibri"/>
              <a:ea typeface="Calibri"/>
              <a:cs typeface="Calibri"/>
            </a:endParaRPr>
          </a:p>
        </p:txBody>
      </p:sp>
      <p:sp>
        <p:nvSpPr>
          <p:cNvPr id="24"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파일명이나 Task 번호를 외우지 않아도, 지칭 대상과 순서, 조건을 함께 말할 수 있습니다</a:t>
            </a:r>
            <a:endParaRPr lang="ko-KR">
              <a:solidFill>
                <a:srgbClr val="000000"/>
              </a:solidFill>
              <a:latin typeface="Calibri"/>
              <a:ea typeface="Calibri"/>
              <a:cs typeface="Calibri"/>
            </a:endParaRPr>
          </a:p>
        </p:txBody>
      </p:sp>
      <p:sp>
        <p:nvSpPr>
          <p:cNvPr id="25"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challenge / 1">
            <a:extLst>
              <a:ext uri="{FF2B5EF4-FFF2-40B4-BE49-F238E27FC236}">
                <ns2:creationId id="{D2E12FE2-A755-4B0F-A38C-D8CCEF692F53}"/>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발화만으로 알 수 없는 정보를 찾아 확인하고,</a:t>
            </a:r>
            <a:endParaRPr lang="ko-KR">
              <a:solidFill>
                <a:srgbClr val="000000"/>
              </a:solidFill>
              <a:latin typeface="Calibri"/>
              <a:ea typeface="Calibri"/>
              <a:cs typeface="Calibri"/>
            </a:endParaRPr>
          </a:p>
        </p:txBody>
      </p:sp>
      <p:sp>
        <p:nvSpPr>
          <p:cNvPr id="27" name="dp41-background / design-challenge / 2">
            <a:extLst>
              <a:ext uri="{FF2B5EF4-FFF2-40B4-BE49-F238E27FC236}">
                <ns2:creationId id="{00C51F96-0951-461F-93EF-326D9BE11D28}"/>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조회 결과에 따라 추가 조회와 해석을 이어가며 Request를 완성하는 구조</a:t>
            </a:r>
            <a:endParaRPr lang="ko-KR">
              <a:solidFill>
                <a:srgbClr val="000000"/>
              </a:solidFill>
              <a:latin typeface="Calibri"/>
              <a:ea typeface="Calibri"/>
              <a:cs typeface="Calibri"/>
            </a:endParaRPr>
          </a:p>
        </p:txBody>
      </p:sp>
      <p:sp>
        <p:nvSpPr>
          <p:cNvPr id="35" name="v6-header-title">
            <a:extLst>
              <a:ext uri="{FF2B5EF4-FFF2-40B4-BE49-F238E27FC236}">
                <ns2:creationId id="{C694B5CE-DE2E-43B5-9BCB-D981DF76649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배경 (원본)</a:t>
            </a:r>
            <a:endParaRPr lang="ko-KR">
              <a:latin typeface="Calibri"/>
              <a:ea typeface="Calibri"/>
              <a:cs typeface="Calibri"/>
            </a:endParaRPr>
          </a:p>
        </p:txBody>
      </p:sp>
      <p:sp>
        <p:nvSpPr>
          <p:cNvPr id="36" name="v6-header-rule">
            <a:extLst>
              <a:ext uri="{FF2B5EF4-FFF2-40B4-BE49-F238E27FC236}">
                <ns2:creationId id="{82328448-694D-44C5-8FCD-F8EA074085A9}"/>
              </a:ext>
            </a:extLst>
          </p:cNvPr>
          <p:cNvSpPr>
            <a:spLocks noGrp="1"/>
          </p:cNvSpPr>
          <p:nvPr/>
        </p:nvSpPr>
        <p:spPr>
          <a:xfrm>
            <a:off x="495300" y="990600"/>
            <a:ext cx="17335500" cy="0"/>
          </a:xfrm>
          <a:prstGeom prst="line">
            <a:avLst/>
          </a:prstGeom>
          <a:noFill/>
          <a:ln w="19050">
            <a:solidFill>
              <a:srgbClr val="A6A6A6"/>
            </a:solidFill>
          </a:ln>
        </p:spPr>
      </p:sp>
      <p:sp>
        <p:nvSpPr>
          <p:cNvPr id="37" name="v6-header-stage-0">
            <a:extLst>
              <a:ext uri="{FF2B5EF4-FFF2-40B4-BE49-F238E27FC236}">
                <ns2:creationId id="{F41BF6AF-8C41-4D0E-967B-44A0F43F8D0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C9FD42F1-B3BE-41B9-89AE-3A6B080F3CE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1441C607-A051-4D21-A38C-3B1767DAB489}"/>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0F71A13E-18BC-4474-9C24-E3C0BF2B5C4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225B6BDB-2E94-46C3-B895-D2C460A9770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59BA3D36-A621-425F-B7A9-3BF66AB2729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46 / 63</a:t>
            </a:r>
            <a:endParaRPr lang="ko-KR">
              <a:latin typeface="Calibri"/>
              <a:ea typeface="Calibri"/>
              <a:cs typeface="Calibri"/>
            </a:endParaRPr>
          </a:p>
        </p:txBody>
      </p:sp>
    </p:spTree>
    <p:extLst>
      <p:ext uri="{BB962C8B-B14F-4D97-AF65-F5344CB8AC3E}">
        <p14:creationId val="75001597"/>
      </p:ext>
    </p:extLst>
  </p:cSld>
</p:sld>
</file>

<file path=ppt/slides/slide22.xml><?xml version="1.0" encoding="utf-8"?>
<p:sld xmlns:a="http://schemas.openxmlformats.org/drawingml/2006/main" xmlns:ns2="http://schemas.microsoft.com/office/drawing/2014/main" xmlns:p="http://schemas.openxmlformats.org/presentationml/2006/main" xmlns:p14="http://schemas.microsoft.com/office/powerpoint/2010/main">
  <p:cSld name="dp41-comparison">
    <p:bg>
      <p:bgPr>
        <a:solidFill>
          <a:srgbClr val="FFFFFF"/>
        </a:solidFill>
      </p:bgPr>
    </p:bg>
    <p:spTree>
      <p:nvGrpSpPr>
        <p:cNvPr id="1" name=""/>
        <p:cNvGrpSpPr/>
        <p:nvPr/>
      </p:nvGrpSpPr>
      <p:grpSpPr>
        <a:xfrm/>
      </p:grpSpPr>
      <p:sp>
        <p:nvSpPr>
          <p:cNvPr id="326" name="dp41-comparison / n1">
            <a:extLst>
              <a:ext uri="{FF2B5EF4-FFF2-40B4-BE49-F238E27FC236}">
                <ns2:creationId id="{46B28C88-BA2E-45AD-9221-7A32E4CAD2AE}"/>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1-comparison / n6 / text 1">
            <a:extLst>
              <a:ext uri="{FF2B5EF4-FFF2-40B4-BE49-F238E27FC236}">
                <ns2:creationId id="{EA45F1E1-195F-4B06-9ADD-88331AB013F5}"/>
              </a:ext>
            </a:extLst>
          </p:cNvPr>
          <p:cNvSpPr>
            <a:spLocks noGrp="1"/>
          </p:cNvSpPr>
          <p:nvPr/>
        </p:nvSpPr>
        <p:spPr>
          <a:xfrm>
            <a:off x="381000" y="1333500"/>
            <a:ext cx="17526000" cy="317659"/>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입력 Input1: “이 표를 아까 보고서에 넣고, 메일은 보내지 말고 결과를 바탕으로 초안만 만들어.”</a:t>
            </a:r>
            <a:endParaRPr lang="ko-KR">
              <a:solidFill>
                <a:srgbClr val="000000"/>
              </a:solidFill>
              <a:latin typeface="Calibri"/>
              <a:ea typeface="Calibri"/>
              <a:cs typeface="Calibri"/>
            </a:endParaRPr>
          </a:p>
        </p:txBody>
      </p:sp>
      <p:sp>
        <p:nvSpPr>
          <p:cNvPr id="7" name="dp41-comparison / n7 / text 1">
            <a:extLst>
              <a:ext uri="{FF2B5EF4-FFF2-40B4-BE49-F238E27FC236}">
                <ns2:creationId id="{73435361-2972-4470-8183-3D93EB11931F}"/>
              </a:ext>
            </a:extLst>
          </p:cNvPr>
          <p:cNvSpPr>
            <a:spLocks noGrp="1"/>
          </p:cNvSpPr>
          <p:nvPr/>
        </p:nvSpPr>
        <p:spPr>
          <a:xfrm>
            <a:off x="381000" y="1609725"/>
            <a:ext cx="17526000" cy="262414"/>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Task1: 예산 보고서 / Task2: 실적 보고서 → “어느 보고서인가요?” → 사용자: “예산 보고서” / 결과: 수정된 보고서 → 메일 초안</a:t>
            </a:r>
            <a:endParaRPr lang="ko-KR">
              <a:solidFill>
                <a:srgbClr val="000000"/>
              </a:solidFill>
              <a:latin typeface="Calibri"/>
              <a:ea typeface="Calibri"/>
              <a:cs typeface="Calibri"/>
            </a:endParaRPr>
          </a:p>
        </p:txBody>
      </p:sp>
      <p:sp>
        <p:nvSpPr>
          <p:cNvPr id="8" name="dp41-comparison / n8">
            <a:extLst>
              <a:ext uri="{FF2B5EF4-FFF2-40B4-BE49-F238E27FC236}">
                <ns2:creationId id="{298606F2-B0D4-44A2-B4D4-B4B035C21173}"/>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2" name="dp41-comparison / n12 / path">
            <a:extLst>
              <a:ext uri="{FF2B5EF4-FFF2-40B4-BE49-F238E27FC236}">
                <ns2:creationId id="{11D61C36-AA31-49E9-A30E-2597116BBFD8}"/>
              </a:ext>
            </a:extLst>
          </p:cNvPr>
          <p:cNvSpPr>
            <a:spLocks noGrp="1"/>
          </p:cNvSpPr>
          <p:nvPr/>
        </p:nvSpPr>
        <p:spPr>
          <a:xfrm>
            <a:off x="9620250" y="1857375"/>
            <a:ext cx="953" cy="6448425"/>
          </a:xfrm>
          <a:custGeom>
            <a:pathLst>
              <a:path w="953" h="6448425">
                <a:moveTo>
                  <a:pt x="0" y="0"/>
                </a:moveTo>
                <a:lnTo>
                  <a:pt x="0" y="6448425"/>
                </a:lnTo>
              </a:path>
            </a:pathLst>
          </a:custGeom>
          <a:noFill/>
          <a:ln w="19050">
            <a:solidFill>
              <a:srgbClr val="CDD6DE"/>
            </a:solidFill>
            <a:prstDash val="solid"/>
          </a:ln>
        </p:spPr>
      </p:sp>
      <p:sp>
        <p:nvSpPr>
          <p:cNvPr id="13" name="dp41-comparison / n13 / path">
            <a:extLst>
              <a:ext uri="{FF2B5EF4-FFF2-40B4-BE49-F238E27FC236}">
                <ns2:creationId id="{2628A453-97E5-4732-B5B4-274C1B538395}"/>
              </a:ext>
            </a:extLst>
          </p:cNvPr>
          <p:cNvSpPr>
            <a:spLocks noGrp="1"/>
          </p:cNvSpPr>
          <p:nvPr/>
        </p:nvSpPr>
        <p:spPr>
          <a:xfrm>
            <a:off x="381000" y="8305800"/>
            <a:ext cx="17526000" cy="953"/>
          </a:xfrm>
          <a:custGeom>
            <a:pathLst>
              <a:path w="17526000" h="953">
                <a:moveTo>
                  <a:pt x="0" y="0"/>
                </a:moveTo>
                <a:lnTo>
                  <a:pt x="17526000" y="0"/>
                </a:lnTo>
              </a:path>
            </a:pathLst>
          </a:custGeom>
          <a:noFill/>
          <a:ln w="19050">
            <a:solidFill>
              <a:srgbClr val="CDD6DE"/>
            </a:solidFill>
            <a:prstDash val="solid"/>
          </a:ln>
        </p:spPr>
      </p:sp>
      <p:sp>
        <p:nvSpPr>
          <p:cNvPr id="14" name="dp41-comparison / n14 / text 1">
            <a:extLst>
              <a:ext uri="{FF2B5EF4-FFF2-40B4-BE49-F238E27FC236}">
                <ns2:creationId id="{FD9E8158-4D60-4AF2-BE84-CFCD45A57D32}"/>
              </a:ext>
            </a:extLst>
          </p:cNvPr>
          <p:cNvSpPr>
            <a:spLocks noGrp="1"/>
          </p:cNvSpPr>
          <p:nvPr/>
        </p:nvSpPr>
        <p:spPr>
          <a:xfrm>
            <a:off x="400050" y="840105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채택: Request Controller의 현재 입력과 정보, 권한 검사 및 저장 성공 후 응답 또는 Task 위임</a:t>
            </a:r>
            <a:endParaRPr lang="ko-KR">
              <a:solidFill>
                <a:srgbClr val="000000"/>
              </a:solidFill>
              <a:latin typeface="Calibri"/>
              <a:ea typeface="Calibri"/>
              <a:cs typeface="Calibri"/>
            </a:endParaRPr>
          </a:p>
        </p:txBody>
      </p:sp>
      <p:sp>
        <p:nvSpPr>
          <p:cNvPr id="15" name="dp41-comparison / n15 / text 1">
            <a:extLst>
              <a:ext uri="{FF2B5EF4-FFF2-40B4-BE49-F238E27FC236}">
                <ns2:creationId id="{F52810BF-0544-4333-B5EE-2750A107E6A8}"/>
              </a:ext>
            </a:extLst>
          </p:cNvPr>
          <p:cNvSpPr>
            <a:spLocks noGrp="1"/>
          </p:cNvSpPr>
          <p:nvPr/>
        </p:nvSpPr>
        <p:spPr>
          <a:xfrm>
            <a:off x="400050" y="8639175"/>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반복 종료: 의미 완성, 확인 질문 대기, 실패, 취소, 한도 도달 / 질문을 실제 전달하고 새 답변을 받은 뒤 해석 재개</a:t>
            </a:r>
            <a:endParaRPr lang="ko-KR">
              <a:solidFill>
                <a:srgbClr val="000000"/>
              </a:solidFill>
              <a:latin typeface="Calibri"/>
              <a:ea typeface="Calibri"/>
              <a:cs typeface="Calibri"/>
            </a:endParaRPr>
          </a:p>
        </p:txBody>
      </p:sp>
      <p:sp>
        <p:nvSpPr>
          <p:cNvPr id="327" name="dp41-v5-summary / n1">
            <a:extLst>
              <a:ext uri="{FF2B5EF4-FFF2-40B4-BE49-F238E27FC236}">
                <ns2:creationId id="{7414EC7B-C8BA-4D86-AC39-A4F8FBA75312}"/>
              </a:ext>
            </a:extLst>
          </p:cNvPr>
          <p:cNvSpPr>
            <a:spLocks noGrp="1"/>
          </p:cNvSpPr>
          <p:nvPr/>
        </p:nvSpPr>
        <p:spPr>
          <a:xfrm>
            <a:off x="381000" y="8896350"/>
            <a:ext cx="17526000" cy="953"/>
          </a:xfrm>
          <a:custGeom>
            <a:pathLst>
              <a:path w="17526000" h="953">
                <a:moveTo>
                  <a:pt x="0" y="0"/>
                </a:moveTo>
                <a:lnTo>
                  <a:pt x="17526000" y="0"/>
                </a:lnTo>
              </a:path>
            </a:pathLst>
          </a:custGeom>
          <a:noFill/>
          <a:ln w="11430">
            <a:solidFill>
              <a:srgbClr val="CDD6DE"/>
            </a:solidFill>
          </a:ln>
        </p:spPr>
      </p:sp>
      <p:sp>
        <p:nvSpPr>
          <p:cNvPr id="328" name="dp41-v5-summary / n2">
            <a:extLst>
              <a:ext uri="{FF2B5EF4-FFF2-40B4-BE49-F238E27FC236}">
                <ns2:creationId id="{A4DB7634-B3E2-40B8-8D2C-1BFD223E2CE7}"/>
              </a:ext>
            </a:extLst>
          </p:cNvPr>
          <p:cNvSpPr>
            <a:spLocks noGrp="1"/>
          </p:cNvSpPr>
          <p:nvPr/>
        </p:nvSpPr>
        <p:spPr>
          <a:xfrm>
            <a:off x="400050" y="891540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329" name="dp41-v5-summary / n3">
            <a:extLst>
              <a:ext uri="{FF2B5EF4-FFF2-40B4-BE49-F238E27FC236}">
                <ns2:creationId id="{233FD539-807C-4662-A690-5269D8D36A29}"/>
              </a:ext>
            </a:extLst>
          </p:cNvPr>
          <p:cNvSpPr>
            <a:spLocks noGrp="1"/>
          </p:cNvSpPr>
          <p:nvPr/>
        </p:nvSpPr>
        <p:spPr>
          <a:xfrm>
            <a:off x="2857500" y="891540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[전체 의미 결합과 부분 갱신]</a:t>
            </a:r>
            <a:endParaRPr lang="ko-KR">
              <a:solidFill>
                <a:srgbClr val="000000"/>
              </a:solidFill>
              <a:latin typeface="Calibri"/>
              <a:ea typeface="Calibri"/>
              <a:cs typeface="Calibri"/>
            </a:endParaRPr>
          </a:p>
        </p:txBody>
      </p:sp>
      <p:sp>
        <p:nvSpPr>
          <p:cNvPr id="330" name="dp41-v5-summary / n4">
            <a:extLst>
              <a:ext uri="{FF2B5EF4-FFF2-40B4-BE49-F238E27FC236}">
                <ns2:creationId id="{52B47FF9-B1BF-4213-8AB3-C19697147A7B}"/>
              </a:ext>
            </a:extLst>
          </p:cNvPr>
          <p:cNvSpPr>
            <a:spLocks noGrp="1"/>
          </p:cNvSpPr>
          <p:nvPr/>
        </p:nvSpPr>
        <p:spPr>
          <a:xfrm>
            <a:off x="10001250" y="891540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[요청 틀의 표현 범위와 부분 결합]</a:t>
            </a:r>
            <a:endParaRPr lang="ko-KR">
              <a:solidFill>
                <a:srgbClr val="000000"/>
              </a:solidFill>
              <a:latin typeface="Calibri"/>
              <a:ea typeface="Calibri"/>
              <a:cs typeface="Calibri"/>
            </a:endParaRPr>
          </a:p>
        </p:txBody>
      </p:sp>
      <p:sp>
        <p:nvSpPr>
          <p:cNvPr id="331" name="dp41-v5-summary / n5">
            <a:extLst>
              <a:ext uri="{FF2B5EF4-FFF2-40B4-BE49-F238E27FC236}">
                <ns2:creationId id="{67247221-C18A-4488-841E-A254D3BDE5D1}"/>
              </a:ext>
            </a:extLst>
          </p:cNvPr>
          <p:cNvSpPr>
            <a:spLocks noGrp="1"/>
          </p:cNvSpPr>
          <p:nvPr/>
        </p:nvSpPr>
        <p:spPr>
          <a:xfrm>
            <a:off x="381000" y="9077325"/>
            <a:ext cx="17526000" cy="953"/>
          </a:xfrm>
          <a:custGeom>
            <a:pathLst>
              <a:path w="17526000" h="953">
                <a:moveTo>
                  <a:pt x="0" y="0"/>
                </a:moveTo>
                <a:lnTo>
                  <a:pt x="17526000" y="0"/>
                </a:lnTo>
              </a:path>
            </a:pathLst>
          </a:custGeom>
          <a:noFill/>
          <a:ln w="11430">
            <a:solidFill>
              <a:srgbClr val="CDD6DE"/>
            </a:solidFill>
          </a:ln>
        </p:spPr>
      </p:sp>
      <p:sp>
        <p:nvSpPr>
          <p:cNvPr id="332" name="dp41-v5-summary / n6">
            <a:extLst>
              <a:ext uri="{FF2B5EF4-FFF2-40B4-BE49-F238E27FC236}">
                <ns2:creationId id="{05F25425-2D54-4648-971F-532496016541}"/>
              </a:ext>
            </a:extLst>
          </p:cNvPr>
          <p:cNvSpPr>
            <a:spLocks noGrp="1"/>
          </p:cNvSpPr>
          <p:nvPr/>
        </p:nvSpPr>
        <p:spPr>
          <a:xfrm>
            <a:off x="400050" y="909637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33" name="dp41-v5-summary / n7">
            <a:extLst>
              <a:ext uri="{FF2B5EF4-FFF2-40B4-BE49-F238E27FC236}">
                <ns2:creationId id="{C66726AF-9DC1-4569-A592-C78156D6B834}"/>
              </a:ext>
            </a:extLst>
          </p:cNvPr>
          <p:cNvSpPr>
            <a:spLocks noGrp="1"/>
          </p:cNvSpPr>
          <p:nvPr/>
        </p:nvSpPr>
        <p:spPr>
          <a:xfrm>
            <a:off x="2857500" y="909637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[조회 후 재판단과 실제 첫 반응]</a:t>
            </a:r>
            <a:endParaRPr lang="ko-KR">
              <a:solidFill>
                <a:srgbClr val="000000"/>
              </a:solidFill>
              <a:latin typeface="Calibri"/>
              <a:ea typeface="Calibri"/>
              <a:cs typeface="Calibri"/>
            </a:endParaRPr>
          </a:p>
        </p:txBody>
      </p:sp>
      <p:sp>
        <p:nvSpPr>
          <p:cNvPr id="334" name="dp41-v5-summary / n8">
            <a:extLst>
              <a:ext uri="{FF2B5EF4-FFF2-40B4-BE49-F238E27FC236}">
                <ns2:creationId id="{4A1D1B3B-6C38-497B-9560-D4AF26B09539}"/>
              </a:ext>
            </a:extLst>
          </p:cNvPr>
          <p:cNvSpPr>
            <a:spLocks noGrp="1"/>
          </p:cNvSpPr>
          <p:nvPr/>
        </p:nvSpPr>
        <p:spPr>
          <a:xfrm>
            <a:off x="10001250" y="909637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[지원 항목의 코드 해결과 추가 해석]</a:t>
            </a:r>
            <a:endParaRPr lang="ko-KR">
              <a:solidFill>
                <a:srgbClr val="000000"/>
              </a:solidFill>
              <a:latin typeface="Calibri"/>
              <a:ea typeface="Calibri"/>
              <a:cs typeface="Calibri"/>
            </a:endParaRPr>
          </a:p>
        </p:txBody>
      </p:sp>
      <p:sp>
        <p:nvSpPr>
          <p:cNvPr id="335" name="dp41-v5-summary / n9">
            <a:extLst>
              <a:ext uri="{FF2B5EF4-FFF2-40B4-BE49-F238E27FC236}">
                <ns2:creationId id="{2018D30A-4648-45FD-B623-70CCFF6A2A65}"/>
              </a:ext>
            </a:extLst>
          </p:cNvPr>
          <p:cNvSpPr>
            <a:spLocks noGrp="1"/>
          </p:cNvSpPr>
          <p:nvPr/>
        </p:nvSpPr>
        <p:spPr>
          <a:xfrm>
            <a:off x="381000" y="9258300"/>
            <a:ext cx="17526000" cy="953"/>
          </a:xfrm>
          <a:custGeom>
            <a:pathLst>
              <a:path w="17526000" h="953">
                <a:moveTo>
                  <a:pt x="0" y="0"/>
                </a:moveTo>
                <a:lnTo>
                  <a:pt x="17526000" y="0"/>
                </a:lnTo>
              </a:path>
            </a:pathLst>
          </a:custGeom>
          <a:noFill/>
          <a:ln w="11430">
            <a:solidFill>
              <a:srgbClr val="CDD6DE"/>
            </a:solidFill>
          </a:ln>
        </p:spPr>
      </p:sp>
      <p:sp>
        <p:nvSpPr>
          <p:cNvPr id="336" name="dp41-v5-summary / n10">
            <a:extLst>
              <a:ext uri="{FF2B5EF4-FFF2-40B4-BE49-F238E27FC236}">
                <ns2:creationId id="{44B69062-40F0-43B8-94D9-C0CC59F4B3ED}"/>
              </a:ext>
            </a:extLst>
          </p:cNvPr>
          <p:cNvSpPr>
            <a:spLocks noGrp="1"/>
          </p:cNvSpPr>
          <p:nvPr/>
        </p:nvSpPr>
        <p:spPr>
          <a:xfrm>
            <a:off x="400050" y="927735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37" name="dp41-v5-summary / n11">
            <a:extLst>
              <a:ext uri="{FF2B5EF4-FFF2-40B4-BE49-F238E27FC236}">
                <ns2:creationId id="{89073AD5-7A87-4D2A-B49B-E6E773979141}"/>
              </a:ext>
            </a:extLst>
          </p:cNvPr>
          <p:cNvSpPr>
            <a:spLocks noGrp="1"/>
          </p:cNvSpPr>
          <p:nvPr/>
        </p:nvSpPr>
        <p:spPr>
          <a:xfrm>
            <a:off x="2857500" y="927735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[조회와 전체 판단의 반복 경로]</a:t>
            </a:r>
            <a:endParaRPr lang="ko-KR">
              <a:solidFill>
                <a:srgbClr val="000000"/>
              </a:solidFill>
              <a:latin typeface="Calibri"/>
              <a:ea typeface="Calibri"/>
              <a:cs typeface="Calibri"/>
            </a:endParaRPr>
          </a:p>
        </p:txBody>
      </p:sp>
      <p:sp>
        <p:nvSpPr>
          <p:cNvPr id="338" name="dp41-v5-summary / n12">
            <a:extLst>
              <a:ext uri="{FF2B5EF4-FFF2-40B4-BE49-F238E27FC236}">
                <ns2:creationId id="{095495EC-F732-482B-8325-7B48973E5235}"/>
              </a:ext>
            </a:extLst>
          </p:cNvPr>
          <p:cNvSpPr>
            <a:spLocks noGrp="1"/>
          </p:cNvSpPr>
          <p:nvPr/>
        </p:nvSpPr>
        <p:spPr>
          <a:xfrm>
            <a:off x="10001250" y="927735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[항목별 해결과 코드 결합 경로]</a:t>
            </a:r>
            <a:endParaRPr lang="ko-KR">
              <a:solidFill>
                <a:srgbClr val="000000"/>
              </a:solidFill>
              <a:latin typeface="Calibri"/>
              <a:ea typeface="Calibri"/>
              <a:cs typeface="Calibri"/>
            </a:endParaRPr>
          </a:p>
        </p:txBody>
      </p:sp>
      <p:sp>
        <p:nvSpPr>
          <p:cNvPr id="339" name="dp41-v5-summary / n13">
            <a:extLst>
              <a:ext uri="{FF2B5EF4-FFF2-40B4-BE49-F238E27FC236}">
                <ns2:creationId id="{6F8236F8-95CF-4075-99F6-078F559E174A}"/>
              </a:ext>
            </a:extLst>
          </p:cNvPr>
          <p:cNvSpPr>
            <a:spLocks noGrp="1"/>
          </p:cNvSpPr>
          <p:nvPr/>
        </p:nvSpPr>
        <p:spPr>
          <a:xfrm>
            <a:off x="381000" y="9439275"/>
            <a:ext cx="17526000" cy="953"/>
          </a:xfrm>
          <a:custGeom>
            <a:pathLst>
              <a:path w="17526000" h="953">
                <a:moveTo>
                  <a:pt x="0" y="0"/>
                </a:moveTo>
                <a:lnTo>
                  <a:pt x="17526000" y="0"/>
                </a:lnTo>
              </a:path>
            </a:pathLst>
          </a:custGeom>
          <a:noFill/>
          <a:ln w="11430">
            <a:solidFill>
              <a:srgbClr val="CDD6DE"/>
            </a:solidFill>
          </a:ln>
        </p:spPr>
      </p:sp>
      <p:sp>
        <p:nvSpPr>
          <p:cNvPr id="340" name="dp41-v5-summary / n14">
            <a:extLst>
              <a:ext uri="{FF2B5EF4-FFF2-40B4-BE49-F238E27FC236}">
                <ns2:creationId id="{14E46EFC-14D5-428E-B06E-9FAF0B4011EB}"/>
              </a:ext>
            </a:extLst>
          </p:cNvPr>
          <p:cNvSpPr>
            <a:spLocks noGrp="1"/>
          </p:cNvSpPr>
          <p:nvPr/>
        </p:nvSpPr>
        <p:spPr>
          <a:xfrm>
            <a:off x="400050" y="945832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41" name="dp41-v5-summary / n15">
            <a:extLst>
              <a:ext uri="{FF2B5EF4-FFF2-40B4-BE49-F238E27FC236}">
                <ns2:creationId id="{A0DD44C8-A1D4-41D7-A118-F8BC30C608B5}"/>
              </a:ext>
            </a:extLst>
          </p:cNvPr>
          <p:cNvSpPr>
            <a:spLocks noGrp="1"/>
          </p:cNvSpPr>
          <p:nvPr/>
        </p:nvSpPr>
        <p:spPr>
          <a:xfrm>
            <a:off x="2857500" y="945832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[실제 재판단 token과 폐기 청구]</a:t>
            </a:r>
            <a:endParaRPr lang="ko-KR">
              <a:solidFill>
                <a:srgbClr val="000000"/>
              </a:solidFill>
              <a:latin typeface="Calibri"/>
              <a:ea typeface="Calibri"/>
              <a:cs typeface="Calibri"/>
            </a:endParaRPr>
          </a:p>
        </p:txBody>
      </p:sp>
      <p:sp>
        <p:nvSpPr>
          <p:cNvPr id="342" name="dp41-v5-summary / n16">
            <a:extLst>
              <a:ext uri="{FF2B5EF4-FFF2-40B4-BE49-F238E27FC236}">
                <ns2:creationId id="{96CFC62A-BB57-4A35-9355-2FEA0184901D}"/>
              </a:ext>
            </a:extLst>
          </p:cNvPr>
          <p:cNvSpPr>
            <a:spLocks noGrp="1"/>
          </p:cNvSpPr>
          <p:nvPr/>
        </p:nvSpPr>
        <p:spPr>
          <a:xfrm>
            <a:off x="10001250" y="945832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[부분 해석 호출과 전체 청구]</a:t>
            </a:r>
            <a:endParaRPr lang="ko-KR">
              <a:solidFill>
                <a:srgbClr val="000000"/>
              </a:solidFill>
              <a:latin typeface="Calibri"/>
              <a:ea typeface="Calibri"/>
              <a:cs typeface="Calibri"/>
            </a:endParaRPr>
          </a:p>
        </p:txBody>
      </p:sp>
      <p:sp>
        <p:nvSpPr>
          <p:cNvPr id="343" name="dp41-v5-summary / n17">
            <a:extLst>
              <a:ext uri="{FF2B5EF4-FFF2-40B4-BE49-F238E27FC236}">
                <ns2:creationId id="{FF341B01-3BDC-486E-AF62-51B33CE20AD2}"/>
              </a:ext>
            </a:extLst>
          </p:cNvPr>
          <p:cNvSpPr>
            <a:spLocks noGrp="1"/>
          </p:cNvSpPr>
          <p:nvPr/>
        </p:nvSpPr>
        <p:spPr>
          <a:xfrm>
            <a:off x="381000" y="9620250"/>
            <a:ext cx="17526000" cy="953"/>
          </a:xfrm>
          <a:custGeom>
            <a:pathLst>
              <a:path w="17526000" h="953">
                <a:moveTo>
                  <a:pt x="0" y="0"/>
                </a:moveTo>
                <a:lnTo>
                  <a:pt x="17526000" y="0"/>
                </a:lnTo>
              </a:path>
            </a:pathLst>
          </a:custGeom>
          <a:noFill/>
          <a:ln w="11430">
            <a:solidFill>
              <a:srgbClr val="CDD6DE"/>
            </a:solidFill>
          </a:ln>
        </p:spPr>
      </p:sp>
      <p:sp>
        <p:nvSpPr>
          <p:cNvPr id="344" name="dp41-v5-summary / n18">
            <a:extLst>
              <a:ext uri="{FF2B5EF4-FFF2-40B4-BE49-F238E27FC236}">
                <ns2:creationId id="{D8BAE903-5EFA-4F93-A3FA-A813176B8252}"/>
              </a:ext>
            </a:extLst>
          </p:cNvPr>
          <p:cNvSpPr>
            <a:spLocks noGrp="1"/>
          </p:cNvSpPr>
          <p:nvPr/>
        </p:nvSpPr>
        <p:spPr>
          <a:xfrm>
            <a:off x="400050" y="963930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45" name="dp41-v5-summary / n19">
            <a:extLst>
              <a:ext uri="{FF2B5EF4-FFF2-40B4-BE49-F238E27FC236}">
                <ns2:creationId id="{A4533103-B8DE-4354-ADBF-7A1C1FB210C4}"/>
              </a:ext>
            </a:extLst>
          </p:cNvPr>
          <p:cNvSpPr>
            <a:spLocks noGrp="1"/>
          </p:cNvSpPr>
          <p:nvPr/>
        </p:nvSpPr>
        <p:spPr>
          <a:xfrm>
            <a:off x="2857500" y="963930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[모델 지침과 검증의 실제 수정]</a:t>
            </a:r>
            <a:endParaRPr lang="ko-KR">
              <a:solidFill>
                <a:srgbClr val="000000"/>
              </a:solidFill>
              <a:latin typeface="Calibri"/>
              <a:ea typeface="Calibri"/>
              <a:cs typeface="Calibri"/>
            </a:endParaRPr>
          </a:p>
        </p:txBody>
      </p:sp>
      <p:sp>
        <p:nvSpPr>
          <p:cNvPr id="346" name="dp41-v5-summary / n20">
            <a:extLst>
              <a:ext uri="{FF2B5EF4-FFF2-40B4-BE49-F238E27FC236}">
                <ns2:creationId id="{15052016-0147-4004-A47A-1655E361E2CB}"/>
              </a:ext>
            </a:extLst>
          </p:cNvPr>
          <p:cNvSpPr>
            <a:spLocks noGrp="1"/>
          </p:cNvSpPr>
          <p:nvPr/>
        </p:nvSpPr>
        <p:spPr>
          <a:xfrm>
            <a:off x="10001250" y="963930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[요청 틀과 Engine 규칙의 실제 수정]</a:t>
            </a:r>
            <a:endParaRPr lang="ko-KR">
              <a:solidFill>
                <a:srgbClr val="000000"/>
              </a:solidFill>
              <a:latin typeface="Calibri"/>
              <a:ea typeface="Calibri"/>
              <a:cs typeface="Calibri"/>
            </a:endParaRPr>
          </a:p>
        </p:txBody>
      </p:sp>
      <p:sp>
        <p:nvSpPr>
          <p:cNvPr id="347" name="dp41-v5-summary / n21">
            <a:extLst>
              <a:ext uri="{FF2B5EF4-FFF2-40B4-BE49-F238E27FC236}">
                <ns2:creationId id="{B9A4086D-04B9-447E-BEED-7C0A68671038}"/>
              </a:ext>
            </a:extLst>
          </p:cNvPr>
          <p:cNvSpPr>
            <a:spLocks noGrp="1"/>
          </p:cNvSpPr>
          <p:nvPr/>
        </p:nvSpPr>
        <p:spPr>
          <a:xfrm>
            <a:off x="381000" y="9801225"/>
            <a:ext cx="17526000" cy="953"/>
          </a:xfrm>
          <a:custGeom>
            <a:pathLst>
              <a:path w="17526000" h="953">
                <a:moveTo>
                  <a:pt x="0" y="0"/>
                </a:moveTo>
                <a:lnTo>
                  <a:pt x="17526000" y="0"/>
                </a:lnTo>
              </a:path>
            </a:pathLst>
          </a:custGeom>
          <a:noFill/>
          <a:ln w="11430">
            <a:solidFill>
              <a:srgbClr val="CDD6DE"/>
            </a:solidFill>
          </a:ln>
        </p:spPr>
      </p:sp>
      <p:sp>
        <p:nvSpPr>
          <p:cNvPr id="348" name="dp41-v5-summary / n22">
            <a:extLst>
              <a:ext uri="{FF2B5EF4-FFF2-40B4-BE49-F238E27FC236}">
                <ns2:creationId id="{9AF8AF99-2CBC-4DC8-AC8F-CF4427D1FA7B}"/>
              </a:ext>
            </a:extLst>
          </p:cNvPr>
          <p:cNvSpPr>
            <a:spLocks noGrp="1"/>
          </p:cNvSpPr>
          <p:nvPr/>
        </p:nvSpPr>
        <p:spPr>
          <a:xfrm>
            <a:off x="400050" y="982027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49" name="dp41-v5-summary / n23">
            <a:extLst>
              <a:ext uri="{FF2B5EF4-FFF2-40B4-BE49-F238E27FC236}">
                <ns2:creationId id="{C1A2DE82-7603-4DC6-8E82-A79D5541020A}"/>
              </a:ext>
            </a:extLst>
          </p:cNvPr>
          <p:cNvSpPr>
            <a:spLocks noGrp="1"/>
          </p:cNvSpPr>
          <p:nvPr/>
        </p:nvSpPr>
        <p:spPr>
          <a:xfrm>
            <a:off x="2857500" y="982027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예산 1,792MiB  [Context와 조회 buffer의 동시 할당]</a:t>
            </a:r>
            <a:endParaRPr lang="ko-KR">
              <a:solidFill>
                <a:srgbClr val="000000"/>
              </a:solidFill>
              <a:latin typeface="Calibri"/>
              <a:ea typeface="Calibri"/>
              <a:cs typeface="Calibri"/>
            </a:endParaRPr>
          </a:p>
        </p:txBody>
      </p:sp>
      <p:sp>
        <p:nvSpPr>
          <p:cNvPr id="350" name="dp41-v5-summary / n24">
            <a:extLst>
              <a:ext uri="{FF2B5EF4-FFF2-40B4-BE49-F238E27FC236}">
                <ns2:creationId id="{E6F68C1E-6BA3-4359-86AE-91A3C2856852}"/>
              </a:ext>
            </a:extLst>
          </p:cNvPr>
          <p:cNvSpPr>
            <a:spLocks noGrp="1"/>
          </p:cNvSpPr>
          <p:nvPr/>
        </p:nvSpPr>
        <p:spPr>
          <a:xfrm>
            <a:off x="10001250" y="982027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예산 1,760MiB  [요청 틀과 해결 상태의 동시 할당]</a:t>
            </a:r>
            <a:endParaRPr lang="ko-KR">
              <a:solidFill>
                <a:srgbClr val="000000"/>
              </a:solidFill>
              <a:latin typeface="Calibri"/>
              <a:ea typeface="Calibri"/>
              <a:cs typeface="Calibri"/>
            </a:endParaRPr>
          </a:p>
        </p:txBody>
      </p:sp>
      <p:sp>
        <p:nvSpPr>
          <p:cNvPr id="351" name="dp41-v5-summary / n25">
            <a:extLst>
              <a:ext uri="{FF2B5EF4-FFF2-40B4-BE49-F238E27FC236}">
                <ns2:creationId id="{2F46DB74-E42B-4B95-8EFE-3361D15ABE47}"/>
              </a:ext>
            </a:extLst>
          </p:cNvPr>
          <p:cNvSpPr>
            <a:spLocks noGrp="1"/>
          </p:cNvSpPr>
          <p:nvPr/>
        </p:nvSpPr>
        <p:spPr>
          <a:xfrm>
            <a:off x="381000" y="100298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33" name="dp41-comparison / n33">
            <a:extLst>
              <a:ext uri="{FF2B5EF4-FFF2-40B4-BE49-F238E27FC236}">
                <ns2:creationId id="{8094D5CE-C823-415C-8B62-3745C97B2ABA}"/>
              </a:ext>
            </a:extLst>
          </p:cNvPr>
          <p:cNvSpPr>
            <a:spLocks noGrp="1"/>
          </p:cNvSpPr>
          <p:nvPr/>
        </p:nvSpPr>
        <p:spPr>
          <a:xfrm>
            <a:off x="447675" y="3257550"/>
            <a:ext cx="819150" cy="5000625"/>
          </a:xfrm>
          <a:prstGeom prst="rect">
            <a:avLst/>
          </a:prstGeom>
          <a:solidFill>
            <a:srgbClr val="FFFFFF"/>
          </a:solidFill>
          <a:ln w="9525">
            <a:solidFill>
              <a:srgbClr val="000000"/>
            </a:solidFill>
            <a:prstDash val="solid"/>
          </a:ln>
        </p:spPr>
        <p:txBody>
          <a:bodyPr wrap="none" lIns="19050" tIns="85725" rIns="19050" bIns="4707731"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35" name="dp41-comparison / n35">
            <a:extLst>
              <a:ext uri="{FF2B5EF4-FFF2-40B4-BE49-F238E27FC236}">
                <ns2:creationId id="{2DDDB9B4-A7C8-4779-A6C9-EB47D2677788}"/>
              </a:ext>
            </a:extLst>
          </p:cNvPr>
          <p:cNvSpPr>
            <a:spLocks noGrp="1"/>
          </p:cNvSpPr>
          <p:nvPr/>
        </p:nvSpPr>
        <p:spPr>
          <a:xfrm>
            <a:off x="504825" y="3609975"/>
            <a:ext cx="704850" cy="257175"/>
          </a:xfrm>
          <a:prstGeom prst="rect">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37" name="dp41-comparison / n37 / text 1">
            <a:extLst>
              <a:ext uri="{FF2B5EF4-FFF2-40B4-BE49-F238E27FC236}">
                <ns2:creationId id="{43FEE6A4-0B52-46EF-927B-3200F5382FDD}"/>
              </a:ext>
            </a:extLst>
          </p:cNvPr>
          <p:cNvSpPr>
            <a:spLocks noGrp="1"/>
          </p:cNvSpPr>
          <p:nvPr/>
        </p:nvSpPr>
        <p:spPr>
          <a:xfrm>
            <a:off x="514350" y="389572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38" name="dp41-comparison / n38">
            <a:extLst>
              <a:ext uri="{FF2B5EF4-FFF2-40B4-BE49-F238E27FC236}">
                <ns2:creationId id="{F04C860E-9291-447A-8B55-4CC8DFBF76E7}"/>
              </a:ext>
            </a:extLst>
          </p:cNvPr>
          <p:cNvSpPr>
            <a:spLocks noGrp="1"/>
          </p:cNvSpPr>
          <p:nvPr/>
        </p:nvSpPr>
        <p:spPr>
          <a:xfrm>
            <a:off x="504825" y="4171950"/>
            <a:ext cx="704850" cy="257175"/>
          </a:xfrm>
          <a:prstGeom prst="roundRect">
            <a:avLst>
              <a:gd name="adj" fmla="val 29630"/>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0" name="dp41-comparison / n40 / text 1">
            <a:extLst>
              <a:ext uri="{FF2B5EF4-FFF2-40B4-BE49-F238E27FC236}">
                <ns2:creationId id="{66D0DBE6-0033-48AA-885E-4C8BCC006A83}"/>
              </a:ext>
            </a:extLst>
          </p:cNvPr>
          <p:cNvSpPr>
            <a:spLocks noGrp="1"/>
          </p:cNvSpPr>
          <p:nvPr/>
        </p:nvSpPr>
        <p:spPr>
          <a:xfrm>
            <a:off x="514350" y="4457700"/>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1" name="dp41-comparison / n41">
            <a:extLst>
              <a:ext uri="{FF2B5EF4-FFF2-40B4-BE49-F238E27FC236}">
                <ns2:creationId id="{489AEC08-A147-490A-A72E-35A320D69C14}"/>
              </a:ext>
            </a:extLst>
          </p:cNvPr>
          <p:cNvSpPr>
            <a:spLocks noGrp="1"/>
          </p:cNvSpPr>
          <p:nvPr/>
        </p:nvSpPr>
        <p:spPr>
          <a:xfrm>
            <a:off x="504825" y="4733925"/>
            <a:ext cx="704850" cy="257175"/>
          </a:xfrm>
          <a:custGeom>
            <a:pathLst>
              <a:path w="704850" h="257175">
                <a:moveTo>
                  <a:pt x="0" y="0"/>
                </a:moveTo>
                <a:lnTo>
                  <a:pt x="533400" y="0"/>
                </a:lnTo>
                <a:lnTo>
                  <a:pt x="704850" y="171450"/>
                </a:lnTo>
                <a:lnTo>
                  <a:pt x="704850" y="257175"/>
                </a:lnTo>
                <a:lnTo>
                  <a:pt x="0" y="257175"/>
                </a:lnTo>
                <a:close/>
              </a:path>
            </a:pathLst>
          </a:custGeom>
          <a:solidFill>
            <a:srgbClr val="FFFFFF"/>
          </a:solidFill>
          <a:ln w="9525">
            <a:solidFill>
              <a:srgbClr val="000000"/>
            </a:solidFill>
            <a:prstDash val="solid"/>
          </a:ln>
        </p:spPr>
        <p:txBody>
          <a:bodyPr wrap="none" lIns="19050" tIns="66675" rIns="19050" bIns="5238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42" name="dp41-comparison / n41 / fold">
            <a:extLst>
              <a:ext uri="{FF2B5EF4-FFF2-40B4-BE49-F238E27FC236}">
                <ns2:creationId id="{7308B8DB-CE6C-47DA-B136-235330CB0DFB}"/>
              </a:ext>
            </a:extLst>
          </p:cNvPr>
          <p:cNvSpPr>
            <a:spLocks noGrp="1"/>
          </p:cNvSpPr>
          <p:nvPr/>
        </p:nvSpPr>
        <p:spPr>
          <a:xfrm>
            <a:off x="1038225" y="47339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44" name="dp41-comparison / n43 / text 1">
            <a:extLst>
              <a:ext uri="{FF2B5EF4-FFF2-40B4-BE49-F238E27FC236}">
                <ns2:creationId id="{82CF1234-3E56-451C-9378-09DA64F17CA4}"/>
              </a:ext>
            </a:extLst>
          </p:cNvPr>
          <p:cNvSpPr>
            <a:spLocks noGrp="1"/>
          </p:cNvSpPr>
          <p:nvPr/>
        </p:nvSpPr>
        <p:spPr>
          <a:xfrm>
            <a:off x="514350" y="501967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45" name="dp41-comparison / n44">
            <a:extLst>
              <a:ext uri="{FF2B5EF4-FFF2-40B4-BE49-F238E27FC236}">
                <ns2:creationId id="{863C60EB-4620-41FF-BBCC-3C48CFE98703}"/>
              </a:ext>
            </a:extLst>
          </p:cNvPr>
          <p:cNvSpPr>
            <a:spLocks noGrp="1"/>
          </p:cNvSpPr>
          <p:nvPr/>
        </p:nvSpPr>
        <p:spPr>
          <a:xfrm>
            <a:off x="504825" y="5286375"/>
            <a:ext cx="704850" cy="257175"/>
          </a:xfrm>
          <a:prstGeom prst="hexagon">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47" name="dp41-comparison / n46 / text 1">
            <a:extLst>
              <a:ext uri="{FF2B5EF4-FFF2-40B4-BE49-F238E27FC236}">
                <ns2:creationId id="{CC15AAC1-0425-44F3-A5E3-E605BE762CEF}"/>
              </a:ext>
            </a:extLst>
          </p:cNvPr>
          <p:cNvSpPr>
            <a:spLocks noGrp="1"/>
          </p:cNvSpPr>
          <p:nvPr/>
        </p:nvSpPr>
        <p:spPr>
          <a:xfrm>
            <a:off x="514350" y="557212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48" name="dp41-comparison / n47">
            <a:extLst>
              <a:ext uri="{FF2B5EF4-FFF2-40B4-BE49-F238E27FC236}">
                <ns2:creationId id="{2C8B6DD8-0D1B-408D-9875-B9C3C18E3393}"/>
              </a:ext>
            </a:extLst>
          </p:cNvPr>
          <p:cNvSpPr>
            <a:spLocks noGrp="1"/>
          </p:cNvSpPr>
          <p:nvPr/>
        </p:nvSpPr>
        <p:spPr>
          <a:xfrm>
            <a:off x="504825" y="5848350"/>
            <a:ext cx="704850" cy="257175"/>
          </a:xfrm>
          <a:prstGeom prst="roundRect">
            <a:avLst>
              <a:gd name="adj" fmla="val 29630"/>
            </a:avLst>
          </a:prstGeom>
          <a:solidFill>
            <a:srgbClr val="FFF6DE"/>
          </a:solidFill>
          <a:ln w="9525">
            <a:solidFill>
              <a:srgbClr val="B8753F"/>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0" name="dp41-comparison / n49 / text 1">
            <a:extLst>
              <a:ext uri="{FF2B5EF4-FFF2-40B4-BE49-F238E27FC236}">
                <ns2:creationId id="{60FDA3C8-7259-4783-9CCA-2AEB85DBF54C}"/>
              </a:ext>
            </a:extLst>
          </p:cNvPr>
          <p:cNvSpPr>
            <a:spLocks noGrp="1"/>
          </p:cNvSpPr>
          <p:nvPr/>
        </p:nvSpPr>
        <p:spPr>
          <a:xfrm>
            <a:off x="514350" y="6134100"/>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1" name="dp41-comparison / n50">
            <a:extLst>
              <a:ext uri="{FF2B5EF4-FFF2-40B4-BE49-F238E27FC236}">
                <ns2:creationId id="{FDD6D880-0B48-453A-8AE5-D7523C7C7BDF}"/>
              </a:ext>
            </a:extLst>
          </p:cNvPr>
          <p:cNvSpPr>
            <a:spLocks noGrp="1"/>
          </p:cNvSpPr>
          <p:nvPr/>
        </p:nvSpPr>
        <p:spPr>
          <a:xfrm>
            <a:off x="504825" y="6362700"/>
            <a:ext cx="704850" cy="257175"/>
          </a:xfrm>
          <a:prstGeom prst="can">
            <a:avLst>
              <a:gd name="adj" fmla="val 20000"/>
            </a:avLst>
          </a:prstGeom>
          <a:solidFill>
            <a:srgbClr val="FFFFFF"/>
          </a:solidFill>
          <a:ln w="9525">
            <a:solidFill>
              <a:srgbClr val="000000"/>
            </a:solidFill>
            <a:prstDash val="solid"/>
          </a:ln>
        </p:spPr>
        <p:txBody>
          <a:bodyPr wrap="none" lIns="85725" tIns="114300" rIns="85725" bIns="47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53" name="dp41-comparison / n52 / text 1">
            <a:extLst>
              <a:ext uri="{FF2B5EF4-FFF2-40B4-BE49-F238E27FC236}">
                <ns2:creationId id="{B4D91C8B-E559-41CB-BAC4-2FCBF60E1143}"/>
              </a:ext>
            </a:extLst>
          </p:cNvPr>
          <p:cNvSpPr>
            <a:spLocks noGrp="1"/>
          </p:cNvSpPr>
          <p:nvPr/>
        </p:nvSpPr>
        <p:spPr>
          <a:xfrm>
            <a:off x="514350" y="665797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54" name="dp41-comparison / n53 / path">
            <a:extLst>
              <a:ext uri="{FF2B5EF4-FFF2-40B4-BE49-F238E27FC236}">
                <ns2:creationId id="{35AB1C5B-7914-4168-A34C-3F16994351F2}"/>
              </a:ext>
            </a:extLst>
          </p:cNvPr>
          <p:cNvSpPr>
            <a:spLocks noGrp="1"/>
          </p:cNvSpPr>
          <p:nvPr/>
        </p:nvSpPr>
        <p:spPr>
          <a:xfrm>
            <a:off x="514350" y="6934200"/>
            <a:ext cx="390525" cy="953"/>
          </a:xfrm>
          <a:custGeom>
            <a:pathLst>
              <a:path w="390525" h="953">
                <a:moveTo>
                  <a:pt x="0" y="0"/>
                </a:moveTo>
                <a:lnTo>
                  <a:pt x="390525" y="0"/>
                </a:lnTo>
              </a:path>
            </a:pathLst>
          </a:custGeom>
          <a:noFill/>
          <a:ln w="10478">
            <a:solidFill>
              <a:srgbClr val="000000"/>
            </a:solidFill>
            <a:prstDash val="solid"/>
          </a:ln>
        </p:spPr>
      </p:sp>
      <p:sp>
        <p:nvSpPr>
          <p:cNvPr id="55" name="dp41-comparison / n53 / arrow">
            <a:extLst>
              <a:ext uri="{FF2B5EF4-FFF2-40B4-BE49-F238E27FC236}">
                <ns2:creationId id="{4707C8DC-0579-4F3F-B55D-053B265FAE78}"/>
              </a:ext>
            </a:extLst>
          </p:cNvPr>
          <p:cNvSpPr>
            <a:spLocks noGrp="1"/>
          </p:cNvSpPr>
          <p:nvPr/>
        </p:nvSpPr>
        <p:spPr>
          <a:xfrm>
            <a:off x="837819" y="6900672"/>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56" name="dp41-comparison / n54 / text 1">
            <a:extLst>
              <a:ext uri="{FF2B5EF4-FFF2-40B4-BE49-F238E27FC236}">
                <ns2:creationId id="{01B39486-519A-4F6C-BCB9-97BB59A4F962}"/>
              </a:ext>
            </a:extLst>
          </p:cNvPr>
          <p:cNvSpPr>
            <a:spLocks noGrp="1"/>
          </p:cNvSpPr>
          <p:nvPr/>
        </p:nvSpPr>
        <p:spPr>
          <a:xfrm>
            <a:off x="962025" y="6867525"/>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57" name="dp41-comparison / n55 / path">
            <a:extLst>
              <a:ext uri="{FF2B5EF4-FFF2-40B4-BE49-F238E27FC236}">
                <ns2:creationId id="{5FCB3381-9F82-4B76-9196-FCAE38AB7ED8}"/>
              </a:ext>
            </a:extLst>
          </p:cNvPr>
          <p:cNvSpPr>
            <a:spLocks noGrp="1"/>
          </p:cNvSpPr>
          <p:nvPr/>
        </p:nvSpPr>
        <p:spPr>
          <a:xfrm>
            <a:off x="514350" y="7134225"/>
            <a:ext cx="390525" cy="953"/>
          </a:xfrm>
          <a:custGeom>
            <a:pathLst>
              <a:path w="390525" h="953">
                <a:moveTo>
                  <a:pt x="0" y="0"/>
                </a:moveTo>
                <a:lnTo>
                  <a:pt x="390525" y="0"/>
                </a:lnTo>
              </a:path>
            </a:pathLst>
          </a:custGeom>
          <a:noFill/>
          <a:ln w="10478">
            <a:solidFill>
              <a:srgbClr val="000000"/>
            </a:solidFill>
            <a:prstDash val="dash"/>
          </a:ln>
        </p:spPr>
      </p:sp>
      <p:sp>
        <p:nvSpPr>
          <p:cNvPr id="58" name="dp41-comparison / n55 / arrow">
            <a:extLst>
              <a:ext uri="{FF2B5EF4-FFF2-40B4-BE49-F238E27FC236}">
                <ns2:creationId id="{7C36DC3B-12F0-4CDE-A0DC-006E0D902BEB}"/>
              </a:ext>
            </a:extLst>
          </p:cNvPr>
          <p:cNvSpPr>
            <a:spLocks noGrp="1"/>
          </p:cNvSpPr>
          <p:nvPr/>
        </p:nvSpPr>
        <p:spPr>
          <a:xfrm>
            <a:off x="837819" y="7100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59" name="dp41-comparison / n56 / text 1">
            <a:extLst>
              <a:ext uri="{FF2B5EF4-FFF2-40B4-BE49-F238E27FC236}">
                <ns2:creationId id="{94D9E694-98CB-4F62-BC4A-EF29E9CE2FC6}"/>
              </a:ext>
            </a:extLst>
          </p:cNvPr>
          <p:cNvSpPr>
            <a:spLocks noGrp="1"/>
          </p:cNvSpPr>
          <p:nvPr/>
        </p:nvSpPr>
        <p:spPr>
          <a:xfrm>
            <a:off x="962025" y="70675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0" name="dp41-comparison / n57 / text 1">
            <a:extLst>
              <a:ext uri="{FF2B5EF4-FFF2-40B4-BE49-F238E27FC236}">
                <ns2:creationId id="{238AB59B-866E-4887-AFC7-E28DA0242274}"/>
              </a:ext>
            </a:extLst>
          </p:cNvPr>
          <p:cNvSpPr>
            <a:spLocks noGrp="1"/>
          </p:cNvSpPr>
          <p:nvPr/>
        </p:nvSpPr>
        <p:spPr>
          <a:xfrm>
            <a:off x="514350" y="73818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1" name="dp41-comparison / n58">
            <a:extLst>
              <a:ext uri="{FF2B5EF4-FFF2-40B4-BE49-F238E27FC236}">
                <ns2:creationId id="{989FC831-98F1-45EF-8EA9-EA3D2FF866BF}"/>
              </a:ext>
            </a:extLst>
          </p:cNvPr>
          <p:cNvSpPr>
            <a:spLocks noGrp="1"/>
          </p:cNvSpPr>
          <p:nvPr/>
        </p:nvSpPr>
        <p:spPr>
          <a:xfrm>
            <a:off x="504825" y="7591425"/>
            <a:ext cx="285750" cy="171450"/>
          </a:xfrm>
          <a:prstGeom prst="rect">
            <a:avLst/>
          </a:prstGeom>
          <a:solidFill>
            <a:srgbClr val="FFFFFF"/>
          </a:solidFill>
          <a:ln w="9525">
            <a:solidFill>
              <a:srgbClr val="000000"/>
            </a:solidFill>
            <a:prstDash val="solid"/>
          </a:ln>
        </p:spPr>
      </p:sp>
      <p:sp>
        <p:nvSpPr>
          <p:cNvPr id="62" name="dp41-comparison / n59 / text 1">
            <a:extLst>
              <a:ext uri="{FF2B5EF4-FFF2-40B4-BE49-F238E27FC236}">
                <ns2:creationId id="{80B773DD-2FDD-45E4-A809-3BD156413230}"/>
              </a:ext>
            </a:extLst>
          </p:cNvPr>
          <p:cNvSpPr>
            <a:spLocks noGrp="1"/>
          </p:cNvSpPr>
          <p:nvPr/>
        </p:nvSpPr>
        <p:spPr>
          <a:xfrm>
            <a:off x="590550" y="761523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63" name="dp41-comparison / n60 / text 1">
            <a:extLst>
              <a:ext uri="{FF2B5EF4-FFF2-40B4-BE49-F238E27FC236}">
                <ns2:creationId id="{A4FDCB96-0E91-4F9E-99AA-07905E43CEDC}"/>
              </a:ext>
            </a:extLst>
          </p:cNvPr>
          <p:cNvSpPr>
            <a:spLocks noGrp="1"/>
          </p:cNvSpPr>
          <p:nvPr/>
        </p:nvSpPr>
        <p:spPr>
          <a:xfrm>
            <a:off x="847725" y="7620000"/>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64" name="dp41-comparison / n61">
            <a:extLst>
              <a:ext uri="{FF2B5EF4-FFF2-40B4-BE49-F238E27FC236}">
                <ns2:creationId id="{1D24E1BF-18EA-4F87-96FF-8005D98B0A4B}"/>
              </a:ext>
            </a:extLst>
          </p:cNvPr>
          <p:cNvSpPr>
            <a:spLocks noGrp="1"/>
          </p:cNvSpPr>
          <p:nvPr/>
        </p:nvSpPr>
        <p:spPr>
          <a:xfrm>
            <a:off x="504825" y="7905750"/>
            <a:ext cx="285750" cy="171450"/>
          </a:xfrm>
          <a:prstGeom prst="diamond">
            <a:avLst/>
          </a:prstGeom>
          <a:solidFill>
            <a:srgbClr val="FFFFFF"/>
          </a:solidFill>
          <a:ln w="9525">
            <a:solidFill>
              <a:srgbClr val="000000"/>
            </a:solidFill>
            <a:prstDash val="solid"/>
          </a:ln>
        </p:spPr>
      </p:sp>
      <p:sp>
        <p:nvSpPr>
          <p:cNvPr id="65" name="dp41-comparison / n62 / text 1">
            <a:extLst>
              <a:ext uri="{FF2B5EF4-FFF2-40B4-BE49-F238E27FC236}">
                <ns2:creationId id="{B87062EE-A82A-49DE-8552-7D833EE8053A}"/>
              </a:ext>
            </a:extLst>
          </p:cNvPr>
          <p:cNvSpPr>
            <a:spLocks noGrp="1"/>
          </p:cNvSpPr>
          <p:nvPr/>
        </p:nvSpPr>
        <p:spPr>
          <a:xfrm>
            <a:off x="590550" y="7929563"/>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66" name="dp41-comparison / n63 / text 1">
            <a:extLst>
              <a:ext uri="{FF2B5EF4-FFF2-40B4-BE49-F238E27FC236}">
                <ns2:creationId id="{E02D0505-9AEE-4167-A643-6C3EBDBB4DBC}"/>
              </a:ext>
            </a:extLst>
          </p:cNvPr>
          <p:cNvSpPr>
            <a:spLocks noGrp="1"/>
          </p:cNvSpPr>
          <p:nvPr/>
        </p:nvSpPr>
        <p:spPr>
          <a:xfrm>
            <a:off x="847725" y="7934325"/>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67" name="dp41-comparison / n66">
            <a:extLst>
              <a:ext uri="{FF2B5EF4-FFF2-40B4-BE49-F238E27FC236}">
                <ns2:creationId id="{B56BF005-35C6-4AE2-901F-83A529B17B95}"/>
              </a:ext>
            </a:extLst>
          </p:cNvPr>
          <p:cNvSpPr>
            <a:spLocks noGrp="1"/>
          </p:cNvSpPr>
          <p:nvPr/>
        </p:nvSpPr>
        <p:spPr>
          <a:xfrm>
            <a:off x="3333750" y="2409825"/>
            <a:ext cx="228600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9" name="dp41-comparison / n68">
            <a:extLst>
              <a:ext uri="{FF2B5EF4-FFF2-40B4-BE49-F238E27FC236}">
                <ns2:creationId id="{AA1016BB-FF9B-4379-8A21-3E35681CAF88}"/>
              </a:ext>
            </a:extLst>
          </p:cNvPr>
          <p:cNvSpPr>
            <a:spLocks noGrp="1"/>
          </p:cNvSpPr>
          <p:nvPr/>
        </p:nvSpPr>
        <p:spPr>
          <a:xfrm>
            <a:off x="6048375" y="2409825"/>
            <a:ext cx="238125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71" name="dp41-comparison / n70 / path">
            <a:extLst>
              <a:ext uri="{FF2B5EF4-FFF2-40B4-BE49-F238E27FC236}">
                <ns2:creationId id="{6CF11858-EA85-4315-82BF-07142065EF9E}"/>
              </a:ext>
            </a:extLst>
          </p:cNvPr>
          <p:cNvSpPr>
            <a:spLocks noGrp="1"/>
          </p:cNvSpPr>
          <p:nvPr/>
        </p:nvSpPr>
        <p:spPr>
          <a:xfrm>
            <a:off x="3000375" y="2576513"/>
            <a:ext cx="333375" cy="953"/>
          </a:xfrm>
          <a:custGeom>
            <a:pathLst>
              <a:path w="333375" h="953">
                <a:moveTo>
                  <a:pt x="0" y="0"/>
                </a:moveTo>
                <a:lnTo>
                  <a:pt x="333375" y="0"/>
                </a:lnTo>
              </a:path>
            </a:pathLst>
          </a:custGeom>
          <a:noFill/>
          <a:ln w="10478">
            <a:solidFill>
              <a:srgbClr val="000000"/>
            </a:solidFill>
            <a:prstDash val="solid"/>
          </a:ln>
        </p:spPr>
      </p:sp>
      <p:sp>
        <p:nvSpPr>
          <p:cNvPr id="72" name="dp41-comparison / n70 / arrow">
            <a:extLst>
              <a:ext uri="{FF2B5EF4-FFF2-40B4-BE49-F238E27FC236}">
                <ns2:creationId id="{D99AEA64-BF63-4E4E-A1A5-7E9811E777C2}"/>
              </a:ext>
            </a:extLst>
          </p:cNvPr>
          <p:cNvSpPr>
            <a:spLocks noGrp="1"/>
          </p:cNvSpPr>
          <p:nvPr/>
        </p:nvSpPr>
        <p:spPr>
          <a:xfrm>
            <a:off x="3266694"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73" name="dp41-comparison / n71 / path">
            <a:extLst>
              <a:ext uri="{FF2B5EF4-FFF2-40B4-BE49-F238E27FC236}">
                <ns2:creationId id="{8467E036-900F-43F0-ADF8-0FF4F73BF0C0}"/>
              </a:ext>
            </a:extLst>
          </p:cNvPr>
          <p:cNvSpPr>
            <a:spLocks noGrp="1"/>
          </p:cNvSpPr>
          <p:nvPr/>
        </p:nvSpPr>
        <p:spPr>
          <a:xfrm>
            <a:off x="5619750" y="2576513"/>
            <a:ext cx="428625" cy="953"/>
          </a:xfrm>
          <a:custGeom>
            <a:pathLst>
              <a:path w="428625" h="953">
                <a:moveTo>
                  <a:pt x="0" y="0"/>
                </a:moveTo>
                <a:lnTo>
                  <a:pt x="428625" y="0"/>
                </a:lnTo>
              </a:path>
            </a:pathLst>
          </a:custGeom>
          <a:noFill/>
          <a:ln w="10478">
            <a:solidFill>
              <a:srgbClr val="000000"/>
            </a:solidFill>
            <a:prstDash val="solid"/>
          </a:ln>
        </p:spPr>
      </p:sp>
      <p:sp>
        <p:nvSpPr>
          <p:cNvPr id="74" name="dp41-comparison / n71 / arrow">
            <a:extLst>
              <a:ext uri="{FF2B5EF4-FFF2-40B4-BE49-F238E27FC236}">
                <ns2:creationId id="{09C4496F-D82D-4BDA-A682-BEA34790C321}"/>
              </a:ext>
            </a:extLst>
          </p:cNvPr>
          <p:cNvSpPr>
            <a:spLocks noGrp="1"/>
          </p:cNvSpPr>
          <p:nvPr/>
        </p:nvSpPr>
        <p:spPr>
          <a:xfrm>
            <a:off x="5981319"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75" name="dp41-comparison / n72">
            <a:extLst>
              <a:ext uri="{FF2B5EF4-FFF2-40B4-BE49-F238E27FC236}">
                <ns2:creationId id="{0B581E73-90AB-4EF9-A8D0-BEAF3E0291F3}"/>
              </a:ext>
            </a:extLst>
          </p:cNvPr>
          <p:cNvSpPr>
            <a:spLocks noGrp="1"/>
          </p:cNvSpPr>
          <p:nvPr/>
        </p:nvSpPr>
        <p:spPr>
          <a:xfrm>
            <a:off x="1666875" y="2886075"/>
            <a:ext cx="2524125" cy="304800"/>
          </a:xfrm>
          <a:prstGeom prst="hexagon">
            <a:avLst/>
          </a:prstGeom>
          <a:solidFill>
            <a:srgbClr val="FFFFFF"/>
          </a:solidFill>
          <a:ln w="9525">
            <a:solidFill>
              <a:srgbClr val="000000"/>
            </a:solidFill>
            <a:prstDash val="solid"/>
          </a:ln>
        </p:spPr>
        <p:txBody>
          <a:bodyPr wrap="none" lIns="85725" tIns="28575" rIns="85725" bIns="0" anchor="t">
            <a:noAutofit/>
          </a:bodyPr>
          <a:lstStyle/>
          <a:p>
            <a:pPr algn="ctr">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클라우드 LLM</a:t>
            </a:r>
            <a:endParaRPr lang="ko-KR">
              <a:solidFill>
                <a:srgbClr val="000000"/>
              </a:solidFill>
              <a:latin typeface="Calibri"/>
              <a:ea typeface="Calibri"/>
              <a:cs typeface="Calibri"/>
            </a:endParaRPr>
          </a:p>
        </p:txBody>
      </p:sp>
      <p:sp>
        <p:nvSpPr>
          <p:cNvPr id="77" name="dp41-comparison / n78">
            <a:extLst>
              <a:ext uri="{FF2B5EF4-FFF2-40B4-BE49-F238E27FC236}">
                <ns2:creationId id="{77E9EA80-722B-433E-B9F5-4FFA7DDF337B}"/>
              </a:ext>
            </a:extLst>
          </p:cNvPr>
          <p:cNvSpPr>
            <a:spLocks noGrp="1"/>
          </p:cNvSpPr>
          <p:nvPr/>
        </p:nvSpPr>
        <p:spPr>
          <a:xfrm>
            <a:off x="1476375" y="3619500"/>
            <a:ext cx="7953375" cy="2857500"/>
          </a:xfrm>
          <a:prstGeom prst="rect">
            <a:avLst/>
          </a:prstGeom>
          <a:solidFill>
            <a:srgbClr val="FFFFFF"/>
          </a:solidFill>
          <a:ln w="9525">
            <a:solidFill>
              <a:srgbClr val="000000"/>
            </a:solidFill>
            <a:prstDash val="solid"/>
          </a:ln>
        </p:spPr>
      </p:sp>
      <p:sp>
        <p:nvSpPr>
          <p:cNvPr id="78" name="dp41-comparison / n79 / text 1">
            <a:extLst>
              <a:ext uri="{FF2B5EF4-FFF2-40B4-BE49-F238E27FC236}">
                <ns2:creationId id="{AFBAA44A-FD7D-4FD8-89E0-A6505FF0CE7F}"/>
              </a:ext>
            </a:extLst>
          </p:cNvPr>
          <p:cNvSpPr>
            <a:spLocks noGrp="1"/>
          </p:cNvSpPr>
          <p:nvPr/>
        </p:nvSpPr>
        <p:spPr>
          <a:xfrm>
            <a:off x="4667250" y="3714750"/>
            <a:ext cx="770572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79" name="dp41-comparison / n82">
            <a:extLst>
              <a:ext uri="{FF2B5EF4-FFF2-40B4-BE49-F238E27FC236}">
                <ns2:creationId id="{03B442A5-CA3E-43E9-95AE-355248693EDF}"/>
              </a:ext>
            </a:extLst>
          </p:cNvPr>
          <p:cNvSpPr>
            <a:spLocks noGrp="1"/>
          </p:cNvSpPr>
          <p:nvPr/>
        </p:nvSpPr>
        <p:spPr>
          <a:xfrm>
            <a:off x="1666875" y="4019550"/>
            <a:ext cx="25241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모델 주도 해석 제어기</a:t>
            </a:r>
            <a:endParaRPr lang="ko-KR">
              <a:solidFill>
                <a:srgbClr val="000000"/>
              </a:solidFill>
              <a:latin typeface="Calibri"/>
              <a:ea typeface="Calibri"/>
              <a:cs typeface="Calibri"/>
            </a:endParaRPr>
          </a:p>
        </p:txBody>
      </p:sp>
      <p:sp>
        <p:nvSpPr>
          <p:cNvPr id="81" name="dp41-comparison / n86">
            <a:extLst>
              <a:ext uri="{FF2B5EF4-FFF2-40B4-BE49-F238E27FC236}">
                <ns2:creationId id="{E7C4831B-0281-4076-B54C-D38F5FCF8DD9}"/>
              </a:ext>
            </a:extLst>
          </p:cNvPr>
          <p:cNvSpPr>
            <a:spLocks noGrp="1"/>
          </p:cNvSpPr>
          <p:nvPr/>
        </p:nvSpPr>
        <p:spPr>
          <a:xfrm>
            <a:off x="6762750" y="4019550"/>
            <a:ext cx="2238375" cy="381000"/>
          </a:xfrm>
          <a:prstGeom prst="roundRect">
            <a:avLst>
              <a:gd name="adj" fmla="val 20000"/>
            </a:avLst>
          </a:prstGeom>
          <a:solidFill>
            <a:srgbClr val="FFFFFF"/>
          </a:solidFill>
          <a:ln w="9525">
            <a:solidFill>
              <a:srgbClr val="000000"/>
            </a:solidFill>
            <a:prstDash val="solid"/>
          </a:ln>
        </p:spPr>
        <p:txBody>
          <a:bodyPr wrap="none" lIns="85725" tIns="85249" rIns="85725" bIns="609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83" name="dp41-comparison / n88">
            <a:extLst>
              <a:ext uri="{FF2B5EF4-FFF2-40B4-BE49-F238E27FC236}">
                <ns2:creationId id="{07086B55-AC6E-484E-BD22-D2898A2AE49E}"/>
              </a:ext>
            </a:extLst>
          </p:cNvPr>
          <p:cNvSpPr>
            <a:spLocks noGrp="1"/>
          </p:cNvSpPr>
          <p:nvPr/>
        </p:nvSpPr>
        <p:spPr>
          <a:xfrm>
            <a:off x="1666875" y="4981575"/>
            <a:ext cx="2524125" cy="523875"/>
          </a:xfrm>
          <a:prstGeom prst="can">
            <a:avLst>
              <a:gd name="adj" fmla="val 20000"/>
            </a:avLst>
          </a:prstGeom>
          <a:solidFill>
            <a:srgbClr val="FFFFFF"/>
          </a:solidFill>
          <a:ln w="9525">
            <a:solidFill>
              <a:srgbClr val="000000"/>
            </a:solidFill>
            <a:prstDash val="solid"/>
          </a:ln>
        </p:spPr>
        <p:txBody>
          <a:bodyPr wrap="none" lIns="85725" tIns="161925" rIns="85725" bIns="140970"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모델에 제공할 해석 맥락</a:t>
            </a:r>
            <a:endParaRPr lang="ko-KR">
              <a:solidFill>
                <a:srgbClr val="000000"/>
              </a:solidFill>
              <a:latin typeface="Calibri"/>
              <a:ea typeface="Calibri"/>
              <a:cs typeface="Calibri"/>
            </a:endParaRPr>
          </a:p>
        </p:txBody>
      </p:sp>
      <p:sp>
        <p:nvSpPr>
          <p:cNvPr id="85" name="dp41-comparison / n92 / path">
            <a:extLst>
              <a:ext uri="{FF2B5EF4-FFF2-40B4-BE49-F238E27FC236}">
                <ns2:creationId id="{559D5B10-6D6C-4EFB-B96D-726E73E7E6CB}"/>
              </a:ext>
            </a:extLst>
          </p:cNvPr>
          <p:cNvSpPr>
            <a:spLocks noGrp="1"/>
          </p:cNvSpPr>
          <p:nvPr/>
        </p:nvSpPr>
        <p:spPr>
          <a:xfrm>
            <a:off x="1976438" y="3190875"/>
            <a:ext cx="953" cy="828675"/>
          </a:xfrm>
          <a:custGeom>
            <a:pathLst>
              <a:path w="953" h="828675">
                <a:moveTo>
                  <a:pt x="0" y="828675"/>
                </a:moveTo>
                <a:lnTo>
                  <a:pt x="0" y="0"/>
                </a:lnTo>
              </a:path>
            </a:pathLst>
          </a:custGeom>
          <a:noFill/>
          <a:ln w="10478">
            <a:solidFill>
              <a:srgbClr val="B8753F"/>
            </a:solidFill>
            <a:prstDash val="solid"/>
          </a:ln>
        </p:spPr>
      </p:sp>
      <p:sp>
        <p:nvSpPr>
          <p:cNvPr id="86" name="dp41-comparison / n92 / arrow">
            <a:extLst>
              <a:ext uri="{FF2B5EF4-FFF2-40B4-BE49-F238E27FC236}">
                <ns2:creationId id="{1A6AB238-6339-4799-894A-D0C6C3443058}"/>
              </a:ext>
            </a:extLst>
          </p:cNvPr>
          <p:cNvSpPr>
            <a:spLocks noGrp="1"/>
          </p:cNvSpPr>
          <p:nvPr/>
        </p:nvSpPr>
        <p:spPr>
          <a:xfrm>
            <a:off x="1942910" y="3190875"/>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87" name="dp41-comparison / n93 / path">
            <a:extLst>
              <a:ext uri="{FF2B5EF4-FFF2-40B4-BE49-F238E27FC236}">
                <ns2:creationId id="{1FB98B68-E212-4613-BFEE-D91879A1674C}"/>
              </a:ext>
            </a:extLst>
          </p:cNvPr>
          <p:cNvSpPr>
            <a:spLocks noGrp="1"/>
          </p:cNvSpPr>
          <p:nvPr/>
        </p:nvSpPr>
        <p:spPr>
          <a:xfrm>
            <a:off x="3976688" y="3190875"/>
            <a:ext cx="953" cy="828675"/>
          </a:xfrm>
          <a:custGeom>
            <a:pathLst>
              <a:path w="953" h="828675">
                <a:moveTo>
                  <a:pt x="0" y="0"/>
                </a:moveTo>
                <a:lnTo>
                  <a:pt x="0" y="828675"/>
                </a:lnTo>
              </a:path>
            </a:pathLst>
          </a:custGeom>
          <a:noFill/>
          <a:ln w="10478">
            <a:solidFill>
              <a:srgbClr val="B8753F"/>
            </a:solidFill>
            <a:prstDash val="dash"/>
          </a:ln>
        </p:spPr>
      </p:sp>
      <p:sp>
        <p:nvSpPr>
          <p:cNvPr id="88" name="dp41-comparison / n93 / arrow">
            <a:extLst>
              <a:ext uri="{FF2B5EF4-FFF2-40B4-BE49-F238E27FC236}">
                <ns2:creationId id="{7858DFB3-95BA-4488-B8A2-83D54344E886}"/>
              </a:ext>
            </a:extLst>
          </p:cNvPr>
          <p:cNvSpPr>
            <a:spLocks noGrp="1"/>
          </p:cNvSpPr>
          <p:nvPr/>
        </p:nvSpPr>
        <p:spPr>
          <a:xfrm>
            <a:off x="3943160" y="39524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89" name="dp41-comparison / n98 / path">
            <a:extLst>
              <a:ext uri="{FF2B5EF4-FFF2-40B4-BE49-F238E27FC236}">
                <ns2:creationId id="{268D2F80-F77C-44E4-8204-6533198B836E}"/>
              </a:ext>
            </a:extLst>
          </p:cNvPr>
          <p:cNvSpPr>
            <a:spLocks noGrp="1"/>
          </p:cNvSpPr>
          <p:nvPr/>
        </p:nvSpPr>
        <p:spPr>
          <a:xfrm>
            <a:off x="4191000" y="4210050"/>
            <a:ext cx="2571750" cy="953"/>
          </a:xfrm>
          <a:custGeom>
            <a:pathLst>
              <a:path w="2571750" h="953">
                <a:moveTo>
                  <a:pt x="0" y="0"/>
                </a:moveTo>
                <a:lnTo>
                  <a:pt x="2571750" y="0"/>
                </a:lnTo>
              </a:path>
            </a:pathLst>
          </a:custGeom>
          <a:noFill/>
          <a:ln w="10478">
            <a:solidFill>
              <a:srgbClr val="B8753F"/>
            </a:solidFill>
            <a:prstDash val="solid"/>
          </a:ln>
        </p:spPr>
      </p:sp>
      <p:sp>
        <p:nvSpPr>
          <p:cNvPr id="90" name="dp41-comparison / n98 / arrow">
            <a:extLst>
              <a:ext uri="{FF2B5EF4-FFF2-40B4-BE49-F238E27FC236}">
                <ns2:creationId id="{883BE918-5276-40BE-91A7-43057E1F6BAA}"/>
              </a:ext>
            </a:extLst>
          </p:cNvPr>
          <p:cNvSpPr>
            <a:spLocks noGrp="1"/>
          </p:cNvSpPr>
          <p:nvPr/>
        </p:nvSpPr>
        <p:spPr>
          <a:xfrm>
            <a:off x="6695694" y="41765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91" name="dp41-comparison / n101 / path">
            <a:extLst>
              <a:ext uri="{FF2B5EF4-FFF2-40B4-BE49-F238E27FC236}">
                <ns2:creationId id="{5D7274DA-FD3D-4E79-9ED0-B9D22C69275C}"/>
              </a:ext>
            </a:extLst>
          </p:cNvPr>
          <p:cNvSpPr>
            <a:spLocks noGrp="1"/>
          </p:cNvSpPr>
          <p:nvPr/>
        </p:nvSpPr>
        <p:spPr>
          <a:xfrm>
            <a:off x="4191000" y="4210050"/>
            <a:ext cx="5000625" cy="1609725"/>
          </a:xfrm>
          <a:custGeom>
            <a:pathLst>
              <a:path w="5000625" h="1609725">
                <a:moveTo>
                  <a:pt x="4810125" y="0"/>
                </a:moveTo>
                <a:lnTo>
                  <a:pt x="5000625" y="0"/>
                </a:lnTo>
                <a:lnTo>
                  <a:pt x="5000625" y="1609725"/>
                </a:lnTo>
                <a:lnTo>
                  <a:pt x="238125" y="1609725"/>
                </a:lnTo>
                <a:lnTo>
                  <a:pt x="238125" y="1033463"/>
                </a:lnTo>
                <a:lnTo>
                  <a:pt x="0" y="1033463"/>
                </a:lnTo>
              </a:path>
            </a:pathLst>
          </a:custGeom>
          <a:noFill/>
          <a:ln w="10478">
            <a:solidFill>
              <a:srgbClr val="B8753F"/>
            </a:solidFill>
            <a:prstDash val="dash"/>
          </a:ln>
        </p:spPr>
      </p:sp>
      <p:sp>
        <p:nvSpPr>
          <p:cNvPr id="92" name="dp41-comparison / n101 / arrow">
            <a:extLst>
              <a:ext uri="{FF2B5EF4-FFF2-40B4-BE49-F238E27FC236}">
                <ns2:creationId id="{F062C26B-62CC-4897-BB25-F5D824405CD8}"/>
              </a:ext>
            </a:extLst>
          </p:cNvPr>
          <p:cNvSpPr>
            <a:spLocks noGrp="1"/>
          </p:cNvSpPr>
          <p:nvPr/>
        </p:nvSpPr>
        <p:spPr>
          <a:xfrm>
            <a:off x="4191000" y="5209985"/>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93" name="dp41-comparison / n104 / path">
            <a:extLst>
              <a:ext uri="{FF2B5EF4-FFF2-40B4-BE49-F238E27FC236}">
                <ns2:creationId id="{9CA15973-6558-440E-8356-6C0E9E819126}"/>
              </a:ext>
            </a:extLst>
          </p:cNvPr>
          <p:cNvSpPr>
            <a:spLocks noGrp="1"/>
          </p:cNvSpPr>
          <p:nvPr/>
        </p:nvSpPr>
        <p:spPr>
          <a:xfrm>
            <a:off x="3976688" y="4400550"/>
            <a:ext cx="953" cy="581025"/>
          </a:xfrm>
          <a:custGeom>
            <a:pathLst>
              <a:path w="953" h="581025">
                <a:moveTo>
                  <a:pt x="0" y="581025"/>
                </a:moveTo>
                <a:lnTo>
                  <a:pt x="0" y="0"/>
                </a:lnTo>
              </a:path>
            </a:pathLst>
          </a:custGeom>
          <a:noFill/>
          <a:ln w="10478">
            <a:solidFill>
              <a:srgbClr val="B8753F"/>
            </a:solidFill>
            <a:prstDash val="solid"/>
          </a:ln>
        </p:spPr>
      </p:sp>
      <p:sp>
        <p:nvSpPr>
          <p:cNvPr id="94" name="dp41-comparison / n104 / arrow">
            <a:extLst>
              <a:ext uri="{FF2B5EF4-FFF2-40B4-BE49-F238E27FC236}">
                <ns2:creationId id="{F8208B11-EB84-4E85-8D64-2A5157582C9E}"/>
              </a:ext>
            </a:extLst>
          </p:cNvPr>
          <p:cNvSpPr>
            <a:spLocks noGrp="1"/>
          </p:cNvSpPr>
          <p:nvPr/>
        </p:nvSpPr>
        <p:spPr>
          <a:xfrm>
            <a:off x="3943160" y="440055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95" name="dp41-comparison / n113">
            <a:extLst>
              <a:ext uri="{FF2B5EF4-FFF2-40B4-BE49-F238E27FC236}">
                <ns2:creationId id="{A5683A4B-6324-4811-9F58-0E48FBF118A1}"/>
              </a:ext>
            </a:extLst>
          </p:cNvPr>
          <p:cNvSpPr>
            <a:spLocks noGrp="1"/>
          </p:cNvSpPr>
          <p:nvPr/>
        </p:nvSpPr>
        <p:spPr>
          <a:xfrm>
            <a:off x="6762750" y="6019800"/>
            <a:ext cx="2238375" cy="304800"/>
          </a:xfrm>
          <a:prstGeom prst="roundRect">
            <a:avLst>
              <a:gd name="adj" fmla="val 25000"/>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97" name="dp41-comparison / n115 / path">
            <a:extLst>
              <a:ext uri="{FF2B5EF4-FFF2-40B4-BE49-F238E27FC236}">
                <ns2:creationId id="{BC878E8E-3D9C-4A34-A344-909745777063}"/>
              </a:ext>
            </a:extLst>
          </p:cNvPr>
          <p:cNvSpPr>
            <a:spLocks noGrp="1"/>
          </p:cNvSpPr>
          <p:nvPr/>
        </p:nvSpPr>
        <p:spPr>
          <a:xfrm>
            <a:off x="4191000" y="4324350"/>
            <a:ext cx="5095875" cy="1847850"/>
          </a:xfrm>
          <a:custGeom>
            <a:pathLst>
              <a:path w="5095875" h="1847850">
                <a:moveTo>
                  <a:pt x="0" y="0"/>
                </a:moveTo>
                <a:lnTo>
                  <a:pt x="5095875" y="0"/>
                </a:lnTo>
                <a:lnTo>
                  <a:pt x="5095875" y="1847850"/>
                </a:lnTo>
                <a:lnTo>
                  <a:pt x="4810125" y="1847850"/>
                </a:lnTo>
              </a:path>
            </a:pathLst>
          </a:custGeom>
          <a:noFill/>
          <a:ln w="10478">
            <a:solidFill>
              <a:srgbClr val="000000"/>
            </a:solidFill>
            <a:prstDash val="solid"/>
          </a:ln>
        </p:spPr>
      </p:sp>
      <p:sp>
        <p:nvSpPr>
          <p:cNvPr id="98" name="dp41-comparison / n115 / arrow">
            <a:extLst>
              <a:ext uri="{FF2B5EF4-FFF2-40B4-BE49-F238E27FC236}">
                <ns2:creationId id="{4B2340CC-6A06-4C24-A786-CE3756289947}"/>
              </a:ext>
            </a:extLst>
          </p:cNvPr>
          <p:cNvSpPr>
            <a:spLocks noGrp="1"/>
          </p:cNvSpPr>
          <p:nvPr/>
        </p:nvSpPr>
        <p:spPr>
          <a:xfrm>
            <a:off x="9001125" y="61386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99" name="dp41-comparison / n120 / path">
            <a:extLst>
              <a:ext uri="{FF2B5EF4-FFF2-40B4-BE49-F238E27FC236}">
                <ns2:creationId id="{C919AEB2-3F9F-42EF-A476-A5F2F1A1B3BC}"/>
              </a:ext>
            </a:extLst>
          </p:cNvPr>
          <p:cNvSpPr>
            <a:spLocks noGrp="1"/>
          </p:cNvSpPr>
          <p:nvPr/>
        </p:nvSpPr>
        <p:spPr>
          <a:xfrm>
            <a:off x="4071938" y="2743200"/>
            <a:ext cx="5281613" cy="1276350"/>
          </a:xfrm>
          <a:custGeom>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a:ln w="10478">
            <a:solidFill>
              <a:srgbClr val="000000"/>
            </a:solidFill>
            <a:prstDash val="solid"/>
          </a:ln>
        </p:spPr>
      </p:sp>
      <p:sp>
        <p:nvSpPr>
          <p:cNvPr id="100" name="dp41-comparison / n120 / arrow">
            <a:extLst>
              <a:ext uri="{FF2B5EF4-FFF2-40B4-BE49-F238E27FC236}">
                <ns2:creationId id="{13E2A579-BDC8-42AE-AB96-A8DB1805FFA1}"/>
              </a:ext>
            </a:extLst>
          </p:cNvPr>
          <p:cNvSpPr>
            <a:spLocks noGrp="1"/>
          </p:cNvSpPr>
          <p:nvPr/>
        </p:nvSpPr>
        <p:spPr>
          <a:xfrm>
            <a:off x="4038410" y="39524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1" name="dp41-comparison / n121">
            <a:extLst>
              <a:ext uri="{FF2B5EF4-FFF2-40B4-BE49-F238E27FC236}">
                <ns2:creationId id="{61F563A9-8E00-492F-98C2-A68C42969033}"/>
              </a:ext>
            </a:extLst>
          </p:cNvPr>
          <p:cNvSpPr>
            <a:spLocks noGrp="1"/>
          </p:cNvSpPr>
          <p:nvPr/>
        </p:nvSpPr>
        <p:spPr>
          <a:xfrm>
            <a:off x="4362450"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103" name="dp41-comparison / n123 / path">
            <a:extLst>
              <a:ext uri="{FF2B5EF4-FFF2-40B4-BE49-F238E27FC236}">
                <ns2:creationId id="{9D056350-C4C2-4FDA-8895-BE63F6BC45AE}"/>
              </a:ext>
            </a:extLst>
          </p:cNvPr>
          <p:cNvSpPr>
            <a:spLocks noGrp="1"/>
          </p:cNvSpPr>
          <p:nvPr/>
        </p:nvSpPr>
        <p:spPr>
          <a:xfrm>
            <a:off x="5457825" y="4143375"/>
            <a:ext cx="4010025" cy="2505075"/>
          </a:xfrm>
          <a:custGeom>
            <a:pathLst>
              <a:path w="4010025" h="2505075">
                <a:moveTo>
                  <a:pt x="3543300" y="0"/>
                </a:moveTo>
                <a:lnTo>
                  <a:pt x="4010025" y="0"/>
                </a:lnTo>
                <a:lnTo>
                  <a:pt x="4010025" y="2400300"/>
                </a:lnTo>
                <a:lnTo>
                  <a:pt x="0" y="2400300"/>
                </a:lnTo>
                <a:lnTo>
                  <a:pt x="0" y="2505075"/>
                </a:lnTo>
              </a:path>
            </a:pathLst>
          </a:custGeom>
          <a:noFill/>
          <a:ln w="10478">
            <a:solidFill>
              <a:srgbClr val="000000"/>
            </a:solidFill>
            <a:prstDash val="solid"/>
          </a:ln>
        </p:spPr>
      </p:sp>
      <p:sp>
        <p:nvSpPr>
          <p:cNvPr id="104" name="dp41-comparison / n123 / arrow">
            <a:extLst>
              <a:ext uri="{FF2B5EF4-FFF2-40B4-BE49-F238E27FC236}">
                <ns2:creationId id="{02B33E67-6F66-4D16-A793-F2C2F797AEBC}"/>
              </a:ext>
            </a:extLst>
          </p:cNvPr>
          <p:cNvSpPr>
            <a:spLocks noGrp="1"/>
          </p:cNvSpPr>
          <p:nvPr/>
        </p:nvSpPr>
        <p:spPr>
          <a:xfrm>
            <a:off x="5424297"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5" name="dp41-comparison / n124 / path">
            <a:extLst>
              <a:ext uri="{FF2B5EF4-FFF2-40B4-BE49-F238E27FC236}">
                <ns2:creationId id="{439075C7-6387-4305-B8C1-D52A4F18022C}"/>
              </a:ext>
            </a:extLst>
          </p:cNvPr>
          <p:cNvSpPr>
            <a:spLocks noGrp="1"/>
          </p:cNvSpPr>
          <p:nvPr/>
        </p:nvSpPr>
        <p:spPr>
          <a:xfrm>
            <a:off x="5543550" y="4286250"/>
            <a:ext cx="3848100" cy="2362200"/>
          </a:xfrm>
          <a:custGeom>
            <a:pathLst>
              <a:path w="3848100" h="2362200">
                <a:moveTo>
                  <a:pt x="0" y="2362200"/>
                </a:moveTo>
                <a:lnTo>
                  <a:pt x="0" y="2305050"/>
                </a:lnTo>
                <a:lnTo>
                  <a:pt x="3848100" y="2305050"/>
                </a:lnTo>
                <a:lnTo>
                  <a:pt x="3848100" y="0"/>
                </a:lnTo>
                <a:lnTo>
                  <a:pt x="3457575" y="0"/>
                </a:lnTo>
              </a:path>
            </a:pathLst>
          </a:custGeom>
          <a:noFill/>
          <a:ln w="10478">
            <a:solidFill>
              <a:srgbClr val="000000"/>
            </a:solidFill>
            <a:prstDash val="dash"/>
          </a:ln>
        </p:spPr>
      </p:sp>
      <p:sp>
        <p:nvSpPr>
          <p:cNvPr id="106" name="dp41-comparison / n124 / arrow">
            <a:extLst>
              <a:ext uri="{FF2B5EF4-FFF2-40B4-BE49-F238E27FC236}">
                <ns2:creationId id="{8474D630-4014-4AA9-8209-DE5457B3C01E}"/>
              </a:ext>
            </a:extLst>
          </p:cNvPr>
          <p:cNvSpPr>
            <a:spLocks noGrp="1"/>
          </p:cNvSpPr>
          <p:nvPr/>
        </p:nvSpPr>
        <p:spPr>
          <a:xfrm>
            <a:off x="9001125" y="425272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07" name="dp41-comparison / n125">
            <a:extLst>
              <a:ext uri="{FF2B5EF4-FFF2-40B4-BE49-F238E27FC236}">
                <ns2:creationId id="{8DCF1B6E-0F96-4F9F-8AEC-C90E790E6C05}"/>
              </a:ext>
            </a:extLst>
          </p:cNvPr>
          <p:cNvSpPr>
            <a:spLocks noGrp="1"/>
          </p:cNvSpPr>
          <p:nvPr/>
        </p:nvSpPr>
        <p:spPr>
          <a:xfrm>
            <a:off x="7096125"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09" name="dp41-comparison / n127 / path">
            <a:extLst>
              <a:ext uri="{FF2B5EF4-FFF2-40B4-BE49-F238E27FC236}">
                <ns2:creationId id="{5662C839-6DA3-4AA3-BD93-96250B0B3F42}"/>
              </a:ext>
            </a:extLst>
          </p:cNvPr>
          <p:cNvSpPr>
            <a:spLocks noGrp="1"/>
          </p:cNvSpPr>
          <p:nvPr/>
        </p:nvSpPr>
        <p:spPr>
          <a:xfrm>
            <a:off x="8191500" y="4143375"/>
            <a:ext cx="1276350" cy="2505075"/>
          </a:xfrm>
          <a:custGeom>
            <a:pathLst>
              <a:path w="1276350" h="2505075">
                <a:moveTo>
                  <a:pt x="809625" y="0"/>
                </a:moveTo>
                <a:lnTo>
                  <a:pt x="1276350" y="0"/>
                </a:lnTo>
                <a:lnTo>
                  <a:pt x="1276350" y="2400300"/>
                </a:lnTo>
                <a:lnTo>
                  <a:pt x="0" y="2400300"/>
                </a:lnTo>
                <a:lnTo>
                  <a:pt x="0" y="2505075"/>
                </a:lnTo>
              </a:path>
            </a:pathLst>
          </a:custGeom>
          <a:noFill/>
          <a:ln w="10478">
            <a:solidFill>
              <a:srgbClr val="000000"/>
            </a:solidFill>
            <a:prstDash val="solid"/>
          </a:ln>
        </p:spPr>
      </p:sp>
      <p:sp>
        <p:nvSpPr>
          <p:cNvPr id="110" name="dp41-comparison / n127 / arrow">
            <a:extLst>
              <a:ext uri="{FF2B5EF4-FFF2-40B4-BE49-F238E27FC236}">
                <ns2:creationId id="{F1707B11-7F33-4C00-B5D3-8F7A93F1E6AE}"/>
              </a:ext>
            </a:extLst>
          </p:cNvPr>
          <p:cNvSpPr>
            <a:spLocks noGrp="1"/>
          </p:cNvSpPr>
          <p:nvPr/>
        </p:nvSpPr>
        <p:spPr>
          <a:xfrm>
            <a:off x="8157972"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1" name="dp41-comparison / n128 / path">
            <a:extLst>
              <a:ext uri="{FF2B5EF4-FFF2-40B4-BE49-F238E27FC236}">
                <ns2:creationId id="{387ACA3D-59B1-47D0-ABAA-20A0EB62245B}"/>
              </a:ext>
            </a:extLst>
          </p:cNvPr>
          <p:cNvSpPr>
            <a:spLocks noGrp="1"/>
          </p:cNvSpPr>
          <p:nvPr/>
        </p:nvSpPr>
        <p:spPr>
          <a:xfrm>
            <a:off x="8277225" y="4286250"/>
            <a:ext cx="1114425" cy="2362200"/>
          </a:xfrm>
          <a:custGeom>
            <a:pathLst>
              <a:path w="1114425" h="2362200">
                <a:moveTo>
                  <a:pt x="0" y="2362200"/>
                </a:moveTo>
                <a:lnTo>
                  <a:pt x="0" y="2305050"/>
                </a:lnTo>
                <a:lnTo>
                  <a:pt x="1114425" y="2305050"/>
                </a:lnTo>
                <a:lnTo>
                  <a:pt x="1114425" y="0"/>
                </a:lnTo>
                <a:lnTo>
                  <a:pt x="723900" y="0"/>
                </a:lnTo>
              </a:path>
            </a:pathLst>
          </a:custGeom>
          <a:noFill/>
          <a:ln w="10478">
            <a:solidFill>
              <a:srgbClr val="000000"/>
            </a:solidFill>
            <a:prstDash val="dash"/>
          </a:ln>
        </p:spPr>
      </p:sp>
      <p:sp>
        <p:nvSpPr>
          <p:cNvPr id="112" name="dp41-comparison / n128 / arrow">
            <a:extLst>
              <a:ext uri="{FF2B5EF4-FFF2-40B4-BE49-F238E27FC236}">
                <ns2:creationId id="{610A05F6-4128-4329-ACC7-1DB434F28EE8}"/>
              </a:ext>
            </a:extLst>
          </p:cNvPr>
          <p:cNvSpPr>
            <a:spLocks noGrp="1"/>
          </p:cNvSpPr>
          <p:nvPr/>
        </p:nvSpPr>
        <p:spPr>
          <a:xfrm>
            <a:off x="9001125" y="425272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13" name="dp41-comparison / n131 / path">
            <a:extLst>
              <a:ext uri="{FF2B5EF4-FFF2-40B4-BE49-F238E27FC236}">
                <ns2:creationId id="{8C1D765F-D376-4414-94A5-5CCA69B1FA14}"/>
              </a:ext>
            </a:extLst>
          </p:cNvPr>
          <p:cNvSpPr>
            <a:spLocks noGrp="1"/>
          </p:cNvSpPr>
          <p:nvPr/>
        </p:nvSpPr>
        <p:spPr>
          <a:xfrm>
            <a:off x="1476375" y="7067550"/>
            <a:ext cx="7953375" cy="953"/>
          </a:xfrm>
          <a:custGeom>
            <a:pathLst>
              <a:path w="7953375" h="953">
                <a:moveTo>
                  <a:pt x="0" y="0"/>
                </a:moveTo>
                <a:lnTo>
                  <a:pt x="7953375" y="0"/>
                </a:lnTo>
              </a:path>
            </a:pathLst>
          </a:custGeom>
          <a:noFill/>
          <a:ln w="10478">
            <a:solidFill>
              <a:srgbClr val="000000"/>
            </a:solidFill>
            <a:prstDash val="solid"/>
          </a:ln>
        </p:spPr>
      </p:sp>
      <p:sp>
        <p:nvSpPr>
          <p:cNvPr id="114" name="dp41-comparison / n134">
            <a:extLst>
              <a:ext uri="{FF2B5EF4-FFF2-40B4-BE49-F238E27FC236}">
                <ns2:creationId id="{77D5D840-FCEB-4477-A07B-F6938C147016}"/>
              </a:ext>
            </a:extLst>
          </p:cNvPr>
          <p:cNvSpPr>
            <a:spLocks noGrp="1"/>
          </p:cNvSpPr>
          <p:nvPr/>
        </p:nvSpPr>
        <p:spPr>
          <a:xfrm>
            <a:off x="1666875" y="7362825"/>
            <a:ext cx="1714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다음 행동 판단</a:t>
            </a:r>
            <a:endParaRPr lang="ko-KR">
              <a:solidFill>
                <a:srgbClr val="000000"/>
              </a:solidFill>
              <a:latin typeface="Calibri"/>
              <a:ea typeface="Calibri"/>
              <a:cs typeface="Calibri"/>
            </a:endParaRPr>
          </a:p>
        </p:txBody>
      </p:sp>
      <p:sp>
        <p:nvSpPr>
          <p:cNvPr id="116" name="dp41-comparison / n136">
            <a:extLst>
              <a:ext uri="{FF2B5EF4-FFF2-40B4-BE49-F238E27FC236}">
                <ns2:creationId id="{E3741AB9-09A6-409C-892C-2493A6AD4A53}"/>
              </a:ext>
            </a:extLst>
          </p:cNvPr>
          <p:cNvSpPr>
            <a:spLocks noGrp="1"/>
          </p:cNvSpPr>
          <p:nvPr/>
        </p:nvSpPr>
        <p:spPr>
          <a:xfrm>
            <a:off x="4048125" y="7296150"/>
            <a:ext cx="1428750" cy="400050"/>
          </a:xfrm>
          <a:prstGeom prst="diamond">
            <a:avLst/>
          </a:prstGeom>
          <a:solidFill>
            <a:srgbClr val="FFFFFF"/>
          </a:solidFill>
          <a:ln w="9525">
            <a:solidFill>
              <a:srgbClr val="000000"/>
            </a:solidFill>
            <a:prstDash val="solid"/>
          </a:ln>
        </p:spPr>
        <p:txBody>
          <a:bodyPr wrap="none" lIns="0" tIns="0" rIns="0" bIns="0" anchor="ctr">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다음 행동?</a:t>
            </a:r>
            <a:endParaRPr lang="ko-KR">
              <a:solidFill>
                <a:srgbClr val="000000"/>
              </a:solidFill>
              <a:latin typeface="Calibri"/>
              <a:ea typeface="Calibri"/>
              <a:cs typeface="Calibri"/>
            </a:endParaRPr>
          </a:p>
        </p:txBody>
      </p:sp>
      <p:sp>
        <p:nvSpPr>
          <p:cNvPr id="118" name="dp41-comparison / n138">
            <a:extLst>
              <a:ext uri="{FF2B5EF4-FFF2-40B4-BE49-F238E27FC236}">
                <ns2:creationId id="{C1DEB268-D3EA-426A-8085-BFAD0BA718EA}"/>
              </a:ext>
            </a:extLst>
          </p:cNvPr>
          <p:cNvSpPr>
            <a:spLocks noGrp="1"/>
          </p:cNvSpPr>
          <p:nvPr/>
        </p:nvSpPr>
        <p:spPr>
          <a:xfrm>
            <a:off x="6429375" y="7362825"/>
            <a:ext cx="2095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도구: 지정한 자료 조회</a:t>
            </a:r>
            <a:endParaRPr lang="ko-KR">
              <a:solidFill>
                <a:srgbClr val="000000"/>
              </a:solidFill>
              <a:latin typeface="Calibri"/>
              <a:ea typeface="Calibri"/>
              <a:cs typeface="Calibri"/>
            </a:endParaRPr>
          </a:p>
        </p:txBody>
      </p:sp>
      <p:sp>
        <p:nvSpPr>
          <p:cNvPr id="120" name="dp41-comparison / n140">
            <a:extLst>
              <a:ext uri="{FF2B5EF4-FFF2-40B4-BE49-F238E27FC236}">
                <ns2:creationId id="{9B138D3D-EF92-4267-B900-ED27A7AF5B1B}"/>
              </a:ext>
            </a:extLst>
          </p:cNvPr>
          <p:cNvSpPr>
            <a:spLocks noGrp="1"/>
          </p:cNvSpPr>
          <p:nvPr/>
        </p:nvSpPr>
        <p:spPr>
          <a:xfrm>
            <a:off x="6953250" y="7953375"/>
            <a:ext cx="2238375"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의미 / 질문 제안</a:t>
            </a:r>
            <a:endParaRPr lang="ko-KR">
              <a:solidFill>
                <a:srgbClr val="000000"/>
              </a:solidFill>
              <a:latin typeface="Calibri"/>
              <a:ea typeface="Calibri"/>
              <a:cs typeface="Calibri"/>
            </a:endParaRPr>
          </a:p>
        </p:txBody>
      </p:sp>
      <p:sp>
        <p:nvSpPr>
          <p:cNvPr id="122" name="dp41-comparison / n142 / path">
            <a:extLst>
              <a:ext uri="{FF2B5EF4-FFF2-40B4-BE49-F238E27FC236}">
                <ns2:creationId id="{597B22AD-1C23-402C-926C-9500CFE34A07}"/>
              </a:ext>
            </a:extLst>
          </p:cNvPr>
          <p:cNvSpPr>
            <a:spLocks noGrp="1"/>
          </p:cNvSpPr>
          <p:nvPr/>
        </p:nvSpPr>
        <p:spPr>
          <a:xfrm>
            <a:off x="3381375" y="7496175"/>
            <a:ext cx="666750" cy="953"/>
          </a:xfrm>
          <a:custGeom>
            <a:pathLst>
              <a:path w="666750" h="953">
                <a:moveTo>
                  <a:pt x="0" y="0"/>
                </a:moveTo>
                <a:lnTo>
                  <a:pt x="666750" y="0"/>
                </a:lnTo>
              </a:path>
            </a:pathLst>
          </a:custGeom>
          <a:noFill/>
          <a:ln w="10478">
            <a:solidFill>
              <a:srgbClr val="000000"/>
            </a:solidFill>
            <a:prstDash val="solid"/>
          </a:ln>
        </p:spPr>
      </p:sp>
      <p:sp>
        <p:nvSpPr>
          <p:cNvPr id="123" name="dp41-comparison / n142 / arrow">
            <a:extLst>
              <a:ext uri="{FF2B5EF4-FFF2-40B4-BE49-F238E27FC236}">
                <ns2:creationId id="{03856A93-F2F1-4B73-A409-AF7C18992FDE}"/>
              </a:ext>
            </a:extLst>
          </p:cNvPr>
          <p:cNvSpPr>
            <a:spLocks noGrp="1"/>
          </p:cNvSpPr>
          <p:nvPr/>
        </p:nvSpPr>
        <p:spPr>
          <a:xfrm>
            <a:off x="3981069"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24" name="dp41-comparison / n143 / path">
            <a:extLst>
              <a:ext uri="{FF2B5EF4-FFF2-40B4-BE49-F238E27FC236}">
                <ns2:creationId id="{E2FBC27F-4F1A-4BDE-8625-2D41FF134E70}"/>
              </a:ext>
            </a:extLst>
          </p:cNvPr>
          <p:cNvSpPr>
            <a:spLocks noGrp="1"/>
          </p:cNvSpPr>
          <p:nvPr/>
        </p:nvSpPr>
        <p:spPr>
          <a:xfrm>
            <a:off x="5476875" y="7496175"/>
            <a:ext cx="952500" cy="953"/>
          </a:xfrm>
          <a:custGeom>
            <a:pathLst>
              <a:path w="952500" h="953">
                <a:moveTo>
                  <a:pt x="0" y="0"/>
                </a:moveTo>
                <a:lnTo>
                  <a:pt x="952500" y="0"/>
                </a:lnTo>
              </a:path>
            </a:pathLst>
          </a:custGeom>
          <a:noFill/>
          <a:ln w="10478">
            <a:solidFill>
              <a:srgbClr val="000000"/>
            </a:solidFill>
            <a:prstDash val="solid"/>
          </a:ln>
        </p:spPr>
      </p:sp>
      <p:sp>
        <p:nvSpPr>
          <p:cNvPr id="125" name="dp41-comparison / n143 / arrow">
            <a:extLst>
              <a:ext uri="{FF2B5EF4-FFF2-40B4-BE49-F238E27FC236}">
                <ns2:creationId id="{9F842904-827F-467E-8D2F-E1190BC31AC8}"/>
              </a:ext>
            </a:extLst>
          </p:cNvPr>
          <p:cNvSpPr>
            <a:spLocks noGrp="1"/>
          </p:cNvSpPr>
          <p:nvPr/>
        </p:nvSpPr>
        <p:spPr>
          <a:xfrm>
            <a:off x="6362319"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26" name="dp41-comparison / n146 / path">
            <a:extLst>
              <a:ext uri="{FF2B5EF4-FFF2-40B4-BE49-F238E27FC236}">
                <ns2:creationId id="{A53EB285-4815-4FD5-ADF8-12E4D7919FAF}"/>
              </a:ext>
            </a:extLst>
          </p:cNvPr>
          <p:cNvSpPr>
            <a:spLocks noGrp="1"/>
          </p:cNvSpPr>
          <p:nvPr/>
        </p:nvSpPr>
        <p:spPr>
          <a:xfrm>
            <a:off x="2524125" y="7629525"/>
            <a:ext cx="4953000" cy="152400"/>
          </a:xfrm>
          <a:custGeom>
            <a:pathLst>
              <a:path w="4953000" h="152400">
                <a:moveTo>
                  <a:pt x="4953000" y="0"/>
                </a:moveTo>
                <a:lnTo>
                  <a:pt x="4953000" y="152400"/>
                </a:lnTo>
                <a:lnTo>
                  <a:pt x="0" y="152400"/>
                </a:lnTo>
                <a:lnTo>
                  <a:pt x="0" y="0"/>
                </a:lnTo>
              </a:path>
            </a:pathLst>
          </a:custGeom>
          <a:noFill/>
          <a:ln w="10478">
            <a:solidFill>
              <a:srgbClr val="000000"/>
            </a:solidFill>
            <a:prstDash val="solid"/>
          </a:ln>
        </p:spPr>
      </p:sp>
      <p:sp>
        <p:nvSpPr>
          <p:cNvPr id="127" name="dp41-comparison / n146 / arrow">
            <a:extLst>
              <a:ext uri="{FF2B5EF4-FFF2-40B4-BE49-F238E27FC236}">
                <ns2:creationId id="{7438F550-F988-4801-92D7-269A45971C41}"/>
              </a:ext>
            </a:extLst>
          </p:cNvPr>
          <p:cNvSpPr>
            <a:spLocks noGrp="1"/>
          </p:cNvSpPr>
          <p:nvPr/>
        </p:nvSpPr>
        <p:spPr>
          <a:xfrm>
            <a:off x="2490597" y="76295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28" name="dp41-comparison / n149 / path">
            <a:extLst>
              <a:ext uri="{FF2B5EF4-FFF2-40B4-BE49-F238E27FC236}">
                <ns2:creationId id="{99DDDECC-115F-4169-81FD-FA9AE4DCD29A}"/>
              </a:ext>
            </a:extLst>
          </p:cNvPr>
          <p:cNvSpPr>
            <a:spLocks noGrp="1"/>
          </p:cNvSpPr>
          <p:nvPr/>
        </p:nvSpPr>
        <p:spPr>
          <a:xfrm>
            <a:off x="4762500" y="7696200"/>
            <a:ext cx="2190750" cy="395288"/>
          </a:xfrm>
          <a:custGeom>
            <a:pathLst>
              <a:path w="2190750" h="395288">
                <a:moveTo>
                  <a:pt x="0" y="0"/>
                </a:moveTo>
                <a:lnTo>
                  <a:pt x="0" y="395288"/>
                </a:lnTo>
                <a:lnTo>
                  <a:pt x="2190750" y="395288"/>
                </a:lnTo>
              </a:path>
            </a:pathLst>
          </a:custGeom>
          <a:noFill/>
          <a:ln w="10478">
            <a:solidFill>
              <a:srgbClr val="000000"/>
            </a:solidFill>
            <a:prstDash val="solid"/>
          </a:ln>
        </p:spPr>
      </p:sp>
      <p:sp>
        <p:nvSpPr>
          <p:cNvPr id="129" name="dp41-comparison / n149 / arrow">
            <a:extLst>
              <a:ext uri="{FF2B5EF4-FFF2-40B4-BE49-F238E27FC236}">
                <ns2:creationId id="{0BB4A9FD-608E-44DE-BEC5-F30BD0DE004C}"/>
              </a:ext>
            </a:extLst>
          </p:cNvPr>
          <p:cNvSpPr>
            <a:spLocks noGrp="1"/>
          </p:cNvSpPr>
          <p:nvPr/>
        </p:nvSpPr>
        <p:spPr>
          <a:xfrm>
            <a:off x="6886194" y="8057960"/>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30" name="dp41-comparison / n64">
            <a:extLst>
              <a:ext uri="{FF2B5EF4-FFF2-40B4-BE49-F238E27FC236}">
                <ns2:creationId id="{D779FDF0-ED26-47BA-A77C-2785ED767825}"/>
              </a:ext>
            </a:extLst>
          </p:cNvPr>
          <p:cNvSpPr>
            <a:spLocks noGrp="1"/>
          </p:cNvSpPr>
          <p:nvPr/>
        </p:nvSpPr>
        <p:spPr>
          <a:xfrm>
            <a:off x="1571625" y="2409825"/>
            <a:ext cx="1428750" cy="333375"/>
          </a:xfrm>
          <a:custGeom>
            <a:pathLst>
              <a:path w="1428750" h="333375">
                <a:moveTo>
                  <a:pt x="0" y="0"/>
                </a:moveTo>
                <a:lnTo>
                  <a:pt x="1257300" y="0"/>
                </a:lnTo>
                <a:lnTo>
                  <a:pt x="1428750" y="171450"/>
                </a:lnTo>
                <a:lnTo>
                  <a:pt x="1428750" y="333375"/>
                </a:lnTo>
                <a:lnTo>
                  <a:pt x="0" y="333375"/>
                </a:lnTo>
                <a:close/>
              </a:path>
            </a:pathLst>
          </a:custGeom>
          <a:solidFill>
            <a:srgbClr val="FFFFFF"/>
          </a:solidFill>
          <a:ln w="9525">
            <a:solidFill>
              <a:srgbClr val="000000"/>
            </a:solidFill>
            <a:prstDash val="solid"/>
          </a:ln>
        </p:spPr>
        <p:txBody>
          <a:bodyPr wrap="none" lIns="95250" tIns="57150" rIns="171450" bIns="55245"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사용자 발화</a:t>
            </a:r>
            <a:endParaRPr lang="ko-KR">
              <a:solidFill>
                <a:srgbClr val="000000"/>
              </a:solidFill>
              <a:latin typeface="Calibri"/>
              <a:ea typeface="Calibri"/>
              <a:cs typeface="Calibri"/>
            </a:endParaRPr>
          </a:p>
        </p:txBody>
      </p:sp>
      <p:sp>
        <p:nvSpPr>
          <p:cNvPr id="131" name="dp41-comparison / n64 / fold">
            <a:extLst>
              <a:ext uri="{FF2B5EF4-FFF2-40B4-BE49-F238E27FC236}">
                <ns2:creationId id="{13E42500-9E01-4670-A317-87B406F30915}"/>
              </a:ext>
            </a:extLst>
          </p:cNvPr>
          <p:cNvSpPr>
            <a:spLocks noGrp="1"/>
          </p:cNvSpPr>
          <p:nvPr/>
        </p:nvSpPr>
        <p:spPr>
          <a:xfrm>
            <a:off x="2828925"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33" name="dp41-comparison / n74">
            <a:extLst>
              <a:ext uri="{FF2B5EF4-FFF2-40B4-BE49-F238E27FC236}">
                <ns2:creationId id="{26A39678-1D34-4300-A50F-037318A2D8C9}"/>
              </a:ext>
            </a:extLst>
          </p:cNvPr>
          <p:cNvSpPr>
            <a:spLocks noGrp="1"/>
          </p:cNvSpPr>
          <p:nvPr/>
        </p:nvSpPr>
        <p:spPr>
          <a:xfrm>
            <a:off x="4505325" y="2943225"/>
            <a:ext cx="3050477" cy="167640"/>
          </a:xfrm>
          <a:prstGeom prst="rect">
            <a:avLst/>
          </a:prstGeom>
          <a:solidFill>
            <a:srgbClr val="FFFFFF"/>
          </a:solidFill>
          <a:ln w="0">
            <a:noFill/>
            <a:prstDash val="solid"/>
          </a:ln>
        </p:spPr>
      </p:sp>
      <p:sp>
        <p:nvSpPr>
          <p:cNvPr id="134" name="dp41-comparison / n75 / text 1">
            <a:extLst>
              <a:ext uri="{FF2B5EF4-FFF2-40B4-BE49-F238E27FC236}">
                <ns2:creationId id="{3B5CA446-008C-4AE8-9001-DF2360D92C81}"/>
              </a:ext>
            </a:extLst>
          </p:cNvPr>
          <p:cNvSpPr>
            <a:spLocks noGrp="1"/>
          </p:cNvSpPr>
          <p:nvPr/>
        </p:nvSpPr>
        <p:spPr>
          <a:xfrm>
            <a:off x="4524375" y="2952750"/>
            <a:ext cx="4667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 경유 / 조회 결과마다 모델 재판단</a:t>
            </a:r>
            <a:endParaRPr lang="ko-KR">
              <a:solidFill>
                <a:srgbClr val="000000"/>
              </a:solidFill>
              <a:latin typeface="Calibri"/>
              <a:ea typeface="Calibri"/>
              <a:cs typeface="Calibri"/>
            </a:endParaRPr>
          </a:p>
        </p:txBody>
      </p:sp>
      <p:sp>
        <p:nvSpPr>
          <p:cNvPr id="135" name="dp41-comparison / n76">
            <a:extLst>
              <a:ext uri="{FF2B5EF4-FFF2-40B4-BE49-F238E27FC236}">
                <ns2:creationId id="{E982A62A-7C04-47F1-99FF-ECA251A07417}"/>
              </a:ext>
            </a:extLst>
          </p:cNvPr>
          <p:cNvSpPr>
            <a:spLocks noGrp="1"/>
          </p:cNvSpPr>
          <p:nvPr/>
        </p:nvSpPr>
        <p:spPr>
          <a:xfrm>
            <a:off x="4648200" y="3314700"/>
            <a:ext cx="3272028" cy="224790"/>
          </a:xfrm>
          <a:prstGeom prst="rect">
            <a:avLst/>
          </a:prstGeom>
          <a:solidFill>
            <a:srgbClr val="FFFFFF"/>
          </a:solidFill>
          <a:ln w="0">
            <a:noFill/>
            <a:prstDash val="solid"/>
          </a:ln>
        </p:spPr>
      </p:sp>
      <p:sp>
        <p:nvSpPr>
          <p:cNvPr id="136" name="dp41-comparison / n77 / text 1">
            <a:extLst>
              <a:ext uri="{FF2B5EF4-FFF2-40B4-BE49-F238E27FC236}">
                <ns2:creationId id="{FC454F16-F91B-4341-BC9B-4A4E798134B4}"/>
              </a:ext>
            </a:extLst>
          </p:cNvPr>
          <p:cNvSpPr>
            <a:spLocks noGrp="1"/>
          </p:cNvSpPr>
          <p:nvPr/>
        </p:nvSpPr>
        <p:spPr>
          <a:xfrm>
            <a:off x="4667250" y="3324225"/>
            <a:ext cx="4572000" cy="248602"/>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A: 모델이 결과를 보고 다음 조회 선택</a:t>
            </a:r>
            <a:endParaRPr lang="ko-KR">
              <a:solidFill>
                <a:srgbClr val="000000"/>
              </a:solidFill>
              <a:latin typeface="Calibri"/>
              <a:ea typeface="Calibri"/>
              <a:cs typeface="Calibri"/>
            </a:endParaRPr>
          </a:p>
        </p:txBody>
      </p:sp>
      <p:sp>
        <p:nvSpPr>
          <p:cNvPr id="137" name="dp41-comparison / n80">
            <a:extLst>
              <a:ext uri="{FF2B5EF4-FFF2-40B4-BE49-F238E27FC236}">
                <ns2:creationId id="{6584029A-B0E7-4B06-AB22-EFBF3160C0F3}"/>
              </a:ext>
            </a:extLst>
          </p:cNvPr>
          <p:cNvSpPr>
            <a:spLocks noGrp="1"/>
          </p:cNvSpPr>
          <p:nvPr/>
        </p:nvSpPr>
        <p:spPr>
          <a:xfrm>
            <a:off x="7505700" y="3114675"/>
            <a:ext cx="730568" cy="190500"/>
          </a:xfrm>
          <a:prstGeom prst="rect">
            <a:avLst/>
          </a:prstGeom>
          <a:solidFill>
            <a:srgbClr val="FFFFFF"/>
          </a:solidFill>
          <a:ln w="0">
            <a:noFill/>
            <a:prstDash val="solid"/>
          </a:ln>
        </p:spPr>
      </p:sp>
      <p:sp>
        <p:nvSpPr>
          <p:cNvPr id="138" name="dp41-comparison / n81 / text 1">
            <a:extLst>
              <a:ext uri="{FF2B5EF4-FFF2-40B4-BE49-F238E27FC236}">
                <ns2:creationId id="{13CEADB9-2FDD-4DAF-9147-349E2970B5A1}"/>
              </a:ext>
            </a:extLst>
          </p:cNvPr>
          <p:cNvSpPr>
            <a:spLocks noGrp="1"/>
          </p:cNvSpPr>
          <p:nvPr/>
        </p:nvSpPr>
        <p:spPr>
          <a:xfrm>
            <a:off x="7524750" y="3124200"/>
            <a:ext cx="1762125"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해석 시작</a:t>
            </a:r>
            <a:endParaRPr lang="ko-KR">
              <a:solidFill>
                <a:srgbClr val="000000"/>
              </a:solidFill>
              <a:latin typeface="Calibri"/>
              <a:ea typeface="Calibri"/>
              <a:cs typeface="Calibri"/>
            </a:endParaRPr>
          </a:p>
        </p:txBody>
      </p:sp>
      <p:sp>
        <p:nvSpPr>
          <p:cNvPr id="139" name="dp41-comparison / n84">
            <a:extLst>
              <a:ext uri="{FF2B5EF4-FFF2-40B4-BE49-F238E27FC236}">
                <ns2:creationId id="{D8FFE8C1-3912-4BD5-847C-099FC29EE2C9}"/>
              </a:ext>
            </a:extLst>
          </p:cNvPr>
          <p:cNvSpPr>
            <a:spLocks noGrp="1"/>
          </p:cNvSpPr>
          <p:nvPr/>
        </p:nvSpPr>
        <p:spPr>
          <a:xfrm>
            <a:off x="1647825" y="4429125"/>
            <a:ext cx="1911858" cy="156210"/>
          </a:xfrm>
          <a:prstGeom prst="rect">
            <a:avLst/>
          </a:prstGeom>
          <a:solidFill>
            <a:srgbClr val="FFFFFF"/>
          </a:solidFill>
          <a:ln w="0">
            <a:noFill/>
            <a:prstDash val="solid"/>
          </a:ln>
        </p:spPr>
      </p:sp>
      <p:sp>
        <p:nvSpPr>
          <p:cNvPr id="140" name="dp41-comparison / n85 / text 1">
            <a:extLst>
              <a:ext uri="{FF2B5EF4-FFF2-40B4-BE49-F238E27FC236}">
                <ns2:creationId id="{63944F3E-FD9A-463E-8BD4-9D3269E50512}"/>
              </a:ext>
            </a:extLst>
          </p:cNvPr>
          <p:cNvSpPr>
            <a:spLocks noGrp="1"/>
          </p:cNvSpPr>
          <p:nvPr/>
        </p:nvSpPr>
        <p:spPr>
          <a:xfrm>
            <a:off x="1666875" y="4438650"/>
            <a:ext cx="26670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코드: 모델 호출, 도구 결과 대응</a:t>
            </a:r>
            <a:endParaRPr lang="ko-KR">
              <a:solidFill>
                <a:srgbClr val="000000"/>
              </a:solidFill>
              <a:latin typeface="Calibri"/>
              <a:ea typeface="Calibri"/>
              <a:cs typeface="Calibri"/>
            </a:endParaRPr>
          </a:p>
        </p:txBody>
      </p:sp>
      <p:sp>
        <p:nvSpPr>
          <p:cNvPr id="141" name="dp41-comparison / n90">
            <a:extLst>
              <a:ext uri="{FF2B5EF4-FFF2-40B4-BE49-F238E27FC236}">
                <ns2:creationId id="{4F5BBE5E-708C-41CA-B10A-7B684567D5F4}"/>
              </a:ext>
            </a:extLst>
          </p:cNvPr>
          <p:cNvSpPr>
            <a:spLocks noGrp="1"/>
          </p:cNvSpPr>
          <p:nvPr/>
        </p:nvSpPr>
        <p:spPr>
          <a:xfrm>
            <a:off x="1647825" y="5534025"/>
            <a:ext cx="2150745" cy="144780"/>
          </a:xfrm>
          <a:prstGeom prst="rect">
            <a:avLst/>
          </a:prstGeom>
          <a:solidFill>
            <a:srgbClr val="FFFFFF"/>
          </a:solidFill>
          <a:ln w="0">
            <a:noFill/>
            <a:prstDash val="solid"/>
          </a:ln>
        </p:spPr>
      </p:sp>
      <p:sp>
        <p:nvSpPr>
          <p:cNvPr id="142" name="dp41-comparison / n91 / text 1">
            <a:extLst>
              <a:ext uri="{FF2B5EF4-FFF2-40B4-BE49-F238E27FC236}">
                <ns2:creationId id="{D4349217-5459-4C33-BA1F-30059CCA4DDF}"/>
              </a:ext>
            </a:extLst>
          </p:cNvPr>
          <p:cNvSpPr>
            <a:spLocks noGrp="1"/>
          </p:cNvSpPr>
          <p:nvPr/>
        </p:nvSpPr>
        <p:spPr>
          <a:xfrm>
            <a:off x="1666875" y="5543550"/>
            <a:ext cx="2524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발화, 조회 결과, 이전 조건 / 임시 상태</a:t>
            </a:r>
            <a:endParaRPr lang="ko-KR">
              <a:solidFill>
                <a:srgbClr val="000000"/>
              </a:solidFill>
              <a:latin typeface="Calibri"/>
              <a:ea typeface="Calibri"/>
              <a:cs typeface="Calibri"/>
            </a:endParaRPr>
          </a:p>
        </p:txBody>
      </p:sp>
      <p:sp>
        <p:nvSpPr>
          <p:cNvPr id="143" name="dp41-comparison / n94">
            <a:extLst>
              <a:ext uri="{FF2B5EF4-FFF2-40B4-BE49-F238E27FC236}">
                <ns2:creationId id="{B792C8B9-3B34-481A-82CA-2A40EDAD7769}"/>
              </a:ext>
            </a:extLst>
          </p:cNvPr>
          <p:cNvSpPr>
            <a:spLocks noGrp="1"/>
          </p:cNvSpPr>
          <p:nvPr/>
        </p:nvSpPr>
        <p:spPr>
          <a:xfrm>
            <a:off x="2076450" y="3324225"/>
            <a:ext cx="1484376" cy="156210"/>
          </a:xfrm>
          <a:prstGeom prst="rect">
            <a:avLst/>
          </a:prstGeom>
          <a:solidFill>
            <a:srgbClr val="FFFFFF"/>
          </a:solidFill>
          <a:ln w="0">
            <a:noFill/>
            <a:prstDash val="solid"/>
          </a:ln>
        </p:spPr>
      </p:sp>
      <p:sp>
        <p:nvSpPr>
          <p:cNvPr id="144" name="dp41-comparison / n95 / text 1">
            <a:extLst>
              <a:ext uri="{FF2B5EF4-FFF2-40B4-BE49-F238E27FC236}">
                <ns2:creationId id="{C113BCC3-238E-4705-AAA6-75F4DB0E4624}"/>
              </a:ext>
            </a:extLst>
          </p:cNvPr>
          <p:cNvSpPr>
            <a:spLocks noGrp="1"/>
          </p:cNvSpPr>
          <p:nvPr/>
        </p:nvSpPr>
        <p:spPr>
          <a:xfrm>
            <a:off x="2095500" y="3333750"/>
            <a:ext cx="17335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① 결과와 원문으로 재호출</a:t>
            </a:r>
            <a:endParaRPr lang="ko-KR">
              <a:solidFill>
                <a:srgbClr val="000000"/>
              </a:solidFill>
              <a:latin typeface="Calibri"/>
              <a:ea typeface="Calibri"/>
              <a:cs typeface="Calibri"/>
            </a:endParaRPr>
          </a:p>
        </p:txBody>
      </p:sp>
      <p:sp>
        <p:nvSpPr>
          <p:cNvPr id="145" name="dp41-comparison / n96">
            <a:extLst>
              <a:ext uri="{FF2B5EF4-FFF2-40B4-BE49-F238E27FC236}">
                <ns2:creationId id="{C7005650-BD8D-4D79-AD90-E68B64759D80}"/>
              </a:ext>
            </a:extLst>
          </p:cNvPr>
          <p:cNvSpPr>
            <a:spLocks noGrp="1"/>
          </p:cNvSpPr>
          <p:nvPr/>
        </p:nvSpPr>
        <p:spPr>
          <a:xfrm>
            <a:off x="2076450" y="3495675"/>
            <a:ext cx="1670875" cy="144780"/>
          </a:xfrm>
          <a:prstGeom prst="rect">
            <a:avLst/>
          </a:prstGeom>
          <a:solidFill>
            <a:srgbClr val="FFFFFF"/>
          </a:solidFill>
          <a:ln w="0">
            <a:noFill/>
            <a:prstDash val="solid"/>
          </a:ln>
        </p:spPr>
      </p:sp>
      <p:sp>
        <p:nvSpPr>
          <p:cNvPr id="146" name="dp41-comparison / n97 / text 1">
            <a:extLst>
              <a:ext uri="{FF2B5EF4-FFF2-40B4-BE49-F238E27FC236}">
                <ns2:creationId id="{670DC8ED-0ABB-44C7-9654-D1AF13FF3561}"/>
              </a:ext>
            </a:extLst>
          </p:cNvPr>
          <p:cNvSpPr>
            <a:spLocks noGrp="1"/>
          </p:cNvSpPr>
          <p:nvPr/>
        </p:nvSpPr>
        <p:spPr>
          <a:xfrm>
            <a:off x="2095500" y="3505200"/>
            <a:ext cx="17335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모델: 조회 / 질문 / 의미 선택</a:t>
            </a:r>
            <a:endParaRPr lang="ko-KR">
              <a:solidFill>
                <a:srgbClr val="000000"/>
              </a:solidFill>
              <a:latin typeface="Calibri"/>
              <a:ea typeface="Calibri"/>
              <a:cs typeface="Calibri"/>
            </a:endParaRPr>
          </a:p>
        </p:txBody>
      </p:sp>
      <p:sp>
        <p:nvSpPr>
          <p:cNvPr id="147" name="dp41-comparison / n99">
            <a:extLst>
              <a:ext uri="{FF2B5EF4-FFF2-40B4-BE49-F238E27FC236}">
                <ns2:creationId id="{A74A6FE6-E5CE-4245-A57B-4C0FA0A530C2}"/>
              </a:ext>
            </a:extLst>
          </p:cNvPr>
          <p:cNvSpPr>
            <a:spLocks noGrp="1"/>
          </p:cNvSpPr>
          <p:nvPr/>
        </p:nvSpPr>
        <p:spPr>
          <a:xfrm>
            <a:off x="4457700" y="4086225"/>
            <a:ext cx="1452372" cy="179070"/>
          </a:xfrm>
          <a:prstGeom prst="rect">
            <a:avLst/>
          </a:prstGeom>
          <a:solidFill>
            <a:srgbClr val="FFFFFF"/>
          </a:solidFill>
          <a:ln w="0">
            <a:noFill/>
            <a:prstDash val="solid"/>
          </a:ln>
        </p:spPr>
      </p:sp>
      <p:sp>
        <p:nvSpPr>
          <p:cNvPr id="148" name="dp41-comparison / n100 / text 1">
            <a:extLst>
              <a:ext uri="{FF2B5EF4-FFF2-40B4-BE49-F238E27FC236}">
                <ns2:creationId id="{45384195-8DED-4C15-AD52-B56398B66B41}"/>
              </a:ext>
            </a:extLst>
          </p:cNvPr>
          <p:cNvSpPr>
            <a:spLocks noGrp="1"/>
          </p:cNvSpPr>
          <p:nvPr/>
        </p:nvSpPr>
        <p:spPr>
          <a:xfrm>
            <a:off x="4476750" y="4095750"/>
            <a:ext cx="20955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② 모델이 선택한 조회</a:t>
            </a:r>
            <a:endParaRPr lang="ko-KR">
              <a:solidFill>
                <a:srgbClr val="000000"/>
              </a:solidFill>
              <a:latin typeface="Calibri"/>
              <a:ea typeface="Calibri"/>
              <a:cs typeface="Calibri"/>
            </a:endParaRPr>
          </a:p>
        </p:txBody>
      </p:sp>
      <p:sp>
        <p:nvSpPr>
          <p:cNvPr id="149" name="dp41-comparison / n102">
            <a:extLst>
              <a:ext uri="{FF2B5EF4-FFF2-40B4-BE49-F238E27FC236}">
                <ns2:creationId id="{2B0659B1-A08D-456F-8FEB-59E3DDF29778}"/>
              </a:ext>
            </a:extLst>
          </p:cNvPr>
          <p:cNvSpPr>
            <a:spLocks noGrp="1"/>
          </p:cNvSpPr>
          <p:nvPr/>
        </p:nvSpPr>
        <p:spPr>
          <a:xfrm>
            <a:off x="4648200" y="4429125"/>
            <a:ext cx="2796540" cy="156210"/>
          </a:xfrm>
          <a:prstGeom prst="rect">
            <a:avLst/>
          </a:prstGeom>
          <a:solidFill>
            <a:srgbClr val="FFFFFF"/>
          </a:solidFill>
          <a:ln w="0">
            <a:noFill/>
            <a:prstDash val="solid"/>
          </a:ln>
        </p:spPr>
      </p:sp>
      <p:sp>
        <p:nvSpPr>
          <p:cNvPr id="150" name="dp41-comparison / n103 / text 1">
            <a:extLst>
              <a:ext uri="{FF2B5EF4-FFF2-40B4-BE49-F238E27FC236}">
                <ns2:creationId id="{58103444-678A-421E-8A22-180B68630829}"/>
              </a:ext>
            </a:extLst>
          </p:cNvPr>
          <p:cNvSpPr>
            <a:spLocks noGrp="1"/>
          </p:cNvSpPr>
          <p:nvPr/>
        </p:nvSpPr>
        <p:spPr>
          <a:xfrm>
            <a:off x="4667250" y="4438650"/>
            <a:ext cx="4333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모델 출력 예시 / 다음 조회는 결과를 본 뒤 선택</a:t>
            </a:r>
            <a:endParaRPr lang="ko-KR">
              <a:solidFill>
                <a:srgbClr val="000000"/>
              </a:solidFill>
              <a:latin typeface="Calibri"/>
              <a:ea typeface="Calibri"/>
              <a:cs typeface="Calibri"/>
            </a:endParaRPr>
          </a:p>
        </p:txBody>
      </p:sp>
      <p:sp>
        <p:nvSpPr>
          <p:cNvPr id="151" name="dp41-comparison / n105">
            <a:extLst>
              <a:ext uri="{FF2B5EF4-FFF2-40B4-BE49-F238E27FC236}">
                <ns2:creationId id="{60DA81D4-012E-417B-BF6D-91DD2214FD8B}"/>
              </a:ext>
            </a:extLst>
          </p:cNvPr>
          <p:cNvSpPr>
            <a:spLocks noGrp="1"/>
          </p:cNvSpPr>
          <p:nvPr/>
        </p:nvSpPr>
        <p:spPr>
          <a:xfrm>
            <a:off x="1647825" y="4724400"/>
            <a:ext cx="1911858" cy="156210"/>
          </a:xfrm>
          <a:prstGeom prst="rect">
            <a:avLst/>
          </a:prstGeom>
          <a:solidFill>
            <a:srgbClr val="FFFFFF"/>
          </a:solidFill>
          <a:ln w="0">
            <a:noFill/>
            <a:prstDash val="solid"/>
          </a:ln>
        </p:spPr>
      </p:sp>
      <p:sp>
        <p:nvSpPr>
          <p:cNvPr id="152" name="dp41-comparison / n106 / text 1">
            <a:extLst>
              <a:ext uri="{FF2B5EF4-FFF2-40B4-BE49-F238E27FC236}">
                <ns2:creationId id="{25D07E9A-E8B3-4C35-9656-32DC55FE4755}"/>
              </a:ext>
            </a:extLst>
          </p:cNvPr>
          <p:cNvSpPr>
            <a:spLocks noGrp="1"/>
          </p:cNvSpPr>
          <p:nvPr/>
        </p:nvSpPr>
        <p:spPr>
          <a:xfrm>
            <a:off x="1666875" y="4733925"/>
            <a:ext cx="22098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③ 결과 반영 후 같은 모델 재호출</a:t>
            </a:r>
            <a:endParaRPr lang="ko-KR">
              <a:solidFill>
                <a:srgbClr val="000000"/>
              </a:solidFill>
              <a:latin typeface="Calibri"/>
              <a:ea typeface="Calibri"/>
              <a:cs typeface="Calibri"/>
            </a:endParaRPr>
          </a:p>
        </p:txBody>
      </p:sp>
      <p:sp>
        <p:nvSpPr>
          <p:cNvPr id="153" name="dp41-comparison / n107">
            <a:extLst>
              <a:ext uri="{FF2B5EF4-FFF2-40B4-BE49-F238E27FC236}">
                <ns2:creationId id="{478BE98B-C3C2-490D-99E8-C43C4A5900AC}"/>
              </a:ext>
            </a:extLst>
          </p:cNvPr>
          <p:cNvSpPr>
            <a:spLocks noGrp="1"/>
          </p:cNvSpPr>
          <p:nvPr/>
        </p:nvSpPr>
        <p:spPr>
          <a:xfrm>
            <a:off x="4667250" y="4610100"/>
            <a:ext cx="4333875" cy="495300"/>
          </a:xfrm>
          <a:custGeom>
            <a:pathLst>
              <a:path w="4333875" h="495300">
                <a:moveTo>
                  <a:pt x="0" y="0"/>
                </a:moveTo>
                <a:lnTo>
                  <a:pt x="4162425" y="0"/>
                </a:lnTo>
                <a:lnTo>
                  <a:pt x="4333875" y="171450"/>
                </a:lnTo>
                <a:lnTo>
                  <a:pt x="433387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첫 모델 판단: 보고서와 표 조회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task_retrieve(query="보고서", limit=5)</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context_retrieve(selector="INPUT_SELECTION")</a:t>
            </a:r>
            <a:endParaRPr lang="ko-KR">
              <a:solidFill>
                <a:srgbClr val="000000"/>
              </a:solidFill>
              <a:latin typeface="Calibri"/>
              <a:ea typeface="Calibri"/>
              <a:cs typeface="Calibri"/>
            </a:endParaRPr>
          </a:p>
        </p:txBody>
      </p:sp>
      <p:sp>
        <p:nvSpPr>
          <p:cNvPr id="154" name="dp41-comparison / n107 / fold">
            <a:extLst>
              <a:ext uri="{FF2B5EF4-FFF2-40B4-BE49-F238E27FC236}">
                <ns2:creationId id="{F4E3A4E7-E783-4B2D-88D2-5CF2B0C14DCC}"/>
              </a:ext>
            </a:extLst>
          </p:cNvPr>
          <p:cNvSpPr>
            <a:spLocks noGrp="1"/>
          </p:cNvSpPr>
          <p:nvPr/>
        </p:nvSpPr>
        <p:spPr>
          <a:xfrm>
            <a:off x="8829675" y="46101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58" name="dp41-comparison / n109">
            <a:extLst>
              <a:ext uri="{FF2B5EF4-FFF2-40B4-BE49-F238E27FC236}">
                <ns2:creationId id="{B1F7D61D-3A32-4E5A-BF29-D26DEDA7A489}"/>
              </a:ext>
            </a:extLst>
          </p:cNvPr>
          <p:cNvSpPr>
            <a:spLocks noGrp="1"/>
          </p:cNvSpPr>
          <p:nvPr/>
        </p:nvSpPr>
        <p:spPr>
          <a:xfrm>
            <a:off x="4648200" y="5114925"/>
            <a:ext cx="3420618" cy="144780"/>
          </a:xfrm>
          <a:prstGeom prst="rect">
            <a:avLst/>
          </a:prstGeom>
          <a:solidFill>
            <a:srgbClr val="FFFFFF"/>
          </a:solidFill>
          <a:ln w="0">
            <a:noFill/>
            <a:prstDash val="solid"/>
          </a:ln>
        </p:spPr>
      </p:sp>
      <p:sp>
        <p:nvSpPr>
          <p:cNvPr id="159" name="dp41-comparison / n110 / text 1">
            <a:extLst>
              <a:ext uri="{FF2B5EF4-FFF2-40B4-BE49-F238E27FC236}">
                <ns2:creationId id="{32399D79-5B60-44B1-9A9B-99ADECFED226}"/>
              </a:ext>
            </a:extLst>
          </p:cNvPr>
          <p:cNvSpPr>
            <a:spLocks noGrp="1"/>
          </p:cNvSpPr>
          <p:nvPr/>
        </p:nvSpPr>
        <p:spPr>
          <a:xfrm>
            <a:off x="4667250" y="5124450"/>
            <a:ext cx="43338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조회 결과: Task1 예산 보고서 / Task2 실적 보고서 / 선택한 표</a:t>
            </a:r>
            <a:endParaRPr lang="ko-KR">
              <a:solidFill>
                <a:srgbClr val="000000"/>
              </a:solidFill>
              <a:latin typeface="Calibri"/>
              <a:ea typeface="Calibri"/>
              <a:cs typeface="Calibri"/>
            </a:endParaRPr>
          </a:p>
        </p:txBody>
      </p:sp>
      <p:sp>
        <p:nvSpPr>
          <p:cNvPr id="160" name="dp41-comparison / n111">
            <a:extLst>
              <a:ext uri="{FF2B5EF4-FFF2-40B4-BE49-F238E27FC236}">
                <ns2:creationId id="{7C8868B8-90CF-4016-ACA9-BEC5F05A3899}"/>
              </a:ext>
            </a:extLst>
          </p:cNvPr>
          <p:cNvSpPr>
            <a:spLocks noGrp="1"/>
          </p:cNvSpPr>
          <p:nvPr/>
        </p:nvSpPr>
        <p:spPr>
          <a:xfrm>
            <a:off x="4667250" y="5286375"/>
            <a:ext cx="4333875" cy="495300"/>
          </a:xfrm>
          <a:custGeom>
            <a:pathLst>
              <a:path w="4333875" h="495300">
                <a:moveTo>
                  <a:pt x="0" y="0"/>
                </a:moveTo>
                <a:lnTo>
                  <a:pt x="4162425" y="0"/>
                </a:lnTo>
                <a:lnTo>
                  <a:pt x="4333875" y="171450"/>
                </a:lnTo>
                <a:lnTo>
                  <a:pt x="433387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결과를 받은 다음 모델 판단: 추가 대화 조회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interaction_retrieve(query="보고서", limit=5)</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추가 결과도 같은 맥락으로 반환 / 모델 재판단</a:t>
            </a:r>
            <a:endParaRPr lang="ko-KR">
              <a:solidFill>
                <a:srgbClr val="000000"/>
              </a:solidFill>
              <a:latin typeface="Calibri"/>
              <a:ea typeface="Calibri"/>
              <a:cs typeface="Calibri"/>
            </a:endParaRPr>
          </a:p>
        </p:txBody>
      </p:sp>
      <p:sp>
        <p:nvSpPr>
          <p:cNvPr id="161" name="dp41-comparison / n111 / fold">
            <a:extLst>
              <a:ext uri="{FF2B5EF4-FFF2-40B4-BE49-F238E27FC236}">
                <ns2:creationId id="{56387C3F-EF8A-4863-9F82-ABF32A036A85}"/>
              </a:ext>
            </a:extLst>
          </p:cNvPr>
          <p:cNvSpPr>
            <a:spLocks noGrp="1"/>
          </p:cNvSpPr>
          <p:nvPr/>
        </p:nvSpPr>
        <p:spPr>
          <a:xfrm>
            <a:off x="8829675" y="52863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5" name="dp41-comparison / n116">
            <a:extLst>
              <a:ext uri="{FF2B5EF4-FFF2-40B4-BE49-F238E27FC236}">
                <ns2:creationId id="{41275EEE-478F-4D2F-B287-C7049AC7CF7D}"/>
              </a:ext>
            </a:extLst>
          </p:cNvPr>
          <p:cNvSpPr>
            <a:spLocks noGrp="1"/>
          </p:cNvSpPr>
          <p:nvPr/>
        </p:nvSpPr>
        <p:spPr>
          <a:xfrm>
            <a:off x="1666875" y="5829300"/>
            <a:ext cx="4667250" cy="495300"/>
          </a:xfrm>
          <a:custGeom>
            <a:pathLst>
              <a:path w="4667250" h="495300">
                <a:moveTo>
                  <a:pt x="0" y="0"/>
                </a:moveTo>
                <a:lnTo>
                  <a:pt x="4495800" y="0"/>
                </a:lnTo>
                <a:lnTo>
                  <a:pt x="4667250" y="171450"/>
                </a:lnTo>
                <a:lnTo>
                  <a:pt x="4667250" y="495300"/>
                </a:lnTo>
                <a:lnTo>
                  <a:pt x="0" y="495300"/>
                </a:lnTo>
                <a:close/>
              </a:path>
            </a:pathLst>
          </a:custGeom>
          <a:solidFill>
            <a:srgbClr val="FFFFFF"/>
          </a:solidFill>
          <a:ln w="9525">
            <a:solidFill>
              <a:srgbClr val="000000"/>
            </a:solidFill>
            <a:prstDash val="solid"/>
          </a:ln>
        </p:spPr>
        <p:txBody>
          <a:bodyPr wrap="none" lIns="95250" tIns="57150" rIns="171450" bIns="13525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⑤ 모델이 만든 MeaningProposal (사용자 확인 뒤)</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보고서 + 표 / 보고서 결과로 메일 초안 / SEND 금지</a:t>
            </a:r>
            <a:endParaRPr lang="ko-KR">
              <a:solidFill>
                <a:srgbClr val="000000"/>
              </a:solidFill>
              <a:latin typeface="Calibri"/>
              <a:ea typeface="Calibri"/>
              <a:cs typeface="Calibri"/>
            </a:endParaRPr>
          </a:p>
        </p:txBody>
      </p:sp>
      <p:sp>
        <p:nvSpPr>
          <p:cNvPr id="166" name="dp41-comparison / n116 / fold">
            <a:extLst>
              <a:ext uri="{FF2B5EF4-FFF2-40B4-BE49-F238E27FC236}">
                <ns2:creationId id="{39FF5580-7045-4F6F-ACB4-2ABB97A3658F}"/>
              </a:ext>
            </a:extLst>
          </p:cNvPr>
          <p:cNvSpPr>
            <a:spLocks noGrp="1"/>
          </p:cNvSpPr>
          <p:nvPr/>
        </p:nvSpPr>
        <p:spPr>
          <a:xfrm>
            <a:off x="6162675" y="58293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9" name="dp41-comparison / n118">
            <a:extLst>
              <a:ext uri="{FF2B5EF4-FFF2-40B4-BE49-F238E27FC236}">
                <ns2:creationId id="{5B1EC566-E6EB-4866-B7E7-ED04AC1FC577}"/>
              </a:ext>
            </a:extLst>
          </p:cNvPr>
          <p:cNvSpPr>
            <a:spLocks noGrp="1"/>
          </p:cNvSpPr>
          <p:nvPr/>
        </p:nvSpPr>
        <p:spPr>
          <a:xfrm>
            <a:off x="6743700" y="5838825"/>
            <a:ext cx="1616964" cy="156210"/>
          </a:xfrm>
          <a:prstGeom prst="rect">
            <a:avLst/>
          </a:prstGeom>
          <a:solidFill>
            <a:srgbClr val="FFFFFF"/>
          </a:solidFill>
          <a:ln w="0">
            <a:noFill/>
            <a:prstDash val="solid"/>
          </a:ln>
        </p:spPr>
      </p:sp>
      <p:sp>
        <p:nvSpPr>
          <p:cNvPr id="170" name="dp41-comparison / n119 / text 1">
            <a:extLst>
              <a:ext uri="{FF2B5EF4-FFF2-40B4-BE49-F238E27FC236}">
                <ns2:creationId id="{8B51314F-0275-4A75-9E78-D6A695A861BC}"/>
              </a:ext>
            </a:extLst>
          </p:cNvPr>
          <p:cNvSpPr>
            <a:spLocks noGrp="1"/>
          </p:cNvSpPr>
          <p:nvPr/>
        </p:nvSpPr>
        <p:spPr>
          <a:xfrm>
            <a:off x="6762750" y="5848350"/>
            <a:ext cx="22383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④ 의미 또는 확인 질문 제안</a:t>
            </a:r>
            <a:endParaRPr lang="ko-KR">
              <a:solidFill>
                <a:srgbClr val="000000"/>
              </a:solidFill>
              <a:latin typeface="Calibri"/>
              <a:ea typeface="Calibri"/>
              <a:cs typeface="Calibri"/>
            </a:endParaRPr>
          </a:p>
        </p:txBody>
      </p:sp>
      <p:sp>
        <p:nvSpPr>
          <p:cNvPr id="171" name="dp41-comparison / n129">
            <a:extLst>
              <a:ext uri="{FF2B5EF4-FFF2-40B4-BE49-F238E27FC236}">
                <ns2:creationId id="{51B57A36-EDFD-4310-86F1-CC6F2815EF0F}"/>
              </a:ext>
            </a:extLst>
          </p:cNvPr>
          <p:cNvSpPr>
            <a:spLocks noGrp="1"/>
          </p:cNvSpPr>
          <p:nvPr/>
        </p:nvSpPr>
        <p:spPr>
          <a:xfrm>
            <a:off x="1647825" y="6657975"/>
            <a:ext cx="2213610" cy="190500"/>
          </a:xfrm>
          <a:prstGeom prst="rect">
            <a:avLst/>
          </a:prstGeom>
          <a:solidFill>
            <a:srgbClr val="FFFFFF"/>
          </a:solidFill>
          <a:ln w="0">
            <a:noFill/>
            <a:prstDash val="solid"/>
          </a:ln>
        </p:spPr>
      </p:sp>
      <p:sp>
        <p:nvSpPr>
          <p:cNvPr id="172" name="dp41-comparison / n130 / text 1">
            <a:extLst>
              <a:ext uri="{FF2B5EF4-FFF2-40B4-BE49-F238E27FC236}">
                <ns2:creationId id="{C562E14A-7014-426C-991D-92DF7A3CA043}"/>
              </a:ext>
            </a:extLst>
          </p:cNvPr>
          <p:cNvSpPr>
            <a:spLocks noGrp="1"/>
          </p:cNvSpPr>
          <p:nvPr/>
        </p:nvSpPr>
        <p:spPr>
          <a:xfrm>
            <a:off x="1666875" y="6667500"/>
            <a:ext cx="25717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정보 / 대화 / Task 기록 조회</a:t>
            </a:r>
            <a:endParaRPr lang="ko-KR">
              <a:solidFill>
                <a:srgbClr val="000000"/>
              </a:solidFill>
              <a:latin typeface="Calibri"/>
              <a:ea typeface="Calibri"/>
              <a:cs typeface="Calibri"/>
            </a:endParaRPr>
          </a:p>
        </p:txBody>
      </p:sp>
      <p:sp>
        <p:nvSpPr>
          <p:cNvPr id="173" name="dp41-comparison / n132">
            <a:extLst>
              <a:ext uri="{FF2B5EF4-FFF2-40B4-BE49-F238E27FC236}">
                <ns2:creationId id="{5FF11C83-2AED-4398-8612-D4AF62356A30}"/>
              </a:ext>
            </a:extLst>
          </p:cNvPr>
          <p:cNvSpPr>
            <a:spLocks noGrp="1"/>
          </p:cNvSpPr>
          <p:nvPr/>
        </p:nvSpPr>
        <p:spPr>
          <a:xfrm>
            <a:off x="1647825" y="7086600"/>
            <a:ext cx="2484501" cy="179070"/>
          </a:xfrm>
          <a:prstGeom prst="rect">
            <a:avLst/>
          </a:prstGeom>
          <a:solidFill>
            <a:srgbClr val="FFFFFF"/>
          </a:solidFill>
          <a:ln w="0">
            <a:noFill/>
            <a:prstDash val="solid"/>
          </a:ln>
        </p:spPr>
      </p:sp>
      <p:sp>
        <p:nvSpPr>
          <p:cNvPr id="174" name="dp41-comparison / n133 / text 1">
            <a:extLst>
              <a:ext uri="{FF2B5EF4-FFF2-40B4-BE49-F238E27FC236}">
                <ns2:creationId id="{2C406C39-03B6-41E0-A488-B93CCFD2BB0E}"/>
              </a:ext>
            </a:extLst>
          </p:cNvPr>
          <p:cNvSpPr>
            <a:spLocks noGrp="1"/>
          </p:cNvSpPr>
          <p:nvPr/>
        </p:nvSpPr>
        <p:spPr>
          <a:xfrm>
            <a:off x="1666875" y="7096125"/>
            <a:ext cx="762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반복 제어와 종료 조건</a:t>
            </a:r>
            <a:endParaRPr lang="ko-KR">
              <a:solidFill>
                <a:srgbClr val="000000"/>
              </a:solidFill>
              <a:latin typeface="Calibri"/>
              <a:ea typeface="Calibri"/>
              <a:cs typeface="Calibri"/>
            </a:endParaRPr>
          </a:p>
        </p:txBody>
      </p:sp>
      <p:sp>
        <p:nvSpPr>
          <p:cNvPr id="175" name="dp41-comparison / n144">
            <a:extLst>
              <a:ext uri="{FF2B5EF4-FFF2-40B4-BE49-F238E27FC236}">
                <ns2:creationId id="{953DFD12-498A-486C-ACE8-76D7239CB0B4}"/>
              </a:ext>
            </a:extLst>
          </p:cNvPr>
          <p:cNvSpPr>
            <a:spLocks noGrp="1"/>
          </p:cNvSpPr>
          <p:nvPr/>
        </p:nvSpPr>
        <p:spPr>
          <a:xfrm>
            <a:off x="5600700" y="7324725"/>
            <a:ext cx="342900" cy="179070"/>
          </a:xfrm>
          <a:prstGeom prst="rect">
            <a:avLst/>
          </a:prstGeom>
          <a:solidFill>
            <a:srgbClr val="FFFFFF"/>
          </a:solidFill>
          <a:ln w="0">
            <a:noFill/>
            <a:prstDash val="solid"/>
          </a:ln>
        </p:spPr>
      </p:sp>
      <p:sp>
        <p:nvSpPr>
          <p:cNvPr id="176" name="dp41-comparison / n145 / text 1">
            <a:extLst>
              <a:ext uri="{FF2B5EF4-FFF2-40B4-BE49-F238E27FC236}">
                <ns2:creationId id="{93BEFF3A-8CB6-4F3C-BFCF-44D67209C1E6}"/>
              </a:ext>
            </a:extLst>
          </p:cNvPr>
          <p:cNvSpPr>
            <a:spLocks noGrp="1"/>
          </p:cNvSpPr>
          <p:nvPr/>
        </p:nvSpPr>
        <p:spPr>
          <a:xfrm>
            <a:off x="5619750" y="7334250"/>
            <a:ext cx="666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조회</a:t>
            </a:r>
            <a:endParaRPr lang="ko-KR">
              <a:solidFill>
                <a:srgbClr val="000000"/>
              </a:solidFill>
              <a:latin typeface="Calibri"/>
              <a:ea typeface="Calibri"/>
              <a:cs typeface="Calibri"/>
            </a:endParaRPr>
          </a:p>
        </p:txBody>
      </p:sp>
      <p:sp>
        <p:nvSpPr>
          <p:cNvPr id="177" name="dp41-comparison / n147">
            <a:extLst>
              <a:ext uri="{FF2B5EF4-FFF2-40B4-BE49-F238E27FC236}">
                <ns2:creationId id="{F05B06C8-3A4A-4186-87B2-6A0D29FEFA9D}"/>
              </a:ext>
            </a:extLst>
          </p:cNvPr>
          <p:cNvSpPr>
            <a:spLocks noGrp="1"/>
          </p:cNvSpPr>
          <p:nvPr/>
        </p:nvSpPr>
        <p:spPr>
          <a:xfrm>
            <a:off x="2962275" y="7591425"/>
            <a:ext cx="2751201" cy="179070"/>
          </a:xfrm>
          <a:prstGeom prst="rect">
            <a:avLst/>
          </a:prstGeom>
          <a:solidFill>
            <a:srgbClr val="FFFFFF"/>
          </a:solidFill>
          <a:ln w="0">
            <a:noFill/>
            <a:prstDash val="solid"/>
          </a:ln>
        </p:spPr>
      </p:sp>
      <p:sp>
        <p:nvSpPr>
          <p:cNvPr id="178" name="dp41-comparison / n148 / text 1">
            <a:extLst>
              <a:ext uri="{FF2B5EF4-FFF2-40B4-BE49-F238E27FC236}">
                <ns2:creationId id="{32887A6C-7752-4AD9-A509-E4239D949BDA}"/>
              </a:ext>
            </a:extLst>
          </p:cNvPr>
          <p:cNvSpPr>
            <a:spLocks noGrp="1"/>
          </p:cNvSpPr>
          <p:nvPr/>
        </p:nvSpPr>
        <p:spPr>
          <a:xfrm>
            <a:off x="2981325" y="7600950"/>
            <a:ext cx="381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조회 결과로 모델 재호출 / 필요하면 반복</a:t>
            </a:r>
            <a:endParaRPr lang="ko-KR">
              <a:solidFill>
                <a:srgbClr val="000000"/>
              </a:solidFill>
              <a:latin typeface="Calibri"/>
              <a:ea typeface="Calibri"/>
              <a:cs typeface="Calibri"/>
            </a:endParaRPr>
          </a:p>
        </p:txBody>
      </p:sp>
      <p:sp>
        <p:nvSpPr>
          <p:cNvPr id="179" name="dp41-comparison / n150">
            <a:extLst>
              <a:ext uri="{FF2B5EF4-FFF2-40B4-BE49-F238E27FC236}">
                <ns2:creationId id="{B2BAA180-2E8E-4105-BBB4-4038F52A28F8}"/>
              </a:ext>
            </a:extLst>
          </p:cNvPr>
          <p:cNvSpPr>
            <a:spLocks noGrp="1"/>
          </p:cNvSpPr>
          <p:nvPr/>
        </p:nvSpPr>
        <p:spPr>
          <a:xfrm>
            <a:off x="4933950" y="7905750"/>
            <a:ext cx="1425893" cy="167640"/>
          </a:xfrm>
          <a:prstGeom prst="rect">
            <a:avLst/>
          </a:prstGeom>
          <a:solidFill>
            <a:srgbClr val="FFFFFF"/>
          </a:solidFill>
          <a:ln w="0">
            <a:noFill/>
            <a:prstDash val="solid"/>
          </a:ln>
        </p:spPr>
      </p:sp>
      <p:sp>
        <p:nvSpPr>
          <p:cNvPr id="180" name="dp41-comparison / n151 / text 1">
            <a:extLst>
              <a:ext uri="{FF2B5EF4-FFF2-40B4-BE49-F238E27FC236}">
                <ns2:creationId id="{AF971DBB-9A76-4010-8165-B58E35780A86}"/>
              </a:ext>
            </a:extLst>
          </p:cNvPr>
          <p:cNvSpPr>
            <a:spLocks noGrp="1"/>
          </p:cNvSpPr>
          <p:nvPr/>
        </p:nvSpPr>
        <p:spPr>
          <a:xfrm>
            <a:off x="4953000" y="7915275"/>
            <a:ext cx="1905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완성 / 확인 질문 필요</a:t>
            </a:r>
            <a:endParaRPr lang="ko-KR">
              <a:solidFill>
                <a:srgbClr val="000000"/>
              </a:solidFill>
              <a:latin typeface="Calibri"/>
              <a:ea typeface="Calibri"/>
              <a:cs typeface="Calibri"/>
            </a:endParaRPr>
          </a:p>
        </p:txBody>
      </p:sp>
      <p:sp>
        <p:nvSpPr>
          <p:cNvPr id="181" name="dp41-comparison / n154">
            <a:extLst>
              <a:ext uri="{FF2B5EF4-FFF2-40B4-BE49-F238E27FC236}">
                <ns2:creationId id="{E97D4A76-6401-4DED-A8E2-4F533AC947AC}"/>
              </a:ext>
            </a:extLst>
          </p:cNvPr>
          <p:cNvSpPr>
            <a:spLocks noGrp="1"/>
          </p:cNvSpPr>
          <p:nvPr/>
        </p:nvSpPr>
        <p:spPr>
          <a:xfrm>
            <a:off x="11620500" y="2409825"/>
            <a:ext cx="228600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83" name="dp41-comparison / n156">
            <a:extLst>
              <a:ext uri="{FF2B5EF4-FFF2-40B4-BE49-F238E27FC236}">
                <ns2:creationId id="{E1DC9232-A414-4157-9A93-8308DFC4A9AC}"/>
              </a:ext>
            </a:extLst>
          </p:cNvPr>
          <p:cNvSpPr>
            <a:spLocks noGrp="1"/>
          </p:cNvSpPr>
          <p:nvPr/>
        </p:nvSpPr>
        <p:spPr>
          <a:xfrm>
            <a:off x="14335125" y="2409825"/>
            <a:ext cx="238125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85" name="dp41-comparison / n158 / path">
            <a:extLst>
              <a:ext uri="{FF2B5EF4-FFF2-40B4-BE49-F238E27FC236}">
                <ns2:creationId id="{31FDF2F7-F5AD-4907-A4E1-23D01AAF705F}"/>
              </a:ext>
            </a:extLst>
          </p:cNvPr>
          <p:cNvSpPr>
            <a:spLocks noGrp="1"/>
          </p:cNvSpPr>
          <p:nvPr/>
        </p:nvSpPr>
        <p:spPr>
          <a:xfrm>
            <a:off x="11287125" y="2576513"/>
            <a:ext cx="333375" cy="953"/>
          </a:xfrm>
          <a:custGeom>
            <a:pathLst>
              <a:path w="333375" h="953">
                <a:moveTo>
                  <a:pt x="0" y="0"/>
                </a:moveTo>
                <a:lnTo>
                  <a:pt x="333375" y="0"/>
                </a:lnTo>
              </a:path>
            </a:pathLst>
          </a:custGeom>
          <a:noFill/>
          <a:ln w="10478">
            <a:solidFill>
              <a:srgbClr val="000000"/>
            </a:solidFill>
            <a:prstDash val="solid"/>
          </a:ln>
        </p:spPr>
      </p:sp>
      <p:sp>
        <p:nvSpPr>
          <p:cNvPr id="186" name="dp41-comparison / n158 / arrow">
            <a:extLst>
              <a:ext uri="{FF2B5EF4-FFF2-40B4-BE49-F238E27FC236}">
                <ns2:creationId id="{98AC6666-3C9F-44ED-AF82-F5BACDB9986C}"/>
              </a:ext>
            </a:extLst>
          </p:cNvPr>
          <p:cNvSpPr>
            <a:spLocks noGrp="1"/>
          </p:cNvSpPr>
          <p:nvPr/>
        </p:nvSpPr>
        <p:spPr>
          <a:xfrm>
            <a:off x="11553444"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7" name="dp41-comparison / n159 / path">
            <a:extLst>
              <a:ext uri="{FF2B5EF4-FFF2-40B4-BE49-F238E27FC236}">
                <ns2:creationId id="{AA80BFE1-F876-45B1-A761-66D94D170AB1}"/>
              </a:ext>
            </a:extLst>
          </p:cNvPr>
          <p:cNvSpPr>
            <a:spLocks noGrp="1"/>
          </p:cNvSpPr>
          <p:nvPr/>
        </p:nvSpPr>
        <p:spPr>
          <a:xfrm>
            <a:off x="13906500" y="2576513"/>
            <a:ext cx="428625" cy="953"/>
          </a:xfrm>
          <a:custGeom>
            <a:pathLst>
              <a:path w="428625" h="953">
                <a:moveTo>
                  <a:pt x="0" y="0"/>
                </a:moveTo>
                <a:lnTo>
                  <a:pt x="428625" y="0"/>
                </a:lnTo>
              </a:path>
            </a:pathLst>
          </a:custGeom>
          <a:noFill/>
          <a:ln w="10478">
            <a:solidFill>
              <a:srgbClr val="000000"/>
            </a:solidFill>
            <a:prstDash val="solid"/>
          </a:ln>
        </p:spPr>
      </p:sp>
      <p:sp>
        <p:nvSpPr>
          <p:cNvPr id="188" name="dp41-comparison / n159 / arrow">
            <a:extLst>
              <a:ext uri="{FF2B5EF4-FFF2-40B4-BE49-F238E27FC236}">
                <ns2:creationId id="{FC3949EB-D10D-4505-A1FE-C91C7DF1896A}"/>
              </a:ext>
            </a:extLst>
          </p:cNvPr>
          <p:cNvSpPr>
            <a:spLocks noGrp="1"/>
          </p:cNvSpPr>
          <p:nvPr/>
        </p:nvSpPr>
        <p:spPr>
          <a:xfrm>
            <a:off x="14268069"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9" name="dp41-comparison / n160">
            <a:extLst>
              <a:ext uri="{FF2B5EF4-FFF2-40B4-BE49-F238E27FC236}">
                <ns2:creationId id="{6D91B687-535F-4870-984E-BDA4D7667293}"/>
              </a:ext>
            </a:extLst>
          </p:cNvPr>
          <p:cNvSpPr>
            <a:spLocks noGrp="1"/>
          </p:cNvSpPr>
          <p:nvPr/>
        </p:nvSpPr>
        <p:spPr>
          <a:xfrm>
            <a:off x="9953625" y="2886075"/>
            <a:ext cx="2524125" cy="304800"/>
          </a:xfrm>
          <a:prstGeom prst="hexagon">
            <a:avLst/>
          </a:prstGeom>
          <a:solidFill>
            <a:srgbClr val="FFFFFF"/>
          </a:solidFill>
          <a:ln w="9525">
            <a:solidFill>
              <a:srgbClr val="000000"/>
            </a:solidFill>
            <a:prstDash val="solid"/>
          </a:ln>
        </p:spPr>
        <p:txBody>
          <a:bodyPr wrap="none" lIns="85725" tIns="28575" rIns="85725" bIns="0" anchor="t">
            <a:noAutofit/>
          </a:bodyPr>
          <a:lstStyle/>
          <a:p>
            <a:pPr algn="ctr">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클라우드 LLM</a:t>
            </a:r>
            <a:endParaRPr lang="ko-KR">
              <a:solidFill>
                <a:srgbClr val="000000"/>
              </a:solidFill>
              <a:latin typeface="Calibri"/>
              <a:ea typeface="Calibri"/>
              <a:cs typeface="Calibri"/>
            </a:endParaRPr>
          </a:p>
        </p:txBody>
      </p:sp>
      <p:sp>
        <p:nvSpPr>
          <p:cNvPr id="191" name="dp41-comparison / n166">
            <a:extLst>
              <a:ext uri="{FF2B5EF4-FFF2-40B4-BE49-F238E27FC236}">
                <ns2:creationId id="{FE0DC5EE-CEDF-43B7-8983-39622DA66959}"/>
              </a:ext>
            </a:extLst>
          </p:cNvPr>
          <p:cNvSpPr>
            <a:spLocks noGrp="1"/>
          </p:cNvSpPr>
          <p:nvPr/>
        </p:nvSpPr>
        <p:spPr>
          <a:xfrm>
            <a:off x="9763125" y="3619500"/>
            <a:ext cx="7953375" cy="2857500"/>
          </a:xfrm>
          <a:prstGeom prst="rect">
            <a:avLst/>
          </a:prstGeom>
          <a:solidFill>
            <a:srgbClr val="FFFFFF"/>
          </a:solidFill>
          <a:ln w="9525">
            <a:solidFill>
              <a:srgbClr val="000000"/>
            </a:solidFill>
            <a:prstDash val="solid"/>
          </a:ln>
        </p:spPr>
        <p:txBody>
          <a:bodyPr wrap="none" lIns="123825" tIns="95250" rIns="123825" bIns="2472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93" name="dp41-comparison / n170">
            <a:extLst>
              <a:ext uri="{FF2B5EF4-FFF2-40B4-BE49-F238E27FC236}">
                <ns2:creationId id="{257E0BFB-EE88-4D4E-A3D7-C5EE8FF89D09}"/>
              </a:ext>
            </a:extLst>
          </p:cNvPr>
          <p:cNvSpPr>
            <a:spLocks noGrp="1"/>
          </p:cNvSpPr>
          <p:nvPr/>
        </p:nvSpPr>
        <p:spPr>
          <a:xfrm>
            <a:off x="9953625" y="4019550"/>
            <a:ext cx="23336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요청 구조화기</a:t>
            </a:r>
            <a:endParaRPr lang="ko-KR">
              <a:solidFill>
                <a:srgbClr val="000000"/>
              </a:solidFill>
              <a:latin typeface="Calibri"/>
              <a:ea typeface="Calibri"/>
              <a:cs typeface="Calibri"/>
            </a:endParaRPr>
          </a:p>
        </p:txBody>
      </p:sp>
      <p:sp>
        <p:nvSpPr>
          <p:cNvPr id="195" name="dp41-comparison / n172 / path">
            <a:extLst>
              <a:ext uri="{FF2B5EF4-FFF2-40B4-BE49-F238E27FC236}">
                <ns2:creationId id="{1BF49D78-AB47-44EE-9358-81D870F5C950}"/>
              </a:ext>
            </a:extLst>
          </p:cNvPr>
          <p:cNvSpPr>
            <a:spLocks noGrp="1"/>
          </p:cNvSpPr>
          <p:nvPr/>
        </p:nvSpPr>
        <p:spPr>
          <a:xfrm>
            <a:off x="9810750" y="3038475"/>
            <a:ext cx="142875" cy="1171575"/>
          </a:xfrm>
          <a:custGeom>
            <a:pathLst>
              <a:path w="142875" h="1171575">
                <a:moveTo>
                  <a:pt x="142875" y="1171575"/>
                </a:moveTo>
                <a:lnTo>
                  <a:pt x="0" y="1171575"/>
                </a:lnTo>
                <a:lnTo>
                  <a:pt x="0" y="0"/>
                </a:lnTo>
                <a:lnTo>
                  <a:pt x="142875" y="0"/>
                </a:lnTo>
              </a:path>
            </a:pathLst>
          </a:custGeom>
          <a:noFill/>
          <a:ln w="10478">
            <a:solidFill>
              <a:srgbClr val="000000"/>
            </a:solidFill>
            <a:prstDash val="solid"/>
          </a:ln>
        </p:spPr>
      </p:sp>
      <p:sp>
        <p:nvSpPr>
          <p:cNvPr id="196" name="dp41-comparison / n172 / arrow">
            <a:extLst>
              <a:ext uri="{FF2B5EF4-FFF2-40B4-BE49-F238E27FC236}">
                <ns2:creationId id="{B7F91D1F-9D16-480F-9384-316F9DB0BCBB}"/>
              </a:ext>
            </a:extLst>
          </p:cNvPr>
          <p:cNvSpPr>
            <a:spLocks noGrp="1"/>
          </p:cNvSpPr>
          <p:nvPr/>
        </p:nvSpPr>
        <p:spPr>
          <a:xfrm>
            <a:off x="9886569" y="30049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97" name="dp41-comparison / n173 / path">
            <a:extLst>
              <a:ext uri="{FF2B5EF4-FFF2-40B4-BE49-F238E27FC236}">
                <ns2:creationId id="{06424E00-38C0-4A8A-A4F6-102C75D2B7D6}"/>
              </a:ext>
            </a:extLst>
          </p:cNvPr>
          <p:cNvSpPr>
            <a:spLocks noGrp="1"/>
          </p:cNvSpPr>
          <p:nvPr/>
        </p:nvSpPr>
        <p:spPr>
          <a:xfrm>
            <a:off x="9715500" y="3038475"/>
            <a:ext cx="238125" cy="1266825"/>
          </a:xfrm>
          <a:custGeom>
            <a:pathLst>
              <a:path w="238125" h="1266825">
                <a:moveTo>
                  <a:pt x="238125" y="0"/>
                </a:moveTo>
                <a:lnTo>
                  <a:pt x="0" y="0"/>
                </a:lnTo>
                <a:lnTo>
                  <a:pt x="0" y="1266825"/>
                </a:lnTo>
                <a:lnTo>
                  <a:pt x="238125" y="1266825"/>
                </a:lnTo>
              </a:path>
            </a:pathLst>
          </a:custGeom>
          <a:noFill/>
          <a:ln w="10478">
            <a:solidFill>
              <a:srgbClr val="000000"/>
            </a:solidFill>
            <a:prstDash val="dash"/>
          </a:ln>
        </p:spPr>
      </p:sp>
      <p:sp>
        <p:nvSpPr>
          <p:cNvPr id="198" name="dp41-comparison / n173 / arrow">
            <a:extLst>
              <a:ext uri="{FF2B5EF4-FFF2-40B4-BE49-F238E27FC236}">
                <ns2:creationId id="{CFD4D3F7-850E-41E4-9D22-E683D5F86FFB}"/>
              </a:ext>
            </a:extLst>
          </p:cNvPr>
          <p:cNvSpPr>
            <a:spLocks noGrp="1"/>
          </p:cNvSpPr>
          <p:nvPr/>
        </p:nvSpPr>
        <p:spPr>
          <a:xfrm>
            <a:off x="9886569" y="4271772"/>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99" name="dp41-comparison / n174">
            <a:extLst>
              <a:ext uri="{FF2B5EF4-FFF2-40B4-BE49-F238E27FC236}">
                <ns2:creationId id="{E31AD0A9-CD7F-462F-9945-092C5060E156}"/>
              </a:ext>
            </a:extLst>
          </p:cNvPr>
          <p:cNvSpPr>
            <a:spLocks noGrp="1"/>
          </p:cNvSpPr>
          <p:nvPr/>
        </p:nvSpPr>
        <p:spPr>
          <a:xfrm>
            <a:off x="12858750" y="3943350"/>
            <a:ext cx="4476750" cy="1857375"/>
          </a:xfrm>
          <a:prstGeom prst="roundRect">
            <a:avLst>
              <a:gd name="adj" fmla="val 4103"/>
            </a:avLst>
          </a:prstGeom>
          <a:solidFill>
            <a:srgbClr val="FFFFFF"/>
          </a:solidFill>
          <a:ln w="24765">
            <a:solidFill>
              <a:srgbClr val="B8753F"/>
            </a:solidFill>
            <a:prstDash val="solid"/>
          </a:ln>
        </p:spPr>
        <p:txBody>
          <a:bodyPr wrap="none" lIns="123825" tIns="95250" rIns="123825" bIns="1513523" anchor="t">
            <a:noAutofit/>
          </a:bodyPr>
          <a:lstStyle/>
          <a:p>
            <a:pPr algn="l">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Resolution Engine</a:t>
            </a:r>
            <a:endParaRPr lang="ko-KR">
              <a:solidFill>
                <a:srgbClr val="000000"/>
              </a:solidFill>
              <a:latin typeface="Calibri"/>
              <a:ea typeface="Calibri"/>
              <a:cs typeface="Calibri"/>
            </a:endParaRPr>
          </a:p>
        </p:txBody>
      </p:sp>
      <p:sp>
        <p:nvSpPr>
          <p:cNvPr id="201" name="dp41-comparison / n176">
            <a:extLst>
              <a:ext uri="{FF2B5EF4-FFF2-40B4-BE49-F238E27FC236}">
                <ns2:creationId id="{A7C44B0C-512C-4E84-B625-67CC4E7838B5}"/>
              </a:ext>
            </a:extLst>
          </p:cNvPr>
          <p:cNvSpPr>
            <a:spLocks noGrp="1"/>
          </p:cNvSpPr>
          <p:nvPr/>
        </p:nvSpPr>
        <p:spPr>
          <a:xfrm>
            <a:off x="13049250" y="4286250"/>
            <a:ext cx="1809750" cy="323850"/>
          </a:xfrm>
          <a:prstGeom prst="roundRect">
            <a:avLst>
              <a:gd name="adj" fmla="val 23529"/>
            </a:avLst>
          </a:prstGeom>
          <a:solidFill>
            <a:srgbClr val="FFF6DE"/>
          </a:solidFill>
          <a:ln w="17145">
            <a:solidFill>
              <a:srgbClr val="B8753F"/>
            </a:solidFill>
            <a:prstDash val="solid"/>
          </a:ln>
        </p:spPr>
        <p:txBody>
          <a:bodyPr wrap="none" lIns="85725" tIns="69056" rIns="85725" bIns="476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프레임 / 항목 검사기</a:t>
            </a:r>
            <a:endParaRPr lang="ko-KR">
              <a:solidFill>
                <a:srgbClr val="000000"/>
              </a:solidFill>
              <a:latin typeface="Calibri"/>
              <a:ea typeface="Calibri"/>
              <a:cs typeface="Calibri"/>
            </a:endParaRPr>
          </a:p>
        </p:txBody>
      </p:sp>
      <p:sp>
        <p:nvSpPr>
          <p:cNvPr id="203" name="dp41-comparison / n178">
            <a:extLst>
              <a:ext uri="{FF2B5EF4-FFF2-40B4-BE49-F238E27FC236}">
                <ns2:creationId id="{6914D8AB-C02F-49A6-8592-8D88CBD8D4AD}"/>
              </a:ext>
            </a:extLst>
          </p:cNvPr>
          <p:cNvSpPr>
            <a:spLocks noGrp="1"/>
          </p:cNvSpPr>
          <p:nvPr/>
        </p:nvSpPr>
        <p:spPr>
          <a:xfrm>
            <a:off x="15097125" y="4286250"/>
            <a:ext cx="2047875" cy="323850"/>
          </a:xfrm>
          <a:prstGeom prst="roundRect">
            <a:avLst>
              <a:gd name="adj" fmla="val 23529"/>
            </a:avLst>
          </a:prstGeom>
          <a:solidFill>
            <a:srgbClr val="FFF6DE"/>
          </a:solidFill>
          <a:ln w="17145">
            <a:solidFill>
              <a:srgbClr val="B8753F"/>
            </a:solidFill>
            <a:prstDash val="solid"/>
          </a:ln>
        </p:spPr>
        <p:txBody>
          <a:bodyPr wrap="none" lIns="85725" tIns="62865" rIns="85725" bIns="40005"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미해결 항목 처리기</a:t>
            </a:r>
            <a:endParaRPr lang="ko-KR">
              <a:solidFill>
                <a:srgbClr val="000000"/>
              </a:solidFill>
              <a:latin typeface="Calibri"/>
              <a:ea typeface="Calibri"/>
              <a:cs typeface="Calibri"/>
            </a:endParaRPr>
          </a:p>
        </p:txBody>
      </p:sp>
      <p:sp>
        <p:nvSpPr>
          <p:cNvPr id="205" name="dp41-comparison / n180">
            <a:extLst>
              <a:ext uri="{FF2B5EF4-FFF2-40B4-BE49-F238E27FC236}">
                <ns2:creationId id="{67E62E97-8ABD-412B-839F-8F468233B355}"/>
              </a:ext>
            </a:extLst>
          </p:cNvPr>
          <p:cNvSpPr>
            <a:spLocks noGrp="1"/>
          </p:cNvSpPr>
          <p:nvPr/>
        </p:nvSpPr>
        <p:spPr>
          <a:xfrm>
            <a:off x="13049250" y="4914900"/>
            <a:ext cx="1809750" cy="504825"/>
          </a:xfrm>
          <a:prstGeom prst="can">
            <a:avLst>
              <a:gd name="adj" fmla="val 20000"/>
            </a:avLst>
          </a:prstGeom>
          <a:solidFill>
            <a:srgbClr val="FFFFFF"/>
          </a:solidFill>
          <a:ln w="9525">
            <a:solidFill>
              <a:srgbClr val="000000"/>
            </a:solidFill>
            <a:prstDash val="solid"/>
          </a:ln>
        </p:spPr>
        <p:txBody>
          <a:bodyPr wrap="none" lIns="85725" tIns="161925" rIns="85725" bIns="121920"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항목별 해결 상태</a:t>
            </a:r>
            <a:endParaRPr lang="ko-KR">
              <a:solidFill>
                <a:srgbClr val="000000"/>
              </a:solidFill>
              <a:latin typeface="Calibri"/>
              <a:ea typeface="Calibri"/>
              <a:cs typeface="Calibri"/>
            </a:endParaRPr>
          </a:p>
        </p:txBody>
      </p:sp>
      <p:sp>
        <p:nvSpPr>
          <p:cNvPr id="207" name="dp41-comparison / n182">
            <a:extLst>
              <a:ext uri="{FF2B5EF4-FFF2-40B4-BE49-F238E27FC236}">
                <ns2:creationId id="{C1A1A1B3-1E06-4B74-965E-B4A2509A8890}"/>
              </a:ext>
            </a:extLst>
          </p:cNvPr>
          <p:cNvSpPr>
            <a:spLocks noGrp="1"/>
          </p:cNvSpPr>
          <p:nvPr/>
        </p:nvSpPr>
        <p:spPr>
          <a:xfrm>
            <a:off x="15097125" y="5172075"/>
            <a:ext cx="2047875" cy="323850"/>
          </a:xfrm>
          <a:prstGeom prst="roundRect">
            <a:avLst>
              <a:gd name="adj" fmla="val 23529"/>
            </a:avLst>
          </a:prstGeom>
          <a:solidFill>
            <a:srgbClr val="FFF6DE"/>
          </a:solidFill>
          <a:ln w="17145">
            <a:solidFill>
              <a:srgbClr val="B8753F"/>
            </a:solidFill>
            <a:prstDash val="solid"/>
          </a:ln>
        </p:spPr>
        <p:txBody>
          <a:bodyPr wrap="none" lIns="85725" tIns="62865" rIns="85725" bIns="40005"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관계 결합기</a:t>
            </a:r>
            <a:endParaRPr lang="ko-KR">
              <a:solidFill>
                <a:srgbClr val="000000"/>
              </a:solidFill>
              <a:latin typeface="Calibri"/>
              <a:ea typeface="Calibri"/>
              <a:cs typeface="Calibri"/>
            </a:endParaRPr>
          </a:p>
        </p:txBody>
      </p:sp>
      <p:sp>
        <p:nvSpPr>
          <p:cNvPr id="209" name="dp41-comparison / n184">
            <a:extLst>
              <a:ext uri="{FF2B5EF4-FFF2-40B4-BE49-F238E27FC236}">
                <ns2:creationId id="{3363A96A-F8EE-4E49-9B77-73C756ED876C}"/>
              </a:ext>
            </a:extLst>
          </p:cNvPr>
          <p:cNvSpPr>
            <a:spLocks noGrp="1"/>
          </p:cNvSpPr>
          <p:nvPr/>
        </p:nvSpPr>
        <p:spPr>
          <a:xfrm>
            <a:off x="15097125" y="6019800"/>
            <a:ext cx="2047875" cy="304800"/>
          </a:xfrm>
          <a:prstGeom prst="roundRect">
            <a:avLst>
              <a:gd name="adj" fmla="val 25000"/>
            </a:avLst>
          </a:prstGeom>
          <a:solidFill>
            <a:srgbClr val="FFFFFF"/>
          </a:solidFill>
          <a:ln w="9525">
            <a:solidFill>
              <a:srgbClr val="000000"/>
            </a:solidFill>
            <a:prstDash val="solid"/>
          </a:ln>
        </p:spPr>
        <p:txBody>
          <a:bodyPr wrap="none" lIns="85725" tIns="53340" rIns="85725" bIns="3048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211" name="dp41-comparison / n186">
            <a:extLst>
              <a:ext uri="{FF2B5EF4-FFF2-40B4-BE49-F238E27FC236}">
                <ns2:creationId id="{FC41BF9C-CAAD-4759-9B9B-AA8E9CF667A7}"/>
              </a:ext>
            </a:extLst>
          </p:cNvPr>
          <p:cNvSpPr>
            <a:spLocks noGrp="1"/>
          </p:cNvSpPr>
          <p:nvPr/>
        </p:nvSpPr>
        <p:spPr>
          <a:xfrm>
            <a:off x="12715875" y="6019800"/>
            <a:ext cx="2047875" cy="304800"/>
          </a:xfrm>
          <a:prstGeom prst="roundRect">
            <a:avLst>
              <a:gd name="adj" fmla="val 25000"/>
            </a:avLst>
          </a:prstGeom>
          <a:solidFill>
            <a:srgbClr val="FFFFFF"/>
          </a:solidFill>
          <a:ln w="9525">
            <a:solidFill>
              <a:srgbClr val="000000"/>
            </a:solidFill>
            <a:prstDash val="solid"/>
          </a:ln>
        </p:spPr>
        <p:txBody>
          <a:bodyPr wrap="none" lIns="85725" tIns="53340" rIns="85725" bIns="3048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213" name="dp41-comparison / n188 / path">
            <a:extLst>
              <a:ext uri="{FF2B5EF4-FFF2-40B4-BE49-F238E27FC236}">
                <ns2:creationId id="{E4DC6731-219A-4C7D-AD5A-CD395813C519}"/>
              </a:ext>
            </a:extLst>
          </p:cNvPr>
          <p:cNvSpPr>
            <a:spLocks noGrp="1"/>
          </p:cNvSpPr>
          <p:nvPr/>
        </p:nvSpPr>
        <p:spPr>
          <a:xfrm>
            <a:off x="12287250" y="4162425"/>
            <a:ext cx="762000" cy="285750"/>
          </a:xfrm>
          <a:custGeom>
            <a:pathLst>
              <a:path w="762000" h="285750">
                <a:moveTo>
                  <a:pt x="0" y="0"/>
                </a:moveTo>
                <a:lnTo>
                  <a:pt x="333375" y="0"/>
                </a:lnTo>
                <a:lnTo>
                  <a:pt x="333375" y="285750"/>
                </a:lnTo>
                <a:lnTo>
                  <a:pt x="762000" y="285750"/>
                </a:lnTo>
              </a:path>
            </a:pathLst>
          </a:custGeom>
          <a:noFill/>
          <a:ln w="10478">
            <a:solidFill>
              <a:srgbClr val="000000"/>
            </a:solidFill>
            <a:prstDash val="solid"/>
          </a:ln>
        </p:spPr>
      </p:sp>
      <p:sp>
        <p:nvSpPr>
          <p:cNvPr id="214" name="dp41-comparison / n188 / arrow">
            <a:extLst>
              <a:ext uri="{FF2B5EF4-FFF2-40B4-BE49-F238E27FC236}">
                <ns2:creationId id="{A7FA58F5-C37C-41BD-A291-82F7393AF977}"/>
              </a:ext>
            </a:extLst>
          </p:cNvPr>
          <p:cNvSpPr>
            <a:spLocks noGrp="1"/>
          </p:cNvSpPr>
          <p:nvPr/>
        </p:nvSpPr>
        <p:spPr>
          <a:xfrm>
            <a:off x="12982194" y="4414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15" name="dp41-comparison / n189 / path">
            <a:extLst>
              <a:ext uri="{FF2B5EF4-FFF2-40B4-BE49-F238E27FC236}">
                <ns2:creationId id="{9835367E-FC50-406A-A458-169F8955D7F4}"/>
              </a:ext>
            </a:extLst>
          </p:cNvPr>
          <p:cNvSpPr>
            <a:spLocks noGrp="1"/>
          </p:cNvSpPr>
          <p:nvPr/>
        </p:nvSpPr>
        <p:spPr>
          <a:xfrm>
            <a:off x="14859000" y="4448175"/>
            <a:ext cx="238125" cy="953"/>
          </a:xfrm>
          <a:custGeom>
            <a:pathLst>
              <a:path w="238125" h="953">
                <a:moveTo>
                  <a:pt x="0" y="0"/>
                </a:moveTo>
                <a:lnTo>
                  <a:pt x="238125" y="0"/>
                </a:lnTo>
              </a:path>
            </a:pathLst>
          </a:custGeom>
          <a:noFill/>
          <a:ln w="10478">
            <a:solidFill>
              <a:srgbClr val="B8753F"/>
            </a:solidFill>
            <a:prstDash val="solid"/>
          </a:ln>
        </p:spPr>
      </p:sp>
      <p:sp>
        <p:nvSpPr>
          <p:cNvPr id="216" name="dp41-comparison / n189 / arrow">
            <a:extLst>
              <a:ext uri="{FF2B5EF4-FFF2-40B4-BE49-F238E27FC236}">
                <ns2:creationId id="{6AF64307-8BDB-4047-B47A-80DA45C2F5C4}"/>
              </a:ext>
            </a:extLst>
          </p:cNvPr>
          <p:cNvSpPr>
            <a:spLocks noGrp="1"/>
          </p:cNvSpPr>
          <p:nvPr/>
        </p:nvSpPr>
        <p:spPr>
          <a:xfrm>
            <a:off x="15030069" y="44146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17" name="dp41-comparison / n190 / path">
            <a:extLst>
              <a:ext uri="{FF2B5EF4-FFF2-40B4-BE49-F238E27FC236}">
                <ns2:creationId id="{34625C49-A6CD-4D48-AD51-151DB249CC11}"/>
              </a:ext>
            </a:extLst>
          </p:cNvPr>
          <p:cNvSpPr>
            <a:spLocks noGrp="1"/>
          </p:cNvSpPr>
          <p:nvPr/>
        </p:nvSpPr>
        <p:spPr>
          <a:xfrm>
            <a:off x="17145000" y="4448175"/>
            <a:ext cx="428625" cy="1724025"/>
          </a:xfrm>
          <a:custGeom>
            <a:pathLst>
              <a:path w="428625" h="1724025">
                <a:moveTo>
                  <a:pt x="0" y="0"/>
                </a:moveTo>
                <a:lnTo>
                  <a:pt x="428625" y="0"/>
                </a:lnTo>
                <a:lnTo>
                  <a:pt x="428625" y="1724025"/>
                </a:lnTo>
                <a:lnTo>
                  <a:pt x="0" y="1724025"/>
                </a:lnTo>
              </a:path>
            </a:pathLst>
          </a:custGeom>
          <a:noFill/>
          <a:ln w="10478">
            <a:solidFill>
              <a:srgbClr val="B8753F"/>
            </a:solidFill>
            <a:prstDash val="solid"/>
          </a:ln>
        </p:spPr>
      </p:sp>
      <p:sp>
        <p:nvSpPr>
          <p:cNvPr id="218" name="dp41-comparison / n190 / arrow">
            <a:extLst>
              <a:ext uri="{FF2B5EF4-FFF2-40B4-BE49-F238E27FC236}">
                <ns2:creationId id="{AC131683-B0DE-4147-899C-6DB42C0DC693}"/>
              </a:ext>
            </a:extLst>
          </p:cNvPr>
          <p:cNvSpPr>
            <a:spLocks noGrp="1"/>
          </p:cNvSpPr>
          <p:nvPr/>
        </p:nvSpPr>
        <p:spPr>
          <a:xfrm>
            <a:off x="17145000" y="613867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9" name="dp41-comparison / n195 / path">
            <a:extLst>
              <a:ext uri="{FF2B5EF4-FFF2-40B4-BE49-F238E27FC236}">
                <ns2:creationId id="{276DA3F2-3C1F-4AB5-AEDC-A5FE56FF67EE}"/>
              </a:ext>
            </a:extLst>
          </p:cNvPr>
          <p:cNvSpPr>
            <a:spLocks noGrp="1"/>
          </p:cNvSpPr>
          <p:nvPr/>
        </p:nvSpPr>
        <p:spPr>
          <a:xfrm>
            <a:off x="12573000" y="5167313"/>
            <a:ext cx="2524125" cy="1281113"/>
          </a:xfrm>
          <a:custGeom>
            <a:pathLst>
              <a:path w="2524125" h="1281113">
                <a:moveTo>
                  <a:pt x="2524125" y="1004888"/>
                </a:moveTo>
                <a:lnTo>
                  <a:pt x="2362200" y="1004888"/>
                </a:lnTo>
                <a:lnTo>
                  <a:pt x="2362200" y="1281113"/>
                </a:lnTo>
                <a:lnTo>
                  <a:pt x="0" y="1281113"/>
                </a:lnTo>
                <a:lnTo>
                  <a:pt x="0" y="0"/>
                </a:lnTo>
                <a:lnTo>
                  <a:pt x="476250" y="0"/>
                </a:lnTo>
              </a:path>
            </a:pathLst>
          </a:custGeom>
          <a:noFill/>
          <a:ln w="10478">
            <a:solidFill>
              <a:srgbClr val="B8753F"/>
            </a:solidFill>
            <a:prstDash val="dash"/>
          </a:ln>
        </p:spPr>
      </p:sp>
      <p:sp>
        <p:nvSpPr>
          <p:cNvPr id="220" name="dp41-comparison / n195 / arrow">
            <a:extLst>
              <a:ext uri="{FF2B5EF4-FFF2-40B4-BE49-F238E27FC236}">
                <ns2:creationId id="{57D64A3A-A7C8-4667-ACFC-AA3C5D4E3F2B}"/>
              </a:ext>
            </a:extLst>
          </p:cNvPr>
          <p:cNvSpPr>
            <a:spLocks noGrp="1"/>
          </p:cNvSpPr>
          <p:nvPr/>
        </p:nvSpPr>
        <p:spPr>
          <a:xfrm>
            <a:off x="12982194" y="51337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1" name="dp41-comparison / n196 / text 1">
            <a:extLst>
              <a:ext uri="{FF2B5EF4-FFF2-40B4-BE49-F238E27FC236}">
                <ns2:creationId id="{1E74DBAE-DEE0-4451-9C48-ED0289604B69}"/>
              </a:ext>
            </a:extLst>
          </p:cNvPr>
          <p:cNvSpPr>
            <a:spLocks noGrp="1"/>
          </p:cNvSpPr>
          <p:nvPr/>
        </p:nvSpPr>
        <p:spPr>
          <a:xfrm>
            <a:off x="15097125" y="6362700"/>
            <a:ext cx="2333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③ 조회 결과를 해결 상태에 반영</a:t>
            </a:r>
            <a:endParaRPr lang="ko-KR">
              <a:solidFill>
                <a:srgbClr val="000000"/>
              </a:solidFill>
              <a:latin typeface="Calibri"/>
              <a:ea typeface="Calibri"/>
              <a:cs typeface="Calibri"/>
            </a:endParaRPr>
          </a:p>
        </p:txBody>
      </p:sp>
      <p:sp>
        <p:nvSpPr>
          <p:cNvPr id="222" name="dp41-comparison / n197 / path">
            <a:extLst>
              <a:ext uri="{FF2B5EF4-FFF2-40B4-BE49-F238E27FC236}">
                <ns2:creationId id="{F36F4548-B153-4E83-A027-BB4B10A9BFE0}"/>
              </a:ext>
            </a:extLst>
          </p:cNvPr>
          <p:cNvSpPr>
            <a:spLocks noGrp="1"/>
          </p:cNvSpPr>
          <p:nvPr/>
        </p:nvSpPr>
        <p:spPr>
          <a:xfrm>
            <a:off x="13716000" y="4610100"/>
            <a:ext cx="953" cy="304800"/>
          </a:xfrm>
          <a:custGeom>
            <a:pathLst>
              <a:path w="953" h="304800">
                <a:moveTo>
                  <a:pt x="0" y="0"/>
                </a:moveTo>
                <a:lnTo>
                  <a:pt x="0" y="304800"/>
                </a:lnTo>
              </a:path>
            </a:pathLst>
          </a:custGeom>
          <a:noFill/>
          <a:ln w="10478">
            <a:solidFill>
              <a:srgbClr val="B8753F"/>
            </a:solidFill>
            <a:prstDash val="solid"/>
          </a:ln>
        </p:spPr>
      </p:sp>
      <p:sp>
        <p:nvSpPr>
          <p:cNvPr id="223" name="dp41-comparison / n197 / arrow">
            <a:extLst>
              <a:ext uri="{FF2B5EF4-FFF2-40B4-BE49-F238E27FC236}">
                <ns2:creationId id="{D69BF9E3-C965-443C-BEF6-8A49B5C8FFBD}"/>
              </a:ext>
            </a:extLst>
          </p:cNvPr>
          <p:cNvSpPr>
            <a:spLocks noGrp="1"/>
          </p:cNvSpPr>
          <p:nvPr/>
        </p:nvSpPr>
        <p:spPr>
          <a:xfrm>
            <a:off x="13682472" y="48478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24" name="dp41-comparison / n198 / path">
            <a:extLst>
              <a:ext uri="{FF2B5EF4-FFF2-40B4-BE49-F238E27FC236}">
                <ns2:creationId id="{FD868A5D-500D-42C7-8F1C-ADD8C6664AC2}"/>
              </a:ext>
            </a:extLst>
          </p:cNvPr>
          <p:cNvSpPr>
            <a:spLocks noGrp="1"/>
          </p:cNvSpPr>
          <p:nvPr/>
        </p:nvSpPr>
        <p:spPr>
          <a:xfrm>
            <a:off x="14192250" y="4610100"/>
            <a:ext cx="953" cy="304800"/>
          </a:xfrm>
          <a:custGeom>
            <a:pathLst>
              <a:path w="953" h="304800">
                <a:moveTo>
                  <a:pt x="0" y="304800"/>
                </a:moveTo>
                <a:lnTo>
                  <a:pt x="0" y="0"/>
                </a:lnTo>
              </a:path>
            </a:pathLst>
          </a:custGeom>
          <a:noFill/>
          <a:ln w="10478">
            <a:solidFill>
              <a:srgbClr val="B8753F"/>
            </a:solidFill>
            <a:prstDash val="solid"/>
          </a:ln>
        </p:spPr>
      </p:sp>
      <p:sp>
        <p:nvSpPr>
          <p:cNvPr id="225" name="dp41-comparison / n198 / arrow">
            <a:extLst>
              <a:ext uri="{FF2B5EF4-FFF2-40B4-BE49-F238E27FC236}">
                <ns2:creationId id="{90AA2258-3889-4E48-93B3-F162855936BF}"/>
              </a:ext>
            </a:extLst>
          </p:cNvPr>
          <p:cNvSpPr>
            <a:spLocks noGrp="1"/>
          </p:cNvSpPr>
          <p:nvPr/>
        </p:nvSpPr>
        <p:spPr>
          <a:xfrm>
            <a:off x="14158722" y="46101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26" name="dp41-comparison / n201 / path">
            <a:extLst>
              <a:ext uri="{FF2B5EF4-FFF2-40B4-BE49-F238E27FC236}">
                <ns2:creationId id="{D8E25140-4782-4E17-81EC-FD62D534C235}"/>
              </a:ext>
            </a:extLst>
          </p:cNvPr>
          <p:cNvSpPr>
            <a:spLocks noGrp="1"/>
          </p:cNvSpPr>
          <p:nvPr/>
        </p:nvSpPr>
        <p:spPr>
          <a:xfrm>
            <a:off x="14859000" y="5167313"/>
            <a:ext cx="238125" cy="166688"/>
          </a:xfrm>
          <a:custGeom>
            <a:pathLst>
              <a:path w="238125" h="166688">
                <a:moveTo>
                  <a:pt x="0" y="0"/>
                </a:moveTo>
                <a:lnTo>
                  <a:pt x="114300" y="0"/>
                </a:lnTo>
                <a:lnTo>
                  <a:pt x="114300" y="166688"/>
                </a:lnTo>
                <a:lnTo>
                  <a:pt x="238125" y="166688"/>
                </a:lnTo>
              </a:path>
            </a:pathLst>
          </a:custGeom>
          <a:noFill/>
          <a:ln w="10478">
            <a:solidFill>
              <a:srgbClr val="B8753F"/>
            </a:solidFill>
            <a:prstDash val="solid"/>
          </a:ln>
        </p:spPr>
      </p:sp>
      <p:sp>
        <p:nvSpPr>
          <p:cNvPr id="227" name="dp41-comparison / n201 / arrow">
            <a:extLst>
              <a:ext uri="{FF2B5EF4-FFF2-40B4-BE49-F238E27FC236}">
                <ns2:creationId id="{2E1B8FD5-3D46-4385-B468-611781882607}"/>
              </a:ext>
            </a:extLst>
          </p:cNvPr>
          <p:cNvSpPr>
            <a:spLocks noGrp="1"/>
          </p:cNvSpPr>
          <p:nvPr/>
        </p:nvSpPr>
        <p:spPr>
          <a:xfrm>
            <a:off x="15030069" y="530047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8" name="dp41-comparison / n204 / path">
            <a:extLst>
              <a:ext uri="{FF2B5EF4-FFF2-40B4-BE49-F238E27FC236}">
                <ns2:creationId id="{4502DD10-6E7A-4E3F-816D-F868AEA61DB9}"/>
              </a:ext>
            </a:extLst>
          </p:cNvPr>
          <p:cNvSpPr>
            <a:spLocks noGrp="1"/>
          </p:cNvSpPr>
          <p:nvPr/>
        </p:nvSpPr>
        <p:spPr>
          <a:xfrm>
            <a:off x="13739813" y="5495925"/>
            <a:ext cx="2381250" cy="523875"/>
          </a:xfrm>
          <a:custGeom>
            <a:pathLst>
              <a:path w="2381250" h="523875">
                <a:moveTo>
                  <a:pt x="2381250" y="0"/>
                </a:moveTo>
                <a:lnTo>
                  <a:pt x="2381250" y="428625"/>
                </a:lnTo>
                <a:lnTo>
                  <a:pt x="0" y="428625"/>
                </a:lnTo>
                <a:lnTo>
                  <a:pt x="0" y="523875"/>
                </a:lnTo>
              </a:path>
            </a:pathLst>
          </a:custGeom>
          <a:noFill/>
          <a:ln w="10478">
            <a:solidFill>
              <a:srgbClr val="B8753F"/>
            </a:solidFill>
            <a:prstDash val="solid"/>
          </a:ln>
        </p:spPr>
      </p:sp>
      <p:sp>
        <p:nvSpPr>
          <p:cNvPr id="229" name="dp41-comparison / n204 / arrow">
            <a:extLst>
              <a:ext uri="{FF2B5EF4-FFF2-40B4-BE49-F238E27FC236}">
                <ns2:creationId id="{F85A848F-863E-43CA-923D-343EFB72F541}"/>
              </a:ext>
            </a:extLst>
          </p:cNvPr>
          <p:cNvSpPr>
            <a:spLocks noGrp="1"/>
          </p:cNvSpPr>
          <p:nvPr/>
        </p:nvSpPr>
        <p:spPr>
          <a:xfrm>
            <a:off x="13706285" y="59527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30" name="dp41-comparison / n207 / path">
            <a:extLst>
              <a:ext uri="{FF2B5EF4-FFF2-40B4-BE49-F238E27FC236}">
                <ns2:creationId id="{3A535FB7-A10C-4597-9A69-D4FED3E93F14}"/>
              </a:ext>
            </a:extLst>
          </p:cNvPr>
          <p:cNvSpPr>
            <a:spLocks noGrp="1"/>
          </p:cNvSpPr>
          <p:nvPr/>
        </p:nvSpPr>
        <p:spPr>
          <a:xfrm>
            <a:off x="12287250" y="3857625"/>
            <a:ext cx="5219700" cy="590550"/>
          </a:xfrm>
          <a:custGeom>
            <a:pathLst>
              <a:path w="5219700" h="590550">
                <a:moveTo>
                  <a:pt x="4857750" y="590550"/>
                </a:moveTo>
                <a:lnTo>
                  <a:pt x="5219700" y="590550"/>
                </a:lnTo>
                <a:lnTo>
                  <a:pt x="5219700" y="0"/>
                </a:lnTo>
                <a:lnTo>
                  <a:pt x="190500" y="0"/>
                </a:lnTo>
                <a:lnTo>
                  <a:pt x="190500" y="447675"/>
                </a:lnTo>
                <a:lnTo>
                  <a:pt x="0" y="447675"/>
                </a:lnTo>
              </a:path>
            </a:pathLst>
          </a:custGeom>
          <a:noFill/>
          <a:ln w="10478">
            <a:solidFill>
              <a:srgbClr val="000000"/>
            </a:solidFill>
            <a:prstDash val="solid"/>
          </a:ln>
        </p:spPr>
      </p:sp>
      <p:sp>
        <p:nvSpPr>
          <p:cNvPr id="231" name="dp41-comparison / n207 / arrow">
            <a:extLst>
              <a:ext uri="{FF2B5EF4-FFF2-40B4-BE49-F238E27FC236}">
                <ns2:creationId id="{D5A7BF88-CCDB-4F96-ADBB-9733C59B021A}"/>
              </a:ext>
            </a:extLst>
          </p:cNvPr>
          <p:cNvSpPr>
            <a:spLocks noGrp="1"/>
          </p:cNvSpPr>
          <p:nvPr/>
        </p:nvSpPr>
        <p:spPr>
          <a:xfrm>
            <a:off x="12287250" y="42717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32" name="dp41-comparison / n216 / path">
            <a:extLst>
              <a:ext uri="{FF2B5EF4-FFF2-40B4-BE49-F238E27FC236}">
                <ns2:creationId id="{661BCBD3-8906-4150-A945-DBE01D6135B6}"/>
              </a:ext>
            </a:extLst>
          </p:cNvPr>
          <p:cNvSpPr>
            <a:spLocks noGrp="1"/>
          </p:cNvSpPr>
          <p:nvPr/>
        </p:nvSpPr>
        <p:spPr>
          <a:xfrm>
            <a:off x="12168188" y="2743200"/>
            <a:ext cx="5472113" cy="1276350"/>
          </a:xfrm>
          <a:custGeom>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a:ln w="10478">
            <a:solidFill>
              <a:srgbClr val="000000"/>
            </a:solidFill>
            <a:prstDash val="solid"/>
          </a:ln>
        </p:spPr>
      </p:sp>
      <p:sp>
        <p:nvSpPr>
          <p:cNvPr id="233" name="dp41-comparison / n216 / arrow">
            <a:extLst>
              <a:ext uri="{FF2B5EF4-FFF2-40B4-BE49-F238E27FC236}">
                <ns2:creationId id="{26FE966C-956F-44EC-94C9-6F1732FD98E9}"/>
              </a:ext>
            </a:extLst>
          </p:cNvPr>
          <p:cNvSpPr>
            <a:spLocks noGrp="1"/>
          </p:cNvSpPr>
          <p:nvPr/>
        </p:nvSpPr>
        <p:spPr>
          <a:xfrm>
            <a:off x="12134660" y="39524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34" name="dp41-comparison / n217">
            <a:extLst>
              <a:ext uri="{FF2B5EF4-FFF2-40B4-BE49-F238E27FC236}">
                <ns2:creationId id="{3D9DCF0C-5246-4934-8FBA-504F68AECF1C}"/>
              </a:ext>
            </a:extLst>
          </p:cNvPr>
          <p:cNvSpPr>
            <a:spLocks noGrp="1"/>
          </p:cNvSpPr>
          <p:nvPr/>
        </p:nvSpPr>
        <p:spPr>
          <a:xfrm>
            <a:off x="12649200"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36" name="dp41-comparison / n219 / path">
            <a:extLst>
              <a:ext uri="{FF2B5EF4-FFF2-40B4-BE49-F238E27FC236}">
                <ns2:creationId id="{62B72B2E-4563-4CF5-8CC6-8D7B0E7EA04E}"/>
              </a:ext>
            </a:extLst>
          </p:cNvPr>
          <p:cNvSpPr>
            <a:spLocks noGrp="1"/>
          </p:cNvSpPr>
          <p:nvPr/>
        </p:nvSpPr>
        <p:spPr>
          <a:xfrm>
            <a:off x="13744575" y="6105525"/>
            <a:ext cx="4010025" cy="542925"/>
          </a:xfrm>
          <a:custGeom>
            <a:pathLst>
              <a:path w="4010025" h="542925">
                <a:moveTo>
                  <a:pt x="3400425" y="0"/>
                </a:moveTo>
                <a:lnTo>
                  <a:pt x="4010025" y="0"/>
                </a:lnTo>
                <a:lnTo>
                  <a:pt x="4010025" y="438150"/>
                </a:lnTo>
                <a:lnTo>
                  <a:pt x="0" y="438150"/>
                </a:lnTo>
                <a:lnTo>
                  <a:pt x="0" y="542925"/>
                </a:lnTo>
              </a:path>
            </a:pathLst>
          </a:custGeom>
          <a:noFill/>
          <a:ln w="10478">
            <a:solidFill>
              <a:srgbClr val="000000"/>
            </a:solidFill>
            <a:prstDash val="solid"/>
          </a:ln>
        </p:spPr>
      </p:sp>
      <p:sp>
        <p:nvSpPr>
          <p:cNvPr id="237" name="dp41-comparison / n219 / arrow">
            <a:extLst>
              <a:ext uri="{FF2B5EF4-FFF2-40B4-BE49-F238E27FC236}">
                <ns2:creationId id="{99A11440-F007-4084-8977-222BF897727B}"/>
              </a:ext>
            </a:extLst>
          </p:cNvPr>
          <p:cNvSpPr>
            <a:spLocks noGrp="1"/>
          </p:cNvSpPr>
          <p:nvPr/>
        </p:nvSpPr>
        <p:spPr>
          <a:xfrm>
            <a:off x="13711047"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38" name="dp41-comparison / n220 / path">
            <a:extLst>
              <a:ext uri="{FF2B5EF4-FFF2-40B4-BE49-F238E27FC236}">
                <ns2:creationId id="{29AC7DAD-0790-4709-A7DE-74B394B1AC84}"/>
              </a:ext>
            </a:extLst>
          </p:cNvPr>
          <p:cNvSpPr>
            <a:spLocks noGrp="1"/>
          </p:cNvSpPr>
          <p:nvPr/>
        </p:nvSpPr>
        <p:spPr>
          <a:xfrm>
            <a:off x="13830300" y="6248400"/>
            <a:ext cx="3848100" cy="400050"/>
          </a:xfrm>
          <a:custGeom>
            <a:pathLst>
              <a:path w="3848100" h="400050">
                <a:moveTo>
                  <a:pt x="0" y="400050"/>
                </a:moveTo>
                <a:lnTo>
                  <a:pt x="0" y="342900"/>
                </a:lnTo>
                <a:lnTo>
                  <a:pt x="3848100" y="342900"/>
                </a:lnTo>
                <a:lnTo>
                  <a:pt x="3848100" y="0"/>
                </a:lnTo>
                <a:lnTo>
                  <a:pt x="3314700" y="0"/>
                </a:lnTo>
              </a:path>
            </a:pathLst>
          </a:custGeom>
          <a:noFill/>
          <a:ln w="10478">
            <a:solidFill>
              <a:srgbClr val="000000"/>
            </a:solidFill>
            <a:prstDash val="dash"/>
          </a:ln>
        </p:spPr>
      </p:sp>
      <p:sp>
        <p:nvSpPr>
          <p:cNvPr id="239" name="dp41-comparison / n220 / arrow">
            <a:extLst>
              <a:ext uri="{FF2B5EF4-FFF2-40B4-BE49-F238E27FC236}">
                <ns2:creationId id="{FCA9F086-D60D-4DF8-9EF0-74E4E6279F76}"/>
              </a:ext>
            </a:extLst>
          </p:cNvPr>
          <p:cNvSpPr>
            <a:spLocks noGrp="1"/>
          </p:cNvSpPr>
          <p:nvPr/>
        </p:nvSpPr>
        <p:spPr>
          <a:xfrm>
            <a:off x="17145000" y="62148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0" name="dp41-comparison / n221">
            <a:extLst>
              <a:ext uri="{FF2B5EF4-FFF2-40B4-BE49-F238E27FC236}">
                <ns2:creationId id="{4C48A42D-8663-4984-8366-AEB72B5BEBB0}"/>
              </a:ext>
            </a:extLst>
          </p:cNvPr>
          <p:cNvSpPr>
            <a:spLocks noGrp="1"/>
          </p:cNvSpPr>
          <p:nvPr/>
        </p:nvSpPr>
        <p:spPr>
          <a:xfrm>
            <a:off x="15382875"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242" name="dp41-comparison / n223 / path">
            <a:extLst>
              <a:ext uri="{FF2B5EF4-FFF2-40B4-BE49-F238E27FC236}">
                <ns2:creationId id="{A187C130-70CD-4EC7-A802-CF132FA09A6C}"/>
              </a:ext>
            </a:extLst>
          </p:cNvPr>
          <p:cNvSpPr>
            <a:spLocks noGrp="1"/>
          </p:cNvSpPr>
          <p:nvPr/>
        </p:nvSpPr>
        <p:spPr>
          <a:xfrm>
            <a:off x="16478250" y="6105525"/>
            <a:ext cx="1276350" cy="542925"/>
          </a:xfrm>
          <a:custGeom>
            <a:pathLst>
              <a:path w="1276350" h="542925">
                <a:moveTo>
                  <a:pt x="666750" y="0"/>
                </a:moveTo>
                <a:lnTo>
                  <a:pt x="1276350" y="0"/>
                </a:lnTo>
                <a:lnTo>
                  <a:pt x="1276350" y="438150"/>
                </a:lnTo>
                <a:lnTo>
                  <a:pt x="0" y="438150"/>
                </a:lnTo>
                <a:lnTo>
                  <a:pt x="0" y="542925"/>
                </a:lnTo>
              </a:path>
            </a:pathLst>
          </a:custGeom>
          <a:noFill/>
          <a:ln w="10478">
            <a:solidFill>
              <a:srgbClr val="000000"/>
            </a:solidFill>
            <a:prstDash val="solid"/>
          </a:ln>
        </p:spPr>
      </p:sp>
      <p:sp>
        <p:nvSpPr>
          <p:cNvPr id="243" name="dp41-comparison / n223 / arrow">
            <a:extLst>
              <a:ext uri="{FF2B5EF4-FFF2-40B4-BE49-F238E27FC236}">
                <ns2:creationId id="{4CB4E792-5968-4512-AE29-F6D4B6891710}"/>
              </a:ext>
            </a:extLst>
          </p:cNvPr>
          <p:cNvSpPr>
            <a:spLocks noGrp="1"/>
          </p:cNvSpPr>
          <p:nvPr/>
        </p:nvSpPr>
        <p:spPr>
          <a:xfrm>
            <a:off x="16444722"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44" name="dp41-comparison / n224 / path">
            <a:extLst>
              <a:ext uri="{FF2B5EF4-FFF2-40B4-BE49-F238E27FC236}">
                <ns2:creationId id="{B6730A7E-14AA-4EAD-932E-B24A2F36E5E7}"/>
              </a:ext>
            </a:extLst>
          </p:cNvPr>
          <p:cNvSpPr>
            <a:spLocks noGrp="1"/>
          </p:cNvSpPr>
          <p:nvPr/>
        </p:nvSpPr>
        <p:spPr>
          <a:xfrm>
            <a:off x="16563975" y="6248400"/>
            <a:ext cx="1114425" cy="400050"/>
          </a:xfrm>
          <a:custGeom>
            <a:pathLst>
              <a:path w="1114425" h="400050">
                <a:moveTo>
                  <a:pt x="0" y="400050"/>
                </a:moveTo>
                <a:lnTo>
                  <a:pt x="0" y="342900"/>
                </a:lnTo>
                <a:lnTo>
                  <a:pt x="1114425" y="342900"/>
                </a:lnTo>
                <a:lnTo>
                  <a:pt x="1114425" y="0"/>
                </a:lnTo>
                <a:lnTo>
                  <a:pt x="581025" y="0"/>
                </a:lnTo>
              </a:path>
            </a:pathLst>
          </a:custGeom>
          <a:noFill/>
          <a:ln w="10478">
            <a:solidFill>
              <a:srgbClr val="000000"/>
            </a:solidFill>
            <a:prstDash val="dash"/>
          </a:ln>
        </p:spPr>
      </p:sp>
      <p:sp>
        <p:nvSpPr>
          <p:cNvPr id="245" name="dp41-comparison / n224 / arrow">
            <a:extLst>
              <a:ext uri="{FF2B5EF4-FFF2-40B4-BE49-F238E27FC236}">
                <ns2:creationId id="{A3CFD3A8-818F-4C8D-81C0-9F0917DE86B2}"/>
              </a:ext>
            </a:extLst>
          </p:cNvPr>
          <p:cNvSpPr>
            <a:spLocks noGrp="1"/>
          </p:cNvSpPr>
          <p:nvPr/>
        </p:nvSpPr>
        <p:spPr>
          <a:xfrm>
            <a:off x="17145000" y="62148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6" name="dp41-comparison / n227 / path">
            <a:extLst>
              <a:ext uri="{FF2B5EF4-FFF2-40B4-BE49-F238E27FC236}">
                <ns2:creationId id="{2D9FE99B-A878-4894-8D83-FF7C4D508294}"/>
              </a:ext>
            </a:extLst>
          </p:cNvPr>
          <p:cNvSpPr>
            <a:spLocks noGrp="1"/>
          </p:cNvSpPr>
          <p:nvPr/>
        </p:nvSpPr>
        <p:spPr>
          <a:xfrm>
            <a:off x="9763125" y="7067550"/>
            <a:ext cx="7953375" cy="953"/>
          </a:xfrm>
          <a:custGeom>
            <a:pathLst>
              <a:path w="7953375" h="953">
                <a:moveTo>
                  <a:pt x="0" y="0"/>
                </a:moveTo>
                <a:lnTo>
                  <a:pt x="7953375" y="0"/>
                </a:lnTo>
              </a:path>
            </a:pathLst>
          </a:custGeom>
          <a:noFill/>
          <a:ln w="10478">
            <a:solidFill>
              <a:srgbClr val="000000"/>
            </a:solidFill>
            <a:prstDash val="solid"/>
          </a:ln>
        </p:spPr>
      </p:sp>
      <p:sp>
        <p:nvSpPr>
          <p:cNvPr id="247" name="dp41-comparison / n230">
            <a:extLst>
              <a:ext uri="{FF2B5EF4-FFF2-40B4-BE49-F238E27FC236}">
                <ns2:creationId id="{3367DBC4-3CCC-42AE-B4DF-7946AC92940A}"/>
              </a:ext>
            </a:extLst>
          </p:cNvPr>
          <p:cNvSpPr>
            <a:spLocks noGrp="1"/>
          </p:cNvSpPr>
          <p:nvPr/>
        </p:nvSpPr>
        <p:spPr>
          <a:xfrm>
            <a:off x="9858375" y="7362825"/>
            <a:ext cx="161925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RequestFrame</a:t>
            </a:r>
            <a:endParaRPr lang="ko-KR">
              <a:solidFill>
                <a:srgbClr val="000000"/>
              </a:solidFill>
              <a:latin typeface="Calibri"/>
              <a:ea typeface="Calibri"/>
              <a:cs typeface="Calibri"/>
            </a:endParaRPr>
          </a:p>
        </p:txBody>
      </p:sp>
      <p:sp>
        <p:nvSpPr>
          <p:cNvPr id="249" name="dp41-comparison / n232">
            <a:extLst>
              <a:ext uri="{FF2B5EF4-FFF2-40B4-BE49-F238E27FC236}">
                <ns2:creationId id="{13F82E66-5501-42BF-9C31-8F521E824A9D}"/>
              </a:ext>
            </a:extLst>
          </p:cNvPr>
          <p:cNvSpPr>
            <a:spLocks noGrp="1"/>
          </p:cNvSpPr>
          <p:nvPr/>
        </p:nvSpPr>
        <p:spPr>
          <a:xfrm>
            <a:off x="11906250" y="7362825"/>
            <a:ext cx="1476375"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코드: 항목 검사</a:t>
            </a:r>
            <a:endParaRPr lang="ko-KR">
              <a:solidFill>
                <a:srgbClr val="000000"/>
              </a:solidFill>
              <a:latin typeface="Calibri"/>
              <a:ea typeface="Calibri"/>
              <a:cs typeface="Calibri"/>
            </a:endParaRPr>
          </a:p>
        </p:txBody>
      </p:sp>
      <p:sp>
        <p:nvSpPr>
          <p:cNvPr id="251" name="dp41-comparison / n234">
            <a:extLst>
              <a:ext uri="{FF2B5EF4-FFF2-40B4-BE49-F238E27FC236}">
                <ns2:creationId id="{544AD173-E075-4654-85DF-64198445135F}"/>
              </a:ext>
            </a:extLst>
          </p:cNvPr>
          <p:cNvSpPr>
            <a:spLocks noGrp="1"/>
          </p:cNvSpPr>
          <p:nvPr/>
        </p:nvSpPr>
        <p:spPr>
          <a:xfrm>
            <a:off x="13811250" y="7296150"/>
            <a:ext cx="1333500" cy="400050"/>
          </a:xfrm>
          <a:prstGeom prst="diamond">
            <a:avLst/>
          </a:prstGeom>
          <a:solidFill>
            <a:srgbClr val="FFFFFF"/>
          </a:solidFill>
          <a:ln w="9525">
            <a:solidFill>
              <a:srgbClr val="000000"/>
            </a:solidFill>
            <a:prstDash val="solid"/>
          </a:ln>
        </p:spPr>
        <p:txBody>
          <a:bodyPr wrap="none" lIns="0" tIns="0" rIns="0" bIns="0" anchor="ctr">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다음 처리?</a:t>
            </a:r>
            <a:endParaRPr lang="ko-KR">
              <a:solidFill>
                <a:srgbClr val="000000"/>
              </a:solidFill>
              <a:latin typeface="Calibri"/>
              <a:ea typeface="Calibri"/>
              <a:cs typeface="Calibri"/>
            </a:endParaRPr>
          </a:p>
        </p:txBody>
      </p:sp>
      <p:sp>
        <p:nvSpPr>
          <p:cNvPr id="253" name="dp41-comparison / n236">
            <a:extLst>
              <a:ext uri="{FF2B5EF4-FFF2-40B4-BE49-F238E27FC236}">
                <ns2:creationId id="{EFBEE240-4E36-49F0-B498-8A6B1082E9CF}"/>
              </a:ext>
            </a:extLst>
          </p:cNvPr>
          <p:cNvSpPr>
            <a:spLocks noGrp="1"/>
          </p:cNvSpPr>
          <p:nvPr/>
        </p:nvSpPr>
        <p:spPr>
          <a:xfrm>
            <a:off x="15811500" y="7362825"/>
            <a:ext cx="1714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도구: 자료 조회</a:t>
            </a:r>
            <a:endParaRPr lang="ko-KR">
              <a:solidFill>
                <a:srgbClr val="000000"/>
              </a:solidFill>
              <a:latin typeface="Calibri"/>
              <a:ea typeface="Calibri"/>
              <a:cs typeface="Calibri"/>
            </a:endParaRPr>
          </a:p>
        </p:txBody>
      </p:sp>
      <p:sp>
        <p:nvSpPr>
          <p:cNvPr id="255" name="dp41-comparison / n238">
            <a:extLst>
              <a:ext uri="{FF2B5EF4-FFF2-40B4-BE49-F238E27FC236}">
                <ns2:creationId id="{429DE821-FA46-444C-B853-5DE83F2DA83A}"/>
              </a:ext>
            </a:extLst>
          </p:cNvPr>
          <p:cNvSpPr>
            <a:spLocks noGrp="1"/>
          </p:cNvSpPr>
          <p:nvPr/>
        </p:nvSpPr>
        <p:spPr>
          <a:xfrm>
            <a:off x="9953625" y="7953375"/>
            <a:ext cx="2095500"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특정 항목 해석</a:t>
            </a:r>
            <a:endParaRPr lang="ko-KR">
              <a:solidFill>
                <a:srgbClr val="000000"/>
              </a:solidFill>
              <a:latin typeface="Calibri"/>
              <a:ea typeface="Calibri"/>
              <a:cs typeface="Calibri"/>
            </a:endParaRPr>
          </a:p>
        </p:txBody>
      </p:sp>
      <p:sp>
        <p:nvSpPr>
          <p:cNvPr id="257" name="dp41-comparison / n240">
            <a:extLst>
              <a:ext uri="{FF2B5EF4-FFF2-40B4-BE49-F238E27FC236}">
                <ns2:creationId id="{6BEA25A5-F55E-4E76-AEC4-B66BF4AA733A}"/>
              </a:ext>
            </a:extLst>
          </p:cNvPr>
          <p:cNvSpPr>
            <a:spLocks noGrp="1"/>
          </p:cNvSpPr>
          <p:nvPr/>
        </p:nvSpPr>
        <p:spPr>
          <a:xfrm>
            <a:off x="15621000" y="7953375"/>
            <a:ext cx="1905000"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코드: 의미 / 질문 제안</a:t>
            </a:r>
            <a:endParaRPr lang="ko-KR">
              <a:solidFill>
                <a:srgbClr val="000000"/>
              </a:solidFill>
              <a:latin typeface="Calibri"/>
              <a:ea typeface="Calibri"/>
              <a:cs typeface="Calibri"/>
            </a:endParaRPr>
          </a:p>
        </p:txBody>
      </p:sp>
      <p:sp>
        <p:nvSpPr>
          <p:cNvPr id="259" name="dp41-comparison / n242 / path">
            <a:extLst>
              <a:ext uri="{FF2B5EF4-FFF2-40B4-BE49-F238E27FC236}">
                <ns2:creationId id="{BC57F9A0-77BE-42A8-8776-7F56B093DF3D}"/>
              </a:ext>
            </a:extLst>
          </p:cNvPr>
          <p:cNvSpPr>
            <a:spLocks noGrp="1"/>
          </p:cNvSpPr>
          <p:nvPr/>
        </p:nvSpPr>
        <p:spPr>
          <a:xfrm>
            <a:off x="11477625" y="7496175"/>
            <a:ext cx="428625" cy="953"/>
          </a:xfrm>
          <a:custGeom>
            <a:pathLst>
              <a:path w="428625" h="953">
                <a:moveTo>
                  <a:pt x="0" y="0"/>
                </a:moveTo>
                <a:lnTo>
                  <a:pt x="428625" y="0"/>
                </a:lnTo>
              </a:path>
            </a:pathLst>
          </a:custGeom>
          <a:noFill/>
          <a:ln w="10478">
            <a:solidFill>
              <a:srgbClr val="000000"/>
            </a:solidFill>
            <a:prstDash val="solid"/>
          </a:ln>
        </p:spPr>
      </p:sp>
      <p:sp>
        <p:nvSpPr>
          <p:cNvPr id="260" name="dp41-comparison / n242 / arrow">
            <a:extLst>
              <a:ext uri="{FF2B5EF4-FFF2-40B4-BE49-F238E27FC236}">
                <ns2:creationId id="{C0B99890-C111-479A-9721-EFE3543E7DDE}"/>
              </a:ext>
            </a:extLst>
          </p:cNvPr>
          <p:cNvSpPr>
            <a:spLocks noGrp="1"/>
          </p:cNvSpPr>
          <p:nvPr/>
        </p:nvSpPr>
        <p:spPr>
          <a:xfrm>
            <a:off x="1183919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1" name="dp41-comparison / n243 / path">
            <a:extLst>
              <a:ext uri="{FF2B5EF4-FFF2-40B4-BE49-F238E27FC236}">
                <ns2:creationId id="{AB59670D-174A-461A-A5C6-7577DF49384F}"/>
              </a:ext>
            </a:extLst>
          </p:cNvPr>
          <p:cNvSpPr>
            <a:spLocks noGrp="1"/>
          </p:cNvSpPr>
          <p:nvPr/>
        </p:nvSpPr>
        <p:spPr>
          <a:xfrm>
            <a:off x="13382625" y="7496175"/>
            <a:ext cx="428625" cy="953"/>
          </a:xfrm>
          <a:custGeom>
            <a:pathLst>
              <a:path w="428625" h="953">
                <a:moveTo>
                  <a:pt x="0" y="0"/>
                </a:moveTo>
                <a:lnTo>
                  <a:pt x="428625" y="0"/>
                </a:lnTo>
              </a:path>
            </a:pathLst>
          </a:custGeom>
          <a:noFill/>
          <a:ln w="10478">
            <a:solidFill>
              <a:srgbClr val="000000"/>
            </a:solidFill>
            <a:prstDash val="solid"/>
          </a:ln>
        </p:spPr>
      </p:sp>
      <p:sp>
        <p:nvSpPr>
          <p:cNvPr id="262" name="dp41-comparison / n243 / arrow">
            <a:extLst>
              <a:ext uri="{FF2B5EF4-FFF2-40B4-BE49-F238E27FC236}">
                <ns2:creationId id="{1EAB2E92-4ADE-4263-A383-9C44200F4428}"/>
              </a:ext>
            </a:extLst>
          </p:cNvPr>
          <p:cNvSpPr>
            <a:spLocks noGrp="1"/>
          </p:cNvSpPr>
          <p:nvPr/>
        </p:nvSpPr>
        <p:spPr>
          <a:xfrm>
            <a:off x="1374419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3" name="dp41-comparison / n244 / path">
            <a:extLst>
              <a:ext uri="{FF2B5EF4-FFF2-40B4-BE49-F238E27FC236}">
                <ns2:creationId id="{1A27E50F-B521-4374-A21D-9BCCB07430E1}"/>
              </a:ext>
            </a:extLst>
          </p:cNvPr>
          <p:cNvSpPr>
            <a:spLocks noGrp="1"/>
          </p:cNvSpPr>
          <p:nvPr/>
        </p:nvSpPr>
        <p:spPr>
          <a:xfrm>
            <a:off x="15144750" y="7496175"/>
            <a:ext cx="666750" cy="953"/>
          </a:xfrm>
          <a:custGeom>
            <a:pathLst>
              <a:path w="666750" h="953">
                <a:moveTo>
                  <a:pt x="0" y="0"/>
                </a:moveTo>
                <a:lnTo>
                  <a:pt x="666750" y="0"/>
                </a:lnTo>
              </a:path>
            </a:pathLst>
          </a:custGeom>
          <a:noFill/>
          <a:ln w="10478">
            <a:solidFill>
              <a:srgbClr val="000000"/>
            </a:solidFill>
            <a:prstDash val="solid"/>
          </a:ln>
        </p:spPr>
      </p:sp>
      <p:sp>
        <p:nvSpPr>
          <p:cNvPr id="264" name="dp41-comparison / n244 / arrow">
            <a:extLst>
              <a:ext uri="{FF2B5EF4-FFF2-40B4-BE49-F238E27FC236}">
                <ns2:creationId id="{7F8B2CE0-3A70-4B52-834B-005DAD316ECB}"/>
              </a:ext>
            </a:extLst>
          </p:cNvPr>
          <p:cNvSpPr>
            <a:spLocks noGrp="1"/>
          </p:cNvSpPr>
          <p:nvPr/>
        </p:nvSpPr>
        <p:spPr>
          <a:xfrm>
            <a:off x="1574444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5" name="dp41-comparison / n247 / path">
            <a:extLst>
              <a:ext uri="{FF2B5EF4-FFF2-40B4-BE49-F238E27FC236}">
                <ns2:creationId id="{762ADE31-9636-43ED-A754-418345DDACF6}"/>
              </a:ext>
            </a:extLst>
          </p:cNvPr>
          <p:cNvSpPr>
            <a:spLocks noGrp="1"/>
          </p:cNvSpPr>
          <p:nvPr/>
        </p:nvSpPr>
        <p:spPr>
          <a:xfrm>
            <a:off x="12644438" y="7629525"/>
            <a:ext cx="4024313" cy="152400"/>
          </a:xfrm>
          <a:custGeom>
            <a:pathLst>
              <a:path w="4024313" h="152400">
                <a:moveTo>
                  <a:pt x="4024313" y="0"/>
                </a:moveTo>
                <a:lnTo>
                  <a:pt x="4024313" y="152400"/>
                </a:lnTo>
                <a:lnTo>
                  <a:pt x="0" y="152400"/>
                </a:lnTo>
                <a:lnTo>
                  <a:pt x="0" y="0"/>
                </a:lnTo>
              </a:path>
            </a:pathLst>
          </a:custGeom>
          <a:noFill/>
          <a:ln w="10478">
            <a:solidFill>
              <a:srgbClr val="000000"/>
            </a:solidFill>
            <a:prstDash val="solid"/>
          </a:ln>
        </p:spPr>
      </p:sp>
      <p:sp>
        <p:nvSpPr>
          <p:cNvPr id="266" name="dp41-comparison / n247 / arrow">
            <a:extLst>
              <a:ext uri="{FF2B5EF4-FFF2-40B4-BE49-F238E27FC236}">
                <ns2:creationId id="{71257CE4-EB72-4A77-B4A8-B3BC40D262D1}"/>
              </a:ext>
            </a:extLst>
          </p:cNvPr>
          <p:cNvSpPr>
            <a:spLocks noGrp="1"/>
          </p:cNvSpPr>
          <p:nvPr/>
        </p:nvSpPr>
        <p:spPr>
          <a:xfrm>
            <a:off x="12610910" y="76295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67" name="dp41-comparison / n250 / path">
            <a:extLst>
              <a:ext uri="{FF2B5EF4-FFF2-40B4-BE49-F238E27FC236}">
                <ns2:creationId id="{10393DAA-E656-4FBD-90B1-E0EF2360FE4E}"/>
              </a:ext>
            </a:extLst>
          </p:cNvPr>
          <p:cNvSpPr>
            <a:spLocks noGrp="1"/>
          </p:cNvSpPr>
          <p:nvPr/>
        </p:nvSpPr>
        <p:spPr>
          <a:xfrm>
            <a:off x="12049125" y="7696200"/>
            <a:ext cx="2428875" cy="395288"/>
          </a:xfrm>
          <a:custGeom>
            <a:pathLst>
              <a:path w="2428875" h="395288">
                <a:moveTo>
                  <a:pt x="2428875" y="0"/>
                </a:moveTo>
                <a:lnTo>
                  <a:pt x="2428875" y="190500"/>
                </a:lnTo>
                <a:lnTo>
                  <a:pt x="142875" y="190500"/>
                </a:lnTo>
                <a:lnTo>
                  <a:pt x="142875" y="395288"/>
                </a:lnTo>
                <a:lnTo>
                  <a:pt x="0" y="395288"/>
                </a:lnTo>
              </a:path>
            </a:pathLst>
          </a:custGeom>
          <a:noFill/>
          <a:ln w="10478">
            <a:solidFill>
              <a:srgbClr val="000000"/>
            </a:solidFill>
            <a:prstDash val="solid"/>
          </a:ln>
        </p:spPr>
      </p:sp>
      <p:sp>
        <p:nvSpPr>
          <p:cNvPr id="268" name="dp41-comparison / n250 / arrow">
            <a:extLst>
              <a:ext uri="{FF2B5EF4-FFF2-40B4-BE49-F238E27FC236}">
                <ns2:creationId id="{A029CD37-677B-4B36-A000-6DBE8B0CE116}"/>
              </a:ext>
            </a:extLst>
          </p:cNvPr>
          <p:cNvSpPr>
            <a:spLocks noGrp="1"/>
          </p:cNvSpPr>
          <p:nvPr/>
        </p:nvSpPr>
        <p:spPr>
          <a:xfrm>
            <a:off x="12049125" y="805796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69" name="dp41-comparison / n253 / path">
            <a:extLst>
              <a:ext uri="{FF2B5EF4-FFF2-40B4-BE49-F238E27FC236}">
                <ns2:creationId id="{CD8C94EA-5C8C-4917-857F-3665981408FB}"/>
              </a:ext>
            </a:extLst>
          </p:cNvPr>
          <p:cNvSpPr>
            <a:spLocks noGrp="1"/>
          </p:cNvSpPr>
          <p:nvPr/>
        </p:nvSpPr>
        <p:spPr>
          <a:xfrm>
            <a:off x="11001375" y="7781925"/>
            <a:ext cx="1643063" cy="171450"/>
          </a:xfrm>
          <a:custGeom>
            <a:pathLst>
              <a:path w="1643063" h="171450">
                <a:moveTo>
                  <a:pt x="0" y="171450"/>
                </a:moveTo>
                <a:lnTo>
                  <a:pt x="0" y="76200"/>
                </a:lnTo>
                <a:lnTo>
                  <a:pt x="1643063" y="76200"/>
                </a:lnTo>
                <a:lnTo>
                  <a:pt x="1643063" y="0"/>
                </a:lnTo>
              </a:path>
            </a:pathLst>
          </a:custGeom>
          <a:noFill/>
          <a:ln w="10478">
            <a:solidFill>
              <a:srgbClr val="000000"/>
            </a:solidFill>
            <a:prstDash val="solid"/>
          </a:ln>
        </p:spPr>
      </p:sp>
      <p:sp>
        <p:nvSpPr>
          <p:cNvPr id="270" name="dp41-comparison / n256 / path">
            <a:extLst>
              <a:ext uri="{FF2B5EF4-FFF2-40B4-BE49-F238E27FC236}">
                <ns2:creationId id="{F59F18D2-4B15-4E9C-A7AF-927ABFE55079}"/>
              </a:ext>
            </a:extLst>
          </p:cNvPr>
          <p:cNvSpPr>
            <a:spLocks noGrp="1"/>
          </p:cNvSpPr>
          <p:nvPr/>
        </p:nvSpPr>
        <p:spPr>
          <a:xfrm>
            <a:off x="14478000" y="7696200"/>
            <a:ext cx="1143000" cy="395288"/>
          </a:xfrm>
          <a:custGeom>
            <a:pathLst>
              <a:path w="1143000" h="395288">
                <a:moveTo>
                  <a:pt x="0" y="0"/>
                </a:moveTo>
                <a:lnTo>
                  <a:pt x="0" y="395288"/>
                </a:lnTo>
                <a:lnTo>
                  <a:pt x="1143000" y="395288"/>
                </a:lnTo>
              </a:path>
            </a:pathLst>
          </a:custGeom>
          <a:noFill/>
          <a:ln w="10478">
            <a:solidFill>
              <a:srgbClr val="000000"/>
            </a:solidFill>
            <a:prstDash val="solid"/>
          </a:ln>
        </p:spPr>
      </p:sp>
      <p:sp>
        <p:nvSpPr>
          <p:cNvPr id="271" name="dp41-comparison / n256 / arrow">
            <a:extLst>
              <a:ext uri="{FF2B5EF4-FFF2-40B4-BE49-F238E27FC236}">
                <ns2:creationId id="{8BC2422E-4D4E-4682-B257-D115CFC77388}"/>
              </a:ext>
            </a:extLst>
          </p:cNvPr>
          <p:cNvSpPr>
            <a:spLocks noGrp="1"/>
          </p:cNvSpPr>
          <p:nvPr/>
        </p:nvSpPr>
        <p:spPr>
          <a:xfrm>
            <a:off x="15553944" y="8057960"/>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72" name="dp41-comparison / n152">
            <a:extLst>
              <a:ext uri="{FF2B5EF4-FFF2-40B4-BE49-F238E27FC236}">
                <ns2:creationId id="{82A9612D-6750-43E8-9D23-13B050A6DD97}"/>
              </a:ext>
            </a:extLst>
          </p:cNvPr>
          <p:cNvSpPr>
            <a:spLocks noGrp="1"/>
          </p:cNvSpPr>
          <p:nvPr/>
        </p:nvSpPr>
        <p:spPr>
          <a:xfrm>
            <a:off x="9858375" y="2409825"/>
            <a:ext cx="1428750" cy="333375"/>
          </a:xfrm>
          <a:custGeom>
            <a:pathLst>
              <a:path w="1428750" h="333375">
                <a:moveTo>
                  <a:pt x="0" y="0"/>
                </a:moveTo>
                <a:lnTo>
                  <a:pt x="1257300" y="0"/>
                </a:lnTo>
                <a:lnTo>
                  <a:pt x="1428750" y="171450"/>
                </a:lnTo>
                <a:lnTo>
                  <a:pt x="1428750" y="333375"/>
                </a:lnTo>
                <a:lnTo>
                  <a:pt x="0" y="333375"/>
                </a:lnTo>
                <a:close/>
              </a:path>
            </a:pathLst>
          </a:custGeom>
          <a:solidFill>
            <a:srgbClr val="FFFFFF"/>
          </a:solidFill>
          <a:ln w="9525">
            <a:solidFill>
              <a:srgbClr val="000000"/>
            </a:solidFill>
            <a:prstDash val="solid"/>
          </a:ln>
        </p:spPr>
        <p:txBody>
          <a:bodyPr wrap="none" lIns="95250" tIns="57150" rIns="171450" bIns="55245"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사용자 발화</a:t>
            </a:r>
            <a:endParaRPr lang="ko-KR">
              <a:solidFill>
                <a:srgbClr val="000000"/>
              </a:solidFill>
              <a:latin typeface="Calibri"/>
              <a:ea typeface="Calibri"/>
              <a:cs typeface="Calibri"/>
            </a:endParaRPr>
          </a:p>
        </p:txBody>
      </p:sp>
      <p:sp>
        <p:nvSpPr>
          <p:cNvPr id="273" name="dp41-comparison / n152 / fold">
            <a:extLst>
              <a:ext uri="{FF2B5EF4-FFF2-40B4-BE49-F238E27FC236}">
                <ns2:creationId id="{08BC54D0-E0BC-4E9C-92EC-7820C445B8FE}"/>
              </a:ext>
            </a:extLst>
          </p:cNvPr>
          <p:cNvSpPr>
            <a:spLocks noGrp="1"/>
          </p:cNvSpPr>
          <p:nvPr/>
        </p:nvSpPr>
        <p:spPr>
          <a:xfrm>
            <a:off x="11115675"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5" name="dp41-comparison / n162">
            <a:extLst>
              <a:ext uri="{FF2B5EF4-FFF2-40B4-BE49-F238E27FC236}">
                <ns2:creationId id="{912C6565-7ABF-450C-A487-CF00B4C32A8C}"/>
              </a:ext>
            </a:extLst>
          </p:cNvPr>
          <p:cNvSpPr>
            <a:spLocks noGrp="1"/>
          </p:cNvSpPr>
          <p:nvPr/>
        </p:nvSpPr>
        <p:spPr>
          <a:xfrm>
            <a:off x="12792075" y="2943225"/>
            <a:ext cx="3369945" cy="167640"/>
          </a:xfrm>
          <a:prstGeom prst="rect">
            <a:avLst/>
          </a:prstGeom>
          <a:solidFill>
            <a:srgbClr val="FFFFFF"/>
          </a:solidFill>
          <a:ln w="0">
            <a:noFill/>
            <a:prstDash val="solid"/>
          </a:ln>
        </p:spPr>
      </p:sp>
      <p:sp>
        <p:nvSpPr>
          <p:cNvPr id="276" name="dp41-comparison / n163 / text 1">
            <a:extLst>
              <a:ext uri="{FF2B5EF4-FFF2-40B4-BE49-F238E27FC236}">
                <ns2:creationId id="{C5FCC27E-C8B2-4CCA-8070-485E3E0086B3}"/>
              </a:ext>
            </a:extLst>
          </p:cNvPr>
          <p:cNvSpPr>
            <a:spLocks noGrp="1"/>
          </p:cNvSpPr>
          <p:nvPr/>
        </p:nvSpPr>
        <p:spPr>
          <a:xfrm>
            <a:off x="12811125" y="2952750"/>
            <a:ext cx="4667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 경유 / 초기 프레임과 조건부 부분 해석</a:t>
            </a:r>
            <a:endParaRPr lang="ko-KR">
              <a:solidFill>
                <a:srgbClr val="000000"/>
              </a:solidFill>
              <a:latin typeface="Calibri"/>
              <a:ea typeface="Calibri"/>
              <a:cs typeface="Calibri"/>
            </a:endParaRPr>
          </a:p>
        </p:txBody>
      </p:sp>
      <p:sp>
        <p:nvSpPr>
          <p:cNvPr id="277" name="dp41-comparison / n164">
            <a:extLst>
              <a:ext uri="{FF2B5EF4-FFF2-40B4-BE49-F238E27FC236}">
                <ns2:creationId id="{846FCEB3-13D8-4B66-86DC-A96BD4993811}"/>
              </a:ext>
            </a:extLst>
          </p:cNvPr>
          <p:cNvSpPr>
            <a:spLocks noGrp="1"/>
          </p:cNvSpPr>
          <p:nvPr/>
        </p:nvSpPr>
        <p:spPr>
          <a:xfrm>
            <a:off x="9934575" y="3314700"/>
            <a:ext cx="5299139" cy="236220"/>
          </a:xfrm>
          <a:prstGeom prst="rect">
            <a:avLst/>
          </a:prstGeom>
          <a:solidFill>
            <a:srgbClr val="FFFFFF"/>
          </a:solidFill>
          <a:ln w="0">
            <a:noFill/>
            <a:prstDash val="solid"/>
          </a:ln>
        </p:spPr>
      </p:sp>
      <p:sp>
        <p:nvSpPr>
          <p:cNvPr id="278" name="dp41-comparison / n165 / text 1">
            <a:extLst>
              <a:ext uri="{FF2B5EF4-FFF2-40B4-BE49-F238E27FC236}">
                <ns2:creationId id="{F9858383-DF50-4CC8-82BD-D41E56E22F74}"/>
              </a:ext>
            </a:extLst>
          </p:cNvPr>
          <p:cNvSpPr>
            <a:spLocks noGrp="1"/>
          </p:cNvSpPr>
          <p:nvPr/>
        </p:nvSpPr>
        <p:spPr>
          <a:xfrm>
            <a:off x="9953625" y="3324225"/>
            <a:ext cx="7620000" cy="262414"/>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B: 항목별 해결 상태를 보고 Engine 코드가 다음 처리 결정</a:t>
            </a:r>
            <a:endParaRPr lang="ko-KR">
              <a:solidFill>
                <a:srgbClr val="000000"/>
              </a:solidFill>
              <a:latin typeface="Calibri"/>
              <a:ea typeface="Calibri"/>
              <a:cs typeface="Calibri"/>
            </a:endParaRPr>
          </a:p>
        </p:txBody>
      </p:sp>
      <p:sp>
        <p:nvSpPr>
          <p:cNvPr id="279" name="dp41-comparison / n168">
            <a:extLst>
              <a:ext uri="{FF2B5EF4-FFF2-40B4-BE49-F238E27FC236}">
                <ns2:creationId id="{98C3C31F-DFBF-4A5D-8784-921A0139CBD1}"/>
              </a:ext>
            </a:extLst>
          </p:cNvPr>
          <p:cNvSpPr>
            <a:spLocks noGrp="1"/>
          </p:cNvSpPr>
          <p:nvPr/>
        </p:nvSpPr>
        <p:spPr>
          <a:xfrm>
            <a:off x="15792450" y="3324225"/>
            <a:ext cx="730568" cy="190500"/>
          </a:xfrm>
          <a:prstGeom prst="rect">
            <a:avLst/>
          </a:prstGeom>
          <a:solidFill>
            <a:srgbClr val="FFFFFF"/>
          </a:solidFill>
          <a:ln w="0">
            <a:noFill/>
            <a:prstDash val="solid"/>
          </a:ln>
        </p:spPr>
      </p:sp>
      <p:sp>
        <p:nvSpPr>
          <p:cNvPr id="280" name="dp41-comparison / n169 / text 1">
            <a:extLst>
              <a:ext uri="{FF2B5EF4-FFF2-40B4-BE49-F238E27FC236}">
                <ns2:creationId id="{7872F595-B444-4C71-8317-FBA6E516F1EE}"/>
              </a:ext>
            </a:extLst>
          </p:cNvPr>
          <p:cNvSpPr>
            <a:spLocks noGrp="1"/>
          </p:cNvSpPr>
          <p:nvPr/>
        </p:nvSpPr>
        <p:spPr>
          <a:xfrm>
            <a:off x="15811500" y="3333750"/>
            <a:ext cx="1762125"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해석 시작</a:t>
            </a:r>
            <a:endParaRPr lang="ko-KR">
              <a:solidFill>
                <a:srgbClr val="000000"/>
              </a:solidFill>
              <a:latin typeface="Calibri"/>
              <a:ea typeface="Calibri"/>
              <a:cs typeface="Calibri"/>
            </a:endParaRPr>
          </a:p>
        </p:txBody>
      </p:sp>
      <p:sp>
        <p:nvSpPr>
          <p:cNvPr id="281" name="dp41-comparison / n191">
            <a:extLst>
              <a:ext uri="{FF2B5EF4-FFF2-40B4-BE49-F238E27FC236}">
                <ns2:creationId id="{555E68DC-7852-4702-B2F0-13E8BB2485C6}"/>
              </a:ext>
            </a:extLst>
          </p:cNvPr>
          <p:cNvSpPr>
            <a:spLocks noGrp="1"/>
          </p:cNvSpPr>
          <p:nvPr/>
        </p:nvSpPr>
        <p:spPr>
          <a:xfrm>
            <a:off x="15078075" y="4657725"/>
            <a:ext cx="1255776" cy="156210"/>
          </a:xfrm>
          <a:prstGeom prst="rect">
            <a:avLst/>
          </a:prstGeom>
          <a:solidFill>
            <a:srgbClr val="FFFFFF"/>
          </a:solidFill>
          <a:ln w="0">
            <a:noFill/>
            <a:prstDash val="solid"/>
          </a:ln>
        </p:spPr>
      </p:sp>
      <p:sp>
        <p:nvSpPr>
          <p:cNvPr id="282" name="dp41-comparison / n192 / text 1">
            <a:extLst>
              <a:ext uri="{FF2B5EF4-FFF2-40B4-BE49-F238E27FC236}">
                <ns2:creationId id="{EC2D2EA6-395B-4B78-BB9B-7554A234E3E3}"/>
              </a:ext>
            </a:extLst>
          </p:cNvPr>
          <p:cNvSpPr>
            <a:spLocks noGrp="1"/>
          </p:cNvSpPr>
          <p:nvPr/>
        </p:nvSpPr>
        <p:spPr>
          <a:xfrm>
            <a:off x="15097125" y="4667250"/>
            <a:ext cx="22860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② 코드가 선택한 조회</a:t>
            </a:r>
            <a:endParaRPr lang="ko-KR">
              <a:solidFill>
                <a:srgbClr val="000000"/>
              </a:solidFill>
              <a:latin typeface="Calibri"/>
              <a:ea typeface="Calibri"/>
              <a:cs typeface="Calibri"/>
            </a:endParaRPr>
          </a:p>
        </p:txBody>
      </p:sp>
      <p:sp>
        <p:nvSpPr>
          <p:cNvPr id="283" name="dp41-comparison / n193">
            <a:extLst>
              <a:ext uri="{FF2B5EF4-FFF2-40B4-BE49-F238E27FC236}">
                <ns2:creationId id="{7880BF7F-F6EA-4200-AC85-5FFC7BAFC6CA}"/>
              </a:ext>
            </a:extLst>
          </p:cNvPr>
          <p:cNvSpPr>
            <a:spLocks noGrp="1"/>
          </p:cNvSpPr>
          <p:nvPr/>
        </p:nvSpPr>
        <p:spPr>
          <a:xfrm>
            <a:off x="15078075" y="4791075"/>
            <a:ext cx="1844040" cy="133350"/>
          </a:xfrm>
          <a:prstGeom prst="rect">
            <a:avLst/>
          </a:prstGeom>
          <a:solidFill>
            <a:srgbClr val="FFFFFF"/>
          </a:solidFill>
          <a:ln w="0">
            <a:noFill/>
            <a:prstDash val="solid"/>
          </a:ln>
        </p:spPr>
      </p:sp>
      <p:sp>
        <p:nvSpPr>
          <p:cNvPr id="284" name="dp41-comparison / n194 / text 1">
            <a:extLst>
              <a:ext uri="{FF2B5EF4-FFF2-40B4-BE49-F238E27FC236}">
                <ns2:creationId id="{95F46752-FBC0-48CE-A193-98CEB164AA61}"/>
              </a:ext>
            </a:extLst>
          </p:cNvPr>
          <p:cNvSpPr>
            <a:spLocks noGrp="1"/>
          </p:cNvSpPr>
          <p:nvPr/>
        </p:nvSpPr>
        <p:spPr>
          <a:xfrm>
            <a:off x="15097125" y="4800600"/>
            <a:ext cx="2238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task_retrieve / context_retrieve</a:t>
            </a:r>
            <a:endParaRPr lang="ko-KR">
              <a:solidFill>
                <a:srgbClr val="000000"/>
              </a:solidFill>
              <a:latin typeface="Calibri"/>
              <a:ea typeface="Calibri"/>
              <a:cs typeface="Calibri"/>
            </a:endParaRPr>
          </a:p>
        </p:txBody>
      </p:sp>
      <p:sp>
        <p:nvSpPr>
          <p:cNvPr id="285" name="dp41-comparison / n199">
            <a:extLst>
              <a:ext uri="{FF2B5EF4-FFF2-40B4-BE49-F238E27FC236}">
                <ns2:creationId id="{86BEA2A1-FA7C-47DE-AADC-761679B59526}"/>
              </a:ext>
            </a:extLst>
          </p:cNvPr>
          <p:cNvSpPr>
            <a:spLocks noGrp="1"/>
          </p:cNvSpPr>
          <p:nvPr/>
        </p:nvSpPr>
        <p:spPr>
          <a:xfrm>
            <a:off x="15078075" y="4933950"/>
            <a:ext cx="1427798" cy="144780"/>
          </a:xfrm>
          <a:prstGeom prst="rect">
            <a:avLst/>
          </a:prstGeom>
          <a:solidFill>
            <a:srgbClr val="FFFFFF"/>
          </a:solidFill>
          <a:ln w="0">
            <a:noFill/>
            <a:prstDash val="solid"/>
          </a:ln>
        </p:spPr>
      </p:sp>
      <p:sp>
        <p:nvSpPr>
          <p:cNvPr id="286" name="dp41-comparison / n200 / text 1">
            <a:extLst>
              <a:ext uri="{FF2B5EF4-FFF2-40B4-BE49-F238E27FC236}">
                <ns2:creationId id="{5E2C3E61-179D-4217-B6FB-88DE675BC48A}"/>
              </a:ext>
            </a:extLst>
          </p:cNvPr>
          <p:cNvSpPr>
            <a:spLocks noGrp="1"/>
          </p:cNvSpPr>
          <p:nvPr/>
        </p:nvSpPr>
        <p:spPr>
          <a:xfrm>
            <a:off x="15097125" y="4943475"/>
            <a:ext cx="2238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④ 해결 상태로 코드 재검사</a:t>
            </a:r>
            <a:endParaRPr lang="ko-KR">
              <a:solidFill>
                <a:srgbClr val="000000"/>
              </a:solidFill>
              <a:latin typeface="Calibri"/>
              <a:ea typeface="Calibri"/>
              <a:cs typeface="Calibri"/>
            </a:endParaRPr>
          </a:p>
        </p:txBody>
      </p:sp>
      <p:sp>
        <p:nvSpPr>
          <p:cNvPr id="287" name="dp41-comparison / n202">
            <a:extLst>
              <a:ext uri="{FF2B5EF4-FFF2-40B4-BE49-F238E27FC236}">
                <ns2:creationId id="{2EBEC9CD-6518-41D4-9FEA-AE2409370316}"/>
              </a:ext>
            </a:extLst>
          </p:cNvPr>
          <p:cNvSpPr>
            <a:spLocks noGrp="1"/>
          </p:cNvSpPr>
          <p:nvPr/>
        </p:nvSpPr>
        <p:spPr>
          <a:xfrm>
            <a:off x="12992100" y="5486400"/>
            <a:ext cx="1697355" cy="247650"/>
          </a:xfrm>
          <a:prstGeom prst="rect">
            <a:avLst/>
          </a:prstGeom>
          <a:solidFill>
            <a:srgbClr val="FFFFFF"/>
          </a:solidFill>
          <a:ln w="0">
            <a:noFill/>
            <a:prstDash val="solid"/>
          </a:ln>
        </p:spPr>
      </p:sp>
      <p:sp>
        <p:nvSpPr>
          <p:cNvPr id="288" name="dp41-comparison / n203 / text 1">
            <a:extLst>
              <a:ext uri="{FF2B5EF4-FFF2-40B4-BE49-F238E27FC236}">
                <ns2:creationId id="{A494F995-C979-409F-AAC3-19F5134FF60F}"/>
              </a:ext>
            </a:extLst>
          </p:cNvPr>
          <p:cNvSpPr>
            <a:spLocks noGrp="1"/>
          </p:cNvSpPr>
          <p:nvPr/>
        </p:nvSpPr>
        <p:spPr>
          <a:xfrm>
            <a:off x="13011150" y="5495925"/>
            <a:ext cx="19050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report: 두 후보 → 확인 뒤 Task1</a:t>
            </a:r>
            <a:endParaRPr lang="ko-KR">
              <a:solidFill>
                <a:srgbClr val="000000"/>
              </a:solidFill>
              <a:latin typeface="Calibri"/>
              <a:ea typeface="Calibri"/>
              <a:cs typeface="Calibri"/>
            </a:endParaRPr>
          </a:p>
        </p:txBody>
      </p:sp>
      <p:sp>
        <p:nvSpPr>
          <p:cNvPr id="289" name="dp41-comparison / n203 / text 2">
            <a:extLst>
              <a:ext uri="{FF2B5EF4-FFF2-40B4-BE49-F238E27FC236}">
                <ns2:creationId id="{707A18D3-5EE7-4B21-B029-347846EA9BBB}"/>
              </a:ext>
            </a:extLst>
          </p:cNvPr>
          <p:cNvSpPr>
            <a:spLocks noGrp="1"/>
          </p:cNvSpPr>
          <p:nvPr/>
        </p:nvSpPr>
        <p:spPr>
          <a:xfrm>
            <a:off x="13011150" y="5610225"/>
            <a:ext cx="19050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table: 선택한 표 연결</a:t>
            </a:r>
            <a:endParaRPr lang="ko-KR">
              <a:solidFill>
                <a:srgbClr val="000000"/>
              </a:solidFill>
              <a:latin typeface="Calibri"/>
              <a:ea typeface="Calibri"/>
              <a:cs typeface="Calibri"/>
            </a:endParaRPr>
          </a:p>
        </p:txBody>
      </p:sp>
      <p:sp>
        <p:nvSpPr>
          <p:cNvPr id="290" name="dp41-comparison / n205">
            <a:extLst>
              <a:ext uri="{FF2B5EF4-FFF2-40B4-BE49-F238E27FC236}">
                <ns2:creationId id="{9087F84D-B9A7-461A-861F-2DF20F4A9038}"/>
              </a:ext>
            </a:extLst>
          </p:cNvPr>
          <p:cNvSpPr>
            <a:spLocks noGrp="1"/>
          </p:cNvSpPr>
          <p:nvPr/>
        </p:nvSpPr>
        <p:spPr>
          <a:xfrm>
            <a:off x="15078075" y="5543550"/>
            <a:ext cx="1698117" cy="144780"/>
          </a:xfrm>
          <a:prstGeom prst="rect">
            <a:avLst/>
          </a:prstGeom>
          <a:solidFill>
            <a:srgbClr val="FFFFFF"/>
          </a:solidFill>
          <a:ln w="0">
            <a:noFill/>
            <a:prstDash val="solid"/>
          </a:ln>
        </p:spPr>
      </p:sp>
      <p:sp>
        <p:nvSpPr>
          <p:cNvPr id="291" name="dp41-comparison / n206 / text 1">
            <a:extLst>
              <a:ext uri="{FF2B5EF4-FFF2-40B4-BE49-F238E27FC236}">
                <ns2:creationId id="{5ADF5512-B0E9-4A19-968D-0510F9478CF5}"/>
              </a:ext>
            </a:extLst>
          </p:cNvPr>
          <p:cNvSpPr>
            <a:spLocks noGrp="1"/>
          </p:cNvSpPr>
          <p:nvPr/>
        </p:nvSpPr>
        <p:spPr>
          <a:xfrm>
            <a:off x="15097125" y="5553075"/>
            <a:ext cx="2190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⑤ 지원 연산으로 전체 의미 구성</a:t>
            </a:r>
            <a:endParaRPr lang="ko-KR">
              <a:solidFill>
                <a:srgbClr val="000000"/>
              </a:solidFill>
              <a:latin typeface="Calibri"/>
              <a:ea typeface="Calibri"/>
              <a:cs typeface="Calibri"/>
            </a:endParaRPr>
          </a:p>
        </p:txBody>
      </p:sp>
      <p:sp>
        <p:nvSpPr>
          <p:cNvPr id="292" name="dp41-comparison / n208">
            <a:extLst>
              <a:ext uri="{FF2B5EF4-FFF2-40B4-BE49-F238E27FC236}">
                <ns2:creationId id="{8F78AEE1-0D7E-427D-B94E-3D98B3A38A04}"/>
              </a:ext>
            </a:extLst>
          </p:cNvPr>
          <p:cNvSpPr>
            <a:spLocks noGrp="1"/>
          </p:cNvSpPr>
          <p:nvPr/>
        </p:nvSpPr>
        <p:spPr>
          <a:xfrm>
            <a:off x="9934575" y="4438650"/>
            <a:ext cx="2073212" cy="144780"/>
          </a:xfrm>
          <a:prstGeom prst="rect">
            <a:avLst/>
          </a:prstGeom>
          <a:solidFill>
            <a:srgbClr val="FFFFFF"/>
          </a:solidFill>
          <a:ln w="0">
            <a:noFill/>
            <a:prstDash val="solid"/>
          </a:ln>
        </p:spPr>
      </p:sp>
      <p:sp>
        <p:nvSpPr>
          <p:cNvPr id="293" name="dp41-comparison / n209 / text 1">
            <a:extLst>
              <a:ext uri="{FF2B5EF4-FFF2-40B4-BE49-F238E27FC236}">
                <ns2:creationId id="{4A11462B-3E6E-431E-AF56-D89C4D9E9A7C}"/>
              </a:ext>
            </a:extLst>
          </p:cNvPr>
          <p:cNvSpPr>
            <a:spLocks noGrp="1"/>
          </p:cNvSpPr>
          <p:nvPr/>
        </p:nvSpPr>
        <p:spPr>
          <a:xfrm>
            <a:off x="9953625" y="4448175"/>
            <a:ext cx="2524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 시: 특정 항목만 모델에 해석 요청</a:t>
            </a:r>
            <a:endParaRPr lang="ko-KR">
              <a:solidFill>
                <a:srgbClr val="000000"/>
              </a:solidFill>
              <a:latin typeface="Calibri"/>
              <a:ea typeface="Calibri"/>
              <a:cs typeface="Calibri"/>
            </a:endParaRPr>
          </a:p>
        </p:txBody>
      </p:sp>
      <p:sp>
        <p:nvSpPr>
          <p:cNvPr id="294" name="dp41-comparison / n210">
            <a:extLst>
              <a:ext uri="{FF2B5EF4-FFF2-40B4-BE49-F238E27FC236}">
                <ns2:creationId id="{6D7DEA3C-D9C6-4027-AFF4-77827A40CF8F}"/>
              </a:ext>
            </a:extLst>
          </p:cNvPr>
          <p:cNvSpPr>
            <a:spLocks noGrp="1"/>
          </p:cNvSpPr>
          <p:nvPr/>
        </p:nvSpPr>
        <p:spPr>
          <a:xfrm>
            <a:off x="9953625" y="4667250"/>
            <a:ext cx="2333625" cy="1143000"/>
          </a:xfrm>
          <a:custGeom>
            <a:pathLst>
              <a:path w="2333625" h="1143000">
                <a:moveTo>
                  <a:pt x="0" y="0"/>
                </a:moveTo>
                <a:lnTo>
                  <a:pt x="2162175" y="0"/>
                </a:lnTo>
                <a:lnTo>
                  <a:pt x="2333625" y="171450"/>
                </a:lnTo>
                <a:lnTo>
                  <a:pt x="2333625" y="1143000"/>
                </a:lnTo>
                <a:lnTo>
                  <a:pt x="0" y="1143000"/>
                </a:lnTo>
                <a:close/>
              </a:path>
            </a:pathLst>
          </a:custGeom>
          <a:solidFill>
            <a:srgbClr val="FFFFFF"/>
          </a:solidFill>
          <a:ln w="9525">
            <a:solidFill>
              <a:srgbClr val="000000"/>
            </a:solidFill>
            <a:prstDash val="solid"/>
          </a:ln>
        </p:spPr>
        <p:txBody>
          <a:bodyPr wrap="none" lIns="95250" tIns="57150" rIns="171450" bIns="3333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모델 출력: RequestFrame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schema_version:1 / input_ref:Input1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goals: G1=UPDATE_TASK(report,table)</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G2=NEW_TASK(메일 초안)</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references: report=RECENT_TASK("보고서")</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table=INPUT_SELECTION</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relations: USE_RESULT(G1 → G2)</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constraints: FORBID_ACTION(G2, SEND)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unparsed_spans:[] / 실제 Task는 미확정</a:t>
            </a:r>
            <a:endParaRPr lang="ko-KR">
              <a:solidFill>
                <a:srgbClr val="000000"/>
              </a:solidFill>
              <a:latin typeface="Calibri"/>
              <a:ea typeface="Calibri"/>
              <a:cs typeface="Calibri"/>
            </a:endParaRPr>
          </a:p>
        </p:txBody>
      </p:sp>
      <p:sp>
        <p:nvSpPr>
          <p:cNvPr id="295" name="dp41-comparison / n210 / fold">
            <a:extLst>
              <a:ext uri="{FF2B5EF4-FFF2-40B4-BE49-F238E27FC236}">
                <ns2:creationId id="{57E599AB-EC40-40FC-98E9-9CEE205E765E}"/>
              </a:ext>
            </a:extLst>
          </p:cNvPr>
          <p:cNvSpPr>
            <a:spLocks noGrp="1"/>
          </p:cNvSpPr>
          <p:nvPr/>
        </p:nvSpPr>
        <p:spPr>
          <a:xfrm>
            <a:off x="12115800" y="4667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305" name="dp41-comparison / n212">
            <a:extLst>
              <a:ext uri="{FF2B5EF4-FFF2-40B4-BE49-F238E27FC236}">
                <ns2:creationId id="{52AE07F1-7BA1-44F5-B1AB-F0CE258030EF}"/>
              </a:ext>
            </a:extLst>
          </p:cNvPr>
          <p:cNvSpPr>
            <a:spLocks noGrp="1"/>
          </p:cNvSpPr>
          <p:nvPr/>
        </p:nvSpPr>
        <p:spPr>
          <a:xfrm>
            <a:off x="9953625" y="5848350"/>
            <a:ext cx="2333625" cy="495300"/>
          </a:xfrm>
          <a:custGeom>
            <a:pathLst>
              <a:path w="2333625" h="495300">
                <a:moveTo>
                  <a:pt x="0" y="0"/>
                </a:moveTo>
                <a:lnTo>
                  <a:pt x="2162175" y="0"/>
                </a:lnTo>
                <a:lnTo>
                  <a:pt x="2333625" y="171450"/>
                </a:lnTo>
                <a:lnTo>
                  <a:pt x="233362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코드가 만든 MeaningProposal</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확인 뒤 Task1 + 표 / 결과로 초안</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전송 금지 유지</a:t>
            </a:r>
            <a:endParaRPr lang="ko-KR">
              <a:solidFill>
                <a:srgbClr val="000000"/>
              </a:solidFill>
              <a:latin typeface="Calibri"/>
              <a:ea typeface="Calibri"/>
              <a:cs typeface="Calibri"/>
            </a:endParaRPr>
          </a:p>
        </p:txBody>
      </p:sp>
      <p:sp>
        <p:nvSpPr>
          <p:cNvPr id="306" name="dp41-comparison / n212 / fold">
            <a:extLst>
              <a:ext uri="{FF2B5EF4-FFF2-40B4-BE49-F238E27FC236}">
                <ns2:creationId id="{0AB0CD08-943D-4297-807F-DC74FD6649C6}"/>
              </a:ext>
            </a:extLst>
          </p:cNvPr>
          <p:cNvSpPr>
            <a:spLocks noGrp="1"/>
          </p:cNvSpPr>
          <p:nvPr/>
        </p:nvSpPr>
        <p:spPr>
          <a:xfrm>
            <a:off x="12115800" y="58483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310" name="dp41-comparison / n214">
            <a:extLst>
              <a:ext uri="{FF2B5EF4-FFF2-40B4-BE49-F238E27FC236}">
                <ns2:creationId id="{528E2FB5-CBB8-4E00-9972-6B4BBF19F373}"/>
              </a:ext>
            </a:extLst>
          </p:cNvPr>
          <p:cNvSpPr>
            <a:spLocks noGrp="1"/>
          </p:cNvSpPr>
          <p:nvPr/>
        </p:nvSpPr>
        <p:spPr>
          <a:xfrm>
            <a:off x="12887325" y="3648075"/>
            <a:ext cx="2619566" cy="167640"/>
          </a:xfrm>
          <a:prstGeom prst="rect">
            <a:avLst/>
          </a:prstGeom>
          <a:solidFill>
            <a:srgbClr val="FFFFFF"/>
          </a:solidFill>
          <a:ln w="0">
            <a:noFill/>
            <a:prstDash val="solid"/>
          </a:ln>
        </p:spPr>
      </p:sp>
      <p:sp>
        <p:nvSpPr>
          <p:cNvPr id="311" name="dp41-comparison / n215 / text 1">
            <a:extLst>
              <a:ext uri="{FF2B5EF4-FFF2-40B4-BE49-F238E27FC236}">
                <ns2:creationId id="{F496B6D1-4322-41EC-8EE3-F479127D2A2F}"/>
              </a:ext>
            </a:extLst>
          </p:cNvPr>
          <p:cNvSpPr>
            <a:spLocks noGrp="1"/>
          </p:cNvSpPr>
          <p:nvPr/>
        </p:nvSpPr>
        <p:spPr>
          <a:xfrm>
            <a:off x="12906375" y="3657600"/>
            <a:ext cx="4572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다음 처리 결정과 전체 결합: Engine 코드</a:t>
            </a:r>
            <a:endParaRPr lang="ko-KR">
              <a:solidFill>
                <a:srgbClr val="000000"/>
              </a:solidFill>
              <a:latin typeface="Calibri"/>
              <a:ea typeface="Calibri"/>
              <a:cs typeface="Calibri"/>
            </a:endParaRPr>
          </a:p>
        </p:txBody>
      </p:sp>
      <p:sp>
        <p:nvSpPr>
          <p:cNvPr id="312" name="dp41-comparison / n225">
            <a:extLst>
              <a:ext uri="{FF2B5EF4-FFF2-40B4-BE49-F238E27FC236}">
                <ns2:creationId id="{64398EB5-48F2-47C2-850C-DC18D8B8CD44}"/>
              </a:ext>
            </a:extLst>
          </p:cNvPr>
          <p:cNvSpPr>
            <a:spLocks noGrp="1"/>
          </p:cNvSpPr>
          <p:nvPr/>
        </p:nvSpPr>
        <p:spPr>
          <a:xfrm>
            <a:off x="9934575" y="6657975"/>
            <a:ext cx="2213610" cy="190500"/>
          </a:xfrm>
          <a:prstGeom prst="rect">
            <a:avLst/>
          </a:prstGeom>
          <a:solidFill>
            <a:srgbClr val="FFFFFF"/>
          </a:solidFill>
          <a:ln w="0">
            <a:noFill/>
            <a:prstDash val="solid"/>
          </a:ln>
        </p:spPr>
      </p:sp>
      <p:sp>
        <p:nvSpPr>
          <p:cNvPr id="313" name="dp41-comparison / n226 / text 1">
            <a:extLst>
              <a:ext uri="{FF2B5EF4-FFF2-40B4-BE49-F238E27FC236}">
                <ns2:creationId id="{182F2778-25F9-4FA4-91DC-89ACB90E51E7}"/>
              </a:ext>
            </a:extLst>
          </p:cNvPr>
          <p:cNvSpPr>
            <a:spLocks noGrp="1"/>
          </p:cNvSpPr>
          <p:nvPr/>
        </p:nvSpPr>
        <p:spPr>
          <a:xfrm>
            <a:off x="9953625" y="6667500"/>
            <a:ext cx="25717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정보 / 대화 / Task 기록 조회</a:t>
            </a:r>
            <a:endParaRPr lang="ko-KR">
              <a:solidFill>
                <a:srgbClr val="000000"/>
              </a:solidFill>
              <a:latin typeface="Calibri"/>
              <a:ea typeface="Calibri"/>
              <a:cs typeface="Calibri"/>
            </a:endParaRPr>
          </a:p>
        </p:txBody>
      </p:sp>
      <p:sp>
        <p:nvSpPr>
          <p:cNvPr id="314" name="dp41-comparison / n228">
            <a:extLst>
              <a:ext uri="{FF2B5EF4-FFF2-40B4-BE49-F238E27FC236}">
                <ns2:creationId id="{A61C8FBE-15EE-4A38-B9CF-238C86CB0E8C}"/>
              </a:ext>
            </a:extLst>
          </p:cNvPr>
          <p:cNvSpPr>
            <a:spLocks noGrp="1"/>
          </p:cNvSpPr>
          <p:nvPr/>
        </p:nvSpPr>
        <p:spPr>
          <a:xfrm>
            <a:off x="9934575" y="7086600"/>
            <a:ext cx="2484501" cy="179070"/>
          </a:xfrm>
          <a:prstGeom prst="rect">
            <a:avLst/>
          </a:prstGeom>
          <a:solidFill>
            <a:srgbClr val="FFFFFF"/>
          </a:solidFill>
          <a:ln w="0">
            <a:noFill/>
            <a:prstDash val="solid"/>
          </a:ln>
        </p:spPr>
      </p:sp>
      <p:sp>
        <p:nvSpPr>
          <p:cNvPr id="315" name="dp41-comparison / n229 / text 1">
            <a:extLst>
              <a:ext uri="{FF2B5EF4-FFF2-40B4-BE49-F238E27FC236}">
                <ns2:creationId id="{21D8141A-E644-47F1-A86B-7A85C6CFCB40}"/>
              </a:ext>
            </a:extLst>
          </p:cNvPr>
          <p:cNvSpPr>
            <a:spLocks noGrp="1"/>
          </p:cNvSpPr>
          <p:nvPr/>
        </p:nvSpPr>
        <p:spPr>
          <a:xfrm>
            <a:off x="9953625" y="7096125"/>
            <a:ext cx="762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반복 제어와 종료 조건</a:t>
            </a:r>
            <a:endParaRPr lang="ko-KR">
              <a:solidFill>
                <a:srgbClr val="000000"/>
              </a:solidFill>
              <a:latin typeface="Calibri"/>
              <a:ea typeface="Calibri"/>
              <a:cs typeface="Calibri"/>
            </a:endParaRPr>
          </a:p>
        </p:txBody>
      </p:sp>
      <p:sp>
        <p:nvSpPr>
          <p:cNvPr id="316" name="dp41-comparison / n245">
            <a:extLst>
              <a:ext uri="{FF2B5EF4-FFF2-40B4-BE49-F238E27FC236}">
                <ns2:creationId id="{722F67C3-7A2A-4594-BA8E-F4E546A2860F}"/>
              </a:ext>
            </a:extLst>
          </p:cNvPr>
          <p:cNvSpPr>
            <a:spLocks noGrp="1"/>
          </p:cNvSpPr>
          <p:nvPr/>
        </p:nvSpPr>
        <p:spPr>
          <a:xfrm>
            <a:off x="15230475" y="7324725"/>
            <a:ext cx="323850" cy="167640"/>
          </a:xfrm>
          <a:prstGeom prst="rect">
            <a:avLst/>
          </a:prstGeom>
          <a:solidFill>
            <a:srgbClr val="FFFFFF"/>
          </a:solidFill>
          <a:ln w="0">
            <a:noFill/>
            <a:prstDash val="solid"/>
          </a:ln>
        </p:spPr>
      </p:sp>
      <p:sp>
        <p:nvSpPr>
          <p:cNvPr id="317" name="dp41-comparison / n246 / text 1">
            <a:extLst>
              <a:ext uri="{FF2B5EF4-FFF2-40B4-BE49-F238E27FC236}">
                <ns2:creationId id="{FB828649-B9CD-4641-B6A0-AF35587AB50E}"/>
              </a:ext>
            </a:extLst>
          </p:cNvPr>
          <p:cNvSpPr>
            <a:spLocks noGrp="1"/>
          </p:cNvSpPr>
          <p:nvPr/>
        </p:nvSpPr>
        <p:spPr>
          <a:xfrm>
            <a:off x="15249525" y="7334250"/>
            <a:ext cx="5238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조회</a:t>
            </a:r>
            <a:endParaRPr lang="ko-KR">
              <a:solidFill>
                <a:srgbClr val="000000"/>
              </a:solidFill>
              <a:latin typeface="Calibri"/>
              <a:ea typeface="Calibri"/>
              <a:cs typeface="Calibri"/>
            </a:endParaRPr>
          </a:p>
        </p:txBody>
      </p:sp>
      <p:sp>
        <p:nvSpPr>
          <p:cNvPr id="318" name="dp41-comparison / n248">
            <a:extLst>
              <a:ext uri="{FF2B5EF4-FFF2-40B4-BE49-F238E27FC236}">
                <ns2:creationId id="{B6EA957A-8E88-4C44-9FDB-A339C2990D52}"/>
              </a:ext>
            </a:extLst>
          </p:cNvPr>
          <p:cNvSpPr>
            <a:spLocks noGrp="1"/>
          </p:cNvSpPr>
          <p:nvPr/>
        </p:nvSpPr>
        <p:spPr>
          <a:xfrm>
            <a:off x="15316200" y="7791450"/>
            <a:ext cx="1921193" cy="167640"/>
          </a:xfrm>
          <a:prstGeom prst="rect">
            <a:avLst/>
          </a:prstGeom>
          <a:solidFill>
            <a:srgbClr val="FFFFFF"/>
          </a:solidFill>
          <a:ln w="0">
            <a:noFill/>
            <a:prstDash val="solid"/>
          </a:ln>
        </p:spPr>
      </p:sp>
      <p:sp>
        <p:nvSpPr>
          <p:cNvPr id="319" name="dp41-comparison / n249 / text 1">
            <a:extLst>
              <a:ext uri="{FF2B5EF4-FFF2-40B4-BE49-F238E27FC236}">
                <ns2:creationId id="{70BE6585-F385-4E05-A840-307A1F1A3704}"/>
              </a:ext>
            </a:extLst>
          </p:cNvPr>
          <p:cNvSpPr>
            <a:spLocks noGrp="1"/>
          </p:cNvSpPr>
          <p:nvPr/>
        </p:nvSpPr>
        <p:spPr>
          <a:xfrm>
            <a:off x="15335250" y="7800975"/>
            <a:ext cx="2095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해결 상태 갱신 후 코드 재검사</a:t>
            </a:r>
            <a:endParaRPr lang="ko-KR">
              <a:solidFill>
                <a:srgbClr val="000000"/>
              </a:solidFill>
              <a:latin typeface="Calibri"/>
              <a:ea typeface="Calibri"/>
              <a:cs typeface="Calibri"/>
            </a:endParaRPr>
          </a:p>
        </p:txBody>
      </p:sp>
      <p:sp>
        <p:nvSpPr>
          <p:cNvPr id="320" name="dp41-comparison / n251">
            <a:extLst>
              <a:ext uri="{FF2B5EF4-FFF2-40B4-BE49-F238E27FC236}">
                <ns2:creationId id="{7328F4E7-7136-4D09-82FD-10F46A37731D}"/>
              </a:ext>
            </a:extLst>
          </p:cNvPr>
          <p:cNvSpPr>
            <a:spLocks noGrp="1"/>
          </p:cNvSpPr>
          <p:nvPr/>
        </p:nvSpPr>
        <p:spPr>
          <a:xfrm>
            <a:off x="12325350" y="7905750"/>
            <a:ext cx="1529906" cy="167640"/>
          </a:xfrm>
          <a:prstGeom prst="rect">
            <a:avLst/>
          </a:prstGeom>
          <a:solidFill>
            <a:srgbClr val="FFFFFF"/>
          </a:solidFill>
          <a:ln w="0">
            <a:noFill/>
            <a:prstDash val="solid"/>
          </a:ln>
        </p:spPr>
      </p:sp>
      <p:sp>
        <p:nvSpPr>
          <p:cNvPr id="321" name="dp41-comparison / n252 / text 1">
            <a:extLst>
              <a:ext uri="{FF2B5EF4-FFF2-40B4-BE49-F238E27FC236}">
                <ns2:creationId id="{EEA7609B-D74D-46F7-8FF1-444F1F686E1A}"/>
              </a:ext>
            </a:extLst>
          </p:cNvPr>
          <p:cNvSpPr>
            <a:spLocks noGrp="1"/>
          </p:cNvSpPr>
          <p:nvPr/>
        </p:nvSpPr>
        <p:spPr>
          <a:xfrm>
            <a:off x="12344400" y="7915275"/>
            <a:ext cx="21145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의미 해석이 필요한 항목</a:t>
            </a:r>
            <a:endParaRPr lang="ko-KR">
              <a:solidFill>
                <a:srgbClr val="000000"/>
              </a:solidFill>
              <a:latin typeface="Calibri"/>
              <a:ea typeface="Calibri"/>
              <a:cs typeface="Calibri"/>
            </a:endParaRPr>
          </a:p>
        </p:txBody>
      </p:sp>
      <p:sp>
        <p:nvSpPr>
          <p:cNvPr id="322" name="dp41-comparison / n254">
            <a:extLst>
              <a:ext uri="{FF2B5EF4-FFF2-40B4-BE49-F238E27FC236}">
                <ns2:creationId id="{6DB34A17-60ED-4963-8351-84CB686D7CA6}"/>
              </a:ext>
            </a:extLst>
          </p:cNvPr>
          <p:cNvSpPr>
            <a:spLocks noGrp="1"/>
          </p:cNvSpPr>
          <p:nvPr/>
        </p:nvSpPr>
        <p:spPr>
          <a:xfrm>
            <a:off x="9934575" y="7667625"/>
            <a:ext cx="1529906" cy="167640"/>
          </a:xfrm>
          <a:prstGeom prst="rect">
            <a:avLst/>
          </a:prstGeom>
          <a:solidFill>
            <a:srgbClr val="FFFFFF"/>
          </a:solidFill>
          <a:ln w="0">
            <a:noFill/>
            <a:prstDash val="solid"/>
          </a:ln>
        </p:spPr>
      </p:sp>
      <p:sp>
        <p:nvSpPr>
          <p:cNvPr id="323" name="dp41-comparison / n255 / text 1">
            <a:extLst>
              <a:ext uri="{FF2B5EF4-FFF2-40B4-BE49-F238E27FC236}">
                <ns2:creationId id="{8FC791C4-B8CB-4586-B858-97A2E254BEE5}"/>
              </a:ext>
            </a:extLst>
          </p:cNvPr>
          <p:cNvSpPr>
            <a:spLocks noGrp="1"/>
          </p:cNvSpPr>
          <p:nvPr/>
        </p:nvSpPr>
        <p:spPr>
          <a:xfrm>
            <a:off x="9953625" y="7677150"/>
            <a:ext cx="2381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부분 결과를 코드에 반환</a:t>
            </a:r>
            <a:endParaRPr lang="ko-KR">
              <a:solidFill>
                <a:srgbClr val="000000"/>
              </a:solidFill>
              <a:latin typeface="Calibri"/>
              <a:ea typeface="Calibri"/>
              <a:cs typeface="Calibri"/>
            </a:endParaRPr>
          </a:p>
        </p:txBody>
      </p:sp>
      <p:sp>
        <p:nvSpPr>
          <p:cNvPr id="324" name="dp41-comparison / n257">
            <a:extLst>
              <a:ext uri="{FF2B5EF4-FFF2-40B4-BE49-F238E27FC236}">
                <ns2:creationId id="{3965BB6B-0DF8-4BAA-BFF3-A39B0312C9C1}"/>
              </a:ext>
            </a:extLst>
          </p:cNvPr>
          <p:cNvSpPr>
            <a:spLocks noGrp="1"/>
          </p:cNvSpPr>
          <p:nvPr/>
        </p:nvSpPr>
        <p:spPr>
          <a:xfrm>
            <a:off x="14573250" y="7905750"/>
            <a:ext cx="512445" cy="133350"/>
          </a:xfrm>
          <a:prstGeom prst="rect">
            <a:avLst/>
          </a:prstGeom>
          <a:solidFill>
            <a:srgbClr val="FFFFFF"/>
          </a:solidFill>
          <a:ln w="0">
            <a:noFill/>
            <a:prstDash val="solid"/>
          </a:ln>
        </p:spPr>
      </p:sp>
      <p:sp>
        <p:nvSpPr>
          <p:cNvPr id="325" name="dp41-comparison / n258 / text 1">
            <a:extLst>
              <a:ext uri="{FF2B5EF4-FFF2-40B4-BE49-F238E27FC236}">
                <ns2:creationId id="{C967DE76-77D4-4C84-AEE3-809ACDBDEC0E}"/>
              </a:ext>
            </a:extLst>
          </p:cNvPr>
          <p:cNvSpPr>
            <a:spLocks noGrp="1"/>
          </p:cNvSpPr>
          <p:nvPr/>
        </p:nvSpPr>
        <p:spPr>
          <a:xfrm>
            <a:off x="14592300" y="7915275"/>
            <a:ext cx="6858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완성/질문</a:t>
            </a:r>
            <a:endParaRPr lang="ko-KR">
              <a:solidFill>
                <a:srgbClr val="000000"/>
              </a:solidFill>
              <a:latin typeface="Calibri"/>
              <a:ea typeface="Calibri"/>
              <a:cs typeface="Calibri"/>
            </a:endParaRPr>
          </a:p>
        </p:txBody>
      </p:sp>
      <p:sp>
        <p:nvSpPr>
          <p:cNvPr id="352" name="v6-header-title">
            <a:extLst>
              <a:ext uri="{FF2B5EF4-FFF2-40B4-BE49-F238E27FC236}">
                <ns2:creationId id="{8F264074-D157-4009-BC1D-863E0B23E09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설계 비교 (원본)</a:t>
            </a:r>
            <a:endParaRPr lang="ko-KR">
              <a:latin typeface="Calibri"/>
              <a:ea typeface="Calibri"/>
              <a:cs typeface="Calibri"/>
            </a:endParaRPr>
          </a:p>
        </p:txBody>
      </p:sp>
      <p:sp>
        <p:nvSpPr>
          <p:cNvPr id="353" name="v6-header-rule">
            <a:extLst>
              <a:ext uri="{FF2B5EF4-FFF2-40B4-BE49-F238E27FC236}">
                <ns2:creationId id="{8018FA84-3ECD-447D-80C4-824D7A957728}"/>
              </a:ext>
            </a:extLst>
          </p:cNvPr>
          <p:cNvSpPr>
            <a:spLocks noGrp="1"/>
          </p:cNvSpPr>
          <p:nvPr/>
        </p:nvSpPr>
        <p:spPr>
          <a:xfrm>
            <a:off x="495300" y="990600"/>
            <a:ext cx="17335500" cy="0"/>
          </a:xfrm>
          <a:prstGeom prst="line">
            <a:avLst/>
          </a:prstGeom>
          <a:noFill/>
          <a:ln w="19050">
            <a:solidFill>
              <a:srgbClr val="A6A6A6"/>
            </a:solidFill>
          </a:ln>
        </p:spPr>
      </p:sp>
      <p:sp>
        <p:nvSpPr>
          <p:cNvPr id="354" name="v6-header-stage-0">
            <a:extLst>
              <a:ext uri="{FF2B5EF4-FFF2-40B4-BE49-F238E27FC236}">
                <ns2:creationId id="{5E5DAF2F-D7D5-4A4C-AC87-4512EC5170F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55" name="v6-header-stage-1">
            <a:extLst>
              <a:ext uri="{FF2B5EF4-FFF2-40B4-BE49-F238E27FC236}">
                <ns2:creationId id="{7A40F239-F61B-4662-B60D-15C0B311856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56" name="v6-header-stage-2">
            <a:extLst>
              <a:ext uri="{FF2B5EF4-FFF2-40B4-BE49-F238E27FC236}">
                <ns2:creationId id="{8C0972E1-C52E-42EB-9BC5-D9D3C7334F8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57" name="v6-header-stage-3">
            <a:extLst>
              <a:ext uri="{FF2B5EF4-FFF2-40B4-BE49-F238E27FC236}">
                <ns2:creationId id="{3F840941-FC69-4C1E-9F3E-5CF5790D3F0B}"/>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8" name="v6-header-stage-4">
            <a:extLst>
              <a:ext uri="{FF2B5EF4-FFF2-40B4-BE49-F238E27FC236}">
                <ns2:creationId id="{0CB65CE9-A73D-472A-9E48-E7444FBB57EE}"/>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59" name="v6-header-page">
            <a:extLst>
              <a:ext uri="{FF2B5EF4-FFF2-40B4-BE49-F238E27FC236}">
                <ns2:creationId id="{2CAF6165-9A6E-435D-AAEA-A97065C40E2B}"/>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47 / 63</a:t>
            </a:r>
            <a:endParaRPr lang="ko-KR">
              <a:latin typeface="Calibri"/>
              <a:ea typeface="Calibri"/>
              <a:cs typeface="Calibri"/>
            </a:endParaRPr>
          </a:p>
        </p:txBody>
      </p:sp>
      <p:sp>
        <p:nvSpPr>
          <p:cNvPr id="360" name="v6-native-header-cell-47-0">
            <a:extLst>
              <a:ext uri="{FF2B5EF4-FFF2-40B4-BE49-F238E27FC236}">
                <ns2:creationId id="{4C7DD651-7BBF-4084-A646-67E47EFF392F}"/>
              </a:ext>
            </a:extLst>
          </p:cNvPr>
          <p:cNvSpPr>
            <a:spLocks noGrp="1"/>
          </p:cNvSpPr>
          <p:nvPr/>
        </p:nvSpPr>
        <p:spPr>
          <a:xfrm>
            <a:off x="381000" y="1857375"/>
            <a:ext cx="1023937" cy="457200"/>
          </a:xfrm>
          <a:prstGeom prst="rect">
            <a:avLst/>
          </a:prstGeom>
          <a:solidFill>
            <a:srgbClr val="C6E0B4"/>
          </a:solidFill>
          <a:ln w="0">
            <a:noFill/>
          </a:ln>
        </p:spPr>
        <p:txBody>
          <a:bodyPr lIns="9525" tIns="133350" rIns="80962" bIns="61436" anchor="ctr">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설계안</a:t>
            </a:r>
            <a:endParaRPr lang="ko-KR">
              <a:latin typeface="Calibri"/>
              <a:ea typeface="Calibri"/>
              <a:cs typeface="Calibri"/>
            </a:endParaRPr>
          </a:p>
        </p:txBody>
      </p:sp>
      <p:sp>
        <p:nvSpPr>
          <p:cNvPr id="361" name="v6-native-header-cell-47-1">
            <a:extLst>
              <a:ext uri="{FF2B5EF4-FFF2-40B4-BE49-F238E27FC236}">
                <ns2:creationId id="{A40C24B7-8BEF-4893-A1A7-263D1B66F45E}"/>
              </a:ext>
            </a:extLst>
          </p:cNvPr>
          <p:cNvSpPr>
            <a:spLocks noGrp="1"/>
          </p:cNvSpPr>
          <p:nvPr/>
        </p:nvSpPr>
        <p:spPr>
          <a:xfrm>
            <a:off x="1404937" y="1857375"/>
            <a:ext cx="8215313" cy="457200"/>
          </a:xfrm>
          <a:prstGeom prst="rect">
            <a:avLst/>
          </a:prstGeom>
          <a:solidFill>
            <a:srgbClr val="C6E0B4"/>
          </a:solidFill>
          <a:ln w="0">
            <a:noFill/>
          </a:ln>
        </p:spPr>
        <p:txBody>
          <a:bodyPr lIns="80963" tIns="95250" rIns="152400" bIns="2858"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A 모델 주도 해석</a:t>
            </a:r>
            <a:endParaRPr lang="ko-KR">
              <a:latin typeface="Calibri"/>
              <a:ea typeface="Calibri"/>
              <a:cs typeface="Calibri"/>
            </a:endParaRPr>
          </a:p>
        </p:txBody>
      </p:sp>
      <p:sp>
        <p:nvSpPr>
          <p:cNvPr id="362" name="v6-native-header-cell-47-2">
            <a:extLst>
              <a:ext uri="{FF2B5EF4-FFF2-40B4-BE49-F238E27FC236}">
                <ns2:creationId id="{A0ABEA8D-FE6E-4663-90CB-5713906B0B3A}"/>
              </a:ext>
            </a:extLst>
          </p:cNvPr>
          <p:cNvSpPr>
            <a:spLocks noGrp="1"/>
          </p:cNvSpPr>
          <p:nvPr/>
        </p:nvSpPr>
        <p:spPr>
          <a:xfrm>
            <a:off x="9620250" y="1857375"/>
            <a:ext cx="8286750" cy="457200"/>
          </a:xfrm>
          <a:prstGeom prst="rect">
            <a:avLst/>
          </a:prstGeom>
          <a:solidFill>
            <a:srgbClr val="C6E0B4"/>
          </a:solidFill>
          <a:ln w="0">
            <a:noFill/>
          </a:ln>
        </p:spPr>
        <p:txBody>
          <a:bodyPr lIns="152400" tIns="95250" rIns="152400" bIns="2858"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B 모델 요청 틀과 코드 주도 완성</a:t>
            </a:r>
            <a:endParaRPr lang="ko-KR">
              <a:latin typeface="Calibri"/>
              <a:ea typeface="Calibri"/>
              <a:cs typeface="Calibri"/>
            </a:endParaRPr>
          </a:p>
        </p:txBody>
      </p:sp>
    </p:spTree>
    <p:extLst>
      <p:ext uri="{BB962C8B-B14F-4D97-AF65-F5344CB8AC3E}">
        <p14:creationId val="1614029304"/>
      </p:ext>
    </p:extLst>
  </p:cSld>
</p:sld>
</file>

<file path=ppt/slides/slide23.xml><?xml version="1.0" encoding="utf-8"?>
<p:sld xmlns:a="http://schemas.openxmlformats.org/drawingml/2006/main" xmlns:ns2="http://schemas.microsoft.com/office/drawing/2014/main" xmlns:p="http://schemas.openxmlformats.org/presentationml/2006/main" xmlns:p14="http://schemas.microsoft.com/office/powerpoint/2010/main">
  <p:cSld name="dp41-qa">
    <p:bg>
      <p:bgPr>
        <a:solidFill>
          <a:srgbClr val="FFFFFF"/>
        </a:solidFill>
      </p:bgPr>
    </p:bg>
    <p:spTree>
      <p:nvGrpSpPr>
        <p:cNvPr id="1" name=""/>
        <p:cNvGrpSpPr/>
        <p:nvPr/>
      </p:nvGrpSpPr>
      <p:grpSpPr>
        <a:xfrm/>
      </p:grpSpPr>
      <p:sp>
        <p:nvSpPr>
          <p:cNvPr id="4" name="dp41-v5-qa-detail / n4">
            <a:extLst>
              <a:ext uri="{FF2B5EF4-FFF2-40B4-BE49-F238E27FC236}">
                <ns2:creationId id="{ED91EBDD-DBD7-4722-9F01-F7D53B912430}"/>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1-v5-qa-detail / n5">
            <a:extLst>
              <a:ext uri="{FF2B5EF4-FFF2-40B4-BE49-F238E27FC236}">
                <ns2:creationId id="{01C78F1B-3135-42C1-8D9F-C267483E07E6}"/>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1-v5-qa-detail / n6">
            <a:extLst>
              <a:ext uri="{FF2B5EF4-FFF2-40B4-BE49-F238E27FC236}">
                <ns2:creationId id="{5424F279-7F9F-46D8-A80B-4D8B6108684C}"/>
              </a:ext>
            </a:extLst>
          </p:cNvPr>
          <p:cNvSpPr>
            <a:spLocks noGrp="1"/>
          </p:cNvSpPr>
          <p:nvPr/>
        </p:nvSpPr>
        <p:spPr>
          <a:xfrm>
            <a:off x="381000" y="2143125"/>
            <a:ext cx="17526000" cy="457200"/>
          </a:xfrm>
          <a:prstGeom prst="rect">
            <a:avLst/>
          </a:prstGeom>
          <a:solidFill>
            <a:srgbClr val="C6E0B4"/>
          </a:solidFill>
          <a:ln w="0">
            <a:noFill/>
          </a:ln>
        </p:spPr>
      </p:sp>
      <p:sp>
        <p:nvSpPr>
          <p:cNvPr id="11" name="dp41-v5-qa-detail / n11">
            <a:extLst>
              <a:ext uri="{FF2B5EF4-FFF2-40B4-BE49-F238E27FC236}">
                <ns2:creationId id="{11EE1F00-A7B3-4A7F-95A4-B40D705F462B}"/>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1-v5-qa-detail / n12">
            <a:extLst>
              <a:ext uri="{FF2B5EF4-FFF2-40B4-BE49-F238E27FC236}">
                <ns2:creationId id="{A4E23A7C-19C4-4814-8EDD-E7CD421478DD}"/>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1-v5-qa-detail / n13">
            <a:extLst>
              <a:ext uri="{FF2B5EF4-FFF2-40B4-BE49-F238E27FC236}">
                <ns2:creationId id="{365212E8-C15F-4126-A24C-98D0659B4FFC}"/>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1-v5-qa-detail / n14">
            <a:extLst>
              <a:ext uri="{FF2B5EF4-FFF2-40B4-BE49-F238E27FC236}">
                <ns2:creationId id="{95EDCD3E-09F8-4F25-85E2-136AB51D11A3}"/>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1-v5-qa-detail / n15">
            <a:extLst>
              <a:ext uri="{FF2B5EF4-FFF2-40B4-BE49-F238E27FC236}">
                <ns2:creationId id="{D9B35B9F-7864-40FC-BF20-DAB201DFB25F}"/>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전체 의미 결합과 부분 갱신</a:t>
            </a:r>
            <a:endParaRPr lang="ko-KR">
              <a:solidFill>
                <a:srgbClr val="000000"/>
              </a:solidFill>
              <a:latin typeface="Calibri"/>
              <a:ea typeface="Calibri"/>
              <a:cs typeface="Calibri"/>
            </a:endParaRPr>
          </a:p>
        </p:txBody>
      </p:sp>
      <p:sp>
        <p:nvSpPr>
          <p:cNvPr id="16" name="dp41-v5-qa-detail / n16">
            <a:extLst>
              <a:ext uri="{FF2B5EF4-FFF2-40B4-BE49-F238E27FC236}">
                <ns2:creationId id="{B4301635-3C58-4EE8-A32C-C28B0741BCB9}"/>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1-v5-qa-detail / n17">
            <a:extLst>
              <a:ext uri="{FF2B5EF4-FFF2-40B4-BE49-F238E27FC236}">
                <ns2:creationId id="{626E752F-29B4-4EFB-8601-4B0DD150A2BC}"/>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틀의 표현 범위와 부분 결합</a:t>
            </a:r>
            <a:endParaRPr lang="ko-KR">
              <a:solidFill>
                <a:srgbClr val="000000"/>
              </a:solidFill>
              <a:latin typeface="Calibri"/>
              <a:ea typeface="Calibri"/>
              <a:cs typeface="Calibri"/>
            </a:endParaRPr>
          </a:p>
        </p:txBody>
      </p:sp>
      <p:sp>
        <p:nvSpPr>
          <p:cNvPr id="18" name="dp41-v5-qa-detail / n18">
            <a:extLst>
              <a:ext uri="{FF2B5EF4-FFF2-40B4-BE49-F238E27FC236}">
                <ns2:creationId id="{EB9F4260-0BE9-4853-949F-161BCAA45BAB}"/>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1-v5-qa-detail / n19">
            <a:extLst>
              <a:ext uri="{FF2B5EF4-FFF2-40B4-BE49-F238E27FC236}">
                <ns2:creationId id="{A39E54C1-EE94-463C-AA90-1454391871ED}"/>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1-v5-qa-detail / n20">
            <a:extLst>
              <a:ext uri="{FF2B5EF4-FFF2-40B4-BE49-F238E27FC236}">
                <ns2:creationId id="{9AE31550-93AF-4283-853B-B5DB4DA25740}"/>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1-v5-qa-detail / n21">
            <a:extLst>
              <a:ext uri="{FF2B5EF4-FFF2-40B4-BE49-F238E27FC236}">
                <ns2:creationId id="{1D817D02-4DD9-4437-BC4A-15BF63F8D539}"/>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1-v5-qa-detail / n22">
            <a:extLst>
              <a:ext uri="{FF2B5EF4-FFF2-40B4-BE49-F238E27FC236}">
                <ns2:creationId id="{11AB8B1B-6BE3-4C5A-A30F-E5BDE0878BA4}"/>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1-v5-qa-detail / n23">
            <a:extLst>
              <a:ext uri="{FF2B5EF4-FFF2-40B4-BE49-F238E27FC236}">
                <ns2:creationId id="{CEEAB85B-A4A0-4F5D-B3BC-777A47A60D28}"/>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1-v5-qa-detail / n24">
            <a:extLst>
              <a:ext uri="{FF2B5EF4-FFF2-40B4-BE49-F238E27FC236}">
                <ns2:creationId id="{8CAFBBEB-1B15-420B-B77A-1E6DE6BD56E8}"/>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1-v5-qa-detail / n25">
            <a:extLst>
              <a:ext uri="{FF2B5EF4-FFF2-40B4-BE49-F238E27FC236}">
                <ns2:creationId id="{03117806-D11F-4A9C-91D2-6CBF24CAD438}"/>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 후 재판단과 실제 첫 반응</a:t>
            </a:r>
            <a:endParaRPr lang="ko-KR">
              <a:solidFill>
                <a:srgbClr val="000000"/>
              </a:solidFill>
              <a:latin typeface="Calibri"/>
              <a:ea typeface="Calibri"/>
              <a:cs typeface="Calibri"/>
            </a:endParaRPr>
          </a:p>
        </p:txBody>
      </p:sp>
      <p:sp>
        <p:nvSpPr>
          <p:cNvPr id="26" name="dp41-v5-qa-detail / n26">
            <a:extLst>
              <a:ext uri="{FF2B5EF4-FFF2-40B4-BE49-F238E27FC236}">
                <ns2:creationId id="{3E334E8B-52A5-41AD-AD4F-A39F56F90AE0}"/>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1-v5-qa-detail / n27">
            <a:extLst>
              <a:ext uri="{FF2B5EF4-FFF2-40B4-BE49-F238E27FC236}">
                <ns2:creationId id="{833C0D10-90E5-4B5A-8490-4188220065F9}"/>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지원 항목의 코드 해결과 추가 해석</a:t>
            </a:r>
            <a:endParaRPr lang="ko-KR">
              <a:solidFill>
                <a:srgbClr val="000000"/>
              </a:solidFill>
              <a:latin typeface="Calibri"/>
              <a:ea typeface="Calibri"/>
              <a:cs typeface="Calibri"/>
            </a:endParaRPr>
          </a:p>
        </p:txBody>
      </p:sp>
      <p:sp>
        <p:nvSpPr>
          <p:cNvPr id="28" name="dp41-v5-qa-detail / n28">
            <a:extLst>
              <a:ext uri="{FF2B5EF4-FFF2-40B4-BE49-F238E27FC236}">
                <ns2:creationId id="{A695B8AC-18D4-4BCD-94BC-1E1413437B91}"/>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1-v5-qa-detail / n29">
            <a:extLst>
              <a:ext uri="{FF2B5EF4-FFF2-40B4-BE49-F238E27FC236}">
                <ns2:creationId id="{A753891C-CA7C-4C99-A649-7FD20CDAEC68}"/>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1-v5-qa-detail / n30">
            <a:extLst>
              <a:ext uri="{FF2B5EF4-FFF2-40B4-BE49-F238E27FC236}">
                <ns2:creationId id="{60AA3BF6-60B1-4686-BE89-932723CAFDB5}"/>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1-v5-qa-detail / n31">
            <a:extLst>
              <a:ext uri="{FF2B5EF4-FFF2-40B4-BE49-F238E27FC236}">
                <ns2:creationId id="{FAD9AEF8-F9F3-4F75-A4F5-1E92322F7B45}"/>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1-v5-qa-detail / n32">
            <a:extLst>
              <a:ext uri="{FF2B5EF4-FFF2-40B4-BE49-F238E27FC236}">
                <ns2:creationId id="{23018098-10C5-4ABF-954D-ACD77D3D66DE}"/>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1-v5-qa-detail / n33">
            <a:extLst>
              <a:ext uri="{FF2B5EF4-FFF2-40B4-BE49-F238E27FC236}">
                <ns2:creationId id="{92536FD1-CDC0-49D3-A82E-3DFB89976E88}"/>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1-v5-qa-detail / n34">
            <a:extLst>
              <a:ext uri="{FF2B5EF4-FFF2-40B4-BE49-F238E27FC236}">
                <ns2:creationId id="{6F131799-EB0C-4FA9-915C-B519F1E4378B}"/>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1-v5-qa-detail / n35">
            <a:extLst>
              <a:ext uri="{FF2B5EF4-FFF2-40B4-BE49-F238E27FC236}">
                <ns2:creationId id="{1A3AB1B8-A2C2-4EAB-9963-556C87A09575}"/>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조회와 전체 판단의 반복 경로</a:t>
            </a:r>
            <a:endParaRPr lang="ko-KR">
              <a:solidFill>
                <a:srgbClr val="000000"/>
              </a:solidFill>
              <a:latin typeface="Calibri"/>
              <a:ea typeface="Calibri"/>
              <a:cs typeface="Calibri"/>
            </a:endParaRPr>
          </a:p>
        </p:txBody>
      </p:sp>
      <p:sp>
        <p:nvSpPr>
          <p:cNvPr id="36" name="dp41-v5-qa-detail / n36">
            <a:extLst>
              <a:ext uri="{FF2B5EF4-FFF2-40B4-BE49-F238E27FC236}">
                <ns2:creationId id="{87AE9212-D168-4CD6-8522-44C2CE49B86D}"/>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1-v5-qa-detail / n37">
            <a:extLst>
              <a:ext uri="{FF2B5EF4-FFF2-40B4-BE49-F238E27FC236}">
                <ns2:creationId id="{BEF72A28-F5CC-467A-8CD3-D86A66FEEE45}"/>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항목별 해결과 코드 결합 경로</a:t>
            </a:r>
            <a:endParaRPr lang="ko-KR">
              <a:solidFill>
                <a:srgbClr val="000000"/>
              </a:solidFill>
              <a:latin typeface="Calibri"/>
              <a:ea typeface="Calibri"/>
              <a:cs typeface="Calibri"/>
            </a:endParaRPr>
          </a:p>
        </p:txBody>
      </p:sp>
      <p:sp>
        <p:nvSpPr>
          <p:cNvPr id="38" name="dp41-v5-qa-detail / n38">
            <a:extLst>
              <a:ext uri="{FF2B5EF4-FFF2-40B4-BE49-F238E27FC236}">
                <ns2:creationId id="{B0C63B51-D0F4-4BD3-BB13-B778156DAF71}"/>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1-v5-qa-detail / n39">
            <a:extLst>
              <a:ext uri="{FF2B5EF4-FFF2-40B4-BE49-F238E27FC236}">
                <ns2:creationId id="{789C8266-A37B-4E1B-9732-337622BC9CB5}"/>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1-v5-qa-detail / n40">
            <a:extLst>
              <a:ext uri="{FF2B5EF4-FFF2-40B4-BE49-F238E27FC236}">
                <ns2:creationId id="{7AA0AD33-271A-435F-A499-A6D61376514D}"/>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1-v5-qa-detail / n41">
            <a:extLst>
              <a:ext uri="{FF2B5EF4-FFF2-40B4-BE49-F238E27FC236}">
                <ns2:creationId id="{E4460410-FB0F-446D-89C3-1D8DA20314D6}"/>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1-v5-qa-detail / n42">
            <a:extLst>
              <a:ext uri="{FF2B5EF4-FFF2-40B4-BE49-F238E27FC236}">
                <ns2:creationId id="{9853EA94-EDF2-4D17-9816-D2ECFAAF67AE}"/>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1-v5-qa-detail / n43">
            <a:extLst>
              <a:ext uri="{FF2B5EF4-FFF2-40B4-BE49-F238E27FC236}">
                <ns2:creationId id="{1DFBFFC3-61CB-4A0F-980E-D594917871D7}"/>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1-v5-qa-detail / n44">
            <a:extLst>
              <a:ext uri="{FF2B5EF4-FFF2-40B4-BE49-F238E27FC236}">
                <ns2:creationId id="{EAD89BA1-DD8F-4D44-B68B-BC088280F17B}"/>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1-v5-qa-detail / n45">
            <a:extLst>
              <a:ext uri="{FF2B5EF4-FFF2-40B4-BE49-F238E27FC236}">
                <ns2:creationId id="{F122833A-6DE3-4CE4-880A-FEE2C2530DDE}"/>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재판단 token과 폐기 청구</a:t>
            </a:r>
            <a:endParaRPr lang="ko-KR">
              <a:solidFill>
                <a:srgbClr val="000000"/>
              </a:solidFill>
              <a:latin typeface="Calibri"/>
              <a:ea typeface="Calibri"/>
              <a:cs typeface="Calibri"/>
            </a:endParaRPr>
          </a:p>
        </p:txBody>
      </p:sp>
      <p:sp>
        <p:nvSpPr>
          <p:cNvPr id="46" name="dp41-v5-qa-detail / n46">
            <a:extLst>
              <a:ext uri="{FF2B5EF4-FFF2-40B4-BE49-F238E27FC236}">
                <ns2:creationId id="{5032F526-9BB0-4F06-8607-777CA7F8D8E1}"/>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1-v5-qa-detail / n47">
            <a:extLst>
              <a:ext uri="{FF2B5EF4-FFF2-40B4-BE49-F238E27FC236}">
                <ns2:creationId id="{5D87B27D-CBD0-4367-B6AD-9DDA7638AB6A}"/>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부분 해석 호출과 전체 청구</a:t>
            </a:r>
            <a:endParaRPr lang="ko-KR">
              <a:solidFill>
                <a:srgbClr val="000000"/>
              </a:solidFill>
              <a:latin typeface="Calibri"/>
              <a:ea typeface="Calibri"/>
              <a:cs typeface="Calibri"/>
            </a:endParaRPr>
          </a:p>
        </p:txBody>
      </p:sp>
      <p:sp>
        <p:nvSpPr>
          <p:cNvPr id="48" name="dp41-v5-qa-detail / n48">
            <a:extLst>
              <a:ext uri="{FF2B5EF4-FFF2-40B4-BE49-F238E27FC236}">
                <ns2:creationId id="{989CA431-0137-498F-A11C-863F34A0068C}"/>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1-v5-qa-detail / n49">
            <a:extLst>
              <a:ext uri="{FF2B5EF4-FFF2-40B4-BE49-F238E27FC236}">
                <ns2:creationId id="{8D7F4842-4C49-4BF5-A426-ACA9F13F7487}"/>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1-v5-qa-detail / n50">
            <a:extLst>
              <a:ext uri="{FF2B5EF4-FFF2-40B4-BE49-F238E27FC236}">
                <ns2:creationId id="{1F375650-F3F5-43A0-B87C-893D0B22E4B1}"/>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1-v5-qa-detail / n51">
            <a:extLst>
              <a:ext uri="{FF2B5EF4-FFF2-40B4-BE49-F238E27FC236}">
                <ns2:creationId id="{0326F995-592C-4EA7-89BB-D8665B0187D0}"/>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1-v5-qa-detail / n52">
            <a:extLst>
              <a:ext uri="{FF2B5EF4-FFF2-40B4-BE49-F238E27FC236}">
                <ns2:creationId id="{5FBD2EF8-ABDD-4A7F-90DD-E73B38841A6A}"/>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1-v5-qa-detail / n53">
            <a:extLst>
              <a:ext uri="{FF2B5EF4-FFF2-40B4-BE49-F238E27FC236}">
                <ns2:creationId id="{00F9ACB1-AEB8-4DDC-A570-B11B563F78E0}"/>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1-v5-qa-detail / n54">
            <a:extLst>
              <a:ext uri="{FF2B5EF4-FFF2-40B4-BE49-F238E27FC236}">
                <ns2:creationId id="{CA248064-BDD9-4053-9F5B-1197C509519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1-v5-qa-detail / n55">
            <a:extLst>
              <a:ext uri="{FF2B5EF4-FFF2-40B4-BE49-F238E27FC236}">
                <ns2:creationId id="{90063DDA-614C-4769-ADB9-E47903DC7896}"/>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모델 지침과 검증의 실제 수정</a:t>
            </a:r>
            <a:endParaRPr lang="ko-KR">
              <a:solidFill>
                <a:srgbClr val="000000"/>
              </a:solidFill>
              <a:latin typeface="Calibri"/>
              <a:ea typeface="Calibri"/>
              <a:cs typeface="Calibri"/>
            </a:endParaRPr>
          </a:p>
        </p:txBody>
      </p:sp>
      <p:sp>
        <p:nvSpPr>
          <p:cNvPr id="56" name="dp41-v5-qa-detail / n56">
            <a:extLst>
              <a:ext uri="{FF2B5EF4-FFF2-40B4-BE49-F238E27FC236}">
                <ns2:creationId id="{380F6604-581D-42E8-9EB4-15AB78E1D6BC}"/>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1-v5-qa-detail / n57">
            <a:extLst>
              <a:ext uri="{FF2B5EF4-FFF2-40B4-BE49-F238E27FC236}">
                <ns2:creationId id="{3B5FE526-81C0-44A0-BAB1-46AD74B266C3}"/>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틀과 Engine 규칙의 실제 수정</a:t>
            </a:r>
            <a:endParaRPr lang="ko-KR">
              <a:solidFill>
                <a:srgbClr val="000000"/>
              </a:solidFill>
              <a:latin typeface="Calibri"/>
              <a:ea typeface="Calibri"/>
              <a:cs typeface="Calibri"/>
            </a:endParaRPr>
          </a:p>
        </p:txBody>
      </p:sp>
      <p:sp>
        <p:nvSpPr>
          <p:cNvPr id="58" name="dp41-v5-qa-detail / n58">
            <a:extLst>
              <a:ext uri="{FF2B5EF4-FFF2-40B4-BE49-F238E27FC236}">
                <ns2:creationId id="{BC4ABEAE-DDDA-4442-95DB-596A788E9910}"/>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1-v5-qa-detail / n59">
            <a:extLst>
              <a:ext uri="{FF2B5EF4-FFF2-40B4-BE49-F238E27FC236}">
                <ns2:creationId id="{1E62788B-DC90-403F-B1E7-4B86BB02A6DB}"/>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1-v5-qa-detail / n60">
            <a:extLst>
              <a:ext uri="{FF2B5EF4-FFF2-40B4-BE49-F238E27FC236}">
                <ns2:creationId id="{E61B8E10-1120-485E-B464-9FC6F7707515}"/>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1-v5-qa-detail / n61">
            <a:extLst>
              <a:ext uri="{FF2B5EF4-FFF2-40B4-BE49-F238E27FC236}">
                <ns2:creationId id="{9B1DC24A-BBE3-40FA-B4B8-7A06777EB53F}"/>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1-v5-qa-detail / n62">
            <a:extLst>
              <a:ext uri="{FF2B5EF4-FFF2-40B4-BE49-F238E27FC236}">
                <ns2:creationId id="{2B2CB187-B566-42B9-9469-384717EEAD79}"/>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1-v5-qa-detail / n63">
            <a:extLst>
              <a:ext uri="{FF2B5EF4-FFF2-40B4-BE49-F238E27FC236}">
                <ns2:creationId id="{7AD11CA0-10E1-40B1-B5CE-433620451F68}"/>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1-v5-qa-detail / n64">
            <a:extLst>
              <a:ext uri="{FF2B5EF4-FFF2-40B4-BE49-F238E27FC236}">
                <ns2:creationId id="{9AC8B7E4-7683-4442-99FA-287F9174EE68}"/>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1-v5-qa-detail / n65">
            <a:extLst>
              <a:ext uri="{FF2B5EF4-FFF2-40B4-BE49-F238E27FC236}">
                <ns2:creationId id="{32D8370C-7BB7-4E4C-8714-6A8F5D71ACA9}"/>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Context와 조회 buffer의 동시 할당</a:t>
            </a:r>
            <a:endParaRPr lang="ko-KR">
              <a:solidFill>
                <a:srgbClr val="000000"/>
              </a:solidFill>
              <a:latin typeface="Calibri"/>
              <a:ea typeface="Calibri"/>
              <a:cs typeface="Calibri"/>
            </a:endParaRPr>
          </a:p>
        </p:txBody>
      </p:sp>
      <p:sp>
        <p:nvSpPr>
          <p:cNvPr id="66" name="dp41-v5-qa-detail / n66">
            <a:extLst>
              <a:ext uri="{FF2B5EF4-FFF2-40B4-BE49-F238E27FC236}">
                <ns2:creationId id="{C3602A92-B5D8-495F-9117-32EDA9452F14}"/>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1,760MiB (가정)</a:t>
            </a:r>
            <a:endParaRPr lang="ko-KR">
              <a:solidFill>
                <a:srgbClr val="000000"/>
              </a:solidFill>
              <a:latin typeface="Calibri"/>
              <a:ea typeface="Calibri"/>
              <a:cs typeface="Calibri"/>
            </a:endParaRPr>
          </a:p>
        </p:txBody>
      </p:sp>
      <p:sp>
        <p:nvSpPr>
          <p:cNvPr id="67" name="dp41-v5-qa-detail / n67">
            <a:extLst>
              <a:ext uri="{FF2B5EF4-FFF2-40B4-BE49-F238E27FC236}">
                <ns2:creationId id="{96839E01-55DB-4232-A00C-0D57B8246353}"/>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틀과 해결 상태의 동시 할당</a:t>
            </a:r>
            <a:endParaRPr lang="ko-KR">
              <a:solidFill>
                <a:srgbClr val="000000"/>
              </a:solidFill>
              <a:latin typeface="Calibri"/>
              <a:ea typeface="Calibri"/>
              <a:cs typeface="Calibri"/>
            </a:endParaRPr>
          </a:p>
        </p:txBody>
      </p:sp>
      <p:sp>
        <p:nvSpPr>
          <p:cNvPr id="68" name="dp41-v5-qa-detail / n68">
            <a:extLst>
              <a:ext uri="{FF2B5EF4-FFF2-40B4-BE49-F238E27FC236}">
                <ns2:creationId id="{08011A11-C50D-4A2C-B15C-C8C4385E39DD}"/>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1-v5-qa-detail / n69">
            <a:extLst>
              <a:ext uri="{FF2B5EF4-FFF2-40B4-BE49-F238E27FC236}">
                <ns2:creationId id="{176FD637-CA98-425C-8AFF-9C4CE27CCF12}"/>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1-v5-qa-detail / n70">
            <a:extLst>
              <a:ext uri="{FF2B5EF4-FFF2-40B4-BE49-F238E27FC236}">
                <ns2:creationId id="{A0E5F905-6D24-470B-A2BF-915A0152564E}"/>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1-v5-qa-detail / n71">
            <a:extLst>
              <a:ext uri="{FF2B5EF4-FFF2-40B4-BE49-F238E27FC236}">
                <ns2:creationId id="{5C507C4A-CEDB-42F2-AAB9-0E45A00D8320}"/>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1-v5-qa-detail / n72">
            <a:extLst>
              <a:ext uri="{FF2B5EF4-FFF2-40B4-BE49-F238E27FC236}">
                <ns2:creationId id="{71921989-94F8-4B69-9184-B722DFF2F6D9}"/>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1-v5-qa-detail / n73">
            <a:extLst>
              <a:ext uri="{FF2B5EF4-FFF2-40B4-BE49-F238E27FC236}">
                <ns2:creationId id="{1D2D0D86-0F6C-4B78-B0BD-3DEDB7B92720}"/>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1-v5-qa-detail / n74">
            <a:extLst>
              <a:ext uri="{FF2B5EF4-FFF2-40B4-BE49-F238E27FC236}">
                <ns2:creationId id="{833C1848-D91C-451F-ABAF-9C497A6C4EE8}"/>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p:txBody>
      </p:sp>
      <p:sp>
        <p:nvSpPr>
          <p:cNvPr id="75" name="dp41-v5-qa-detail / n75">
            <a:extLst>
              <a:ext uri="{FF2B5EF4-FFF2-40B4-BE49-F238E27FC236}">
                <ns2:creationId id="{078F0A7F-8F29-4D45-82E6-0A94D8B6B84B}"/>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1-v5-qa-detail / n76">
            <a:extLst>
              <a:ext uri="{FF2B5EF4-FFF2-40B4-BE49-F238E27FC236}">
                <ns2:creationId id="{A6BDA7A4-9A6D-434C-8351-8D0F9C38E679}"/>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3CD62C29-CE39-4D6F-99A6-030C940CE5E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품질 평가 상세</a:t>
            </a:r>
            <a:endParaRPr lang="ko-KR">
              <a:latin typeface="Calibri"/>
              <a:ea typeface="Calibri"/>
              <a:cs typeface="Calibri"/>
            </a:endParaRPr>
          </a:p>
        </p:txBody>
      </p:sp>
      <p:sp>
        <p:nvSpPr>
          <p:cNvPr id="78" name="v6-header-rule">
            <a:extLst>
              <a:ext uri="{FF2B5EF4-FFF2-40B4-BE49-F238E27FC236}">
                <ns2:creationId id="{C34B4AF8-7D73-4007-A495-B90CABCB79F9}"/>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4E2BA721-85D1-4264-99D9-FE16023D391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E7F7967E-42D5-4583-B65F-08283052686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BDEA9A1F-42E9-4200-9BC3-749F36AE0B9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B0BD8050-591E-4699-9C29-2A86A43B647C}"/>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7AEE2346-AA58-42B5-931F-9484B534AB9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84" name="v6-header-page">
            <a:extLst>
              <a:ext uri="{FF2B5EF4-FFF2-40B4-BE49-F238E27FC236}">
                <ns2:creationId id="{3A4AEDB8-2597-4160-81B5-5CA08A66396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48 / 63</a:t>
            </a:r>
            <a:endParaRPr lang="ko-KR">
              <a:latin typeface="Calibri"/>
              <a:ea typeface="Calibri"/>
              <a:cs typeface="Calibri"/>
            </a:endParaRPr>
          </a:p>
        </p:txBody>
      </p:sp>
      <p:sp>
        <p:nvSpPr>
          <p:cNvPr id="85" name="v6-native-header-cell-48-0">
            <a:extLst>
              <a:ext uri="{FF2B5EF4-FFF2-40B4-BE49-F238E27FC236}">
                <ns2:creationId id="{8BD16BE5-837C-44E2-B10B-B19B16C79487}"/>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48-1">
            <a:extLst>
              <a:ext uri="{FF2B5EF4-FFF2-40B4-BE49-F238E27FC236}">
                <ns2:creationId id="{835C704E-BF0E-4423-96DA-5A281A203768}"/>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모델 주도 해석</a:t>
            </a:r>
            <a:endParaRPr lang="ko-KR">
              <a:latin typeface="Calibri"/>
              <a:ea typeface="Calibri"/>
              <a:cs typeface="Calibri"/>
            </a:endParaRPr>
          </a:p>
        </p:txBody>
      </p:sp>
      <p:sp>
        <p:nvSpPr>
          <p:cNvPr id="87" name="v6-native-header-cell-48-2">
            <a:extLst>
              <a:ext uri="{FF2B5EF4-FFF2-40B4-BE49-F238E27FC236}">
                <ns2:creationId id="{91FE1532-BB58-45A1-AC2F-DC21F9768C13}"/>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모델 요청 틀과 코드 주도 완성</a:t>
            </a:r>
            <a:endParaRPr lang="ko-KR">
              <a:latin typeface="Calibri"/>
              <a:ea typeface="Calibri"/>
              <a:cs typeface="Calibri"/>
            </a:endParaRPr>
          </a:p>
        </p:txBody>
      </p:sp>
      <p:sp>
        <p:nvSpPr>
          <p:cNvPr id="88" name="v6-native-header-cell-48-3">
            <a:extLst>
              <a:ext uri="{FF2B5EF4-FFF2-40B4-BE49-F238E27FC236}">
                <ns2:creationId id="{5180E861-40FC-4366-AECC-4F86190F13EF}"/>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349680528"/>
      </p:ext>
    </p:extLst>
  </p:cSld>
</p:sld>
</file>

<file path=ppt/slides/slide2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
    <p:bg>
      <p:bgPr>
        <a:solidFill>
          <a:srgbClr val="FFFFFF"/>
        </a:solidFill>
      </p:bgPr>
    </p:bg>
    <p:spTree>
      <p:nvGrpSpPr>
        <p:cNvPr id="1" name=""/>
        <p:cNvGrpSpPr/>
        <p:nvPr/>
      </p:nvGrpSpPr>
      <p:grpSpPr>
        <a:xfrm/>
      </p:grpSpPr>
      <p:sp>
        <p:nvSpPr>
          <p:cNvPr id="3"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“보고서 내용을 설명해주고,</a:t>
            </a:r>
            <a:endParaRPr lang="ko-KR">
              <a:solidFill>
                <a:srgbClr val="000000"/>
              </a:solidFill>
              <a:latin typeface="Calibri"/>
              <a:ea typeface="Calibri"/>
              <a:cs typeface="Calibri"/>
            </a:endParaRPr>
          </a:p>
        </p:txBody>
      </p:sp>
      <p:sp>
        <p:nvSpPr>
          <p:cNvPr id="4"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내일 팀 회의 안내 메일 초안도 만들어줘.”</a:t>
            </a:r>
            <a:endParaRPr lang="ko-KR">
              <a:solidFill>
                <a:srgbClr val="000000"/>
              </a:solidFill>
              <a:latin typeface="Calibri"/>
              <a:ea typeface="Calibri"/>
              <a:cs typeface="Calibri"/>
            </a:endParaRP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사용자 발화</a:t>
            </a:r>
            <a:endParaRPr lang="ko-KR">
              <a:solidFill>
                <a:srgbClr val="000000"/>
              </a:solidFill>
              <a:latin typeface="Calibri"/>
              <a:ea typeface="Calibri"/>
              <a:cs typeface="Calibri"/>
            </a:endParaRPr>
          </a:p>
        </p:txBody>
      </p:sp>
      <p:sp>
        <p:nvSpPr>
          <p:cNvPr id="9"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준비 완료</a:t>
            </a:r>
            <a:endParaRPr lang="ko-KR">
              <a:solidFill>
                <a:srgbClr val="000000"/>
              </a:solidFill>
              <a:latin typeface="Calibri"/>
              <a:ea typeface="Calibri"/>
              <a:cs typeface="Calibri"/>
            </a:endParaRPr>
          </a:p>
        </p:txBody>
      </p:sp>
      <p:sp>
        <p:nvSpPr>
          <p:cNvPr id="10"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Agent의 질문</a:t>
            </a:r>
            <a:endParaRPr lang="ko-KR">
              <a:solidFill>
                <a:srgbClr val="000000"/>
              </a:solidFill>
              <a:latin typeface="Calibri"/>
              <a:ea typeface="Calibri"/>
              <a:cs typeface="Calibri"/>
            </a:endParaRPr>
          </a:p>
        </p:txBody>
      </p:sp>
      <p:sp>
        <p:nvSpPr>
          <p:cNvPr id="11"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“잠깐, 표부터 설명해줘.”</a:t>
            </a:r>
            <a:endParaRPr lang="ko-KR">
              <a:solidFill>
                <a:srgbClr val="000000"/>
              </a:solidFill>
              <a:latin typeface="Calibri"/>
              <a:ea typeface="Calibri"/>
              <a:cs typeface="Calibri"/>
            </a:endParaRPr>
          </a:p>
        </p:txBody>
      </p:sp>
      <p:sp>
        <p:nvSpPr>
          <p:cNvPr id="12"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이전 보고서 설명이</a:t>
            </a:r>
            <a:endParaRPr lang="ko-KR">
              <a:solidFill>
                <a:srgbClr val="000000"/>
              </a:solidFill>
              <a:latin typeface="Calibri"/>
              <a:ea typeface="Calibri"/>
              <a:cs typeface="Calibri"/>
            </a:endParaRPr>
          </a:p>
        </p:txBody>
      </p:sp>
      <p:sp>
        <p:nvSpPr>
          <p:cNvPr id="13"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늦게 준비됨</a:t>
            </a:r>
            <a:endParaRPr lang="ko-KR">
              <a:solidFill>
                <a:srgbClr val="000000"/>
              </a:solidFill>
              <a:latin typeface="Calibri"/>
              <a:ea typeface="Calibri"/>
              <a:cs typeface="Calibri"/>
            </a:endParaRPr>
          </a:p>
        </p:txBody>
      </p:sp>
      <p:sp>
        <p:nvSpPr>
          <p:cNvPr id="14"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“회의 안내 메일의</a:t>
            </a:r>
            <a:endParaRPr lang="ko-KR">
              <a:solidFill>
                <a:srgbClr val="000000"/>
              </a:solidFill>
              <a:latin typeface="Calibri"/>
              <a:ea typeface="Calibri"/>
              <a:cs typeface="Calibri"/>
            </a:endParaRPr>
          </a:p>
        </p:txBody>
      </p:sp>
      <p:sp>
        <p:nvSpPr>
          <p:cNvPr id="15"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수신자는 누구인가요?”</a:t>
            </a:r>
            <a:endParaRPr lang="ko-KR">
              <a:solidFill>
                <a:srgbClr val="000000"/>
              </a:solidFill>
              <a:latin typeface="Calibri"/>
              <a:ea typeface="Calibri"/>
              <a:cs typeface="Calibri"/>
            </a:endParaRPr>
          </a:p>
        </p:txBody>
      </p:sp>
      <p:sp>
        <p:nvSpPr>
          <p:cNvPr id="16"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새 입력 처리, 유효한 응답과 질문 연결, 실제 전달 뒤 후속 처리</a:t>
            </a:r>
            <a:endParaRPr lang="ko-KR">
              <a:solidFill>
                <a:srgbClr val="000000"/>
              </a:solidFill>
              <a:latin typeface="Calibri"/>
              <a:ea typeface="Calibri"/>
              <a:cs typeface="Calibri"/>
            </a:endParaRPr>
          </a:p>
        </p:txBody>
      </p:sp>
      <p:sp>
        <p:nvSpPr>
          <p:cNvPr id="26"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말을 이어가고, Task 질문과 결과도 같은 대화에서 받습니다</a:t>
            </a:r>
            <a:endParaRPr lang="ko-KR">
              <a:solidFill>
                <a:srgbClr val="000000"/>
              </a:solidFill>
              <a:latin typeface="Calibri"/>
              <a:ea typeface="Calibri"/>
              <a:cs typeface="Calibri"/>
            </a:endParaRPr>
          </a:p>
        </p:txBody>
      </p:sp>
      <p:sp>
        <p:nvSpPr>
          <p:cNvPr id="27"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challenge / 1">
            <a:extLst>
              <a:ext uri="{FF2B5EF4-FFF2-40B4-BE49-F238E27FC236}">
                <ns2:creationId id="{418438E4-2BB7-4341-8DB9-69107F369C8D}"/>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입력과 Task 알림, 내부 처리 완료가 서로 다른 시점에 도착해도,</a:t>
            </a:r>
            <a:endParaRPr lang="ko-KR">
              <a:solidFill>
                <a:srgbClr val="000000"/>
              </a:solidFill>
              <a:latin typeface="Calibri"/>
              <a:ea typeface="Calibri"/>
              <a:cs typeface="Calibri"/>
            </a:endParaRPr>
          </a:p>
        </p:txBody>
      </p:sp>
      <p:sp>
        <p:nvSpPr>
          <p:cNvPr id="29" name="dp44-background / design-challenge / 2">
            <a:extLst>
              <a:ext uri="{FF2B5EF4-FFF2-40B4-BE49-F238E27FC236}">
                <ns2:creationId id="{1726AB9C-A113-45ED-B3E6-149F07FE52A4}"/>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입력을 계속 받으며 후속 처리와 대기, 응답 전달을 이어가는 실행 구조</a:t>
            </a:r>
            <a:endParaRPr lang="ko-KR">
              <a:solidFill>
                <a:srgbClr val="000000"/>
              </a:solidFill>
              <a:latin typeface="Calibri"/>
              <a:ea typeface="Calibri"/>
              <a:cs typeface="Calibri"/>
            </a:endParaRPr>
          </a:p>
        </p:txBody>
      </p:sp>
      <p:sp>
        <p:nvSpPr>
          <p:cNvPr id="37" name="v6-header-title">
            <a:extLst>
              <a:ext uri="{FF2B5EF4-FFF2-40B4-BE49-F238E27FC236}">
                <ns2:creationId id="{3E26C80C-8F31-4C48-87AE-FF473BCC8A0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배경 (원본)</a:t>
            </a:r>
            <a:endParaRPr lang="ko-KR">
              <a:latin typeface="Calibri"/>
              <a:ea typeface="Calibri"/>
              <a:cs typeface="Calibri"/>
            </a:endParaRPr>
          </a:p>
        </p:txBody>
      </p:sp>
      <p:sp>
        <p:nvSpPr>
          <p:cNvPr id="38" name="v6-header-rule">
            <a:extLst>
              <a:ext uri="{FF2B5EF4-FFF2-40B4-BE49-F238E27FC236}">
                <ns2:creationId id="{CF8C2113-51AD-4F40-B1EA-5F12DBC48ABB}"/>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FF4286FF-1DF7-4EAA-B51F-7513F46CFB6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38CD9D3-43C8-4592-908C-61DFFAB153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EE3E586-4C3A-4F69-8A84-4F054C4FC0E1}"/>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AD13919D-9F24-44F7-AEED-CADD24F86A3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E5696D37-8D62-4E8D-826C-569FC01DC5D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v6-header-page">
            <a:extLst>
              <a:ext uri="{FF2B5EF4-FFF2-40B4-BE49-F238E27FC236}">
                <ns2:creationId id="{49D9F9C4-28FC-4328-98FF-D7F27230CE8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49 / 63</a:t>
            </a:r>
            <a:endParaRPr lang="ko-KR">
              <a:latin typeface="Calibri"/>
              <a:ea typeface="Calibri"/>
              <a:cs typeface="Calibri"/>
            </a:endParaRPr>
          </a:p>
        </p:txBody>
      </p:sp>
    </p:spTree>
    <p:extLst>
      <p:ext uri="{BB962C8B-B14F-4D97-AF65-F5344CB8AC3E}">
        <p14:creationId val="464077372"/>
      </p:ext>
    </p:extLst>
  </p:cSld>
</p:sld>
</file>

<file path=ppt/slides/slide25.xml><?xml version="1.0" encoding="utf-8"?>
<p:sld xmlns:a="http://schemas.openxmlformats.org/drawingml/2006/main" xmlns:ns2="http://schemas.microsoft.com/office/drawing/2014/main" xmlns:p="http://schemas.openxmlformats.org/presentationml/2006/main" xmlns:p14="http://schemas.microsoft.com/office/powerpoint/2010/main">
  <p:cSld name="dp44-comparison">
    <p:bg>
      <p:bgPr>
        <a:solidFill>
          <a:srgbClr val="FFFFFF"/>
        </a:solidFill>
      </p:bgPr>
    </p:bg>
    <p:spTree>
      <p:nvGrpSpPr>
        <p:cNvPr id="1" name=""/>
        <p:cNvGrpSpPr/>
        <p:nvPr/>
      </p:nvGrpSpPr>
      <p:grpSpPr>
        <a:xfrm/>
      </p:grpSpPr>
      <p:sp>
        <p:nvSpPr>
          <p:cNvPr id="266" name="dp44-comparison / n1">
            <a:extLst>
              <a:ext uri="{FF2B5EF4-FFF2-40B4-BE49-F238E27FC236}">
                <ns2:creationId id="{28EA9F52-1E1E-46B3-AB7E-EA0049CA93CB}"/>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4-comparison / n6 / text 1">
            <a:extLst>
              <a:ext uri="{FF2B5EF4-FFF2-40B4-BE49-F238E27FC236}">
                <ns2:creationId id="{FF0FF530-561E-486A-95FE-1CA2C884B090}"/>
              </a:ext>
            </a:extLst>
          </p:cNvPr>
          <p:cNvSpPr>
            <a:spLocks noGrp="1"/>
          </p:cNvSpPr>
          <p:nvPr/>
        </p:nvSpPr>
        <p:spPr>
          <a:xfrm>
            <a:off x="381000" y="1333500"/>
            <a:ext cx="17526000" cy="303848"/>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“잠깐, 표부터 설명해줘.” + 메일 수신자 질문 도착 + 이전 응답 준비가 늦게 완료</a:t>
            </a:r>
            <a:endParaRPr lang="ko-KR">
              <a:solidFill>
                <a:srgbClr val="000000"/>
              </a:solidFill>
              <a:latin typeface="Calibri"/>
              <a:ea typeface="Calibri"/>
              <a:cs typeface="Calibri"/>
            </a:endParaRPr>
          </a:p>
        </p:txBody>
      </p:sp>
      <p:sp>
        <p:nvSpPr>
          <p:cNvPr id="7" name="dp44-comparison / n7 / text 1">
            <a:extLst>
              <a:ext uri="{FF2B5EF4-FFF2-40B4-BE49-F238E27FC236}">
                <ns2:creationId id="{0FB8BD09-7DD5-4522-86F7-B13B43F20043}"/>
              </a:ext>
            </a:extLst>
          </p:cNvPr>
          <p:cNvSpPr>
            <a:spLocks noGrp="1"/>
          </p:cNvSpPr>
          <p:nvPr/>
        </p:nvSpPr>
        <p:spPr>
          <a:xfrm>
            <a:off x="381000" y="1628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계속 입력 수신 / 로컬 VAD와 즉시 음성 중단 / 클라우드 음성 / 의미 모델 / 같은 Request / Task / 실제 전달 원본</a:t>
            </a:r>
            <a:endParaRPr lang="ko-KR">
              <a:solidFill>
                <a:srgbClr val="000000"/>
              </a:solidFill>
              <a:latin typeface="Calibri"/>
              <a:ea typeface="Calibri"/>
              <a:cs typeface="Calibri"/>
            </a:endParaRPr>
          </a:p>
        </p:txBody>
      </p:sp>
      <p:sp>
        <p:nvSpPr>
          <p:cNvPr id="8" name="dp44-comparison / n8">
            <a:extLst>
              <a:ext uri="{FF2B5EF4-FFF2-40B4-BE49-F238E27FC236}">
                <ns2:creationId id="{59D7D188-1E9C-462A-82E4-BDC486FC41FE}"/>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4-comparison / n11 / path">
            <a:extLst>
              <a:ext uri="{FF2B5EF4-FFF2-40B4-BE49-F238E27FC236}">
                <ns2:creationId id="{BDEF00E7-944D-428A-84F2-4147DD0FC343}"/>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4-comparison / n12 / path">
            <a:extLst>
              <a:ext uri="{FF2B5EF4-FFF2-40B4-BE49-F238E27FC236}">
                <ns2:creationId id="{3E982AC4-9CEF-4E3C-A57D-40693AAC36FB}"/>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4-comparison / n13 / text 1">
            <a:extLst>
              <a:ext uri="{FF2B5EF4-FFF2-40B4-BE49-F238E27FC236}">
                <ns2:creationId id="{ABEC5052-D556-4564-82A0-32A161408E49}"/>
              </a:ext>
            </a:extLst>
          </p:cNvPr>
          <p:cNvSpPr>
            <a:spLocks noGrp="1"/>
          </p:cNvSpPr>
          <p:nvPr/>
        </p:nvSpPr>
        <p:spPr>
          <a:xfrm>
            <a:off x="400050" y="7724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후속 처리: source / 권한 / 입력 세대 검사 → Publication Control → Interaction Manager 실제 표시/재생 → receipt</a:t>
            </a:r>
            <a:endParaRPr lang="ko-KR">
              <a:solidFill>
                <a:srgbClr val="000000"/>
              </a:solidFill>
              <a:latin typeface="Calibri"/>
              <a:ea typeface="Calibri"/>
              <a:cs typeface="Calibri"/>
            </a:endParaRPr>
          </a:p>
        </p:txBody>
      </p:sp>
      <p:sp>
        <p:nvSpPr>
          <p:cNvPr id="14" name="dp44-comparison / n14 / text 1">
            <a:extLst>
              <a:ext uri="{FF2B5EF4-FFF2-40B4-BE49-F238E27FC236}">
                <ns2:creationId id="{AB311A21-8F6F-4AE6-A0C9-0125B6E13CA3}"/>
              </a:ext>
            </a:extLst>
          </p:cNvPr>
          <p:cNvSpPr>
            <a:spLocks noGrp="1"/>
          </p:cNvSpPr>
          <p:nvPr/>
        </p:nvSpPr>
        <p:spPr>
          <a:xfrm>
            <a:off x="400050" y="80010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확인 질문은 별도 admission으로 현재 입력 해소를 기다리지 않고 제시 / 발화 시작은 업무 취소 완료가 아님</a:t>
            </a:r>
            <a:endParaRPr lang="ko-KR">
              <a:solidFill>
                <a:srgbClr val="000000"/>
              </a:solidFill>
              <a:latin typeface="Calibri"/>
              <a:ea typeface="Calibri"/>
              <a:cs typeface="Calibri"/>
            </a:endParaRPr>
          </a:p>
        </p:txBody>
      </p:sp>
      <p:sp>
        <p:nvSpPr>
          <p:cNvPr id="267" name="dp44-v5-summary / n1">
            <a:extLst>
              <a:ext uri="{FF2B5EF4-FFF2-40B4-BE49-F238E27FC236}">
                <ns2:creationId id="{396F1435-6C3E-4386-A051-C4A9901EA5E7}"/>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268" name="dp44-v5-summary / n2">
            <a:extLst>
              <a:ext uri="{FF2B5EF4-FFF2-40B4-BE49-F238E27FC236}">
                <ns2:creationId id="{9E6B5009-53EB-45DE-8803-FB5F600F7E55}"/>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269" name="dp44-v5-summary / n3">
            <a:extLst>
              <a:ext uri="{FF2B5EF4-FFF2-40B4-BE49-F238E27FC236}">
                <ns2:creationId id="{046E5F71-4C01-47B4-A047-A3C2806FC556}"/>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[현재성 검사와 올바른 후속 지시]</a:t>
            </a:r>
            <a:endParaRPr lang="ko-KR">
              <a:solidFill>
                <a:srgbClr val="000000"/>
              </a:solidFill>
              <a:latin typeface="Calibri"/>
              <a:ea typeface="Calibri"/>
              <a:cs typeface="Calibri"/>
            </a:endParaRPr>
          </a:p>
        </p:txBody>
      </p:sp>
      <p:sp>
        <p:nvSpPr>
          <p:cNvPr id="270" name="dp44-v5-summary / n4">
            <a:extLst>
              <a:ext uri="{FF2B5EF4-FFF2-40B4-BE49-F238E27FC236}">
                <ns2:creationId id="{C2FCDD12-530C-42C1-9FE2-9C8F7422D541}"/>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[window와 Join의 현재성 검사]</a:t>
            </a:r>
            <a:endParaRPr lang="ko-KR">
              <a:solidFill>
                <a:srgbClr val="000000"/>
              </a:solidFill>
              <a:latin typeface="Calibri"/>
              <a:ea typeface="Calibri"/>
              <a:cs typeface="Calibri"/>
            </a:endParaRPr>
          </a:p>
        </p:txBody>
      </p:sp>
      <p:sp>
        <p:nvSpPr>
          <p:cNvPr id="271" name="dp44-v5-summary / n5">
            <a:extLst>
              <a:ext uri="{FF2B5EF4-FFF2-40B4-BE49-F238E27FC236}">
                <ns2:creationId id="{289D93AF-3988-4D6A-848F-D281F7D01FE7}"/>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272" name="dp44-v5-summary / n6">
            <a:extLst>
              <a:ext uri="{FF2B5EF4-FFF2-40B4-BE49-F238E27FC236}">
                <ns2:creationId id="{68B1D873-6746-4AB4-A4E9-7941FDCF4E09}"/>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273" name="dp44-v5-summary / n7">
            <a:extLst>
              <a:ext uri="{FF2B5EF4-FFF2-40B4-BE49-F238E27FC236}">
                <ns2:creationId id="{FCE90C6C-FE0B-42FC-815E-94111FC6B971}"/>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[중앙 queue와 회수 대기]</a:t>
            </a:r>
            <a:endParaRPr lang="ko-KR">
              <a:solidFill>
                <a:srgbClr val="000000"/>
              </a:solidFill>
              <a:latin typeface="Calibri"/>
              <a:ea typeface="Calibri"/>
              <a:cs typeface="Calibri"/>
            </a:endParaRPr>
          </a:p>
        </p:txBody>
      </p:sp>
      <p:sp>
        <p:nvSpPr>
          <p:cNvPr id="274" name="dp44-v5-summary / n8">
            <a:extLst>
              <a:ext uri="{FF2B5EF4-FFF2-40B4-BE49-F238E27FC236}">
                <ns2:creationId id="{F4AE6133-195A-4C2F-88B7-EE29F32FE37D}"/>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[credit와 Stage 및 Join 대기]</a:t>
            </a:r>
            <a:endParaRPr lang="ko-KR">
              <a:solidFill>
                <a:srgbClr val="000000"/>
              </a:solidFill>
              <a:latin typeface="Calibri"/>
              <a:ea typeface="Calibri"/>
              <a:cs typeface="Calibri"/>
            </a:endParaRPr>
          </a:p>
        </p:txBody>
      </p:sp>
      <p:sp>
        <p:nvSpPr>
          <p:cNvPr id="275" name="dp44-v5-summary / n9">
            <a:extLst>
              <a:ext uri="{FF2B5EF4-FFF2-40B4-BE49-F238E27FC236}">
                <ns2:creationId id="{36B44860-5BDE-44BA-957B-A735521C7D63}"/>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276" name="dp44-v5-summary / n10">
            <a:extLst>
              <a:ext uri="{FF2B5EF4-FFF2-40B4-BE49-F238E27FC236}">
                <ns2:creationId id="{1A52E580-4EAD-45ED-A2E3-743F6850616C}"/>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277" name="dp44-v5-summary / n11">
            <a:extLst>
              <a:ext uri="{FF2B5EF4-FFF2-40B4-BE49-F238E27FC236}">
                <ns2:creationId id="{E01A8073-DFA6-4A64-BF01-DD0B5B831F7A}"/>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[완료 회수와 다음 실행의 연결]</a:t>
            </a:r>
            <a:endParaRPr lang="ko-KR">
              <a:solidFill>
                <a:srgbClr val="000000"/>
              </a:solidFill>
              <a:latin typeface="Calibri"/>
              <a:ea typeface="Calibri"/>
              <a:cs typeface="Calibri"/>
            </a:endParaRPr>
          </a:p>
        </p:txBody>
      </p:sp>
      <p:sp>
        <p:nvSpPr>
          <p:cNvPr id="278" name="dp44-v5-summary / n12">
            <a:extLst>
              <a:ext uri="{FF2B5EF4-FFF2-40B4-BE49-F238E27FC236}">
                <ns2:creationId id="{A5C04DDC-0B3A-4FE5-A64A-BE96BD3F439E}"/>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[Stage 활성화와 publication Join]</a:t>
            </a:r>
            <a:endParaRPr lang="ko-KR">
              <a:solidFill>
                <a:srgbClr val="000000"/>
              </a:solidFill>
              <a:latin typeface="Calibri"/>
              <a:ea typeface="Calibri"/>
              <a:cs typeface="Calibri"/>
            </a:endParaRPr>
          </a:p>
        </p:txBody>
      </p:sp>
      <p:sp>
        <p:nvSpPr>
          <p:cNvPr id="279" name="dp44-v5-summary / n13">
            <a:extLst>
              <a:ext uri="{FF2B5EF4-FFF2-40B4-BE49-F238E27FC236}">
                <ns2:creationId id="{1DCDE5A1-0195-41D1-B54B-A0DF157F2DF0}"/>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280" name="dp44-v5-summary / n14">
            <a:extLst>
              <a:ext uri="{FF2B5EF4-FFF2-40B4-BE49-F238E27FC236}">
                <ns2:creationId id="{8523C676-A43A-44CE-A258-2924E3EB62B5}"/>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281" name="dp44-v5-summary / n15">
            <a:extLst>
              <a:ext uri="{FF2B5EF4-FFF2-40B4-BE49-F238E27FC236}">
                <ns2:creationId id="{D8523886-F786-4280-9BAA-6217614F6446}"/>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[실제 호출과 retry 및 폐기 청구]</a:t>
            </a:r>
            <a:endParaRPr lang="ko-KR">
              <a:solidFill>
                <a:srgbClr val="000000"/>
              </a:solidFill>
              <a:latin typeface="Calibri"/>
              <a:ea typeface="Calibri"/>
              <a:cs typeface="Calibri"/>
            </a:endParaRPr>
          </a:p>
        </p:txBody>
      </p:sp>
      <p:sp>
        <p:nvSpPr>
          <p:cNvPr id="282" name="dp44-v5-summary / n16">
            <a:extLst>
              <a:ext uri="{FF2B5EF4-FFF2-40B4-BE49-F238E27FC236}">
                <ns2:creationId id="{0D20DAF6-984D-4A1B-BB1D-BB45C039925B}"/>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[실제 호출과 retry 및 폐기 청구]</a:t>
            </a:r>
            <a:endParaRPr lang="ko-KR">
              <a:solidFill>
                <a:srgbClr val="000000"/>
              </a:solidFill>
              <a:latin typeface="Calibri"/>
              <a:ea typeface="Calibri"/>
              <a:cs typeface="Calibri"/>
            </a:endParaRPr>
          </a:p>
        </p:txBody>
      </p:sp>
      <p:sp>
        <p:nvSpPr>
          <p:cNvPr id="283" name="dp44-v5-summary / n17">
            <a:extLst>
              <a:ext uri="{FF2B5EF4-FFF2-40B4-BE49-F238E27FC236}">
                <ns2:creationId id="{7DFFBE34-8135-4DF4-ABB7-21E96135119E}"/>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284" name="dp44-v5-summary / n18">
            <a:extLst>
              <a:ext uri="{FF2B5EF4-FFF2-40B4-BE49-F238E27FC236}">
                <ns2:creationId id="{9D7242E7-A55C-45AD-809B-973ECC48AF1C}"/>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285" name="dp44-v5-summary / n19">
            <a:extLst>
              <a:ext uri="{FF2B5EF4-FFF2-40B4-BE49-F238E27FC236}">
                <ns2:creationId id="{0B20B4F9-B4D7-4799-A378-34EF876F0CEB}"/>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[후속 규칙과 사건 계약의 수정]</a:t>
            </a:r>
            <a:endParaRPr lang="ko-KR">
              <a:solidFill>
                <a:srgbClr val="000000"/>
              </a:solidFill>
              <a:latin typeface="Calibri"/>
              <a:ea typeface="Calibri"/>
              <a:cs typeface="Calibri"/>
            </a:endParaRPr>
          </a:p>
        </p:txBody>
      </p:sp>
      <p:sp>
        <p:nvSpPr>
          <p:cNvPr id="286" name="dp44-v5-summary / n20">
            <a:extLst>
              <a:ext uri="{FF2B5EF4-FFF2-40B4-BE49-F238E27FC236}">
                <ns2:creationId id="{02DD9AE1-1B81-4AD7-B44B-464604008507}"/>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[단계와 Join 계약의 실제 수정]</a:t>
            </a:r>
            <a:endParaRPr lang="ko-KR">
              <a:solidFill>
                <a:srgbClr val="000000"/>
              </a:solidFill>
              <a:latin typeface="Calibri"/>
              <a:ea typeface="Calibri"/>
              <a:cs typeface="Calibri"/>
            </a:endParaRPr>
          </a:p>
        </p:txBody>
      </p:sp>
      <p:sp>
        <p:nvSpPr>
          <p:cNvPr id="287" name="dp44-v5-summary / n21">
            <a:extLst>
              <a:ext uri="{FF2B5EF4-FFF2-40B4-BE49-F238E27FC236}">
                <ns2:creationId id="{4A9E00F5-C2C1-40AD-9FE1-4A6FD484B099}"/>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288" name="dp44-v5-summary / n22">
            <a:extLst>
              <a:ext uri="{FF2B5EF4-FFF2-40B4-BE49-F238E27FC236}">
                <ns2:creationId id="{6645C46D-6093-4C7B-A699-2DEE875A295D}"/>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289" name="dp44-v5-summary / n23">
            <a:extLst>
              <a:ext uri="{FF2B5EF4-FFF2-40B4-BE49-F238E27FC236}">
                <ns2:creationId id="{05D05CC5-F7F0-4E92-B556-547867D1FE2C}"/>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[중앙 진행 상태와 실행 대기열]</a:t>
            </a:r>
            <a:endParaRPr lang="ko-KR">
              <a:solidFill>
                <a:srgbClr val="000000"/>
              </a:solidFill>
              <a:latin typeface="Calibri"/>
              <a:ea typeface="Calibri"/>
              <a:cs typeface="Calibri"/>
            </a:endParaRPr>
          </a:p>
        </p:txBody>
      </p:sp>
      <p:sp>
        <p:nvSpPr>
          <p:cNvPr id="290" name="dp44-v5-summary / n24">
            <a:extLst>
              <a:ext uri="{FF2B5EF4-FFF2-40B4-BE49-F238E27FC236}">
                <ns2:creationId id="{EE88734C-BE42-48B6-A813-62832A7A75DA}"/>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1,840MiB  [window와 credit 및 envelope copy]</a:t>
            </a:r>
            <a:endParaRPr lang="ko-KR">
              <a:solidFill>
                <a:srgbClr val="000000"/>
              </a:solidFill>
              <a:latin typeface="Calibri"/>
              <a:ea typeface="Calibri"/>
              <a:cs typeface="Calibri"/>
            </a:endParaRPr>
          </a:p>
        </p:txBody>
      </p:sp>
      <p:sp>
        <p:nvSpPr>
          <p:cNvPr id="291" name="dp44-v5-summary / n25">
            <a:extLst>
              <a:ext uri="{FF2B5EF4-FFF2-40B4-BE49-F238E27FC236}">
                <ns2:creationId id="{177584E4-7C26-43CC-90A5-4D4EE6DB7EA0}"/>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292" name="dp44-v5-summary / n26">
            <a:extLst>
              <a:ext uri="{FF2B5EF4-FFF2-40B4-BE49-F238E27FC236}">
                <ns2:creationId id="{5BFDE993-08F6-4B0B-B415-0A650BFE656C}"/>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4-comparison / legend_continuation_0">
            <a:extLst>
              <a:ext uri="{FF2B5EF4-FFF2-40B4-BE49-F238E27FC236}">
                <ns2:creationId id="{15518DFA-8989-4E95-ACD7-FA670AC3ED65}"/>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4-comparison / legend_continuation_2">
            <a:extLst>
              <a:ext uri="{FF2B5EF4-FFF2-40B4-BE49-F238E27FC236}">
                <ns2:creationId id="{0A5C9E66-6249-4AE1-8A11-8B38E5D503A4}"/>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4-comparison / legend_continuation_4 / text 1">
            <a:extLst>
              <a:ext uri="{FF2B5EF4-FFF2-40B4-BE49-F238E27FC236}">
                <ns2:creationId id="{CA8EE084-F777-4C1D-8293-DF70087184AB}"/>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4-comparison / legend_continuation_5">
            <a:extLst>
              <a:ext uri="{FF2B5EF4-FFF2-40B4-BE49-F238E27FC236}">
                <ns2:creationId id="{D34AA399-BC8E-4FEB-B95E-60B49EC43882}"/>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4-comparison / legend_continuation_7 / text 1">
            <a:extLst>
              <a:ext uri="{FF2B5EF4-FFF2-40B4-BE49-F238E27FC236}">
                <ns2:creationId id="{ECDAB91D-4AAC-40C5-8FD5-D938F1F55F49}"/>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4-comparison / legend_continuation_8">
            <a:extLst>
              <a:ext uri="{FF2B5EF4-FFF2-40B4-BE49-F238E27FC236}">
                <ns2:creationId id="{438E98DD-94EB-44B0-9E55-EE593CE4AD8A}"/>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4-comparison / legend_continuation_8 / fold">
            <a:extLst>
              <a:ext uri="{FF2B5EF4-FFF2-40B4-BE49-F238E27FC236}">
                <ns2:creationId id="{F84461E6-D200-4A60-8714-46C3134BBA7E}"/>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4-comparison / legend_continuation_10 / text 1">
            <a:extLst>
              <a:ext uri="{FF2B5EF4-FFF2-40B4-BE49-F238E27FC236}">
                <ns2:creationId id="{D634E017-610B-425F-8A14-D30740FF057A}"/>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4-comparison / legend_continuation_11">
            <a:extLst>
              <a:ext uri="{FF2B5EF4-FFF2-40B4-BE49-F238E27FC236}">
                <ns2:creationId id="{903B6DB6-67FE-4876-88BB-DDF616AED52F}"/>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4-comparison / legend_continuation_13 / text 1">
            <a:extLst>
              <a:ext uri="{FF2B5EF4-FFF2-40B4-BE49-F238E27FC236}">
                <ns2:creationId id="{084FDD09-734F-4646-89BB-F4B14541FC2D}"/>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4-comparison / legend_continuation_14">
            <a:extLst>
              <a:ext uri="{FF2B5EF4-FFF2-40B4-BE49-F238E27FC236}">
                <ns2:creationId id="{33FF9B74-108E-47BC-AD9D-BEE0A0BC183A}"/>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4-comparison / legend_continuation_16 / text 1">
            <a:extLst>
              <a:ext uri="{FF2B5EF4-FFF2-40B4-BE49-F238E27FC236}">
                <ns2:creationId id="{FDE4FBF0-3595-446B-84E9-11FDB9A40673}"/>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4-comparison / legend_continuation_17">
            <a:extLst>
              <a:ext uri="{FF2B5EF4-FFF2-40B4-BE49-F238E27FC236}">
                <ns2:creationId id="{B8041E81-84D4-4B87-B90D-702B33C0FF6A}"/>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4-comparison / legend_continuation_18 / text 1">
            <a:extLst>
              <a:ext uri="{FF2B5EF4-FFF2-40B4-BE49-F238E27FC236}">
                <ns2:creationId id="{658917A0-4F25-4726-89A1-B17AEEE6F7B2}"/>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4-comparison / legend_continuation_19 / text 1">
            <a:extLst>
              <a:ext uri="{FF2B5EF4-FFF2-40B4-BE49-F238E27FC236}">
                <ns2:creationId id="{919316E0-F80B-4AA9-ABE1-9B7EF13B8539}"/>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4-comparison / legend_continuation_20 / path">
            <a:extLst>
              <a:ext uri="{FF2B5EF4-FFF2-40B4-BE49-F238E27FC236}">
                <ns2:creationId id="{D7C812E8-69C3-4102-AD7D-6A92B940D2B5}"/>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4-comparison / legend_continuation_20 / arrow">
            <a:extLst>
              <a:ext uri="{FF2B5EF4-FFF2-40B4-BE49-F238E27FC236}">
                <ns2:creationId id="{F8DA7D5F-1087-4D5D-95FC-9F8A69B48A96}"/>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4-comparison / legend_continuation_21 / text 1">
            <a:extLst>
              <a:ext uri="{FF2B5EF4-FFF2-40B4-BE49-F238E27FC236}">
                <ns2:creationId id="{9637013E-01DD-4E27-AF3E-0155ABA8BA8C}"/>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4-comparison / legend_continuation_22 / path">
            <a:extLst>
              <a:ext uri="{FF2B5EF4-FFF2-40B4-BE49-F238E27FC236}">
                <ns2:creationId id="{CC57AA60-8A84-4140-943C-CD1DF2831337}"/>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4-comparison / legend_continuation_22 / arrow">
            <a:extLst>
              <a:ext uri="{FF2B5EF4-FFF2-40B4-BE49-F238E27FC236}">
                <ns2:creationId id="{AD92B89A-6528-4A5B-960E-C8F47D433398}"/>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4-comparison / legend_continuation_23 / text 1">
            <a:extLst>
              <a:ext uri="{FF2B5EF4-FFF2-40B4-BE49-F238E27FC236}">
                <ns2:creationId id="{E4D1A82C-9758-48C3-ADC4-6EDA6F97AF5D}"/>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4-comparison / legend_continuation_24 / text 1">
            <a:extLst>
              <a:ext uri="{FF2B5EF4-FFF2-40B4-BE49-F238E27FC236}">
                <ns2:creationId id="{E124DF9F-5502-411F-AE6F-690045D3CA5F}"/>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4-comparison / legend_continuation_25">
            <a:extLst>
              <a:ext uri="{FF2B5EF4-FFF2-40B4-BE49-F238E27FC236}">
                <ns2:creationId id="{5F835607-3428-49A4-BE9E-FBF70BCD1B3B}"/>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4-comparison / legend_continuation_26 / text 1">
            <a:extLst>
              <a:ext uri="{FF2B5EF4-FFF2-40B4-BE49-F238E27FC236}">
                <ns2:creationId id="{92B16CEF-4312-4E20-9A47-3568BF907C49}"/>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4-comparison / legend_continuation_27 / text 1">
            <a:extLst>
              <a:ext uri="{FF2B5EF4-FFF2-40B4-BE49-F238E27FC236}">
                <ns2:creationId id="{33F3E6A8-C1BD-4D9A-B822-B10C6C431234}"/>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4-comparison / legend_continuation_28">
            <a:extLst>
              <a:ext uri="{FF2B5EF4-FFF2-40B4-BE49-F238E27FC236}">
                <ns2:creationId id="{2843F478-94FA-4799-9136-7837D847BF8A}"/>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4-comparison / legend_continuation_29 / text 1">
            <a:extLst>
              <a:ext uri="{FF2B5EF4-FFF2-40B4-BE49-F238E27FC236}">
                <ns2:creationId id="{C49D5525-4FC1-4DE7-99D4-30EDAC8DE74D}"/>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4-comparison / legend_continuation_30 / text 1">
            <a:extLst>
              <a:ext uri="{FF2B5EF4-FFF2-40B4-BE49-F238E27FC236}">
                <ns2:creationId id="{AABA1A0F-D519-4E2E-B22E-AA08E5FCDA2E}"/>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4-comparison / n72">
            <a:extLst>
              <a:ext uri="{FF2B5EF4-FFF2-40B4-BE49-F238E27FC236}">
                <ns2:creationId id="{15DFDBDB-FF71-4311-AD1F-65DFCD8A5E75}"/>
              </a:ext>
            </a:extLst>
          </p:cNvPr>
          <p:cNvSpPr>
            <a:spLocks noGrp="1"/>
          </p:cNvSpPr>
          <p:nvPr/>
        </p:nvSpPr>
        <p:spPr>
          <a:xfrm>
            <a:off x="1666875" y="2409825"/>
            <a:ext cx="257175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77" name="dp44-comparison / n74">
            <a:extLst>
              <a:ext uri="{FF2B5EF4-FFF2-40B4-BE49-F238E27FC236}">
                <ns2:creationId id="{2C93C853-1843-4B3B-B318-DFB0E3980FE3}"/>
              </a:ext>
            </a:extLst>
          </p:cNvPr>
          <p:cNvSpPr>
            <a:spLocks noGrp="1"/>
          </p:cNvSpPr>
          <p:nvPr/>
        </p:nvSpPr>
        <p:spPr>
          <a:xfrm>
            <a:off x="6334125" y="2409825"/>
            <a:ext cx="285750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9" name="dp44-comparison / n80">
            <a:extLst>
              <a:ext uri="{FF2B5EF4-FFF2-40B4-BE49-F238E27FC236}">
                <ns2:creationId id="{3D540F2A-75F3-4E38-A0C2-84C80D780642}"/>
              </a:ext>
            </a:extLst>
          </p:cNvPr>
          <p:cNvSpPr>
            <a:spLocks noGrp="1"/>
          </p:cNvSpPr>
          <p:nvPr/>
        </p:nvSpPr>
        <p:spPr>
          <a:xfrm>
            <a:off x="1571625" y="3076575"/>
            <a:ext cx="7715250" cy="1409700"/>
          </a:xfrm>
          <a:prstGeom prst="rect">
            <a:avLst/>
          </a:prstGeom>
          <a:solidFill>
            <a:srgbClr val="FFFFFF"/>
          </a:solidFill>
          <a:ln w="9525">
            <a:solidFill>
              <a:srgbClr val="000000"/>
            </a:solidFill>
            <a:prstDash val="solid"/>
          </a:ln>
        </p:spPr>
        <p:txBody>
          <a:bodyPr wrap="none" lIns="123825" tIns="95250" rIns="123825" bIns="10244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81" name="dp44-comparison / n82">
            <a:extLst>
              <a:ext uri="{FF2B5EF4-FFF2-40B4-BE49-F238E27FC236}">
                <ns2:creationId id="{F20EB0F5-E85D-47BB-8E78-10CCF7857C3C}"/>
              </a:ext>
            </a:extLst>
          </p:cNvPr>
          <p:cNvSpPr>
            <a:spLocks noGrp="1"/>
          </p:cNvSpPr>
          <p:nvPr/>
        </p:nvSpPr>
        <p:spPr>
          <a:xfrm>
            <a:off x="1857375" y="3476625"/>
            <a:ext cx="2714625" cy="381000"/>
          </a:xfrm>
          <a:prstGeom prst="roundRect">
            <a:avLst>
              <a:gd name="adj" fmla="val 20000"/>
            </a:avLst>
          </a:prstGeom>
          <a:solidFill>
            <a:srgbClr val="FFF6DE"/>
          </a:solidFill>
          <a:ln w="17145">
            <a:solidFill>
              <a:srgbClr val="B8753F"/>
            </a:solidFill>
            <a:prstDash val="solid"/>
          </a:ln>
        </p:spPr>
        <p:txBody>
          <a:bodyPr wrap="none" lIns="85725" tIns="72866" rIns="85725" bIns="4572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83" name="dp44-comparison / n84">
            <a:extLst>
              <a:ext uri="{FF2B5EF4-FFF2-40B4-BE49-F238E27FC236}">
                <ns2:creationId id="{56EE499D-8F51-4DA4-B83E-C982B71E8D78}"/>
              </a:ext>
            </a:extLst>
          </p:cNvPr>
          <p:cNvSpPr>
            <a:spLocks noGrp="1"/>
          </p:cNvSpPr>
          <p:nvPr/>
        </p:nvSpPr>
        <p:spPr>
          <a:xfrm>
            <a:off x="5857875" y="3476625"/>
            <a:ext cx="3095625" cy="381000"/>
          </a:xfrm>
          <a:prstGeom prst="can">
            <a:avLst>
              <a:gd name="adj" fmla="val 20000"/>
            </a:avLst>
          </a:prstGeom>
          <a:solidFill>
            <a:srgbClr val="FFF6DE"/>
          </a:solidFill>
          <a:ln w="9525">
            <a:solidFill>
              <a:srgbClr val="B8753F"/>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85" name="dp44-comparison / n86 / path">
            <a:extLst>
              <a:ext uri="{FF2B5EF4-FFF2-40B4-BE49-F238E27FC236}">
                <ns2:creationId id="{07AFC67B-CD7C-456D-86C2-5B784396ADBD}"/>
              </a:ext>
            </a:extLst>
          </p:cNvPr>
          <p:cNvSpPr>
            <a:spLocks noGrp="1"/>
          </p:cNvSpPr>
          <p:nvPr/>
        </p:nvSpPr>
        <p:spPr>
          <a:xfrm>
            <a:off x="2952750" y="2733675"/>
            <a:ext cx="261938" cy="742950"/>
          </a:xfrm>
          <a:custGeom>
            <a:pathLst>
              <a:path w="261938" h="742950">
                <a:moveTo>
                  <a:pt x="0" y="0"/>
                </a:moveTo>
                <a:lnTo>
                  <a:pt x="0" y="257175"/>
                </a:lnTo>
                <a:lnTo>
                  <a:pt x="261938" y="257175"/>
                </a:lnTo>
                <a:lnTo>
                  <a:pt x="261938" y="742950"/>
                </a:lnTo>
              </a:path>
            </a:pathLst>
          </a:custGeom>
          <a:noFill/>
          <a:ln w="10478">
            <a:solidFill>
              <a:srgbClr val="000000"/>
            </a:solidFill>
            <a:prstDash val="solid"/>
          </a:ln>
        </p:spPr>
      </p:sp>
      <p:sp>
        <p:nvSpPr>
          <p:cNvPr id="86" name="dp44-comparison / n86 / arrow">
            <a:extLst>
              <a:ext uri="{FF2B5EF4-FFF2-40B4-BE49-F238E27FC236}">
                <ns2:creationId id="{5A4DE3A8-A2B5-4A5A-A30D-48A7CC34DE06}"/>
              </a:ext>
            </a:extLst>
          </p:cNvPr>
          <p:cNvSpPr>
            <a:spLocks noGrp="1"/>
          </p:cNvSpPr>
          <p:nvPr/>
        </p:nvSpPr>
        <p:spPr>
          <a:xfrm>
            <a:off x="318116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87" name="dp44-comparison / n87 / path">
            <a:extLst>
              <a:ext uri="{FF2B5EF4-FFF2-40B4-BE49-F238E27FC236}">
                <ns2:creationId id="{63F4EB99-3D39-45EC-A14A-7BBE2859924C}"/>
              </a:ext>
            </a:extLst>
          </p:cNvPr>
          <p:cNvSpPr>
            <a:spLocks noGrp="1"/>
          </p:cNvSpPr>
          <p:nvPr/>
        </p:nvSpPr>
        <p:spPr>
          <a:xfrm>
            <a:off x="4071938" y="2733675"/>
            <a:ext cx="3690938" cy="742950"/>
          </a:xfrm>
          <a:custGeom>
            <a:pathLst>
              <a:path w="3690938" h="742950">
                <a:moveTo>
                  <a:pt x="3690938" y="0"/>
                </a:moveTo>
                <a:lnTo>
                  <a:pt x="3690938" y="228600"/>
                </a:lnTo>
                <a:lnTo>
                  <a:pt x="0" y="228600"/>
                </a:lnTo>
                <a:lnTo>
                  <a:pt x="0" y="742950"/>
                </a:lnTo>
              </a:path>
            </a:pathLst>
          </a:custGeom>
          <a:noFill/>
          <a:ln w="10478">
            <a:solidFill>
              <a:srgbClr val="000000"/>
            </a:solidFill>
            <a:prstDash val="solid"/>
          </a:ln>
        </p:spPr>
      </p:sp>
      <p:sp>
        <p:nvSpPr>
          <p:cNvPr id="88" name="dp44-comparison / n87 / arrow">
            <a:extLst>
              <a:ext uri="{FF2B5EF4-FFF2-40B4-BE49-F238E27FC236}">
                <ns2:creationId id="{4D07F4BC-5AA8-46D4-B983-BB6D37DF0D8C}"/>
              </a:ext>
            </a:extLst>
          </p:cNvPr>
          <p:cNvSpPr>
            <a:spLocks noGrp="1"/>
          </p:cNvSpPr>
          <p:nvPr/>
        </p:nvSpPr>
        <p:spPr>
          <a:xfrm>
            <a:off x="40384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89" name="dp44-comparison / n88 / path">
            <a:extLst>
              <a:ext uri="{FF2B5EF4-FFF2-40B4-BE49-F238E27FC236}">
                <ns2:creationId id="{C238EB93-2C45-473B-AF59-C72BAA63D014}"/>
              </a:ext>
            </a:extLst>
          </p:cNvPr>
          <p:cNvSpPr>
            <a:spLocks noGrp="1"/>
          </p:cNvSpPr>
          <p:nvPr/>
        </p:nvSpPr>
        <p:spPr>
          <a:xfrm>
            <a:off x="4572000" y="3667125"/>
            <a:ext cx="1285875" cy="953"/>
          </a:xfrm>
          <a:custGeom>
            <a:pathLst>
              <a:path w="1285875" h="953">
                <a:moveTo>
                  <a:pt x="0" y="0"/>
                </a:moveTo>
                <a:lnTo>
                  <a:pt x="1285875" y="0"/>
                </a:lnTo>
              </a:path>
            </a:pathLst>
          </a:custGeom>
          <a:noFill/>
          <a:ln w="10478">
            <a:solidFill>
              <a:srgbClr val="B8753F"/>
            </a:solidFill>
            <a:prstDash val="solid"/>
          </a:ln>
        </p:spPr>
      </p:sp>
      <p:sp>
        <p:nvSpPr>
          <p:cNvPr id="90" name="dp44-comparison / n88 / arrow">
            <a:extLst>
              <a:ext uri="{FF2B5EF4-FFF2-40B4-BE49-F238E27FC236}">
                <ns2:creationId id="{DC168270-9152-4F6F-BF66-E96CCFB84225}"/>
              </a:ext>
            </a:extLst>
          </p:cNvPr>
          <p:cNvSpPr>
            <a:spLocks noGrp="1"/>
          </p:cNvSpPr>
          <p:nvPr/>
        </p:nvSpPr>
        <p:spPr>
          <a:xfrm>
            <a:off x="5790819" y="36335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91" name="dp44-comparison / n89 / path">
            <a:extLst>
              <a:ext uri="{FF2B5EF4-FFF2-40B4-BE49-F238E27FC236}">
                <ns2:creationId id="{5C8E9CDD-8B3B-4395-95CC-7FBD6F82A3B2}"/>
              </a:ext>
            </a:extLst>
          </p:cNvPr>
          <p:cNvSpPr>
            <a:spLocks noGrp="1"/>
          </p:cNvSpPr>
          <p:nvPr/>
        </p:nvSpPr>
        <p:spPr>
          <a:xfrm>
            <a:off x="4572000" y="3752850"/>
            <a:ext cx="1285875" cy="180975"/>
          </a:xfrm>
          <a:custGeom>
            <a:pathLst>
              <a:path w="1285875" h="180975">
                <a:moveTo>
                  <a:pt x="1285875" y="0"/>
                </a:moveTo>
                <a:lnTo>
                  <a:pt x="1123950" y="0"/>
                </a:lnTo>
                <a:lnTo>
                  <a:pt x="1123950" y="180975"/>
                </a:lnTo>
                <a:lnTo>
                  <a:pt x="152400" y="180975"/>
                </a:lnTo>
                <a:lnTo>
                  <a:pt x="152400" y="0"/>
                </a:lnTo>
                <a:lnTo>
                  <a:pt x="0" y="0"/>
                </a:lnTo>
              </a:path>
            </a:pathLst>
          </a:custGeom>
          <a:noFill/>
          <a:ln w="10478">
            <a:solidFill>
              <a:srgbClr val="B8753F"/>
            </a:solidFill>
            <a:prstDash val="dash"/>
          </a:ln>
        </p:spPr>
      </p:sp>
      <p:sp>
        <p:nvSpPr>
          <p:cNvPr id="92" name="dp44-comparison / n89 / arrow">
            <a:extLst>
              <a:ext uri="{FF2B5EF4-FFF2-40B4-BE49-F238E27FC236}">
                <ns2:creationId id="{1540F4A0-5C77-40C6-9433-AA99D37B0B18}"/>
              </a:ext>
            </a:extLst>
          </p:cNvPr>
          <p:cNvSpPr>
            <a:spLocks noGrp="1"/>
          </p:cNvSpPr>
          <p:nvPr/>
        </p:nvSpPr>
        <p:spPr>
          <a:xfrm>
            <a:off x="4572000" y="371932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93" name="dp44-comparison / n94">
            <a:extLst>
              <a:ext uri="{FF2B5EF4-FFF2-40B4-BE49-F238E27FC236}">
                <ns2:creationId id="{E5DAFD93-0FA4-496F-9B48-A4A6264B080B}"/>
              </a:ext>
            </a:extLst>
          </p:cNvPr>
          <p:cNvSpPr>
            <a:spLocks noGrp="1"/>
          </p:cNvSpPr>
          <p:nvPr/>
        </p:nvSpPr>
        <p:spPr>
          <a:xfrm>
            <a:off x="1666875" y="4762500"/>
            <a:ext cx="2238375" cy="314325"/>
          </a:xfrm>
          <a:prstGeom prst="rect">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95" name="dp44-comparison / n96">
            <a:extLst>
              <a:ext uri="{FF2B5EF4-FFF2-40B4-BE49-F238E27FC236}">
                <ns2:creationId id="{54085AE1-FC2B-440C-B60D-ED95F7FED801}"/>
              </a:ext>
            </a:extLst>
          </p:cNvPr>
          <p:cNvSpPr>
            <a:spLocks noGrp="1"/>
          </p:cNvSpPr>
          <p:nvPr/>
        </p:nvSpPr>
        <p:spPr>
          <a:xfrm>
            <a:off x="4286250" y="4705350"/>
            <a:ext cx="5000625" cy="1495425"/>
          </a:xfrm>
          <a:prstGeom prst="rect">
            <a:avLst/>
          </a:prstGeom>
          <a:solidFill>
            <a:srgbClr val="FFFFFF"/>
          </a:solidFill>
          <a:ln w="9525">
            <a:solidFill>
              <a:srgbClr val="000000"/>
            </a:solidFill>
            <a:prstDash val="solid"/>
          </a:ln>
        </p:spPr>
        <p:txBody>
          <a:bodyPr wrap="none" lIns="123825" tIns="95250" rIns="123825" bIns="1110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97" name="dp44-comparison / n98">
            <a:extLst>
              <a:ext uri="{FF2B5EF4-FFF2-40B4-BE49-F238E27FC236}">
                <ns2:creationId id="{59FE2CBD-1A5D-4257-AD12-DA22793CBA62}"/>
              </a:ext>
            </a:extLst>
          </p:cNvPr>
          <p:cNvSpPr>
            <a:spLocks noGrp="1"/>
          </p:cNvSpPr>
          <p:nvPr/>
        </p:nvSpPr>
        <p:spPr>
          <a:xfrm>
            <a:off x="4476750" y="5095875"/>
            <a:ext cx="2190750" cy="314325"/>
          </a:xfrm>
          <a:prstGeom prst="roundRect">
            <a:avLst>
              <a:gd name="adj" fmla="val 24242"/>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99" name="dp44-comparison / n100 / path">
            <a:extLst>
              <a:ext uri="{FF2B5EF4-FFF2-40B4-BE49-F238E27FC236}">
                <ns2:creationId id="{E5C6F2DD-756D-445D-8078-056AC5072494}"/>
              </a:ext>
            </a:extLst>
          </p:cNvPr>
          <p:cNvSpPr>
            <a:spLocks noGrp="1"/>
          </p:cNvSpPr>
          <p:nvPr/>
        </p:nvSpPr>
        <p:spPr>
          <a:xfrm>
            <a:off x="1571625" y="3667125"/>
            <a:ext cx="1214438" cy="1095375"/>
          </a:xfrm>
          <a:custGeom>
            <a:pathLst>
              <a:path w="1214438" h="1095375">
                <a:moveTo>
                  <a:pt x="285750" y="0"/>
                </a:moveTo>
                <a:lnTo>
                  <a:pt x="0" y="0"/>
                </a:lnTo>
                <a:lnTo>
                  <a:pt x="0" y="981075"/>
                </a:lnTo>
                <a:lnTo>
                  <a:pt x="1214438" y="981075"/>
                </a:lnTo>
                <a:lnTo>
                  <a:pt x="1214438" y="1095375"/>
                </a:lnTo>
              </a:path>
            </a:pathLst>
          </a:custGeom>
          <a:noFill/>
          <a:ln w="10478">
            <a:solidFill>
              <a:srgbClr val="000000"/>
            </a:solidFill>
            <a:prstDash val="solid"/>
          </a:ln>
        </p:spPr>
      </p:sp>
      <p:sp>
        <p:nvSpPr>
          <p:cNvPr id="100" name="dp44-comparison / n100 / arrow">
            <a:extLst>
              <a:ext uri="{FF2B5EF4-FFF2-40B4-BE49-F238E27FC236}">
                <ns2:creationId id="{3ABF2A07-00CC-481D-8BCC-6E82F83081F2}"/>
              </a:ext>
            </a:extLst>
          </p:cNvPr>
          <p:cNvSpPr>
            <a:spLocks noGrp="1"/>
          </p:cNvSpPr>
          <p:nvPr/>
        </p:nvSpPr>
        <p:spPr>
          <a:xfrm>
            <a:off x="2752535" y="4695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1" name="dp44-comparison / n101 / path">
            <a:extLst>
              <a:ext uri="{FF2B5EF4-FFF2-40B4-BE49-F238E27FC236}">
                <ns2:creationId id="{9757DFEA-F21A-4D57-814A-A4625B70FBCC}"/>
              </a:ext>
            </a:extLst>
          </p:cNvPr>
          <p:cNvSpPr>
            <a:spLocks noGrp="1"/>
          </p:cNvSpPr>
          <p:nvPr/>
        </p:nvSpPr>
        <p:spPr>
          <a:xfrm>
            <a:off x="1476375" y="3762375"/>
            <a:ext cx="381000" cy="1157288"/>
          </a:xfrm>
          <a:custGeom>
            <a:pathLst>
              <a:path w="381000" h="1157288">
                <a:moveTo>
                  <a:pt x="190500" y="1157288"/>
                </a:moveTo>
                <a:lnTo>
                  <a:pt x="0" y="1157288"/>
                </a:lnTo>
                <a:lnTo>
                  <a:pt x="0" y="0"/>
                </a:lnTo>
                <a:lnTo>
                  <a:pt x="381000" y="0"/>
                </a:lnTo>
              </a:path>
            </a:pathLst>
          </a:custGeom>
          <a:noFill/>
          <a:ln w="10478">
            <a:solidFill>
              <a:srgbClr val="B8753F"/>
            </a:solidFill>
            <a:prstDash val="dash"/>
          </a:ln>
        </p:spPr>
      </p:sp>
      <p:sp>
        <p:nvSpPr>
          <p:cNvPr id="102" name="dp44-comparison / n101 / arrow">
            <a:extLst>
              <a:ext uri="{FF2B5EF4-FFF2-40B4-BE49-F238E27FC236}">
                <ns2:creationId id="{87674683-6381-472B-A80F-1FD63153DCFD}"/>
              </a:ext>
            </a:extLst>
          </p:cNvPr>
          <p:cNvSpPr>
            <a:spLocks noGrp="1"/>
          </p:cNvSpPr>
          <p:nvPr/>
        </p:nvSpPr>
        <p:spPr>
          <a:xfrm>
            <a:off x="1790319" y="37288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3" name="dp44-comparison / n104">
            <a:extLst>
              <a:ext uri="{FF2B5EF4-FFF2-40B4-BE49-F238E27FC236}">
                <ns2:creationId id="{C74FF008-02F7-4AFC-9DEE-7E98EC4DAED0}"/>
              </a:ext>
            </a:extLst>
          </p:cNvPr>
          <p:cNvSpPr>
            <a:spLocks noGrp="1"/>
          </p:cNvSpPr>
          <p:nvPr/>
        </p:nvSpPr>
        <p:spPr>
          <a:xfrm>
            <a:off x="7000875" y="5095875"/>
            <a:ext cx="2095500" cy="314325"/>
          </a:xfrm>
          <a:prstGeom prst="roundRect">
            <a:avLst>
              <a:gd name="adj" fmla="val 24242"/>
            </a:avLst>
          </a:prstGeom>
          <a:solidFill>
            <a:srgbClr val="FFFFFF"/>
          </a:solidFill>
          <a:ln w="9525">
            <a:solidFill>
              <a:srgbClr val="000000"/>
            </a:solidFill>
            <a:prstDash val="solid"/>
          </a:ln>
        </p:spPr>
        <p:txBody>
          <a:bodyPr wrap="none" lIns="85725" tIns="58103" rIns="85725" bIns="35242"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Publication Control</a:t>
            </a:r>
            <a:endParaRPr lang="ko-KR">
              <a:solidFill>
                <a:srgbClr val="000000"/>
              </a:solidFill>
              <a:latin typeface="Calibri"/>
              <a:ea typeface="Calibri"/>
              <a:cs typeface="Calibri"/>
            </a:endParaRPr>
          </a:p>
        </p:txBody>
      </p:sp>
      <p:sp>
        <p:nvSpPr>
          <p:cNvPr id="105" name="dp44-comparison / n106 / path">
            <a:extLst>
              <a:ext uri="{FF2B5EF4-FFF2-40B4-BE49-F238E27FC236}">
                <ns2:creationId id="{E20959EE-0C9C-4A08-B184-FCA63409EF06}"/>
              </a:ext>
            </a:extLst>
          </p:cNvPr>
          <p:cNvSpPr>
            <a:spLocks noGrp="1"/>
          </p:cNvSpPr>
          <p:nvPr/>
        </p:nvSpPr>
        <p:spPr>
          <a:xfrm>
            <a:off x="3405188" y="3857625"/>
            <a:ext cx="2166938" cy="1238250"/>
          </a:xfrm>
          <a:custGeom>
            <a:pathLst>
              <a:path w="2166938" h="1238250">
                <a:moveTo>
                  <a:pt x="0" y="0"/>
                </a:moveTo>
                <a:lnTo>
                  <a:pt x="0" y="704850"/>
                </a:lnTo>
                <a:lnTo>
                  <a:pt x="2166938" y="704850"/>
                </a:lnTo>
                <a:lnTo>
                  <a:pt x="2166938" y="1238250"/>
                </a:lnTo>
              </a:path>
            </a:pathLst>
          </a:custGeom>
          <a:noFill/>
          <a:ln w="10478">
            <a:solidFill>
              <a:srgbClr val="B8753F"/>
            </a:solidFill>
            <a:prstDash val="solid"/>
          </a:ln>
        </p:spPr>
      </p:sp>
      <p:sp>
        <p:nvSpPr>
          <p:cNvPr id="106" name="dp44-comparison / n106 / arrow">
            <a:extLst>
              <a:ext uri="{FF2B5EF4-FFF2-40B4-BE49-F238E27FC236}">
                <ns2:creationId id="{1019EB6F-C1C7-4AB2-B1FB-D2D4F53941B6}"/>
              </a:ext>
            </a:extLst>
          </p:cNvPr>
          <p:cNvSpPr>
            <a:spLocks noGrp="1"/>
          </p:cNvSpPr>
          <p:nvPr/>
        </p:nvSpPr>
        <p:spPr>
          <a:xfrm>
            <a:off x="553859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07" name="dp44-comparison / n107 / path">
            <a:extLst>
              <a:ext uri="{FF2B5EF4-FFF2-40B4-BE49-F238E27FC236}">
                <ns2:creationId id="{2D8A9412-4A3F-4B57-812E-1AD2B04A4E78}"/>
              </a:ext>
            </a:extLst>
          </p:cNvPr>
          <p:cNvSpPr>
            <a:spLocks noGrp="1"/>
          </p:cNvSpPr>
          <p:nvPr/>
        </p:nvSpPr>
        <p:spPr>
          <a:xfrm>
            <a:off x="4572000" y="3752850"/>
            <a:ext cx="1333500" cy="1343025"/>
          </a:xfrm>
          <a:custGeom>
            <a:pathLst>
              <a:path w="1333500" h="1343025">
                <a:moveTo>
                  <a:pt x="1333500" y="1343025"/>
                </a:moveTo>
                <a:lnTo>
                  <a:pt x="1333500" y="857250"/>
                </a:lnTo>
                <a:lnTo>
                  <a:pt x="95250" y="857250"/>
                </a:lnTo>
                <a:lnTo>
                  <a:pt x="95250" y="0"/>
                </a:lnTo>
                <a:lnTo>
                  <a:pt x="0" y="0"/>
                </a:lnTo>
              </a:path>
            </a:pathLst>
          </a:custGeom>
          <a:noFill/>
          <a:ln w="10478">
            <a:solidFill>
              <a:srgbClr val="B8753F"/>
            </a:solidFill>
            <a:prstDash val="dash"/>
          </a:ln>
        </p:spPr>
      </p:sp>
      <p:sp>
        <p:nvSpPr>
          <p:cNvPr id="108" name="dp44-comparison / n107 / arrow">
            <a:extLst>
              <a:ext uri="{FF2B5EF4-FFF2-40B4-BE49-F238E27FC236}">
                <ns2:creationId id="{F9A5F577-B303-4D27-9B4E-B918813A9931}"/>
              </a:ext>
            </a:extLst>
          </p:cNvPr>
          <p:cNvSpPr>
            <a:spLocks noGrp="1"/>
          </p:cNvSpPr>
          <p:nvPr/>
        </p:nvSpPr>
        <p:spPr>
          <a:xfrm>
            <a:off x="4572000" y="371932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109" name="dp44-comparison / n108 / path">
            <a:extLst>
              <a:ext uri="{FF2B5EF4-FFF2-40B4-BE49-F238E27FC236}">
                <ns2:creationId id="{1D48D584-2428-4EC8-950A-A3744CC88274}"/>
              </a:ext>
            </a:extLst>
          </p:cNvPr>
          <p:cNvSpPr>
            <a:spLocks noGrp="1"/>
          </p:cNvSpPr>
          <p:nvPr/>
        </p:nvSpPr>
        <p:spPr>
          <a:xfrm>
            <a:off x="4572000" y="3600450"/>
            <a:ext cx="3476625" cy="1495425"/>
          </a:xfrm>
          <a:custGeom>
            <a:pathLst>
              <a:path w="3476625" h="1495425">
                <a:moveTo>
                  <a:pt x="0" y="0"/>
                </a:moveTo>
                <a:lnTo>
                  <a:pt x="238125" y="0"/>
                </a:lnTo>
                <a:lnTo>
                  <a:pt x="238125" y="923925"/>
                </a:lnTo>
                <a:lnTo>
                  <a:pt x="3476625" y="923925"/>
                </a:lnTo>
                <a:lnTo>
                  <a:pt x="3476625" y="1495425"/>
                </a:lnTo>
              </a:path>
            </a:pathLst>
          </a:custGeom>
          <a:noFill/>
          <a:ln w="10478">
            <a:solidFill>
              <a:srgbClr val="B8753F"/>
            </a:solidFill>
            <a:prstDash val="solid"/>
          </a:ln>
        </p:spPr>
      </p:sp>
      <p:sp>
        <p:nvSpPr>
          <p:cNvPr id="110" name="dp44-comparison / n108 / arrow">
            <a:extLst>
              <a:ext uri="{FF2B5EF4-FFF2-40B4-BE49-F238E27FC236}">
                <ns2:creationId id="{20BA9F2C-98EF-41B3-90B2-59E001380CFC}"/>
              </a:ext>
            </a:extLst>
          </p:cNvPr>
          <p:cNvSpPr>
            <a:spLocks noGrp="1"/>
          </p:cNvSpPr>
          <p:nvPr/>
        </p:nvSpPr>
        <p:spPr>
          <a:xfrm>
            <a:off x="801509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11" name="dp44-comparison / n117 / path">
            <a:extLst>
              <a:ext uri="{FF2B5EF4-FFF2-40B4-BE49-F238E27FC236}">
                <ns2:creationId id="{4AA20794-7287-4648-8ACA-94577A24582B}"/>
              </a:ext>
            </a:extLst>
          </p:cNvPr>
          <p:cNvSpPr>
            <a:spLocks noGrp="1"/>
          </p:cNvSpPr>
          <p:nvPr/>
        </p:nvSpPr>
        <p:spPr>
          <a:xfrm>
            <a:off x="1571625" y="6334125"/>
            <a:ext cx="7715250" cy="953"/>
          </a:xfrm>
          <a:custGeom>
            <a:pathLst>
              <a:path w="7715250" h="953">
                <a:moveTo>
                  <a:pt x="0" y="0"/>
                </a:moveTo>
                <a:lnTo>
                  <a:pt x="7715250" y="0"/>
                </a:lnTo>
              </a:path>
            </a:pathLst>
          </a:custGeom>
          <a:noFill/>
          <a:ln w="10478">
            <a:solidFill>
              <a:srgbClr val="000000"/>
            </a:solidFill>
            <a:prstDash val="solid"/>
          </a:ln>
        </p:spPr>
      </p:sp>
      <p:sp>
        <p:nvSpPr>
          <p:cNvPr id="112" name="dp44-comparison / n120">
            <a:extLst>
              <a:ext uri="{FF2B5EF4-FFF2-40B4-BE49-F238E27FC236}">
                <ns2:creationId id="{2A73AE59-2365-483A-85A4-F4F989DF678C}"/>
              </a:ext>
            </a:extLst>
          </p:cNvPr>
          <p:cNvSpPr>
            <a:spLocks noGrp="1"/>
          </p:cNvSpPr>
          <p:nvPr/>
        </p:nvSpPr>
        <p:spPr>
          <a:xfrm>
            <a:off x="166687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Meaning1 완료</a:t>
            </a:r>
            <a:endParaRPr lang="ko-KR">
              <a:solidFill>
                <a:srgbClr val="000000"/>
              </a:solidFill>
              <a:latin typeface="Calibri"/>
              <a:ea typeface="Calibri"/>
              <a:cs typeface="Calibri"/>
            </a:endParaRPr>
          </a:p>
        </p:txBody>
      </p:sp>
      <p:sp>
        <p:nvSpPr>
          <p:cNvPr id="114" name="dp44-comparison / n122">
            <a:extLst>
              <a:ext uri="{FF2B5EF4-FFF2-40B4-BE49-F238E27FC236}">
                <ns2:creationId id="{A5BDFA0E-7F1C-4659-8C72-2F51CD3625E4}"/>
              </a:ext>
            </a:extLst>
          </p:cNvPr>
          <p:cNvSpPr>
            <a:spLocks noGrp="1"/>
          </p:cNvSpPr>
          <p:nvPr/>
        </p:nvSpPr>
        <p:spPr>
          <a:xfrm>
            <a:off x="433387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Dispatcher: 준비 지시</a:t>
            </a:r>
            <a:endParaRPr lang="ko-KR">
              <a:solidFill>
                <a:srgbClr val="000000"/>
              </a:solidFill>
              <a:latin typeface="Calibri"/>
              <a:ea typeface="Calibri"/>
              <a:cs typeface="Calibri"/>
            </a:endParaRPr>
          </a:p>
        </p:txBody>
      </p:sp>
      <p:sp>
        <p:nvSpPr>
          <p:cNvPr id="116" name="dp44-comparison / n124 / path">
            <a:extLst>
              <a:ext uri="{FF2B5EF4-FFF2-40B4-BE49-F238E27FC236}">
                <ns2:creationId id="{BEB0450F-B375-4293-BAB3-85B0EFCCD3A7}"/>
              </a:ext>
            </a:extLst>
          </p:cNvPr>
          <p:cNvSpPr>
            <a:spLocks noGrp="1"/>
          </p:cNvSpPr>
          <p:nvPr/>
        </p:nvSpPr>
        <p:spPr>
          <a:xfrm>
            <a:off x="3905250" y="6748463"/>
            <a:ext cx="428625" cy="953"/>
          </a:xfrm>
          <a:custGeom>
            <a:pathLst>
              <a:path w="428625" h="953">
                <a:moveTo>
                  <a:pt x="0" y="0"/>
                </a:moveTo>
                <a:lnTo>
                  <a:pt x="428625" y="0"/>
                </a:lnTo>
              </a:path>
            </a:pathLst>
          </a:custGeom>
          <a:noFill/>
          <a:ln w="10478">
            <a:solidFill>
              <a:srgbClr val="B8753F"/>
            </a:solidFill>
            <a:prstDash val="solid"/>
          </a:ln>
        </p:spPr>
      </p:sp>
      <p:sp>
        <p:nvSpPr>
          <p:cNvPr id="117" name="dp44-comparison / n124 / arrow">
            <a:extLst>
              <a:ext uri="{FF2B5EF4-FFF2-40B4-BE49-F238E27FC236}">
                <ns2:creationId id="{689AA964-C0A8-422B-A032-23A0640C0443}"/>
              </a:ext>
            </a:extLst>
          </p:cNvPr>
          <p:cNvSpPr>
            <a:spLocks noGrp="1"/>
          </p:cNvSpPr>
          <p:nvPr/>
        </p:nvSpPr>
        <p:spPr>
          <a:xfrm>
            <a:off x="426681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18" name="dp44-comparison / n125">
            <a:extLst>
              <a:ext uri="{FF2B5EF4-FFF2-40B4-BE49-F238E27FC236}">
                <ns2:creationId id="{255D470D-4BB1-4866-BB60-90E42B5C841E}"/>
              </a:ext>
            </a:extLst>
          </p:cNvPr>
          <p:cNvSpPr>
            <a:spLocks noGrp="1"/>
          </p:cNvSpPr>
          <p:nvPr/>
        </p:nvSpPr>
        <p:spPr>
          <a:xfrm>
            <a:off x="7000875" y="66198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후보 반환</a:t>
            </a:r>
            <a:endParaRPr lang="ko-KR">
              <a:solidFill>
                <a:srgbClr val="000000"/>
              </a:solidFill>
              <a:latin typeface="Calibri"/>
              <a:ea typeface="Calibri"/>
              <a:cs typeface="Calibri"/>
            </a:endParaRPr>
          </a:p>
        </p:txBody>
      </p:sp>
      <p:sp>
        <p:nvSpPr>
          <p:cNvPr id="120" name="dp44-comparison / n127 / path">
            <a:extLst>
              <a:ext uri="{FF2B5EF4-FFF2-40B4-BE49-F238E27FC236}">
                <ns2:creationId id="{600AFC5A-8581-4044-9392-4CDFCACB1714}"/>
              </a:ext>
            </a:extLst>
          </p:cNvPr>
          <p:cNvSpPr>
            <a:spLocks noGrp="1"/>
          </p:cNvSpPr>
          <p:nvPr/>
        </p:nvSpPr>
        <p:spPr>
          <a:xfrm>
            <a:off x="6572250" y="6748463"/>
            <a:ext cx="428625" cy="953"/>
          </a:xfrm>
          <a:custGeom>
            <a:pathLst>
              <a:path w="428625" h="953">
                <a:moveTo>
                  <a:pt x="0" y="0"/>
                </a:moveTo>
                <a:lnTo>
                  <a:pt x="428625" y="0"/>
                </a:lnTo>
              </a:path>
            </a:pathLst>
          </a:custGeom>
          <a:noFill/>
          <a:ln w="10478">
            <a:solidFill>
              <a:srgbClr val="B8753F"/>
            </a:solidFill>
            <a:prstDash val="solid"/>
          </a:ln>
        </p:spPr>
      </p:sp>
      <p:sp>
        <p:nvSpPr>
          <p:cNvPr id="121" name="dp44-comparison / n127 / arrow">
            <a:extLst>
              <a:ext uri="{FF2B5EF4-FFF2-40B4-BE49-F238E27FC236}">
                <ns2:creationId id="{1716F717-241B-4169-860D-949C09339B74}"/>
              </a:ext>
            </a:extLst>
          </p:cNvPr>
          <p:cNvSpPr>
            <a:spLocks noGrp="1"/>
          </p:cNvSpPr>
          <p:nvPr/>
        </p:nvSpPr>
        <p:spPr>
          <a:xfrm>
            <a:off x="693381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22" name="dp44-comparison / n128 / path">
            <a:extLst>
              <a:ext uri="{FF2B5EF4-FFF2-40B4-BE49-F238E27FC236}">
                <ns2:creationId id="{FCE4A217-CEF3-488B-9F63-F25770D2DBDA}"/>
              </a:ext>
            </a:extLst>
          </p:cNvPr>
          <p:cNvSpPr>
            <a:spLocks noGrp="1"/>
          </p:cNvSpPr>
          <p:nvPr/>
        </p:nvSpPr>
        <p:spPr>
          <a:xfrm>
            <a:off x="5453063" y="6877050"/>
            <a:ext cx="2643188" cy="133350"/>
          </a:xfrm>
          <a:custGeom>
            <a:pathLst>
              <a:path w="2643188" h="133350">
                <a:moveTo>
                  <a:pt x="2643188" y="0"/>
                </a:moveTo>
                <a:lnTo>
                  <a:pt x="2643188" y="133350"/>
                </a:lnTo>
                <a:lnTo>
                  <a:pt x="0" y="133350"/>
                </a:lnTo>
                <a:lnTo>
                  <a:pt x="0" y="0"/>
                </a:lnTo>
              </a:path>
            </a:pathLst>
          </a:custGeom>
          <a:noFill/>
          <a:ln w="10478">
            <a:solidFill>
              <a:srgbClr val="B8753F"/>
            </a:solidFill>
            <a:prstDash val="dash"/>
          </a:ln>
        </p:spPr>
      </p:sp>
      <p:sp>
        <p:nvSpPr>
          <p:cNvPr id="123" name="dp44-comparison / n128 / arrow">
            <a:extLst>
              <a:ext uri="{FF2B5EF4-FFF2-40B4-BE49-F238E27FC236}">
                <ns2:creationId id="{CAC2C121-5ADB-4BA1-974A-6DB137034128}"/>
              </a:ext>
            </a:extLst>
          </p:cNvPr>
          <p:cNvSpPr>
            <a:spLocks noGrp="1"/>
          </p:cNvSpPr>
          <p:nvPr/>
        </p:nvSpPr>
        <p:spPr>
          <a:xfrm>
            <a:off x="5419535" y="687705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124" name="dp44-comparison / n133">
            <a:extLst>
              <a:ext uri="{FF2B5EF4-FFF2-40B4-BE49-F238E27FC236}">
                <ns2:creationId id="{9FA6D584-48AD-45EA-AB31-2E20B68A3660}"/>
              </a:ext>
            </a:extLst>
          </p:cNvPr>
          <p:cNvSpPr>
            <a:spLocks noGrp="1"/>
          </p:cNvSpPr>
          <p:nvPr/>
        </p:nvSpPr>
        <p:spPr>
          <a:xfrm>
            <a:off x="166687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옛 응답 준비 완료</a:t>
            </a:r>
            <a:endParaRPr lang="ko-KR">
              <a:solidFill>
                <a:srgbClr val="000000"/>
              </a:solidFill>
              <a:latin typeface="Calibri"/>
              <a:ea typeface="Calibri"/>
              <a:cs typeface="Calibri"/>
            </a:endParaRPr>
          </a:p>
        </p:txBody>
      </p:sp>
      <p:sp>
        <p:nvSpPr>
          <p:cNvPr id="126" name="dp44-comparison / n135">
            <a:extLst>
              <a:ext uri="{FF2B5EF4-FFF2-40B4-BE49-F238E27FC236}">
                <ns2:creationId id="{076BA1D1-CF14-4AF9-AFA9-7FE81F39DEB4}"/>
              </a:ext>
            </a:extLst>
          </p:cNvPr>
          <p:cNvSpPr>
            <a:spLocks noGrp="1"/>
          </p:cNvSpPr>
          <p:nvPr/>
        </p:nvSpPr>
        <p:spPr>
          <a:xfrm>
            <a:off x="433387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Dispatcher: 현재성 검사</a:t>
            </a:r>
            <a:endParaRPr lang="ko-KR">
              <a:solidFill>
                <a:srgbClr val="000000"/>
              </a:solidFill>
              <a:latin typeface="Calibri"/>
              <a:ea typeface="Calibri"/>
              <a:cs typeface="Calibri"/>
            </a:endParaRPr>
          </a:p>
        </p:txBody>
      </p:sp>
      <p:sp>
        <p:nvSpPr>
          <p:cNvPr id="128" name="dp44-comparison / n137 / path">
            <a:extLst>
              <a:ext uri="{FF2B5EF4-FFF2-40B4-BE49-F238E27FC236}">
                <ns2:creationId id="{51CEE340-B020-45CA-BFE4-455A61A79743}"/>
              </a:ext>
            </a:extLst>
          </p:cNvPr>
          <p:cNvSpPr>
            <a:spLocks noGrp="1"/>
          </p:cNvSpPr>
          <p:nvPr/>
        </p:nvSpPr>
        <p:spPr>
          <a:xfrm>
            <a:off x="3905250" y="7410450"/>
            <a:ext cx="428625" cy="953"/>
          </a:xfrm>
          <a:custGeom>
            <a:pathLst>
              <a:path w="428625" h="953">
                <a:moveTo>
                  <a:pt x="0" y="0"/>
                </a:moveTo>
                <a:lnTo>
                  <a:pt x="428625" y="0"/>
                </a:lnTo>
              </a:path>
            </a:pathLst>
          </a:custGeom>
          <a:noFill/>
          <a:ln w="10478">
            <a:solidFill>
              <a:srgbClr val="B8753F"/>
            </a:solidFill>
            <a:prstDash val="solid"/>
          </a:ln>
        </p:spPr>
      </p:sp>
      <p:sp>
        <p:nvSpPr>
          <p:cNvPr id="129" name="dp44-comparison / n137 / arrow">
            <a:extLst>
              <a:ext uri="{FF2B5EF4-FFF2-40B4-BE49-F238E27FC236}">
                <ns2:creationId id="{EDE2A47F-CCE5-4453-8A83-B6E51DD17396}"/>
              </a:ext>
            </a:extLst>
          </p:cNvPr>
          <p:cNvSpPr>
            <a:spLocks noGrp="1"/>
          </p:cNvSpPr>
          <p:nvPr/>
        </p:nvSpPr>
        <p:spPr>
          <a:xfrm>
            <a:off x="426681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0" name="dp44-comparison / n138">
            <a:extLst>
              <a:ext uri="{FF2B5EF4-FFF2-40B4-BE49-F238E27FC236}">
                <ns2:creationId id="{81D74A20-6555-4483-861D-B29C1E555AFF}"/>
              </a:ext>
            </a:extLst>
          </p:cNvPr>
          <p:cNvSpPr>
            <a:spLocks noGrp="1"/>
          </p:cNvSpPr>
          <p:nvPr/>
        </p:nvSpPr>
        <p:spPr>
          <a:xfrm>
            <a:off x="7000875" y="7286625"/>
            <a:ext cx="2190750"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중앙에서 무효 후보 폐기</a:t>
            </a:r>
            <a:endParaRPr lang="ko-KR">
              <a:solidFill>
                <a:srgbClr val="000000"/>
              </a:solidFill>
              <a:latin typeface="Calibri"/>
              <a:ea typeface="Calibri"/>
              <a:cs typeface="Calibri"/>
            </a:endParaRPr>
          </a:p>
        </p:txBody>
      </p:sp>
      <p:sp>
        <p:nvSpPr>
          <p:cNvPr id="132" name="dp44-comparison / n140 / path">
            <a:extLst>
              <a:ext uri="{FF2B5EF4-FFF2-40B4-BE49-F238E27FC236}">
                <ns2:creationId id="{0B4E10BF-794E-4D5D-8B25-008EA91BE57F}"/>
              </a:ext>
            </a:extLst>
          </p:cNvPr>
          <p:cNvSpPr>
            <a:spLocks noGrp="1"/>
          </p:cNvSpPr>
          <p:nvPr/>
        </p:nvSpPr>
        <p:spPr>
          <a:xfrm>
            <a:off x="6572250" y="7410450"/>
            <a:ext cx="428625" cy="953"/>
          </a:xfrm>
          <a:custGeom>
            <a:pathLst>
              <a:path w="428625" h="953">
                <a:moveTo>
                  <a:pt x="0" y="0"/>
                </a:moveTo>
                <a:lnTo>
                  <a:pt x="428625" y="0"/>
                </a:lnTo>
              </a:path>
            </a:pathLst>
          </a:custGeom>
          <a:noFill/>
          <a:ln w="10478">
            <a:solidFill>
              <a:srgbClr val="B8753F"/>
            </a:solidFill>
            <a:prstDash val="solid"/>
          </a:ln>
        </p:spPr>
      </p:sp>
      <p:sp>
        <p:nvSpPr>
          <p:cNvPr id="133" name="dp44-comparison / n140 / arrow">
            <a:extLst>
              <a:ext uri="{FF2B5EF4-FFF2-40B4-BE49-F238E27FC236}">
                <ns2:creationId id="{6BA7D571-F631-4604-9368-1E529C4218B1}"/>
              </a:ext>
            </a:extLst>
          </p:cNvPr>
          <p:cNvSpPr>
            <a:spLocks noGrp="1"/>
          </p:cNvSpPr>
          <p:nvPr/>
        </p:nvSpPr>
        <p:spPr>
          <a:xfrm>
            <a:off x="693381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4" name="dp44-comparison / n76">
            <a:extLst>
              <a:ext uri="{FF2B5EF4-FFF2-40B4-BE49-F238E27FC236}">
                <ns2:creationId id="{8B96C399-B3AF-448D-A6E6-BA22D366FFF0}"/>
              </a:ext>
            </a:extLst>
          </p:cNvPr>
          <p:cNvSpPr>
            <a:spLocks noGrp="1"/>
          </p:cNvSpPr>
          <p:nvPr/>
        </p:nvSpPr>
        <p:spPr>
          <a:xfrm>
            <a:off x="1647825" y="2771775"/>
            <a:ext cx="2439353" cy="190500"/>
          </a:xfrm>
          <a:prstGeom prst="rect">
            <a:avLst/>
          </a:prstGeom>
          <a:solidFill>
            <a:srgbClr val="FFFFFF"/>
          </a:solidFill>
          <a:ln w="0">
            <a:noFill/>
            <a:prstDash val="solid"/>
          </a:ln>
        </p:spPr>
      </p:sp>
      <p:sp>
        <p:nvSpPr>
          <p:cNvPr id="135" name="dp44-comparison / n77 / text 1">
            <a:extLst>
              <a:ext uri="{FF2B5EF4-FFF2-40B4-BE49-F238E27FC236}">
                <ns2:creationId id="{AD7319D6-3D0A-4927-A647-EE963FCF9AE4}"/>
              </a:ext>
            </a:extLst>
          </p:cNvPr>
          <p:cNvSpPr>
            <a:spLocks noGrp="1"/>
          </p:cNvSpPr>
          <p:nvPr/>
        </p:nvSpPr>
        <p:spPr>
          <a:xfrm>
            <a:off x="1666875" y="2781300"/>
            <a:ext cx="39052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“잠깐, 표부터 설명해줘”</a:t>
            </a:r>
            <a:endParaRPr lang="ko-KR">
              <a:solidFill>
                <a:srgbClr val="000000"/>
              </a:solidFill>
              <a:latin typeface="Calibri"/>
              <a:ea typeface="Calibri"/>
              <a:cs typeface="Calibri"/>
            </a:endParaRPr>
          </a:p>
        </p:txBody>
      </p:sp>
      <p:sp>
        <p:nvSpPr>
          <p:cNvPr id="136" name="dp44-comparison / n78">
            <a:extLst>
              <a:ext uri="{FF2B5EF4-FFF2-40B4-BE49-F238E27FC236}">
                <ns2:creationId id="{6DF8254E-063B-4B42-A9E7-A2E1E6F46805}"/>
              </a:ext>
            </a:extLst>
          </p:cNvPr>
          <p:cNvSpPr>
            <a:spLocks noGrp="1"/>
          </p:cNvSpPr>
          <p:nvPr/>
        </p:nvSpPr>
        <p:spPr>
          <a:xfrm>
            <a:off x="6315075" y="2771775"/>
            <a:ext cx="2556510" cy="179070"/>
          </a:xfrm>
          <a:prstGeom prst="rect">
            <a:avLst/>
          </a:prstGeom>
          <a:solidFill>
            <a:srgbClr val="FFFFFF"/>
          </a:solidFill>
          <a:ln w="0">
            <a:noFill/>
            <a:prstDash val="solid"/>
          </a:ln>
        </p:spPr>
      </p:sp>
      <p:sp>
        <p:nvSpPr>
          <p:cNvPr id="137" name="dp44-comparison / n79 / text 1">
            <a:extLst>
              <a:ext uri="{FF2B5EF4-FFF2-40B4-BE49-F238E27FC236}">
                <ns2:creationId id="{342B9FCD-BFA7-481C-9452-4310E887930F}"/>
              </a:ext>
            </a:extLst>
          </p:cNvPr>
          <p:cNvSpPr>
            <a:spLocks noGrp="1"/>
          </p:cNvSpPr>
          <p:nvPr/>
        </p:nvSpPr>
        <p:spPr>
          <a:xfrm>
            <a:off x="6334125" y="2781300"/>
            <a:ext cx="3048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Task1 메일 / Question1 수신자 질문</a:t>
            </a:r>
            <a:endParaRPr lang="ko-KR">
              <a:solidFill>
                <a:srgbClr val="000000"/>
              </a:solidFill>
              <a:latin typeface="Calibri"/>
              <a:ea typeface="Calibri"/>
              <a:cs typeface="Calibri"/>
            </a:endParaRPr>
          </a:p>
        </p:txBody>
      </p:sp>
      <p:sp>
        <p:nvSpPr>
          <p:cNvPr id="138" name="dp44-comparison / n90">
            <a:extLst>
              <a:ext uri="{FF2B5EF4-FFF2-40B4-BE49-F238E27FC236}">
                <ns2:creationId id="{4762F7B9-81FD-466D-AE39-F3FD734B52B3}"/>
              </a:ext>
            </a:extLst>
          </p:cNvPr>
          <p:cNvSpPr>
            <a:spLocks noGrp="1"/>
          </p:cNvSpPr>
          <p:nvPr/>
        </p:nvSpPr>
        <p:spPr>
          <a:xfrm>
            <a:off x="1838325" y="4038600"/>
            <a:ext cx="2650808" cy="213360"/>
          </a:xfrm>
          <a:prstGeom prst="rect">
            <a:avLst/>
          </a:prstGeom>
          <a:solidFill>
            <a:srgbClr val="FFFFFF"/>
          </a:solidFill>
          <a:ln w="0">
            <a:noFill/>
            <a:prstDash val="solid"/>
          </a:ln>
        </p:spPr>
      </p:sp>
      <p:sp>
        <p:nvSpPr>
          <p:cNvPr id="139" name="dp44-comparison / n91 / text 1">
            <a:extLst>
              <a:ext uri="{FF2B5EF4-FFF2-40B4-BE49-F238E27FC236}">
                <ns2:creationId id="{01964BD2-84F8-4D2B-8A6A-6E4337A34722}"/>
              </a:ext>
            </a:extLst>
          </p:cNvPr>
          <p:cNvSpPr>
            <a:spLocks noGrp="1"/>
          </p:cNvSpPr>
          <p:nvPr/>
        </p:nvSpPr>
        <p:spPr>
          <a:xfrm>
            <a:off x="1857375" y="4048125"/>
            <a:ext cx="371475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다음 실행 지시와 완료 결과 회수</a:t>
            </a:r>
            <a:endParaRPr lang="ko-KR">
              <a:solidFill>
                <a:srgbClr val="000000"/>
              </a:solidFill>
              <a:latin typeface="Calibri"/>
              <a:ea typeface="Calibri"/>
              <a:cs typeface="Calibri"/>
            </a:endParaRPr>
          </a:p>
        </p:txBody>
      </p:sp>
      <p:sp>
        <p:nvSpPr>
          <p:cNvPr id="140" name="dp44-comparison / n92">
            <a:extLst>
              <a:ext uri="{FF2B5EF4-FFF2-40B4-BE49-F238E27FC236}">
                <ns2:creationId id="{6F1F653B-5442-48E7-871E-C2EC626FAEE5}"/>
              </a:ext>
            </a:extLst>
          </p:cNvPr>
          <p:cNvSpPr>
            <a:spLocks noGrp="1"/>
          </p:cNvSpPr>
          <p:nvPr/>
        </p:nvSpPr>
        <p:spPr>
          <a:xfrm>
            <a:off x="5857875" y="3943350"/>
            <a:ext cx="3095625" cy="438150"/>
          </a:xfrm>
          <a:custGeom>
            <a:pathLst>
              <a:path w="3095625" h="438150">
                <a:moveTo>
                  <a:pt x="0" y="0"/>
                </a:moveTo>
                <a:lnTo>
                  <a:pt x="2924175" y="0"/>
                </a:lnTo>
                <a:lnTo>
                  <a:pt x="3095625" y="171450"/>
                </a:lnTo>
                <a:lnTo>
                  <a:pt x="3095625" y="438150"/>
                </a:lnTo>
                <a:lnTo>
                  <a:pt x="0" y="438150"/>
                </a:lnTo>
                <a:close/>
              </a:path>
            </a:pathLst>
          </a:custGeom>
          <a:solidFill>
            <a:srgbClr val="FFFFFF"/>
          </a:solidFill>
          <a:ln w="9525">
            <a:solidFill>
              <a:srgbClr val="000000"/>
            </a:solidFill>
            <a:prstDash val="solid"/>
          </a:ln>
        </p:spPr>
        <p:txBody>
          <a:bodyPr wrap="none" lIns="95250" tIns="57150" rIns="17145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Input1 / Job1: 표 설명 준비</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next:PREPARE_RESPONSE / waiting:Meaning1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이전 Input0의 Candidate0: 무효</a:t>
            </a:r>
            <a:endParaRPr lang="ko-KR">
              <a:solidFill>
                <a:srgbClr val="000000"/>
              </a:solidFill>
              <a:latin typeface="Calibri"/>
              <a:ea typeface="Calibri"/>
              <a:cs typeface="Calibri"/>
            </a:endParaRPr>
          </a:p>
        </p:txBody>
      </p:sp>
      <p:sp>
        <p:nvSpPr>
          <p:cNvPr id="141" name="dp44-comparison / n92 / fold">
            <a:extLst>
              <a:ext uri="{FF2B5EF4-FFF2-40B4-BE49-F238E27FC236}">
                <ns2:creationId id="{5BB8092B-9AA2-4760-A347-C74047F9161A}"/>
              </a:ext>
            </a:extLst>
          </p:cNvPr>
          <p:cNvSpPr>
            <a:spLocks noGrp="1"/>
          </p:cNvSpPr>
          <p:nvPr/>
        </p:nvSpPr>
        <p:spPr>
          <a:xfrm>
            <a:off x="8782050" y="39433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45" name="dp44-comparison / n102">
            <a:extLst>
              <a:ext uri="{FF2B5EF4-FFF2-40B4-BE49-F238E27FC236}">
                <ns2:creationId id="{4DEA1FCC-E3E6-452E-B9E1-8734FA5BFE54}"/>
              </a:ext>
            </a:extLst>
          </p:cNvPr>
          <p:cNvSpPr>
            <a:spLocks noGrp="1"/>
          </p:cNvSpPr>
          <p:nvPr/>
        </p:nvSpPr>
        <p:spPr>
          <a:xfrm>
            <a:off x="1647825" y="5133975"/>
            <a:ext cx="1505141" cy="167640"/>
          </a:xfrm>
          <a:prstGeom prst="rect">
            <a:avLst/>
          </a:prstGeom>
          <a:solidFill>
            <a:srgbClr val="FFFFFF"/>
          </a:solidFill>
          <a:ln w="0">
            <a:noFill/>
            <a:prstDash val="solid"/>
          </a:ln>
        </p:spPr>
      </p:sp>
      <p:sp>
        <p:nvSpPr>
          <p:cNvPr id="146" name="dp44-comparison / n103 / text 1">
            <a:extLst>
              <a:ext uri="{FF2B5EF4-FFF2-40B4-BE49-F238E27FC236}">
                <ns2:creationId id="{AC98AE58-552B-4AF7-948A-56451BB3EBD4}"/>
              </a:ext>
            </a:extLst>
          </p:cNvPr>
          <p:cNvSpPr>
            <a:spLocks noGrp="1"/>
          </p:cNvSpPr>
          <p:nvPr/>
        </p:nvSpPr>
        <p:spPr>
          <a:xfrm>
            <a:off x="1666875" y="5143500"/>
            <a:ext cx="22383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이해 완료: Meaning1</a:t>
            </a:r>
            <a:endParaRPr lang="ko-KR">
              <a:solidFill>
                <a:srgbClr val="000000"/>
              </a:solidFill>
              <a:latin typeface="Calibri"/>
              <a:ea typeface="Calibri"/>
              <a:cs typeface="Calibri"/>
            </a:endParaRPr>
          </a:p>
        </p:txBody>
      </p:sp>
      <p:sp>
        <p:nvSpPr>
          <p:cNvPr id="147" name="dp44-comparison / n109">
            <a:extLst>
              <a:ext uri="{FF2B5EF4-FFF2-40B4-BE49-F238E27FC236}">
                <ns2:creationId id="{4476FF5D-D9FB-4BA8-997C-2C3BC4357EEB}"/>
              </a:ext>
            </a:extLst>
          </p:cNvPr>
          <p:cNvSpPr>
            <a:spLocks noGrp="1"/>
          </p:cNvSpPr>
          <p:nvPr/>
        </p:nvSpPr>
        <p:spPr>
          <a:xfrm>
            <a:off x="5029200" y="4381500"/>
            <a:ext cx="2291334" cy="156210"/>
          </a:xfrm>
          <a:prstGeom prst="rect">
            <a:avLst/>
          </a:prstGeom>
          <a:solidFill>
            <a:srgbClr val="FFFFFF"/>
          </a:solidFill>
          <a:ln w="0">
            <a:noFill/>
            <a:prstDash val="solid"/>
          </a:ln>
        </p:spPr>
      </p:sp>
      <p:sp>
        <p:nvSpPr>
          <p:cNvPr id="148" name="dp44-comparison / n110 / text 1">
            <a:extLst>
              <a:ext uri="{FF2B5EF4-FFF2-40B4-BE49-F238E27FC236}">
                <ns2:creationId id="{E1A8C03C-399D-4850-889D-F07D8156409F}"/>
              </a:ext>
            </a:extLst>
          </p:cNvPr>
          <p:cNvSpPr>
            <a:spLocks noGrp="1"/>
          </p:cNvSpPr>
          <p:nvPr/>
        </p:nvSpPr>
        <p:spPr>
          <a:xfrm>
            <a:off x="5048250" y="4391025"/>
            <a:ext cx="39052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② 중앙의 준비 지시 / ③ 준비 결과 회수</a:t>
            </a:r>
            <a:endParaRPr lang="ko-KR">
              <a:solidFill>
                <a:srgbClr val="000000"/>
              </a:solidFill>
              <a:latin typeface="Calibri"/>
              <a:ea typeface="Calibri"/>
              <a:cs typeface="Calibri"/>
            </a:endParaRPr>
          </a:p>
        </p:txBody>
      </p:sp>
      <p:sp>
        <p:nvSpPr>
          <p:cNvPr id="149" name="dp44-comparison / n111">
            <a:extLst>
              <a:ext uri="{FF2B5EF4-FFF2-40B4-BE49-F238E27FC236}">
                <ns2:creationId id="{3D943B5B-1165-4EE3-BE10-7259BEA4723C}"/>
              </a:ext>
            </a:extLst>
          </p:cNvPr>
          <p:cNvSpPr>
            <a:spLocks noGrp="1"/>
          </p:cNvSpPr>
          <p:nvPr/>
        </p:nvSpPr>
        <p:spPr>
          <a:xfrm>
            <a:off x="1666875" y="5362575"/>
            <a:ext cx="2238375" cy="685800"/>
          </a:xfrm>
          <a:custGeom>
            <a:pathLst>
              <a:path w="2238375" h="685800">
                <a:moveTo>
                  <a:pt x="0" y="0"/>
                </a:moveTo>
                <a:lnTo>
                  <a:pt x="2066925" y="0"/>
                </a:lnTo>
                <a:lnTo>
                  <a:pt x="2238375" y="171450"/>
                </a:lnTo>
                <a:lnTo>
                  <a:pt x="2238375" y="685800"/>
                </a:lnTo>
                <a:lnTo>
                  <a:pt x="0" y="685800"/>
                </a:lnTo>
                <a:close/>
              </a:path>
            </a:pathLst>
          </a:custGeom>
          <a:solidFill>
            <a:srgbClr val="FFFFFF"/>
          </a:solidFill>
          <a:ln w="9525">
            <a:solidFill>
              <a:srgbClr val="000000"/>
            </a:solidFill>
            <a:prstDash val="solid"/>
          </a:ln>
        </p:spPr>
        <p:txBody>
          <a:bodyPr wrap="none" lIns="95250" tIns="57150" rIns="171450" bIns="9953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준비 완료: Candidate1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input_ref:Input1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content_ref:표 설명</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 후보도 Dispatcher로 반환</a:t>
            </a:r>
            <a:endParaRPr lang="ko-KR">
              <a:solidFill>
                <a:srgbClr val="000000"/>
              </a:solidFill>
              <a:latin typeface="Calibri"/>
              <a:ea typeface="Calibri"/>
              <a:cs typeface="Calibri"/>
            </a:endParaRPr>
          </a:p>
        </p:txBody>
      </p:sp>
      <p:sp>
        <p:nvSpPr>
          <p:cNvPr id="150" name="dp44-comparison / n111 / fold">
            <a:extLst>
              <a:ext uri="{FF2B5EF4-FFF2-40B4-BE49-F238E27FC236}">
                <ns2:creationId id="{B0B5F7D4-DC4F-4E16-B8AF-A7DCC49904CB}"/>
              </a:ext>
            </a:extLst>
          </p:cNvPr>
          <p:cNvSpPr>
            <a:spLocks noGrp="1"/>
          </p:cNvSpPr>
          <p:nvPr/>
        </p:nvSpPr>
        <p:spPr>
          <a:xfrm>
            <a:off x="3733800" y="53625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55" name="dp44-comparison / n113">
            <a:extLst>
              <a:ext uri="{FF2B5EF4-FFF2-40B4-BE49-F238E27FC236}">
                <ns2:creationId id="{39C20D61-AEB0-4BC2-A351-D2501F146D2D}"/>
              </a:ext>
            </a:extLst>
          </p:cNvPr>
          <p:cNvSpPr>
            <a:spLocks noGrp="1"/>
          </p:cNvSpPr>
          <p:nvPr/>
        </p:nvSpPr>
        <p:spPr>
          <a:xfrm>
            <a:off x="4600575" y="5610225"/>
            <a:ext cx="2676144" cy="201930"/>
          </a:xfrm>
          <a:prstGeom prst="rect">
            <a:avLst/>
          </a:prstGeom>
          <a:solidFill>
            <a:srgbClr val="FFFFFF"/>
          </a:solidFill>
          <a:ln w="0">
            <a:noFill/>
            <a:prstDash val="solid"/>
          </a:ln>
        </p:spPr>
      </p:sp>
      <p:sp>
        <p:nvSpPr>
          <p:cNvPr id="156" name="dp44-comparison / n114 / text 1">
            <a:extLst>
              <a:ext uri="{FF2B5EF4-FFF2-40B4-BE49-F238E27FC236}">
                <ns2:creationId id="{6117B7EE-DE99-473B-991E-3398A8DBCB6B}"/>
              </a:ext>
            </a:extLst>
          </p:cNvPr>
          <p:cNvSpPr>
            <a:spLocks noGrp="1"/>
          </p:cNvSpPr>
          <p:nvPr/>
        </p:nvSpPr>
        <p:spPr>
          <a:xfrm>
            <a:off x="4619625" y="5619750"/>
            <a:ext cx="42862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④ 현재성 검사 후 중앙의 게시 지시</a:t>
            </a:r>
            <a:endParaRPr lang="ko-KR">
              <a:solidFill>
                <a:srgbClr val="000000"/>
              </a:solidFill>
              <a:latin typeface="Calibri"/>
              <a:ea typeface="Calibri"/>
              <a:cs typeface="Calibri"/>
            </a:endParaRPr>
          </a:p>
        </p:txBody>
      </p:sp>
      <p:sp>
        <p:nvSpPr>
          <p:cNvPr id="157" name="dp44-comparison / n115">
            <a:extLst>
              <a:ext uri="{FF2B5EF4-FFF2-40B4-BE49-F238E27FC236}">
                <ns2:creationId id="{A1832BD6-56EC-4054-A329-95BC1D4B395C}"/>
              </a:ext>
            </a:extLst>
          </p:cNvPr>
          <p:cNvSpPr>
            <a:spLocks noGrp="1"/>
          </p:cNvSpPr>
          <p:nvPr/>
        </p:nvSpPr>
        <p:spPr>
          <a:xfrm>
            <a:off x="4600575" y="5876925"/>
            <a:ext cx="2715768" cy="201930"/>
          </a:xfrm>
          <a:prstGeom prst="rect">
            <a:avLst/>
          </a:prstGeom>
          <a:solidFill>
            <a:srgbClr val="FFFFFF"/>
          </a:solidFill>
          <a:ln w="0">
            <a:noFill/>
            <a:prstDash val="solid"/>
          </a:ln>
        </p:spPr>
      </p:sp>
      <p:sp>
        <p:nvSpPr>
          <p:cNvPr id="158" name="dp44-comparison / n116 / text 1">
            <a:extLst>
              <a:ext uri="{FF2B5EF4-FFF2-40B4-BE49-F238E27FC236}">
                <ns2:creationId id="{A927384E-A576-43D6-973A-823A471424E3}"/>
              </a:ext>
            </a:extLst>
          </p:cNvPr>
          <p:cNvSpPr>
            <a:spLocks noGrp="1"/>
          </p:cNvSpPr>
          <p:nvPr/>
        </p:nvSpPr>
        <p:spPr>
          <a:xfrm>
            <a:off x="4619625" y="5886450"/>
            <a:ext cx="42862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완료마다 다음 실행을 중앙에서 결정</a:t>
            </a:r>
            <a:endParaRPr lang="ko-KR">
              <a:solidFill>
                <a:srgbClr val="000000"/>
              </a:solidFill>
              <a:latin typeface="Calibri"/>
              <a:ea typeface="Calibri"/>
              <a:cs typeface="Calibri"/>
            </a:endParaRPr>
          </a:p>
        </p:txBody>
      </p:sp>
      <p:sp>
        <p:nvSpPr>
          <p:cNvPr id="159" name="dp44-comparison / n118">
            <a:extLst>
              <a:ext uri="{FF2B5EF4-FFF2-40B4-BE49-F238E27FC236}">
                <ns2:creationId id="{3ADE1531-9C70-444F-BBCC-3517C170832E}"/>
              </a:ext>
            </a:extLst>
          </p:cNvPr>
          <p:cNvSpPr>
            <a:spLocks noGrp="1"/>
          </p:cNvSpPr>
          <p:nvPr/>
        </p:nvSpPr>
        <p:spPr>
          <a:xfrm>
            <a:off x="1647825" y="6381750"/>
            <a:ext cx="2828544" cy="179070"/>
          </a:xfrm>
          <a:prstGeom prst="rect">
            <a:avLst/>
          </a:prstGeom>
          <a:solidFill>
            <a:srgbClr val="FFFFFF"/>
          </a:solidFill>
          <a:ln w="0">
            <a:noFill/>
            <a:prstDash val="solid"/>
          </a:ln>
        </p:spPr>
      </p:sp>
      <p:sp>
        <p:nvSpPr>
          <p:cNvPr id="160" name="dp44-comparison / n119 / text 1">
            <a:extLst>
              <a:ext uri="{FF2B5EF4-FFF2-40B4-BE49-F238E27FC236}">
                <ns2:creationId id="{A37D5ABB-6C3E-41D2-A902-F1ADB45A10C5}"/>
              </a:ext>
            </a:extLst>
          </p:cNvPr>
          <p:cNvSpPr>
            <a:spLocks noGrp="1"/>
          </p:cNvSpPr>
          <p:nvPr/>
        </p:nvSpPr>
        <p:spPr>
          <a:xfrm>
            <a:off x="1666875" y="63912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완료 결과의 다음 처리</a:t>
            </a:r>
            <a:endParaRPr lang="ko-KR">
              <a:solidFill>
                <a:srgbClr val="000000"/>
              </a:solidFill>
              <a:latin typeface="Calibri"/>
              <a:ea typeface="Calibri"/>
              <a:cs typeface="Calibri"/>
            </a:endParaRPr>
          </a:p>
        </p:txBody>
      </p:sp>
      <p:sp>
        <p:nvSpPr>
          <p:cNvPr id="161" name="dp44-comparison / n129">
            <a:extLst>
              <a:ext uri="{FF2B5EF4-FFF2-40B4-BE49-F238E27FC236}">
                <ns2:creationId id="{9AA02521-9784-4760-AC8F-446D82A99500}"/>
              </a:ext>
            </a:extLst>
          </p:cNvPr>
          <p:cNvSpPr>
            <a:spLocks noGrp="1"/>
          </p:cNvSpPr>
          <p:nvPr/>
        </p:nvSpPr>
        <p:spPr>
          <a:xfrm>
            <a:off x="5524500" y="6877050"/>
            <a:ext cx="1654112" cy="144780"/>
          </a:xfrm>
          <a:prstGeom prst="rect">
            <a:avLst/>
          </a:prstGeom>
          <a:solidFill>
            <a:srgbClr val="FFFFFF"/>
          </a:solidFill>
          <a:ln w="0">
            <a:noFill/>
            <a:prstDash val="solid"/>
          </a:ln>
        </p:spPr>
      </p:sp>
      <p:sp>
        <p:nvSpPr>
          <p:cNvPr id="162" name="dp44-comparison / n130 / text 1">
            <a:extLst>
              <a:ext uri="{FF2B5EF4-FFF2-40B4-BE49-F238E27FC236}">
                <ns2:creationId id="{4FA8D865-3168-49CC-BBC5-DE76E0F0BDC4}"/>
              </a:ext>
            </a:extLst>
          </p:cNvPr>
          <p:cNvSpPr>
            <a:spLocks noGrp="1"/>
          </p:cNvSpPr>
          <p:nvPr/>
        </p:nvSpPr>
        <p:spPr>
          <a:xfrm>
            <a:off x="5543550" y="6886575"/>
            <a:ext cx="3667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중앙 회수 뒤 검사 / 게시 지시</a:t>
            </a:r>
            <a:endParaRPr lang="ko-KR">
              <a:solidFill>
                <a:srgbClr val="000000"/>
              </a:solidFill>
              <a:latin typeface="Calibri"/>
              <a:ea typeface="Calibri"/>
              <a:cs typeface="Calibri"/>
            </a:endParaRPr>
          </a:p>
        </p:txBody>
      </p:sp>
      <p:sp>
        <p:nvSpPr>
          <p:cNvPr id="163" name="dp44-comparison / n131">
            <a:extLst>
              <a:ext uri="{FF2B5EF4-FFF2-40B4-BE49-F238E27FC236}">
                <ns2:creationId id="{1DCBA8D2-8090-41B2-B2F3-3FE16F7BD68B}"/>
              </a:ext>
            </a:extLst>
          </p:cNvPr>
          <p:cNvSpPr>
            <a:spLocks noGrp="1"/>
          </p:cNvSpPr>
          <p:nvPr/>
        </p:nvSpPr>
        <p:spPr>
          <a:xfrm>
            <a:off x="1647825" y="7105650"/>
            <a:ext cx="2790444" cy="167640"/>
          </a:xfrm>
          <a:prstGeom prst="rect">
            <a:avLst/>
          </a:prstGeom>
          <a:solidFill>
            <a:srgbClr val="FFFFFF"/>
          </a:solidFill>
          <a:ln w="0">
            <a:noFill/>
            <a:prstDash val="solid"/>
          </a:ln>
        </p:spPr>
      </p:sp>
      <p:sp>
        <p:nvSpPr>
          <p:cNvPr id="164" name="dp44-comparison / n132 / text 1">
            <a:extLst>
              <a:ext uri="{FF2B5EF4-FFF2-40B4-BE49-F238E27FC236}">
                <ns2:creationId id="{0976EC3B-2A12-4635-A3AD-9288016C8AF9}"/>
              </a:ext>
            </a:extLst>
          </p:cNvPr>
          <p:cNvSpPr>
            <a:spLocks noGrp="1"/>
          </p:cNvSpPr>
          <p:nvPr/>
        </p:nvSpPr>
        <p:spPr>
          <a:xfrm>
            <a:off x="1666875" y="711517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늦은 Candidate0 / 이미 새 Input1 처리 중</a:t>
            </a:r>
            <a:endParaRPr lang="ko-KR">
              <a:solidFill>
                <a:srgbClr val="000000"/>
              </a:solidFill>
              <a:latin typeface="Calibri"/>
              <a:ea typeface="Calibri"/>
              <a:cs typeface="Calibri"/>
            </a:endParaRPr>
          </a:p>
        </p:txBody>
      </p:sp>
      <p:sp>
        <p:nvSpPr>
          <p:cNvPr id="165" name="dp44-comparison / n141">
            <a:extLst>
              <a:ext uri="{FF2B5EF4-FFF2-40B4-BE49-F238E27FC236}">
                <ns2:creationId id="{4D427726-F38C-4D52-BB91-BC85FB69CCA2}"/>
              </a:ext>
            </a:extLst>
          </p:cNvPr>
          <p:cNvSpPr>
            <a:spLocks noGrp="1"/>
          </p:cNvSpPr>
          <p:nvPr/>
        </p:nvSpPr>
        <p:spPr>
          <a:xfrm>
            <a:off x="9953625" y="2409825"/>
            <a:ext cx="257175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7" name="dp44-comparison / n143">
            <a:extLst>
              <a:ext uri="{FF2B5EF4-FFF2-40B4-BE49-F238E27FC236}">
                <ns2:creationId id="{4BB1BCAB-1653-479A-9C78-4769643B6375}"/>
              </a:ext>
            </a:extLst>
          </p:cNvPr>
          <p:cNvSpPr>
            <a:spLocks noGrp="1"/>
          </p:cNvSpPr>
          <p:nvPr/>
        </p:nvSpPr>
        <p:spPr>
          <a:xfrm>
            <a:off x="14620875" y="2409825"/>
            <a:ext cx="285750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69" name="dp44-comparison / n149">
            <a:extLst>
              <a:ext uri="{FF2B5EF4-FFF2-40B4-BE49-F238E27FC236}">
                <ns2:creationId id="{CBDA552E-DB0D-4330-A804-00A0B58F822D}"/>
              </a:ext>
            </a:extLst>
          </p:cNvPr>
          <p:cNvSpPr>
            <a:spLocks noGrp="1"/>
          </p:cNvSpPr>
          <p:nvPr/>
        </p:nvSpPr>
        <p:spPr>
          <a:xfrm>
            <a:off x="9858375" y="3076575"/>
            <a:ext cx="7715250" cy="1409700"/>
          </a:xfrm>
          <a:prstGeom prst="rect">
            <a:avLst/>
          </a:prstGeom>
          <a:solidFill>
            <a:srgbClr val="FFFFFF"/>
          </a:solidFill>
          <a:ln w="9525">
            <a:solidFill>
              <a:srgbClr val="000000"/>
            </a:solidFill>
            <a:prstDash val="solid"/>
          </a:ln>
        </p:spPr>
        <p:txBody>
          <a:bodyPr wrap="none" lIns="123825" tIns="95250" rIns="123825" bIns="10244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71" name="dp44-comparison / n151">
            <a:extLst>
              <a:ext uri="{FF2B5EF4-FFF2-40B4-BE49-F238E27FC236}">
                <ns2:creationId id="{A9381B15-9907-4301-BDD3-7B2715915DF1}"/>
              </a:ext>
            </a:extLst>
          </p:cNvPr>
          <p:cNvSpPr>
            <a:spLocks noGrp="1"/>
          </p:cNvSpPr>
          <p:nvPr/>
        </p:nvSpPr>
        <p:spPr>
          <a:xfrm>
            <a:off x="10144125" y="3476625"/>
            <a:ext cx="27146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173" name="dp44-comparison / n153">
            <a:extLst>
              <a:ext uri="{FF2B5EF4-FFF2-40B4-BE49-F238E27FC236}">
                <ns2:creationId id="{66CCBFF4-6922-491F-8360-0AD31E9D7BA9}"/>
              </a:ext>
            </a:extLst>
          </p:cNvPr>
          <p:cNvSpPr>
            <a:spLocks noGrp="1"/>
          </p:cNvSpPr>
          <p:nvPr/>
        </p:nvSpPr>
        <p:spPr>
          <a:xfrm>
            <a:off x="14144625" y="3476625"/>
            <a:ext cx="3095625" cy="381000"/>
          </a:xfrm>
          <a:prstGeom prst="roundRect">
            <a:avLst>
              <a:gd name="adj" fmla="val 20000"/>
            </a:avLst>
          </a:prstGeom>
          <a:solidFill>
            <a:srgbClr val="FFF6DE"/>
          </a:solidFill>
          <a:ln w="17145">
            <a:solidFill>
              <a:srgbClr val="B8753F"/>
            </a:solidFill>
            <a:prstDash val="solid"/>
          </a:ln>
        </p:spPr>
        <p:txBody>
          <a:bodyPr wrap="none" lIns="85725" tIns="72866" rIns="85725" bIns="4572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175" name="dp44-comparison / n155">
            <a:extLst>
              <a:ext uri="{FF2B5EF4-FFF2-40B4-BE49-F238E27FC236}">
                <ns2:creationId id="{4B518160-D28E-4B36-952F-097617CC4086}"/>
              </a:ext>
            </a:extLst>
          </p:cNvPr>
          <p:cNvSpPr>
            <a:spLocks noGrp="1"/>
          </p:cNvSpPr>
          <p:nvPr/>
        </p:nvSpPr>
        <p:spPr>
          <a:xfrm>
            <a:off x="10144125" y="4000500"/>
            <a:ext cx="2714625" cy="323850"/>
          </a:xfrm>
          <a:prstGeom prst="can">
            <a:avLst>
              <a:gd name="adj" fmla="val 20000"/>
            </a:avLst>
          </a:prstGeom>
          <a:solidFill>
            <a:srgbClr val="FFF6DE"/>
          </a:solidFill>
          <a:ln w="9525">
            <a:solidFill>
              <a:srgbClr val="B8753F"/>
            </a:solidFill>
            <a:prstDash val="solid"/>
          </a:ln>
        </p:spPr>
        <p:txBody>
          <a:bodyPr wrap="none" lIns="85725" tIns="70485" rIns="85725" bIns="32385"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177" name="dp44-comparison / n157">
            <a:extLst>
              <a:ext uri="{FF2B5EF4-FFF2-40B4-BE49-F238E27FC236}">
                <ns2:creationId id="{91EC9FA7-7426-4DFF-BEB7-F654CCA3DC88}"/>
              </a:ext>
            </a:extLst>
          </p:cNvPr>
          <p:cNvSpPr>
            <a:spLocks noGrp="1"/>
          </p:cNvSpPr>
          <p:nvPr/>
        </p:nvSpPr>
        <p:spPr>
          <a:xfrm>
            <a:off x="14144625" y="4000500"/>
            <a:ext cx="3095625" cy="323850"/>
          </a:xfrm>
          <a:prstGeom prst="can">
            <a:avLst>
              <a:gd name="adj" fmla="val 20000"/>
            </a:avLst>
          </a:prstGeom>
          <a:solidFill>
            <a:srgbClr val="FFF6DE"/>
          </a:solidFill>
          <a:ln w="9525">
            <a:solidFill>
              <a:srgbClr val="B8753F"/>
            </a:solidFill>
            <a:prstDash val="solid"/>
          </a:ln>
        </p:spPr>
        <p:txBody>
          <a:bodyPr wrap="none" lIns="85725" tIns="70485" rIns="85725" bIns="32385"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179" name="dp44-comparison / n159 / path">
            <a:extLst>
              <a:ext uri="{FF2B5EF4-FFF2-40B4-BE49-F238E27FC236}">
                <ns2:creationId id="{E2CE5732-7492-4381-AB27-32FAD518D416}"/>
              </a:ext>
            </a:extLst>
          </p:cNvPr>
          <p:cNvSpPr>
            <a:spLocks noGrp="1"/>
          </p:cNvSpPr>
          <p:nvPr/>
        </p:nvSpPr>
        <p:spPr>
          <a:xfrm>
            <a:off x="11239500" y="2733675"/>
            <a:ext cx="261938" cy="742950"/>
          </a:xfrm>
          <a:custGeom>
            <a:pathLst>
              <a:path w="261938" h="742950">
                <a:moveTo>
                  <a:pt x="0" y="0"/>
                </a:moveTo>
                <a:lnTo>
                  <a:pt x="0" y="257175"/>
                </a:lnTo>
                <a:lnTo>
                  <a:pt x="261938" y="257175"/>
                </a:lnTo>
                <a:lnTo>
                  <a:pt x="261938" y="742950"/>
                </a:lnTo>
              </a:path>
            </a:pathLst>
          </a:custGeom>
          <a:noFill/>
          <a:ln w="10478">
            <a:solidFill>
              <a:srgbClr val="000000"/>
            </a:solidFill>
            <a:prstDash val="solid"/>
          </a:ln>
        </p:spPr>
      </p:sp>
      <p:sp>
        <p:nvSpPr>
          <p:cNvPr id="180" name="dp44-comparison / n159 / arrow">
            <a:extLst>
              <a:ext uri="{FF2B5EF4-FFF2-40B4-BE49-F238E27FC236}">
                <ns2:creationId id="{F36D5160-C506-4167-9F2B-4FFC3017E64F}"/>
              </a:ext>
            </a:extLst>
          </p:cNvPr>
          <p:cNvSpPr>
            <a:spLocks noGrp="1"/>
          </p:cNvSpPr>
          <p:nvPr/>
        </p:nvSpPr>
        <p:spPr>
          <a:xfrm>
            <a:off x="114679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1" name="dp44-comparison / n160 / path">
            <a:extLst>
              <a:ext uri="{FF2B5EF4-FFF2-40B4-BE49-F238E27FC236}">
                <ns2:creationId id="{65F49B0E-487C-4D93-BB2F-7FF2341DF703}"/>
              </a:ext>
            </a:extLst>
          </p:cNvPr>
          <p:cNvSpPr>
            <a:spLocks noGrp="1"/>
          </p:cNvSpPr>
          <p:nvPr/>
        </p:nvSpPr>
        <p:spPr>
          <a:xfrm>
            <a:off x="15692438" y="2733675"/>
            <a:ext cx="357188" cy="742950"/>
          </a:xfrm>
          <a:custGeom>
            <a:pathLst>
              <a:path w="357188" h="742950">
                <a:moveTo>
                  <a:pt x="357188" y="0"/>
                </a:moveTo>
                <a:lnTo>
                  <a:pt x="357188" y="257175"/>
                </a:lnTo>
                <a:lnTo>
                  <a:pt x="0" y="257175"/>
                </a:lnTo>
                <a:lnTo>
                  <a:pt x="0" y="742950"/>
                </a:lnTo>
              </a:path>
            </a:pathLst>
          </a:custGeom>
          <a:noFill/>
          <a:ln w="10478">
            <a:solidFill>
              <a:srgbClr val="000000"/>
            </a:solidFill>
            <a:prstDash val="solid"/>
          </a:ln>
        </p:spPr>
      </p:sp>
      <p:sp>
        <p:nvSpPr>
          <p:cNvPr id="182" name="dp44-comparison / n160 / arrow">
            <a:extLst>
              <a:ext uri="{FF2B5EF4-FFF2-40B4-BE49-F238E27FC236}">
                <ns2:creationId id="{FBE2C610-008B-420C-B08D-0AEED44D2DC7}"/>
              </a:ext>
            </a:extLst>
          </p:cNvPr>
          <p:cNvSpPr>
            <a:spLocks noGrp="1"/>
          </p:cNvSpPr>
          <p:nvPr/>
        </p:nvSpPr>
        <p:spPr>
          <a:xfrm>
            <a:off x="156589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3" name="dp44-comparison / n161 / path">
            <a:extLst>
              <a:ext uri="{FF2B5EF4-FFF2-40B4-BE49-F238E27FC236}">
                <ns2:creationId id="{D754F83A-1937-48C7-95AE-5A0B6ECF6BB7}"/>
              </a:ext>
            </a:extLst>
          </p:cNvPr>
          <p:cNvSpPr>
            <a:spLocks noGrp="1"/>
          </p:cNvSpPr>
          <p:nvPr/>
        </p:nvSpPr>
        <p:spPr>
          <a:xfrm>
            <a:off x="11501438" y="3857625"/>
            <a:ext cx="953" cy="142875"/>
          </a:xfrm>
          <a:custGeom>
            <a:pathLst>
              <a:path w="953" h="142875">
                <a:moveTo>
                  <a:pt x="0" y="0"/>
                </a:moveTo>
                <a:lnTo>
                  <a:pt x="0" y="142875"/>
                </a:lnTo>
              </a:path>
            </a:pathLst>
          </a:custGeom>
          <a:noFill/>
          <a:ln w="10478">
            <a:solidFill>
              <a:srgbClr val="000000"/>
            </a:solidFill>
            <a:prstDash val="solid"/>
          </a:ln>
        </p:spPr>
      </p:sp>
      <p:sp>
        <p:nvSpPr>
          <p:cNvPr id="184" name="dp44-comparison / n161 / arrow">
            <a:extLst>
              <a:ext uri="{FF2B5EF4-FFF2-40B4-BE49-F238E27FC236}">
                <ns2:creationId id="{4BA208BB-C3D3-4976-AEF7-3219BD54B3F5}"/>
              </a:ext>
            </a:extLst>
          </p:cNvPr>
          <p:cNvSpPr>
            <a:spLocks noGrp="1"/>
          </p:cNvSpPr>
          <p:nvPr/>
        </p:nvSpPr>
        <p:spPr>
          <a:xfrm>
            <a:off x="11467910" y="3933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5" name="dp44-comparison / n162 / path">
            <a:extLst>
              <a:ext uri="{FF2B5EF4-FFF2-40B4-BE49-F238E27FC236}">
                <ns2:creationId id="{D126C24B-4439-4751-A410-33751667877C}"/>
              </a:ext>
            </a:extLst>
          </p:cNvPr>
          <p:cNvSpPr>
            <a:spLocks noGrp="1"/>
          </p:cNvSpPr>
          <p:nvPr/>
        </p:nvSpPr>
        <p:spPr>
          <a:xfrm>
            <a:off x="15692438" y="3857625"/>
            <a:ext cx="953" cy="142875"/>
          </a:xfrm>
          <a:custGeom>
            <a:pathLst>
              <a:path w="953" h="142875">
                <a:moveTo>
                  <a:pt x="0" y="0"/>
                </a:moveTo>
                <a:lnTo>
                  <a:pt x="0" y="142875"/>
                </a:lnTo>
              </a:path>
            </a:pathLst>
          </a:custGeom>
          <a:noFill/>
          <a:ln w="10478">
            <a:solidFill>
              <a:srgbClr val="000000"/>
            </a:solidFill>
            <a:prstDash val="solid"/>
          </a:ln>
        </p:spPr>
      </p:sp>
      <p:sp>
        <p:nvSpPr>
          <p:cNvPr id="186" name="dp44-comparison / n162 / arrow">
            <a:extLst>
              <a:ext uri="{FF2B5EF4-FFF2-40B4-BE49-F238E27FC236}">
                <ns2:creationId id="{114B9279-324E-4559-9F65-55D459E60374}"/>
              </a:ext>
            </a:extLst>
          </p:cNvPr>
          <p:cNvSpPr>
            <a:spLocks noGrp="1"/>
          </p:cNvSpPr>
          <p:nvPr/>
        </p:nvSpPr>
        <p:spPr>
          <a:xfrm>
            <a:off x="15658910" y="3933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7" name="dp44-comparison / n167">
            <a:extLst>
              <a:ext uri="{FF2B5EF4-FFF2-40B4-BE49-F238E27FC236}">
                <ns2:creationId id="{055145A9-E3D0-4D81-9A9A-5428BE14A0A9}"/>
              </a:ext>
            </a:extLst>
          </p:cNvPr>
          <p:cNvSpPr>
            <a:spLocks noGrp="1"/>
          </p:cNvSpPr>
          <p:nvPr/>
        </p:nvSpPr>
        <p:spPr>
          <a:xfrm>
            <a:off x="9953625" y="4762500"/>
            <a:ext cx="2238375" cy="314325"/>
          </a:xfrm>
          <a:prstGeom prst="rect">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89" name="dp44-comparison / n169">
            <a:extLst>
              <a:ext uri="{FF2B5EF4-FFF2-40B4-BE49-F238E27FC236}">
                <ns2:creationId id="{36454058-E979-4F12-A86C-3D3875C12E3D}"/>
              </a:ext>
            </a:extLst>
          </p:cNvPr>
          <p:cNvSpPr>
            <a:spLocks noGrp="1"/>
          </p:cNvSpPr>
          <p:nvPr/>
        </p:nvSpPr>
        <p:spPr>
          <a:xfrm>
            <a:off x="12573000" y="4705350"/>
            <a:ext cx="5000625" cy="1495425"/>
          </a:xfrm>
          <a:prstGeom prst="rect">
            <a:avLst/>
          </a:prstGeom>
          <a:solidFill>
            <a:srgbClr val="FFFFFF"/>
          </a:solidFill>
          <a:ln w="9525">
            <a:solidFill>
              <a:srgbClr val="000000"/>
            </a:solidFill>
            <a:prstDash val="solid"/>
          </a:ln>
        </p:spPr>
        <p:txBody>
          <a:bodyPr wrap="none" lIns="123825" tIns="95250" rIns="123825" bIns="1110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91" name="dp44-comparison / n171">
            <a:extLst>
              <a:ext uri="{FF2B5EF4-FFF2-40B4-BE49-F238E27FC236}">
                <ns2:creationId id="{5E3DAC1D-1470-479A-9E82-703275B87746}"/>
              </a:ext>
            </a:extLst>
          </p:cNvPr>
          <p:cNvSpPr>
            <a:spLocks noGrp="1"/>
          </p:cNvSpPr>
          <p:nvPr/>
        </p:nvSpPr>
        <p:spPr>
          <a:xfrm>
            <a:off x="12763500" y="5095875"/>
            <a:ext cx="2190750" cy="314325"/>
          </a:xfrm>
          <a:prstGeom prst="roundRect">
            <a:avLst>
              <a:gd name="adj" fmla="val 24242"/>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193" name="dp44-comparison / n173 / path">
            <a:extLst>
              <a:ext uri="{FF2B5EF4-FFF2-40B4-BE49-F238E27FC236}">
                <ns2:creationId id="{10E3A90F-FBA4-45EF-A2A8-F209E884CAEB}"/>
              </a:ext>
            </a:extLst>
          </p:cNvPr>
          <p:cNvSpPr>
            <a:spLocks noGrp="1"/>
          </p:cNvSpPr>
          <p:nvPr/>
        </p:nvSpPr>
        <p:spPr>
          <a:xfrm>
            <a:off x="9858375" y="3667125"/>
            <a:ext cx="1214438" cy="1095375"/>
          </a:xfrm>
          <a:custGeom>
            <a:pathLst>
              <a:path w="1214438" h="1095375">
                <a:moveTo>
                  <a:pt x="285750" y="0"/>
                </a:moveTo>
                <a:lnTo>
                  <a:pt x="0" y="0"/>
                </a:lnTo>
                <a:lnTo>
                  <a:pt x="0" y="981075"/>
                </a:lnTo>
                <a:lnTo>
                  <a:pt x="1214438" y="981075"/>
                </a:lnTo>
                <a:lnTo>
                  <a:pt x="1214438" y="1095375"/>
                </a:lnTo>
              </a:path>
            </a:pathLst>
          </a:custGeom>
          <a:noFill/>
          <a:ln w="10478">
            <a:solidFill>
              <a:srgbClr val="000000"/>
            </a:solidFill>
            <a:prstDash val="solid"/>
          </a:ln>
        </p:spPr>
      </p:sp>
      <p:sp>
        <p:nvSpPr>
          <p:cNvPr id="194" name="dp44-comparison / n173 / arrow">
            <a:extLst>
              <a:ext uri="{FF2B5EF4-FFF2-40B4-BE49-F238E27FC236}">
                <ns2:creationId id="{D2D936A9-590E-4619-AA37-D4951550A7A4}"/>
              </a:ext>
            </a:extLst>
          </p:cNvPr>
          <p:cNvSpPr>
            <a:spLocks noGrp="1"/>
          </p:cNvSpPr>
          <p:nvPr/>
        </p:nvSpPr>
        <p:spPr>
          <a:xfrm>
            <a:off x="11039285" y="4695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95" name="dp44-comparison / n174 / path">
            <a:extLst>
              <a:ext uri="{FF2B5EF4-FFF2-40B4-BE49-F238E27FC236}">
                <ns2:creationId id="{1319C798-B255-40C0-A450-1438BDA53B59}"/>
              </a:ext>
            </a:extLst>
          </p:cNvPr>
          <p:cNvSpPr>
            <a:spLocks noGrp="1"/>
          </p:cNvSpPr>
          <p:nvPr/>
        </p:nvSpPr>
        <p:spPr>
          <a:xfrm>
            <a:off x="9763125" y="3762375"/>
            <a:ext cx="381000" cy="1157288"/>
          </a:xfrm>
          <a:custGeom>
            <a:pathLst>
              <a:path w="381000" h="1157288">
                <a:moveTo>
                  <a:pt x="190500" y="1157288"/>
                </a:moveTo>
                <a:lnTo>
                  <a:pt x="0" y="1157288"/>
                </a:lnTo>
                <a:lnTo>
                  <a:pt x="0" y="0"/>
                </a:lnTo>
                <a:lnTo>
                  <a:pt x="381000" y="0"/>
                </a:lnTo>
              </a:path>
            </a:pathLst>
          </a:custGeom>
          <a:noFill/>
          <a:ln w="10478">
            <a:solidFill>
              <a:srgbClr val="B8753F"/>
            </a:solidFill>
            <a:prstDash val="dash"/>
          </a:ln>
        </p:spPr>
      </p:sp>
      <p:sp>
        <p:nvSpPr>
          <p:cNvPr id="196" name="dp44-comparison / n174 / arrow">
            <a:extLst>
              <a:ext uri="{FF2B5EF4-FFF2-40B4-BE49-F238E27FC236}">
                <ns2:creationId id="{3E925FDF-D2FF-4088-B76A-D438013C8206}"/>
              </a:ext>
            </a:extLst>
          </p:cNvPr>
          <p:cNvSpPr>
            <a:spLocks noGrp="1"/>
          </p:cNvSpPr>
          <p:nvPr/>
        </p:nvSpPr>
        <p:spPr>
          <a:xfrm>
            <a:off x="10077069" y="37288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97" name="dp44-comparison / n177">
            <a:extLst>
              <a:ext uri="{FF2B5EF4-FFF2-40B4-BE49-F238E27FC236}">
                <ns2:creationId id="{30366BDF-7D3A-4C91-9D59-0CFDB544F181}"/>
              </a:ext>
            </a:extLst>
          </p:cNvPr>
          <p:cNvSpPr>
            <a:spLocks noGrp="1"/>
          </p:cNvSpPr>
          <p:nvPr/>
        </p:nvSpPr>
        <p:spPr>
          <a:xfrm>
            <a:off x="15287625" y="5095875"/>
            <a:ext cx="2095500" cy="314325"/>
          </a:xfrm>
          <a:prstGeom prst="roundRect">
            <a:avLst>
              <a:gd name="adj" fmla="val 24242"/>
            </a:avLst>
          </a:prstGeom>
          <a:solidFill>
            <a:srgbClr val="FFF6DE"/>
          </a:solidFill>
          <a:ln w="17145">
            <a:solidFill>
              <a:srgbClr val="B8753F"/>
            </a:solidFill>
            <a:prstDash val="solid"/>
          </a:ln>
        </p:spPr>
        <p:txBody>
          <a:bodyPr wrap="none" lIns="85725" tIns="45720" rIns="85725" bIns="20003"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199" name="dp44-comparison / n179">
            <a:extLst>
              <a:ext uri="{FF2B5EF4-FFF2-40B4-BE49-F238E27FC236}">
                <ns2:creationId id="{E8B0C5AA-9214-4188-87AF-7289F1C2D4C2}"/>
              </a:ext>
            </a:extLst>
          </p:cNvPr>
          <p:cNvSpPr>
            <a:spLocks noGrp="1"/>
          </p:cNvSpPr>
          <p:nvPr/>
        </p:nvSpPr>
        <p:spPr>
          <a:xfrm>
            <a:off x="15287625" y="5657850"/>
            <a:ext cx="2095500" cy="361950"/>
          </a:xfrm>
          <a:prstGeom prst="can">
            <a:avLst>
              <a:gd name="adj" fmla="val 20000"/>
            </a:avLst>
          </a:prstGeom>
          <a:solidFill>
            <a:srgbClr val="FFF6DE"/>
          </a:solidFill>
          <a:ln w="9525">
            <a:solidFill>
              <a:srgbClr val="B8753F"/>
            </a:solidFill>
            <a:prstDash val="solid"/>
          </a:ln>
        </p:spPr>
        <p:txBody>
          <a:bodyPr wrap="none" lIns="85725" tIns="106680" rIns="85725" bIns="75724" anchor="t">
            <a:noAutofit/>
          </a:bodyPr>
          <a:lstStyle/>
          <a:p>
            <a:pPr algn="ctr">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Publication Window</a:t>
            </a:r>
            <a:endParaRPr lang="ko-KR">
              <a:solidFill>
                <a:srgbClr val="000000"/>
              </a:solidFill>
              <a:latin typeface="Calibri"/>
              <a:ea typeface="Calibri"/>
              <a:cs typeface="Calibri"/>
            </a:endParaRPr>
          </a:p>
        </p:txBody>
      </p:sp>
      <p:sp>
        <p:nvSpPr>
          <p:cNvPr id="201" name="dp44-comparison / n181">
            <a:extLst>
              <a:ext uri="{FF2B5EF4-FFF2-40B4-BE49-F238E27FC236}">
                <ns2:creationId id="{95A0B312-09E6-4834-8E32-A1853138637A}"/>
              </a:ext>
            </a:extLst>
          </p:cNvPr>
          <p:cNvSpPr>
            <a:spLocks noGrp="1"/>
          </p:cNvSpPr>
          <p:nvPr/>
        </p:nvSpPr>
        <p:spPr>
          <a:xfrm>
            <a:off x="12763500" y="5762625"/>
            <a:ext cx="2190750" cy="266700"/>
          </a:xfrm>
          <a:prstGeom prst="roundRect">
            <a:avLst>
              <a:gd name="adj" fmla="val 28571"/>
            </a:avLst>
          </a:prstGeom>
          <a:solidFill>
            <a:srgbClr val="FFFFFF"/>
          </a:solidFill>
          <a:ln w="9525">
            <a:solidFill>
              <a:srgbClr val="000000"/>
            </a:solidFill>
            <a:prstDash val="solid"/>
          </a:ln>
        </p:spPr>
        <p:txBody>
          <a:bodyPr wrap="none" lIns="85725" tIns="34290" rIns="85725" bIns="1143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Publication Control</a:t>
            </a:r>
            <a:endParaRPr lang="ko-KR">
              <a:solidFill>
                <a:srgbClr val="000000"/>
              </a:solidFill>
              <a:latin typeface="Calibri"/>
              <a:ea typeface="Calibri"/>
              <a:cs typeface="Calibri"/>
            </a:endParaRPr>
          </a:p>
        </p:txBody>
      </p:sp>
      <p:sp>
        <p:nvSpPr>
          <p:cNvPr id="203" name="dp44-comparison / n183 / path">
            <a:extLst>
              <a:ext uri="{FF2B5EF4-FFF2-40B4-BE49-F238E27FC236}">
                <ns2:creationId id="{02E0F7D3-4D1C-4CE2-8858-AEB66E2135FF}"/>
              </a:ext>
            </a:extLst>
          </p:cNvPr>
          <p:cNvSpPr>
            <a:spLocks noGrp="1"/>
          </p:cNvSpPr>
          <p:nvPr/>
        </p:nvSpPr>
        <p:spPr>
          <a:xfrm>
            <a:off x="12496800" y="3752850"/>
            <a:ext cx="457200" cy="1500188"/>
          </a:xfrm>
          <a:custGeom>
            <a:pathLst>
              <a:path w="457200" h="1500188">
                <a:moveTo>
                  <a:pt x="361950" y="0"/>
                </a:moveTo>
                <a:lnTo>
                  <a:pt x="457200" y="0"/>
                </a:lnTo>
                <a:lnTo>
                  <a:pt x="457200" y="819150"/>
                </a:lnTo>
                <a:lnTo>
                  <a:pt x="0" y="819150"/>
                </a:lnTo>
                <a:lnTo>
                  <a:pt x="0" y="1500188"/>
                </a:lnTo>
                <a:lnTo>
                  <a:pt x="266700" y="1500188"/>
                </a:lnTo>
              </a:path>
            </a:pathLst>
          </a:custGeom>
          <a:noFill/>
          <a:ln w="10478">
            <a:solidFill>
              <a:srgbClr val="B8753F"/>
            </a:solidFill>
            <a:prstDash val="solid"/>
          </a:ln>
        </p:spPr>
      </p:sp>
      <p:sp>
        <p:nvSpPr>
          <p:cNvPr id="204" name="dp44-comparison / n183 / arrow">
            <a:extLst>
              <a:ext uri="{FF2B5EF4-FFF2-40B4-BE49-F238E27FC236}">
                <ns2:creationId id="{6C0B3E39-CB4A-4736-BDE2-79FCEF2E740B}"/>
              </a:ext>
            </a:extLst>
          </p:cNvPr>
          <p:cNvSpPr>
            <a:spLocks noGrp="1"/>
          </p:cNvSpPr>
          <p:nvPr/>
        </p:nvSpPr>
        <p:spPr>
          <a:xfrm>
            <a:off x="12696444" y="52195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5" name="dp44-comparison / n184 / path">
            <a:extLst>
              <a:ext uri="{FF2B5EF4-FFF2-40B4-BE49-F238E27FC236}">
                <ns2:creationId id="{B2EA0316-1E6F-4D98-8367-AF2E16930489}"/>
              </a:ext>
            </a:extLst>
          </p:cNvPr>
          <p:cNvSpPr>
            <a:spLocks noGrp="1"/>
          </p:cNvSpPr>
          <p:nvPr/>
        </p:nvSpPr>
        <p:spPr>
          <a:xfrm>
            <a:off x="14192250" y="3667125"/>
            <a:ext cx="3476625" cy="1428750"/>
          </a:xfrm>
          <a:custGeom>
            <a:pathLst>
              <a:path w="3476625" h="1428750">
                <a:moveTo>
                  <a:pt x="3048000" y="0"/>
                </a:moveTo>
                <a:lnTo>
                  <a:pt x="3476625" y="0"/>
                </a:lnTo>
                <a:lnTo>
                  <a:pt x="3476625" y="923925"/>
                </a:lnTo>
                <a:lnTo>
                  <a:pt x="0" y="923925"/>
                </a:lnTo>
                <a:lnTo>
                  <a:pt x="0" y="1428750"/>
                </a:lnTo>
              </a:path>
            </a:pathLst>
          </a:custGeom>
          <a:noFill/>
          <a:ln w="10478">
            <a:solidFill>
              <a:srgbClr val="B8753F"/>
            </a:solidFill>
            <a:prstDash val="solid"/>
          </a:ln>
        </p:spPr>
      </p:sp>
      <p:sp>
        <p:nvSpPr>
          <p:cNvPr id="206" name="dp44-comparison / n184 / arrow">
            <a:extLst>
              <a:ext uri="{FF2B5EF4-FFF2-40B4-BE49-F238E27FC236}">
                <ns2:creationId id="{C9A1FC25-71DC-4CC9-B655-82FE7AACD192}"/>
              </a:ext>
            </a:extLst>
          </p:cNvPr>
          <p:cNvSpPr>
            <a:spLocks noGrp="1"/>
          </p:cNvSpPr>
          <p:nvPr/>
        </p:nvSpPr>
        <p:spPr>
          <a:xfrm>
            <a:off x="14158722"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07" name="dp44-comparison / n185 / path">
            <a:extLst>
              <a:ext uri="{FF2B5EF4-FFF2-40B4-BE49-F238E27FC236}">
                <ns2:creationId id="{730868AB-B6EE-4F18-8FD8-7E21C75E4D5A}"/>
              </a:ext>
            </a:extLst>
          </p:cNvPr>
          <p:cNvSpPr>
            <a:spLocks noGrp="1"/>
          </p:cNvSpPr>
          <p:nvPr/>
        </p:nvSpPr>
        <p:spPr>
          <a:xfrm>
            <a:off x="14954250" y="5253038"/>
            <a:ext cx="333375" cy="953"/>
          </a:xfrm>
          <a:custGeom>
            <a:pathLst>
              <a:path w="333375" h="953">
                <a:moveTo>
                  <a:pt x="0" y="0"/>
                </a:moveTo>
                <a:lnTo>
                  <a:pt x="333375" y="0"/>
                </a:lnTo>
              </a:path>
            </a:pathLst>
          </a:custGeom>
          <a:noFill/>
          <a:ln w="10478">
            <a:solidFill>
              <a:srgbClr val="B8753F"/>
            </a:solidFill>
            <a:prstDash val="solid"/>
          </a:ln>
        </p:spPr>
      </p:sp>
      <p:sp>
        <p:nvSpPr>
          <p:cNvPr id="208" name="dp44-comparison / n185 / arrow">
            <a:extLst>
              <a:ext uri="{FF2B5EF4-FFF2-40B4-BE49-F238E27FC236}">
                <ns2:creationId id="{5DE40595-95C5-45D2-A1A0-B11F0513F305}"/>
              </a:ext>
            </a:extLst>
          </p:cNvPr>
          <p:cNvSpPr>
            <a:spLocks noGrp="1"/>
          </p:cNvSpPr>
          <p:nvPr/>
        </p:nvSpPr>
        <p:spPr>
          <a:xfrm>
            <a:off x="15220569" y="52195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9" name="dp44-comparison / n186 / path">
            <a:extLst>
              <a:ext uri="{FF2B5EF4-FFF2-40B4-BE49-F238E27FC236}">
                <ns2:creationId id="{DDF1645D-2EAF-442F-A6DF-75328A3A2973}"/>
              </a:ext>
            </a:extLst>
          </p:cNvPr>
          <p:cNvSpPr>
            <a:spLocks noGrp="1"/>
          </p:cNvSpPr>
          <p:nvPr/>
        </p:nvSpPr>
        <p:spPr>
          <a:xfrm>
            <a:off x="12858750" y="3600450"/>
            <a:ext cx="3476625" cy="1495425"/>
          </a:xfrm>
          <a:custGeom>
            <a:pathLst>
              <a:path w="3476625" h="1495425">
                <a:moveTo>
                  <a:pt x="0" y="0"/>
                </a:moveTo>
                <a:lnTo>
                  <a:pt x="238125" y="0"/>
                </a:lnTo>
                <a:lnTo>
                  <a:pt x="238125" y="933450"/>
                </a:lnTo>
                <a:lnTo>
                  <a:pt x="3476625" y="933450"/>
                </a:lnTo>
                <a:lnTo>
                  <a:pt x="3476625" y="1495425"/>
                </a:lnTo>
              </a:path>
            </a:pathLst>
          </a:custGeom>
          <a:noFill/>
          <a:ln w="10478">
            <a:solidFill>
              <a:srgbClr val="B8753F"/>
            </a:solidFill>
            <a:prstDash val="solid"/>
          </a:ln>
        </p:spPr>
      </p:sp>
      <p:sp>
        <p:nvSpPr>
          <p:cNvPr id="210" name="dp44-comparison / n186 / arrow">
            <a:extLst>
              <a:ext uri="{FF2B5EF4-FFF2-40B4-BE49-F238E27FC236}">
                <ns2:creationId id="{D31E595D-4307-4302-A1BD-EB1C2B52979F}"/>
              </a:ext>
            </a:extLst>
          </p:cNvPr>
          <p:cNvSpPr>
            <a:spLocks noGrp="1"/>
          </p:cNvSpPr>
          <p:nvPr/>
        </p:nvSpPr>
        <p:spPr>
          <a:xfrm>
            <a:off x="1630184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1" name="dp44-comparison / n189 / path">
            <a:extLst>
              <a:ext uri="{FF2B5EF4-FFF2-40B4-BE49-F238E27FC236}">
                <ns2:creationId id="{9D91FB67-AEAF-4E15-9718-B0E9E47EFDED}"/>
              </a:ext>
            </a:extLst>
          </p:cNvPr>
          <p:cNvSpPr>
            <a:spLocks noGrp="1"/>
          </p:cNvSpPr>
          <p:nvPr/>
        </p:nvSpPr>
        <p:spPr>
          <a:xfrm>
            <a:off x="16764000" y="5410200"/>
            <a:ext cx="953" cy="247650"/>
          </a:xfrm>
          <a:custGeom>
            <a:pathLst>
              <a:path w="953" h="247650">
                <a:moveTo>
                  <a:pt x="0" y="0"/>
                </a:moveTo>
                <a:lnTo>
                  <a:pt x="0" y="247650"/>
                </a:lnTo>
              </a:path>
            </a:pathLst>
          </a:custGeom>
          <a:noFill/>
          <a:ln w="10478">
            <a:solidFill>
              <a:srgbClr val="B8753F"/>
            </a:solidFill>
            <a:prstDash val="solid"/>
          </a:ln>
        </p:spPr>
      </p:sp>
      <p:sp>
        <p:nvSpPr>
          <p:cNvPr id="212" name="dp44-comparison / n189 / arrow">
            <a:extLst>
              <a:ext uri="{FF2B5EF4-FFF2-40B4-BE49-F238E27FC236}">
                <ns2:creationId id="{A3954C7E-CAC9-499B-9130-EC2F5DC99685}"/>
              </a:ext>
            </a:extLst>
          </p:cNvPr>
          <p:cNvSpPr>
            <a:spLocks noGrp="1"/>
          </p:cNvSpPr>
          <p:nvPr/>
        </p:nvSpPr>
        <p:spPr>
          <a:xfrm>
            <a:off x="16730472" y="5590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3" name="dp44-comparison / n190 / path">
            <a:extLst>
              <a:ext uri="{FF2B5EF4-FFF2-40B4-BE49-F238E27FC236}">
                <ns2:creationId id="{CF9D8F12-64A5-4E33-B112-34444EFC7845}"/>
              </a:ext>
            </a:extLst>
          </p:cNvPr>
          <p:cNvSpPr>
            <a:spLocks noGrp="1"/>
          </p:cNvSpPr>
          <p:nvPr/>
        </p:nvSpPr>
        <p:spPr>
          <a:xfrm>
            <a:off x="13858875" y="5410200"/>
            <a:ext cx="2047875" cy="352425"/>
          </a:xfrm>
          <a:custGeom>
            <a:pathLst>
              <a:path w="2047875" h="352425">
                <a:moveTo>
                  <a:pt x="2047875" y="0"/>
                </a:moveTo>
                <a:lnTo>
                  <a:pt x="2047875" y="133350"/>
                </a:lnTo>
                <a:lnTo>
                  <a:pt x="0" y="133350"/>
                </a:lnTo>
                <a:lnTo>
                  <a:pt x="0" y="352425"/>
                </a:lnTo>
              </a:path>
            </a:pathLst>
          </a:custGeom>
          <a:noFill/>
          <a:ln w="10478">
            <a:solidFill>
              <a:srgbClr val="B8753F"/>
            </a:solidFill>
            <a:prstDash val="solid"/>
          </a:ln>
        </p:spPr>
      </p:sp>
      <p:sp>
        <p:nvSpPr>
          <p:cNvPr id="214" name="dp44-comparison / n190 / arrow">
            <a:extLst>
              <a:ext uri="{FF2B5EF4-FFF2-40B4-BE49-F238E27FC236}">
                <ns2:creationId id="{D03EF4C5-8D7B-4717-BFEC-D804D86C38D2}"/>
              </a:ext>
            </a:extLst>
          </p:cNvPr>
          <p:cNvSpPr>
            <a:spLocks noGrp="1"/>
          </p:cNvSpPr>
          <p:nvPr/>
        </p:nvSpPr>
        <p:spPr>
          <a:xfrm>
            <a:off x="13825347" y="569556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5" name="dp44-comparison / n199 / path">
            <a:extLst>
              <a:ext uri="{FF2B5EF4-FFF2-40B4-BE49-F238E27FC236}">
                <ns2:creationId id="{BFAE381C-3754-45D0-8571-025D26F74FCA}"/>
              </a:ext>
            </a:extLst>
          </p:cNvPr>
          <p:cNvSpPr>
            <a:spLocks noGrp="1"/>
          </p:cNvSpPr>
          <p:nvPr/>
        </p:nvSpPr>
        <p:spPr>
          <a:xfrm>
            <a:off x="9858375" y="6334125"/>
            <a:ext cx="7715250" cy="953"/>
          </a:xfrm>
          <a:custGeom>
            <a:pathLst>
              <a:path w="7715250" h="953">
                <a:moveTo>
                  <a:pt x="0" y="0"/>
                </a:moveTo>
                <a:lnTo>
                  <a:pt x="7715250" y="0"/>
                </a:lnTo>
              </a:path>
            </a:pathLst>
          </a:custGeom>
          <a:noFill/>
          <a:ln w="10478">
            <a:solidFill>
              <a:srgbClr val="000000"/>
            </a:solidFill>
            <a:prstDash val="solid"/>
          </a:ln>
        </p:spPr>
      </p:sp>
      <p:sp>
        <p:nvSpPr>
          <p:cNvPr id="216" name="dp44-comparison / n202">
            <a:extLst>
              <a:ext uri="{FF2B5EF4-FFF2-40B4-BE49-F238E27FC236}">
                <ns2:creationId id="{390B3CA6-15A8-43D4-A702-33B082A843B6}"/>
              </a:ext>
            </a:extLst>
          </p:cNvPr>
          <p:cNvSpPr>
            <a:spLocks noGrp="1"/>
          </p:cNvSpPr>
          <p:nvPr/>
        </p:nvSpPr>
        <p:spPr>
          <a:xfrm>
            <a:off x="995362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Meaning1 완료</a:t>
            </a:r>
            <a:endParaRPr lang="ko-KR">
              <a:solidFill>
                <a:srgbClr val="000000"/>
              </a:solidFill>
              <a:latin typeface="Calibri"/>
              <a:ea typeface="Calibri"/>
              <a:cs typeface="Calibri"/>
            </a:endParaRPr>
          </a:p>
        </p:txBody>
      </p:sp>
      <p:sp>
        <p:nvSpPr>
          <p:cNvPr id="218" name="dp44-comparison / n204">
            <a:extLst>
              <a:ext uri="{FF2B5EF4-FFF2-40B4-BE49-F238E27FC236}">
                <ns2:creationId id="{48757CEC-27CD-4F5C-845B-8A17A43A07B3}"/>
              </a:ext>
            </a:extLst>
          </p:cNvPr>
          <p:cNvSpPr>
            <a:spLocks noGrp="1"/>
          </p:cNvSpPr>
          <p:nvPr/>
        </p:nvSpPr>
        <p:spPr>
          <a:xfrm>
            <a:off x="1262062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후보 생산</a:t>
            </a:r>
            <a:endParaRPr lang="ko-KR">
              <a:solidFill>
                <a:srgbClr val="000000"/>
              </a:solidFill>
              <a:latin typeface="Calibri"/>
              <a:ea typeface="Calibri"/>
              <a:cs typeface="Calibri"/>
            </a:endParaRPr>
          </a:p>
        </p:txBody>
      </p:sp>
      <p:sp>
        <p:nvSpPr>
          <p:cNvPr id="220" name="dp44-comparison / n206 / path">
            <a:extLst>
              <a:ext uri="{FF2B5EF4-FFF2-40B4-BE49-F238E27FC236}">
                <ns2:creationId id="{20F8F83E-E357-46F4-9458-D2A63531DEFB}"/>
              </a:ext>
            </a:extLst>
          </p:cNvPr>
          <p:cNvSpPr>
            <a:spLocks noGrp="1"/>
          </p:cNvSpPr>
          <p:nvPr/>
        </p:nvSpPr>
        <p:spPr>
          <a:xfrm>
            <a:off x="12192000" y="6748463"/>
            <a:ext cx="428625" cy="953"/>
          </a:xfrm>
          <a:custGeom>
            <a:pathLst>
              <a:path w="428625" h="953">
                <a:moveTo>
                  <a:pt x="0" y="0"/>
                </a:moveTo>
                <a:lnTo>
                  <a:pt x="428625" y="0"/>
                </a:lnTo>
              </a:path>
            </a:pathLst>
          </a:custGeom>
          <a:noFill/>
          <a:ln w="10478">
            <a:solidFill>
              <a:srgbClr val="B8753F"/>
            </a:solidFill>
            <a:prstDash val="solid"/>
          </a:ln>
        </p:spPr>
      </p:sp>
      <p:sp>
        <p:nvSpPr>
          <p:cNvPr id="221" name="dp44-comparison / n206 / arrow">
            <a:extLst>
              <a:ext uri="{FF2B5EF4-FFF2-40B4-BE49-F238E27FC236}">
                <ns2:creationId id="{581184C5-556A-4643-AEB1-A3EFB29DFF44}"/>
              </a:ext>
            </a:extLst>
          </p:cNvPr>
          <p:cNvSpPr>
            <a:spLocks noGrp="1"/>
          </p:cNvSpPr>
          <p:nvPr/>
        </p:nvSpPr>
        <p:spPr>
          <a:xfrm>
            <a:off x="1255356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2" name="dp44-comparison / n207">
            <a:extLst>
              <a:ext uri="{FF2B5EF4-FFF2-40B4-BE49-F238E27FC236}">
                <ns2:creationId id="{A728C120-4C5F-44E6-AF0B-E7E2FA9215E4}"/>
              </a:ext>
            </a:extLst>
          </p:cNvPr>
          <p:cNvSpPr>
            <a:spLocks noGrp="1"/>
          </p:cNvSpPr>
          <p:nvPr/>
        </p:nvSpPr>
        <p:spPr>
          <a:xfrm>
            <a:off x="15287625" y="66198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Join: 조건 검사 후 게시</a:t>
            </a:r>
            <a:endParaRPr lang="ko-KR">
              <a:solidFill>
                <a:srgbClr val="000000"/>
              </a:solidFill>
              <a:latin typeface="Calibri"/>
              <a:ea typeface="Calibri"/>
              <a:cs typeface="Calibri"/>
            </a:endParaRPr>
          </a:p>
        </p:txBody>
      </p:sp>
      <p:sp>
        <p:nvSpPr>
          <p:cNvPr id="224" name="dp44-comparison / n209 / path">
            <a:extLst>
              <a:ext uri="{FF2B5EF4-FFF2-40B4-BE49-F238E27FC236}">
                <ns2:creationId id="{4ED6DA26-523D-41B1-8847-E2CB2910618A}"/>
              </a:ext>
            </a:extLst>
          </p:cNvPr>
          <p:cNvSpPr>
            <a:spLocks noGrp="1"/>
          </p:cNvSpPr>
          <p:nvPr/>
        </p:nvSpPr>
        <p:spPr>
          <a:xfrm>
            <a:off x="14859000" y="6748463"/>
            <a:ext cx="428625" cy="953"/>
          </a:xfrm>
          <a:custGeom>
            <a:pathLst>
              <a:path w="428625" h="953">
                <a:moveTo>
                  <a:pt x="0" y="0"/>
                </a:moveTo>
                <a:lnTo>
                  <a:pt x="428625" y="0"/>
                </a:lnTo>
              </a:path>
            </a:pathLst>
          </a:custGeom>
          <a:noFill/>
          <a:ln w="10478">
            <a:solidFill>
              <a:srgbClr val="B8753F"/>
            </a:solidFill>
            <a:prstDash val="solid"/>
          </a:ln>
        </p:spPr>
      </p:sp>
      <p:sp>
        <p:nvSpPr>
          <p:cNvPr id="225" name="dp44-comparison / n209 / arrow">
            <a:extLst>
              <a:ext uri="{FF2B5EF4-FFF2-40B4-BE49-F238E27FC236}">
                <ns2:creationId id="{ABF98DF5-A4FE-4A87-AEF8-02D511937857}"/>
              </a:ext>
            </a:extLst>
          </p:cNvPr>
          <p:cNvSpPr>
            <a:spLocks noGrp="1"/>
          </p:cNvSpPr>
          <p:nvPr/>
        </p:nvSpPr>
        <p:spPr>
          <a:xfrm>
            <a:off x="1522056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6" name="dp44-comparison / n214">
            <a:extLst>
              <a:ext uri="{FF2B5EF4-FFF2-40B4-BE49-F238E27FC236}">
                <ns2:creationId id="{DD08E3B5-C032-4F28-9102-C0576E242A03}"/>
              </a:ext>
            </a:extLst>
          </p:cNvPr>
          <p:cNvSpPr>
            <a:spLocks noGrp="1"/>
          </p:cNvSpPr>
          <p:nvPr/>
        </p:nvSpPr>
        <p:spPr>
          <a:xfrm>
            <a:off x="995362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옛 응답 준비 완료</a:t>
            </a:r>
            <a:endParaRPr lang="ko-KR">
              <a:solidFill>
                <a:srgbClr val="000000"/>
              </a:solidFill>
              <a:latin typeface="Calibri"/>
              <a:ea typeface="Calibri"/>
              <a:cs typeface="Calibri"/>
            </a:endParaRPr>
          </a:p>
        </p:txBody>
      </p:sp>
      <p:sp>
        <p:nvSpPr>
          <p:cNvPr id="228" name="dp44-comparison / n216">
            <a:extLst>
              <a:ext uri="{FF2B5EF4-FFF2-40B4-BE49-F238E27FC236}">
                <ns2:creationId id="{4781A5E8-2D59-4D0B-B899-F8DB56BD6AA4}"/>
              </a:ext>
            </a:extLst>
          </p:cNvPr>
          <p:cNvSpPr>
            <a:spLocks noGrp="1"/>
          </p:cNvSpPr>
          <p:nvPr/>
        </p:nvSpPr>
        <p:spPr>
          <a:xfrm>
            <a:off x="1262062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Join: 현재 입력 조건 검사</a:t>
            </a:r>
            <a:endParaRPr lang="ko-KR">
              <a:solidFill>
                <a:srgbClr val="000000"/>
              </a:solidFill>
              <a:latin typeface="Calibri"/>
              <a:ea typeface="Calibri"/>
              <a:cs typeface="Calibri"/>
            </a:endParaRPr>
          </a:p>
        </p:txBody>
      </p:sp>
      <p:sp>
        <p:nvSpPr>
          <p:cNvPr id="230" name="dp44-comparison / n218 / path">
            <a:extLst>
              <a:ext uri="{FF2B5EF4-FFF2-40B4-BE49-F238E27FC236}">
                <ns2:creationId id="{BC691165-0BB0-4B31-9821-125902DD2D1F}"/>
              </a:ext>
            </a:extLst>
          </p:cNvPr>
          <p:cNvSpPr>
            <a:spLocks noGrp="1"/>
          </p:cNvSpPr>
          <p:nvPr/>
        </p:nvSpPr>
        <p:spPr>
          <a:xfrm>
            <a:off x="12192000" y="7410450"/>
            <a:ext cx="428625" cy="953"/>
          </a:xfrm>
          <a:custGeom>
            <a:pathLst>
              <a:path w="428625" h="953">
                <a:moveTo>
                  <a:pt x="0" y="0"/>
                </a:moveTo>
                <a:lnTo>
                  <a:pt x="428625" y="0"/>
                </a:lnTo>
              </a:path>
            </a:pathLst>
          </a:custGeom>
          <a:noFill/>
          <a:ln w="10478">
            <a:solidFill>
              <a:srgbClr val="B8753F"/>
            </a:solidFill>
            <a:prstDash val="solid"/>
          </a:ln>
        </p:spPr>
      </p:sp>
      <p:sp>
        <p:nvSpPr>
          <p:cNvPr id="231" name="dp44-comparison / n218 / arrow">
            <a:extLst>
              <a:ext uri="{FF2B5EF4-FFF2-40B4-BE49-F238E27FC236}">
                <ns2:creationId id="{94707A04-F833-4D5C-B18F-5D7B90068898}"/>
              </a:ext>
            </a:extLst>
          </p:cNvPr>
          <p:cNvSpPr>
            <a:spLocks noGrp="1"/>
          </p:cNvSpPr>
          <p:nvPr/>
        </p:nvSpPr>
        <p:spPr>
          <a:xfrm>
            <a:off x="1255356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2" name="dp44-comparison / n219">
            <a:extLst>
              <a:ext uri="{FF2B5EF4-FFF2-40B4-BE49-F238E27FC236}">
                <ns2:creationId id="{FF149AFC-4483-4170-BBE3-769598011F58}"/>
              </a:ext>
            </a:extLst>
          </p:cNvPr>
          <p:cNvSpPr>
            <a:spLocks noGrp="1"/>
          </p:cNvSpPr>
          <p:nvPr/>
        </p:nvSpPr>
        <p:spPr>
          <a:xfrm>
            <a:off x="15287625" y="7286625"/>
            <a:ext cx="2190750"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Publication Window에서 폐기</a:t>
            </a:r>
            <a:endParaRPr lang="ko-KR">
              <a:solidFill>
                <a:srgbClr val="000000"/>
              </a:solidFill>
              <a:latin typeface="Calibri"/>
              <a:ea typeface="Calibri"/>
              <a:cs typeface="Calibri"/>
            </a:endParaRPr>
          </a:p>
        </p:txBody>
      </p:sp>
      <p:sp>
        <p:nvSpPr>
          <p:cNvPr id="234" name="dp44-comparison / n221 / path">
            <a:extLst>
              <a:ext uri="{FF2B5EF4-FFF2-40B4-BE49-F238E27FC236}">
                <ns2:creationId id="{6DE4F2FD-B8B6-4102-8E28-9CA845C7244F}"/>
              </a:ext>
            </a:extLst>
          </p:cNvPr>
          <p:cNvSpPr>
            <a:spLocks noGrp="1"/>
          </p:cNvSpPr>
          <p:nvPr/>
        </p:nvSpPr>
        <p:spPr>
          <a:xfrm>
            <a:off x="14859000" y="7410450"/>
            <a:ext cx="428625" cy="953"/>
          </a:xfrm>
          <a:custGeom>
            <a:pathLst>
              <a:path w="428625" h="953">
                <a:moveTo>
                  <a:pt x="0" y="0"/>
                </a:moveTo>
                <a:lnTo>
                  <a:pt x="428625" y="0"/>
                </a:lnTo>
              </a:path>
            </a:pathLst>
          </a:custGeom>
          <a:noFill/>
          <a:ln w="10478">
            <a:solidFill>
              <a:srgbClr val="B8753F"/>
            </a:solidFill>
            <a:prstDash val="solid"/>
          </a:ln>
        </p:spPr>
      </p:sp>
      <p:sp>
        <p:nvSpPr>
          <p:cNvPr id="235" name="dp44-comparison / n221 / arrow">
            <a:extLst>
              <a:ext uri="{FF2B5EF4-FFF2-40B4-BE49-F238E27FC236}">
                <ns2:creationId id="{D2D67F8C-C729-469C-9567-DE1B807AD253}"/>
              </a:ext>
            </a:extLst>
          </p:cNvPr>
          <p:cNvSpPr>
            <a:spLocks noGrp="1"/>
          </p:cNvSpPr>
          <p:nvPr/>
        </p:nvSpPr>
        <p:spPr>
          <a:xfrm>
            <a:off x="1522056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6" name="dp44-comparison / n145">
            <a:extLst>
              <a:ext uri="{FF2B5EF4-FFF2-40B4-BE49-F238E27FC236}">
                <ns2:creationId id="{012AED2C-D09F-468B-A4C0-9CE4B86B47FB}"/>
              </a:ext>
            </a:extLst>
          </p:cNvPr>
          <p:cNvSpPr>
            <a:spLocks noGrp="1"/>
          </p:cNvSpPr>
          <p:nvPr/>
        </p:nvSpPr>
        <p:spPr>
          <a:xfrm>
            <a:off x="9934575" y="2771775"/>
            <a:ext cx="2439353" cy="190500"/>
          </a:xfrm>
          <a:prstGeom prst="rect">
            <a:avLst/>
          </a:prstGeom>
          <a:solidFill>
            <a:srgbClr val="FFFFFF"/>
          </a:solidFill>
          <a:ln w="0">
            <a:noFill/>
            <a:prstDash val="solid"/>
          </a:ln>
        </p:spPr>
      </p:sp>
      <p:sp>
        <p:nvSpPr>
          <p:cNvPr id="237" name="dp44-comparison / n146 / text 1">
            <a:extLst>
              <a:ext uri="{FF2B5EF4-FFF2-40B4-BE49-F238E27FC236}">
                <ns2:creationId id="{148079F7-7843-4FD9-9ADE-119B21CAD976}"/>
              </a:ext>
            </a:extLst>
          </p:cNvPr>
          <p:cNvSpPr>
            <a:spLocks noGrp="1"/>
          </p:cNvSpPr>
          <p:nvPr/>
        </p:nvSpPr>
        <p:spPr>
          <a:xfrm>
            <a:off x="9953625" y="2781300"/>
            <a:ext cx="39052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“잠깐, 표부터 설명해줘”</a:t>
            </a:r>
            <a:endParaRPr lang="ko-KR">
              <a:solidFill>
                <a:srgbClr val="000000"/>
              </a:solidFill>
              <a:latin typeface="Calibri"/>
              <a:ea typeface="Calibri"/>
              <a:cs typeface="Calibri"/>
            </a:endParaRPr>
          </a:p>
        </p:txBody>
      </p:sp>
      <p:sp>
        <p:nvSpPr>
          <p:cNvPr id="238" name="dp44-comparison / n147">
            <a:extLst>
              <a:ext uri="{FF2B5EF4-FFF2-40B4-BE49-F238E27FC236}">
                <ns2:creationId id="{2B395979-EAB9-4744-878B-2F7AAD7C2BA8}"/>
              </a:ext>
            </a:extLst>
          </p:cNvPr>
          <p:cNvSpPr>
            <a:spLocks noGrp="1"/>
          </p:cNvSpPr>
          <p:nvPr/>
        </p:nvSpPr>
        <p:spPr>
          <a:xfrm>
            <a:off x="14601825" y="2771775"/>
            <a:ext cx="2556510" cy="179070"/>
          </a:xfrm>
          <a:prstGeom prst="rect">
            <a:avLst/>
          </a:prstGeom>
          <a:solidFill>
            <a:srgbClr val="FFFFFF"/>
          </a:solidFill>
          <a:ln w="0">
            <a:noFill/>
            <a:prstDash val="solid"/>
          </a:ln>
        </p:spPr>
      </p:sp>
      <p:sp>
        <p:nvSpPr>
          <p:cNvPr id="239" name="dp44-comparison / n148 / text 1">
            <a:extLst>
              <a:ext uri="{FF2B5EF4-FFF2-40B4-BE49-F238E27FC236}">
                <ns2:creationId id="{F4B6459C-C43C-4DB5-A058-7BA13F10DFA0}"/>
              </a:ext>
            </a:extLst>
          </p:cNvPr>
          <p:cNvSpPr>
            <a:spLocks noGrp="1"/>
          </p:cNvSpPr>
          <p:nvPr/>
        </p:nvSpPr>
        <p:spPr>
          <a:xfrm>
            <a:off x="14620875" y="2781300"/>
            <a:ext cx="3048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Task1 메일 / Question1 수신자 질문</a:t>
            </a:r>
            <a:endParaRPr lang="ko-KR">
              <a:solidFill>
                <a:srgbClr val="000000"/>
              </a:solidFill>
              <a:latin typeface="Calibri"/>
              <a:ea typeface="Calibri"/>
              <a:cs typeface="Calibri"/>
            </a:endParaRPr>
          </a:p>
        </p:txBody>
      </p:sp>
      <p:sp>
        <p:nvSpPr>
          <p:cNvPr id="240" name="dp44-comparison / n163">
            <a:extLst>
              <a:ext uri="{FF2B5EF4-FFF2-40B4-BE49-F238E27FC236}">
                <ns2:creationId id="{D49FD6C3-6574-4A14-B13C-347B8523F838}"/>
              </a:ext>
            </a:extLst>
          </p:cNvPr>
          <p:cNvSpPr>
            <a:spLocks noGrp="1"/>
          </p:cNvSpPr>
          <p:nvPr/>
        </p:nvSpPr>
        <p:spPr>
          <a:xfrm>
            <a:off x="10125075" y="3886200"/>
            <a:ext cx="1396365" cy="133350"/>
          </a:xfrm>
          <a:prstGeom prst="rect">
            <a:avLst/>
          </a:prstGeom>
          <a:solidFill>
            <a:srgbClr val="FFFFFF"/>
          </a:solidFill>
          <a:ln w="0">
            <a:noFill/>
            <a:prstDash val="solid"/>
          </a:ln>
        </p:spPr>
      </p:sp>
      <p:sp>
        <p:nvSpPr>
          <p:cNvPr id="241" name="dp44-comparison / n164 / text 1">
            <a:extLst>
              <a:ext uri="{FF2B5EF4-FFF2-40B4-BE49-F238E27FC236}">
                <ns2:creationId id="{CEAFA764-94B2-40CC-B769-F7008FCB1B25}"/>
              </a:ext>
            </a:extLst>
          </p:cNvPr>
          <p:cNvSpPr>
            <a:spLocks noGrp="1"/>
          </p:cNvSpPr>
          <p:nvPr/>
        </p:nvSpPr>
        <p:spPr>
          <a:xfrm>
            <a:off x="10144125" y="3895725"/>
            <a:ext cx="2857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Input1 / Job1 / 현재 입력</a:t>
            </a:r>
            <a:endParaRPr lang="ko-KR">
              <a:solidFill>
                <a:srgbClr val="000000"/>
              </a:solidFill>
              <a:latin typeface="Calibri"/>
              <a:ea typeface="Calibri"/>
              <a:cs typeface="Calibri"/>
            </a:endParaRPr>
          </a:p>
        </p:txBody>
      </p:sp>
      <p:sp>
        <p:nvSpPr>
          <p:cNvPr id="242" name="dp44-comparison / n165">
            <a:extLst>
              <a:ext uri="{FF2B5EF4-FFF2-40B4-BE49-F238E27FC236}">
                <ns2:creationId id="{D4942946-897E-4D93-9B6D-9466942701D8}"/>
              </a:ext>
            </a:extLst>
          </p:cNvPr>
          <p:cNvSpPr>
            <a:spLocks noGrp="1"/>
          </p:cNvSpPr>
          <p:nvPr/>
        </p:nvSpPr>
        <p:spPr>
          <a:xfrm>
            <a:off x="14125575" y="3886200"/>
            <a:ext cx="1863090" cy="133350"/>
          </a:xfrm>
          <a:prstGeom prst="rect">
            <a:avLst/>
          </a:prstGeom>
          <a:solidFill>
            <a:srgbClr val="FFFFFF"/>
          </a:solidFill>
          <a:ln w="0">
            <a:noFill/>
            <a:prstDash val="solid"/>
          </a:ln>
        </p:spPr>
      </p:sp>
      <p:sp>
        <p:nvSpPr>
          <p:cNvPr id="243" name="dp44-comparison / n166 / text 1">
            <a:extLst>
              <a:ext uri="{FF2B5EF4-FFF2-40B4-BE49-F238E27FC236}">
                <ns2:creationId id="{861920FC-805A-4892-A369-D5C4AADF2317}"/>
              </a:ext>
            </a:extLst>
          </p:cNvPr>
          <p:cNvSpPr>
            <a:spLocks noGrp="1"/>
          </p:cNvSpPr>
          <p:nvPr/>
        </p:nvSpPr>
        <p:spPr>
          <a:xfrm>
            <a:off x="14144625" y="3895725"/>
            <a:ext cx="30956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 Question1 / 정보 변경 확인</a:t>
            </a:r>
            <a:endParaRPr lang="ko-KR">
              <a:solidFill>
                <a:srgbClr val="000000"/>
              </a:solidFill>
              <a:latin typeface="Calibri"/>
              <a:ea typeface="Calibri"/>
              <a:cs typeface="Calibri"/>
            </a:endParaRPr>
          </a:p>
        </p:txBody>
      </p:sp>
      <p:sp>
        <p:nvSpPr>
          <p:cNvPr id="244" name="dp44-comparison / n175">
            <a:extLst>
              <a:ext uri="{FF2B5EF4-FFF2-40B4-BE49-F238E27FC236}">
                <ns2:creationId id="{3512A24D-C5B2-49FF-B2BC-B62DAD352F8F}"/>
              </a:ext>
            </a:extLst>
          </p:cNvPr>
          <p:cNvSpPr>
            <a:spLocks noGrp="1"/>
          </p:cNvSpPr>
          <p:nvPr/>
        </p:nvSpPr>
        <p:spPr>
          <a:xfrm>
            <a:off x="9934575" y="5133975"/>
            <a:ext cx="1505141" cy="167640"/>
          </a:xfrm>
          <a:prstGeom prst="rect">
            <a:avLst/>
          </a:prstGeom>
          <a:solidFill>
            <a:srgbClr val="FFFFFF"/>
          </a:solidFill>
          <a:ln w="0">
            <a:noFill/>
            <a:prstDash val="solid"/>
          </a:ln>
        </p:spPr>
      </p:sp>
      <p:sp>
        <p:nvSpPr>
          <p:cNvPr id="245" name="dp44-comparison / n176 / text 1">
            <a:extLst>
              <a:ext uri="{FF2B5EF4-FFF2-40B4-BE49-F238E27FC236}">
                <ns2:creationId id="{82ED31AD-78BA-42DC-B96E-02B58175F9ED}"/>
              </a:ext>
            </a:extLst>
          </p:cNvPr>
          <p:cNvSpPr>
            <a:spLocks noGrp="1"/>
          </p:cNvSpPr>
          <p:nvPr/>
        </p:nvSpPr>
        <p:spPr>
          <a:xfrm>
            <a:off x="9953625" y="5143500"/>
            <a:ext cx="22383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이해 완료: Meaning1</a:t>
            </a:r>
            <a:endParaRPr lang="ko-KR">
              <a:solidFill>
                <a:srgbClr val="000000"/>
              </a:solidFill>
              <a:latin typeface="Calibri"/>
              <a:ea typeface="Calibri"/>
              <a:cs typeface="Calibri"/>
            </a:endParaRPr>
          </a:p>
        </p:txBody>
      </p:sp>
      <p:sp>
        <p:nvSpPr>
          <p:cNvPr id="246" name="dp44-comparison / n187">
            <a:extLst>
              <a:ext uri="{FF2B5EF4-FFF2-40B4-BE49-F238E27FC236}">
                <ns2:creationId id="{BEE7DB8A-9FE8-4EEC-96D2-119E9A959736}"/>
              </a:ext>
            </a:extLst>
          </p:cNvPr>
          <p:cNvSpPr>
            <a:spLocks noGrp="1"/>
          </p:cNvSpPr>
          <p:nvPr/>
        </p:nvSpPr>
        <p:spPr>
          <a:xfrm>
            <a:off x="13325475" y="4381500"/>
            <a:ext cx="2886266" cy="144780"/>
          </a:xfrm>
          <a:prstGeom prst="rect">
            <a:avLst/>
          </a:prstGeom>
          <a:solidFill>
            <a:srgbClr val="FFFFFF"/>
          </a:solidFill>
          <a:ln w="0">
            <a:noFill/>
            <a:prstDash val="solid"/>
          </a:ln>
        </p:spPr>
      </p:sp>
      <p:sp>
        <p:nvSpPr>
          <p:cNvPr id="247" name="dp44-comparison / n188 / text 1">
            <a:extLst>
              <a:ext uri="{FF2B5EF4-FFF2-40B4-BE49-F238E27FC236}">
                <ns2:creationId id="{C4EC1B60-C825-48B7-9773-2238E579ECD0}"/>
              </a:ext>
            </a:extLst>
          </p:cNvPr>
          <p:cNvSpPr>
            <a:spLocks noGrp="1"/>
          </p:cNvSpPr>
          <p:nvPr/>
        </p:nvSpPr>
        <p:spPr>
          <a:xfrm>
            <a:off x="13344525" y="4391025"/>
            <a:ext cx="40862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Meaning1 / NoticeReady / 입력 해소 또는 질문 허용</a:t>
            </a:r>
            <a:endParaRPr lang="ko-KR">
              <a:solidFill>
                <a:srgbClr val="000000"/>
              </a:solidFill>
              <a:latin typeface="Calibri"/>
              <a:ea typeface="Calibri"/>
              <a:cs typeface="Calibri"/>
            </a:endParaRPr>
          </a:p>
        </p:txBody>
      </p:sp>
      <p:sp>
        <p:nvSpPr>
          <p:cNvPr id="248" name="dp44-comparison / n191">
            <a:extLst>
              <a:ext uri="{FF2B5EF4-FFF2-40B4-BE49-F238E27FC236}">
                <ns2:creationId id="{394BB0E6-B7D8-4B73-B849-76001E21FD74}"/>
              </a:ext>
            </a:extLst>
          </p:cNvPr>
          <p:cNvSpPr>
            <a:spLocks noGrp="1"/>
          </p:cNvSpPr>
          <p:nvPr/>
        </p:nvSpPr>
        <p:spPr>
          <a:xfrm>
            <a:off x="12934950" y="5448300"/>
            <a:ext cx="739140" cy="156210"/>
          </a:xfrm>
          <a:prstGeom prst="rect">
            <a:avLst/>
          </a:prstGeom>
          <a:solidFill>
            <a:srgbClr val="FFFFFF"/>
          </a:solidFill>
          <a:ln w="0">
            <a:noFill/>
            <a:prstDash val="solid"/>
          </a:ln>
        </p:spPr>
      </p:sp>
      <p:sp>
        <p:nvSpPr>
          <p:cNvPr id="249" name="dp44-comparison / n192 / text 1">
            <a:extLst>
              <a:ext uri="{FF2B5EF4-FFF2-40B4-BE49-F238E27FC236}">
                <ns2:creationId id="{8BE347DD-DE75-4EFC-B38F-A1D6CB598362}"/>
              </a:ext>
            </a:extLst>
          </p:cNvPr>
          <p:cNvSpPr>
            <a:spLocks noGrp="1"/>
          </p:cNvSpPr>
          <p:nvPr/>
        </p:nvSpPr>
        <p:spPr>
          <a:xfrm>
            <a:off x="12954000" y="5457825"/>
            <a:ext cx="20002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Candidate1</a:t>
            </a:r>
            <a:endParaRPr lang="ko-KR">
              <a:solidFill>
                <a:srgbClr val="000000"/>
              </a:solidFill>
              <a:latin typeface="Calibri"/>
              <a:ea typeface="Calibri"/>
              <a:cs typeface="Calibri"/>
            </a:endParaRPr>
          </a:p>
        </p:txBody>
      </p:sp>
      <p:sp>
        <p:nvSpPr>
          <p:cNvPr id="250" name="dp44-comparison / n193">
            <a:extLst>
              <a:ext uri="{FF2B5EF4-FFF2-40B4-BE49-F238E27FC236}">
                <ns2:creationId id="{B176834C-0970-4F45-B001-9A182FD95B92}"/>
              </a:ext>
            </a:extLst>
          </p:cNvPr>
          <p:cNvSpPr>
            <a:spLocks noGrp="1"/>
          </p:cNvSpPr>
          <p:nvPr/>
        </p:nvSpPr>
        <p:spPr>
          <a:xfrm>
            <a:off x="9953625" y="5362575"/>
            <a:ext cx="2238375" cy="685800"/>
          </a:xfrm>
          <a:custGeom>
            <a:pathLst>
              <a:path w="2238375" h="685800">
                <a:moveTo>
                  <a:pt x="0" y="0"/>
                </a:moveTo>
                <a:lnTo>
                  <a:pt x="2066925" y="0"/>
                </a:lnTo>
                <a:lnTo>
                  <a:pt x="2238375" y="171450"/>
                </a:lnTo>
                <a:lnTo>
                  <a:pt x="2238375" y="685800"/>
                </a:lnTo>
                <a:lnTo>
                  <a:pt x="0" y="685800"/>
                </a:lnTo>
                <a:close/>
              </a:path>
            </a:pathLst>
          </a:custGeom>
          <a:solidFill>
            <a:srgbClr val="FFFFFF"/>
          </a:solidFill>
          <a:ln w="9525">
            <a:solidFill>
              <a:srgbClr val="000000"/>
            </a:solidFill>
            <a:prstDash val="solid"/>
          </a:ln>
        </p:spPr>
        <p:txBody>
          <a:bodyPr wrap="none" lIns="95250" tIns="57150" rIns="171450" bIns="12358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단계 출력: Candidate1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input_ref:Input1 / required_refs</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입력과 정보 조건 충족: ELIGIBLE</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부족: 대기 / 옛 후보: DISCARDED</a:t>
            </a:r>
            <a:endParaRPr lang="ko-KR">
              <a:solidFill>
                <a:srgbClr val="000000"/>
              </a:solidFill>
              <a:latin typeface="Calibri"/>
              <a:ea typeface="Calibri"/>
              <a:cs typeface="Calibri"/>
            </a:endParaRPr>
          </a:p>
        </p:txBody>
      </p:sp>
      <p:sp>
        <p:nvSpPr>
          <p:cNvPr id="251" name="dp44-comparison / n193 / fold">
            <a:extLst>
              <a:ext uri="{FF2B5EF4-FFF2-40B4-BE49-F238E27FC236}">
                <ns2:creationId id="{317A893F-A524-4436-B990-28F9066032A4}"/>
              </a:ext>
            </a:extLst>
          </p:cNvPr>
          <p:cNvSpPr>
            <a:spLocks noGrp="1"/>
          </p:cNvSpPr>
          <p:nvPr/>
        </p:nvSpPr>
        <p:spPr>
          <a:xfrm>
            <a:off x="12020550" y="53625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56" name="dp44-comparison / n195">
            <a:extLst>
              <a:ext uri="{FF2B5EF4-FFF2-40B4-BE49-F238E27FC236}">
                <ns2:creationId id="{BE0F721E-237D-4C1D-B07C-EA3FB21D16D1}"/>
              </a:ext>
            </a:extLst>
          </p:cNvPr>
          <p:cNvSpPr>
            <a:spLocks noGrp="1"/>
          </p:cNvSpPr>
          <p:nvPr/>
        </p:nvSpPr>
        <p:spPr>
          <a:xfrm>
            <a:off x="15268575" y="5438775"/>
            <a:ext cx="1826895" cy="133350"/>
          </a:xfrm>
          <a:prstGeom prst="rect">
            <a:avLst/>
          </a:prstGeom>
          <a:solidFill>
            <a:srgbClr val="FFFFFF"/>
          </a:solidFill>
          <a:ln w="0">
            <a:noFill/>
            <a:prstDash val="solid"/>
          </a:ln>
        </p:spPr>
      </p:sp>
      <p:sp>
        <p:nvSpPr>
          <p:cNvPr id="257" name="dp44-comparison / n196 / text 1">
            <a:extLst>
              <a:ext uri="{FF2B5EF4-FFF2-40B4-BE49-F238E27FC236}">
                <ns2:creationId id="{17FAEDF0-9901-4925-924A-44A905F1FB57}"/>
              </a:ext>
            </a:extLst>
          </p:cNvPr>
          <p:cNvSpPr>
            <a:spLocks noGrp="1"/>
          </p:cNvSpPr>
          <p:nvPr/>
        </p:nvSpPr>
        <p:spPr>
          <a:xfrm>
            <a:off x="15287625" y="5448300"/>
            <a:ext cx="2095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후보 + 해당 입력 / 정보 / 전달 상태</a:t>
            </a:r>
            <a:endParaRPr lang="ko-KR">
              <a:solidFill>
                <a:srgbClr val="000000"/>
              </a:solidFill>
              <a:latin typeface="Calibri"/>
              <a:ea typeface="Calibri"/>
              <a:cs typeface="Calibri"/>
            </a:endParaRPr>
          </a:p>
        </p:txBody>
      </p:sp>
      <p:sp>
        <p:nvSpPr>
          <p:cNvPr id="258" name="dp44-comparison / n197">
            <a:extLst>
              <a:ext uri="{FF2B5EF4-FFF2-40B4-BE49-F238E27FC236}">
                <ns2:creationId id="{43D09EC8-C676-4E00-8EC3-81F64EA6140B}"/>
              </a:ext>
            </a:extLst>
          </p:cNvPr>
          <p:cNvSpPr>
            <a:spLocks noGrp="1"/>
          </p:cNvSpPr>
          <p:nvPr/>
        </p:nvSpPr>
        <p:spPr>
          <a:xfrm>
            <a:off x="12934950" y="6057900"/>
            <a:ext cx="2796540" cy="156210"/>
          </a:xfrm>
          <a:prstGeom prst="rect">
            <a:avLst/>
          </a:prstGeom>
          <a:solidFill>
            <a:srgbClr val="FFFFFF"/>
          </a:solidFill>
          <a:ln w="0">
            <a:noFill/>
            <a:prstDash val="solid"/>
          </a:ln>
        </p:spPr>
      </p:sp>
      <p:sp>
        <p:nvSpPr>
          <p:cNvPr id="259" name="dp44-comparison / n198 / text 1">
            <a:extLst>
              <a:ext uri="{FF2B5EF4-FFF2-40B4-BE49-F238E27FC236}">
                <ns2:creationId id="{5249CB9E-F032-4336-9A21-AA79536FB281}"/>
              </a:ext>
            </a:extLst>
          </p:cNvPr>
          <p:cNvSpPr>
            <a:spLocks noGrp="1"/>
          </p:cNvSpPr>
          <p:nvPr/>
        </p:nvSpPr>
        <p:spPr>
          <a:xfrm>
            <a:off x="12954000" y="6067425"/>
            <a:ext cx="4381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조건 충족 시 게시 단계 활성화 / 중앙 회수 없음</a:t>
            </a:r>
            <a:endParaRPr lang="ko-KR">
              <a:solidFill>
                <a:srgbClr val="000000"/>
              </a:solidFill>
              <a:latin typeface="Calibri"/>
              <a:ea typeface="Calibri"/>
              <a:cs typeface="Calibri"/>
            </a:endParaRPr>
          </a:p>
        </p:txBody>
      </p:sp>
      <p:sp>
        <p:nvSpPr>
          <p:cNvPr id="260" name="dp44-comparison / n200">
            <a:extLst>
              <a:ext uri="{FF2B5EF4-FFF2-40B4-BE49-F238E27FC236}">
                <ns2:creationId id="{5D00DB23-85E1-4EDC-BCA4-C02279BBE757}"/>
              </a:ext>
            </a:extLst>
          </p:cNvPr>
          <p:cNvSpPr>
            <a:spLocks noGrp="1"/>
          </p:cNvSpPr>
          <p:nvPr/>
        </p:nvSpPr>
        <p:spPr>
          <a:xfrm>
            <a:off x="9934575" y="6381750"/>
            <a:ext cx="2828544" cy="179070"/>
          </a:xfrm>
          <a:prstGeom prst="rect">
            <a:avLst/>
          </a:prstGeom>
          <a:solidFill>
            <a:srgbClr val="FFFFFF"/>
          </a:solidFill>
          <a:ln w="0">
            <a:noFill/>
            <a:prstDash val="solid"/>
          </a:ln>
        </p:spPr>
      </p:sp>
      <p:sp>
        <p:nvSpPr>
          <p:cNvPr id="261" name="dp44-comparison / n201 / text 1">
            <a:extLst>
              <a:ext uri="{FF2B5EF4-FFF2-40B4-BE49-F238E27FC236}">
                <ns2:creationId id="{3E1BE21D-61BC-4D13-B209-4679E3025013}"/>
              </a:ext>
            </a:extLst>
          </p:cNvPr>
          <p:cNvSpPr>
            <a:spLocks noGrp="1"/>
          </p:cNvSpPr>
          <p:nvPr/>
        </p:nvSpPr>
        <p:spPr>
          <a:xfrm>
            <a:off x="9953625" y="63912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완료 결과의 다음 처리</a:t>
            </a:r>
            <a:endParaRPr lang="ko-KR">
              <a:solidFill>
                <a:srgbClr val="000000"/>
              </a:solidFill>
              <a:latin typeface="Calibri"/>
              <a:ea typeface="Calibri"/>
              <a:cs typeface="Calibri"/>
            </a:endParaRPr>
          </a:p>
        </p:txBody>
      </p:sp>
      <p:sp>
        <p:nvSpPr>
          <p:cNvPr id="262" name="dp44-comparison / n210">
            <a:extLst>
              <a:ext uri="{FF2B5EF4-FFF2-40B4-BE49-F238E27FC236}">
                <ns2:creationId id="{0F8FB0C4-6C03-4DAF-8B0C-2358638ED991}"/>
              </a:ext>
            </a:extLst>
          </p:cNvPr>
          <p:cNvSpPr>
            <a:spLocks noGrp="1"/>
          </p:cNvSpPr>
          <p:nvPr/>
        </p:nvSpPr>
        <p:spPr>
          <a:xfrm>
            <a:off x="12649200" y="6924675"/>
            <a:ext cx="2995422" cy="156210"/>
          </a:xfrm>
          <a:prstGeom prst="rect">
            <a:avLst/>
          </a:prstGeom>
          <a:solidFill>
            <a:srgbClr val="FFFFFF"/>
          </a:solidFill>
          <a:ln w="0">
            <a:noFill/>
            <a:prstDash val="solid"/>
          </a:ln>
        </p:spPr>
      </p:sp>
      <p:sp>
        <p:nvSpPr>
          <p:cNvPr id="263" name="dp44-comparison / n211 / text 1">
            <a:extLst>
              <a:ext uri="{FF2B5EF4-FFF2-40B4-BE49-F238E27FC236}">
                <ns2:creationId id="{841673A6-CFA6-493B-A404-BEB051204918}"/>
              </a:ext>
            </a:extLst>
          </p:cNvPr>
          <p:cNvSpPr>
            <a:spLocks noGrp="1"/>
          </p:cNvSpPr>
          <p:nvPr/>
        </p:nvSpPr>
        <p:spPr>
          <a:xfrm>
            <a:off x="12668250" y="6934200"/>
            <a:ext cx="4762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알림 후보도 같은 Join으로 연결 / 입력별 상태 유지</a:t>
            </a:r>
            <a:endParaRPr lang="ko-KR">
              <a:solidFill>
                <a:srgbClr val="000000"/>
              </a:solidFill>
              <a:latin typeface="Calibri"/>
              <a:ea typeface="Calibri"/>
              <a:cs typeface="Calibri"/>
            </a:endParaRPr>
          </a:p>
        </p:txBody>
      </p:sp>
      <p:sp>
        <p:nvSpPr>
          <p:cNvPr id="264" name="dp44-comparison / n212">
            <a:extLst>
              <a:ext uri="{FF2B5EF4-FFF2-40B4-BE49-F238E27FC236}">
                <ns2:creationId id="{8B309A13-5447-4F81-824C-5AB915CAFFF2}"/>
              </a:ext>
            </a:extLst>
          </p:cNvPr>
          <p:cNvSpPr>
            <a:spLocks noGrp="1"/>
          </p:cNvSpPr>
          <p:nvPr/>
        </p:nvSpPr>
        <p:spPr>
          <a:xfrm>
            <a:off x="9934575" y="7105650"/>
            <a:ext cx="2790444" cy="167640"/>
          </a:xfrm>
          <a:prstGeom prst="rect">
            <a:avLst/>
          </a:prstGeom>
          <a:solidFill>
            <a:srgbClr val="FFFFFF"/>
          </a:solidFill>
          <a:ln w="0">
            <a:noFill/>
            <a:prstDash val="solid"/>
          </a:ln>
        </p:spPr>
      </p:sp>
      <p:sp>
        <p:nvSpPr>
          <p:cNvPr id="265" name="dp44-comparison / n213 / text 1">
            <a:extLst>
              <a:ext uri="{FF2B5EF4-FFF2-40B4-BE49-F238E27FC236}">
                <ns2:creationId id="{EB07B714-044F-4872-AFFD-6811839125E5}"/>
              </a:ext>
            </a:extLst>
          </p:cNvPr>
          <p:cNvSpPr>
            <a:spLocks noGrp="1"/>
          </p:cNvSpPr>
          <p:nvPr/>
        </p:nvSpPr>
        <p:spPr>
          <a:xfrm>
            <a:off x="9953625" y="711517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늦은 Candidate0 / 이미 새 Input1 처리 중</a:t>
            </a:r>
            <a:endParaRPr lang="ko-KR">
              <a:solidFill>
                <a:srgbClr val="000000"/>
              </a:solidFill>
              <a:latin typeface="Calibri"/>
              <a:ea typeface="Calibri"/>
              <a:cs typeface="Calibri"/>
            </a:endParaRPr>
          </a:p>
        </p:txBody>
      </p:sp>
      <p:sp>
        <p:nvSpPr>
          <p:cNvPr id="293" name="v6-header-title">
            <a:extLst>
              <a:ext uri="{FF2B5EF4-FFF2-40B4-BE49-F238E27FC236}">
                <ns2:creationId id="{96479637-6132-4DA8-9D4E-010B622816F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설계 비교 (원본)</a:t>
            </a:r>
            <a:endParaRPr lang="ko-KR">
              <a:latin typeface="Calibri"/>
              <a:ea typeface="Calibri"/>
              <a:cs typeface="Calibri"/>
            </a:endParaRPr>
          </a:p>
        </p:txBody>
      </p:sp>
      <p:sp>
        <p:nvSpPr>
          <p:cNvPr id="294" name="v6-header-rule">
            <a:extLst>
              <a:ext uri="{FF2B5EF4-FFF2-40B4-BE49-F238E27FC236}">
                <ns2:creationId id="{A11EBDEE-D1CC-4C89-A4EB-BFF1934BD30A}"/>
              </a:ext>
            </a:extLst>
          </p:cNvPr>
          <p:cNvSpPr>
            <a:spLocks noGrp="1"/>
          </p:cNvSpPr>
          <p:nvPr/>
        </p:nvSpPr>
        <p:spPr>
          <a:xfrm>
            <a:off x="495300" y="990600"/>
            <a:ext cx="17335500" cy="0"/>
          </a:xfrm>
          <a:prstGeom prst="line">
            <a:avLst/>
          </a:prstGeom>
          <a:noFill/>
          <a:ln w="19050">
            <a:solidFill>
              <a:srgbClr val="A6A6A6"/>
            </a:solidFill>
          </a:ln>
        </p:spPr>
      </p:sp>
      <p:sp>
        <p:nvSpPr>
          <p:cNvPr id="295" name="v6-header-stage-0">
            <a:extLst>
              <a:ext uri="{FF2B5EF4-FFF2-40B4-BE49-F238E27FC236}">
                <ns2:creationId id="{29AA01A2-BBDC-4B62-9AF9-D98FEDE51C5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6" name="v6-header-stage-1">
            <a:extLst>
              <a:ext uri="{FF2B5EF4-FFF2-40B4-BE49-F238E27FC236}">
                <ns2:creationId id="{B1C6BB6D-540F-473E-B418-391272B70E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97" name="v6-header-stage-2">
            <a:extLst>
              <a:ext uri="{FF2B5EF4-FFF2-40B4-BE49-F238E27FC236}">
                <ns2:creationId id="{30A4BE10-0409-4991-A717-FD632456381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8" name="v6-header-stage-3">
            <a:extLst>
              <a:ext uri="{FF2B5EF4-FFF2-40B4-BE49-F238E27FC236}">
                <ns2:creationId id="{94B28183-8DB6-4344-B208-DEA09282F9C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99" name="v6-header-stage-4">
            <a:extLst>
              <a:ext uri="{FF2B5EF4-FFF2-40B4-BE49-F238E27FC236}">
                <ns2:creationId id="{AE1F1940-CB6D-44EF-9970-0D9DD8E02474}"/>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00" name="v6-header-page">
            <a:extLst>
              <a:ext uri="{FF2B5EF4-FFF2-40B4-BE49-F238E27FC236}">
                <ns2:creationId id="{40437E02-3DE4-46C7-B011-16D063AC20A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50 / 63</a:t>
            </a:r>
            <a:endParaRPr lang="ko-KR">
              <a:latin typeface="Calibri"/>
              <a:ea typeface="Calibri"/>
              <a:cs typeface="Calibri"/>
            </a:endParaRPr>
          </a:p>
        </p:txBody>
      </p:sp>
      <p:sp>
        <p:nvSpPr>
          <p:cNvPr id="301" name="v6-native-header-cell-50-0">
            <a:extLst>
              <a:ext uri="{FF2B5EF4-FFF2-40B4-BE49-F238E27FC236}">
                <ns2:creationId id="{3E80E337-1E12-4913-9842-0CE104086D1E}"/>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중앙에서 완료 회수와 다음 실행 지시</a:t>
            </a:r>
            <a:endParaRPr lang="ko-KR">
              <a:latin typeface="Calibri"/>
              <a:ea typeface="Calibri"/>
              <a:cs typeface="Calibri"/>
            </a:endParaRPr>
          </a:p>
        </p:txBody>
      </p:sp>
      <p:sp>
        <p:nvSpPr>
          <p:cNvPr id="302" name="v6-native-header-cell-50-1">
            <a:extLst>
              <a:ext uri="{FF2B5EF4-FFF2-40B4-BE49-F238E27FC236}">
                <ns2:creationId id="{2F2808FE-1759-4540-9719-FE4DEA79A571}"/>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연결된 단계가 입력과 조건으로 실행</a:t>
            </a:r>
            <a:endParaRPr lang="ko-KR">
              <a:latin typeface="Calibri"/>
              <a:ea typeface="Calibri"/>
              <a:cs typeface="Calibri"/>
            </a:endParaRPr>
          </a:p>
        </p:txBody>
      </p:sp>
    </p:spTree>
    <p:extLst>
      <p:ext uri="{BB962C8B-B14F-4D97-AF65-F5344CB8AC3E}">
        <p14:creationId val="663736752"/>
      </p:ext>
    </p:extLst>
  </p:cSld>
</p:sld>
</file>

<file path=ppt/slides/slide26.xml><?xml version="1.0" encoding="utf-8"?>
<p:sld xmlns:a="http://schemas.openxmlformats.org/drawingml/2006/main" xmlns:ns2="http://schemas.microsoft.com/office/drawing/2014/main" xmlns:p="http://schemas.openxmlformats.org/presentationml/2006/main" xmlns:p14="http://schemas.microsoft.com/office/powerpoint/2010/main">
  <p:cSld name="dp44-qa">
    <p:bg>
      <p:bgPr>
        <a:solidFill>
          <a:srgbClr val="FFFFFF"/>
        </a:solidFill>
      </p:bgPr>
    </p:bg>
    <p:spTree>
      <p:nvGrpSpPr>
        <p:cNvPr id="1" name=""/>
        <p:cNvGrpSpPr/>
        <p:nvPr/>
      </p:nvGrpSpPr>
      <p:grpSpPr>
        <a:xfrm/>
      </p:grpSpPr>
      <p:sp>
        <p:nvSpPr>
          <p:cNvPr id="4" name="dp44-v5-qa-detail / n4">
            <a:extLst>
              <a:ext uri="{FF2B5EF4-FFF2-40B4-BE49-F238E27FC236}">
                <ns2:creationId id="{C814F336-D42B-477A-A6C8-5D9E41CEEFCE}"/>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4-v5-qa-detail / n5">
            <a:extLst>
              <a:ext uri="{FF2B5EF4-FFF2-40B4-BE49-F238E27FC236}">
                <ns2:creationId id="{AC82426D-1B2F-4CEB-B69F-53E627A36BA5}"/>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4-v5-qa-detail / n6">
            <a:extLst>
              <a:ext uri="{FF2B5EF4-FFF2-40B4-BE49-F238E27FC236}">
                <ns2:creationId id="{C40CC6A5-FDED-47E4-AA8C-A3B591A08822}"/>
              </a:ext>
            </a:extLst>
          </p:cNvPr>
          <p:cNvSpPr>
            <a:spLocks noGrp="1"/>
          </p:cNvSpPr>
          <p:nvPr/>
        </p:nvSpPr>
        <p:spPr>
          <a:xfrm>
            <a:off x="381000" y="2143125"/>
            <a:ext cx="17526000" cy="457200"/>
          </a:xfrm>
          <a:prstGeom prst="rect">
            <a:avLst/>
          </a:prstGeom>
          <a:solidFill>
            <a:srgbClr val="C6E0B4"/>
          </a:solidFill>
          <a:ln w="0">
            <a:noFill/>
          </a:ln>
        </p:spPr>
      </p:sp>
      <p:sp>
        <p:nvSpPr>
          <p:cNvPr id="11" name="dp44-v5-qa-detail / n11">
            <a:extLst>
              <a:ext uri="{FF2B5EF4-FFF2-40B4-BE49-F238E27FC236}">
                <ns2:creationId id="{A58DDFEB-9E24-492E-AC66-D6A939B0534A}"/>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4-v5-qa-detail / n12">
            <a:extLst>
              <a:ext uri="{FF2B5EF4-FFF2-40B4-BE49-F238E27FC236}">
                <ns2:creationId id="{6AC67BEE-7F38-432E-A95F-A94E6BB3D051}"/>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4-v5-qa-detail / n13">
            <a:extLst>
              <a:ext uri="{FF2B5EF4-FFF2-40B4-BE49-F238E27FC236}">
                <ns2:creationId id="{65A9B487-E4B7-4E84-AC9B-C3FB9D92E966}"/>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4-v5-qa-detail / n14">
            <a:extLst>
              <a:ext uri="{FF2B5EF4-FFF2-40B4-BE49-F238E27FC236}">
                <ns2:creationId id="{227A4BBF-2F5E-4210-994C-9135901F1447}"/>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4-v5-qa-detail / n15">
            <a:extLst>
              <a:ext uri="{FF2B5EF4-FFF2-40B4-BE49-F238E27FC236}">
                <ns2:creationId id="{4AC3F92B-DE9C-41CC-B827-DB00EE1C53B2}"/>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현재성 검사와 올바른 후속 지시</a:t>
            </a:r>
            <a:endParaRPr lang="ko-KR">
              <a:solidFill>
                <a:srgbClr val="000000"/>
              </a:solidFill>
              <a:latin typeface="Calibri"/>
              <a:ea typeface="Calibri"/>
              <a:cs typeface="Calibri"/>
            </a:endParaRPr>
          </a:p>
        </p:txBody>
      </p:sp>
      <p:sp>
        <p:nvSpPr>
          <p:cNvPr id="16" name="dp44-v5-qa-detail / n16">
            <a:extLst>
              <a:ext uri="{FF2B5EF4-FFF2-40B4-BE49-F238E27FC236}">
                <ns2:creationId id="{B92EBD59-ED0E-43A5-A972-F53800C08FA5}"/>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4-v5-qa-detail / n17">
            <a:extLst>
              <a:ext uri="{FF2B5EF4-FFF2-40B4-BE49-F238E27FC236}">
                <ns2:creationId id="{6921F257-FBF9-492F-955F-48240C66AD7E}"/>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window와 Join의 현재성 검사</a:t>
            </a:r>
            <a:endParaRPr lang="ko-KR">
              <a:solidFill>
                <a:srgbClr val="000000"/>
              </a:solidFill>
              <a:latin typeface="Calibri"/>
              <a:ea typeface="Calibri"/>
              <a:cs typeface="Calibri"/>
            </a:endParaRPr>
          </a:p>
        </p:txBody>
      </p:sp>
      <p:sp>
        <p:nvSpPr>
          <p:cNvPr id="18" name="dp44-v5-qa-detail / n18">
            <a:extLst>
              <a:ext uri="{FF2B5EF4-FFF2-40B4-BE49-F238E27FC236}">
                <ns2:creationId id="{6AFDB98E-18CA-4CD5-A29D-F3088D9E24B1}"/>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4-v5-qa-detail / n19">
            <a:extLst>
              <a:ext uri="{FF2B5EF4-FFF2-40B4-BE49-F238E27FC236}">
                <ns2:creationId id="{5DD5D5B4-4285-4B53-9F58-DAA46A6F8256}"/>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4-v5-qa-detail / n20">
            <a:extLst>
              <a:ext uri="{FF2B5EF4-FFF2-40B4-BE49-F238E27FC236}">
                <ns2:creationId id="{48D2025D-2671-480F-9536-2E9ECD40344F}"/>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4-v5-qa-detail / n21">
            <a:extLst>
              <a:ext uri="{FF2B5EF4-FFF2-40B4-BE49-F238E27FC236}">
                <ns2:creationId id="{9CC2EE3E-A64A-47DE-8EE0-F74C6196482C}"/>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4-v5-qa-detail / n22">
            <a:extLst>
              <a:ext uri="{FF2B5EF4-FFF2-40B4-BE49-F238E27FC236}">
                <ns2:creationId id="{58CCD97D-F57F-4BFC-A262-007E103638EE}"/>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4-v5-qa-detail / n23">
            <a:extLst>
              <a:ext uri="{FF2B5EF4-FFF2-40B4-BE49-F238E27FC236}">
                <ns2:creationId id="{864118FF-53D1-42B2-B733-8ACC47A0F0DA}"/>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4-v5-qa-detail / n24">
            <a:extLst>
              <a:ext uri="{FF2B5EF4-FFF2-40B4-BE49-F238E27FC236}">
                <ns2:creationId id="{055EF714-8A2A-4475-8CBE-76BE94999136}"/>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4-v5-qa-detail / n25">
            <a:extLst>
              <a:ext uri="{FF2B5EF4-FFF2-40B4-BE49-F238E27FC236}">
                <ns2:creationId id="{3B475389-17AA-442A-A6E9-495788561581}"/>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중앙 queue와 회수 대기</a:t>
            </a:r>
            <a:endParaRPr lang="ko-KR">
              <a:solidFill>
                <a:srgbClr val="000000"/>
              </a:solidFill>
              <a:latin typeface="Calibri"/>
              <a:ea typeface="Calibri"/>
              <a:cs typeface="Calibri"/>
            </a:endParaRPr>
          </a:p>
        </p:txBody>
      </p:sp>
      <p:sp>
        <p:nvSpPr>
          <p:cNvPr id="26" name="dp44-v5-qa-detail / n26">
            <a:extLst>
              <a:ext uri="{FF2B5EF4-FFF2-40B4-BE49-F238E27FC236}">
                <ns2:creationId id="{BC5D581A-0674-4918-B680-4BBDAE40A7FB}"/>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4-v5-qa-detail / n27">
            <a:extLst>
              <a:ext uri="{FF2B5EF4-FFF2-40B4-BE49-F238E27FC236}">
                <ns2:creationId id="{7EE33099-6F3C-4251-B479-AA841A816EF7}"/>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credit와 Stage 및 Join 대기</a:t>
            </a:r>
            <a:endParaRPr lang="ko-KR">
              <a:solidFill>
                <a:srgbClr val="000000"/>
              </a:solidFill>
              <a:latin typeface="Calibri"/>
              <a:ea typeface="Calibri"/>
              <a:cs typeface="Calibri"/>
            </a:endParaRPr>
          </a:p>
        </p:txBody>
      </p:sp>
      <p:sp>
        <p:nvSpPr>
          <p:cNvPr id="28" name="dp44-v5-qa-detail / n28">
            <a:extLst>
              <a:ext uri="{FF2B5EF4-FFF2-40B4-BE49-F238E27FC236}">
                <ns2:creationId id="{C95AED90-22CD-46D4-BDDA-670678D9854A}"/>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4-v5-qa-detail / n29">
            <a:extLst>
              <a:ext uri="{FF2B5EF4-FFF2-40B4-BE49-F238E27FC236}">
                <ns2:creationId id="{ECFDE78C-A74F-4E9A-AD5E-B2E862DC8DA6}"/>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4-v5-qa-detail / n30">
            <a:extLst>
              <a:ext uri="{FF2B5EF4-FFF2-40B4-BE49-F238E27FC236}">
                <ns2:creationId id="{425B0040-F664-44A3-AADE-641AFDE58245}"/>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4-v5-qa-detail / n31">
            <a:extLst>
              <a:ext uri="{FF2B5EF4-FFF2-40B4-BE49-F238E27FC236}">
                <ns2:creationId id="{E40D985F-900F-4FAA-9EFE-BA627AD7BF5C}"/>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4-v5-qa-detail / n32">
            <a:extLst>
              <a:ext uri="{FF2B5EF4-FFF2-40B4-BE49-F238E27FC236}">
                <ns2:creationId id="{FF113011-6473-4949-9CD0-313FD50BC33F}"/>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4-v5-qa-detail / n33">
            <a:extLst>
              <a:ext uri="{FF2B5EF4-FFF2-40B4-BE49-F238E27FC236}">
                <ns2:creationId id="{44ED9A88-6535-4143-B3C7-AA6D58E1A534}"/>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4-v5-qa-detail / n34">
            <a:extLst>
              <a:ext uri="{FF2B5EF4-FFF2-40B4-BE49-F238E27FC236}">
                <ns2:creationId id="{D2232C35-39C3-462F-BD49-1EDD80B65EA8}"/>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4-v5-qa-detail / n35">
            <a:extLst>
              <a:ext uri="{FF2B5EF4-FFF2-40B4-BE49-F238E27FC236}">
                <ns2:creationId id="{67133127-2F03-42E4-B317-B5FF9619EED8}"/>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완료 회수와 다음 실행의 연결</a:t>
            </a:r>
            <a:endParaRPr lang="ko-KR">
              <a:solidFill>
                <a:srgbClr val="000000"/>
              </a:solidFill>
              <a:latin typeface="Calibri"/>
              <a:ea typeface="Calibri"/>
              <a:cs typeface="Calibri"/>
            </a:endParaRPr>
          </a:p>
        </p:txBody>
      </p:sp>
      <p:sp>
        <p:nvSpPr>
          <p:cNvPr id="36" name="dp44-v5-qa-detail / n36">
            <a:extLst>
              <a:ext uri="{FF2B5EF4-FFF2-40B4-BE49-F238E27FC236}">
                <ns2:creationId id="{1E3FDE92-3F0A-4FAB-BADC-C4679AD9D22C}"/>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4-v5-qa-detail / n37">
            <a:extLst>
              <a:ext uri="{FF2B5EF4-FFF2-40B4-BE49-F238E27FC236}">
                <ns2:creationId id="{F0FB1C53-1031-49C9-8671-B39B79C2C454}"/>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Stage 활성화와 publication Join</a:t>
            </a:r>
            <a:endParaRPr lang="ko-KR">
              <a:solidFill>
                <a:srgbClr val="000000"/>
              </a:solidFill>
              <a:latin typeface="Calibri"/>
              <a:ea typeface="Calibri"/>
              <a:cs typeface="Calibri"/>
            </a:endParaRPr>
          </a:p>
        </p:txBody>
      </p:sp>
      <p:sp>
        <p:nvSpPr>
          <p:cNvPr id="38" name="dp44-v5-qa-detail / n38">
            <a:extLst>
              <a:ext uri="{FF2B5EF4-FFF2-40B4-BE49-F238E27FC236}">
                <ns2:creationId id="{83064FC9-B1DC-496E-AD5C-2EF64B4466AD}"/>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4-v5-qa-detail / n39">
            <a:extLst>
              <a:ext uri="{FF2B5EF4-FFF2-40B4-BE49-F238E27FC236}">
                <ns2:creationId id="{C870FBA8-AFFE-48D9-B660-CAAD9A0F853D}"/>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4-v5-qa-detail / n40">
            <a:extLst>
              <a:ext uri="{FF2B5EF4-FFF2-40B4-BE49-F238E27FC236}">
                <ns2:creationId id="{394BB954-926C-4424-B51B-37DC545E8E8D}"/>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4-v5-qa-detail / n41">
            <a:extLst>
              <a:ext uri="{FF2B5EF4-FFF2-40B4-BE49-F238E27FC236}">
                <ns2:creationId id="{AF064DF1-59A5-43E8-870D-A639363803D6}"/>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4-v5-qa-detail / n42">
            <a:extLst>
              <a:ext uri="{FF2B5EF4-FFF2-40B4-BE49-F238E27FC236}">
                <ns2:creationId id="{7CF1F32A-1EEF-4101-81F1-61D39F4D44C2}"/>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4-v5-qa-detail / n43">
            <a:extLst>
              <a:ext uri="{FF2B5EF4-FFF2-40B4-BE49-F238E27FC236}">
                <ns2:creationId id="{FF2309D1-D690-45E0-BA4F-F541524AFF45}"/>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4-v5-qa-detail / n44">
            <a:extLst>
              <a:ext uri="{FF2B5EF4-FFF2-40B4-BE49-F238E27FC236}">
                <ns2:creationId id="{E7F99501-E2EC-4A65-8257-10074B011AB7}"/>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4-v5-qa-detail / n45">
            <a:extLst>
              <a:ext uri="{FF2B5EF4-FFF2-40B4-BE49-F238E27FC236}">
                <ns2:creationId id="{C8FC41FD-08BF-4EC6-BD7C-1915CA2E1B2F}"/>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호출과 retry 및 폐기 청구</a:t>
            </a:r>
            <a:endParaRPr lang="ko-KR">
              <a:solidFill>
                <a:srgbClr val="000000"/>
              </a:solidFill>
              <a:latin typeface="Calibri"/>
              <a:ea typeface="Calibri"/>
              <a:cs typeface="Calibri"/>
            </a:endParaRPr>
          </a:p>
        </p:txBody>
      </p:sp>
      <p:sp>
        <p:nvSpPr>
          <p:cNvPr id="46" name="dp44-v5-qa-detail / n46">
            <a:extLst>
              <a:ext uri="{FF2B5EF4-FFF2-40B4-BE49-F238E27FC236}">
                <ns2:creationId id="{77E8946B-A3D4-4A8C-A9E2-FEDCC67915BA}"/>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4-v5-qa-detail / n47">
            <a:extLst>
              <a:ext uri="{FF2B5EF4-FFF2-40B4-BE49-F238E27FC236}">
                <ns2:creationId id="{10D1417A-1F33-46AA-BFD6-318ADE209AE1}"/>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호출과 retry 및 폐기 청구</a:t>
            </a:r>
            <a:endParaRPr lang="ko-KR">
              <a:solidFill>
                <a:srgbClr val="000000"/>
              </a:solidFill>
              <a:latin typeface="Calibri"/>
              <a:ea typeface="Calibri"/>
              <a:cs typeface="Calibri"/>
            </a:endParaRPr>
          </a:p>
        </p:txBody>
      </p:sp>
      <p:sp>
        <p:nvSpPr>
          <p:cNvPr id="48" name="dp44-v5-qa-detail / n48">
            <a:extLst>
              <a:ext uri="{FF2B5EF4-FFF2-40B4-BE49-F238E27FC236}">
                <ns2:creationId id="{EED160D1-2ED7-4562-92BD-A3BC1CF7DD85}"/>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4-v5-qa-detail / n49">
            <a:extLst>
              <a:ext uri="{FF2B5EF4-FFF2-40B4-BE49-F238E27FC236}">
                <ns2:creationId id="{43683345-A2D1-4B96-9C61-0C96483ECFE5}"/>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4-v5-qa-detail / n50">
            <a:extLst>
              <a:ext uri="{FF2B5EF4-FFF2-40B4-BE49-F238E27FC236}">
                <ns2:creationId id="{C56445F0-A320-45C7-8BBC-E1E490418423}"/>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4-v5-qa-detail / n51">
            <a:extLst>
              <a:ext uri="{FF2B5EF4-FFF2-40B4-BE49-F238E27FC236}">
                <ns2:creationId id="{C61037A0-CB34-4CA5-862F-253A8E4728B4}"/>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4-v5-qa-detail / n52">
            <a:extLst>
              <a:ext uri="{FF2B5EF4-FFF2-40B4-BE49-F238E27FC236}">
                <ns2:creationId id="{83DBD071-5C67-4FAE-98AA-5151D76DABD8}"/>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4-v5-qa-detail / n53">
            <a:extLst>
              <a:ext uri="{FF2B5EF4-FFF2-40B4-BE49-F238E27FC236}">
                <ns2:creationId id="{D6F7F2FF-5C06-455C-9F74-BB6007208EDF}"/>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4-v5-qa-detail / n54">
            <a:extLst>
              <a:ext uri="{FF2B5EF4-FFF2-40B4-BE49-F238E27FC236}">
                <ns2:creationId id="{1EECA6AD-0410-4E9C-B19F-E67898735CF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4-v5-qa-detail / n55">
            <a:extLst>
              <a:ext uri="{FF2B5EF4-FFF2-40B4-BE49-F238E27FC236}">
                <ns2:creationId id="{57FBBC1A-A0FD-4A8B-826B-BEFE7008E21A}"/>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후속 규칙과 사건 계약의 수정</a:t>
            </a:r>
            <a:endParaRPr lang="ko-KR">
              <a:solidFill>
                <a:srgbClr val="000000"/>
              </a:solidFill>
              <a:latin typeface="Calibri"/>
              <a:ea typeface="Calibri"/>
              <a:cs typeface="Calibri"/>
            </a:endParaRPr>
          </a:p>
        </p:txBody>
      </p:sp>
      <p:sp>
        <p:nvSpPr>
          <p:cNvPr id="56" name="dp44-v5-qa-detail / n56">
            <a:extLst>
              <a:ext uri="{FF2B5EF4-FFF2-40B4-BE49-F238E27FC236}">
                <ns2:creationId id="{A0824304-FB74-4A6D-8F36-4A113DACD205}"/>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4-v5-qa-detail / n57">
            <a:extLst>
              <a:ext uri="{FF2B5EF4-FFF2-40B4-BE49-F238E27FC236}">
                <ns2:creationId id="{F6F3FF26-0042-4987-9F40-9B5F80C2D03F}"/>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단계와 Join 계약의 실제 수정</a:t>
            </a:r>
            <a:endParaRPr lang="ko-KR">
              <a:solidFill>
                <a:srgbClr val="000000"/>
              </a:solidFill>
              <a:latin typeface="Calibri"/>
              <a:ea typeface="Calibri"/>
              <a:cs typeface="Calibri"/>
            </a:endParaRPr>
          </a:p>
        </p:txBody>
      </p:sp>
      <p:sp>
        <p:nvSpPr>
          <p:cNvPr id="58" name="dp44-v5-qa-detail / n58">
            <a:extLst>
              <a:ext uri="{FF2B5EF4-FFF2-40B4-BE49-F238E27FC236}">
                <ns2:creationId id="{968EF13F-A449-46D4-B942-EB7A5EB64339}"/>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4-v5-qa-detail / n59">
            <a:extLst>
              <a:ext uri="{FF2B5EF4-FFF2-40B4-BE49-F238E27FC236}">
                <ns2:creationId id="{402D16F0-CD62-4213-B715-454B213CFB56}"/>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4-v5-qa-detail / n60">
            <a:extLst>
              <a:ext uri="{FF2B5EF4-FFF2-40B4-BE49-F238E27FC236}">
                <ns2:creationId id="{B64C6C79-6BAD-45B4-BB1A-722F584A8A44}"/>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4-v5-qa-detail / n61">
            <a:extLst>
              <a:ext uri="{FF2B5EF4-FFF2-40B4-BE49-F238E27FC236}">
                <ns2:creationId id="{B315C34C-AB6E-46FF-ADEB-5C0F6DCC2B77}"/>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4-v5-qa-detail / n62">
            <a:extLst>
              <a:ext uri="{FF2B5EF4-FFF2-40B4-BE49-F238E27FC236}">
                <ns2:creationId id="{DAD95C97-1F78-48E9-A471-CF8A5133B930}"/>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4-v5-qa-detail / n63">
            <a:extLst>
              <a:ext uri="{FF2B5EF4-FFF2-40B4-BE49-F238E27FC236}">
                <ns2:creationId id="{E144F5B2-41E5-4E6C-B4A4-3EFAB7178528}"/>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4-v5-qa-detail / n64">
            <a:extLst>
              <a:ext uri="{FF2B5EF4-FFF2-40B4-BE49-F238E27FC236}">
                <ns2:creationId id="{136530F9-0296-4EE8-9FF0-1E7B690B7554}"/>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4-v5-qa-detail / n65">
            <a:extLst>
              <a:ext uri="{FF2B5EF4-FFF2-40B4-BE49-F238E27FC236}">
                <ns2:creationId id="{8F66B9A2-DC05-41E1-97DF-8DE013A563C1}"/>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중앙 진행 상태와 실행 대기열</a:t>
            </a:r>
            <a:endParaRPr lang="ko-KR">
              <a:solidFill>
                <a:srgbClr val="000000"/>
              </a:solidFill>
              <a:latin typeface="Calibri"/>
              <a:ea typeface="Calibri"/>
              <a:cs typeface="Calibri"/>
            </a:endParaRPr>
          </a:p>
        </p:txBody>
      </p:sp>
      <p:sp>
        <p:nvSpPr>
          <p:cNvPr id="66" name="dp44-v5-qa-detail / n66">
            <a:extLst>
              <a:ext uri="{FF2B5EF4-FFF2-40B4-BE49-F238E27FC236}">
                <ns2:creationId id="{EA7F0B05-6A33-4BD1-99C5-44C0F2F2E997}"/>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1,840MiB (가정)</a:t>
            </a:r>
            <a:endParaRPr lang="ko-KR">
              <a:solidFill>
                <a:srgbClr val="000000"/>
              </a:solidFill>
              <a:latin typeface="Calibri"/>
              <a:ea typeface="Calibri"/>
              <a:cs typeface="Calibri"/>
            </a:endParaRPr>
          </a:p>
        </p:txBody>
      </p:sp>
      <p:sp>
        <p:nvSpPr>
          <p:cNvPr id="67" name="dp44-v5-qa-detail / n67">
            <a:extLst>
              <a:ext uri="{FF2B5EF4-FFF2-40B4-BE49-F238E27FC236}">
                <ns2:creationId id="{646B2835-2040-4B40-812E-006606674C8A}"/>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window와 credit 및 envelope copy</a:t>
            </a:r>
            <a:endParaRPr lang="ko-KR">
              <a:solidFill>
                <a:srgbClr val="000000"/>
              </a:solidFill>
              <a:latin typeface="Calibri"/>
              <a:ea typeface="Calibri"/>
              <a:cs typeface="Calibri"/>
            </a:endParaRPr>
          </a:p>
        </p:txBody>
      </p:sp>
      <p:sp>
        <p:nvSpPr>
          <p:cNvPr id="68" name="dp44-v5-qa-detail / n68">
            <a:extLst>
              <a:ext uri="{FF2B5EF4-FFF2-40B4-BE49-F238E27FC236}">
                <ns2:creationId id="{F21BC9E9-1F2D-42A1-9975-C0F6781A0F23}"/>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4-v5-qa-detail / n69">
            <a:extLst>
              <a:ext uri="{FF2B5EF4-FFF2-40B4-BE49-F238E27FC236}">
                <ns2:creationId id="{526B1B18-E4CA-4CB2-974F-1A97A9F23048}"/>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4-v5-qa-detail / n70">
            <a:extLst>
              <a:ext uri="{FF2B5EF4-FFF2-40B4-BE49-F238E27FC236}">
                <ns2:creationId id="{14FBD837-90A8-43C0-B4A3-E1E75CAE30D8}"/>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4-v5-qa-detail / n71">
            <a:extLst>
              <a:ext uri="{FF2B5EF4-FFF2-40B4-BE49-F238E27FC236}">
                <ns2:creationId id="{CC4B4C12-48F8-4BE9-914F-2C44A6178E05}"/>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4-v5-qa-detail / n72">
            <a:extLst>
              <a:ext uri="{FF2B5EF4-FFF2-40B4-BE49-F238E27FC236}">
                <ns2:creationId id="{86CFD645-9475-48E1-B2A6-0FBC774FC731}"/>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4-v5-qa-detail / n73">
            <a:extLst>
              <a:ext uri="{FF2B5EF4-FFF2-40B4-BE49-F238E27FC236}">
                <ns2:creationId id="{9D95C4F9-C664-4BA8-BD37-8EEF0ED074AF}"/>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4-v5-qa-detail / n74">
            <a:extLst>
              <a:ext uri="{FF2B5EF4-FFF2-40B4-BE49-F238E27FC236}">
                <ns2:creationId id="{2AEB324B-541D-46D1-9618-D7A966618EA4}"/>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p:txBody>
      </p:sp>
      <p:sp>
        <p:nvSpPr>
          <p:cNvPr id="75" name="dp44-v5-qa-detail / n75">
            <a:extLst>
              <a:ext uri="{FF2B5EF4-FFF2-40B4-BE49-F238E27FC236}">
                <ns2:creationId id="{0F507A23-01EC-4E13-B9C8-8B3AD9FE1FDF}"/>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4-v5-qa-detail / n76">
            <a:extLst>
              <a:ext uri="{FF2B5EF4-FFF2-40B4-BE49-F238E27FC236}">
                <ns2:creationId id="{49B1163A-09C3-4F87-8F61-D810D0719FEC}"/>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D023A429-33FF-456F-9977-B582756D975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품질 평가 상세</a:t>
            </a:r>
            <a:endParaRPr lang="ko-KR">
              <a:latin typeface="Calibri"/>
              <a:ea typeface="Calibri"/>
              <a:cs typeface="Calibri"/>
            </a:endParaRPr>
          </a:p>
        </p:txBody>
      </p:sp>
      <p:sp>
        <p:nvSpPr>
          <p:cNvPr id="78" name="v6-header-rule">
            <a:extLst>
              <a:ext uri="{FF2B5EF4-FFF2-40B4-BE49-F238E27FC236}">
                <ns2:creationId id="{472425A6-2084-4DD0-B44C-5B133FD2B88A}"/>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965A1DF9-C7EB-4666-A171-EF6280C015A5}"/>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0161AD61-0E7D-4827-BB02-333EE5F1A09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477E6C4A-4AA2-4261-8263-C4AA1545D99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BA4AEE19-9A42-4E51-B0A1-9B41AFB9DAC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3DA0AED0-A554-4CA5-9483-2A77AF1D8B65}"/>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84" name="v6-header-page">
            <a:extLst>
              <a:ext uri="{FF2B5EF4-FFF2-40B4-BE49-F238E27FC236}">
                <ns2:creationId id="{3543F2A7-A3C2-4EC3-B64F-B44C9AFB725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51 / 63</a:t>
            </a:r>
            <a:endParaRPr lang="ko-KR">
              <a:latin typeface="Calibri"/>
              <a:ea typeface="Calibri"/>
              <a:cs typeface="Calibri"/>
            </a:endParaRPr>
          </a:p>
        </p:txBody>
      </p:sp>
      <p:sp>
        <p:nvSpPr>
          <p:cNvPr id="85" name="v6-native-header-cell-51-0">
            <a:extLst>
              <a:ext uri="{FF2B5EF4-FFF2-40B4-BE49-F238E27FC236}">
                <ns2:creationId id="{B7FB0FD1-41B5-4884-A4BC-FE5EC8E9AE54}"/>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1-1">
            <a:extLst>
              <a:ext uri="{FF2B5EF4-FFF2-40B4-BE49-F238E27FC236}">
                <ns2:creationId id="{2E0D103B-3F58-4123-9DD5-FFB339F75DAC}"/>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중앙에서 다음 실행 지시</a:t>
            </a:r>
            <a:endParaRPr lang="ko-KR">
              <a:latin typeface="Calibri"/>
              <a:ea typeface="Calibri"/>
              <a:cs typeface="Calibri"/>
            </a:endParaRPr>
          </a:p>
        </p:txBody>
      </p:sp>
      <p:sp>
        <p:nvSpPr>
          <p:cNvPr id="87" name="v6-native-header-cell-51-2">
            <a:extLst>
              <a:ext uri="{FF2B5EF4-FFF2-40B4-BE49-F238E27FC236}">
                <ns2:creationId id="{FA89CC43-8A66-4E49-9E9B-B738F6CF16D6}"/>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연결된 단계가 조건으로 실행</a:t>
            </a:r>
            <a:endParaRPr lang="ko-KR">
              <a:latin typeface="Calibri"/>
              <a:ea typeface="Calibri"/>
              <a:cs typeface="Calibri"/>
            </a:endParaRPr>
          </a:p>
        </p:txBody>
      </p:sp>
      <p:sp>
        <p:nvSpPr>
          <p:cNvPr id="88" name="v6-native-header-cell-51-3">
            <a:extLst>
              <a:ext uri="{FF2B5EF4-FFF2-40B4-BE49-F238E27FC236}">
                <ns2:creationId id="{0E6EC397-0BE4-406E-90F1-96B8ED9BBE54}"/>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1713456358"/>
      </p:ext>
    </p:extLst>
  </p:cSld>
</p:sld>
</file>

<file path=ppt/slides/slide2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
    <p:bg>
      <p:bgPr>
        <a:solidFill>
          <a:srgbClr val="FFFFFF"/>
        </a:solidFill>
      </p:bgPr>
    </p:bg>
    <p:spTree>
      <p:nvGrpSpPr>
        <p:cNvPr id="1" name=""/>
        <p:cNvGrpSpPr/>
        <p:nvPr/>
      </p:nvGrpSpPr>
      <p:grpSpPr>
        <a:xfrm/>
      </p:grpSpPr>
      <p:sp>
        <p:nvSpPr>
          <p:cNvPr id="3"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“지난번 네가 설명한 평가 기준으로,</a:t>
            </a:r>
            <a:endParaRPr lang="ko-KR">
              <a:solidFill>
                <a:srgbClr val="000000"/>
              </a:solidFill>
              <a:latin typeface="Calibri"/>
              <a:ea typeface="Calibri"/>
              <a:cs typeface="Calibri"/>
            </a:endParaRPr>
          </a:p>
        </p:txBody>
      </p:sp>
      <p:sp>
        <p:nvSpPr>
          <p:cNvPr id="4"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제품 비교와 견적 결과를 함께 써서 제안서를 만들어줘.”</a:t>
            </a:r>
            <a:endParaRPr lang="ko-KR">
              <a:solidFill>
                <a:srgbClr val="000000"/>
              </a:solidFill>
              <a:latin typeface="Calibri"/>
              <a:ea typeface="Calibri"/>
              <a:cs typeface="Calibri"/>
            </a:endParaRP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서로 다른 과거 기록</a:t>
            </a:r>
            <a:endParaRPr lang="ko-KR">
              <a:solidFill>
                <a:srgbClr val="000000"/>
              </a:solidFill>
              <a:latin typeface="Calibri"/>
              <a:ea typeface="Calibri"/>
              <a:cs typeface="Calibri"/>
            </a:endParaRPr>
          </a:p>
        </p:txBody>
      </p:sp>
      <p:sp>
        <p:nvSpPr>
          <p:cNvPr id="9"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맥락 연결</a:t>
            </a:r>
            <a:endParaRPr lang="ko-KR">
              <a:solidFill>
                <a:srgbClr val="000000"/>
              </a:solidFill>
              <a:latin typeface="Calibri"/>
              <a:ea typeface="Calibri"/>
              <a:cs typeface="Calibri"/>
            </a:endParaRPr>
          </a:p>
        </p:txBody>
      </p:sp>
      <p:sp>
        <p:nvSpPr>
          <p:cNvPr id="10"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Task를 수행하는 Agent</a:t>
            </a:r>
            <a:endParaRPr lang="ko-KR">
              <a:solidFill>
                <a:srgbClr val="000000"/>
              </a:solidFill>
              <a:latin typeface="Calibri"/>
              <a:ea typeface="Calibri"/>
              <a:cs typeface="Calibri"/>
            </a:endParaRPr>
          </a:p>
        </p:txBody>
      </p:sp>
      <p:sp>
        <p:nvSpPr>
          <p:cNvPr id="11"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VIA가 설명한 평가 기준</a:t>
            </a:r>
            <a:endParaRPr lang="ko-KR">
              <a:solidFill>
                <a:srgbClr val="000000"/>
              </a:solidFill>
              <a:latin typeface="Calibri"/>
              <a:ea typeface="Calibri"/>
              <a:cs typeface="Calibri"/>
            </a:endParaRPr>
          </a:p>
        </p:txBody>
      </p:sp>
      <p:sp>
        <p:nvSpPr>
          <p:cNvPr id="16"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조사 Agent의 비교 결과</a:t>
            </a:r>
            <a:endParaRPr lang="ko-KR">
              <a:solidFill>
                <a:srgbClr val="000000"/>
              </a:solidFill>
              <a:latin typeface="Calibri"/>
              <a:ea typeface="Calibri"/>
              <a:cs typeface="Calibri"/>
            </a:endParaRPr>
          </a:p>
        </p:txBody>
      </p:sp>
      <p:sp>
        <p:nvSpPr>
          <p:cNvPr id="17"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 Agent의 견적 결과</a:t>
            </a:r>
            <a:endParaRPr lang="ko-KR">
              <a:solidFill>
                <a:srgbClr val="000000"/>
              </a:solidFill>
              <a:latin typeface="Calibri"/>
              <a:ea typeface="Calibri"/>
              <a:cs typeface="Calibri"/>
            </a:endParaRPr>
          </a:p>
        </p:txBody>
      </p:sp>
      <p:sp>
        <p:nvSpPr>
          <p:cNvPr id="18"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관련 기록, 실제 전달 범위 확인</a:t>
            </a:r>
            <a:endParaRPr lang="ko-KR">
              <a:solidFill>
                <a:srgbClr val="000000"/>
              </a:solidFill>
              <a:latin typeface="Calibri"/>
              <a:ea typeface="Calibri"/>
              <a:cs typeface="Calibri"/>
            </a:endParaRPr>
          </a:p>
        </p:txBody>
      </p:sp>
      <p:sp>
        <p:nvSpPr>
          <p:cNvPr id="19"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필요한 발췌, 결과 참조 연결</a:t>
            </a:r>
            <a:endParaRPr lang="ko-KR">
              <a:solidFill>
                <a:srgbClr val="000000"/>
              </a:solidFill>
              <a:latin typeface="Calibri"/>
              <a:ea typeface="Calibri"/>
              <a:cs typeface="Calibri"/>
            </a:endParaRPr>
          </a:p>
        </p:txBody>
      </p:sp>
      <p:sp>
        <p:nvSpPr>
          <p:cNvPr id="20"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이번 Request에 필요한 맥락 제공</a:t>
            </a:r>
            <a:endParaRPr lang="ko-KR">
              <a:solidFill>
                <a:srgbClr val="000000"/>
              </a:solidFill>
              <a:latin typeface="Calibri"/>
              <a:ea typeface="Calibri"/>
              <a:cs typeface="Calibri"/>
            </a:endParaRPr>
          </a:p>
        </p:txBody>
      </p:sp>
      <p:sp>
        <p:nvSpPr>
          <p:cNvPr id="21"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평가 기준을 적용해 자료 분석</a:t>
            </a:r>
            <a:endParaRPr lang="ko-KR">
              <a:solidFill>
                <a:srgbClr val="000000"/>
              </a:solidFill>
              <a:latin typeface="Calibri"/>
              <a:ea typeface="Calibri"/>
              <a:cs typeface="Calibri"/>
            </a:endParaRPr>
          </a:p>
        </p:txBody>
      </p:sp>
      <p:sp>
        <p:nvSpPr>
          <p:cNvPr id="22"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제안서 작성</a:t>
            </a:r>
            <a:endParaRPr lang="ko-KR">
              <a:solidFill>
                <a:srgbClr val="000000"/>
              </a:solidFill>
              <a:latin typeface="Calibri"/>
              <a:ea typeface="Calibri"/>
              <a:cs typeface="Calibri"/>
            </a:endParaRPr>
          </a:p>
        </p:txBody>
      </p:sp>
      <p:sp>
        <p:nvSpPr>
          <p:cNvPr id="23"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이전 설명과 여러 Task의 결과를 다시 모아 전달할 필요가 없습니다</a:t>
            </a:r>
            <a:endParaRPr lang="ko-KR">
              <a:solidFill>
                <a:srgbClr val="000000"/>
              </a:solidFill>
              <a:latin typeface="Calibri"/>
              <a:ea typeface="Calibri"/>
              <a:cs typeface="Calibri"/>
            </a:endParaRPr>
          </a:p>
        </p:txBody>
      </p:sp>
      <p:sp>
        <p:nvSpPr>
          <p:cNvPr id="24"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challenge / 1">
            <a:extLst>
              <a:ext uri="{FF2B5EF4-FFF2-40B4-BE49-F238E27FC236}">
                <ns2:creationId id="{DF16BB4B-3C3F-4C79-B52C-C50DE745A0E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과거 대화와 여러 Task에 흩어진 정보 중 현재 Request에 필요한 내용을 찾아,</a:t>
            </a:r>
            <a:endParaRPr lang="ko-KR">
              <a:solidFill>
                <a:srgbClr val="000000"/>
              </a:solidFill>
              <a:latin typeface="Calibri"/>
              <a:ea typeface="Calibri"/>
              <a:cs typeface="Calibri"/>
            </a:endParaRPr>
          </a:p>
        </p:txBody>
      </p:sp>
      <p:sp>
        <p:nvSpPr>
          <p:cNvPr id="26" name="dp45-background / design-challenge / 2">
            <a:extLst>
              <a:ext uri="{FF2B5EF4-FFF2-40B4-BE49-F238E27FC236}">
                <ns2:creationId id="{2C0BEF4A-3494-4C0B-A5EB-BEAFCD8AE07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이력과 실제 전달 내용을 반영해 제공하는 맥락 관리 구조</a:t>
            </a:r>
            <a:endParaRPr lang="ko-KR">
              <a:solidFill>
                <a:srgbClr val="000000"/>
              </a:solidFill>
              <a:latin typeface="Calibri"/>
              <a:ea typeface="Calibri"/>
              <a:cs typeface="Calibri"/>
            </a:endParaRPr>
          </a:p>
        </p:txBody>
      </p:sp>
      <p:sp>
        <p:nvSpPr>
          <p:cNvPr id="34" name="v6-header-title">
            <a:extLst>
              <a:ext uri="{FF2B5EF4-FFF2-40B4-BE49-F238E27FC236}">
                <ns2:creationId id="{8EA1BD79-8BDA-48DF-88EF-7E59535C8DB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배경 (원본)</a:t>
            </a:r>
            <a:endParaRPr lang="ko-KR">
              <a:latin typeface="Calibri"/>
              <a:ea typeface="Calibri"/>
              <a:cs typeface="Calibri"/>
            </a:endParaRPr>
          </a:p>
        </p:txBody>
      </p:sp>
      <p:sp>
        <p:nvSpPr>
          <p:cNvPr id="35" name="v6-header-rule">
            <a:extLst>
              <a:ext uri="{FF2B5EF4-FFF2-40B4-BE49-F238E27FC236}">
                <ns2:creationId id="{30327D60-17B1-4FCD-A26E-B08B4E357505}"/>
              </a:ext>
            </a:extLst>
          </p:cNvPr>
          <p:cNvSpPr>
            <a:spLocks noGrp="1"/>
          </p:cNvSpPr>
          <p:nvPr/>
        </p:nvSpPr>
        <p:spPr>
          <a:xfrm>
            <a:off x="495300" y="990600"/>
            <a:ext cx="17335500" cy="0"/>
          </a:xfrm>
          <a:prstGeom prst="line">
            <a:avLst/>
          </a:prstGeom>
          <a:noFill/>
          <a:ln w="19050">
            <a:solidFill>
              <a:srgbClr val="A6A6A6"/>
            </a:solidFill>
          </a:ln>
        </p:spPr>
      </p:sp>
      <p:sp>
        <p:nvSpPr>
          <p:cNvPr id="36" name="v6-header-stage-0">
            <a:extLst>
              <a:ext uri="{FF2B5EF4-FFF2-40B4-BE49-F238E27FC236}">
                <ns2:creationId id="{6CC1C6CE-38F2-494E-BD97-322B7AD7D721}"/>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7" name="v6-header-stage-1">
            <a:extLst>
              <a:ext uri="{FF2B5EF4-FFF2-40B4-BE49-F238E27FC236}">
                <ns2:creationId id="{EC6B0D30-A34D-407F-8CF3-806A5D53910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8" name="v6-header-stage-2">
            <a:extLst>
              <a:ext uri="{FF2B5EF4-FFF2-40B4-BE49-F238E27FC236}">
                <ns2:creationId id="{BE21F8AB-6C78-4534-8B62-1732714F55D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9" name="v6-header-stage-3">
            <a:extLst>
              <a:ext uri="{FF2B5EF4-FFF2-40B4-BE49-F238E27FC236}">
                <ns2:creationId id="{CE359CB7-2F82-4774-8765-0CF7C0E8332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0" name="v6-header-stage-4">
            <a:extLst>
              <a:ext uri="{FF2B5EF4-FFF2-40B4-BE49-F238E27FC236}">
                <ns2:creationId id="{936BD5BB-2CD4-426B-AE68-2AA45E4BEB72}"/>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1" name="v6-header-page">
            <a:extLst>
              <a:ext uri="{FF2B5EF4-FFF2-40B4-BE49-F238E27FC236}">
                <ns2:creationId id="{D289AE66-F981-444D-8EED-31D404A9839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52 / 63</a:t>
            </a:r>
            <a:endParaRPr lang="ko-KR">
              <a:latin typeface="Calibri"/>
              <a:ea typeface="Calibri"/>
              <a:cs typeface="Calibri"/>
            </a:endParaRPr>
          </a:p>
        </p:txBody>
      </p:sp>
    </p:spTree>
    <p:extLst>
      <p:ext uri="{BB962C8B-B14F-4D97-AF65-F5344CB8AC3E}">
        <p14:creationId val="331947025"/>
      </p:ext>
    </p:extLst>
  </p:cSld>
</p:sld>
</file>

<file path=ppt/slides/slide28.xml><?xml version="1.0" encoding="utf-8"?>
<p:sld xmlns:a="http://schemas.openxmlformats.org/drawingml/2006/main" xmlns:ns2="http://schemas.microsoft.com/office/drawing/2014/main" xmlns:p="http://schemas.openxmlformats.org/presentationml/2006/main" xmlns:p14="http://schemas.microsoft.com/office/powerpoint/2010/main">
  <p:cSld name="dp45-comparison">
    <p:bg>
      <p:bgPr>
        <a:solidFill>
          <a:srgbClr val="FFFFFF"/>
        </a:solidFill>
      </p:bgPr>
    </p:bg>
    <p:spTree>
      <p:nvGrpSpPr>
        <p:cNvPr id="1" name=""/>
        <p:cNvGrpSpPr/>
        <p:nvPr/>
      </p:nvGrpSpPr>
      <p:grpSpPr>
        <a:xfrm/>
      </p:grpSpPr>
      <p:sp>
        <p:nvSpPr>
          <p:cNvPr id="304" name="dp45-comparison / n1">
            <a:extLst>
              <a:ext uri="{FF2B5EF4-FFF2-40B4-BE49-F238E27FC236}">
                <ns2:creationId id="{E1BCBBC5-DF86-41AD-9756-7530D0E71F55}"/>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5-comparison / n6 / text 1">
            <a:extLst>
              <a:ext uri="{FF2B5EF4-FFF2-40B4-BE49-F238E27FC236}">
                <ns2:creationId id="{719D88DA-42F4-4794-9DF4-FC26DF5C25E3}"/>
              </a:ext>
            </a:extLst>
          </p:cNvPr>
          <p:cNvSpPr>
            <a:spLocks noGrp="1"/>
          </p:cNvSpPr>
          <p:nvPr/>
        </p:nvSpPr>
        <p:spPr>
          <a:xfrm>
            <a:off x="381000" y="1304925"/>
            <a:ext cx="17526000" cy="276225"/>
          </a:xfrm>
          <a:prstGeom prst="rect">
            <a:avLst/>
          </a:prstGeom>
          <a:noFill/>
          <a:ln w="0">
            <a:noFill/>
            <a:prstDash val="solid"/>
          </a:ln>
        </p:spPr>
        <p:txBody>
          <a:bodyPr wrap="none" lIns="0" tIns="0" rIns="0" bIns="0" anchor="t">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“지난번 네가 설명한 평가 기준에 맞춰, 앞서 조사한 제품 비교 결과와 받아둔 견적을 이번 제안서에 반영해줘.”</a:t>
            </a:r>
            <a:endParaRPr lang="ko-KR">
              <a:solidFill>
                <a:srgbClr val="000000"/>
              </a:solidFill>
              <a:latin typeface="Calibri"/>
              <a:ea typeface="Calibri"/>
              <a:cs typeface="Calibri"/>
            </a:endParaRPr>
          </a:p>
        </p:txBody>
      </p:sp>
      <p:sp>
        <p:nvSpPr>
          <p:cNvPr id="7" name="dp45-comparison / n7 / text 1">
            <a:extLst>
              <a:ext uri="{FF2B5EF4-FFF2-40B4-BE49-F238E27FC236}">
                <ns2:creationId id="{3FF8F708-7464-4469-86CA-A0587DFE3519}"/>
              </a:ext>
            </a:extLst>
          </p:cNvPr>
          <p:cNvSpPr>
            <a:spLocks noGrp="1"/>
          </p:cNvSpPr>
          <p:nvPr/>
        </p:nvSpPr>
        <p:spPr>
          <a:xfrm>
            <a:off x="381000" y="16002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VIA가 실제 설명한 내용 + 제품 조사와 견적의 결과 / 현재 제안서 업무 연결은 해석 결과 / 로컬 VIA + 클라우드 모델</a:t>
            </a:r>
            <a:endParaRPr lang="ko-KR">
              <a:solidFill>
                <a:srgbClr val="000000"/>
              </a:solidFill>
              <a:latin typeface="Calibri"/>
              <a:ea typeface="Calibri"/>
              <a:cs typeface="Calibri"/>
            </a:endParaRPr>
          </a:p>
        </p:txBody>
      </p:sp>
      <p:sp>
        <p:nvSpPr>
          <p:cNvPr id="8" name="dp45-comparison / n8">
            <a:extLst>
              <a:ext uri="{FF2B5EF4-FFF2-40B4-BE49-F238E27FC236}">
                <ns2:creationId id="{4E1CCC2D-04AF-4B29-B92C-C052344E9A78}"/>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5-comparison / n11 / path">
            <a:extLst>
              <a:ext uri="{FF2B5EF4-FFF2-40B4-BE49-F238E27FC236}">
                <ns2:creationId id="{8A6C861D-6F6E-4E41-BE84-4FB30EC9C466}"/>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5-comparison / n12 / path">
            <a:extLst>
              <a:ext uri="{FF2B5EF4-FFF2-40B4-BE49-F238E27FC236}">
                <ns2:creationId id="{0C14A470-130F-4C02-B0E0-1AEA6F27EDCF}"/>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5-comparison / n13 / text 1">
            <a:extLst>
              <a:ext uri="{FF2B5EF4-FFF2-40B4-BE49-F238E27FC236}">
                <ns2:creationId id="{301E5772-F68A-40F3-BEBB-95C20C48137A}"/>
              </a:ext>
            </a:extLst>
          </p:cNvPr>
          <p:cNvSpPr>
            <a:spLocks noGrp="1"/>
          </p:cNvSpPr>
          <p:nvPr/>
        </p:nvSpPr>
        <p:spPr>
          <a:xfrm>
            <a:off x="381000" y="7705725"/>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PARTIAL: 실제 전달한 예외 문구 한 구간과 결과 참조의 예시 / 기준 전체의 완전 추출을 뜻하지 않음 / 과거 게시와 현재 의미 채택은 별개</a:t>
            </a:r>
            <a:endParaRPr lang="ko-KR">
              <a:solidFill>
                <a:srgbClr val="000000"/>
              </a:solidFill>
              <a:latin typeface="Calibri"/>
              <a:ea typeface="Calibri"/>
              <a:cs typeface="Calibri"/>
            </a:endParaRPr>
          </a:p>
        </p:txBody>
      </p:sp>
      <p:sp>
        <p:nvSpPr>
          <p:cNvPr id="14" name="dp45-comparison / n14 / text 1">
            <a:extLst>
              <a:ext uri="{FF2B5EF4-FFF2-40B4-BE49-F238E27FC236}">
                <ns2:creationId id="{14AD77A4-F4B7-43BD-B53F-E5AEACB57C5E}"/>
              </a:ext>
            </a:extLst>
          </p:cNvPr>
          <p:cNvSpPr>
            <a:spLocks noGrp="1"/>
          </p:cNvSpPr>
          <p:nvPr/>
        </p:nvSpPr>
        <p:spPr>
          <a:xfrm>
            <a:off x="381000" y="7981950"/>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첫 요청 / 준비된 반복 조회 / 정정 직후 / 표현 밖 관계를 구분. A의 유효 관계 cache와 부분 갱신도 허용한다.</a:t>
            </a:r>
            <a:endParaRPr lang="ko-KR">
              <a:solidFill>
                <a:srgbClr val="000000"/>
              </a:solidFill>
              <a:latin typeface="Calibri"/>
              <a:ea typeface="Calibri"/>
              <a:cs typeface="Calibri"/>
            </a:endParaRPr>
          </a:p>
        </p:txBody>
      </p:sp>
      <p:sp>
        <p:nvSpPr>
          <p:cNvPr id="305" name="dp45-v5-summary / n1">
            <a:extLst>
              <a:ext uri="{FF2B5EF4-FFF2-40B4-BE49-F238E27FC236}">
                <ns2:creationId id="{D4EA064B-9BAC-4B2A-B125-2DDCCF109CE3}"/>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306" name="dp45-v5-summary / n2">
            <a:extLst>
              <a:ext uri="{FF2B5EF4-FFF2-40B4-BE49-F238E27FC236}">
                <ns2:creationId id="{FFA8F87D-763B-471A-A92D-3A54F041D436}"/>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307" name="dp45-v5-summary / n3">
            <a:extLst>
              <a:ext uri="{FF2B5EF4-FFF2-40B4-BE49-F238E27FC236}">
                <ns2:creationId id="{9D202C4B-925F-4FEA-963F-EED87566F99E}"/>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[원문과 유효 cache의 조건 보존]</a:t>
            </a:r>
            <a:endParaRPr lang="ko-KR">
              <a:solidFill>
                <a:srgbClr val="000000"/>
              </a:solidFill>
              <a:latin typeface="Calibri"/>
              <a:ea typeface="Calibri"/>
              <a:cs typeface="Calibri"/>
            </a:endParaRPr>
          </a:p>
        </p:txBody>
      </p:sp>
      <p:sp>
        <p:nvSpPr>
          <p:cNvPr id="308" name="dp45-v5-summary / n4">
            <a:extLst>
              <a:ext uri="{FF2B5EF4-FFF2-40B4-BE49-F238E27FC236}">
                <ns2:creationId id="{5E3F5AC9-9EF1-4891-AD86-8C546E5C94C2}"/>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[게시 관계의 coverage와 예외 보존]</a:t>
            </a:r>
            <a:endParaRPr lang="ko-KR">
              <a:solidFill>
                <a:srgbClr val="000000"/>
              </a:solidFill>
              <a:latin typeface="Calibri"/>
              <a:ea typeface="Calibri"/>
              <a:cs typeface="Calibri"/>
            </a:endParaRPr>
          </a:p>
        </p:txBody>
      </p:sp>
      <p:sp>
        <p:nvSpPr>
          <p:cNvPr id="309" name="dp45-v5-summary / n5">
            <a:extLst>
              <a:ext uri="{FF2B5EF4-FFF2-40B4-BE49-F238E27FC236}">
                <ns2:creationId id="{411ED8AC-EA95-4B8D-B0BE-E0286E14D2A4}"/>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310" name="dp45-v5-summary / n6">
            <a:extLst>
              <a:ext uri="{FF2B5EF4-FFF2-40B4-BE49-F238E27FC236}">
                <ns2:creationId id="{AC17D3EF-C50C-4227-9D39-7CD47822E2E5}"/>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11" name="dp45-v5-summary / n7">
            <a:extLst>
              <a:ext uri="{FF2B5EF4-FFF2-40B4-BE49-F238E27FC236}">
                <ns2:creationId id="{3B059090-DF17-4BC2-AC58-0994D0CC0736}"/>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[최초 조합과 재사용 cache 대기]</a:t>
            </a:r>
            <a:endParaRPr lang="ko-KR">
              <a:solidFill>
                <a:srgbClr val="000000"/>
              </a:solidFill>
              <a:latin typeface="Calibri"/>
              <a:ea typeface="Calibri"/>
              <a:cs typeface="Calibri"/>
            </a:endParaRPr>
          </a:p>
        </p:txBody>
      </p:sp>
      <p:sp>
        <p:nvSpPr>
          <p:cNvPr id="312" name="dp45-v5-summary / n8">
            <a:extLst>
              <a:ext uri="{FF2B5EF4-FFF2-40B4-BE49-F238E27FC236}">
                <ns2:creationId id="{35F96B96-DDB9-4142-A123-91596EB921CE}"/>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[준비된 조회와 미게시 backfill 대기]</a:t>
            </a:r>
            <a:endParaRPr lang="ko-KR">
              <a:solidFill>
                <a:srgbClr val="000000"/>
              </a:solidFill>
              <a:latin typeface="Calibri"/>
              <a:ea typeface="Calibri"/>
              <a:cs typeface="Calibri"/>
            </a:endParaRPr>
          </a:p>
        </p:txBody>
      </p:sp>
      <p:sp>
        <p:nvSpPr>
          <p:cNvPr id="313" name="dp45-v5-summary / n9">
            <a:extLst>
              <a:ext uri="{FF2B5EF4-FFF2-40B4-BE49-F238E27FC236}">
                <ns2:creationId id="{CA05DA6A-8F2E-48A1-B9C5-96E60DA0AB15}"/>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314" name="dp45-v5-summary / n10">
            <a:extLst>
              <a:ext uri="{FF2B5EF4-FFF2-40B4-BE49-F238E27FC236}">
                <ns2:creationId id="{CD241364-3072-426B-925C-5FA99D4DF722}"/>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15" name="dp45-v5-summary / n11">
            <a:extLst>
              <a:ext uri="{FF2B5EF4-FFF2-40B4-BE49-F238E27FC236}">
                <ns2:creationId id="{912AD28A-7C0A-4AF7-A851-01CAC5CF3A13}"/>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[첫 사용과 반복 및 갱신 후 조합]</a:t>
            </a:r>
            <a:endParaRPr lang="ko-KR">
              <a:solidFill>
                <a:srgbClr val="000000"/>
              </a:solidFill>
              <a:latin typeface="Calibri"/>
              <a:ea typeface="Calibri"/>
              <a:cs typeface="Calibri"/>
            </a:endParaRPr>
          </a:p>
        </p:txBody>
      </p:sp>
      <p:sp>
        <p:nvSpPr>
          <p:cNvPr id="316" name="dp45-v5-summary / n12">
            <a:extLst>
              <a:ext uri="{FF2B5EF4-FFF2-40B4-BE49-F238E27FC236}">
                <ns2:creationId id="{F54913EB-9767-4B28-8C6D-E497B651A2A8}"/>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[조회와 원문검증 및 동기 backfill]</a:t>
            </a:r>
            <a:endParaRPr lang="ko-KR">
              <a:solidFill>
                <a:srgbClr val="000000"/>
              </a:solidFill>
              <a:latin typeface="Calibri"/>
              <a:ea typeface="Calibri"/>
              <a:cs typeface="Calibri"/>
            </a:endParaRPr>
          </a:p>
        </p:txBody>
      </p:sp>
      <p:sp>
        <p:nvSpPr>
          <p:cNvPr id="317" name="dp45-v5-summary / n13">
            <a:extLst>
              <a:ext uri="{FF2B5EF4-FFF2-40B4-BE49-F238E27FC236}">
                <ns2:creationId id="{8909F820-D94F-479F-A14A-CCEE4E74CBA2}"/>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318" name="dp45-v5-summary / n14">
            <a:extLst>
              <a:ext uri="{FF2B5EF4-FFF2-40B4-BE49-F238E27FC236}">
                <ns2:creationId id="{091DA110-8769-488C-BBA1-A025AD712D7D}"/>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19" name="dp45-v5-summary / n15">
            <a:extLst>
              <a:ext uri="{FF2B5EF4-FFF2-40B4-BE49-F238E27FC236}">
                <ns2:creationId id="{B6584A14-E021-4BA9-9BE6-36C43B8B005B}"/>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[cache miss와 실제 추가 해석 청구]</a:t>
            </a:r>
            <a:endParaRPr lang="ko-KR">
              <a:solidFill>
                <a:srgbClr val="000000"/>
              </a:solidFill>
              <a:latin typeface="Calibri"/>
              <a:ea typeface="Calibri"/>
              <a:cs typeface="Calibri"/>
            </a:endParaRPr>
          </a:p>
        </p:txBody>
      </p:sp>
      <p:sp>
        <p:nvSpPr>
          <p:cNvPr id="320" name="dp45-v5-summary / n16">
            <a:extLst>
              <a:ext uri="{FF2B5EF4-FFF2-40B4-BE49-F238E27FC236}">
                <ns2:creationId id="{241DDEEC-DFE1-40F9-8097-A2ED77EDB0A5}"/>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[초기와 미사용 갱신 및 철회 청구]</a:t>
            </a:r>
            <a:endParaRPr lang="ko-KR">
              <a:solidFill>
                <a:srgbClr val="000000"/>
              </a:solidFill>
              <a:latin typeface="Calibri"/>
              <a:ea typeface="Calibri"/>
              <a:cs typeface="Calibri"/>
            </a:endParaRPr>
          </a:p>
        </p:txBody>
      </p:sp>
      <p:sp>
        <p:nvSpPr>
          <p:cNvPr id="321" name="dp45-v5-summary / n17">
            <a:extLst>
              <a:ext uri="{FF2B5EF4-FFF2-40B4-BE49-F238E27FC236}">
                <ns2:creationId id="{5AE138C9-DD16-4263-9A78-C31D74554EF9}"/>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322" name="dp45-v5-summary / n18">
            <a:extLst>
              <a:ext uri="{FF2B5EF4-FFF2-40B4-BE49-F238E27FC236}">
                <ns2:creationId id="{BB50C27A-0F16-4269-839E-93438EE068B8}"/>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23" name="dp45-v5-summary / n19">
            <a:extLst>
              <a:ext uri="{FF2B5EF4-FFF2-40B4-BE49-F238E27FC236}">
                <ns2:creationId id="{58EC372C-B508-4815-96B1-020147887448}"/>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[조합과 cache의 철회 처리 수정]</a:t>
            </a:r>
            <a:endParaRPr lang="ko-KR">
              <a:solidFill>
                <a:srgbClr val="000000"/>
              </a:solidFill>
              <a:latin typeface="Calibri"/>
              <a:ea typeface="Calibri"/>
              <a:cs typeface="Calibri"/>
            </a:endParaRPr>
          </a:p>
        </p:txBody>
      </p:sp>
      <p:sp>
        <p:nvSpPr>
          <p:cNvPr id="324" name="dp45-v5-summary / n20">
            <a:extLst>
              <a:ext uri="{FF2B5EF4-FFF2-40B4-BE49-F238E27FC236}">
                <ns2:creationId id="{04D46C24-52F1-4A14-8253-FBCC08355924}"/>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[생산자와 조회자의 철회 처리 수정]</a:t>
            </a:r>
            <a:endParaRPr lang="ko-KR">
              <a:solidFill>
                <a:srgbClr val="000000"/>
              </a:solidFill>
              <a:latin typeface="Calibri"/>
              <a:ea typeface="Calibri"/>
              <a:cs typeface="Calibri"/>
            </a:endParaRPr>
          </a:p>
        </p:txBody>
      </p:sp>
      <p:sp>
        <p:nvSpPr>
          <p:cNvPr id="325" name="dp45-v5-summary / n21">
            <a:extLst>
              <a:ext uri="{FF2B5EF4-FFF2-40B4-BE49-F238E27FC236}">
                <ns2:creationId id="{D2739DC9-D644-4B55-8255-B374E0A15614}"/>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326" name="dp45-v5-summary / n22">
            <a:extLst>
              <a:ext uri="{FF2B5EF4-FFF2-40B4-BE49-F238E27FC236}">
                <ns2:creationId id="{90D65D04-063D-43D0-A21E-5802A3974B34}"/>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27" name="dp45-v5-summary / n23">
            <a:extLst>
              <a:ext uri="{FF2B5EF4-FFF2-40B4-BE49-F238E27FC236}">
                <ns2:creationId id="{0BB912E4-A139-46F0-894F-323C22346319}"/>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[원문 Context와 선택 cache]</a:t>
            </a:r>
            <a:endParaRPr lang="ko-KR">
              <a:solidFill>
                <a:srgbClr val="000000"/>
              </a:solidFill>
              <a:latin typeface="Calibri"/>
              <a:ea typeface="Calibri"/>
              <a:cs typeface="Calibri"/>
            </a:endParaRPr>
          </a:p>
        </p:txBody>
      </p:sp>
      <p:sp>
        <p:nvSpPr>
          <p:cNvPr id="328" name="dp45-v5-summary / n24">
            <a:extLst>
              <a:ext uri="{FF2B5EF4-FFF2-40B4-BE49-F238E27FC236}">
                <ns2:creationId id="{00FA2D21-AB7D-451B-B33B-3AF7BB7E297B}"/>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1,920MiB  [관계 index와 생산 상태 및 원문]</a:t>
            </a:r>
            <a:endParaRPr lang="ko-KR">
              <a:solidFill>
                <a:srgbClr val="000000"/>
              </a:solidFill>
              <a:latin typeface="Calibri"/>
              <a:ea typeface="Calibri"/>
              <a:cs typeface="Calibri"/>
            </a:endParaRPr>
          </a:p>
        </p:txBody>
      </p:sp>
      <p:sp>
        <p:nvSpPr>
          <p:cNvPr id="329" name="dp45-v5-summary / n25">
            <a:extLst>
              <a:ext uri="{FF2B5EF4-FFF2-40B4-BE49-F238E27FC236}">
                <ns2:creationId id="{B8795731-DC89-44BF-82BE-4FD199401D96}"/>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330" name="dp45-v5-summary / n26">
            <a:extLst>
              <a:ext uri="{FF2B5EF4-FFF2-40B4-BE49-F238E27FC236}">
                <ns2:creationId id="{A5C57EC2-A8AB-4D43-8C61-7EE512D05EB6}"/>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5-comparison / legend_continuation_0">
            <a:extLst>
              <a:ext uri="{FF2B5EF4-FFF2-40B4-BE49-F238E27FC236}">
                <ns2:creationId id="{9C4B664D-D444-4BC7-B0D6-8AEF8132B3D8}"/>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5-comparison / legend_continuation_2">
            <a:extLst>
              <a:ext uri="{FF2B5EF4-FFF2-40B4-BE49-F238E27FC236}">
                <ns2:creationId id="{6067826F-FC35-41F1-9EEA-16A922316E98}"/>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5-comparison / legend_continuation_4 / text 1">
            <a:extLst>
              <a:ext uri="{FF2B5EF4-FFF2-40B4-BE49-F238E27FC236}">
                <ns2:creationId id="{8459572A-12F2-4B32-B1D4-B70F9F18C56C}"/>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5-comparison / legend_continuation_5">
            <a:extLst>
              <a:ext uri="{FF2B5EF4-FFF2-40B4-BE49-F238E27FC236}">
                <ns2:creationId id="{9B99842E-F88D-4006-B22B-A57AA5BBC15C}"/>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5-comparison / legend_continuation_7 / text 1">
            <a:extLst>
              <a:ext uri="{FF2B5EF4-FFF2-40B4-BE49-F238E27FC236}">
                <ns2:creationId id="{A26ECB5D-7AE4-42BD-AD5F-DE59151AF709}"/>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5-comparison / legend_continuation_8">
            <a:extLst>
              <a:ext uri="{FF2B5EF4-FFF2-40B4-BE49-F238E27FC236}">
                <ns2:creationId id="{F9B7818B-B2C9-4F43-A1D9-A345C4E7FB7C}"/>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5-comparison / legend_continuation_8 / fold">
            <a:extLst>
              <a:ext uri="{FF2B5EF4-FFF2-40B4-BE49-F238E27FC236}">
                <ns2:creationId id="{6A2DC598-18FE-44D6-826F-E3F32DEE6369}"/>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5-comparison / legend_continuation_10 / text 1">
            <a:extLst>
              <a:ext uri="{FF2B5EF4-FFF2-40B4-BE49-F238E27FC236}">
                <ns2:creationId id="{DF3AD842-9DBB-40B5-8159-7E5CBCF44355}"/>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5-comparison / legend_continuation_11">
            <a:extLst>
              <a:ext uri="{FF2B5EF4-FFF2-40B4-BE49-F238E27FC236}">
                <ns2:creationId id="{06A3214A-6E8B-4C37-9A5E-54DF4395B3D1}"/>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5-comparison / legend_continuation_13 / text 1">
            <a:extLst>
              <a:ext uri="{FF2B5EF4-FFF2-40B4-BE49-F238E27FC236}">
                <ns2:creationId id="{7C0CE6FF-7DCC-48E7-9314-5556A09947E7}"/>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5-comparison / legend_continuation_14">
            <a:extLst>
              <a:ext uri="{FF2B5EF4-FFF2-40B4-BE49-F238E27FC236}">
                <ns2:creationId id="{A0051BEC-CAD5-416A-B223-2B7ADCE2E507}"/>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5-comparison / legend_continuation_16 / text 1">
            <a:extLst>
              <a:ext uri="{FF2B5EF4-FFF2-40B4-BE49-F238E27FC236}">
                <ns2:creationId id="{76959A61-0B29-41A2-99F5-5B12CBAD5C0F}"/>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5-comparison / legend_continuation_17">
            <a:extLst>
              <a:ext uri="{FF2B5EF4-FFF2-40B4-BE49-F238E27FC236}">
                <ns2:creationId id="{AD5825EF-8259-4EFD-908D-D5B57314F3B3}"/>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5-comparison / legend_continuation_18 / text 1">
            <a:extLst>
              <a:ext uri="{FF2B5EF4-FFF2-40B4-BE49-F238E27FC236}">
                <ns2:creationId id="{4BBD1DF9-4F93-4453-A6BA-6DA8846A9CE6}"/>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5-comparison / legend_continuation_19 / text 1">
            <a:extLst>
              <a:ext uri="{FF2B5EF4-FFF2-40B4-BE49-F238E27FC236}">
                <ns2:creationId id="{D9C483BC-6BD6-418C-A531-40016459E995}"/>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5-comparison / legend_continuation_20 / path">
            <a:extLst>
              <a:ext uri="{FF2B5EF4-FFF2-40B4-BE49-F238E27FC236}">
                <ns2:creationId id="{844F7EA7-2281-4D35-A5BB-1750CE149AE5}"/>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5-comparison / legend_continuation_20 / arrow">
            <a:extLst>
              <a:ext uri="{FF2B5EF4-FFF2-40B4-BE49-F238E27FC236}">
                <ns2:creationId id="{446AE336-7F9B-430A-B559-F1D32EDFA2AF}"/>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5-comparison / legend_continuation_21 / text 1">
            <a:extLst>
              <a:ext uri="{FF2B5EF4-FFF2-40B4-BE49-F238E27FC236}">
                <ns2:creationId id="{986E9A34-39D8-4D43-A561-4BAF6C183EAA}"/>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5-comparison / legend_continuation_22 / path">
            <a:extLst>
              <a:ext uri="{FF2B5EF4-FFF2-40B4-BE49-F238E27FC236}">
                <ns2:creationId id="{DF96F52B-4496-4F22-9802-B457657D88D1}"/>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5-comparison / legend_continuation_22 / arrow">
            <a:extLst>
              <a:ext uri="{FF2B5EF4-FFF2-40B4-BE49-F238E27FC236}">
                <ns2:creationId id="{3F83018E-A48E-4FF4-BEDE-5BE0A853F241}"/>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5-comparison / legend_continuation_23 / text 1">
            <a:extLst>
              <a:ext uri="{FF2B5EF4-FFF2-40B4-BE49-F238E27FC236}">
                <ns2:creationId id="{F8881E7C-681B-4AA5-9132-86695694CCDE}"/>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5-comparison / legend_continuation_24 / text 1">
            <a:extLst>
              <a:ext uri="{FF2B5EF4-FFF2-40B4-BE49-F238E27FC236}">
                <ns2:creationId id="{336D6C12-8F72-4AF1-8596-EA07E569E44E}"/>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5-comparison / legend_continuation_25">
            <a:extLst>
              <a:ext uri="{FF2B5EF4-FFF2-40B4-BE49-F238E27FC236}">
                <ns2:creationId id="{A1D5678D-835C-4EED-B16E-97D1BE8086FE}"/>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5-comparison / legend_continuation_26 / text 1">
            <a:extLst>
              <a:ext uri="{FF2B5EF4-FFF2-40B4-BE49-F238E27FC236}">
                <ns2:creationId id="{203CC53E-9E99-40E5-8047-1523DE84F0AC}"/>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5-comparison / legend_continuation_27 / text 1">
            <a:extLst>
              <a:ext uri="{FF2B5EF4-FFF2-40B4-BE49-F238E27FC236}">
                <ns2:creationId id="{D415AF75-1B81-40AB-8226-E2D720C87E9A}"/>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5-comparison / legend_continuation_28">
            <a:extLst>
              <a:ext uri="{FF2B5EF4-FFF2-40B4-BE49-F238E27FC236}">
                <ns2:creationId id="{BD7E38DE-0267-43B3-B646-2DB1611BF3B8}"/>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5-comparison / legend_continuation_29 / text 1">
            <a:extLst>
              <a:ext uri="{FF2B5EF4-FFF2-40B4-BE49-F238E27FC236}">
                <ns2:creationId id="{F564EB89-5B7A-4AAB-B70B-9E44115DABCB}"/>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5-comparison / legend_continuation_30 / text 1">
            <a:extLst>
              <a:ext uri="{FF2B5EF4-FFF2-40B4-BE49-F238E27FC236}">
                <ns2:creationId id="{37896095-FA61-4971-A7BC-5999024AF08D}"/>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5-comparison / n72">
            <a:extLst>
              <a:ext uri="{FF2B5EF4-FFF2-40B4-BE49-F238E27FC236}">
                <ns2:creationId id="{EDBB8967-FD66-4E9E-B26E-D21496D69EEA}"/>
              </a:ext>
            </a:extLst>
          </p:cNvPr>
          <p:cNvSpPr>
            <a:spLocks noGrp="1"/>
          </p:cNvSpPr>
          <p:nvPr/>
        </p:nvSpPr>
        <p:spPr>
          <a:xfrm>
            <a:off x="1666875" y="2409825"/>
            <a:ext cx="2381250"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77" name="dp45-comparison / n74">
            <a:extLst>
              <a:ext uri="{FF2B5EF4-FFF2-40B4-BE49-F238E27FC236}">
                <ns2:creationId id="{B881AE6B-F1CC-4C91-81D3-64F8C1002B30}"/>
              </a:ext>
            </a:extLst>
          </p:cNvPr>
          <p:cNvSpPr>
            <a:spLocks noGrp="1"/>
          </p:cNvSpPr>
          <p:nvPr/>
        </p:nvSpPr>
        <p:spPr>
          <a:xfrm>
            <a:off x="4572000" y="2409825"/>
            <a:ext cx="2238375"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79" name="dp45-comparison / n76">
            <a:extLst>
              <a:ext uri="{FF2B5EF4-FFF2-40B4-BE49-F238E27FC236}">
                <ns2:creationId id="{29FFA2A9-4E94-4EAA-A7F7-00C06F0CD3A8}"/>
              </a:ext>
            </a:extLst>
          </p:cNvPr>
          <p:cNvSpPr>
            <a:spLocks noGrp="1"/>
          </p:cNvSpPr>
          <p:nvPr/>
        </p:nvSpPr>
        <p:spPr>
          <a:xfrm>
            <a:off x="7096125" y="2409825"/>
            <a:ext cx="2190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81" name="dp45-comparison / n88">
            <a:extLst>
              <a:ext uri="{FF2B5EF4-FFF2-40B4-BE49-F238E27FC236}">
                <ns2:creationId id="{862E52BA-81D8-4D83-849D-7B83456D1F2C}"/>
              </a:ext>
            </a:extLst>
          </p:cNvPr>
          <p:cNvSpPr>
            <a:spLocks noGrp="1"/>
          </p:cNvSpPr>
          <p:nvPr/>
        </p:nvSpPr>
        <p:spPr>
          <a:xfrm>
            <a:off x="1571625" y="3276600"/>
            <a:ext cx="7715250" cy="2705100"/>
          </a:xfrm>
          <a:prstGeom prst="rect">
            <a:avLst/>
          </a:prstGeom>
          <a:solidFill>
            <a:srgbClr val="FFFFFF"/>
          </a:solidFill>
          <a:ln w="9525">
            <a:solidFill>
              <a:srgbClr val="000000"/>
            </a:solidFill>
            <a:prstDash val="solid"/>
          </a:ln>
        </p:spPr>
        <p:txBody>
          <a:bodyPr wrap="none" lIns="123825" tIns="95250" rIns="123825" bIns="23198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83" name="dp45-comparison / n90">
            <a:extLst>
              <a:ext uri="{FF2B5EF4-FFF2-40B4-BE49-F238E27FC236}">
                <ns2:creationId id="{79DAEF86-897A-4228-8FA2-997CC4CCCAE6}"/>
              </a:ext>
            </a:extLst>
          </p:cNvPr>
          <p:cNvSpPr>
            <a:spLocks noGrp="1"/>
          </p:cNvSpPr>
          <p:nvPr/>
        </p:nvSpPr>
        <p:spPr>
          <a:xfrm>
            <a:off x="1857375" y="375285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85" name="dp45-comparison / n92">
            <a:extLst>
              <a:ext uri="{FF2B5EF4-FFF2-40B4-BE49-F238E27FC236}">
                <ns2:creationId id="{2F20C446-9F14-48CE-B5A7-DDDCE550DC1D}"/>
              </a:ext>
            </a:extLst>
          </p:cNvPr>
          <p:cNvSpPr>
            <a:spLocks noGrp="1"/>
          </p:cNvSpPr>
          <p:nvPr/>
        </p:nvSpPr>
        <p:spPr>
          <a:xfrm>
            <a:off x="1857375" y="5191125"/>
            <a:ext cx="2571750" cy="381000"/>
          </a:xfrm>
          <a:prstGeom prst="can">
            <a:avLst>
              <a:gd name="adj" fmla="val 20000"/>
            </a:avLst>
          </a:prstGeom>
          <a:solidFill>
            <a:srgbClr val="FFFFFF"/>
          </a:solidFill>
          <a:ln w="9525">
            <a:solidFill>
              <a:srgbClr val="000000"/>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87" name="dp45-comparison / n94">
            <a:extLst>
              <a:ext uri="{FF2B5EF4-FFF2-40B4-BE49-F238E27FC236}">
                <ns2:creationId id="{66C9334E-81EC-42D8-A104-C2914EAB28CF}"/>
              </a:ext>
            </a:extLst>
          </p:cNvPr>
          <p:cNvSpPr>
            <a:spLocks noGrp="1"/>
          </p:cNvSpPr>
          <p:nvPr/>
        </p:nvSpPr>
        <p:spPr>
          <a:xfrm>
            <a:off x="5953125" y="5191125"/>
            <a:ext cx="2952750" cy="381000"/>
          </a:xfrm>
          <a:prstGeom prst="can">
            <a:avLst>
              <a:gd name="adj" fmla="val 20000"/>
            </a:avLst>
          </a:prstGeom>
          <a:solidFill>
            <a:srgbClr val="FFF6DE"/>
          </a:solidFill>
          <a:ln w="9525">
            <a:solidFill>
              <a:srgbClr val="B8753F"/>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89" name="dp45-comparison / n96 / path">
            <a:extLst>
              <a:ext uri="{FF2B5EF4-FFF2-40B4-BE49-F238E27FC236}">
                <ns2:creationId id="{D7B359DB-756C-4FCD-8CF3-ECEF169F02EC}"/>
              </a:ext>
            </a:extLst>
          </p:cNvPr>
          <p:cNvSpPr>
            <a:spLocks noGrp="1"/>
          </p:cNvSpPr>
          <p:nvPr/>
        </p:nvSpPr>
        <p:spPr>
          <a:xfrm>
            <a:off x="3905250" y="2714625"/>
            <a:ext cx="2762250" cy="1038225"/>
          </a:xfrm>
          <a:custGeom>
            <a:pathLst>
              <a:path w="2762250" h="1038225">
                <a:moveTo>
                  <a:pt x="0" y="1038225"/>
                </a:moveTo>
                <a:lnTo>
                  <a:pt x="0" y="419100"/>
                </a:lnTo>
                <a:lnTo>
                  <a:pt x="2762250" y="419100"/>
                </a:lnTo>
                <a:lnTo>
                  <a:pt x="2762250" y="0"/>
                </a:lnTo>
              </a:path>
            </a:pathLst>
          </a:custGeom>
          <a:noFill/>
          <a:ln w="10478">
            <a:solidFill>
              <a:srgbClr val="000000"/>
            </a:solidFill>
            <a:prstDash val="solid"/>
          </a:ln>
        </p:spPr>
      </p:sp>
      <p:sp>
        <p:nvSpPr>
          <p:cNvPr id="90" name="dp45-comparison / n96 / arrow">
            <a:extLst>
              <a:ext uri="{FF2B5EF4-FFF2-40B4-BE49-F238E27FC236}">
                <ns2:creationId id="{040CD6EA-226B-4805-A7D6-6B1BC6FF0AFA}"/>
              </a:ext>
            </a:extLst>
          </p:cNvPr>
          <p:cNvSpPr>
            <a:spLocks noGrp="1"/>
          </p:cNvSpPr>
          <p:nvPr/>
        </p:nvSpPr>
        <p:spPr>
          <a:xfrm>
            <a:off x="6633972"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91" name="dp45-comparison / n97 / path">
            <a:extLst>
              <a:ext uri="{FF2B5EF4-FFF2-40B4-BE49-F238E27FC236}">
                <ns2:creationId id="{44877ABE-E164-4CC3-912B-E485B03FAEC5}"/>
              </a:ext>
            </a:extLst>
          </p:cNvPr>
          <p:cNvSpPr>
            <a:spLocks noGrp="1"/>
          </p:cNvSpPr>
          <p:nvPr/>
        </p:nvSpPr>
        <p:spPr>
          <a:xfrm>
            <a:off x="3943350" y="2714625"/>
            <a:ext cx="2762250" cy="1038225"/>
          </a:xfrm>
          <a:custGeom>
            <a:pathLst>
              <a:path w="2762250" h="1038225">
                <a:moveTo>
                  <a:pt x="2762250" y="0"/>
                </a:moveTo>
                <a:lnTo>
                  <a:pt x="2762250" y="495300"/>
                </a:lnTo>
                <a:lnTo>
                  <a:pt x="0" y="495300"/>
                </a:lnTo>
                <a:lnTo>
                  <a:pt x="0" y="1038225"/>
                </a:lnTo>
              </a:path>
            </a:pathLst>
          </a:custGeom>
          <a:noFill/>
          <a:ln w="10478">
            <a:solidFill>
              <a:srgbClr val="000000"/>
            </a:solidFill>
            <a:prstDash val="dash"/>
          </a:ln>
        </p:spPr>
      </p:sp>
      <p:sp>
        <p:nvSpPr>
          <p:cNvPr id="92" name="dp45-comparison / n97 / arrow">
            <a:extLst>
              <a:ext uri="{FF2B5EF4-FFF2-40B4-BE49-F238E27FC236}">
                <ns2:creationId id="{5C6352C2-826B-4565-B6A6-2EFEC030D618}"/>
              </a:ext>
            </a:extLst>
          </p:cNvPr>
          <p:cNvSpPr>
            <a:spLocks noGrp="1"/>
          </p:cNvSpPr>
          <p:nvPr/>
        </p:nvSpPr>
        <p:spPr>
          <a:xfrm>
            <a:off x="3909822"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3" name="dp45-comparison / n98 / path">
            <a:extLst>
              <a:ext uri="{FF2B5EF4-FFF2-40B4-BE49-F238E27FC236}">
                <ns2:creationId id="{6B9219C0-D27F-4A5A-A9CD-027D8471AB13}"/>
              </a:ext>
            </a:extLst>
          </p:cNvPr>
          <p:cNvSpPr>
            <a:spLocks noGrp="1"/>
          </p:cNvSpPr>
          <p:nvPr/>
        </p:nvSpPr>
        <p:spPr>
          <a:xfrm>
            <a:off x="4143375" y="2714625"/>
            <a:ext cx="5048250" cy="1038225"/>
          </a:xfrm>
          <a:custGeom>
            <a:pathLst>
              <a:path w="5048250" h="1038225">
                <a:moveTo>
                  <a:pt x="0" y="1038225"/>
                </a:moveTo>
                <a:lnTo>
                  <a:pt x="0" y="419100"/>
                </a:lnTo>
                <a:lnTo>
                  <a:pt x="5048250" y="419100"/>
                </a:lnTo>
                <a:lnTo>
                  <a:pt x="5048250" y="0"/>
                </a:lnTo>
              </a:path>
            </a:pathLst>
          </a:custGeom>
          <a:noFill/>
          <a:ln w="10478">
            <a:solidFill>
              <a:srgbClr val="000000"/>
            </a:solidFill>
            <a:prstDash val="solid"/>
          </a:ln>
        </p:spPr>
      </p:sp>
      <p:sp>
        <p:nvSpPr>
          <p:cNvPr id="94" name="dp45-comparison / n98 / arrow">
            <a:extLst>
              <a:ext uri="{FF2B5EF4-FFF2-40B4-BE49-F238E27FC236}">
                <ns2:creationId id="{D6A7B91D-FD3B-4409-B67D-12A586BA9293}"/>
              </a:ext>
            </a:extLst>
          </p:cNvPr>
          <p:cNvSpPr>
            <a:spLocks noGrp="1"/>
          </p:cNvSpPr>
          <p:nvPr/>
        </p:nvSpPr>
        <p:spPr>
          <a:xfrm>
            <a:off x="9158097"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95" name="dp45-comparison / n99 / path">
            <a:extLst>
              <a:ext uri="{FF2B5EF4-FFF2-40B4-BE49-F238E27FC236}">
                <ns2:creationId id="{6420D9D8-2A99-42A6-9C2F-CA31A1DFDFDC}"/>
              </a:ext>
            </a:extLst>
          </p:cNvPr>
          <p:cNvSpPr>
            <a:spLocks noGrp="1"/>
          </p:cNvSpPr>
          <p:nvPr/>
        </p:nvSpPr>
        <p:spPr>
          <a:xfrm>
            <a:off x="4181475" y="2714625"/>
            <a:ext cx="5048250" cy="1038225"/>
          </a:xfrm>
          <a:custGeom>
            <a:pathLst>
              <a:path w="5048250" h="1038225">
                <a:moveTo>
                  <a:pt x="5048250" y="0"/>
                </a:moveTo>
                <a:lnTo>
                  <a:pt x="5048250" y="495300"/>
                </a:lnTo>
                <a:lnTo>
                  <a:pt x="0" y="495300"/>
                </a:lnTo>
                <a:lnTo>
                  <a:pt x="0" y="1038225"/>
                </a:lnTo>
              </a:path>
            </a:pathLst>
          </a:custGeom>
          <a:noFill/>
          <a:ln w="10478">
            <a:solidFill>
              <a:srgbClr val="000000"/>
            </a:solidFill>
            <a:prstDash val="dash"/>
          </a:ln>
        </p:spPr>
      </p:sp>
      <p:sp>
        <p:nvSpPr>
          <p:cNvPr id="96" name="dp45-comparison / n99 / arrow">
            <a:extLst>
              <a:ext uri="{FF2B5EF4-FFF2-40B4-BE49-F238E27FC236}">
                <ns2:creationId id="{8768FD56-5C1E-4BC1-853A-01629EF8F678}"/>
              </a:ext>
            </a:extLst>
          </p:cNvPr>
          <p:cNvSpPr>
            <a:spLocks noGrp="1"/>
          </p:cNvSpPr>
          <p:nvPr/>
        </p:nvSpPr>
        <p:spPr>
          <a:xfrm>
            <a:off x="4147947"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7" name="dp45-comparison / n102 / path">
            <a:extLst>
              <a:ext uri="{FF2B5EF4-FFF2-40B4-BE49-F238E27FC236}">
                <ns2:creationId id="{D09D7D16-3F15-4ACF-8E7B-03901D8E0BC7}"/>
              </a:ext>
            </a:extLst>
          </p:cNvPr>
          <p:cNvSpPr>
            <a:spLocks noGrp="1"/>
          </p:cNvSpPr>
          <p:nvPr/>
        </p:nvSpPr>
        <p:spPr>
          <a:xfrm>
            <a:off x="2905125" y="4114800"/>
            <a:ext cx="953" cy="1076325"/>
          </a:xfrm>
          <a:custGeom>
            <a:pathLst>
              <a:path w="953" h="1076325">
                <a:moveTo>
                  <a:pt x="0" y="0"/>
                </a:moveTo>
                <a:lnTo>
                  <a:pt x="0" y="1076325"/>
                </a:lnTo>
              </a:path>
            </a:pathLst>
          </a:custGeom>
          <a:noFill/>
          <a:ln w="10478">
            <a:solidFill>
              <a:srgbClr val="000000"/>
            </a:solidFill>
            <a:prstDash val="solid"/>
          </a:ln>
        </p:spPr>
      </p:sp>
      <p:sp>
        <p:nvSpPr>
          <p:cNvPr id="98" name="dp45-comparison / n102 / arrow">
            <a:extLst>
              <a:ext uri="{FF2B5EF4-FFF2-40B4-BE49-F238E27FC236}">
                <ns2:creationId id="{176FFC31-762A-4B05-A625-83A58C062811}"/>
              </a:ext>
            </a:extLst>
          </p:cNvPr>
          <p:cNvSpPr>
            <a:spLocks noGrp="1"/>
          </p:cNvSpPr>
          <p:nvPr/>
        </p:nvSpPr>
        <p:spPr>
          <a:xfrm>
            <a:off x="2871597" y="51240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9" name="dp45-comparison / n103 / path">
            <a:extLst>
              <a:ext uri="{FF2B5EF4-FFF2-40B4-BE49-F238E27FC236}">
                <ns2:creationId id="{9C710B6D-FE7B-4867-AB9C-99674C47017E}"/>
              </a:ext>
            </a:extLst>
          </p:cNvPr>
          <p:cNvSpPr>
            <a:spLocks noGrp="1"/>
          </p:cNvSpPr>
          <p:nvPr/>
        </p:nvSpPr>
        <p:spPr>
          <a:xfrm>
            <a:off x="3381375" y="4114800"/>
            <a:ext cx="953" cy="1076325"/>
          </a:xfrm>
          <a:custGeom>
            <a:pathLst>
              <a:path w="953" h="1076325">
                <a:moveTo>
                  <a:pt x="0" y="1076325"/>
                </a:moveTo>
                <a:lnTo>
                  <a:pt x="0" y="0"/>
                </a:lnTo>
              </a:path>
            </a:pathLst>
          </a:custGeom>
          <a:noFill/>
          <a:ln w="10478">
            <a:solidFill>
              <a:srgbClr val="000000"/>
            </a:solidFill>
            <a:prstDash val="dash"/>
          </a:ln>
        </p:spPr>
      </p:sp>
      <p:sp>
        <p:nvSpPr>
          <p:cNvPr id="100" name="dp45-comparison / n103 / arrow">
            <a:extLst>
              <a:ext uri="{FF2B5EF4-FFF2-40B4-BE49-F238E27FC236}">
                <ns2:creationId id="{7A0B15AC-4112-4424-B315-703914DAFC18}"/>
              </a:ext>
            </a:extLst>
          </p:cNvPr>
          <p:cNvSpPr>
            <a:spLocks noGrp="1"/>
          </p:cNvSpPr>
          <p:nvPr/>
        </p:nvSpPr>
        <p:spPr>
          <a:xfrm>
            <a:off x="3347847" y="4114800"/>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01" name="dp45-comparison / n108 / path">
            <a:extLst>
              <a:ext uri="{FF2B5EF4-FFF2-40B4-BE49-F238E27FC236}">
                <ns2:creationId id="{F4EC5E1A-2A74-42ED-A4C2-7A3EDF03708C}"/>
              </a:ext>
            </a:extLst>
          </p:cNvPr>
          <p:cNvSpPr>
            <a:spLocks noGrp="1"/>
          </p:cNvSpPr>
          <p:nvPr/>
        </p:nvSpPr>
        <p:spPr>
          <a:xfrm>
            <a:off x="4429125" y="3933825"/>
            <a:ext cx="3000375" cy="1257300"/>
          </a:xfrm>
          <a:custGeom>
            <a:pathLst>
              <a:path w="3000375" h="1257300">
                <a:moveTo>
                  <a:pt x="0" y="0"/>
                </a:moveTo>
                <a:lnTo>
                  <a:pt x="381000" y="0"/>
                </a:lnTo>
                <a:lnTo>
                  <a:pt x="381000" y="1181100"/>
                </a:lnTo>
                <a:lnTo>
                  <a:pt x="3000375" y="1181100"/>
                </a:lnTo>
                <a:lnTo>
                  <a:pt x="3000375" y="1257300"/>
                </a:lnTo>
              </a:path>
            </a:pathLst>
          </a:custGeom>
          <a:noFill/>
          <a:ln w="10478">
            <a:solidFill>
              <a:srgbClr val="B8753F"/>
            </a:solidFill>
            <a:prstDash val="solid"/>
          </a:ln>
        </p:spPr>
      </p:sp>
      <p:sp>
        <p:nvSpPr>
          <p:cNvPr id="102" name="dp45-comparison / n108 / arrow">
            <a:extLst>
              <a:ext uri="{FF2B5EF4-FFF2-40B4-BE49-F238E27FC236}">
                <ns2:creationId id="{E12143EE-16A5-42C1-9BBB-30992D3FFA4E}"/>
              </a:ext>
            </a:extLst>
          </p:cNvPr>
          <p:cNvSpPr>
            <a:spLocks noGrp="1"/>
          </p:cNvSpPr>
          <p:nvPr/>
        </p:nvSpPr>
        <p:spPr>
          <a:xfrm>
            <a:off x="7395972" y="512406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03" name="dp45-comparison / n109 / path">
            <a:extLst>
              <a:ext uri="{FF2B5EF4-FFF2-40B4-BE49-F238E27FC236}">
                <ns2:creationId id="{151130CB-2D1B-4EA1-A1C4-782B311685BE}"/>
              </a:ext>
            </a:extLst>
          </p:cNvPr>
          <p:cNvSpPr>
            <a:spLocks noGrp="1"/>
          </p:cNvSpPr>
          <p:nvPr/>
        </p:nvSpPr>
        <p:spPr>
          <a:xfrm>
            <a:off x="4429125" y="4029075"/>
            <a:ext cx="3143250" cy="1162050"/>
          </a:xfrm>
          <a:custGeom>
            <a:pathLst>
              <a:path w="3143250" h="1162050">
                <a:moveTo>
                  <a:pt x="3143250" y="1162050"/>
                </a:moveTo>
                <a:lnTo>
                  <a:pt x="3143250" y="1038225"/>
                </a:lnTo>
                <a:lnTo>
                  <a:pt x="476250" y="1038225"/>
                </a:lnTo>
                <a:lnTo>
                  <a:pt x="476250" y="0"/>
                </a:lnTo>
                <a:lnTo>
                  <a:pt x="0" y="0"/>
                </a:lnTo>
              </a:path>
            </a:pathLst>
          </a:custGeom>
          <a:noFill/>
          <a:ln w="10478">
            <a:solidFill>
              <a:srgbClr val="B8753F"/>
            </a:solidFill>
            <a:prstDash val="dash"/>
          </a:ln>
        </p:spPr>
      </p:sp>
      <p:sp>
        <p:nvSpPr>
          <p:cNvPr id="104" name="dp45-comparison / n109 / arrow">
            <a:extLst>
              <a:ext uri="{FF2B5EF4-FFF2-40B4-BE49-F238E27FC236}">
                <ns2:creationId id="{87EFDF25-C509-4CC0-969A-2436C22B7E4E}"/>
              </a:ext>
            </a:extLst>
          </p:cNvPr>
          <p:cNvSpPr>
            <a:spLocks noGrp="1"/>
          </p:cNvSpPr>
          <p:nvPr/>
        </p:nvSpPr>
        <p:spPr>
          <a:xfrm>
            <a:off x="4429125" y="3995547"/>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105" name="dp45-comparison / n116 / path">
            <a:extLst>
              <a:ext uri="{FF2B5EF4-FFF2-40B4-BE49-F238E27FC236}">
                <ns2:creationId id="{FF0719B1-BB45-47FB-89B0-8D4854BFB652}"/>
              </a:ext>
            </a:extLst>
          </p:cNvPr>
          <p:cNvSpPr>
            <a:spLocks noGrp="1"/>
          </p:cNvSpPr>
          <p:nvPr/>
        </p:nvSpPr>
        <p:spPr>
          <a:xfrm>
            <a:off x="1447800" y="2562225"/>
            <a:ext cx="409575" cy="1371600"/>
          </a:xfrm>
          <a:custGeom>
            <a:pathLst>
              <a:path w="409575" h="1371600">
                <a:moveTo>
                  <a:pt x="219075" y="0"/>
                </a:moveTo>
                <a:lnTo>
                  <a:pt x="0" y="0"/>
                </a:lnTo>
                <a:lnTo>
                  <a:pt x="0" y="1371600"/>
                </a:lnTo>
                <a:lnTo>
                  <a:pt x="409575" y="1371600"/>
                </a:lnTo>
              </a:path>
            </a:pathLst>
          </a:custGeom>
          <a:noFill/>
          <a:ln w="10478">
            <a:solidFill>
              <a:srgbClr val="B8753F"/>
            </a:solidFill>
            <a:prstDash val="solid"/>
          </a:ln>
        </p:spPr>
      </p:sp>
      <p:sp>
        <p:nvSpPr>
          <p:cNvPr id="106" name="dp45-comparison / n116 / arrow">
            <a:extLst>
              <a:ext uri="{FF2B5EF4-FFF2-40B4-BE49-F238E27FC236}">
                <ns2:creationId id="{53690F01-1478-4A61-863E-43C72B6D4413}"/>
              </a:ext>
            </a:extLst>
          </p:cNvPr>
          <p:cNvSpPr>
            <a:spLocks noGrp="1"/>
          </p:cNvSpPr>
          <p:nvPr/>
        </p:nvSpPr>
        <p:spPr>
          <a:xfrm>
            <a:off x="1790319" y="39002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7" name="dp45-comparison / n117 / path">
            <a:extLst>
              <a:ext uri="{FF2B5EF4-FFF2-40B4-BE49-F238E27FC236}">
                <ns2:creationId id="{4D371327-C6F6-4508-9137-AFE2DBE350BF}"/>
              </a:ext>
            </a:extLst>
          </p:cNvPr>
          <p:cNvSpPr>
            <a:spLocks noGrp="1"/>
          </p:cNvSpPr>
          <p:nvPr/>
        </p:nvSpPr>
        <p:spPr>
          <a:xfrm>
            <a:off x="1524000" y="2638425"/>
            <a:ext cx="333375" cy="1381125"/>
          </a:xfrm>
          <a:custGeom>
            <a:pathLst>
              <a:path w="333375" h="1381125">
                <a:moveTo>
                  <a:pt x="333375" y="1381125"/>
                </a:moveTo>
                <a:lnTo>
                  <a:pt x="0" y="1381125"/>
                </a:lnTo>
                <a:lnTo>
                  <a:pt x="0" y="0"/>
                </a:lnTo>
                <a:lnTo>
                  <a:pt x="142875" y="0"/>
                </a:lnTo>
              </a:path>
            </a:pathLst>
          </a:custGeom>
          <a:noFill/>
          <a:ln w="10478">
            <a:solidFill>
              <a:srgbClr val="B8753F"/>
            </a:solidFill>
            <a:prstDash val="dash"/>
          </a:ln>
        </p:spPr>
      </p:sp>
      <p:sp>
        <p:nvSpPr>
          <p:cNvPr id="108" name="dp45-comparison / n117 / arrow">
            <a:extLst>
              <a:ext uri="{FF2B5EF4-FFF2-40B4-BE49-F238E27FC236}">
                <ns2:creationId id="{36F7B903-B03F-4E76-9045-B10328BF6E11}"/>
              </a:ext>
            </a:extLst>
          </p:cNvPr>
          <p:cNvSpPr>
            <a:spLocks noGrp="1"/>
          </p:cNvSpPr>
          <p:nvPr/>
        </p:nvSpPr>
        <p:spPr>
          <a:xfrm>
            <a:off x="1599819" y="26048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9" name="dp45-comparison / n120">
            <a:extLst>
              <a:ext uri="{FF2B5EF4-FFF2-40B4-BE49-F238E27FC236}">
                <ns2:creationId id="{B4A43EE1-C5F2-42F1-8C78-1899D2B5C494}"/>
              </a:ext>
            </a:extLst>
          </p:cNvPr>
          <p:cNvSpPr>
            <a:spLocks noGrp="1"/>
          </p:cNvSpPr>
          <p:nvPr/>
        </p:nvSpPr>
        <p:spPr>
          <a:xfrm>
            <a:off x="1857375" y="6076950"/>
            <a:ext cx="2571750" cy="238125"/>
          </a:xfrm>
          <a:prstGeom prst="rect">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11" name="dp45-comparison / n122">
            <a:extLst>
              <a:ext uri="{FF2B5EF4-FFF2-40B4-BE49-F238E27FC236}">
                <ns2:creationId id="{D6A8F2B5-DA06-478B-8EAC-411EBE14467E}"/>
              </a:ext>
            </a:extLst>
          </p:cNvPr>
          <p:cNvSpPr>
            <a:spLocks noGrp="1"/>
          </p:cNvSpPr>
          <p:nvPr/>
        </p:nvSpPr>
        <p:spPr>
          <a:xfrm>
            <a:off x="6334125" y="6076950"/>
            <a:ext cx="2857500" cy="238125"/>
          </a:xfrm>
          <a:prstGeom prst="hexagon">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13" name="dp45-comparison / n124 / path">
            <a:extLst>
              <a:ext uri="{FF2B5EF4-FFF2-40B4-BE49-F238E27FC236}">
                <ns2:creationId id="{E3D8BEDD-5129-4F40-BFB2-0E4E662B646B}"/>
              </a:ext>
            </a:extLst>
          </p:cNvPr>
          <p:cNvSpPr>
            <a:spLocks noGrp="1"/>
          </p:cNvSpPr>
          <p:nvPr/>
        </p:nvSpPr>
        <p:spPr>
          <a:xfrm>
            <a:off x="1638300" y="3933825"/>
            <a:ext cx="219075" cy="2262188"/>
          </a:xfrm>
          <a:custGeom>
            <a:pathLst>
              <a:path w="219075" h="2262188">
                <a:moveTo>
                  <a:pt x="219075" y="0"/>
                </a:moveTo>
                <a:lnTo>
                  <a:pt x="0" y="0"/>
                </a:lnTo>
                <a:lnTo>
                  <a:pt x="0" y="2262188"/>
                </a:lnTo>
                <a:lnTo>
                  <a:pt x="219075" y="2262188"/>
                </a:lnTo>
              </a:path>
            </a:pathLst>
          </a:custGeom>
          <a:noFill/>
          <a:ln w="10478">
            <a:solidFill>
              <a:srgbClr val="000000"/>
            </a:solidFill>
            <a:prstDash val="solid"/>
          </a:ln>
        </p:spPr>
      </p:sp>
      <p:sp>
        <p:nvSpPr>
          <p:cNvPr id="114" name="dp45-comparison / n124 / arrow">
            <a:extLst>
              <a:ext uri="{FF2B5EF4-FFF2-40B4-BE49-F238E27FC236}">
                <ns2:creationId id="{879A7D0F-F6C9-4F53-B2E8-5C1B8D80500C}"/>
              </a:ext>
            </a:extLst>
          </p:cNvPr>
          <p:cNvSpPr>
            <a:spLocks noGrp="1"/>
          </p:cNvSpPr>
          <p:nvPr/>
        </p:nvSpPr>
        <p:spPr>
          <a:xfrm>
            <a:off x="1790319" y="61624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5" name="dp45-comparison / n125 / path">
            <a:extLst>
              <a:ext uri="{FF2B5EF4-FFF2-40B4-BE49-F238E27FC236}">
                <ns2:creationId id="{78AA5789-6A21-4255-B8EB-625C964AC4C9}"/>
              </a:ext>
            </a:extLst>
          </p:cNvPr>
          <p:cNvSpPr>
            <a:spLocks noGrp="1"/>
          </p:cNvSpPr>
          <p:nvPr/>
        </p:nvSpPr>
        <p:spPr>
          <a:xfrm>
            <a:off x="1714500" y="4029075"/>
            <a:ext cx="142875" cy="2224088"/>
          </a:xfrm>
          <a:custGeom>
            <a:pathLst>
              <a:path w="142875" h="2224088">
                <a:moveTo>
                  <a:pt x="142875" y="2224088"/>
                </a:moveTo>
                <a:lnTo>
                  <a:pt x="0" y="2224088"/>
                </a:lnTo>
                <a:lnTo>
                  <a:pt x="0" y="0"/>
                </a:lnTo>
                <a:lnTo>
                  <a:pt x="142875" y="0"/>
                </a:lnTo>
              </a:path>
            </a:pathLst>
          </a:custGeom>
          <a:noFill/>
          <a:ln w="10478">
            <a:solidFill>
              <a:srgbClr val="000000"/>
            </a:solidFill>
            <a:prstDash val="dash"/>
          </a:ln>
        </p:spPr>
      </p:sp>
      <p:sp>
        <p:nvSpPr>
          <p:cNvPr id="116" name="dp45-comparison / n125 / arrow">
            <a:extLst>
              <a:ext uri="{FF2B5EF4-FFF2-40B4-BE49-F238E27FC236}">
                <ns2:creationId id="{9252D5C7-3FAD-44B2-85AE-D5F2D500E7B7}"/>
              </a:ext>
            </a:extLst>
          </p:cNvPr>
          <p:cNvSpPr>
            <a:spLocks noGrp="1"/>
          </p:cNvSpPr>
          <p:nvPr/>
        </p:nvSpPr>
        <p:spPr>
          <a:xfrm>
            <a:off x="1790319" y="39955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7" name="dp45-comparison / n126 / path">
            <a:extLst>
              <a:ext uri="{FF2B5EF4-FFF2-40B4-BE49-F238E27FC236}">
                <ns2:creationId id="{8DB03CD2-36B1-4913-9B7F-08F9F61845B3}"/>
              </a:ext>
            </a:extLst>
          </p:cNvPr>
          <p:cNvSpPr>
            <a:spLocks noGrp="1"/>
          </p:cNvSpPr>
          <p:nvPr/>
        </p:nvSpPr>
        <p:spPr>
          <a:xfrm>
            <a:off x="4429125" y="6157913"/>
            <a:ext cx="1905000" cy="953"/>
          </a:xfrm>
          <a:custGeom>
            <a:pathLst>
              <a:path w="1905000" h="953">
                <a:moveTo>
                  <a:pt x="0" y="0"/>
                </a:moveTo>
                <a:lnTo>
                  <a:pt x="1905000" y="0"/>
                </a:lnTo>
              </a:path>
            </a:pathLst>
          </a:custGeom>
          <a:noFill/>
          <a:ln w="10478">
            <a:solidFill>
              <a:srgbClr val="000000"/>
            </a:solidFill>
            <a:prstDash val="solid"/>
          </a:ln>
        </p:spPr>
      </p:sp>
      <p:sp>
        <p:nvSpPr>
          <p:cNvPr id="118" name="dp45-comparison / n126 / arrow">
            <a:extLst>
              <a:ext uri="{FF2B5EF4-FFF2-40B4-BE49-F238E27FC236}">
                <ns2:creationId id="{41F501EB-D5CB-47AC-A1B2-DEC83D392A58}"/>
              </a:ext>
            </a:extLst>
          </p:cNvPr>
          <p:cNvSpPr>
            <a:spLocks noGrp="1"/>
          </p:cNvSpPr>
          <p:nvPr/>
        </p:nvSpPr>
        <p:spPr>
          <a:xfrm>
            <a:off x="6267069" y="61243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9" name="dp45-comparison / n127 / path">
            <a:extLst>
              <a:ext uri="{FF2B5EF4-FFF2-40B4-BE49-F238E27FC236}">
                <ns2:creationId id="{F314221A-781F-47EF-8B76-CE33BF7CFCC5}"/>
              </a:ext>
            </a:extLst>
          </p:cNvPr>
          <p:cNvSpPr>
            <a:spLocks noGrp="1"/>
          </p:cNvSpPr>
          <p:nvPr/>
        </p:nvSpPr>
        <p:spPr>
          <a:xfrm>
            <a:off x="4429125" y="6243638"/>
            <a:ext cx="1905000" cy="953"/>
          </a:xfrm>
          <a:custGeom>
            <a:pathLst>
              <a:path w="1905000" h="953">
                <a:moveTo>
                  <a:pt x="1905000" y="0"/>
                </a:moveTo>
                <a:lnTo>
                  <a:pt x="0" y="0"/>
                </a:lnTo>
              </a:path>
            </a:pathLst>
          </a:custGeom>
          <a:noFill/>
          <a:ln w="10478">
            <a:solidFill>
              <a:srgbClr val="000000"/>
            </a:solidFill>
            <a:prstDash val="dash"/>
          </a:ln>
        </p:spPr>
      </p:sp>
      <p:sp>
        <p:nvSpPr>
          <p:cNvPr id="120" name="dp45-comparison / n127 / arrow">
            <a:extLst>
              <a:ext uri="{FF2B5EF4-FFF2-40B4-BE49-F238E27FC236}">
                <ns2:creationId id="{56079DA8-0ED8-4C67-8DD7-332EAF0455B5}"/>
              </a:ext>
            </a:extLst>
          </p:cNvPr>
          <p:cNvSpPr>
            <a:spLocks noGrp="1"/>
          </p:cNvSpPr>
          <p:nvPr/>
        </p:nvSpPr>
        <p:spPr>
          <a:xfrm>
            <a:off x="4429125" y="621011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21" name="dp45-comparison / n130 / path">
            <a:extLst>
              <a:ext uri="{FF2B5EF4-FFF2-40B4-BE49-F238E27FC236}">
                <ns2:creationId id="{C874EBF8-D9CB-42D9-ACD7-A1C1641D50D9}"/>
              </a:ext>
            </a:extLst>
          </p:cNvPr>
          <p:cNvSpPr>
            <a:spLocks noGrp="1"/>
          </p:cNvSpPr>
          <p:nvPr/>
        </p:nvSpPr>
        <p:spPr>
          <a:xfrm>
            <a:off x="1571625" y="6448425"/>
            <a:ext cx="7715250" cy="953"/>
          </a:xfrm>
          <a:custGeom>
            <a:pathLst>
              <a:path w="7715250" h="953">
                <a:moveTo>
                  <a:pt x="0" y="0"/>
                </a:moveTo>
                <a:lnTo>
                  <a:pt x="7715250" y="0"/>
                </a:lnTo>
              </a:path>
            </a:pathLst>
          </a:custGeom>
          <a:noFill/>
          <a:ln w="10478">
            <a:solidFill>
              <a:srgbClr val="000000"/>
            </a:solidFill>
            <a:prstDash val="solid"/>
          </a:ln>
        </p:spPr>
      </p:sp>
      <p:sp>
        <p:nvSpPr>
          <p:cNvPr id="122" name="dp45-comparison / n133">
            <a:extLst>
              <a:ext uri="{FF2B5EF4-FFF2-40B4-BE49-F238E27FC236}">
                <ns2:creationId id="{F0EC092A-497C-480F-96C4-CF3129A6E74F}"/>
              </a:ext>
            </a:extLst>
          </p:cNvPr>
          <p:cNvSpPr>
            <a:spLocks noGrp="1"/>
          </p:cNvSpPr>
          <p:nvPr/>
        </p:nvSpPr>
        <p:spPr>
          <a:xfrm>
            <a:off x="166687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Query1 도착</a:t>
            </a:r>
            <a:endParaRPr lang="ko-KR">
              <a:solidFill>
                <a:srgbClr val="000000"/>
              </a:solidFill>
              <a:latin typeface="Calibri"/>
              <a:ea typeface="Calibri"/>
              <a:cs typeface="Calibri"/>
            </a:endParaRPr>
          </a:p>
        </p:txBody>
      </p:sp>
      <p:sp>
        <p:nvSpPr>
          <p:cNvPr id="124" name="dp45-comparison / n135">
            <a:extLst>
              <a:ext uri="{FF2B5EF4-FFF2-40B4-BE49-F238E27FC236}">
                <ns2:creationId id="{5D89E3F5-15D9-4A97-A61F-03D6436B7A96}"/>
              </a:ext>
            </a:extLst>
          </p:cNvPr>
          <p:cNvSpPr>
            <a:spLocks noGrp="1"/>
          </p:cNvSpPr>
          <p:nvPr/>
        </p:nvSpPr>
        <p:spPr>
          <a:xfrm>
            <a:off x="433387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원본 조회 / 결합</a:t>
            </a:r>
            <a:endParaRPr lang="ko-KR">
              <a:solidFill>
                <a:srgbClr val="000000"/>
              </a:solidFill>
              <a:latin typeface="Calibri"/>
              <a:ea typeface="Calibri"/>
              <a:cs typeface="Calibri"/>
            </a:endParaRPr>
          </a:p>
        </p:txBody>
      </p:sp>
      <p:sp>
        <p:nvSpPr>
          <p:cNvPr id="126" name="dp45-comparison / n137 / path">
            <a:extLst>
              <a:ext uri="{FF2B5EF4-FFF2-40B4-BE49-F238E27FC236}">
                <ns2:creationId id="{007A54D2-DE75-48F8-8EDC-4B383EE2A4C9}"/>
              </a:ext>
            </a:extLst>
          </p:cNvPr>
          <p:cNvSpPr>
            <a:spLocks noGrp="1"/>
          </p:cNvSpPr>
          <p:nvPr/>
        </p:nvSpPr>
        <p:spPr>
          <a:xfrm>
            <a:off x="3905250" y="6843713"/>
            <a:ext cx="428625" cy="953"/>
          </a:xfrm>
          <a:custGeom>
            <a:pathLst>
              <a:path w="428625" h="953">
                <a:moveTo>
                  <a:pt x="0" y="0"/>
                </a:moveTo>
                <a:lnTo>
                  <a:pt x="428625" y="0"/>
                </a:lnTo>
              </a:path>
            </a:pathLst>
          </a:custGeom>
          <a:noFill/>
          <a:ln w="10478">
            <a:solidFill>
              <a:srgbClr val="B8753F"/>
            </a:solidFill>
            <a:prstDash val="solid"/>
          </a:ln>
        </p:spPr>
      </p:sp>
      <p:sp>
        <p:nvSpPr>
          <p:cNvPr id="127" name="dp45-comparison / n137 / arrow">
            <a:extLst>
              <a:ext uri="{FF2B5EF4-FFF2-40B4-BE49-F238E27FC236}">
                <ns2:creationId id="{68DDC289-3778-4126-AC58-E276320D10B9}"/>
              </a:ext>
            </a:extLst>
          </p:cNvPr>
          <p:cNvSpPr>
            <a:spLocks noGrp="1"/>
          </p:cNvSpPr>
          <p:nvPr/>
        </p:nvSpPr>
        <p:spPr>
          <a:xfrm>
            <a:off x="426681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28" name="dp45-comparison / n138">
            <a:extLst>
              <a:ext uri="{FF2B5EF4-FFF2-40B4-BE49-F238E27FC236}">
                <ns2:creationId id="{4DA388E7-4005-4FFA-BEE5-E30FDAF1AACE}"/>
              </a:ext>
            </a:extLst>
          </p:cNvPr>
          <p:cNvSpPr>
            <a:spLocks noGrp="1"/>
          </p:cNvSpPr>
          <p:nvPr/>
        </p:nvSpPr>
        <p:spPr>
          <a:xfrm>
            <a:off x="7000875" y="671512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Bundle1을 caller에 반환</a:t>
            </a:r>
            <a:endParaRPr lang="ko-KR">
              <a:solidFill>
                <a:srgbClr val="000000"/>
              </a:solidFill>
              <a:latin typeface="Calibri"/>
              <a:ea typeface="Calibri"/>
              <a:cs typeface="Calibri"/>
            </a:endParaRPr>
          </a:p>
        </p:txBody>
      </p:sp>
      <p:sp>
        <p:nvSpPr>
          <p:cNvPr id="130" name="dp45-comparison / n140 / path">
            <a:extLst>
              <a:ext uri="{FF2B5EF4-FFF2-40B4-BE49-F238E27FC236}">
                <ns2:creationId id="{F7186A59-D65C-4922-94DD-ABF60E50B024}"/>
              </a:ext>
            </a:extLst>
          </p:cNvPr>
          <p:cNvSpPr>
            <a:spLocks noGrp="1"/>
          </p:cNvSpPr>
          <p:nvPr/>
        </p:nvSpPr>
        <p:spPr>
          <a:xfrm>
            <a:off x="6572250" y="6843713"/>
            <a:ext cx="428625" cy="953"/>
          </a:xfrm>
          <a:custGeom>
            <a:pathLst>
              <a:path w="428625" h="953">
                <a:moveTo>
                  <a:pt x="0" y="0"/>
                </a:moveTo>
                <a:lnTo>
                  <a:pt x="428625" y="0"/>
                </a:lnTo>
              </a:path>
            </a:pathLst>
          </a:custGeom>
          <a:noFill/>
          <a:ln w="10478">
            <a:solidFill>
              <a:srgbClr val="B8753F"/>
            </a:solidFill>
            <a:prstDash val="solid"/>
          </a:ln>
        </p:spPr>
      </p:sp>
      <p:sp>
        <p:nvSpPr>
          <p:cNvPr id="131" name="dp45-comparison / n140 / arrow">
            <a:extLst>
              <a:ext uri="{FF2B5EF4-FFF2-40B4-BE49-F238E27FC236}">
                <ns2:creationId id="{3BD6635A-54D6-4D17-AFCF-A447511EB969}"/>
              </a:ext>
            </a:extLst>
          </p:cNvPr>
          <p:cNvSpPr>
            <a:spLocks noGrp="1"/>
          </p:cNvSpPr>
          <p:nvPr/>
        </p:nvSpPr>
        <p:spPr>
          <a:xfrm>
            <a:off x="693381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2" name="dp45-comparison / n141">
            <a:extLst>
              <a:ext uri="{FF2B5EF4-FFF2-40B4-BE49-F238E27FC236}">
                <ns2:creationId id="{472CA240-B40A-4429-A613-17D75E69B73A}"/>
              </a:ext>
            </a:extLst>
          </p:cNvPr>
          <p:cNvSpPr>
            <a:spLocks noGrp="1"/>
          </p:cNvSpPr>
          <p:nvPr/>
        </p:nvSpPr>
        <p:spPr>
          <a:xfrm>
            <a:off x="166687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같은 정보 반복 요청</a:t>
            </a:r>
            <a:endParaRPr lang="ko-KR">
              <a:solidFill>
                <a:srgbClr val="000000"/>
              </a:solidFill>
              <a:latin typeface="Calibri"/>
              <a:ea typeface="Calibri"/>
              <a:cs typeface="Calibri"/>
            </a:endParaRPr>
          </a:p>
        </p:txBody>
      </p:sp>
      <p:sp>
        <p:nvSpPr>
          <p:cNvPr id="134" name="dp45-comparison / n143">
            <a:extLst>
              <a:ext uri="{FF2B5EF4-FFF2-40B4-BE49-F238E27FC236}">
                <ns2:creationId id="{BB5D0B0C-3040-44CC-B6AD-CD39051F7AC9}"/>
              </a:ext>
            </a:extLst>
          </p:cNvPr>
          <p:cNvSpPr>
            <a:spLocks noGrp="1"/>
          </p:cNvSpPr>
          <p:nvPr/>
        </p:nvSpPr>
        <p:spPr>
          <a:xfrm>
            <a:off x="433387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유효 cache / 부분 갱신</a:t>
            </a:r>
            <a:endParaRPr lang="ko-KR">
              <a:solidFill>
                <a:srgbClr val="000000"/>
              </a:solidFill>
              <a:latin typeface="Calibri"/>
              <a:ea typeface="Calibri"/>
              <a:cs typeface="Calibri"/>
            </a:endParaRPr>
          </a:p>
        </p:txBody>
      </p:sp>
      <p:sp>
        <p:nvSpPr>
          <p:cNvPr id="136" name="dp45-comparison / n145 / path">
            <a:extLst>
              <a:ext uri="{FF2B5EF4-FFF2-40B4-BE49-F238E27FC236}">
                <ns2:creationId id="{EDEE15F6-05C0-49D7-97E5-A938B9B29EA8}"/>
              </a:ext>
            </a:extLst>
          </p:cNvPr>
          <p:cNvSpPr>
            <a:spLocks noGrp="1"/>
          </p:cNvSpPr>
          <p:nvPr/>
        </p:nvSpPr>
        <p:spPr>
          <a:xfrm>
            <a:off x="3905250" y="7386638"/>
            <a:ext cx="428625" cy="953"/>
          </a:xfrm>
          <a:custGeom>
            <a:pathLst>
              <a:path w="428625" h="953">
                <a:moveTo>
                  <a:pt x="0" y="0"/>
                </a:moveTo>
                <a:lnTo>
                  <a:pt x="428625" y="0"/>
                </a:lnTo>
              </a:path>
            </a:pathLst>
          </a:custGeom>
          <a:noFill/>
          <a:ln w="10478">
            <a:solidFill>
              <a:srgbClr val="B8753F"/>
            </a:solidFill>
            <a:prstDash val="solid"/>
          </a:ln>
        </p:spPr>
      </p:sp>
      <p:sp>
        <p:nvSpPr>
          <p:cNvPr id="137" name="dp45-comparison / n145 / arrow">
            <a:extLst>
              <a:ext uri="{FF2B5EF4-FFF2-40B4-BE49-F238E27FC236}">
                <ns2:creationId id="{10E667E3-9D1E-473B-B71F-52A2E433388E}"/>
              </a:ext>
            </a:extLst>
          </p:cNvPr>
          <p:cNvSpPr>
            <a:spLocks noGrp="1"/>
          </p:cNvSpPr>
          <p:nvPr/>
        </p:nvSpPr>
        <p:spPr>
          <a:xfrm>
            <a:off x="426681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8" name="dp45-comparison / n146">
            <a:extLst>
              <a:ext uri="{FF2B5EF4-FFF2-40B4-BE49-F238E27FC236}">
                <ns2:creationId id="{FE5EFB4D-1217-460D-B041-1C28BD0BF38D}"/>
              </a:ext>
            </a:extLst>
          </p:cNvPr>
          <p:cNvSpPr>
            <a:spLocks noGrp="1"/>
          </p:cNvSpPr>
          <p:nvPr/>
        </p:nvSpPr>
        <p:spPr>
          <a:xfrm>
            <a:off x="7000875" y="7258050"/>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목적의 묶음 구성</a:t>
            </a:r>
            <a:endParaRPr lang="ko-KR">
              <a:solidFill>
                <a:srgbClr val="000000"/>
              </a:solidFill>
              <a:latin typeface="Calibri"/>
              <a:ea typeface="Calibri"/>
              <a:cs typeface="Calibri"/>
            </a:endParaRPr>
          </a:p>
        </p:txBody>
      </p:sp>
      <p:sp>
        <p:nvSpPr>
          <p:cNvPr id="140" name="dp45-comparison / n148 / path">
            <a:extLst>
              <a:ext uri="{FF2B5EF4-FFF2-40B4-BE49-F238E27FC236}">
                <ns2:creationId id="{67B105CE-472D-4222-827A-45BD046FA1FA}"/>
              </a:ext>
            </a:extLst>
          </p:cNvPr>
          <p:cNvSpPr>
            <a:spLocks noGrp="1"/>
          </p:cNvSpPr>
          <p:nvPr/>
        </p:nvSpPr>
        <p:spPr>
          <a:xfrm>
            <a:off x="6572250" y="7386638"/>
            <a:ext cx="428625" cy="953"/>
          </a:xfrm>
          <a:custGeom>
            <a:pathLst>
              <a:path w="428625" h="953">
                <a:moveTo>
                  <a:pt x="0" y="0"/>
                </a:moveTo>
                <a:lnTo>
                  <a:pt x="428625" y="0"/>
                </a:lnTo>
              </a:path>
            </a:pathLst>
          </a:custGeom>
          <a:noFill/>
          <a:ln w="10478">
            <a:solidFill>
              <a:srgbClr val="B8753F"/>
            </a:solidFill>
            <a:prstDash val="solid"/>
          </a:ln>
        </p:spPr>
      </p:sp>
      <p:sp>
        <p:nvSpPr>
          <p:cNvPr id="141" name="dp45-comparison / n148 / arrow">
            <a:extLst>
              <a:ext uri="{FF2B5EF4-FFF2-40B4-BE49-F238E27FC236}">
                <ns2:creationId id="{53A64EA1-8751-4888-94BC-61CF49AF359F}"/>
              </a:ext>
            </a:extLst>
          </p:cNvPr>
          <p:cNvSpPr>
            <a:spLocks noGrp="1"/>
          </p:cNvSpPr>
          <p:nvPr/>
        </p:nvSpPr>
        <p:spPr>
          <a:xfrm>
            <a:off x="693381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42" name="dp45-comparison / n78">
            <a:extLst>
              <a:ext uri="{FF2B5EF4-FFF2-40B4-BE49-F238E27FC236}">
                <ns2:creationId id="{3E202C2C-1727-4C45-9ED0-F9EC21E9C126}"/>
              </a:ext>
            </a:extLst>
          </p:cNvPr>
          <p:cNvSpPr>
            <a:spLocks noGrp="1"/>
          </p:cNvSpPr>
          <p:nvPr/>
        </p:nvSpPr>
        <p:spPr>
          <a:xfrm>
            <a:off x="1647825" y="2771775"/>
            <a:ext cx="1980629" cy="167640"/>
          </a:xfrm>
          <a:prstGeom prst="rect">
            <a:avLst/>
          </a:prstGeom>
          <a:solidFill>
            <a:srgbClr val="FFFFFF"/>
          </a:solidFill>
          <a:ln w="0">
            <a:noFill/>
            <a:prstDash val="solid"/>
          </a:ln>
        </p:spPr>
      </p:sp>
      <p:sp>
        <p:nvSpPr>
          <p:cNvPr id="143" name="dp45-comparison / n79 / text 1">
            <a:extLst>
              <a:ext uri="{FF2B5EF4-FFF2-40B4-BE49-F238E27FC236}">
                <ns2:creationId id="{8BDBB50E-791C-47F4-8C64-1A7043D1FB2B}"/>
              </a:ext>
            </a:extLst>
          </p:cNvPr>
          <p:cNvSpPr>
            <a:spLocks noGrp="1"/>
          </p:cNvSpPr>
          <p:nvPr/>
        </p:nvSpPr>
        <p:spPr>
          <a:xfrm>
            <a:off x="1666875" y="2781300"/>
            <a:ext cx="2667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Query1: 평가 기준과 과거 결과</a:t>
            </a:r>
            <a:endParaRPr lang="ko-KR">
              <a:solidFill>
                <a:srgbClr val="000000"/>
              </a:solidFill>
              <a:latin typeface="Calibri"/>
              <a:ea typeface="Calibri"/>
              <a:cs typeface="Calibri"/>
            </a:endParaRPr>
          </a:p>
        </p:txBody>
      </p:sp>
      <p:sp>
        <p:nvSpPr>
          <p:cNvPr id="144" name="dp45-comparison / n80">
            <a:extLst>
              <a:ext uri="{FF2B5EF4-FFF2-40B4-BE49-F238E27FC236}">
                <ns2:creationId id="{9D1277BD-8E23-42AD-9895-EEB3822CA42D}"/>
              </a:ext>
            </a:extLst>
          </p:cNvPr>
          <p:cNvSpPr>
            <a:spLocks noGrp="1"/>
          </p:cNvSpPr>
          <p:nvPr/>
        </p:nvSpPr>
        <p:spPr>
          <a:xfrm>
            <a:off x="4600575" y="2762250"/>
            <a:ext cx="1731264" cy="156210"/>
          </a:xfrm>
          <a:prstGeom prst="rect">
            <a:avLst/>
          </a:prstGeom>
          <a:solidFill>
            <a:srgbClr val="FFFFFF"/>
          </a:solidFill>
          <a:ln w="0">
            <a:noFill/>
            <a:prstDash val="solid"/>
          </a:ln>
        </p:spPr>
      </p:sp>
      <p:sp>
        <p:nvSpPr>
          <p:cNvPr id="145" name="dp45-comparison / n81 / text 1">
            <a:extLst>
              <a:ext uri="{FF2B5EF4-FFF2-40B4-BE49-F238E27FC236}">
                <ns2:creationId id="{F8C85EFE-2AEE-4666-BDED-29092DD1EB44}"/>
              </a:ext>
            </a:extLst>
          </p:cNvPr>
          <p:cNvSpPr>
            <a:spLocks noGrp="1"/>
          </p:cNvSpPr>
          <p:nvPr/>
        </p:nvSpPr>
        <p:spPr>
          <a:xfrm>
            <a:off x="4619625" y="2771775"/>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설명 원문 / 실제 전달한 범위</a:t>
            </a:r>
            <a:endParaRPr lang="ko-KR">
              <a:solidFill>
                <a:srgbClr val="000000"/>
              </a:solidFill>
              <a:latin typeface="Calibri"/>
              <a:ea typeface="Calibri"/>
              <a:cs typeface="Calibri"/>
            </a:endParaRPr>
          </a:p>
        </p:txBody>
      </p:sp>
      <p:sp>
        <p:nvSpPr>
          <p:cNvPr id="146" name="dp45-comparison / n82">
            <a:extLst>
              <a:ext uri="{FF2B5EF4-FFF2-40B4-BE49-F238E27FC236}">
                <ns2:creationId id="{ED7B4DD0-430C-4752-BC3E-610C3BE1198C}"/>
              </a:ext>
            </a:extLst>
          </p:cNvPr>
          <p:cNvSpPr>
            <a:spLocks noGrp="1"/>
          </p:cNvSpPr>
          <p:nvPr/>
        </p:nvSpPr>
        <p:spPr>
          <a:xfrm>
            <a:off x="7124700" y="2762250"/>
            <a:ext cx="1822704" cy="156210"/>
          </a:xfrm>
          <a:prstGeom prst="rect">
            <a:avLst/>
          </a:prstGeom>
          <a:solidFill>
            <a:srgbClr val="FFFFFF"/>
          </a:solidFill>
          <a:ln w="0">
            <a:noFill/>
            <a:prstDash val="solid"/>
          </a:ln>
        </p:spPr>
      </p:sp>
      <p:sp>
        <p:nvSpPr>
          <p:cNvPr id="147" name="dp45-comparison / n83 / text 1">
            <a:extLst>
              <a:ext uri="{FF2B5EF4-FFF2-40B4-BE49-F238E27FC236}">
                <ns2:creationId id="{87132FDA-890C-46F2-BAFC-3257F4F1C8B6}"/>
              </a:ext>
            </a:extLst>
          </p:cNvPr>
          <p:cNvSpPr>
            <a:spLocks noGrp="1"/>
          </p:cNvSpPr>
          <p:nvPr/>
        </p:nvSpPr>
        <p:spPr>
          <a:xfrm>
            <a:off x="7143750" y="2771775"/>
            <a:ext cx="2095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제품 조사 / Task2 견적</a:t>
            </a:r>
            <a:endParaRPr lang="ko-KR">
              <a:solidFill>
                <a:srgbClr val="000000"/>
              </a:solidFill>
              <a:latin typeface="Calibri"/>
              <a:ea typeface="Calibri"/>
              <a:cs typeface="Calibri"/>
            </a:endParaRPr>
          </a:p>
        </p:txBody>
      </p:sp>
      <p:sp>
        <p:nvSpPr>
          <p:cNvPr id="148" name="dp45-comparison / n84">
            <a:extLst>
              <a:ext uri="{FF2B5EF4-FFF2-40B4-BE49-F238E27FC236}">
                <ns2:creationId id="{90041367-3042-4B3F-B375-80A25876DBD5}"/>
              </a:ext>
            </a:extLst>
          </p:cNvPr>
          <p:cNvSpPr>
            <a:spLocks noGrp="1"/>
          </p:cNvSpPr>
          <p:nvPr/>
        </p:nvSpPr>
        <p:spPr>
          <a:xfrm>
            <a:off x="4600575" y="2924175"/>
            <a:ext cx="1207770" cy="156210"/>
          </a:xfrm>
          <a:prstGeom prst="rect">
            <a:avLst/>
          </a:prstGeom>
          <a:solidFill>
            <a:srgbClr val="FFFFFF"/>
          </a:solidFill>
          <a:ln w="0">
            <a:noFill/>
            <a:prstDash val="solid"/>
          </a:ln>
        </p:spPr>
      </p:sp>
      <p:sp>
        <p:nvSpPr>
          <p:cNvPr id="149" name="dp45-comparison / n85 / text 1">
            <a:extLst>
              <a:ext uri="{FF2B5EF4-FFF2-40B4-BE49-F238E27FC236}">
                <ns2:creationId id="{3069C894-36AC-4C3B-A23A-E99D22BE8ECA}"/>
              </a:ext>
            </a:extLst>
          </p:cNvPr>
          <p:cNvSpPr>
            <a:spLocks noGrp="1"/>
          </p:cNvSpPr>
          <p:nvPr/>
        </p:nvSpPr>
        <p:spPr>
          <a:xfrm>
            <a:off x="4619625" y="2933700"/>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“가격이 같은 경우…”</a:t>
            </a:r>
            <a:endParaRPr lang="ko-KR">
              <a:solidFill>
                <a:srgbClr val="000000"/>
              </a:solidFill>
              <a:latin typeface="Calibri"/>
              <a:ea typeface="Calibri"/>
              <a:cs typeface="Calibri"/>
            </a:endParaRPr>
          </a:p>
        </p:txBody>
      </p:sp>
      <p:sp>
        <p:nvSpPr>
          <p:cNvPr id="150" name="dp45-comparison / n86">
            <a:extLst>
              <a:ext uri="{FF2B5EF4-FFF2-40B4-BE49-F238E27FC236}">
                <ns2:creationId id="{9ADCD626-953A-4138-972E-4740121D13DE}"/>
              </a:ext>
            </a:extLst>
          </p:cNvPr>
          <p:cNvSpPr>
            <a:spLocks noGrp="1"/>
          </p:cNvSpPr>
          <p:nvPr/>
        </p:nvSpPr>
        <p:spPr>
          <a:xfrm>
            <a:off x="7124700" y="2924175"/>
            <a:ext cx="1731645" cy="144780"/>
          </a:xfrm>
          <a:prstGeom prst="rect">
            <a:avLst/>
          </a:prstGeom>
          <a:solidFill>
            <a:srgbClr val="FFFFFF"/>
          </a:solidFill>
          <a:ln w="0">
            <a:noFill/>
            <a:prstDash val="solid"/>
          </a:ln>
        </p:spPr>
      </p:sp>
      <p:sp>
        <p:nvSpPr>
          <p:cNvPr id="151" name="dp45-comparison / n87 / text 1">
            <a:extLst>
              <a:ext uri="{FF2B5EF4-FFF2-40B4-BE49-F238E27FC236}">
                <ns2:creationId id="{959D0887-1517-4890-B298-C959D041F385}"/>
              </a:ext>
            </a:extLst>
          </p:cNvPr>
          <p:cNvSpPr>
            <a:spLocks noGrp="1"/>
          </p:cNvSpPr>
          <p:nvPr/>
        </p:nvSpPr>
        <p:spPr>
          <a:xfrm>
            <a:off x="7143750" y="2933700"/>
            <a:ext cx="20955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제품 결과 개정 2 / 견적 개정 1</a:t>
            </a:r>
            <a:endParaRPr lang="ko-KR">
              <a:solidFill>
                <a:srgbClr val="000000"/>
              </a:solidFill>
              <a:latin typeface="Calibri"/>
              <a:ea typeface="Calibri"/>
              <a:cs typeface="Calibri"/>
            </a:endParaRPr>
          </a:p>
        </p:txBody>
      </p:sp>
      <p:sp>
        <p:nvSpPr>
          <p:cNvPr id="152" name="dp45-comparison / n100">
            <a:extLst>
              <a:ext uri="{FF2B5EF4-FFF2-40B4-BE49-F238E27FC236}">
                <ns2:creationId id="{C8658861-1FEF-486D-9A69-FA6BE95BB68F}"/>
              </a:ext>
            </a:extLst>
          </p:cNvPr>
          <p:cNvSpPr>
            <a:spLocks noGrp="1"/>
          </p:cNvSpPr>
          <p:nvPr/>
        </p:nvSpPr>
        <p:spPr>
          <a:xfrm>
            <a:off x="5457825" y="3362325"/>
            <a:ext cx="2281809" cy="179070"/>
          </a:xfrm>
          <a:prstGeom prst="rect">
            <a:avLst/>
          </a:prstGeom>
          <a:solidFill>
            <a:srgbClr val="FFFFFF"/>
          </a:solidFill>
          <a:ln w="0">
            <a:noFill/>
            <a:prstDash val="solid"/>
          </a:ln>
        </p:spPr>
      </p:sp>
      <p:sp>
        <p:nvSpPr>
          <p:cNvPr id="153" name="dp45-comparison / n101 / text 1">
            <a:extLst>
              <a:ext uri="{FF2B5EF4-FFF2-40B4-BE49-F238E27FC236}">
                <ns2:creationId id="{0C5B1B96-99F5-45D4-BA3B-C1E88A8D1EC6}"/>
              </a:ext>
            </a:extLst>
          </p:cNvPr>
          <p:cNvSpPr>
            <a:spLocks noGrp="1"/>
          </p:cNvSpPr>
          <p:nvPr/>
        </p:nvSpPr>
        <p:spPr>
          <a:xfrm>
            <a:off x="5476875" y="3371850"/>
            <a:ext cx="35242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② Query에 맞춘 원본 읽기 / 반환</a:t>
            </a:r>
            <a:endParaRPr lang="ko-KR">
              <a:solidFill>
                <a:srgbClr val="000000"/>
              </a:solidFill>
              <a:latin typeface="Calibri"/>
              <a:ea typeface="Calibri"/>
              <a:cs typeface="Calibri"/>
            </a:endParaRPr>
          </a:p>
        </p:txBody>
      </p:sp>
      <p:sp>
        <p:nvSpPr>
          <p:cNvPr id="154" name="dp45-comparison / n104">
            <a:extLst>
              <a:ext uri="{FF2B5EF4-FFF2-40B4-BE49-F238E27FC236}">
                <ns2:creationId id="{8CDAC728-89C9-4B2C-8993-6F9B526CB5B0}"/>
              </a:ext>
            </a:extLst>
          </p:cNvPr>
          <p:cNvSpPr>
            <a:spLocks noGrp="1"/>
          </p:cNvSpPr>
          <p:nvPr/>
        </p:nvSpPr>
        <p:spPr>
          <a:xfrm>
            <a:off x="1933575" y="4314825"/>
            <a:ext cx="2124266" cy="167640"/>
          </a:xfrm>
          <a:prstGeom prst="rect">
            <a:avLst/>
          </a:prstGeom>
          <a:solidFill>
            <a:srgbClr val="FFFFFF"/>
          </a:solidFill>
          <a:ln w="0">
            <a:noFill/>
            <a:prstDash val="solid"/>
          </a:ln>
        </p:spPr>
      </p:sp>
      <p:sp>
        <p:nvSpPr>
          <p:cNvPr id="155" name="dp45-comparison / n105 / text 1">
            <a:extLst>
              <a:ext uri="{FF2B5EF4-FFF2-40B4-BE49-F238E27FC236}">
                <ns2:creationId id="{7F7E0A97-EA67-45E2-8970-E9F43A846CB5}"/>
              </a:ext>
            </a:extLst>
          </p:cNvPr>
          <p:cNvSpPr>
            <a:spLocks noGrp="1"/>
          </p:cNvSpPr>
          <p:nvPr/>
        </p:nvSpPr>
        <p:spPr>
          <a:xfrm>
            <a:off x="1952625" y="4324350"/>
            <a:ext cx="252412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③ 원본 확인 / 유효 cache 재사용</a:t>
            </a:r>
            <a:endParaRPr lang="ko-KR">
              <a:solidFill>
                <a:srgbClr val="000000"/>
              </a:solidFill>
              <a:latin typeface="Calibri"/>
              <a:ea typeface="Calibri"/>
              <a:cs typeface="Calibri"/>
            </a:endParaRPr>
          </a:p>
        </p:txBody>
      </p:sp>
      <p:sp>
        <p:nvSpPr>
          <p:cNvPr id="156" name="dp45-comparison / n106">
            <a:extLst>
              <a:ext uri="{FF2B5EF4-FFF2-40B4-BE49-F238E27FC236}">
                <ns2:creationId id="{E8F35412-F623-4314-B063-FA2392D90E8A}"/>
              </a:ext>
            </a:extLst>
          </p:cNvPr>
          <p:cNvSpPr>
            <a:spLocks noGrp="1"/>
          </p:cNvSpPr>
          <p:nvPr/>
        </p:nvSpPr>
        <p:spPr>
          <a:xfrm>
            <a:off x="1933575" y="4533900"/>
            <a:ext cx="2188655" cy="167640"/>
          </a:xfrm>
          <a:prstGeom prst="rect">
            <a:avLst/>
          </a:prstGeom>
          <a:solidFill>
            <a:srgbClr val="FFFFFF"/>
          </a:solidFill>
          <a:ln w="0">
            <a:noFill/>
            <a:prstDash val="solid"/>
          </a:ln>
        </p:spPr>
      </p:sp>
      <p:sp>
        <p:nvSpPr>
          <p:cNvPr id="157" name="dp45-comparison / n107 / text 1">
            <a:extLst>
              <a:ext uri="{FF2B5EF4-FFF2-40B4-BE49-F238E27FC236}">
                <ns2:creationId id="{C0E8F7E1-6DB3-43A8-9CD8-8E91E1E3F314}"/>
              </a:ext>
            </a:extLst>
          </p:cNvPr>
          <p:cNvSpPr>
            <a:spLocks noGrp="1"/>
          </p:cNvSpPr>
          <p:nvPr/>
        </p:nvSpPr>
        <p:spPr>
          <a:xfrm>
            <a:off x="1952625" y="4543425"/>
            <a:ext cx="252412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필요한 원본 추가 조회 / 부분 갱신</a:t>
            </a:r>
            <a:endParaRPr lang="ko-KR">
              <a:solidFill>
                <a:srgbClr val="000000"/>
              </a:solidFill>
              <a:latin typeface="Calibri"/>
              <a:ea typeface="Calibri"/>
              <a:cs typeface="Calibri"/>
            </a:endParaRPr>
          </a:p>
        </p:txBody>
      </p:sp>
      <p:sp>
        <p:nvSpPr>
          <p:cNvPr id="158" name="dp45-comparison / n110">
            <a:extLst>
              <a:ext uri="{FF2B5EF4-FFF2-40B4-BE49-F238E27FC236}">
                <ns2:creationId id="{A7F7F74B-257B-4942-BB25-321DAEF0D63E}"/>
              </a:ext>
            </a:extLst>
          </p:cNvPr>
          <p:cNvSpPr>
            <a:spLocks noGrp="1"/>
          </p:cNvSpPr>
          <p:nvPr/>
        </p:nvSpPr>
        <p:spPr>
          <a:xfrm>
            <a:off x="5191125" y="3752850"/>
            <a:ext cx="3714750" cy="1123950"/>
          </a:xfrm>
          <a:custGeom>
            <a:pathLst>
              <a:path w="3714750" h="1123950">
                <a:moveTo>
                  <a:pt x="0" y="0"/>
                </a:moveTo>
                <a:lnTo>
                  <a:pt x="3543300" y="0"/>
                </a:lnTo>
                <a:lnTo>
                  <a:pt x="3714750" y="171450"/>
                </a:lnTo>
                <a:lnTo>
                  <a:pt x="3714750" y="1123950"/>
                </a:lnTo>
                <a:lnTo>
                  <a:pt x="0" y="1123950"/>
                </a:lnTo>
                <a:close/>
              </a:path>
            </a:pathLst>
          </a:custGeom>
          <a:solidFill>
            <a:srgbClr val="FFFFFF"/>
          </a:solidFill>
          <a:ln w="9525">
            <a:solidFill>
              <a:srgbClr val="000000"/>
            </a:solidFill>
            <a:prstDash val="solid"/>
          </a:ln>
        </p:spPr>
        <p:txBody>
          <a:bodyPr wrap="none" lIns="95250" tIns="57150" rIns="171450" bIns="28622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Query의 Bundle1 / Receipt1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status:PARTIAL / acquisition:OWNER_COMPOSITION</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evidence: 실제 전달한 예외 문구 발췌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“가격이 같은 경우 유지보수 기간을 우선합니다.”</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Task1 → 제품 비교 결과 / Task2 → 견적 결과</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checked_revisions / read_ranges: 원본 확인 범위</a:t>
            </a:r>
            <a:endParaRPr lang="ko-KR">
              <a:solidFill>
                <a:srgbClr val="000000"/>
              </a:solidFill>
              <a:latin typeface="Calibri"/>
              <a:ea typeface="Calibri"/>
              <a:cs typeface="Calibri"/>
            </a:endParaRPr>
          </a:p>
        </p:txBody>
      </p:sp>
      <p:sp>
        <p:nvSpPr>
          <p:cNvPr id="159" name="dp45-comparison / n110 / fold">
            <a:extLst>
              <a:ext uri="{FF2B5EF4-FFF2-40B4-BE49-F238E27FC236}">
                <ns2:creationId id="{30ACA1F8-9326-42E4-9E93-704E237D8C54}"/>
              </a:ext>
            </a:extLst>
          </p:cNvPr>
          <p:cNvSpPr>
            <a:spLocks noGrp="1"/>
          </p:cNvSpPr>
          <p:nvPr/>
        </p:nvSpPr>
        <p:spPr>
          <a:xfrm>
            <a:off x="8734425" y="37528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6" name="dp45-comparison / n112">
            <a:extLst>
              <a:ext uri="{FF2B5EF4-FFF2-40B4-BE49-F238E27FC236}">
                <ns2:creationId id="{FFF3ABEC-203F-482B-9BE6-1600B3DB6AEB}"/>
              </a:ext>
            </a:extLst>
          </p:cNvPr>
          <p:cNvSpPr>
            <a:spLocks noGrp="1"/>
          </p:cNvSpPr>
          <p:nvPr/>
        </p:nvSpPr>
        <p:spPr>
          <a:xfrm>
            <a:off x="1838325" y="5686425"/>
            <a:ext cx="2437829" cy="144780"/>
          </a:xfrm>
          <a:prstGeom prst="rect">
            <a:avLst/>
          </a:prstGeom>
          <a:solidFill>
            <a:srgbClr val="FFFFFF"/>
          </a:solidFill>
          <a:ln w="0">
            <a:noFill/>
            <a:prstDash val="solid"/>
          </a:ln>
        </p:spPr>
      </p:sp>
      <p:sp>
        <p:nvSpPr>
          <p:cNvPr id="167" name="dp45-comparison / n113 / text 1">
            <a:extLst>
              <a:ext uri="{FF2B5EF4-FFF2-40B4-BE49-F238E27FC236}">
                <ns2:creationId id="{95182870-BDF8-40C1-88F2-49DFDCFBB87A}"/>
              </a:ext>
            </a:extLst>
          </p:cNvPr>
          <p:cNvSpPr>
            <a:spLocks noGrp="1"/>
          </p:cNvSpPr>
          <p:nvPr/>
        </p:nvSpPr>
        <p:spPr>
          <a:xfrm>
            <a:off x="1857375" y="5695950"/>
            <a:ext cx="2905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선택 cache는 재사용 / 구성 책임은 이번 조회</a:t>
            </a:r>
            <a:endParaRPr lang="ko-KR">
              <a:solidFill>
                <a:srgbClr val="000000"/>
              </a:solidFill>
              <a:latin typeface="Calibri"/>
              <a:ea typeface="Calibri"/>
              <a:cs typeface="Calibri"/>
            </a:endParaRPr>
          </a:p>
        </p:txBody>
      </p:sp>
      <p:sp>
        <p:nvSpPr>
          <p:cNvPr id="168" name="dp45-comparison / n114">
            <a:extLst>
              <a:ext uri="{FF2B5EF4-FFF2-40B4-BE49-F238E27FC236}">
                <ns2:creationId id="{6DC12ECF-98F3-4301-A930-046071AC65B5}"/>
              </a:ext>
            </a:extLst>
          </p:cNvPr>
          <p:cNvSpPr>
            <a:spLocks noGrp="1"/>
          </p:cNvSpPr>
          <p:nvPr/>
        </p:nvSpPr>
        <p:spPr>
          <a:xfrm>
            <a:off x="5934075" y="5686425"/>
            <a:ext cx="2110740" cy="156210"/>
          </a:xfrm>
          <a:prstGeom prst="rect">
            <a:avLst/>
          </a:prstGeom>
          <a:solidFill>
            <a:srgbClr val="FFFFFF"/>
          </a:solidFill>
          <a:ln w="0">
            <a:noFill/>
            <a:prstDash val="solid"/>
          </a:ln>
        </p:spPr>
      </p:sp>
      <p:sp>
        <p:nvSpPr>
          <p:cNvPr id="169" name="dp45-comparison / n115 / text 1">
            <a:extLst>
              <a:ext uri="{FF2B5EF4-FFF2-40B4-BE49-F238E27FC236}">
                <ns2:creationId id="{1C286DD8-8893-4D4F-9585-A23D5DEF9B42}"/>
              </a:ext>
            </a:extLst>
          </p:cNvPr>
          <p:cNvSpPr>
            <a:spLocks noGrp="1"/>
          </p:cNvSpPr>
          <p:nvPr/>
        </p:nvSpPr>
        <p:spPr>
          <a:xfrm>
            <a:off x="5953125" y="5695950"/>
            <a:ext cx="2952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이번 Query 수명의 발췌와 결과 참조</a:t>
            </a:r>
            <a:endParaRPr lang="ko-KR">
              <a:solidFill>
                <a:srgbClr val="000000"/>
              </a:solidFill>
              <a:latin typeface="Calibri"/>
              <a:ea typeface="Calibri"/>
              <a:cs typeface="Calibri"/>
            </a:endParaRPr>
          </a:p>
        </p:txBody>
      </p:sp>
      <p:sp>
        <p:nvSpPr>
          <p:cNvPr id="170" name="dp45-comparison / n118">
            <a:extLst>
              <a:ext uri="{FF2B5EF4-FFF2-40B4-BE49-F238E27FC236}">
                <ns2:creationId id="{31185756-7320-416C-8869-E1FA5E1FD6D9}"/>
              </a:ext>
            </a:extLst>
          </p:cNvPr>
          <p:cNvSpPr>
            <a:spLocks noGrp="1"/>
          </p:cNvSpPr>
          <p:nvPr/>
        </p:nvSpPr>
        <p:spPr>
          <a:xfrm>
            <a:off x="1838325" y="3619500"/>
            <a:ext cx="763905" cy="133350"/>
          </a:xfrm>
          <a:prstGeom prst="rect">
            <a:avLst/>
          </a:prstGeom>
          <a:solidFill>
            <a:srgbClr val="FFFFFF"/>
          </a:solidFill>
          <a:ln w="0">
            <a:noFill/>
            <a:prstDash val="solid"/>
          </a:ln>
        </p:spPr>
      </p:sp>
      <p:sp>
        <p:nvSpPr>
          <p:cNvPr id="171" name="dp45-comparison / n119 / text 1">
            <a:extLst>
              <a:ext uri="{FF2B5EF4-FFF2-40B4-BE49-F238E27FC236}">
                <ns2:creationId id="{79B79BF2-8639-4B84-808A-80086055857E}"/>
              </a:ext>
            </a:extLst>
          </p:cNvPr>
          <p:cNvSpPr>
            <a:spLocks noGrp="1"/>
          </p:cNvSpPr>
          <p:nvPr/>
        </p:nvSpPr>
        <p:spPr>
          <a:xfrm>
            <a:off x="1857375" y="3629025"/>
            <a:ext cx="2857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① 현재 Query1</a:t>
            </a:r>
            <a:endParaRPr lang="ko-KR">
              <a:solidFill>
                <a:srgbClr val="000000"/>
              </a:solidFill>
              <a:latin typeface="Calibri"/>
              <a:ea typeface="Calibri"/>
              <a:cs typeface="Calibri"/>
            </a:endParaRPr>
          </a:p>
        </p:txBody>
      </p:sp>
      <p:sp>
        <p:nvSpPr>
          <p:cNvPr id="172" name="dp45-comparison / n128">
            <a:extLst>
              <a:ext uri="{FF2B5EF4-FFF2-40B4-BE49-F238E27FC236}">
                <ns2:creationId id="{D402C0D0-8B86-4EE8-966A-B1B827101C73}"/>
              </a:ext>
            </a:extLst>
          </p:cNvPr>
          <p:cNvSpPr>
            <a:spLocks noGrp="1"/>
          </p:cNvSpPr>
          <p:nvPr/>
        </p:nvSpPr>
        <p:spPr>
          <a:xfrm>
            <a:off x="4648200" y="6057900"/>
            <a:ext cx="1306258" cy="144780"/>
          </a:xfrm>
          <a:prstGeom prst="rect">
            <a:avLst/>
          </a:prstGeom>
          <a:solidFill>
            <a:srgbClr val="FFFFFF"/>
          </a:solidFill>
          <a:ln w="0">
            <a:noFill/>
            <a:prstDash val="solid"/>
          </a:ln>
        </p:spPr>
      </p:sp>
      <p:sp>
        <p:nvSpPr>
          <p:cNvPr id="173" name="dp45-comparison / n129 / text 1">
            <a:extLst>
              <a:ext uri="{FF2B5EF4-FFF2-40B4-BE49-F238E27FC236}">
                <ns2:creationId id="{FB447984-92AA-417F-9BE7-A5146B58BB0C}"/>
              </a:ext>
            </a:extLst>
          </p:cNvPr>
          <p:cNvSpPr>
            <a:spLocks noGrp="1"/>
          </p:cNvSpPr>
          <p:nvPr/>
        </p:nvSpPr>
        <p:spPr>
          <a:xfrm>
            <a:off x="4667250" y="6067425"/>
            <a:ext cx="1571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필요한 과거 의미만 가공</a:t>
            </a:r>
            <a:endParaRPr lang="ko-KR">
              <a:solidFill>
                <a:srgbClr val="000000"/>
              </a:solidFill>
              <a:latin typeface="Calibri"/>
              <a:ea typeface="Calibri"/>
              <a:cs typeface="Calibri"/>
            </a:endParaRPr>
          </a:p>
        </p:txBody>
      </p:sp>
      <p:sp>
        <p:nvSpPr>
          <p:cNvPr id="174" name="dp45-comparison / n131">
            <a:extLst>
              <a:ext uri="{FF2B5EF4-FFF2-40B4-BE49-F238E27FC236}">
                <ns2:creationId id="{1E22CE64-775D-40A9-A7ED-6F284180425B}"/>
              </a:ext>
            </a:extLst>
          </p:cNvPr>
          <p:cNvSpPr>
            <a:spLocks noGrp="1"/>
          </p:cNvSpPr>
          <p:nvPr/>
        </p:nvSpPr>
        <p:spPr>
          <a:xfrm>
            <a:off x="1647825" y="6477000"/>
            <a:ext cx="2484501" cy="179070"/>
          </a:xfrm>
          <a:prstGeom prst="rect">
            <a:avLst/>
          </a:prstGeom>
          <a:solidFill>
            <a:srgbClr val="FFFFFF"/>
          </a:solidFill>
          <a:ln w="0">
            <a:noFill/>
            <a:prstDash val="solid"/>
          </a:ln>
        </p:spPr>
      </p:sp>
      <p:sp>
        <p:nvSpPr>
          <p:cNvPr id="175" name="dp45-comparison / n132 / text 1">
            <a:extLst>
              <a:ext uri="{FF2B5EF4-FFF2-40B4-BE49-F238E27FC236}">
                <ns2:creationId id="{00FBEE2D-6878-40E3-B236-75D6CE772EB9}"/>
              </a:ext>
            </a:extLst>
          </p:cNvPr>
          <p:cNvSpPr>
            <a:spLocks noGrp="1"/>
          </p:cNvSpPr>
          <p:nvPr/>
        </p:nvSpPr>
        <p:spPr>
          <a:xfrm>
            <a:off x="1666875" y="648652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생산 시점과 조회 경로</a:t>
            </a:r>
            <a:endParaRPr lang="ko-KR">
              <a:solidFill>
                <a:srgbClr val="000000"/>
              </a:solidFill>
              <a:latin typeface="Calibri"/>
              <a:ea typeface="Calibri"/>
              <a:cs typeface="Calibri"/>
            </a:endParaRPr>
          </a:p>
        </p:txBody>
      </p:sp>
      <p:sp>
        <p:nvSpPr>
          <p:cNvPr id="176" name="dp45-comparison / n149">
            <a:extLst>
              <a:ext uri="{FF2B5EF4-FFF2-40B4-BE49-F238E27FC236}">
                <ns2:creationId id="{22FA2199-284A-4516-AE30-652A0C487A6D}"/>
              </a:ext>
            </a:extLst>
          </p:cNvPr>
          <p:cNvSpPr>
            <a:spLocks noGrp="1"/>
          </p:cNvSpPr>
          <p:nvPr/>
        </p:nvSpPr>
        <p:spPr>
          <a:xfrm>
            <a:off x="1647825" y="7058025"/>
            <a:ext cx="2611374" cy="156210"/>
          </a:xfrm>
          <a:prstGeom prst="rect">
            <a:avLst/>
          </a:prstGeom>
          <a:solidFill>
            <a:srgbClr val="FFFFFF"/>
          </a:solidFill>
          <a:ln w="0">
            <a:noFill/>
            <a:prstDash val="solid"/>
          </a:ln>
        </p:spPr>
      </p:sp>
      <p:sp>
        <p:nvSpPr>
          <p:cNvPr id="177" name="dp45-comparison / n150 / text 1">
            <a:extLst>
              <a:ext uri="{FF2B5EF4-FFF2-40B4-BE49-F238E27FC236}">
                <ns2:creationId id="{4B4F357C-09DF-47BD-94A7-A3762F6C2C37}"/>
              </a:ext>
            </a:extLst>
          </p:cNvPr>
          <p:cNvSpPr>
            <a:spLocks noGrp="1"/>
          </p:cNvSpPr>
          <p:nvPr/>
        </p:nvSpPr>
        <p:spPr>
          <a:xfrm>
            <a:off x="1666875" y="7067550"/>
            <a:ext cx="7524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A의 cache 허용 / Request별 구성 책임 유지</a:t>
            </a:r>
            <a:endParaRPr lang="ko-KR">
              <a:solidFill>
                <a:srgbClr val="000000"/>
              </a:solidFill>
              <a:latin typeface="Calibri"/>
              <a:ea typeface="Calibri"/>
              <a:cs typeface="Calibri"/>
            </a:endParaRPr>
          </a:p>
        </p:txBody>
      </p:sp>
      <p:sp>
        <p:nvSpPr>
          <p:cNvPr id="178" name="dp45-comparison / n151">
            <a:extLst>
              <a:ext uri="{FF2B5EF4-FFF2-40B4-BE49-F238E27FC236}">
                <ns2:creationId id="{3AAC4F77-261A-4D58-8812-4CF4AF6B0631}"/>
              </a:ext>
            </a:extLst>
          </p:cNvPr>
          <p:cNvSpPr>
            <a:spLocks noGrp="1"/>
          </p:cNvSpPr>
          <p:nvPr/>
        </p:nvSpPr>
        <p:spPr>
          <a:xfrm>
            <a:off x="9953625" y="2409825"/>
            <a:ext cx="2381250"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80" name="dp45-comparison / n153">
            <a:extLst>
              <a:ext uri="{FF2B5EF4-FFF2-40B4-BE49-F238E27FC236}">
                <ns2:creationId id="{75A275FE-19ED-4794-BD4A-37F6A7D88CB9}"/>
              </a:ext>
            </a:extLst>
          </p:cNvPr>
          <p:cNvSpPr>
            <a:spLocks noGrp="1"/>
          </p:cNvSpPr>
          <p:nvPr/>
        </p:nvSpPr>
        <p:spPr>
          <a:xfrm>
            <a:off x="12858750" y="2409825"/>
            <a:ext cx="2238375"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82" name="dp45-comparison / n155">
            <a:extLst>
              <a:ext uri="{FF2B5EF4-FFF2-40B4-BE49-F238E27FC236}">
                <ns2:creationId id="{D44AAB4E-E63A-4FA9-B9FD-8354C03F2A30}"/>
              </a:ext>
            </a:extLst>
          </p:cNvPr>
          <p:cNvSpPr>
            <a:spLocks noGrp="1"/>
          </p:cNvSpPr>
          <p:nvPr/>
        </p:nvSpPr>
        <p:spPr>
          <a:xfrm>
            <a:off x="15382875" y="2409825"/>
            <a:ext cx="2190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4" name="dp45-comparison / n167">
            <a:extLst>
              <a:ext uri="{FF2B5EF4-FFF2-40B4-BE49-F238E27FC236}">
                <ns2:creationId id="{78088C89-2527-4970-A523-D3E9062B679A}"/>
              </a:ext>
            </a:extLst>
          </p:cNvPr>
          <p:cNvSpPr>
            <a:spLocks noGrp="1"/>
          </p:cNvSpPr>
          <p:nvPr/>
        </p:nvSpPr>
        <p:spPr>
          <a:xfrm>
            <a:off x="9858375" y="3276600"/>
            <a:ext cx="7715250" cy="2705100"/>
          </a:xfrm>
          <a:prstGeom prst="rect">
            <a:avLst/>
          </a:prstGeom>
          <a:solidFill>
            <a:srgbClr val="FFFFFF"/>
          </a:solidFill>
          <a:ln w="9525">
            <a:solidFill>
              <a:srgbClr val="000000"/>
            </a:solidFill>
            <a:prstDash val="solid"/>
          </a:ln>
        </p:spPr>
        <p:txBody>
          <a:bodyPr wrap="none" lIns="123825" tIns="95250" rIns="123825" bIns="23198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186" name="dp45-comparison / n169">
            <a:extLst>
              <a:ext uri="{FF2B5EF4-FFF2-40B4-BE49-F238E27FC236}">
                <ns2:creationId id="{7FB73FB7-47F8-4E5F-9C68-22AC622AD2BA}"/>
              </a:ext>
            </a:extLst>
          </p:cNvPr>
          <p:cNvSpPr>
            <a:spLocks noGrp="1"/>
          </p:cNvSpPr>
          <p:nvPr/>
        </p:nvSpPr>
        <p:spPr>
          <a:xfrm>
            <a:off x="10144125" y="375285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188" name="dp45-comparison / n171">
            <a:extLst>
              <a:ext uri="{FF2B5EF4-FFF2-40B4-BE49-F238E27FC236}">
                <ns2:creationId id="{3630E5B6-A2B6-443B-BD9B-562DB85544C8}"/>
              </a:ext>
            </a:extLst>
          </p:cNvPr>
          <p:cNvSpPr>
            <a:spLocks noGrp="1"/>
          </p:cNvSpPr>
          <p:nvPr/>
        </p:nvSpPr>
        <p:spPr>
          <a:xfrm>
            <a:off x="14239875" y="3752850"/>
            <a:ext cx="2952750" cy="400050"/>
          </a:xfrm>
          <a:prstGeom prst="can">
            <a:avLst>
              <a:gd name="adj" fmla="val 20000"/>
            </a:avLst>
          </a:prstGeom>
          <a:solidFill>
            <a:srgbClr val="FFF6DE"/>
          </a:solidFill>
          <a:ln w="9525">
            <a:solidFill>
              <a:srgbClr val="B8753F"/>
            </a:solidFill>
            <a:prstDash val="solid"/>
          </a:ln>
        </p:spPr>
        <p:txBody>
          <a:bodyPr wrap="none" lIns="85725" tIns="114300" rIns="85725" bIns="78581" anchor="t">
            <a:noAutofit/>
          </a:bodyPr>
          <a:lstStyle/>
          <a:p>
            <a:pPr algn="ctr">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190" name="dp45-comparison / n173">
            <a:extLst>
              <a:ext uri="{FF2B5EF4-FFF2-40B4-BE49-F238E27FC236}">
                <ns2:creationId id="{03CB6A18-63F3-4E66-B82E-A8499B0F1A96}"/>
              </a:ext>
            </a:extLst>
          </p:cNvPr>
          <p:cNvSpPr>
            <a:spLocks noGrp="1"/>
          </p:cNvSpPr>
          <p:nvPr/>
        </p:nvSpPr>
        <p:spPr>
          <a:xfrm>
            <a:off x="10144125" y="521970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192" name="dp45-comparison / n175">
            <a:extLst>
              <a:ext uri="{FF2B5EF4-FFF2-40B4-BE49-F238E27FC236}">
                <ns2:creationId id="{54A14F51-6160-4F8C-B592-50B2C3F40FDA}"/>
              </a:ext>
            </a:extLst>
          </p:cNvPr>
          <p:cNvSpPr>
            <a:spLocks noGrp="1"/>
          </p:cNvSpPr>
          <p:nvPr/>
        </p:nvSpPr>
        <p:spPr>
          <a:xfrm>
            <a:off x="14239875" y="5476875"/>
            <a:ext cx="2952750" cy="314325"/>
          </a:xfrm>
          <a:prstGeom prst="can">
            <a:avLst>
              <a:gd name="adj" fmla="val 20000"/>
            </a:avLst>
          </a:prstGeom>
          <a:solidFill>
            <a:srgbClr val="FFF6DE"/>
          </a:solidFill>
          <a:ln w="9525">
            <a:solidFill>
              <a:srgbClr val="B8753F"/>
            </a:solidFill>
            <a:prstDash val="solid"/>
          </a:ln>
        </p:spPr>
        <p:txBody>
          <a:bodyPr wrap="none" lIns="85725" tIns="65723" rIns="85725" bIns="27622"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194" name="dp45-comparison / n177 / path">
            <a:extLst>
              <a:ext uri="{FF2B5EF4-FFF2-40B4-BE49-F238E27FC236}">
                <ns2:creationId id="{1023F68E-F8F0-4A04-848D-EE39D1D39F9D}"/>
              </a:ext>
            </a:extLst>
          </p:cNvPr>
          <p:cNvSpPr>
            <a:spLocks noGrp="1"/>
          </p:cNvSpPr>
          <p:nvPr/>
        </p:nvSpPr>
        <p:spPr>
          <a:xfrm>
            <a:off x="12115800" y="2714625"/>
            <a:ext cx="2762250" cy="1038225"/>
          </a:xfrm>
          <a:custGeom>
            <a:pathLst>
              <a:path w="2762250" h="1038225">
                <a:moveTo>
                  <a:pt x="2762250" y="0"/>
                </a:moveTo>
                <a:lnTo>
                  <a:pt x="2762250" y="352425"/>
                </a:lnTo>
                <a:lnTo>
                  <a:pt x="0" y="352425"/>
                </a:lnTo>
                <a:lnTo>
                  <a:pt x="0" y="1038225"/>
                </a:lnTo>
              </a:path>
            </a:pathLst>
          </a:custGeom>
          <a:noFill/>
          <a:ln w="10478">
            <a:solidFill>
              <a:srgbClr val="B8753F"/>
            </a:solidFill>
            <a:prstDash val="solid"/>
          </a:ln>
        </p:spPr>
      </p:sp>
      <p:sp>
        <p:nvSpPr>
          <p:cNvPr id="195" name="dp45-comparison / n177 / arrow">
            <a:extLst>
              <a:ext uri="{FF2B5EF4-FFF2-40B4-BE49-F238E27FC236}">
                <ns2:creationId id="{DBF0F14C-44E3-40B7-8461-8789250D1704}"/>
              </a:ext>
            </a:extLst>
          </p:cNvPr>
          <p:cNvSpPr>
            <a:spLocks noGrp="1"/>
          </p:cNvSpPr>
          <p:nvPr/>
        </p:nvSpPr>
        <p:spPr>
          <a:xfrm>
            <a:off x="12082272" y="3685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96" name="dp45-comparison / n178 / path">
            <a:extLst>
              <a:ext uri="{FF2B5EF4-FFF2-40B4-BE49-F238E27FC236}">
                <ns2:creationId id="{F8F96BCD-F5F0-4553-84C4-791A643EF29E}"/>
              </a:ext>
            </a:extLst>
          </p:cNvPr>
          <p:cNvSpPr>
            <a:spLocks noGrp="1"/>
          </p:cNvSpPr>
          <p:nvPr/>
        </p:nvSpPr>
        <p:spPr>
          <a:xfrm>
            <a:off x="12192000" y="2714625"/>
            <a:ext cx="2762250" cy="1038225"/>
          </a:xfrm>
          <a:custGeom>
            <a:pathLst>
              <a:path w="2762250" h="1038225">
                <a:moveTo>
                  <a:pt x="0" y="1038225"/>
                </a:moveTo>
                <a:lnTo>
                  <a:pt x="0" y="419100"/>
                </a:lnTo>
                <a:lnTo>
                  <a:pt x="2762250" y="419100"/>
                </a:lnTo>
                <a:lnTo>
                  <a:pt x="2762250" y="0"/>
                </a:lnTo>
              </a:path>
            </a:pathLst>
          </a:custGeom>
          <a:noFill/>
          <a:ln w="10478">
            <a:solidFill>
              <a:srgbClr val="000000"/>
            </a:solidFill>
            <a:prstDash val="solid"/>
          </a:ln>
        </p:spPr>
      </p:sp>
      <p:sp>
        <p:nvSpPr>
          <p:cNvPr id="197" name="dp45-comparison / n178 / arrow">
            <a:extLst>
              <a:ext uri="{FF2B5EF4-FFF2-40B4-BE49-F238E27FC236}">
                <ns2:creationId id="{CE3DD192-A4EB-444B-B54C-4C77F7C7508B}"/>
              </a:ext>
            </a:extLst>
          </p:cNvPr>
          <p:cNvSpPr>
            <a:spLocks noGrp="1"/>
          </p:cNvSpPr>
          <p:nvPr/>
        </p:nvSpPr>
        <p:spPr>
          <a:xfrm>
            <a:off x="14920722"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98" name="dp45-comparison / n179 / path">
            <a:extLst>
              <a:ext uri="{FF2B5EF4-FFF2-40B4-BE49-F238E27FC236}">
                <ns2:creationId id="{35922650-623D-4C26-B281-D2B9CD34DA72}"/>
              </a:ext>
            </a:extLst>
          </p:cNvPr>
          <p:cNvSpPr>
            <a:spLocks noGrp="1"/>
          </p:cNvSpPr>
          <p:nvPr/>
        </p:nvSpPr>
        <p:spPr>
          <a:xfrm>
            <a:off x="12230100" y="2714625"/>
            <a:ext cx="2762250" cy="1038225"/>
          </a:xfrm>
          <a:custGeom>
            <a:pathLst>
              <a:path w="2762250" h="1038225">
                <a:moveTo>
                  <a:pt x="2762250" y="0"/>
                </a:moveTo>
                <a:lnTo>
                  <a:pt x="2762250" y="495300"/>
                </a:lnTo>
                <a:lnTo>
                  <a:pt x="0" y="495300"/>
                </a:lnTo>
                <a:lnTo>
                  <a:pt x="0" y="1038225"/>
                </a:lnTo>
              </a:path>
            </a:pathLst>
          </a:custGeom>
          <a:noFill/>
          <a:ln w="10478">
            <a:solidFill>
              <a:srgbClr val="000000"/>
            </a:solidFill>
            <a:prstDash val="dash"/>
          </a:ln>
        </p:spPr>
      </p:sp>
      <p:sp>
        <p:nvSpPr>
          <p:cNvPr id="199" name="dp45-comparison / n179 / arrow">
            <a:extLst>
              <a:ext uri="{FF2B5EF4-FFF2-40B4-BE49-F238E27FC236}">
                <ns2:creationId id="{FC8D935E-B63E-456C-84D9-7CE18EE980A6}"/>
              </a:ext>
            </a:extLst>
          </p:cNvPr>
          <p:cNvSpPr>
            <a:spLocks noGrp="1"/>
          </p:cNvSpPr>
          <p:nvPr/>
        </p:nvSpPr>
        <p:spPr>
          <a:xfrm>
            <a:off x="12196572"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00" name="dp45-comparison / n180 / path">
            <a:extLst>
              <a:ext uri="{FF2B5EF4-FFF2-40B4-BE49-F238E27FC236}">
                <ns2:creationId id="{433668F0-8FE9-483F-BA62-63B563293A4D}"/>
              </a:ext>
            </a:extLst>
          </p:cNvPr>
          <p:cNvSpPr>
            <a:spLocks noGrp="1"/>
          </p:cNvSpPr>
          <p:nvPr/>
        </p:nvSpPr>
        <p:spPr>
          <a:xfrm>
            <a:off x="12353925" y="2714625"/>
            <a:ext cx="5048250" cy="1038225"/>
          </a:xfrm>
          <a:custGeom>
            <a:pathLst>
              <a:path w="5048250" h="1038225">
                <a:moveTo>
                  <a:pt x="5048250" y="0"/>
                </a:moveTo>
                <a:lnTo>
                  <a:pt x="5048250" y="352425"/>
                </a:lnTo>
                <a:lnTo>
                  <a:pt x="0" y="352425"/>
                </a:lnTo>
                <a:lnTo>
                  <a:pt x="0" y="1038225"/>
                </a:lnTo>
              </a:path>
            </a:pathLst>
          </a:custGeom>
          <a:noFill/>
          <a:ln w="10478">
            <a:solidFill>
              <a:srgbClr val="B8753F"/>
            </a:solidFill>
            <a:prstDash val="solid"/>
          </a:ln>
        </p:spPr>
      </p:sp>
      <p:sp>
        <p:nvSpPr>
          <p:cNvPr id="201" name="dp45-comparison / n180 / arrow">
            <a:extLst>
              <a:ext uri="{FF2B5EF4-FFF2-40B4-BE49-F238E27FC236}">
                <ns2:creationId id="{FB81B58B-9E2C-40CC-A1B2-04F1FB89A795}"/>
              </a:ext>
            </a:extLst>
          </p:cNvPr>
          <p:cNvSpPr>
            <a:spLocks noGrp="1"/>
          </p:cNvSpPr>
          <p:nvPr/>
        </p:nvSpPr>
        <p:spPr>
          <a:xfrm>
            <a:off x="12320397" y="3685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02" name="dp45-comparison / n181 / path">
            <a:extLst>
              <a:ext uri="{FF2B5EF4-FFF2-40B4-BE49-F238E27FC236}">
                <ns2:creationId id="{BDDA27AE-8311-4B17-879E-8656DC5E8703}"/>
              </a:ext>
            </a:extLst>
          </p:cNvPr>
          <p:cNvSpPr>
            <a:spLocks noGrp="1"/>
          </p:cNvSpPr>
          <p:nvPr/>
        </p:nvSpPr>
        <p:spPr>
          <a:xfrm>
            <a:off x="12430125" y="2714625"/>
            <a:ext cx="5048250" cy="1038225"/>
          </a:xfrm>
          <a:custGeom>
            <a:pathLst>
              <a:path w="5048250" h="1038225">
                <a:moveTo>
                  <a:pt x="0" y="1038225"/>
                </a:moveTo>
                <a:lnTo>
                  <a:pt x="0" y="419100"/>
                </a:lnTo>
                <a:lnTo>
                  <a:pt x="5048250" y="419100"/>
                </a:lnTo>
                <a:lnTo>
                  <a:pt x="5048250" y="0"/>
                </a:lnTo>
              </a:path>
            </a:pathLst>
          </a:custGeom>
          <a:noFill/>
          <a:ln w="10478">
            <a:solidFill>
              <a:srgbClr val="000000"/>
            </a:solidFill>
            <a:prstDash val="solid"/>
          </a:ln>
        </p:spPr>
      </p:sp>
      <p:sp>
        <p:nvSpPr>
          <p:cNvPr id="203" name="dp45-comparison / n181 / arrow">
            <a:extLst>
              <a:ext uri="{FF2B5EF4-FFF2-40B4-BE49-F238E27FC236}">
                <ns2:creationId id="{736EFD4B-A71E-4795-86FE-1685A0C6AC56}"/>
              </a:ext>
            </a:extLst>
          </p:cNvPr>
          <p:cNvSpPr>
            <a:spLocks noGrp="1"/>
          </p:cNvSpPr>
          <p:nvPr/>
        </p:nvSpPr>
        <p:spPr>
          <a:xfrm>
            <a:off x="17444847"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04" name="dp45-comparison / n182 / path">
            <a:extLst>
              <a:ext uri="{FF2B5EF4-FFF2-40B4-BE49-F238E27FC236}">
                <ns2:creationId id="{7A761DF2-47B9-407D-B43D-56AF0D7824A7}"/>
              </a:ext>
            </a:extLst>
          </p:cNvPr>
          <p:cNvSpPr>
            <a:spLocks noGrp="1"/>
          </p:cNvSpPr>
          <p:nvPr/>
        </p:nvSpPr>
        <p:spPr>
          <a:xfrm>
            <a:off x="12468225" y="2714625"/>
            <a:ext cx="5048250" cy="1038225"/>
          </a:xfrm>
          <a:custGeom>
            <a:pathLst>
              <a:path w="5048250" h="1038225">
                <a:moveTo>
                  <a:pt x="5048250" y="0"/>
                </a:moveTo>
                <a:lnTo>
                  <a:pt x="5048250" y="495300"/>
                </a:lnTo>
                <a:lnTo>
                  <a:pt x="0" y="495300"/>
                </a:lnTo>
                <a:lnTo>
                  <a:pt x="0" y="1038225"/>
                </a:lnTo>
              </a:path>
            </a:pathLst>
          </a:custGeom>
          <a:noFill/>
          <a:ln w="10478">
            <a:solidFill>
              <a:srgbClr val="000000"/>
            </a:solidFill>
            <a:prstDash val="dash"/>
          </a:ln>
        </p:spPr>
      </p:sp>
      <p:sp>
        <p:nvSpPr>
          <p:cNvPr id="205" name="dp45-comparison / n182 / arrow">
            <a:extLst>
              <a:ext uri="{FF2B5EF4-FFF2-40B4-BE49-F238E27FC236}">
                <ns2:creationId id="{D8077D7D-3DC6-4CCB-B3A2-D0E862928863}"/>
              </a:ext>
            </a:extLst>
          </p:cNvPr>
          <p:cNvSpPr>
            <a:spLocks noGrp="1"/>
          </p:cNvSpPr>
          <p:nvPr/>
        </p:nvSpPr>
        <p:spPr>
          <a:xfrm>
            <a:off x="12434697"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06" name="dp45-comparison / n185 / path">
            <a:extLst>
              <a:ext uri="{FF2B5EF4-FFF2-40B4-BE49-F238E27FC236}">
                <ns2:creationId id="{A98D6180-5F01-4301-B0AE-5B05C350B0E6}"/>
              </a:ext>
            </a:extLst>
          </p:cNvPr>
          <p:cNvSpPr>
            <a:spLocks noGrp="1"/>
          </p:cNvSpPr>
          <p:nvPr/>
        </p:nvSpPr>
        <p:spPr>
          <a:xfrm>
            <a:off x="12715875" y="3895725"/>
            <a:ext cx="1524000" cy="953"/>
          </a:xfrm>
          <a:custGeom>
            <a:pathLst>
              <a:path w="1524000" h="953">
                <a:moveTo>
                  <a:pt x="0" y="0"/>
                </a:moveTo>
                <a:lnTo>
                  <a:pt x="1524000" y="0"/>
                </a:lnTo>
              </a:path>
            </a:pathLst>
          </a:custGeom>
          <a:noFill/>
          <a:ln w="10478">
            <a:solidFill>
              <a:srgbClr val="B8753F"/>
            </a:solidFill>
            <a:prstDash val="solid"/>
          </a:ln>
        </p:spPr>
      </p:sp>
      <p:sp>
        <p:nvSpPr>
          <p:cNvPr id="207" name="dp45-comparison / n185 / arrow">
            <a:extLst>
              <a:ext uri="{FF2B5EF4-FFF2-40B4-BE49-F238E27FC236}">
                <ns2:creationId id="{DC8959A3-1C83-4BF7-A83E-E7F5D2111ED4}"/>
              </a:ext>
            </a:extLst>
          </p:cNvPr>
          <p:cNvSpPr>
            <a:spLocks noGrp="1"/>
          </p:cNvSpPr>
          <p:nvPr/>
        </p:nvSpPr>
        <p:spPr>
          <a:xfrm>
            <a:off x="14172819" y="38621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8" name="dp45-comparison / n186 / path">
            <a:extLst>
              <a:ext uri="{FF2B5EF4-FFF2-40B4-BE49-F238E27FC236}">
                <ns2:creationId id="{597F743D-9071-4FA4-B9D5-3B1B6EBBD289}"/>
              </a:ext>
            </a:extLst>
          </p:cNvPr>
          <p:cNvSpPr>
            <a:spLocks noGrp="1"/>
          </p:cNvSpPr>
          <p:nvPr/>
        </p:nvSpPr>
        <p:spPr>
          <a:xfrm>
            <a:off x="12715875" y="4029075"/>
            <a:ext cx="1524000" cy="1528763"/>
          </a:xfrm>
          <a:custGeom>
            <a:pathLst>
              <a:path w="1524000" h="1528763">
                <a:moveTo>
                  <a:pt x="0" y="0"/>
                </a:moveTo>
                <a:lnTo>
                  <a:pt x="1314450" y="0"/>
                </a:lnTo>
                <a:lnTo>
                  <a:pt x="1314450" y="1528763"/>
                </a:lnTo>
                <a:lnTo>
                  <a:pt x="1524000" y="1528763"/>
                </a:lnTo>
              </a:path>
            </a:pathLst>
          </a:custGeom>
          <a:noFill/>
          <a:ln w="10478">
            <a:solidFill>
              <a:srgbClr val="B8753F"/>
            </a:solidFill>
            <a:prstDash val="solid"/>
          </a:ln>
        </p:spPr>
      </p:sp>
      <p:sp>
        <p:nvSpPr>
          <p:cNvPr id="209" name="dp45-comparison / n186 / arrow">
            <a:extLst>
              <a:ext uri="{FF2B5EF4-FFF2-40B4-BE49-F238E27FC236}">
                <ns2:creationId id="{0C3CBCDD-B39F-41F1-8027-79533E3376AD}"/>
              </a:ext>
            </a:extLst>
          </p:cNvPr>
          <p:cNvSpPr>
            <a:spLocks noGrp="1"/>
          </p:cNvSpPr>
          <p:nvPr/>
        </p:nvSpPr>
        <p:spPr>
          <a:xfrm>
            <a:off x="14172819" y="55243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10" name="dp45-comparison / n189 / path">
            <a:extLst>
              <a:ext uri="{FF2B5EF4-FFF2-40B4-BE49-F238E27FC236}">
                <ns2:creationId id="{7AA900C7-A8B1-4AD9-9DE9-5EA78540E419}"/>
              </a:ext>
            </a:extLst>
          </p:cNvPr>
          <p:cNvSpPr>
            <a:spLocks noGrp="1"/>
          </p:cNvSpPr>
          <p:nvPr/>
        </p:nvSpPr>
        <p:spPr>
          <a:xfrm>
            <a:off x="12715875" y="4152900"/>
            <a:ext cx="3000375" cy="1171575"/>
          </a:xfrm>
          <a:custGeom>
            <a:pathLst>
              <a:path w="3000375" h="1171575">
                <a:moveTo>
                  <a:pt x="0" y="1171575"/>
                </a:moveTo>
                <a:lnTo>
                  <a:pt x="857250" y="1171575"/>
                </a:lnTo>
                <a:lnTo>
                  <a:pt x="857250" y="66675"/>
                </a:lnTo>
                <a:lnTo>
                  <a:pt x="3000375" y="66675"/>
                </a:lnTo>
                <a:lnTo>
                  <a:pt x="3000375" y="0"/>
                </a:lnTo>
              </a:path>
            </a:pathLst>
          </a:custGeom>
          <a:noFill/>
          <a:ln w="10478">
            <a:solidFill>
              <a:srgbClr val="B8753F"/>
            </a:solidFill>
            <a:prstDash val="solid"/>
          </a:ln>
        </p:spPr>
      </p:sp>
      <p:sp>
        <p:nvSpPr>
          <p:cNvPr id="211" name="dp45-comparison / n189 / arrow">
            <a:extLst>
              <a:ext uri="{FF2B5EF4-FFF2-40B4-BE49-F238E27FC236}">
                <ns2:creationId id="{5CBA2286-6C90-4C0C-8D0C-CD0DA26251E3}"/>
              </a:ext>
            </a:extLst>
          </p:cNvPr>
          <p:cNvSpPr>
            <a:spLocks noGrp="1"/>
          </p:cNvSpPr>
          <p:nvPr/>
        </p:nvSpPr>
        <p:spPr>
          <a:xfrm>
            <a:off x="15682722" y="41529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12" name="dp45-comparison / n190 / path">
            <a:extLst>
              <a:ext uri="{FF2B5EF4-FFF2-40B4-BE49-F238E27FC236}">
                <ns2:creationId id="{D19E32D2-4E3C-4E7D-84EE-85ADEB561A99}"/>
              </a:ext>
            </a:extLst>
          </p:cNvPr>
          <p:cNvSpPr>
            <a:spLocks noGrp="1"/>
          </p:cNvSpPr>
          <p:nvPr/>
        </p:nvSpPr>
        <p:spPr>
          <a:xfrm>
            <a:off x="12715875" y="4152900"/>
            <a:ext cx="3143250" cy="1285875"/>
          </a:xfrm>
          <a:custGeom>
            <a:pathLst>
              <a:path w="3143250" h="1285875">
                <a:moveTo>
                  <a:pt x="3143250" y="0"/>
                </a:moveTo>
                <a:lnTo>
                  <a:pt x="3143250" y="104775"/>
                </a:lnTo>
                <a:lnTo>
                  <a:pt x="952500" y="104775"/>
                </a:lnTo>
                <a:lnTo>
                  <a:pt x="952500" y="1285875"/>
                </a:lnTo>
                <a:lnTo>
                  <a:pt x="0" y="1285875"/>
                </a:lnTo>
              </a:path>
            </a:pathLst>
          </a:custGeom>
          <a:noFill/>
          <a:ln w="10478">
            <a:solidFill>
              <a:srgbClr val="B8753F"/>
            </a:solidFill>
            <a:prstDash val="dash"/>
          </a:ln>
        </p:spPr>
      </p:sp>
      <p:sp>
        <p:nvSpPr>
          <p:cNvPr id="213" name="dp45-comparison / n190 / arrow">
            <a:extLst>
              <a:ext uri="{FF2B5EF4-FFF2-40B4-BE49-F238E27FC236}">
                <ns2:creationId id="{E518A6B3-C942-491E-B82C-866E7F1146D1}"/>
              </a:ext>
            </a:extLst>
          </p:cNvPr>
          <p:cNvSpPr>
            <a:spLocks noGrp="1"/>
          </p:cNvSpPr>
          <p:nvPr/>
        </p:nvSpPr>
        <p:spPr>
          <a:xfrm>
            <a:off x="12715875" y="5405247"/>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4" name="dp45-comparison / n191 / path">
            <a:extLst>
              <a:ext uri="{FF2B5EF4-FFF2-40B4-BE49-F238E27FC236}">
                <ns2:creationId id="{00BD20F5-AD72-4872-AF55-D305D05AA1F5}"/>
              </a:ext>
            </a:extLst>
          </p:cNvPr>
          <p:cNvSpPr>
            <a:spLocks noGrp="1"/>
          </p:cNvSpPr>
          <p:nvPr/>
        </p:nvSpPr>
        <p:spPr>
          <a:xfrm>
            <a:off x="12715875" y="5524500"/>
            <a:ext cx="1524000" cy="109538"/>
          </a:xfrm>
          <a:custGeom>
            <a:pathLst>
              <a:path w="1524000" h="109538">
                <a:moveTo>
                  <a:pt x="1524000" y="109538"/>
                </a:moveTo>
                <a:lnTo>
                  <a:pt x="285750" y="109538"/>
                </a:lnTo>
                <a:lnTo>
                  <a:pt x="285750" y="0"/>
                </a:lnTo>
                <a:lnTo>
                  <a:pt x="0" y="0"/>
                </a:lnTo>
              </a:path>
            </a:pathLst>
          </a:custGeom>
          <a:noFill/>
          <a:ln w="10478">
            <a:solidFill>
              <a:srgbClr val="B8753F"/>
            </a:solidFill>
            <a:prstDash val="dash"/>
          </a:ln>
        </p:spPr>
      </p:sp>
      <p:sp>
        <p:nvSpPr>
          <p:cNvPr id="215" name="dp45-comparison / n191 / arrow">
            <a:extLst>
              <a:ext uri="{FF2B5EF4-FFF2-40B4-BE49-F238E27FC236}">
                <ns2:creationId id="{F233A73F-1BF2-412D-BF47-05A01ABFBCAB}"/>
              </a:ext>
            </a:extLst>
          </p:cNvPr>
          <p:cNvSpPr>
            <a:spLocks noGrp="1"/>
          </p:cNvSpPr>
          <p:nvPr/>
        </p:nvSpPr>
        <p:spPr>
          <a:xfrm>
            <a:off x="12715875" y="549097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6" name="dp45-comparison / n192 / path">
            <a:extLst>
              <a:ext uri="{FF2B5EF4-FFF2-40B4-BE49-F238E27FC236}">
                <ns2:creationId id="{095C4C56-9C45-49F0-A7ED-8C709BCF8AF7}"/>
              </a:ext>
            </a:extLst>
          </p:cNvPr>
          <p:cNvSpPr>
            <a:spLocks noGrp="1"/>
          </p:cNvSpPr>
          <p:nvPr/>
        </p:nvSpPr>
        <p:spPr>
          <a:xfrm>
            <a:off x="11191875" y="4114800"/>
            <a:ext cx="953" cy="1104900"/>
          </a:xfrm>
          <a:custGeom>
            <a:pathLst>
              <a:path w="953" h="1104900">
                <a:moveTo>
                  <a:pt x="0" y="1104900"/>
                </a:moveTo>
                <a:lnTo>
                  <a:pt x="0" y="0"/>
                </a:lnTo>
              </a:path>
            </a:pathLst>
          </a:custGeom>
          <a:noFill/>
          <a:ln w="10478">
            <a:solidFill>
              <a:srgbClr val="B8753F"/>
            </a:solidFill>
            <a:prstDash val="solid"/>
          </a:ln>
        </p:spPr>
      </p:sp>
      <p:sp>
        <p:nvSpPr>
          <p:cNvPr id="217" name="dp45-comparison / n192 / arrow">
            <a:extLst>
              <a:ext uri="{FF2B5EF4-FFF2-40B4-BE49-F238E27FC236}">
                <ns2:creationId id="{2A768A63-0E93-47A7-8C41-97FAFAD4BBA6}"/>
              </a:ext>
            </a:extLst>
          </p:cNvPr>
          <p:cNvSpPr>
            <a:spLocks noGrp="1"/>
          </p:cNvSpPr>
          <p:nvPr/>
        </p:nvSpPr>
        <p:spPr>
          <a:xfrm>
            <a:off x="11158347" y="41148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18" name="dp45-comparison / n193 / path">
            <a:extLst>
              <a:ext uri="{FF2B5EF4-FFF2-40B4-BE49-F238E27FC236}">
                <ns2:creationId id="{5D1CC04B-9F9E-4D84-8E84-7AACC0CF9F64}"/>
              </a:ext>
            </a:extLst>
          </p:cNvPr>
          <p:cNvSpPr>
            <a:spLocks noGrp="1"/>
          </p:cNvSpPr>
          <p:nvPr/>
        </p:nvSpPr>
        <p:spPr>
          <a:xfrm>
            <a:off x="11668125" y="4114800"/>
            <a:ext cx="953" cy="1104900"/>
          </a:xfrm>
          <a:custGeom>
            <a:pathLst>
              <a:path w="953" h="1104900">
                <a:moveTo>
                  <a:pt x="0" y="0"/>
                </a:moveTo>
                <a:lnTo>
                  <a:pt x="0" y="1104900"/>
                </a:lnTo>
              </a:path>
            </a:pathLst>
          </a:custGeom>
          <a:noFill/>
          <a:ln w="10478">
            <a:solidFill>
              <a:srgbClr val="B8753F"/>
            </a:solidFill>
            <a:prstDash val="dash"/>
          </a:ln>
        </p:spPr>
      </p:sp>
      <p:sp>
        <p:nvSpPr>
          <p:cNvPr id="219" name="dp45-comparison / n193 / arrow">
            <a:extLst>
              <a:ext uri="{FF2B5EF4-FFF2-40B4-BE49-F238E27FC236}">
                <ns2:creationId id="{4C90461C-19A2-428E-B049-E5615E7B3A9A}"/>
              </a:ext>
            </a:extLst>
          </p:cNvPr>
          <p:cNvSpPr>
            <a:spLocks noGrp="1"/>
          </p:cNvSpPr>
          <p:nvPr/>
        </p:nvSpPr>
        <p:spPr>
          <a:xfrm>
            <a:off x="11634597" y="51526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20" name="dp45-comparison / n202 / path">
            <a:extLst>
              <a:ext uri="{FF2B5EF4-FFF2-40B4-BE49-F238E27FC236}">
                <ns2:creationId id="{63865D14-93F8-45DF-9E56-E0B322E45DCF}"/>
              </a:ext>
            </a:extLst>
          </p:cNvPr>
          <p:cNvSpPr>
            <a:spLocks noGrp="1"/>
          </p:cNvSpPr>
          <p:nvPr/>
        </p:nvSpPr>
        <p:spPr>
          <a:xfrm>
            <a:off x="12382500" y="2638425"/>
            <a:ext cx="5324475" cy="3267075"/>
          </a:xfrm>
          <a:custGeom>
            <a:pathLst>
              <a:path w="5324475" h="3267075">
                <a:moveTo>
                  <a:pt x="0" y="2943225"/>
                </a:moveTo>
                <a:lnTo>
                  <a:pt x="0" y="3267075"/>
                </a:lnTo>
                <a:lnTo>
                  <a:pt x="5324475" y="3267075"/>
                </a:lnTo>
                <a:lnTo>
                  <a:pt x="5324475" y="0"/>
                </a:lnTo>
                <a:lnTo>
                  <a:pt x="5191125" y="0"/>
                </a:lnTo>
              </a:path>
            </a:pathLst>
          </a:custGeom>
          <a:noFill/>
          <a:ln w="10478">
            <a:solidFill>
              <a:srgbClr val="000000"/>
            </a:solidFill>
            <a:prstDash val="solid"/>
          </a:ln>
        </p:spPr>
      </p:sp>
      <p:sp>
        <p:nvSpPr>
          <p:cNvPr id="221" name="dp45-comparison / n202 / arrow">
            <a:extLst>
              <a:ext uri="{FF2B5EF4-FFF2-40B4-BE49-F238E27FC236}">
                <ns2:creationId id="{2A34CAEA-57A7-40B5-ACFD-31759006C4F6}"/>
              </a:ext>
            </a:extLst>
          </p:cNvPr>
          <p:cNvSpPr>
            <a:spLocks noGrp="1"/>
          </p:cNvSpPr>
          <p:nvPr/>
        </p:nvSpPr>
        <p:spPr>
          <a:xfrm>
            <a:off x="17573625" y="26048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22" name="dp45-comparison / n203 / path">
            <a:extLst>
              <a:ext uri="{FF2B5EF4-FFF2-40B4-BE49-F238E27FC236}">
                <ns2:creationId id="{EB82A643-B04D-4D3D-B6C1-2C0B22D528EB}"/>
              </a:ext>
            </a:extLst>
          </p:cNvPr>
          <p:cNvSpPr>
            <a:spLocks noGrp="1"/>
          </p:cNvSpPr>
          <p:nvPr/>
        </p:nvSpPr>
        <p:spPr>
          <a:xfrm>
            <a:off x="12430125" y="2686050"/>
            <a:ext cx="5324475" cy="3248025"/>
          </a:xfrm>
          <a:custGeom>
            <a:pathLst>
              <a:path w="5324475" h="3248025">
                <a:moveTo>
                  <a:pt x="5143500" y="0"/>
                </a:moveTo>
                <a:lnTo>
                  <a:pt x="5324475" y="0"/>
                </a:lnTo>
                <a:lnTo>
                  <a:pt x="5324475" y="3248025"/>
                </a:lnTo>
                <a:lnTo>
                  <a:pt x="0" y="3248025"/>
                </a:lnTo>
                <a:lnTo>
                  <a:pt x="0" y="2895600"/>
                </a:lnTo>
              </a:path>
            </a:pathLst>
          </a:custGeom>
          <a:noFill/>
          <a:ln w="10478">
            <a:solidFill>
              <a:srgbClr val="000000"/>
            </a:solidFill>
            <a:prstDash val="dash"/>
          </a:ln>
        </p:spPr>
      </p:sp>
      <p:sp>
        <p:nvSpPr>
          <p:cNvPr id="223" name="dp45-comparison / n203 / arrow">
            <a:extLst>
              <a:ext uri="{FF2B5EF4-FFF2-40B4-BE49-F238E27FC236}">
                <ns2:creationId id="{85B0722D-FA22-4DCA-9ECA-FBEA879B3D1C}"/>
              </a:ext>
            </a:extLst>
          </p:cNvPr>
          <p:cNvSpPr>
            <a:spLocks noGrp="1"/>
          </p:cNvSpPr>
          <p:nvPr/>
        </p:nvSpPr>
        <p:spPr>
          <a:xfrm>
            <a:off x="12396597" y="5581650"/>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24" name="dp45-comparison / n204 / path">
            <a:extLst>
              <a:ext uri="{FF2B5EF4-FFF2-40B4-BE49-F238E27FC236}">
                <ns2:creationId id="{A95858D1-8FD8-49E9-A972-9E42005F5FD4}"/>
              </a:ext>
            </a:extLst>
          </p:cNvPr>
          <p:cNvSpPr>
            <a:spLocks noGrp="1"/>
          </p:cNvSpPr>
          <p:nvPr/>
        </p:nvSpPr>
        <p:spPr>
          <a:xfrm>
            <a:off x="12715875" y="2714625"/>
            <a:ext cx="4886325" cy="2590800"/>
          </a:xfrm>
          <a:custGeom>
            <a:pathLst>
              <a:path w="4886325" h="2590800">
                <a:moveTo>
                  <a:pt x="0" y="2590800"/>
                </a:moveTo>
                <a:lnTo>
                  <a:pt x="4886325" y="2590800"/>
                </a:lnTo>
                <a:lnTo>
                  <a:pt x="4886325" y="419100"/>
                </a:lnTo>
                <a:lnTo>
                  <a:pt x="2309813" y="419100"/>
                </a:lnTo>
                <a:lnTo>
                  <a:pt x="2309813" y="0"/>
                </a:lnTo>
              </a:path>
            </a:pathLst>
          </a:custGeom>
          <a:noFill/>
          <a:ln w="10478">
            <a:solidFill>
              <a:srgbClr val="000000"/>
            </a:solidFill>
            <a:prstDash val="solid"/>
          </a:ln>
        </p:spPr>
      </p:sp>
      <p:sp>
        <p:nvSpPr>
          <p:cNvPr id="225" name="dp45-comparison / n204 / arrow">
            <a:extLst>
              <a:ext uri="{FF2B5EF4-FFF2-40B4-BE49-F238E27FC236}">
                <ns2:creationId id="{09B88E48-32E4-417B-8F1A-44399DB17EF0}"/>
              </a:ext>
            </a:extLst>
          </p:cNvPr>
          <p:cNvSpPr>
            <a:spLocks noGrp="1"/>
          </p:cNvSpPr>
          <p:nvPr/>
        </p:nvSpPr>
        <p:spPr>
          <a:xfrm>
            <a:off x="14992160"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26" name="dp45-comparison / n205 / path">
            <a:extLst>
              <a:ext uri="{FF2B5EF4-FFF2-40B4-BE49-F238E27FC236}">
                <ns2:creationId id="{C03A3D60-B455-49C7-BD3B-AE304FBDF597}"/>
              </a:ext>
            </a:extLst>
          </p:cNvPr>
          <p:cNvSpPr>
            <a:spLocks noGrp="1"/>
          </p:cNvSpPr>
          <p:nvPr/>
        </p:nvSpPr>
        <p:spPr>
          <a:xfrm>
            <a:off x="12715875" y="2714625"/>
            <a:ext cx="4924425" cy="2628900"/>
          </a:xfrm>
          <a:custGeom>
            <a:pathLst>
              <a:path w="4924425" h="2628900">
                <a:moveTo>
                  <a:pt x="2347913" y="0"/>
                </a:moveTo>
                <a:lnTo>
                  <a:pt x="2347913" y="457200"/>
                </a:lnTo>
                <a:lnTo>
                  <a:pt x="4924425" y="457200"/>
                </a:lnTo>
                <a:lnTo>
                  <a:pt x="4924425" y="2628900"/>
                </a:lnTo>
                <a:lnTo>
                  <a:pt x="0" y="2628900"/>
                </a:lnTo>
              </a:path>
            </a:pathLst>
          </a:custGeom>
          <a:noFill/>
          <a:ln w="10478">
            <a:solidFill>
              <a:srgbClr val="000000"/>
            </a:solidFill>
            <a:prstDash val="dash"/>
          </a:ln>
        </p:spPr>
      </p:sp>
      <p:sp>
        <p:nvSpPr>
          <p:cNvPr id="227" name="dp45-comparison / n205 / arrow">
            <a:extLst>
              <a:ext uri="{FF2B5EF4-FFF2-40B4-BE49-F238E27FC236}">
                <ns2:creationId id="{9D6B43B4-74CB-4777-A441-8A865FF59AD9}"/>
              </a:ext>
            </a:extLst>
          </p:cNvPr>
          <p:cNvSpPr>
            <a:spLocks noGrp="1"/>
          </p:cNvSpPr>
          <p:nvPr/>
        </p:nvSpPr>
        <p:spPr>
          <a:xfrm>
            <a:off x="12715875" y="53099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28" name="dp45-comparison / n208 / path">
            <a:extLst>
              <a:ext uri="{FF2B5EF4-FFF2-40B4-BE49-F238E27FC236}">
                <ns2:creationId id="{4D0DF3E6-6C1D-4943-8EF5-CC7A64BAEC1B}"/>
              </a:ext>
            </a:extLst>
          </p:cNvPr>
          <p:cNvSpPr>
            <a:spLocks noGrp="1"/>
          </p:cNvSpPr>
          <p:nvPr/>
        </p:nvSpPr>
        <p:spPr>
          <a:xfrm>
            <a:off x="9734550" y="2562225"/>
            <a:ext cx="409575" cy="2838450"/>
          </a:xfrm>
          <a:custGeom>
            <a:pathLst>
              <a:path w="409575" h="2838450">
                <a:moveTo>
                  <a:pt x="219075" y="0"/>
                </a:moveTo>
                <a:lnTo>
                  <a:pt x="0" y="0"/>
                </a:lnTo>
                <a:lnTo>
                  <a:pt x="0" y="2838450"/>
                </a:lnTo>
                <a:lnTo>
                  <a:pt x="409575" y="2838450"/>
                </a:lnTo>
              </a:path>
            </a:pathLst>
          </a:custGeom>
          <a:noFill/>
          <a:ln w="10478">
            <a:solidFill>
              <a:srgbClr val="B8753F"/>
            </a:solidFill>
            <a:prstDash val="solid"/>
          </a:ln>
        </p:spPr>
      </p:sp>
      <p:sp>
        <p:nvSpPr>
          <p:cNvPr id="229" name="dp45-comparison / n208 / arrow">
            <a:extLst>
              <a:ext uri="{FF2B5EF4-FFF2-40B4-BE49-F238E27FC236}">
                <ns2:creationId id="{55E4401C-4004-4F05-AFBD-B31EA32C8397}"/>
              </a:ext>
            </a:extLst>
          </p:cNvPr>
          <p:cNvSpPr>
            <a:spLocks noGrp="1"/>
          </p:cNvSpPr>
          <p:nvPr/>
        </p:nvSpPr>
        <p:spPr>
          <a:xfrm>
            <a:off x="10077069" y="53671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0" name="dp45-comparison / n209 / path">
            <a:extLst>
              <a:ext uri="{FF2B5EF4-FFF2-40B4-BE49-F238E27FC236}">
                <ns2:creationId id="{B32A822C-72BD-4CE3-985E-C52213C01F09}"/>
              </a:ext>
            </a:extLst>
          </p:cNvPr>
          <p:cNvSpPr>
            <a:spLocks noGrp="1"/>
          </p:cNvSpPr>
          <p:nvPr/>
        </p:nvSpPr>
        <p:spPr>
          <a:xfrm>
            <a:off x="9810750" y="2638425"/>
            <a:ext cx="333375" cy="2847975"/>
          </a:xfrm>
          <a:custGeom>
            <a:pathLst>
              <a:path w="333375" h="2847975">
                <a:moveTo>
                  <a:pt x="333375" y="2847975"/>
                </a:moveTo>
                <a:lnTo>
                  <a:pt x="0" y="2847975"/>
                </a:lnTo>
                <a:lnTo>
                  <a:pt x="0" y="0"/>
                </a:lnTo>
                <a:lnTo>
                  <a:pt x="142875" y="0"/>
                </a:lnTo>
              </a:path>
            </a:pathLst>
          </a:custGeom>
          <a:noFill/>
          <a:ln w="10478">
            <a:solidFill>
              <a:srgbClr val="B8753F"/>
            </a:solidFill>
            <a:prstDash val="dash"/>
          </a:ln>
        </p:spPr>
      </p:sp>
      <p:sp>
        <p:nvSpPr>
          <p:cNvPr id="231" name="dp45-comparison / n209 / arrow">
            <a:extLst>
              <a:ext uri="{FF2B5EF4-FFF2-40B4-BE49-F238E27FC236}">
                <ns2:creationId id="{F049A37E-6203-4AF2-8455-299BC01929C6}"/>
              </a:ext>
            </a:extLst>
          </p:cNvPr>
          <p:cNvSpPr>
            <a:spLocks noGrp="1"/>
          </p:cNvSpPr>
          <p:nvPr/>
        </p:nvSpPr>
        <p:spPr>
          <a:xfrm>
            <a:off x="9886569" y="26048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2" name="dp45-comparison / n212">
            <a:extLst>
              <a:ext uri="{FF2B5EF4-FFF2-40B4-BE49-F238E27FC236}">
                <ns2:creationId id="{B8507AA3-E08C-4DB0-BBA8-E85F4DD19480}"/>
              </a:ext>
            </a:extLst>
          </p:cNvPr>
          <p:cNvSpPr>
            <a:spLocks noGrp="1"/>
          </p:cNvSpPr>
          <p:nvPr/>
        </p:nvSpPr>
        <p:spPr>
          <a:xfrm>
            <a:off x="10144125" y="6076950"/>
            <a:ext cx="2571750" cy="238125"/>
          </a:xfrm>
          <a:prstGeom prst="rect">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4" name="dp45-comparison / n214">
            <a:extLst>
              <a:ext uri="{FF2B5EF4-FFF2-40B4-BE49-F238E27FC236}">
                <ns2:creationId id="{8EB1AE35-67F3-4C39-9B34-8F1A11F63B19}"/>
              </a:ext>
            </a:extLst>
          </p:cNvPr>
          <p:cNvSpPr>
            <a:spLocks noGrp="1"/>
          </p:cNvSpPr>
          <p:nvPr/>
        </p:nvSpPr>
        <p:spPr>
          <a:xfrm>
            <a:off x="14620875" y="6076950"/>
            <a:ext cx="2857500" cy="238125"/>
          </a:xfrm>
          <a:prstGeom prst="hexagon">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36" name="dp45-comparison / n216 / path">
            <a:extLst>
              <a:ext uri="{FF2B5EF4-FFF2-40B4-BE49-F238E27FC236}">
                <ns2:creationId id="{EFECFF52-C903-469A-BFB0-DF9F141A9494}"/>
              </a:ext>
            </a:extLst>
          </p:cNvPr>
          <p:cNvSpPr>
            <a:spLocks noGrp="1"/>
          </p:cNvSpPr>
          <p:nvPr/>
        </p:nvSpPr>
        <p:spPr>
          <a:xfrm>
            <a:off x="9925050" y="3933825"/>
            <a:ext cx="219075" cy="2262188"/>
          </a:xfrm>
          <a:custGeom>
            <a:pathLst>
              <a:path w="219075" h="2262188">
                <a:moveTo>
                  <a:pt x="219075" y="0"/>
                </a:moveTo>
                <a:lnTo>
                  <a:pt x="0" y="0"/>
                </a:lnTo>
                <a:lnTo>
                  <a:pt x="0" y="2262188"/>
                </a:lnTo>
                <a:lnTo>
                  <a:pt x="219075" y="2262188"/>
                </a:lnTo>
              </a:path>
            </a:pathLst>
          </a:custGeom>
          <a:noFill/>
          <a:ln w="10478">
            <a:solidFill>
              <a:srgbClr val="000000"/>
            </a:solidFill>
            <a:prstDash val="solid"/>
          </a:ln>
        </p:spPr>
      </p:sp>
      <p:sp>
        <p:nvSpPr>
          <p:cNvPr id="237" name="dp45-comparison / n216 / arrow">
            <a:extLst>
              <a:ext uri="{FF2B5EF4-FFF2-40B4-BE49-F238E27FC236}">
                <ns2:creationId id="{634BB9AE-F4B7-4AFE-BC57-EB281B2DD0A4}"/>
              </a:ext>
            </a:extLst>
          </p:cNvPr>
          <p:cNvSpPr>
            <a:spLocks noGrp="1"/>
          </p:cNvSpPr>
          <p:nvPr/>
        </p:nvSpPr>
        <p:spPr>
          <a:xfrm>
            <a:off x="10077069" y="61624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38" name="dp45-comparison / n217 / path">
            <a:extLst>
              <a:ext uri="{FF2B5EF4-FFF2-40B4-BE49-F238E27FC236}">
                <ns2:creationId id="{6B037651-72F9-4133-806D-992A6D33C883}"/>
              </a:ext>
            </a:extLst>
          </p:cNvPr>
          <p:cNvSpPr>
            <a:spLocks noGrp="1"/>
          </p:cNvSpPr>
          <p:nvPr/>
        </p:nvSpPr>
        <p:spPr>
          <a:xfrm>
            <a:off x="10001250" y="4029075"/>
            <a:ext cx="142875" cy="2224088"/>
          </a:xfrm>
          <a:custGeom>
            <a:pathLst>
              <a:path w="142875" h="2224088">
                <a:moveTo>
                  <a:pt x="142875" y="2224088"/>
                </a:moveTo>
                <a:lnTo>
                  <a:pt x="0" y="2224088"/>
                </a:lnTo>
                <a:lnTo>
                  <a:pt x="0" y="0"/>
                </a:lnTo>
                <a:lnTo>
                  <a:pt x="142875" y="0"/>
                </a:lnTo>
              </a:path>
            </a:pathLst>
          </a:custGeom>
          <a:noFill/>
          <a:ln w="10478">
            <a:solidFill>
              <a:srgbClr val="000000"/>
            </a:solidFill>
            <a:prstDash val="dash"/>
          </a:ln>
        </p:spPr>
      </p:sp>
      <p:sp>
        <p:nvSpPr>
          <p:cNvPr id="239" name="dp45-comparison / n217 / arrow">
            <a:extLst>
              <a:ext uri="{FF2B5EF4-FFF2-40B4-BE49-F238E27FC236}">
                <ns2:creationId id="{F576800E-1843-48F1-9A36-18C89B1FA6B2}"/>
              </a:ext>
            </a:extLst>
          </p:cNvPr>
          <p:cNvSpPr>
            <a:spLocks noGrp="1"/>
          </p:cNvSpPr>
          <p:nvPr/>
        </p:nvSpPr>
        <p:spPr>
          <a:xfrm>
            <a:off x="10077069" y="39955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40" name="dp45-comparison / n218 / path">
            <a:extLst>
              <a:ext uri="{FF2B5EF4-FFF2-40B4-BE49-F238E27FC236}">
                <ns2:creationId id="{27803556-5FED-4E35-866F-FBF43C7CE703}"/>
              </a:ext>
            </a:extLst>
          </p:cNvPr>
          <p:cNvSpPr>
            <a:spLocks noGrp="1"/>
          </p:cNvSpPr>
          <p:nvPr/>
        </p:nvSpPr>
        <p:spPr>
          <a:xfrm>
            <a:off x="12715875" y="6157913"/>
            <a:ext cx="1905000" cy="953"/>
          </a:xfrm>
          <a:custGeom>
            <a:pathLst>
              <a:path w="1905000" h="953">
                <a:moveTo>
                  <a:pt x="0" y="0"/>
                </a:moveTo>
                <a:lnTo>
                  <a:pt x="1905000" y="0"/>
                </a:lnTo>
              </a:path>
            </a:pathLst>
          </a:custGeom>
          <a:noFill/>
          <a:ln w="10478">
            <a:solidFill>
              <a:srgbClr val="000000"/>
            </a:solidFill>
            <a:prstDash val="solid"/>
          </a:ln>
        </p:spPr>
      </p:sp>
      <p:sp>
        <p:nvSpPr>
          <p:cNvPr id="241" name="dp45-comparison / n218 / arrow">
            <a:extLst>
              <a:ext uri="{FF2B5EF4-FFF2-40B4-BE49-F238E27FC236}">
                <ns2:creationId id="{6E51AB4A-262D-46DE-83CC-4ED8689F3455}"/>
              </a:ext>
            </a:extLst>
          </p:cNvPr>
          <p:cNvSpPr>
            <a:spLocks noGrp="1"/>
          </p:cNvSpPr>
          <p:nvPr/>
        </p:nvSpPr>
        <p:spPr>
          <a:xfrm>
            <a:off x="14553819" y="61243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42" name="dp45-comparison / n219 / path">
            <a:extLst>
              <a:ext uri="{FF2B5EF4-FFF2-40B4-BE49-F238E27FC236}">
                <ns2:creationId id="{ABF69102-5539-4EF9-9CF2-693D9B962DF3}"/>
              </a:ext>
            </a:extLst>
          </p:cNvPr>
          <p:cNvSpPr>
            <a:spLocks noGrp="1"/>
          </p:cNvSpPr>
          <p:nvPr/>
        </p:nvSpPr>
        <p:spPr>
          <a:xfrm>
            <a:off x="12715875" y="6243638"/>
            <a:ext cx="1905000" cy="953"/>
          </a:xfrm>
          <a:custGeom>
            <a:pathLst>
              <a:path w="1905000" h="953">
                <a:moveTo>
                  <a:pt x="1905000" y="0"/>
                </a:moveTo>
                <a:lnTo>
                  <a:pt x="0" y="0"/>
                </a:lnTo>
              </a:path>
            </a:pathLst>
          </a:custGeom>
          <a:noFill/>
          <a:ln w="10478">
            <a:solidFill>
              <a:srgbClr val="000000"/>
            </a:solidFill>
            <a:prstDash val="dash"/>
          </a:ln>
        </p:spPr>
      </p:sp>
      <p:sp>
        <p:nvSpPr>
          <p:cNvPr id="243" name="dp45-comparison / n219 / arrow">
            <a:extLst>
              <a:ext uri="{FF2B5EF4-FFF2-40B4-BE49-F238E27FC236}">
                <ns2:creationId id="{F1373230-205D-4BA4-BE3D-3A4AFA2B15BD}"/>
              </a:ext>
            </a:extLst>
          </p:cNvPr>
          <p:cNvSpPr>
            <a:spLocks noGrp="1"/>
          </p:cNvSpPr>
          <p:nvPr/>
        </p:nvSpPr>
        <p:spPr>
          <a:xfrm>
            <a:off x="12715875" y="621011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4" name="dp45-comparison / n222 / path">
            <a:extLst>
              <a:ext uri="{FF2B5EF4-FFF2-40B4-BE49-F238E27FC236}">
                <ns2:creationId id="{6388FA69-D568-4ED5-ABE6-748AED1085A9}"/>
              </a:ext>
            </a:extLst>
          </p:cNvPr>
          <p:cNvSpPr>
            <a:spLocks noGrp="1"/>
          </p:cNvSpPr>
          <p:nvPr/>
        </p:nvSpPr>
        <p:spPr>
          <a:xfrm>
            <a:off x="9858375" y="6448425"/>
            <a:ext cx="7715250" cy="953"/>
          </a:xfrm>
          <a:custGeom>
            <a:pathLst>
              <a:path w="7715250" h="953">
                <a:moveTo>
                  <a:pt x="0" y="0"/>
                </a:moveTo>
                <a:lnTo>
                  <a:pt x="7715250" y="0"/>
                </a:lnTo>
              </a:path>
            </a:pathLst>
          </a:custGeom>
          <a:noFill/>
          <a:ln w="10478">
            <a:solidFill>
              <a:srgbClr val="000000"/>
            </a:solidFill>
            <a:prstDash val="solid"/>
          </a:ln>
        </p:spPr>
      </p:sp>
      <p:sp>
        <p:nvSpPr>
          <p:cNvPr id="245" name="dp45-comparison / n225">
            <a:extLst>
              <a:ext uri="{FF2B5EF4-FFF2-40B4-BE49-F238E27FC236}">
                <ns2:creationId id="{DA8481A1-009F-4AD5-BB1E-FA5F55014C0C}"/>
              </a:ext>
            </a:extLst>
          </p:cNvPr>
          <p:cNvSpPr>
            <a:spLocks noGrp="1"/>
          </p:cNvSpPr>
          <p:nvPr/>
        </p:nvSpPr>
        <p:spPr>
          <a:xfrm>
            <a:off x="995362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원본 변경 또는 생산 요청</a:t>
            </a:r>
            <a:endParaRPr lang="ko-KR">
              <a:solidFill>
                <a:srgbClr val="000000"/>
              </a:solidFill>
              <a:latin typeface="Calibri"/>
              <a:ea typeface="Calibri"/>
              <a:cs typeface="Calibri"/>
            </a:endParaRPr>
          </a:p>
        </p:txBody>
      </p:sp>
      <p:sp>
        <p:nvSpPr>
          <p:cNvPr id="247" name="dp45-comparison / n227">
            <a:extLst>
              <a:ext uri="{FF2B5EF4-FFF2-40B4-BE49-F238E27FC236}">
                <ns2:creationId id="{6E62BD2C-30EE-4283-8B96-0943EC1E9FF2}"/>
              </a:ext>
            </a:extLst>
          </p:cNvPr>
          <p:cNvSpPr>
            <a:spLocks noGrp="1"/>
          </p:cNvSpPr>
          <p:nvPr/>
        </p:nvSpPr>
        <p:spPr>
          <a:xfrm>
            <a:off x="1262062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Publisher: 공통 관계 게시</a:t>
            </a:r>
            <a:endParaRPr lang="ko-KR">
              <a:solidFill>
                <a:srgbClr val="000000"/>
              </a:solidFill>
              <a:latin typeface="Calibri"/>
              <a:ea typeface="Calibri"/>
              <a:cs typeface="Calibri"/>
            </a:endParaRPr>
          </a:p>
        </p:txBody>
      </p:sp>
      <p:sp>
        <p:nvSpPr>
          <p:cNvPr id="249" name="dp45-comparison / n229 / path">
            <a:extLst>
              <a:ext uri="{FF2B5EF4-FFF2-40B4-BE49-F238E27FC236}">
                <ns2:creationId id="{56448189-5A14-44A0-9662-28626EA3CEDC}"/>
              </a:ext>
            </a:extLst>
          </p:cNvPr>
          <p:cNvSpPr>
            <a:spLocks noGrp="1"/>
          </p:cNvSpPr>
          <p:nvPr/>
        </p:nvSpPr>
        <p:spPr>
          <a:xfrm>
            <a:off x="12192000" y="6843713"/>
            <a:ext cx="428625" cy="953"/>
          </a:xfrm>
          <a:custGeom>
            <a:pathLst>
              <a:path w="428625" h="953">
                <a:moveTo>
                  <a:pt x="0" y="0"/>
                </a:moveTo>
                <a:lnTo>
                  <a:pt x="428625" y="0"/>
                </a:lnTo>
              </a:path>
            </a:pathLst>
          </a:custGeom>
          <a:noFill/>
          <a:ln w="10478">
            <a:solidFill>
              <a:srgbClr val="B8753F"/>
            </a:solidFill>
            <a:prstDash val="solid"/>
          </a:ln>
        </p:spPr>
      </p:sp>
      <p:sp>
        <p:nvSpPr>
          <p:cNvPr id="250" name="dp45-comparison / n229 / arrow">
            <a:extLst>
              <a:ext uri="{FF2B5EF4-FFF2-40B4-BE49-F238E27FC236}">
                <ns2:creationId id="{62CCFE01-627A-4496-B4CA-54769C5698C4}"/>
              </a:ext>
            </a:extLst>
          </p:cNvPr>
          <p:cNvSpPr>
            <a:spLocks noGrp="1"/>
          </p:cNvSpPr>
          <p:nvPr/>
        </p:nvSpPr>
        <p:spPr>
          <a:xfrm>
            <a:off x="1255356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51" name="dp45-comparison / n230">
            <a:extLst>
              <a:ext uri="{FF2B5EF4-FFF2-40B4-BE49-F238E27FC236}">
                <ns2:creationId id="{9AC9E401-690C-4CE6-9AAC-EBA117D90FDC}"/>
              </a:ext>
            </a:extLst>
          </p:cNvPr>
          <p:cNvSpPr>
            <a:spLocks noGrp="1"/>
          </p:cNvSpPr>
          <p:nvPr/>
        </p:nvSpPr>
        <p:spPr>
          <a:xfrm>
            <a:off x="15287625" y="671512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Repository와 Coverage 유지</a:t>
            </a:r>
            <a:endParaRPr lang="ko-KR">
              <a:solidFill>
                <a:srgbClr val="000000"/>
              </a:solidFill>
              <a:latin typeface="Calibri"/>
              <a:ea typeface="Calibri"/>
              <a:cs typeface="Calibri"/>
            </a:endParaRPr>
          </a:p>
        </p:txBody>
      </p:sp>
      <p:sp>
        <p:nvSpPr>
          <p:cNvPr id="253" name="dp45-comparison / n232 / path">
            <a:extLst>
              <a:ext uri="{FF2B5EF4-FFF2-40B4-BE49-F238E27FC236}">
                <ns2:creationId id="{3D1B6973-4024-4A5E-BB19-3BC73E88C851}"/>
              </a:ext>
            </a:extLst>
          </p:cNvPr>
          <p:cNvSpPr>
            <a:spLocks noGrp="1"/>
          </p:cNvSpPr>
          <p:nvPr/>
        </p:nvSpPr>
        <p:spPr>
          <a:xfrm>
            <a:off x="14859000" y="6843713"/>
            <a:ext cx="428625" cy="953"/>
          </a:xfrm>
          <a:custGeom>
            <a:pathLst>
              <a:path w="428625" h="953">
                <a:moveTo>
                  <a:pt x="0" y="0"/>
                </a:moveTo>
                <a:lnTo>
                  <a:pt x="428625" y="0"/>
                </a:lnTo>
              </a:path>
            </a:pathLst>
          </a:custGeom>
          <a:noFill/>
          <a:ln w="10478">
            <a:solidFill>
              <a:srgbClr val="B8753F"/>
            </a:solidFill>
            <a:prstDash val="solid"/>
          </a:ln>
        </p:spPr>
      </p:sp>
      <p:sp>
        <p:nvSpPr>
          <p:cNvPr id="254" name="dp45-comparison / n232 / arrow">
            <a:extLst>
              <a:ext uri="{FF2B5EF4-FFF2-40B4-BE49-F238E27FC236}">
                <ns2:creationId id="{4206A140-B754-44B0-BC0A-F4CF661D4860}"/>
              </a:ext>
            </a:extLst>
          </p:cNvPr>
          <p:cNvSpPr>
            <a:spLocks noGrp="1"/>
          </p:cNvSpPr>
          <p:nvPr/>
        </p:nvSpPr>
        <p:spPr>
          <a:xfrm>
            <a:off x="1522056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55" name="dp45-comparison / n233">
            <a:extLst>
              <a:ext uri="{FF2B5EF4-FFF2-40B4-BE49-F238E27FC236}">
                <ns2:creationId id="{ADB9EE68-2BCA-4882-94C7-53FAB82F2802}"/>
              </a:ext>
            </a:extLst>
          </p:cNvPr>
          <p:cNvSpPr>
            <a:spLocks noGrp="1"/>
          </p:cNvSpPr>
          <p:nvPr/>
        </p:nvSpPr>
        <p:spPr>
          <a:xfrm>
            <a:off x="995362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Query1 도착</a:t>
            </a:r>
            <a:endParaRPr lang="ko-KR">
              <a:solidFill>
                <a:srgbClr val="000000"/>
              </a:solidFill>
              <a:latin typeface="Calibri"/>
              <a:ea typeface="Calibri"/>
              <a:cs typeface="Calibri"/>
            </a:endParaRPr>
          </a:p>
        </p:txBody>
      </p:sp>
      <p:sp>
        <p:nvSpPr>
          <p:cNvPr id="257" name="dp45-comparison / n235">
            <a:extLst>
              <a:ext uri="{FF2B5EF4-FFF2-40B4-BE49-F238E27FC236}">
                <ns2:creationId id="{3316044F-E899-4B31-A040-3DC82405EE87}"/>
              </a:ext>
            </a:extLst>
          </p:cNvPr>
          <p:cNvSpPr>
            <a:spLocks noGrp="1"/>
          </p:cNvSpPr>
          <p:nvPr/>
        </p:nvSpPr>
        <p:spPr>
          <a:xfrm>
            <a:off x="1262062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Reader: 게시 관계 읽기</a:t>
            </a:r>
            <a:endParaRPr lang="ko-KR">
              <a:solidFill>
                <a:srgbClr val="000000"/>
              </a:solidFill>
              <a:latin typeface="Calibri"/>
              <a:ea typeface="Calibri"/>
              <a:cs typeface="Calibri"/>
            </a:endParaRPr>
          </a:p>
        </p:txBody>
      </p:sp>
      <p:sp>
        <p:nvSpPr>
          <p:cNvPr id="259" name="dp45-comparison / n237 / path">
            <a:extLst>
              <a:ext uri="{FF2B5EF4-FFF2-40B4-BE49-F238E27FC236}">
                <ns2:creationId id="{70BC3753-0DE9-49C4-836E-F32EE275EF50}"/>
              </a:ext>
            </a:extLst>
          </p:cNvPr>
          <p:cNvSpPr>
            <a:spLocks noGrp="1"/>
          </p:cNvSpPr>
          <p:nvPr/>
        </p:nvSpPr>
        <p:spPr>
          <a:xfrm>
            <a:off x="12192000" y="7386638"/>
            <a:ext cx="428625" cy="953"/>
          </a:xfrm>
          <a:custGeom>
            <a:pathLst>
              <a:path w="428625" h="953">
                <a:moveTo>
                  <a:pt x="0" y="0"/>
                </a:moveTo>
                <a:lnTo>
                  <a:pt x="428625" y="0"/>
                </a:lnTo>
              </a:path>
            </a:pathLst>
          </a:custGeom>
          <a:noFill/>
          <a:ln w="10478">
            <a:solidFill>
              <a:srgbClr val="B8753F"/>
            </a:solidFill>
            <a:prstDash val="solid"/>
          </a:ln>
        </p:spPr>
      </p:sp>
      <p:sp>
        <p:nvSpPr>
          <p:cNvPr id="260" name="dp45-comparison / n237 / arrow">
            <a:extLst>
              <a:ext uri="{FF2B5EF4-FFF2-40B4-BE49-F238E27FC236}">
                <ns2:creationId id="{182BB609-691E-494C-ACFF-3AC762D4DA7C}"/>
              </a:ext>
            </a:extLst>
          </p:cNvPr>
          <p:cNvSpPr>
            <a:spLocks noGrp="1"/>
          </p:cNvSpPr>
          <p:nvPr/>
        </p:nvSpPr>
        <p:spPr>
          <a:xfrm>
            <a:off x="1255356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61" name="dp45-comparison / n238">
            <a:extLst>
              <a:ext uri="{FF2B5EF4-FFF2-40B4-BE49-F238E27FC236}">
                <ns2:creationId id="{5EDE5EEC-F85F-4677-9E39-9399C313B776}"/>
              </a:ext>
            </a:extLst>
          </p:cNvPr>
          <p:cNvSpPr>
            <a:spLocks noGrp="1"/>
          </p:cNvSpPr>
          <p:nvPr/>
        </p:nvSpPr>
        <p:spPr>
          <a:xfrm>
            <a:off x="15287625" y="7258050"/>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원본 확인 후 Bundle1 반환</a:t>
            </a:r>
            <a:endParaRPr lang="ko-KR">
              <a:solidFill>
                <a:srgbClr val="000000"/>
              </a:solidFill>
              <a:latin typeface="Calibri"/>
              <a:ea typeface="Calibri"/>
              <a:cs typeface="Calibri"/>
            </a:endParaRPr>
          </a:p>
        </p:txBody>
      </p:sp>
      <p:sp>
        <p:nvSpPr>
          <p:cNvPr id="263" name="dp45-comparison / n240 / path">
            <a:extLst>
              <a:ext uri="{FF2B5EF4-FFF2-40B4-BE49-F238E27FC236}">
                <ns2:creationId id="{EBDB35FA-C596-433B-9AF5-4899BA92E3B1}"/>
              </a:ext>
            </a:extLst>
          </p:cNvPr>
          <p:cNvSpPr>
            <a:spLocks noGrp="1"/>
          </p:cNvSpPr>
          <p:nvPr/>
        </p:nvSpPr>
        <p:spPr>
          <a:xfrm>
            <a:off x="14859000" y="7386638"/>
            <a:ext cx="428625" cy="953"/>
          </a:xfrm>
          <a:custGeom>
            <a:pathLst>
              <a:path w="428625" h="953">
                <a:moveTo>
                  <a:pt x="0" y="0"/>
                </a:moveTo>
                <a:lnTo>
                  <a:pt x="428625" y="0"/>
                </a:lnTo>
              </a:path>
            </a:pathLst>
          </a:custGeom>
          <a:noFill/>
          <a:ln w="10478">
            <a:solidFill>
              <a:srgbClr val="B8753F"/>
            </a:solidFill>
            <a:prstDash val="solid"/>
          </a:ln>
        </p:spPr>
      </p:sp>
      <p:sp>
        <p:nvSpPr>
          <p:cNvPr id="264" name="dp45-comparison / n240 / arrow">
            <a:extLst>
              <a:ext uri="{FF2B5EF4-FFF2-40B4-BE49-F238E27FC236}">
                <ns2:creationId id="{83248224-6B67-4A77-9300-59A83747CA63}"/>
              </a:ext>
            </a:extLst>
          </p:cNvPr>
          <p:cNvSpPr>
            <a:spLocks noGrp="1"/>
          </p:cNvSpPr>
          <p:nvPr/>
        </p:nvSpPr>
        <p:spPr>
          <a:xfrm>
            <a:off x="1522056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65" name="dp45-comparison / n157">
            <a:extLst>
              <a:ext uri="{FF2B5EF4-FFF2-40B4-BE49-F238E27FC236}">
                <ns2:creationId id="{6B7AA8B3-5E58-483E-B086-8966EC13CFC1}"/>
              </a:ext>
            </a:extLst>
          </p:cNvPr>
          <p:cNvSpPr>
            <a:spLocks noGrp="1"/>
          </p:cNvSpPr>
          <p:nvPr/>
        </p:nvSpPr>
        <p:spPr>
          <a:xfrm>
            <a:off x="9934575" y="2771775"/>
            <a:ext cx="1980629" cy="167640"/>
          </a:xfrm>
          <a:prstGeom prst="rect">
            <a:avLst/>
          </a:prstGeom>
          <a:solidFill>
            <a:srgbClr val="FFFFFF"/>
          </a:solidFill>
          <a:ln w="0">
            <a:noFill/>
            <a:prstDash val="solid"/>
          </a:ln>
        </p:spPr>
      </p:sp>
      <p:sp>
        <p:nvSpPr>
          <p:cNvPr id="266" name="dp45-comparison / n158 / text 1">
            <a:extLst>
              <a:ext uri="{FF2B5EF4-FFF2-40B4-BE49-F238E27FC236}">
                <ns2:creationId id="{19ED1C59-986C-449E-8163-4AA6352A9FF7}"/>
              </a:ext>
            </a:extLst>
          </p:cNvPr>
          <p:cNvSpPr>
            <a:spLocks noGrp="1"/>
          </p:cNvSpPr>
          <p:nvPr/>
        </p:nvSpPr>
        <p:spPr>
          <a:xfrm>
            <a:off x="9953625" y="2781300"/>
            <a:ext cx="2667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Query1: 평가 기준과 과거 결과</a:t>
            </a:r>
            <a:endParaRPr lang="ko-KR">
              <a:solidFill>
                <a:srgbClr val="000000"/>
              </a:solidFill>
              <a:latin typeface="Calibri"/>
              <a:ea typeface="Calibri"/>
              <a:cs typeface="Calibri"/>
            </a:endParaRPr>
          </a:p>
        </p:txBody>
      </p:sp>
      <p:sp>
        <p:nvSpPr>
          <p:cNvPr id="267" name="dp45-comparison / n159">
            <a:extLst>
              <a:ext uri="{FF2B5EF4-FFF2-40B4-BE49-F238E27FC236}">
                <ns2:creationId id="{33CA3BBF-708F-4783-9272-479E2239270A}"/>
              </a:ext>
            </a:extLst>
          </p:cNvPr>
          <p:cNvSpPr>
            <a:spLocks noGrp="1"/>
          </p:cNvSpPr>
          <p:nvPr/>
        </p:nvSpPr>
        <p:spPr>
          <a:xfrm>
            <a:off x="12887325" y="2762250"/>
            <a:ext cx="1731264" cy="156210"/>
          </a:xfrm>
          <a:prstGeom prst="rect">
            <a:avLst/>
          </a:prstGeom>
          <a:solidFill>
            <a:srgbClr val="FFFFFF"/>
          </a:solidFill>
          <a:ln w="0">
            <a:noFill/>
            <a:prstDash val="solid"/>
          </a:ln>
        </p:spPr>
      </p:sp>
      <p:sp>
        <p:nvSpPr>
          <p:cNvPr id="268" name="dp45-comparison / n160 / text 1">
            <a:extLst>
              <a:ext uri="{FF2B5EF4-FFF2-40B4-BE49-F238E27FC236}">
                <ns2:creationId id="{339E523D-E875-4BC5-AE4C-3C7E9E91436A}"/>
              </a:ext>
            </a:extLst>
          </p:cNvPr>
          <p:cNvSpPr>
            <a:spLocks noGrp="1"/>
          </p:cNvSpPr>
          <p:nvPr/>
        </p:nvSpPr>
        <p:spPr>
          <a:xfrm>
            <a:off x="12906375" y="2771775"/>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설명 원문 / 실제 전달한 범위</a:t>
            </a:r>
            <a:endParaRPr lang="ko-KR">
              <a:solidFill>
                <a:srgbClr val="000000"/>
              </a:solidFill>
              <a:latin typeface="Calibri"/>
              <a:ea typeface="Calibri"/>
              <a:cs typeface="Calibri"/>
            </a:endParaRPr>
          </a:p>
        </p:txBody>
      </p:sp>
      <p:sp>
        <p:nvSpPr>
          <p:cNvPr id="269" name="dp45-comparison / n161">
            <a:extLst>
              <a:ext uri="{FF2B5EF4-FFF2-40B4-BE49-F238E27FC236}">
                <ns2:creationId id="{1D05C98C-FEB5-4EA4-B1C2-0809624A6400}"/>
              </a:ext>
            </a:extLst>
          </p:cNvPr>
          <p:cNvSpPr>
            <a:spLocks noGrp="1"/>
          </p:cNvSpPr>
          <p:nvPr/>
        </p:nvSpPr>
        <p:spPr>
          <a:xfrm>
            <a:off x="15411450" y="2762250"/>
            <a:ext cx="1822704" cy="156210"/>
          </a:xfrm>
          <a:prstGeom prst="rect">
            <a:avLst/>
          </a:prstGeom>
          <a:solidFill>
            <a:srgbClr val="FFFFFF"/>
          </a:solidFill>
          <a:ln w="0">
            <a:noFill/>
            <a:prstDash val="solid"/>
          </a:ln>
        </p:spPr>
      </p:sp>
      <p:sp>
        <p:nvSpPr>
          <p:cNvPr id="270" name="dp45-comparison / n162 / text 1">
            <a:extLst>
              <a:ext uri="{FF2B5EF4-FFF2-40B4-BE49-F238E27FC236}">
                <ns2:creationId id="{2288C222-1A05-4DE0-BBE8-C44156C188BD}"/>
              </a:ext>
            </a:extLst>
          </p:cNvPr>
          <p:cNvSpPr>
            <a:spLocks noGrp="1"/>
          </p:cNvSpPr>
          <p:nvPr/>
        </p:nvSpPr>
        <p:spPr>
          <a:xfrm>
            <a:off x="15430500" y="2771775"/>
            <a:ext cx="2095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제품 조사 / Task2 견적</a:t>
            </a:r>
            <a:endParaRPr lang="ko-KR">
              <a:solidFill>
                <a:srgbClr val="000000"/>
              </a:solidFill>
              <a:latin typeface="Calibri"/>
              <a:ea typeface="Calibri"/>
              <a:cs typeface="Calibri"/>
            </a:endParaRPr>
          </a:p>
        </p:txBody>
      </p:sp>
      <p:sp>
        <p:nvSpPr>
          <p:cNvPr id="271" name="dp45-comparison / n163">
            <a:extLst>
              <a:ext uri="{FF2B5EF4-FFF2-40B4-BE49-F238E27FC236}">
                <ns2:creationId id="{8E098F75-43F1-4EAF-B51F-8DBC300CCD39}"/>
              </a:ext>
            </a:extLst>
          </p:cNvPr>
          <p:cNvSpPr>
            <a:spLocks noGrp="1"/>
          </p:cNvSpPr>
          <p:nvPr/>
        </p:nvSpPr>
        <p:spPr>
          <a:xfrm>
            <a:off x="12887325" y="2924175"/>
            <a:ext cx="1207770" cy="156210"/>
          </a:xfrm>
          <a:prstGeom prst="rect">
            <a:avLst/>
          </a:prstGeom>
          <a:solidFill>
            <a:srgbClr val="FFFFFF"/>
          </a:solidFill>
          <a:ln w="0">
            <a:noFill/>
            <a:prstDash val="solid"/>
          </a:ln>
        </p:spPr>
      </p:sp>
      <p:sp>
        <p:nvSpPr>
          <p:cNvPr id="272" name="dp45-comparison / n164 / text 1">
            <a:extLst>
              <a:ext uri="{FF2B5EF4-FFF2-40B4-BE49-F238E27FC236}">
                <ns2:creationId id="{F4A72F5A-9E49-44DF-8F36-0B6EE76B156E}"/>
              </a:ext>
            </a:extLst>
          </p:cNvPr>
          <p:cNvSpPr>
            <a:spLocks noGrp="1"/>
          </p:cNvSpPr>
          <p:nvPr/>
        </p:nvSpPr>
        <p:spPr>
          <a:xfrm>
            <a:off x="12906375" y="2933700"/>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“가격이 같은 경우…”</a:t>
            </a:r>
            <a:endParaRPr lang="ko-KR">
              <a:solidFill>
                <a:srgbClr val="000000"/>
              </a:solidFill>
              <a:latin typeface="Calibri"/>
              <a:ea typeface="Calibri"/>
              <a:cs typeface="Calibri"/>
            </a:endParaRPr>
          </a:p>
        </p:txBody>
      </p:sp>
      <p:sp>
        <p:nvSpPr>
          <p:cNvPr id="273" name="dp45-comparison / n165">
            <a:extLst>
              <a:ext uri="{FF2B5EF4-FFF2-40B4-BE49-F238E27FC236}">
                <ns2:creationId id="{6895F6A8-918A-4363-BAF4-B735725AE6C1}"/>
              </a:ext>
            </a:extLst>
          </p:cNvPr>
          <p:cNvSpPr>
            <a:spLocks noGrp="1"/>
          </p:cNvSpPr>
          <p:nvPr/>
        </p:nvSpPr>
        <p:spPr>
          <a:xfrm>
            <a:off x="15411450" y="2924175"/>
            <a:ext cx="1731645" cy="144780"/>
          </a:xfrm>
          <a:prstGeom prst="rect">
            <a:avLst/>
          </a:prstGeom>
          <a:solidFill>
            <a:srgbClr val="FFFFFF"/>
          </a:solidFill>
          <a:ln w="0">
            <a:noFill/>
            <a:prstDash val="solid"/>
          </a:ln>
        </p:spPr>
      </p:sp>
      <p:sp>
        <p:nvSpPr>
          <p:cNvPr id="274" name="dp45-comparison / n166 / text 1">
            <a:extLst>
              <a:ext uri="{FF2B5EF4-FFF2-40B4-BE49-F238E27FC236}">
                <ns2:creationId id="{198AE5B3-1BA7-4D38-A123-DA7232BDB172}"/>
              </a:ext>
            </a:extLst>
          </p:cNvPr>
          <p:cNvSpPr>
            <a:spLocks noGrp="1"/>
          </p:cNvSpPr>
          <p:nvPr/>
        </p:nvSpPr>
        <p:spPr>
          <a:xfrm>
            <a:off x="15430500" y="2933700"/>
            <a:ext cx="20955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제품 결과 개정 2 / 견적 개정 1</a:t>
            </a:r>
            <a:endParaRPr lang="ko-KR">
              <a:solidFill>
                <a:srgbClr val="000000"/>
              </a:solidFill>
              <a:latin typeface="Calibri"/>
              <a:ea typeface="Calibri"/>
              <a:cs typeface="Calibri"/>
            </a:endParaRPr>
          </a:p>
        </p:txBody>
      </p:sp>
      <p:sp>
        <p:nvSpPr>
          <p:cNvPr id="275" name="dp45-comparison / n183">
            <a:extLst>
              <a:ext uri="{FF2B5EF4-FFF2-40B4-BE49-F238E27FC236}">
                <ns2:creationId id="{76D66A59-F505-4110-B461-2DD72EAEB728}"/>
              </a:ext>
            </a:extLst>
          </p:cNvPr>
          <p:cNvSpPr>
            <a:spLocks noGrp="1"/>
          </p:cNvSpPr>
          <p:nvPr/>
        </p:nvSpPr>
        <p:spPr>
          <a:xfrm>
            <a:off x="13744575" y="3362325"/>
            <a:ext cx="2815209" cy="167640"/>
          </a:xfrm>
          <a:prstGeom prst="rect">
            <a:avLst/>
          </a:prstGeom>
          <a:solidFill>
            <a:srgbClr val="FFFFFF"/>
          </a:solidFill>
          <a:ln w="0">
            <a:noFill/>
            <a:prstDash val="solid"/>
          </a:ln>
        </p:spPr>
      </p:sp>
      <p:sp>
        <p:nvSpPr>
          <p:cNvPr id="276" name="dp45-comparison / n184 / text 1">
            <a:extLst>
              <a:ext uri="{FF2B5EF4-FFF2-40B4-BE49-F238E27FC236}">
                <ns2:creationId id="{6B68494E-A085-467C-A118-D96C04A4C45B}"/>
              </a:ext>
            </a:extLst>
          </p:cNvPr>
          <p:cNvSpPr>
            <a:spLocks noGrp="1"/>
          </p:cNvSpPr>
          <p:nvPr/>
        </p:nvSpPr>
        <p:spPr>
          <a:xfrm>
            <a:off x="13763625" y="3371850"/>
            <a:ext cx="3619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원본 변경 / 생산 / 검증 / 같은 개정 게시</a:t>
            </a:r>
            <a:endParaRPr lang="ko-KR">
              <a:solidFill>
                <a:srgbClr val="000000"/>
              </a:solidFill>
              <a:latin typeface="Calibri"/>
              <a:ea typeface="Calibri"/>
              <a:cs typeface="Calibri"/>
            </a:endParaRPr>
          </a:p>
        </p:txBody>
      </p:sp>
      <p:sp>
        <p:nvSpPr>
          <p:cNvPr id="277" name="dp45-comparison / n187">
            <a:extLst>
              <a:ext uri="{FF2B5EF4-FFF2-40B4-BE49-F238E27FC236}">
                <ns2:creationId id="{31ECDC31-53BC-4C9A-852D-1B4052F82702}"/>
              </a:ext>
            </a:extLst>
          </p:cNvPr>
          <p:cNvSpPr>
            <a:spLocks noGrp="1"/>
          </p:cNvSpPr>
          <p:nvPr/>
        </p:nvSpPr>
        <p:spPr>
          <a:xfrm>
            <a:off x="14239875" y="4305300"/>
            <a:ext cx="2952750" cy="942975"/>
          </a:xfrm>
          <a:custGeom>
            <a:pathLst>
              <a:path w="2952750" h="942975">
                <a:moveTo>
                  <a:pt x="0" y="0"/>
                </a:moveTo>
                <a:lnTo>
                  <a:pt x="2781300" y="0"/>
                </a:lnTo>
                <a:lnTo>
                  <a:pt x="2952750" y="171450"/>
                </a:lnTo>
                <a:lnTo>
                  <a:pt x="2952750" y="942975"/>
                </a:lnTo>
                <a:lnTo>
                  <a:pt x="0" y="942975"/>
                </a:lnTo>
                <a:close/>
              </a:path>
            </a:pathLst>
          </a:custGeom>
          <a:solidFill>
            <a:srgbClr val="FFFFFF"/>
          </a:solidFill>
          <a:ln w="9525">
            <a:solidFill>
              <a:srgbClr val="000000"/>
            </a:solidFill>
            <a:prstDash val="solid"/>
          </a:ln>
        </p:spPr>
        <p:txBody>
          <a:bodyPr wrap="none" lIns="95250" tIns="57150" rIns="171450" bIns="2071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Memory1 / relation_kind:EXPLAINS_ITEM</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from/to: 실제 전달 → 설명 원문</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value: “가격이 같은 경우 유지보수 기간을</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우선합니다.” / MODEL_DERIVED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HAS_RESULT: 제품 Task → 제품 결과 / EXPLICIT</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HAS_RESULT: 견적 Task → 견적 결과 / EXPLICIT</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source_spans / dependency_vector / 개정</a:t>
            </a:r>
            <a:endParaRPr lang="ko-KR">
              <a:solidFill>
                <a:srgbClr val="000000"/>
              </a:solidFill>
              <a:latin typeface="Calibri"/>
              <a:ea typeface="Calibri"/>
              <a:cs typeface="Calibri"/>
            </a:endParaRPr>
          </a:p>
        </p:txBody>
      </p:sp>
      <p:sp>
        <p:nvSpPr>
          <p:cNvPr id="278" name="dp45-comparison / n187 / fold">
            <a:extLst>
              <a:ext uri="{FF2B5EF4-FFF2-40B4-BE49-F238E27FC236}">
                <ns2:creationId id="{27494741-A52C-4A48-87D3-015440562D67}"/>
              </a:ext>
            </a:extLst>
          </p:cNvPr>
          <p:cNvSpPr>
            <a:spLocks noGrp="1"/>
          </p:cNvSpPr>
          <p:nvPr/>
        </p:nvSpPr>
        <p:spPr>
          <a:xfrm>
            <a:off x="17021175" y="43053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86" name="dp45-comparison / n194">
            <a:extLst>
              <a:ext uri="{FF2B5EF4-FFF2-40B4-BE49-F238E27FC236}">
                <ns2:creationId id="{4AFE8E12-0D9F-4B45-B071-3F974DF6D24F}"/>
              </a:ext>
            </a:extLst>
          </p:cNvPr>
          <p:cNvSpPr>
            <a:spLocks noGrp="1"/>
          </p:cNvSpPr>
          <p:nvPr/>
        </p:nvSpPr>
        <p:spPr>
          <a:xfrm>
            <a:off x="10220325" y="4314825"/>
            <a:ext cx="1886712" cy="144780"/>
          </a:xfrm>
          <a:prstGeom prst="rect">
            <a:avLst/>
          </a:prstGeom>
          <a:solidFill>
            <a:srgbClr val="FFFFFF"/>
          </a:solidFill>
          <a:ln w="0">
            <a:noFill/>
            <a:prstDash val="solid"/>
          </a:ln>
        </p:spPr>
      </p:sp>
      <p:sp>
        <p:nvSpPr>
          <p:cNvPr id="287" name="dp45-comparison / n195 / text 1">
            <a:extLst>
              <a:ext uri="{FF2B5EF4-FFF2-40B4-BE49-F238E27FC236}">
                <ns2:creationId id="{0EE020F7-2209-4D3F-9FF3-ACB9B29D2CBA}"/>
              </a:ext>
            </a:extLst>
          </p:cNvPr>
          <p:cNvSpPr>
            <a:spLocks noGrp="1"/>
          </p:cNvSpPr>
          <p:nvPr/>
        </p:nvSpPr>
        <p:spPr>
          <a:xfrm>
            <a:off x="10239375" y="4324350"/>
            <a:ext cx="2619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NOT_COVERED: 지원 범위 생산 요청</a:t>
            </a:r>
            <a:endParaRPr lang="ko-KR">
              <a:solidFill>
                <a:srgbClr val="000000"/>
              </a:solidFill>
              <a:latin typeface="Calibri"/>
              <a:ea typeface="Calibri"/>
              <a:cs typeface="Calibri"/>
            </a:endParaRPr>
          </a:p>
        </p:txBody>
      </p:sp>
      <p:sp>
        <p:nvSpPr>
          <p:cNvPr id="288" name="dp45-comparison / n196">
            <a:extLst>
              <a:ext uri="{FF2B5EF4-FFF2-40B4-BE49-F238E27FC236}">
                <ns2:creationId id="{9C03684A-B22B-4024-86C9-C39AF1A3180B}"/>
              </a:ext>
            </a:extLst>
          </p:cNvPr>
          <p:cNvSpPr>
            <a:spLocks noGrp="1"/>
          </p:cNvSpPr>
          <p:nvPr/>
        </p:nvSpPr>
        <p:spPr>
          <a:xfrm>
            <a:off x="10220325" y="4533900"/>
            <a:ext cx="2272284" cy="144780"/>
          </a:xfrm>
          <a:prstGeom prst="rect">
            <a:avLst/>
          </a:prstGeom>
          <a:solidFill>
            <a:srgbClr val="FFFFFF"/>
          </a:solidFill>
          <a:ln w="0">
            <a:noFill/>
            <a:prstDash val="solid"/>
          </a:ln>
        </p:spPr>
      </p:sp>
      <p:sp>
        <p:nvSpPr>
          <p:cNvPr id="289" name="dp45-comparison / n197 / text 1">
            <a:extLst>
              <a:ext uri="{FF2B5EF4-FFF2-40B4-BE49-F238E27FC236}">
                <ns2:creationId id="{426CDD62-6CDA-48BC-8F57-A34A38DA8F49}"/>
              </a:ext>
            </a:extLst>
          </p:cNvPr>
          <p:cNvSpPr>
            <a:spLocks noGrp="1"/>
          </p:cNvSpPr>
          <p:nvPr/>
        </p:nvSpPr>
        <p:spPr>
          <a:xfrm>
            <a:off x="10239375" y="4543425"/>
            <a:ext cx="2619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게시 개정 반환 후 Reader가 저장소 재조회</a:t>
            </a:r>
            <a:endParaRPr lang="ko-KR">
              <a:solidFill>
                <a:srgbClr val="000000"/>
              </a:solidFill>
              <a:latin typeface="Calibri"/>
              <a:ea typeface="Calibri"/>
              <a:cs typeface="Calibri"/>
            </a:endParaRPr>
          </a:p>
        </p:txBody>
      </p:sp>
      <p:sp>
        <p:nvSpPr>
          <p:cNvPr id="290" name="dp45-comparison / n198">
            <a:extLst>
              <a:ext uri="{FF2B5EF4-FFF2-40B4-BE49-F238E27FC236}">
                <ns2:creationId id="{CA27AEFC-D458-49F0-A167-2DE10597F4CA}"/>
              </a:ext>
            </a:extLst>
          </p:cNvPr>
          <p:cNvSpPr>
            <a:spLocks noGrp="1"/>
          </p:cNvSpPr>
          <p:nvPr/>
        </p:nvSpPr>
        <p:spPr>
          <a:xfrm>
            <a:off x="10125075" y="5686425"/>
            <a:ext cx="2991041" cy="144780"/>
          </a:xfrm>
          <a:prstGeom prst="rect">
            <a:avLst/>
          </a:prstGeom>
          <a:solidFill>
            <a:srgbClr val="FFFFFF"/>
          </a:solidFill>
          <a:ln w="0">
            <a:noFill/>
            <a:prstDash val="solid"/>
          </a:ln>
        </p:spPr>
      </p:sp>
      <p:sp>
        <p:nvSpPr>
          <p:cNvPr id="291" name="dp45-comparison / n199 / text 1">
            <a:extLst>
              <a:ext uri="{FF2B5EF4-FFF2-40B4-BE49-F238E27FC236}">
                <ns2:creationId id="{1A891CA5-C8B1-4AFA-8D3D-EE852FAD4E25}"/>
              </a:ext>
            </a:extLst>
          </p:cNvPr>
          <p:cNvSpPr>
            <a:spLocks noGrp="1"/>
          </p:cNvSpPr>
          <p:nvPr/>
        </p:nvSpPr>
        <p:spPr>
          <a:xfrm>
            <a:off x="10144125" y="5695950"/>
            <a:ext cx="3714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지원 밖 관계: UNSUPPORTED_RELATION / 반복 생산 없음</a:t>
            </a:r>
            <a:endParaRPr lang="ko-KR">
              <a:solidFill>
                <a:srgbClr val="000000"/>
              </a:solidFill>
              <a:latin typeface="Calibri"/>
              <a:ea typeface="Calibri"/>
              <a:cs typeface="Calibri"/>
            </a:endParaRPr>
          </a:p>
        </p:txBody>
      </p:sp>
      <p:sp>
        <p:nvSpPr>
          <p:cNvPr id="292" name="dp45-comparison / n200">
            <a:extLst>
              <a:ext uri="{FF2B5EF4-FFF2-40B4-BE49-F238E27FC236}">
                <ns2:creationId id="{C3D32650-B77E-4EC7-8DC9-10C7C9211545}"/>
              </a:ext>
            </a:extLst>
          </p:cNvPr>
          <p:cNvSpPr>
            <a:spLocks noGrp="1"/>
          </p:cNvSpPr>
          <p:nvPr/>
        </p:nvSpPr>
        <p:spPr>
          <a:xfrm>
            <a:off x="14220825" y="5800725"/>
            <a:ext cx="2177987" cy="144780"/>
          </a:xfrm>
          <a:prstGeom prst="rect">
            <a:avLst/>
          </a:prstGeom>
          <a:solidFill>
            <a:srgbClr val="FFFFFF"/>
          </a:solidFill>
          <a:ln w="0">
            <a:noFill/>
            <a:prstDash val="solid"/>
          </a:ln>
        </p:spPr>
      </p:sp>
      <p:sp>
        <p:nvSpPr>
          <p:cNvPr id="293" name="dp45-comparison / n201 / text 1">
            <a:extLst>
              <a:ext uri="{FF2B5EF4-FFF2-40B4-BE49-F238E27FC236}">
                <ns2:creationId id="{3DF01EB6-C905-4BA7-8AF9-8E1E653C87C6}"/>
              </a:ext>
            </a:extLst>
          </p:cNvPr>
          <p:cNvSpPr>
            <a:spLocks noGrp="1"/>
          </p:cNvSpPr>
          <p:nvPr/>
        </p:nvSpPr>
        <p:spPr>
          <a:xfrm>
            <a:off x="14239875" y="5810250"/>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예외 문구만 생산 / 나머지 기준은 미생산</a:t>
            </a:r>
            <a:endParaRPr lang="ko-KR">
              <a:solidFill>
                <a:srgbClr val="000000"/>
              </a:solidFill>
              <a:latin typeface="Calibri"/>
              <a:ea typeface="Calibri"/>
              <a:cs typeface="Calibri"/>
            </a:endParaRPr>
          </a:p>
        </p:txBody>
      </p:sp>
      <p:sp>
        <p:nvSpPr>
          <p:cNvPr id="294" name="dp45-comparison / n206">
            <a:extLst>
              <a:ext uri="{FF2B5EF4-FFF2-40B4-BE49-F238E27FC236}">
                <ns2:creationId id="{EE3730EB-D56C-4CAC-9B80-F95E88E568CC}"/>
              </a:ext>
            </a:extLst>
          </p:cNvPr>
          <p:cNvSpPr>
            <a:spLocks noGrp="1"/>
          </p:cNvSpPr>
          <p:nvPr/>
        </p:nvSpPr>
        <p:spPr>
          <a:xfrm>
            <a:off x="10125075" y="5819775"/>
            <a:ext cx="2045970" cy="144780"/>
          </a:xfrm>
          <a:prstGeom prst="rect">
            <a:avLst/>
          </a:prstGeom>
          <a:solidFill>
            <a:srgbClr val="FFFFFF"/>
          </a:solidFill>
          <a:ln w="0">
            <a:noFill/>
            <a:prstDash val="solid"/>
          </a:ln>
        </p:spPr>
      </p:sp>
      <p:sp>
        <p:nvSpPr>
          <p:cNvPr id="295" name="dp45-comparison / n207 / text 1">
            <a:extLst>
              <a:ext uri="{FF2B5EF4-FFF2-40B4-BE49-F238E27FC236}">
                <ns2:creationId id="{789052CA-85CC-44FA-83F1-DFDD0F5EE20A}"/>
              </a:ext>
            </a:extLst>
          </p:cNvPr>
          <p:cNvSpPr>
            <a:spLocks noGrp="1"/>
          </p:cNvSpPr>
          <p:nvPr/>
        </p:nvSpPr>
        <p:spPr>
          <a:xfrm>
            <a:off x="10144125" y="5829300"/>
            <a:ext cx="3333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현재 개정과 요청한 원문은 owner 확인</a:t>
            </a:r>
            <a:endParaRPr lang="ko-KR">
              <a:solidFill>
                <a:srgbClr val="000000"/>
              </a:solidFill>
              <a:latin typeface="Calibri"/>
              <a:ea typeface="Calibri"/>
              <a:cs typeface="Calibri"/>
            </a:endParaRPr>
          </a:p>
        </p:txBody>
      </p:sp>
      <p:sp>
        <p:nvSpPr>
          <p:cNvPr id="296" name="dp45-comparison / n210">
            <a:extLst>
              <a:ext uri="{FF2B5EF4-FFF2-40B4-BE49-F238E27FC236}">
                <ns2:creationId id="{2EC72412-3915-43BF-8D5A-B41119D8C6A2}"/>
              </a:ext>
            </a:extLst>
          </p:cNvPr>
          <p:cNvSpPr>
            <a:spLocks noGrp="1"/>
          </p:cNvSpPr>
          <p:nvPr/>
        </p:nvSpPr>
        <p:spPr>
          <a:xfrm>
            <a:off x="10125075" y="5029200"/>
            <a:ext cx="2379345" cy="167640"/>
          </a:xfrm>
          <a:prstGeom prst="rect">
            <a:avLst/>
          </a:prstGeom>
          <a:solidFill>
            <a:srgbClr val="FFFFFF"/>
          </a:solidFill>
          <a:ln w="0">
            <a:noFill/>
            <a:prstDash val="solid"/>
          </a:ln>
        </p:spPr>
      </p:sp>
      <p:sp>
        <p:nvSpPr>
          <p:cNvPr id="297" name="dp45-comparison / n211 / text 1">
            <a:extLst>
              <a:ext uri="{FF2B5EF4-FFF2-40B4-BE49-F238E27FC236}">
                <ns2:creationId id="{B42E108A-3966-4494-AB7A-B416EBE752C3}"/>
              </a:ext>
            </a:extLst>
          </p:cNvPr>
          <p:cNvSpPr>
            <a:spLocks noGrp="1"/>
          </p:cNvSpPr>
          <p:nvPr/>
        </p:nvSpPr>
        <p:spPr>
          <a:xfrm>
            <a:off x="10144125" y="5038725"/>
            <a:ext cx="2857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② 현재 Query1 / Reader로 별도 시작</a:t>
            </a:r>
            <a:endParaRPr lang="ko-KR">
              <a:solidFill>
                <a:srgbClr val="000000"/>
              </a:solidFill>
              <a:latin typeface="Calibri"/>
              <a:ea typeface="Calibri"/>
              <a:cs typeface="Calibri"/>
            </a:endParaRPr>
          </a:p>
        </p:txBody>
      </p:sp>
      <p:sp>
        <p:nvSpPr>
          <p:cNvPr id="298" name="dp45-comparison / n220">
            <a:extLst>
              <a:ext uri="{FF2B5EF4-FFF2-40B4-BE49-F238E27FC236}">
                <ns2:creationId id="{856D43CA-D870-4288-BED4-4F7F144F2C30}"/>
              </a:ext>
            </a:extLst>
          </p:cNvPr>
          <p:cNvSpPr>
            <a:spLocks noGrp="1"/>
          </p:cNvSpPr>
          <p:nvPr/>
        </p:nvSpPr>
        <p:spPr>
          <a:xfrm>
            <a:off x="12934950" y="6057900"/>
            <a:ext cx="1306258" cy="144780"/>
          </a:xfrm>
          <a:prstGeom prst="rect">
            <a:avLst/>
          </a:prstGeom>
          <a:solidFill>
            <a:srgbClr val="FFFFFF"/>
          </a:solidFill>
          <a:ln w="0">
            <a:noFill/>
            <a:prstDash val="solid"/>
          </a:ln>
        </p:spPr>
      </p:sp>
      <p:sp>
        <p:nvSpPr>
          <p:cNvPr id="299" name="dp45-comparison / n221 / text 1">
            <a:extLst>
              <a:ext uri="{FF2B5EF4-FFF2-40B4-BE49-F238E27FC236}">
                <ns2:creationId id="{17E00372-F493-454F-A18B-273869D99DAE}"/>
              </a:ext>
            </a:extLst>
          </p:cNvPr>
          <p:cNvSpPr>
            <a:spLocks noGrp="1"/>
          </p:cNvSpPr>
          <p:nvPr/>
        </p:nvSpPr>
        <p:spPr>
          <a:xfrm>
            <a:off x="12954000" y="6067425"/>
            <a:ext cx="1571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필요한 과거 의미만 가공</a:t>
            </a:r>
            <a:endParaRPr lang="ko-KR">
              <a:solidFill>
                <a:srgbClr val="000000"/>
              </a:solidFill>
              <a:latin typeface="Calibri"/>
              <a:ea typeface="Calibri"/>
              <a:cs typeface="Calibri"/>
            </a:endParaRPr>
          </a:p>
        </p:txBody>
      </p:sp>
      <p:sp>
        <p:nvSpPr>
          <p:cNvPr id="300" name="dp45-comparison / n223">
            <a:extLst>
              <a:ext uri="{FF2B5EF4-FFF2-40B4-BE49-F238E27FC236}">
                <ns2:creationId id="{6F520FE8-BF3D-428C-8928-5CE1EE1D7DF5}"/>
              </a:ext>
            </a:extLst>
          </p:cNvPr>
          <p:cNvSpPr>
            <a:spLocks noGrp="1"/>
          </p:cNvSpPr>
          <p:nvPr/>
        </p:nvSpPr>
        <p:spPr>
          <a:xfrm>
            <a:off x="9934575" y="6477000"/>
            <a:ext cx="2484501" cy="179070"/>
          </a:xfrm>
          <a:prstGeom prst="rect">
            <a:avLst/>
          </a:prstGeom>
          <a:solidFill>
            <a:srgbClr val="FFFFFF"/>
          </a:solidFill>
          <a:ln w="0">
            <a:noFill/>
            <a:prstDash val="solid"/>
          </a:ln>
        </p:spPr>
      </p:sp>
      <p:sp>
        <p:nvSpPr>
          <p:cNvPr id="301" name="dp45-comparison / n224 / text 1">
            <a:extLst>
              <a:ext uri="{FF2B5EF4-FFF2-40B4-BE49-F238E27FC236}">
                <ns2:creationId id="{319C599B-C959-4B81-870B-DB95C2429F8A}"/>
              </a:ext>
            </a:extLst>
          </p:cNvPr>
          <p:cNvSpPr>
            <a:spLocks noGrp="1"/>
          </p:cNvSpPr>
          <p:nvPr/>
        </p:nvSpPr>
        <p:spPr>
          <a:xfrm>
            <a:off x="9953625" y="648652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생산 시점과 조회 경로</a:t>
            </a:r>
            <a:endParaRPr lang="ko-KR">
              <a:solidFill>
                <a:srgbClr val="000000"/>
              </a:solidFill>
              <a:latin typeface="Calibri"/>
              <a:ea typeface="Calibri"/>
              <a:cs typeface="Calibri"/>
            </a:endParaRPr>
          </a:p>
        </p:txBody>
      </p:sp>
      <p:sp>
        <p:nvSpPr>
          <p:cNvPr id="302" name="dp45-comparison / n241">
            <a:extLst>
              <a:ext uri="{FF2B5EF4-FFF2-40B4-BE49-F238E27FC236}">
                <ns2:creationId id="{B39BE0BE-1814-470D-9520-A6604DAFD30E}"/>
              </a:ext>
            </a:extLst>
          </p:cNvPr>
          <p:cNvSpPr>
            <a:spLocks noGrp="1"/>
          </p:cNvSpPr>
          <p:nvPr/>
        </p:nvSpPr>
        <p:spPr>
          <a:xfrm>
            <a:off x="9934575" y="7058025"/>
            <a:ext cx="5272278" cy="156210"/>
          </a:xfrm>
          <a:prstGeom prst="rect">
            <a:avLst/>
          </a:prstGeom>
          <a:solidFill>
            <a:srgbClr val="FFFFFF"/>
          </a:solidFill>
          <a:ln w="0">
            <a:noFill/>
            <a:prstDash val="solid"/>
          </a:ln>
        </p:spPr>
      </p:sp>
      <p:sp>
        <p:nvSpPr>
          <p:cNvPr id="303" name="dp45-comparison / n242 / text 1">
            <a:extLst>
              <a:ext uri="{FF2B5EF4-FFF2-40B4-BE49-F238E27FC236}">
                <ns2:creationId id="{2D94C4D2-E5E6-49B0-ADC4-E9E181D02AC2}"/>
              </a:ext>
            </a:extLst>
          </p:cNvPr>
          <p:cNvSpPr>
            <a:spLocks noGrp="1"/>
          </p:cNvSpPr>
          <p:nvPr/>
        </p:nvSpPr>
        <p:spPr>
          <a:xfrm>
            <a:off x="9953625" y="7067550"/>
            <a:ext cx="7524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미생산 지원 범위: Publisher 게시 뒤 Reader 재조회 / 현재 Request 정답은 저장하지 않음</a:t>
            </a:r>
            <a:endParaRPr lang="ko-KR">
              <a:solidFill>
                <a:srgbClr val="000000"/>
              </a:solidFill>
              <a:latin typeface="Calibri"/>
              <a:ea typeface="Calibri"/>
              <a:cs typeface="Calibri"/>
            </a:endParaRPr>
          </a:p>
        </p:txBody>
      </p:sp>
      <p:sp>
        <p:nvSpPr>
          <p:cNvPr id="331" name="v6-header-title">
            <a:extLst>
              <a:ext uri="{FF2B5EF4-FFF2-40B4-BE49-F238E27FC236}">
                <ns2:creationId id="{050BF0AD-E51A-458A-A2D9-6D46CEDD5E9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설계 비교 (원본)</a:t>
            </a:r>
            <a:endParaRPr lang="ko-KR">
              <a:latin typeface="Calibri"/>
              <a:ea typeface="Calibri"/>
              <a:cs typeface="Calibri"/>
            </a:endParaRPr>
          </a:p>
        </p:txBody>
      </p:sp>
      <p:sp>
        <p:nvSpPr>
          <p:cNvPr id="332" name="v6-header-rule">
            <a:extLst>
              <a:ext uri="{FF2B5EF4-FFF2-40B4-BE49-F238E27FC236}">
                <ns2:creationId id="{F56D00EA-06BD-4134-BCA4-E172E1950607}"/>
              </a:ext>
            </a:extLst>
          </p:cNvPr>
          <p:cNvSpPr>
            <a:spLocks noGrp="1"/>
          </p:cNvSpPr>
          <p:nvPr/>
        </p:nvSpPr>
        <p:spPr>
          <a:xfrm>
            <a:off x="495300" y="990600"/>
            <a:ext cx="17335500" cy="0"/>
          </a:xfrm>
          <a:prstGeom prst="line">
            <a:avLst/>
          </a:prstGeom>
          <a:noFill/>
          <a:ln w="19050">
            <a:solidFill>
              <a:srgbClr val="A6A6A6"/>
            </a:solidFill>
          </a:ln>
        </p:spPr>
      </p:sp>
      <p:sp>
        <p:nvSpPr>
          <p:cNvPr id="333" name="v6-header-stage-0">
            <a:extLst>
              <a:ext uri="{FF2B5EF4-FFF2-40B4-BE49-F238E27FC236}">
                <ns2:creationId id="{7019F565-DE81-4CAB-BCE2-D07A548C696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34" name="v6-header-stage-1">
            <a:extLst>
              <a:ext uri="{FF2B5EF4-FFF2-40B4-BE49-F238E27FC236}">
                <ns2:creationId id="{DC320FF0-D827-48B8-8C0D-E5DD5D8C078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5" name="v6-header-stage-2">
            <a:extLst>
              <a:ext uri="{FF2B5EF4-FFF2-40B4-BE49-F238E27FC236}">
                <ns2:creationId id="{091A8B68-69D9-460C-9EC6-DFE2668623C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36" name="v6-header-stage-3">
            <a:extLst>
              <a:ext uri="{FF2B5EF4-FFF2-40B4-BE49-F238E27FC236}">
                <ns2:creationId id="{387B0653-8849-48E4-AF81-D5A46B2F1C2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7" name="v6-header-stage-4">
            <a:extLst>
              <a:ext uri="{FF2B5EF4-FFF2-40B4-BE49-F238E27FC236}">
                <ns2:creationId id="{4E33157D-D592-481A-96C0-D1DD78E820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8" name="v6-header-page">
            <a:extLst>
              <a:ext uri="{FF2B5EF4-FFF2-40B4-BE49-F238E27FC236}">
                <ns2:creationId id="{CBD35A78-F97A-4A02-92E1-8472378ACF5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53 / 63</a:t>
            </a:r>
            <a:endParaRPr lang="ko-KR">
              <a:latin typeface="Calibri"/>
              <a:ea typeface="Calibri"/>
              <a:cs typeface="Calibri"/>
            </a:endParaRPr>
          </a:p>
        </p:txBody>
      </p:sp>
      <p:sp>
        <p:nvSpPr>
          <p:cNvPr id="339" name="v6-native-header-cell-53-0">
            <a:extLst>
              <a:ext uri="{FF2B5EF4-FFF2-40B4-BE49-F238E27FC236}">
                <ns2:creationId id="{69E3E688-B9BE-4313-AF0A-1542603AECB7}"/>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7144"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A 원본 서비스 조합형</a:t>
            </a:r>
            <a:endParaRPr lang="ko-KR">
              <a:latin typeface="Calibri"/>
              <a:ea typeface="Calibri"/>
              <a:cs typeface="Calibri"/>
            </a:endParaRPr>
          </a:p>
        </p:txBody>
      </p:sp>
      <p:sp>
        <p:nvSpPr>
          <p:cNvPr id="340" name="v6-native-header-cell-53-1">
            <a:extLst>
              <a:ext uri="{FF2B5EF4-FFF2-40B4-BE49-F238E27FC236}">
                <ns2:creationId id="{3DA2435E-E4F3-4632-A6FD-FBD2FDBB4EAD}"/>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7144"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B 공통 파생 기억 저장소형</a:t>
            </a:r>
            <a:endParaRPr lang="ko-KR">
              <a:latin typeface="Calibri"/>
              <a:ea typeface="Calibri"/>
              <a:cs typeface="Calibri"/>
            </a:endParaRPr>
          </a:p>
        </p:txBody>
      </p:sp>
    </p:spTree>
    <p:extLst>
      <p:ext uri="{BB962C8B-B14F-4D97-AF65-F5344CB8AC3E}">
        <p14:creationId val="582865921"/>
      </p:ext>
    </p:extLst>
  </p:cSld>
</p:sld>
</file>

<file path=ppt/slides/slide29.xml><?xml version="1.0" encoding="utf-8"?>
<p:sld xmlns:a="http://schemas.openxmlformats.org/drawingml/2006/main" xmlns:ns2="http://schemas.microsoft.com/office/drawing/2014/main" xmlns:p="http://schemas.openxmlformats.org/presentationml/2006/main" xmlns:p14="http://schemas.microsoft.com/office/powerpoint/2010/main">
  <p:cSld name="dp45-qa">
    <p:bg>
      <p:bgPr>
        <a:solidFill>
          <a:srgbClr val="FFFFFF"/>
        </a:solidFill>
      </p:bgPr>
    </p:bg>
    <p:spTree>
      <p:nvGrpSpPr>
        <p:cNvPr id="1" name=""/>
        <p:cNvGrpSpPr/>
        <p:nvPr/>
      </p:nvGrpSpPr>
      <p:grpSpPr>
        <a:xfrm/>
      </p:grpSpPr>
      <p:sp>
        <p:nvSpPr>
          <p:cNvPr id="4" name="dp45-v5-qa-detail / n4">
            <a:extLst>
              <a:ext uri="{FF2B5EF4-FFF2-40B4-BE49-F238E27FC236}">
                <ns2:creationId id="{504E38D1-4521-4772-A4F7-1C79C6ADBFCE}"/>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5-v5-qa-detail / n5">
            <a:extLst>
              <a:ext uri="{FF2B5EF4-FFF2-40B4-BE49-F238E27FC236}">
                <ns2:creationId id="{268F6133-23D3-4855-953E-AAEC50C60C02}"/>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5-v5-qa-detail / n6">
            <a:extLst>
              <a:ext uri="{FF2B5EF4-FFF2-40B4-BE49-F238E27FC236}">
                <ns2:creationId id="{FFE71DE6-AFDC-4E1D-8B58-67AC5893BC0B}"/>
              </a:ext>
            </a:extLst>
          </p:cNvPr>
          <p:cNvSpPr>
            <a:spLocks noGrp="1"/>
          </p:cNvSpPr>
          <p:nvPr/>
        </p:nvSpPr>
        <p:spPr>
          <a:xfrm>
            <a:off x="381000" y="2143125"/>
            <a:ext cx="17526000" cy="457200"/>
          </a:xfrm>
          <a:prstGeom prst="rect">
            <a:avLst/>
          </a:prstGeom>
          <a:solidFill>
            <a:srgbClr val="C6E0B4"/>
          </a:solidFill>
          <a:ln w="0">
            <a:noFill/>
          </a:ln>
        </p:spPr>
      </p:sp>
      <p:sp>
        <p:nvSpPr>
          <p:cNvPr id="11" name="dp45-v5-qa-detail / n11">
            <a:extLst>
              <a:ext uri="{FF2B5EF4-FFF2-40B4-BE49-F238E27FC236}">
                <ns2:creationId id="{98A824C9-1C2F-4E77-A1B5-AFA6291D70DA}"/>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5-v5-qa-detail / n12">
            <a:extLst>
              <a:ext uri="{FF2B5EF4-FFF2-40B4-BE49-F238E27FC236}">
                <ns2:creationId id="{48999604-87FD-4E60-8B16-A76DBC13A11B}"/>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5-v5-qa-detail / n13">
            <a:extLst>
              <a:ext uri="{FF2B5EF4-FFF2-40B4-BE49-F238E27FC236}">
                <ns2:creationId id="{E19F732B-2502-4383-AA69-3449C7077C9D}"/>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5-v5-qa-detail / n14">
            <a:extLst>
              <a:ext uri="{FF2B5EF4-FFF2-40B4-BE49-F238E27FC236}">
                <ns2:creationId id="{CF0F638C-9189-4804-BC0D-F17CB6F68598}"/>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5-v5-qa-detail / n15">
            <a:extLst>
              <a:ext uri="{FF2B5EF4-FFF2-40B4-BE49-F238E27FC236}">
                <ns2:creationId id="{434148F4-F244-464E-9F75-06F426FAA2DA}"/>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원문과 유효 cache의 조건 보존</a:t>
            </a:r>
            <a:endParaRPr lang="ko-KR">
              <a:solidFill>
                <a:srgbClr val="000000"/>
              </a:solidFill>
              <a:latin typeface="Calibri"/>
              <a:ea typeface="Calibri"/>
              <a:cs typeface="Calibri"/>
            </a:endParaRPr>
          </a:p>
        </p:txBody>
      </p:sp>
      <p:sp>
        <p:nvSpPr>
          <p:cNvPr id="16" name="dp45-v5-qa-detail / n16">
            <a:extLst>
              <a:ext uri="{FF2B5EF4-FFF2-40B4-BE49-F238E27FC236}">
                <ns2:creationId id="{90CEC71A-EE87-464D-A61C-145156839908}"/>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5-v5-qa-detail / n17">
            <a:extLst>
              <a:ext uri="{FF2B5EF4-FFF2-40B4-BE49-F238E27FC236}">
                <ns2:creationId id="{91475157-1DCC-40BF-B824-34AC31464488}"/>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게시 관계의 coverage와 예외 보존</a:t>
            </a:r>
            <a:endParaRPr lang="ko-KR">
              <a:solidFill>
                <a:srgbClr val="000000"/>
              </a:solidFill>
              <a:latin typeface="Calibri"/>
              <a:ea typeface="Calibri"/>
              <a:cs typeface="Calibri"/>
            </a:endParaRPr>
          </a:p>
        </p:txBody>
      </p:sp>
      <p:sp>
        <p:nvSpPr>
          <p:cNvPr id="18" name="dp45-v5-qa-detail / n18">
            <a:extLst>
              <a:ext uri="{FF2B5EF4-FFF2-40B4-BE49-F238E27FC236}">
                <ns2:creationId id="{671956FB-1BDF-40EB-B41A-C501CA8433D7}"/>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5-v5-qa-detail / n19">
            <a:extLst>
              <a:ext uri="{FF2B5EF4-FFF2-40B4-BE49-F238E27FC236}">
                <ns2:creationId id="{2FE5E03B-DC14-4328-B096-7C9153BF7B8D}"/>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5-v5-qa-detail / n20">
            <a:extLst>
              <a:ext uri="{FF2B5EF4-FFF2-40B4-BE49-F238E27FC236}">
                <ns2:creationId id="{B94B1E1A-D68D-4988-ACD7-0CC1B4D41D6E}"/>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5-v5-qa-detail / n21">
            <a:extLst>
              <a:ext uri="{FF2B5EF4-FFF2-40B4-BE49-F238E27FC236}">
                <ns2:creationId id="{E1D7C069-CFB3-4DF3-ADB9-28C6F0D25E78}"/>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5-v5-qa-detail / n22">
            <a:extLst>
              <a:ext uri="{FF2B5EF4-FFF2-40B4-BE49-F238E27FC236}">
                <ns2:creationId id="{18600F67-7283-4792-9256-AB4956573C0C}"/>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5-v5-qa-detail / n23">
            <a:extLst>
              <a:ext uri="{FF2B5EF4-FFF2-40B4-BE49-F238E27FC236}">
                <ns2:creationId id="{BA628A3B-EEF8-44A9-9794-4C95688AD80E}"/>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5-v5-qa-detail / n24">
            <a:extLst>
              <a:ext uri="{FF2B5EF4-FFF2-40B4-BE49-F238E27FC236}">
                <ns2:creationId id="{EDA27F65-D4A2-4475-A2FD-4E0DCE1614FA}"/>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5-v5-qa-detail / n25">
            <a:extLst>
              <a:ext uri="{FF2B5EF4-FFF2-40B4-BE49-F238E27FC236}">
                <ns2:creationId id="{F202AFAC-5DBD-4BE2-B3D7-47422ABECF17}"/>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최초 조합과 재사용 cache 대기</a:t>
            </a:r>
            <a:endParaRPr lang="ko-KR">
              <a:solidFill>
                <a:srgbClr val="000000"/>
              </a:solidFill>
              <a:latin typeface="Calibri"/>
              <a:ea typeface="Calibri"/>
              <a:cs typeface="Calibri"/>
            </a:endParaRPr>
          </a:p>
        </p:txBody>
      </p:sp>
      <p:sp>
        <p:nvSpPr>
          <p:cNvPr id="26" name="dp45-v5-qa-detail / n26">
            <a:extLst>
              <a:ext uri="{FF2B5EF4-FFF2-40B4-BE49-F238E27FC236}">
                <ns2:creationId id="{8CBE306E-7C0F-4343-8DD1-98C2B640F8F0}"/>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5-v5-qa-detail / n27">
            <a:extLst>
              <a:ext uri="{FF2B5EF4-FFF2-40B4-BE49-F238E27FC236}">
                <ns2:creationId id="{4231D2D2-680A-4A6C-AC18-683ECF8F9C86}"/>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준비된 조회와 미게시 backfill 대기</a:t>
            </a:r>
            <a:endParaRPr lang="ko-KR">
              <a:solidFill>
                <a:srgbClr val="000000"/>
              </a:solidFill>
              <a:latin typeface="Calibri"/>
              <a:ea typeface="Calibri"/>
              <a:cs typeface="Calibri"/>
            </a:endParaRPr>
          </a:p>
        </p:txBody>
      </p:sp>
      <p:sp>
        <p:nvSpPr>
          <p:cNvPr id="28" name="dp45-v5-qa-detail / n28">
            <a:extLst>
              <a:ext uri="{FF2B5EF4-FFF2-40B4-BE49-F238E27FC236}">
                <ns2:creationId id="{DBE50C95-6E9D-4065-9E1D-42A199B346E1}"/>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5-v5-qa-detail / n29">
            <a:extLst>
              <a:ext uri="{FF2B5EF4-FFF2-40B4-BE49-F238E27FC236}">
                <ns2:creationId id="{675B2FD7-FCB9-498F-A0DD-C2B8059D1E97}"/>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5-v5-qa-detail / n30">
            <a:extLst>
              <a:ext uri="{FF2B5EF4-FFF2-40B4-BE49-F238E27FC236}">
                <ns2:creationId id="{95F6F4F6-2695-47BB-A9DD-8EF805F8305F}"/>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5-v5-qa-detail / n31">
            <a:extLst>
              <a:ext uri="{FF2B5EF4-FFF2-40B4-BE49-F238E27FC236}">
                <ns2:creationId id="{69EB9411-F933-4157-8C26-5DF010FE0520}"/>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5-v5-qa-detail / n32">
            <a:extLst>
              <a:ext uri="{FF2B5EF4-FFF2-40B4-BE49-F238E27FC236}">
                <ns2:creationId id="{5C8860FB-3D49-434A-93C6-A76A85C3E041}"/>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5-v5-qa-detail / n33">
            <a:extLst>
              <a:ext uri="{FF2B5EF4-FFF2-40B4-BE49-F238E27FC236}">
                <ns2:creationId id="{3E556553-4E41-4064-B126-4DBCF8CA219C}"/>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5-v5-qa-detail / n34">
            <a:extLst>
              <a:ext uri="{FF2B5EF4-FFF2-40B4-BE49-F238E27FC236}">
                <ns2:creationId id="{D9990E9B-F55C-43E5-A09A-2A9771CC4768}"/>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5-v5-qa-detail / n35">
            <a:extLst>
              <a:ext uri="{FF2B5EF4-FFF2-40B4-BE49-F238E27FC236}">
                <ns2:creationId id="{B41A171C-E789-49D7-B78E-B241B45C26A9}"/>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첫 사용과 반복 및 갱신 후 조합</a:t>
            </a:r>
            <a:endParaRPr lang="ko-KR">
              <a:solidFill>
                <a:srgbClr val="000000"/>
              </a:solidFill>
              <a:latin typeface="Calibri"/>
              <a:ea typeface="Calibri"/>
              <a:cs typeface="Calibri"/>
            </a:endParaRPr>
          </a:p>
        </p:txBody>
      </p:sp>
      <p:sp>
        <p:nvSpPr>
          <p:cNvPr id="36" name="dp45-v5-qa-detail / n36">
            <a:extLst>
              <a:ext uri="{FF2B5EF4-FFF2-40B4-BE49-F238E27FC236}">
                <ns2:creationId id="{7BE4D20B-9AEB-4785-9F89-C75A08F99192}"/>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5-v5-qa-detail / n37">
            <a:extLst>
              <a:ext uri="{FF2B5EF4-FFF2-40B4-BE49-F238E27FC236}">
                <ns2:creationId id="{0812570A-1A9F-45C6-9DCE-E6DC8A479A82}"/>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조회와 원문검증 및 동기 backfill</a:t>
            </a:r>
            <a:endParaRPr lang="ko-KR">
              <a:solidFill>
                <a:srgbClr val="000000"/>
              </a:solidFill>
              <a:latin typeface="Calibri"/>
              <a:ea typeface="Calibri"/>
              <a:cs typeface="Calibri"/>
            </a:endParaRPr>
          </a:p>
        </p:txBody>
      </p:sp>
      <p:sp>
        <p:nvSpPr>
          <p:cNvPr id="38" name="dp45-v5-qa-detail / n38">
            <a:extLst>
              <a:ext uri="{FF2B5EF4-FFF2-40B4-BE49-F238E27FC236}">
                <ns2:creationId id="{0FF15096-E7B5-4E30-BD1B-35D20062DFF4}"/>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5-v5-qa-detail / n39">
            <a:extLst>
              <a:ext uri="{FF2B5EF4-FFF2-40B4-BE49-F238E27FC236}">
                <ns2:creationId id="{2E1DF362-43ED-4C92-9660-283C5FB513C9}"/>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5-v5-qa-detail / n40">
            <a:extLst>
              <a:ext uri="{FF2B5EF4-FFF2-40B4-BE49-F238E27FC236}">
                <ns2:creationId id="{BD66259C-54BD-4EC4-B8EA-9673CCE293FC}"/>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5-v5-qa-detail / n41">
            <a:extLst>
              <a:ext uri="{FF2B5EF4-FFF2-40B4-BE49-F238E27FC236}">
                <ns2:creationId id="{4FBB853D-F410-4B25-8098-903A054612D2}"/>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5-v5-qa-detail / n42">
            <a:extLst>
              <a:ext uri="{FF2B5EF4-FFF2-40B4-BE49-F238E27FC236}">
                <ns2:creationId id="{F3AB4997-C570-4ACC-9D64-44C65E9CA3D9}"/>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5-v5-qa-detail / n43">
            <a:extLst>
              <a:ext uri="{FF2B5EF4-FFF2-40B4-BE49-F238E27FC236}">
                <ns2:creationId id="{2A5A55FB-BF2D-4F35-A78F-379A9098D632}"/>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5-v5-qa-detail / n44">
            <a:extLst>
              <a:ext uri="{FF2B5EF4-FFF2-40B4-BE49-F238E27FC236}">
                <ns2:creationId id="{1ADD7378-C686-4EA3-9473-6226A2101CB6}"/>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5-v5-qa-detail / n45">
            <a:extLst>
              <a:ext uri="{FF2B5EF4-FFF2-40B4-BE49-F238E27FC236}">
                <ns2:creationId id="{B4135216-F0DB-4DEE-B0A1-0FB44D1CAB22}"/>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cache miss와 실제 추가 해석 청구</a:t>
            </a:r>
            <a:endParaRPr lang="ko-KR">
              <a:solidFill>
                <a:srgbClr val="000000"/>
              </a:solidFill>
              <a:latin typeface="Calibri"/>
              <a:ea typeface="Calibri"/>
              <a:cs typeface="Calibri"/>
            </a:endParaRPr>
          </a:p>
        </p:txBody>
      </p:sp>
      <p:sp>
        <p:nvSpPr>
          <p:cNvPr id="46" name="dp45-v5-qa-detail / n46">
            <a:extLst>
              <a:ext uri="{FF2B5EF4-FFF2-40B4-BE49-F238E27FC236}">
                <ns2:creationId id="{3ED990B5-6B52-42EC-AD61-16176E46C394}"/>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5-v5-qa-detail / n47">
            <a:extLst>
              <a:ext uri="{FF2B5EF4-FFF2-40B4-BE49-F238E27FC236}">
                <ns2:creationId id="{68C114D5-4CFC-4FBB-A04E-8A245094708F}"/>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초기와 미사용 갱신 및 철회 청구</a:t>
            </a:r>
            <a:endParaRPr lang="ko-KR">
              <a:solidFill>
                <a:srgbClr val="000000"/>
              </a:solidFill>
              <a:latin typeface="Calibri"/>
              <a:ea typeface="Calibri"/>
              <a:cs typeface="Calibri"/>
            </a:endParaRPr>
          </a:p>
        </p:txBody>
      </p:sp>
      <p:sp>
        <p:nvSpPr>
          <p:cNvPr id="48" name="dp45-v5-qa-detail / n48">
            <a:extLst>
              <a:ext uri="{FF2B5EF4-FFF2-40B4-BE49-F238E27FC236}">
                <ns2:creationId id="{6248393F-D5EE-45A2-8722-863CF0610330}"/>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5-v5-qa-detail / n49">
            <a:extLst>
              <a:ext uri="{FF2B5EF4-FFF2-40B4-BE49-F238E27FC236}">
                <ns2:creationId id="{53D45FFE-52C7-400A-B4F4-48E484697AE4}"/>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5-v5-qa-detail / n50">
            <a:extLst>
              <a:ext uri="{FF2B5EF4-FFF2-40B4-BE49-F238E27FC236}">
                <ns2:creationId id="{4F599DA5-4116-4643-83DF-C7542394E38A}"/>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5-v5-qa-detail / n51">
            <a:extLst>
              <a:ext uri="{FF2B5EF4-FFF2-40B4-BE49-F238E27FC236}">
                <ns2:creationId id="{8A7401D2-DBC4-45BE-AC46-D27450B64ADA}"/>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5-v5-qa-detail / n52">
            <a:extLst>
              <a:ext uri="{FF2B5EF4-FFF2-40B4-BE49-F238E27FC236}">
                <ns2:creationId id="{E0097861-FCBE-40E0-A11E-08A8AE6380C3}"/>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5-v5-qa-detail / n53">
            <a:extLst>
              <a:ext uri="{FF2B5EF4-FFF2-40B4-BE49-F238E27FC236}">
                <ns2:creationId id="{44F2434A-CDF9-4F5A-9238-C536DD4F64C8}"/>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5-v5-qa-detail / n54">
            <a:extLst>
              <a:ext uri="{FF2B5EF4-FFF2-40B4-BE49-F238E27FC236}">
                <ns2:creationId id="{198C99E2-BA04-48DC-A094-265AFBCE0F8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5-v5-qa-detail / n55">
            <a:extLst>
              <a:ext uri="{FF2B5EF4-FFF2-40B4-BE49-F238E27FC236}">
                <ns2:creationId id="{61DFD837-5357-4E76-8756-B20CD4F61548}"/>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조합과 cache의 철회 처리 수정</a:t>
            </a:r>
            <a:endParaRPr lang="ko-KR">
              <a:solidFill>
                <a:srgbClr val="000000"/>
              </a:solidFill>
              <a:latin typeface="Calibri"/>
              <a:ea typeface="Calibri"/>
              <a:cs typeface="Calibri"/>
            </a:endParaRPr>
          </a:p>
        </p:txBody>
      </p:sp>
      <p:sp>
        <p:nvSpPr>
          <p:cNvPr id="56" name="dp45-v5-qa-detail / n56">
            <a:extLst>
              <a:ext uri="{FF2B5EF4-FFF2-40B4-BE49-F238E27FC236}">
                <ns2:creationId id="{D9E936D8-2C28-45A9-AA66-30C8591E5973}"/>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5-v5-qa-detail / n57">
            <a:extLst>
              <a:ext uri="{FF2B5EF4-FFF2-40B4-BE49-F238E27FC236}">
                <ns2:creationId id="{13240DFA-FC44-48FD-8B77-E5E1E23D3846}"/>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생산자와 조회자의 철회 처리 수정</a:t>
            </a:r>
            <a:endParaRPr lang="ko-KR">
              <a:solidFill>
                <a:srgbClr val="000000"/>
              </a:solidFill>
              <a:latin typeface="Calibri"/>
              <a:ea typeface="Calibri"/>
              <a:cs typeface="Calibri"/>
            </a:endParaRPr>
          </a:p>
        </p:txBody>
      </p:sp>
      <p:sp>
        <p:nvSpPr>
          <p:cNvPr id="58" name="dp45-v5-qa-detail / n58">
            <a:extLst>
              <a:ext uri="{FF2B5EF4-FFF2-40B4-BE49-F238E27FC236}">
                <ns2:creationId id="{72458032-49A5-4A8C-A4A1-560CA20E2FB5}"/>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5-v5-qa-detail / n59">
            <a:extLst>
              <a:ext uri="{FF2B5EF4-FFF2-40B4-BE49-F238E27FC236}">
                <ns2:creationId id="{1408861D-E578-4F89-8621-2358D5789565}"/>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5-v5-qa-detail / n60">
            <a:extLst>
              <a:ext uri="{FF2B5EF4-FFF2-40B4-BE49-F238E27FC236}">
                <ns2:creationId id="{7E05F39B-2B81-4D4C-BAE3-70F695EB4D8D}"/>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5-v5-qa-detail / n61">
            <a:extLst>
              <a:ext uri="{FF2B5EF4-FFF2-40B4-BE49-F238E27FC236}">
                <ns2:creationId id="{AF7552ED-145B-4BBA-8463-5E3E96F85FD3}"/>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5-v5-qa-detail / n62">
            <a:extLst>
              <a:ext uri="{FF2B5EF4-FFF2-40B4-BE49-F238E27FC236}">
                <ns2:creationId id="{011571D5-D275-412B-91BD-D4BF3630B60B}"/>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5-v5-qa-detail / n63">
            <a:extLst>
              <a:ext uri="{FF2B5EF4-FFF2-40B4-BE49-F238E27FC236}">
                <ns2:creationId id="{3619282F-8C89-479C-B142-28CE95C64732}"/>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5-v5-qa-detail / n64">
            <a:extLst>
              <a:ext uri="{FF2B5EF4-FFF2-40B4-BE49-F238E27FC236}">
                <ns2:creationId id="{9071C37D-D5D8-45A1-9DE5-64447B6CFF1A}"/>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5-v5-qa-detail / n65">
            <a:extLst>
              <a:ext uri="{FF2B5EF4-FFF2-40B4-BE49-F238E27FC236}">
                <ns2:creationId id="{D24A73C9-7E19-48BA-9814-BCCEDBFFF75F}"/>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원문 Context와 선택 cache</a:t>
            </a:r>
            <a:endParaRPr lang="ko-KR">
              <a:solidFill>
                <a:srgbClr val="000000"/>
              </a:solidFill>
              <a:latin typeface="Calibri"/>
              <a:ea typeface="Calibri"/>
              <a:cs typeface="Calibri"/>
            </a:endParaRPr>
          </a:p>
        </p:txBody>
      </p:sp>
      <p:sp>
        <p:nvSpPr>
          <p:cNvPr id="66" name="dp45-v5-qa-detail / n66">
            <a:extLst>
              <a:ext uri="{FF2B5EF4-FFF2-40B4-BE49-F238E27FC236}">
                <ns2:creationId id="{8B5BDFAB-9F46-4FE7-9165-1E02F42F641D}"/>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1,920MiB (가정)</a:t>
            </a:r>
            <a:endParaRPr lang="ko-KR">
              <a:solidFill>
                <a:srgbClr val="000000"/>
              </a:solidFill>
              <a:latin typeface="Calibri"/>
              <a:ea typeface="Calibri"/>
              <a:cs typeface="Calibri"/>
            </a:endParaRPr>
          </a:p>
        </p:txBody>
      </p:sp>
      <p:sp>
        <p:nvSpPr>
          <p:cNvPr id="67" name="dp45-v5-qa-detail / n67">
            <a:extLst>
              <a:ext uri="{FF2B5EF4-FFF2-40B4-BE49-F238E27FC236}">
                <ns2:creationId id="{2AA0BE21-9BFB-4776-8933-14354D46EEB6}"/>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관계 index와 생산 상태 및 원문</a:t>
            </a:r>
            <a:endParaRPr lang="ko-KR">
              <a:solidFill>
                <a:srgbClr val="000000"/>
              </a:solidFill>
              <a:latin typeface="Calibri"/>
              <a:ea typeface="Calibri"/>
              <a:cs typeface="Calibri"/>
            </a:endParaRPr>
          </a:p>
        </p:txBody>
      </p:sp>
      <p:sp>
        <p:nvSpPr>
          <p:cNvPr id="68" name="dp45-v5-qa-detail / n68">
            <a:extLst>
              <a:ext uri="{FF2B5EF4-FFF2-40B4-BE49-F238E27FC236}">
                <ns2:creationId id="{3B4295E7-6CEE-4BB6-94A2-2890BC727DF2}"/>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5-v5-qa-detail / n69">
            <a:extLst>
              <a:ext uri="{FF2B5EF4-FFF2-40B4-BE49-F238E27FC236}">
                <ns2:creationId id="{622C00A9-D9E6-40D4-843E-4A32730DBDA2}"/>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5-v5-qa-detail / n70">
            <a:extLst>
              <a:ext uri="{FF2B5EF4-FFF2-40B4-BE49-F238E27FC236}">
                <ns2:creationId id="{4EFBF6F0-A57B-4C9E-87F3-2D6E2A80EBCE}"/>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5-v5-qa-detail / n71">
            <a:extLst>
              <a:ext uri="{FF2B5EF4-FFF2-40B4-BE49-F238E27FC236}">
                <ns2:creationId id="{8D7E5F5B-F35A-4F35-BD34-A6341807647F}"/>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5-v5-qa-detail / n72">
            <a:extLst>
              <a:ext uri="{FF2B5EF4-FFF2-40B4-BE49-F238E27FC236}">
                <ns2:creationId id="{1F4CE258-4504-426D-9A9C-29724C832C06}"/>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5-v5-qa-detail / n73">
            <a:extLst>
              <a:ext uri="{FF2B5EF4-FFF2-40B4-BE49-F238E27FC236}">
                <ns2:creationId id="{4E6BBC37-7531-483D-9E46-928038BB9780}"/>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5-v5-qa-detail / n74">
            <a:extLst>
              <a:ext uri="{FF2B5EF4-FFF2-40B4-BE49-F238E27FC236}">
                <ns2:creationId id="{4847B3DC-6409-4A9B-A6C5-5B96EDFEC352}"/>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p:txBody>
      </p:sp>
      <p:sp>
        <p:nvSpPr>
          <p:cNvPr id="75" name="dp45-v5-qa-detail / n75">
            <a:extLst>
              <a:ext uri="{FF2B5EF4-FFF2-40B4-BE49-F238E27FC236}">
                <ns2:creationId id="{CC5F4406-D349-4B9F-BB34-E17F817417EB}"/>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5-v5-qa-detail / n76">
            <a:extLst>
              <a:ext uri="{FF2B5EF4-FFF2-40B4-BE49-F238E27FC236}">
                <ns2:creationId id="{32893C1C-8885-4CB4-B8E6-68BE246A46CC}"/>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7B271326-63F4-4899-813E-825A466DA9D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품질 평가 상세</a:t>
            </a:r>
            <a:endParaRPr lang="ko-KR">
              <a:latin typeface="Calibri"/>
              <a:ea typeface="Calibri"/>
              <a:cs typeface="Calibri"/>
            </a:endParaRPr>
          </a:p>
        </p:txBody>
      </p:sp>
      <p:sp>
        <p:nvSpPr>
          <p:cNvPr id="78" name="v6-header-rule">
            <a:extLst>
              <a:ext uri="{FF2B5EF4-FFF2-40B4-BE49-F238E27FC236}">
                <ns2:creationId id="{D0D09E40-33A8-4B14-AE87-9EC6A741A1C3}"/>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FD829F7D-1937-4E93-BACB-F7F8B2493B7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C6E5E082-65E2-4AC2-A7AC-26E88BDDDCA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5D12BA86-E41F-4BCB-8D43-8136B1AB695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8AD3DB58-FED4-4916-B686-A307699B032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7028267E-53DC-4566-A178-3CC6AE9A8BF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84" name="v6-header-page">
            <a:extLst>
              <a:ext uri="{FF2B5EF4-FFF2-40B4-BE49-F238E27FC236}">
                <ns2:creationId id="{45027859-EF3C-4554-9120-5CF2F6BA478A}"/>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54 / 63</a:t>
            </a:r>
            <a:endParaRPr lang="ko-KR">
              <a:latin typeface="Calibri"/>
              <a:ea typeface="Calibri"/>
              <a:cs typeface="Calibri"/>
            </a:endParaRPr>
          </a:p>
        </p:txBody>
      </p:sp>
      <p:sp>
        <p:nvSpPr>
          <p:cNvPr id="85" name="v6-native-header-cell-54-0">
            <a:extLst>
              <a:ext uri="{FF2B5EF4-FFF2-40B4-BE49-F238E27FC236}">
                <ns2:creationId id="{0A3DBC3E-204D-4C88-AE97-B80BCE04348F}"/>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4-1">
            <a:extLst>
              <a:ext uri="{FF2B5EF4-FFF2-40B4-BE49-F238E27FC236}">
                <ns2:creationId id="{0FAEB69A-708F-4D91-A9A4-29D13F92BBA6}"/>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Request별 원본 조합</a:t>
            </a:r>
            <a:endParaRPr lang="ko-KR">
              <a:latin typeface="Calibri"/>
              <a:ea typeface="Calibri"/>
              <a:cs typeface="Calibri"/>
            </a:endParaRPr>
          </a:p>
        </p:txBody>
      </p:sp>
      <p:sp>
        <p:nvSpPr>
          <p:cNvPr id="87" name="v6-native-header-cell-54-2">
            <a:extLst>
              <a:ext uri="{FF2B5EF4-FFF2-40B4-BE49-F238E27FC236}">
                <ns2:creationId id="{8599B372-605A-4343-9C65-5CF0A8FB6F66}"/>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공통 가공 정보 생산과 조회</a:t>
            </a:r>
            <a:endParaRPr lang="ko-KR">
              <a:latin typeface="Calibri"/>
              <a:ea typeface="Calibri"/>
              <a:cs typeface="Calibri"/>
            </a:endParaRPr>
          </a:p>
        </p:txBody>
      </p:sp>
      <p:sp>
        <p:nvSpPr>
          <p:cNvPr id="88" name="v6-native-header-cell-54-3">
            <a:extLst>
              <a:ext uri="{FF2B5EF4-FFF2-40B4-BE49-F238E27FC236}">
                <ns2:creationId id="{4239A4C6-A5BF-46D1-80BF-FA82997C2B2F}"/>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2078744682"/>
      </p:ext>
    </p:extLst>
  </p:cSld>
</p:sld>
</file>

<file path=ppt/slides/slide3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
    <p:bg>
      <p:bgPr>
        <a:solidFill>
          <a:srgbClr val="FFFFFF"/>
        </a:solidFill>
      </p:bgPr>
    </p:bg>
    <p:spTree>
      <p:nvGrpSpPr>
        <p:cNvPr id="1" name=""/>
        <p:cNvGrpSpPr/>
        <p:nvPr/>
      </p:nvGrpSpPr>
      <p:grpSpPr>
        <a:xfrm/>
      </p:grpSpPr>
      <p:sp>
        <p:nvSpPr>
          <p:cNvPr id="3"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보고서를 맡기고 → 음성 연결을 잠시 끊고 → 다시 돌아와 결론을 수정</a:t>
            </a:r>
            <a:endParaRPr lang="ko-KR">
              <a:solidFill>
                <a:srgbClr val="000000"/>
              </a:solidFill>
              <a:latin typeface="Calibri"/>
              <a:ea typeface="Calibri"/>
              <a:cs typeface="Calibri"/>
            </a:endParaRPr>
          </a:p>
        </p:txBody>
      </p:sp>
      <p:pic>
        <p:nvPicPr>
          <p:cNvPr id="41"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42"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43"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7"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작성 Request</a:t>
            </a:r>
            <a:endParaRPr lang="ko-KR">
              <a:solidFill>
                <a:srgbClr val="000000"/>
              </a:solidFill>
              <a:latin typeface="Calibri"/>
              <a:ea typeface="Calibri"/>
              <a:cs typeface="Calibri"/>
            </a:endParaRPr>
          </a:p>
        </p:txBody>
      </p:sp>
      <p:sp>
        <p:nvSpPr>
          <p:cNvPr id="8"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음성 연결을 잠시 종료</a:t>
            </a:r>
            <a:endParaRPr lang="ko-KR">
              <a:solidFill>
                <a:srgbClr val="000000"/>
              </a:solidFill>
              <a:latin typeface="Calibri"/>
              <a:ea typeface="Calibri"/>
              <a:cs typeface="Calibri"/>
            </a:endParaRPr>
          </a:p>
        </p:txBody>
      </p:sp>
      <p:sp>
        <p:nvSpPr>
          <p:cNvPr id="9"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완료된 보고서 수정 Request</a:t>
            </a:r>
            <a:endParaRPr lang="ko-KR">
              <a:solidFill>
                <a:srgbClr val="000000"/>
              </a:solidFill>
              <a:latin typeface="Calibri"/>
              <a:ea typeface="Calibri"/>
              <a:cs typeface="Calibri"/>
            </a:endParaRPr>
          </a:p>
        </p:txBody>
      </p:sp>
      <p:sp>
        <p:nvSpPr>
          <p:cNvPr id="10"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 자료로 보고서를 만들어줘.”</a:t>
            </a:r>
            <a:endParaRPr lang="ko-KR">
              <a:solidFill>
                <a:srgbClr val="000000"/>
              </a:solidFill>
              <a:latin typeface="Calibri"/>
              <a:ea typeface="Calibri"/>
              <a:cs typeface="Calibri"/>
            </a:endParaRPr>
          </a:p>
        </p:txBody>
      </p:sp>
      <p:sp>
        <p:nvSpPr>
          <p:cNvPr id="11"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Task는 계속 진행</a:t>
            </a:r>
            <a:endParaRPr lang="ko-KR">
              <a:solidFill>
                <a:srgbClr val="000000"/>
              </a:solidFill>
              <a:latin typeface="Calibri"/>
              <a:ea typeface="Calibri"/>
              <a:cs typeface="Calibri"/>
            </a:endParaRPr>
          </a:p>
        </p:txBody>
      </p:sp>
      <p:sp>
        <p:nvSpPr>
          <p:cNvPr id="12"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“결론 부분만 짧게 바꿔줘.”</a:t>
            </a:r>
            <a:endParaRPr lang="ko-KR">
              <a:solidFill>
                <a:srgbClr val="000000"/>
              </a:solidFill>
              <a:latin typeface="Calibri"/>
              <a:ea typeface="Calibri"/>
              <a:cs typeface="Calibri"/>
            </a:endParaRPr>
          </a:p>
        </p:txBody>
      </p:sp>
      <p:sp>
        <p:nvSpPr>
          <p:cNvPr id="13"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음성 연결</a:t>
            </a:r>
            <a:endParaRPr lang="ko-KR">
              <a:solidFill>
                <a:srgbClr val="000000"/>
              </a:solidFill>
              <a:latin typeface="Calibri"/>
              <a:ea typeface="Calibri"/>
              <a:cs typeface="Calibri"/>
            </a:endParaRPr>
          </a:p>
        </p:txBody>
      </p:sp>
      <p:sp>
        <p:nvSpPr>
          <p:cNvPr id="14"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5"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개별 Request 처리</a:t>
            </a:r>
            <a:endParaRPr lang="ko-KR">
              <a:solidFill>
                <a:srgbClr val="000000"/>
              </a:solidFill>
              <a:latin typeface="Calibri"/>
              <a:ea typeface="Calibri"/>
              <a:cs typeface="Calibri"/>
            </a:endParaRPr>
          </a:p>
        </p:txBody>
      </p:sp>
      <p:sp>
        <p:nvSpPr>
          <p:cNvPr id="16"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7"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보고서 Task 이력</a:t>
            </a:r>
            <a:endParaRPr lang="ko-KR">
              <a:solidFill>
                <a:srgbClr val="000000"/>
              </a:solidFill>
              <a:latin typeface="Calibri"/>
              <a:ea typeface="Calibri"/>
              <a:cs typeface="Calibri"/>
            </a:endParaRPr>
          </a:p>
        </p:txBody>
      </p:sp>
      <p:sp>
        <p:nvSpPr>
          <p:cNvPr id="18"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19"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Agent의 실제 실행</a:t>
            </a:r>
            <a:endParaRPr lang="ko-KR">
              <a:solidFill>
                <a:srgbClr val="000000"/>
              </a:solidFill>
              <a:latin typeface="Calibri"/>
              <a:ea typeface="Calibri"/>
              <a:cs typeface="Calibri"/>
            </a:endParaRPr>
          </a:p>
        </p:txBody>
      </p:sp>
      <p:sp>
        <p:nvSpPr>
          <p:cNvPr id="20"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1"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2"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3"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연결 없음</a:t>
            </a:r>
            <a:endParaRPr lang="ko-KR">
              <a:solidFill>
                <a:srgbClr val="000000"/>
              </a:solidFill>
              <a:latin typeface="Calibri"/>
              <a:ea typeface="Calibri"/>
              <a:cs typeface="Calibri"/>
            </a:endParaRPr>
          </a:p>
        </p:txBody>
      </p:sp>
      <p:sp>
        <p:nvSpPr>
          <p:cNvPr id="24"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5"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6"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위임 Request 처리</a:t>
            </a:r>
            <a:endParaRPr lang="ko-KR">
              <a:solidFill>
                <a:srgbClr val="000000"/>
              </a:solidFill>
              <a:latin typeface="Calibri"/>
              <a:ea typeface="Calibri"/>
              <a:cs typeface="Calibri"/>
            </a:endParaRPr>
          </a:p>
        </p:txBody>
      </p:sp>
      <p:sp>
        <p:nvSpPr>
          <p:cNvPr id="27"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수정 Request 처리</a:t>
            </a:r>
            <a:endParaRPr lang="ko-KR">
              <a:solidFill>
                <a:srgbClr val="000000"/>
              </a:solidFill>
              <a:latin typeface="Calibri"/>
              <a:ea typeface="Calibri"/>
              <a:cs typeface="Calibri"/>
            </a:endParaRPr>
          </a:p>
        </p:txBody>
      </p:sp>
      <p:sp>
        <p:nvSpPr>
          <p:cNvPr id="28"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29"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같은 보고서의 Task, 결과, 정정 이력을 유지</a:t>
            </a:r>
            <a:endParaRPr lang="ko-KR">
              <a:solidFill>
                <a:srgbClr val="000000"/>
              </a:solidFill>
              <a:latin typeface="Calibri"/>
              <a:ea typeface="Calibri"/>
              <a:cs typeface="Calibri"/>
            </a:endParaRPr>
          </a:p>
        </p:txBody>
      </p:sp>
      <p:sp>
        <p:nvSpPr>
          <p:cNvPr id="30"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1"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2"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작성 실행</a:t>
            </a:r>
            <a:endParaRPr lang="ko-KR">
              <a:solidFill>
                <a:srgbClr val="000000"/>
              </a:solidFill>
              <a:latin typeface="Calibri"/>
              <a:ea typeface="Calibri"/>
              <a:cs typeface="Calibri"/>
            </a:endParaRPr>
          </a:p>
        </p:txBody>
      </p:sp>
      <p:sp>
        <p:nvSpPr>
          <p:cNvPr id="33"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수정 실행</a:t>
            </a:r>
            <a:endParaRPr lang="ko-KR">
              <a:solidFill>
                <a:srgbClr val="000000"/>
              </a:solidFill>
              <a:latin typeface="Calibri"/>
              <a:ea typeface="Calibri"/>
              <a:cs typeface="Calibri"/>
            </a:endParaRPr>
          </a:p>
        </p:txBody>
      </p:sp>
      <p:sp>
        <p:nvSpPr>
          <p:cNvPr id="34"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다시 돌아와, 이미 맡긴 보고서의 결과를 확인하고 수정을 이어갑니다</a:t>
            </a:r>
            <a:endParaRPr lang="ko-KR">
              <a:solidFill>
                <a:srgbClr val="000000"/>
              </a:solidFill>
              <a:latin typeface="Calibri"/>
              <a:ea typeface="Calibri"/>
              <a:cs typeface="Calibri"/>
            </a:endParaRPr>
          </a:p>
        </p:txBody>
      </p:sp>
      <p:sp>
        <p:nvSpPr>
          <p:cNvPr id="35" name="dp42-background / challenge-divider">
            <a:extLst>
              <a:ext uri="{FF2B5EF4-FFF2-40B4-BE49-F238E27FC236}">
                <ns2:creationId id="{E295A05B-2760-4895-B257-600CE5EF53D7}"/>
              </a:ext>
            </a:extLst>
          </p:cNvPr>
          <p:cNvSpPr>
            <a:spLocks noGrp="1"/>
          </p:cNvSpPr>
          <p:nvPr/>
        </p:nvSpPr>
        <p:spPr>
          <a:xfrm>
            <a:off x="904875" y="9077325"/>
            <a:ext cx="16478250" cy="953"/>
          </a:xfrm>
          <a:custGeom>
            <a:pathLst>
              <a:path w="16478250" h="953">
                <a:moveTo>
                  <a:pt x="0" y="0"/>
                </a:moveTo>
                <a:lnTo>
                  <a:pt x="16478250" y="0"/>
                </a:lnTo>
              </a:path>
            </a:pathLst>
          </a:custGeom>
          <a:noFill/>
          <a:ln w="12383">
            <a:solidFill>
              <a:srgbClr val="CDD7DA"/>
            </a:solidFill>
            <a:prstDash val="solid"/>
          </a:ln>
        </p:spPr>
      </p:sp>
      <p:sp>
        <p:nvSpPr>
          <p:cNvPr id="36" name="dp42-background / design-challenge / 1">
            <a:extLst>
              <a:ext uri="{FF2B5EF4-FFF2-40B4-BE49-F238E27FC236}">
                <ns2:creationId id="{01316599-B2F3-48F8-B411-3A7BFC759EFF}"/>
              </a:ext>
            </a:extLst>
          </p:cNvPr>
          <p:cNvSpPr>
            <a:spLocks noGrp="1"/>
          </p:cNvSpPr>
          <p:nvPr/>
        </p:nvSpPr>
        <p:spPr>
          <a:xfrm>
            <a:off x="904875" y="928687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대화 연결과 Request 처리가 끝나도 Task의 진행 상태와 결과 기록을 유지하고,</a:t>
            </a:r>
            <a:endParaRPr lang="ko-KR">
              <a:solidFill>
                <a:srgbClr val="000000"/>
              </a:solidFill>
              <a:latin typeface="Calibri"/>
              <a:ea typeface="Calibri"/>
              <a:cs typeface="Calibri"/>
            </a:endParaRPr>
          </a:p>
        </p:txBody>
      </p:sp>
      <p:sp>
        <p:nvSpPr>
          <p:cNvPr id="37" name="dp42-background / design-challenge / 2">
            <a:extLst>
              <a:ext uri="{FF2B5EF4-FFF2-40B4-BE49-F238E27FC236}">
                <ns2:creationId id="{0D2213E5-A8E3-43CE-9870-9AEDDEF51C76}"/>
              </a:ext>
            </a:extLst>
          </p:cNvPr>
          <p:cNvSpPr>
            <a:spLocks noGrp="1"/>
          </p:cNvSpPr>
          <p:nvPr/>
        </p:nvSpPr>
        <p:spPr>
          <a:xfrm>
            <a:off x="904875" y="966787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서로 다른 수명을 가진 상태와 연결 관계를 일관되게 관리하는 구조</a:t>
            </a:r>
            <a:endParaRPr lang="ko-KR">
              <a:solidFill>
                <a:srgbClr val="000000"/>
              </a:solidFill>
              <a:latin typeface="Calibri"/>
              <a:ea typeface="Calibri"/>
              <a:cs typeface="Calibri"/>
            </a:endParaRPr>
          </a:p>
        </p:txBody>
      </p:sp>
      <p:sp>
        <p:nvSpPr>
          <p:cNvPr id="44" name="v6-header-title">
            <a:extLst>
              <a:ext uri="{FF2B5EF4-FFF2-40B4-BE49-F238E27FC236}">
                <ns2:creationId id="{06CF778A-8629-4F75-ADCA-7B7B2E57052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수명 배경 (원본)</a:t>
            </a:r>
            <a:endParaRPr lang="ko-KR">
              <a:latin typeface="Calibri"/>
              <a:ea typeface="Calibri"/>
              <a:cs typeface="Calibri"/>
            </a:endParaRPr>
          </a:p>
        </p:txBody>
      </p:sp>
      <p:sp>
        <p:nvSpPr>
          <p:cNvPr id="45" name="v6-header-rule">
            <a:extLst>
              <a:ext uri="{FF2B5EF4-FFF2-40B4-BE49-F238E27FC236}">
                <ns2:creationId id="{5D16F026-9733-464F-A4CA-506F0BC9228B}"/>
              </a:ext>
            </a:extLst>
          </p:cNvPr>
          <p:cNvSpPr>
            <a:spLocks noGrp="1"/>
          </p:cNvSpPr>
          <p:nvPr/>
        </p:nvSpPr>
        <p:spPr>
          <a:xfrm>
            <a:off x="495300" y="990600"/>
            <a:ext cx="17335500" cy="0"/>
          </a:xfrm>
          <a:prstGeom prst="line">
            <a:avLst/>
          </a:prstGeom>
          <a:noFill/>
          <a:ln w="19050">
            <a:solidFill>
              <a:srgbClr val="A6A6A6"/>
            </a:solidFill>
          </a:ln>
        </p:spPr>
      </p:sp>
      <p:sp>
        <p:nvSpPr>
          <p:cNvPr id="46" name="v6-header-stage-0">
            <a:extLst>
              <a:ext uri="{FF2B5EF4-FFF2-40B4-BE49-F238E27FC236}">
                <ns2:creationId id="{624503E1-9575-4587-AEDF-BBB92FC166E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7" name="v6-header-stage-1">
            <a:extLst>
              <a:ext uri="{FF2B5EF4-FFF2-40B4-BE49-F238E27FC236}">
                <ns2:creationId id="{DA7AA94F-2509-4110-94C6-215BE0728FF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8" name="v6-header-stage-2">
            <a:extLst>
              <a:ext uri="{FF2B5EF4-FFF2-40B4-BE49-F238E27FC236}">
                <ns2:creationId id="{FDD28D4B-45B7-4C0D-A0CA-1F48B4278CD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9" name="v6-header-stage-3">
            <a:extLst>
              <a:ext uri="{FF2B5EF4-FFF2-40B4-BE49-F238E27FC236}">
                <ns2:creationId id="{B850E67A-42BF-4BDF-BF79-9524E04DCB9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0" name="v6-header-stage-4">
            <a:extLst>
              <a:ext uri="{FF2B5EF4-FFF2-40B4-BE49-F238E27FC236}">
                <ns2:creationId id="{EBB0051B-1818-4330-A4A5-BDDDB058BD4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1" name="v6-header-page">
            <a:extLst>
              <a:ext uri="{FF2B5EF4-FFF2-40B4-BE49-F238E27FC236}">
                <ns2:creationId id="{34EEA39A-E3AA-469A-83A3-0C081852F66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55 / 63</a:t>
            </a:r>
            <a:endParaRPr lang="ko-KR">
              <a:latin typeface="Calibri"/>
              <a:ea typeface="Calibri"/>
              <a:cs typeface="Calibri"/>
            </a:endParaRPr>
          </a:p>
        </p:txBody>
      </p:sp>
    </p:spTree>
    <p:extLst>
      <p:ext uri="{BB962C8B-B14F-4D97-AF65-F5344CB8AC3E}">
        <p14:creationId val="2044630242"/>
      </p:ext>
    </p:extLst>
  </p:cSld>
</p:sld>
</file>

<file path=ppt/slides/slide31.xml><?xml version="1.0" encoding="utf-8"?>
<p:sld xmlns:a="http://schemas.openxmlformats.org/drawingml/2006/main" xmlns:ns2="http://schemas.microsoft.com/office/drawing/2014/main" xmlns:p="http://schemas.openxmlformats.org/presentationml/2006/main" xmlns:p14="http://schemas.microsoft.com/office/powerpoint/2010/main">
  <p:cSld name="dp42-comparison">
    <p:bg>
      <p:bgPr>
        <a:solidFill>
          <a:srgbClr val="FFFFFF"/>
        </a:solidFill>
      </p:bgPr>
    </p:bg>
    <p:spTree>
      <p:nvGrpSpPr>
        <p:cNvPr id="1" name=""/>
        <p:cNvGrpSpPr/>
        <p:nvPr/>
      </p:nvGrpSpPr>
      <p:grpSpPr>
        <a:xfrm/>
      </p:grpSpPr>
      <p:sp>
        <p:nvSpPr>
          <p:cNvPr id="294" name="dp42-comparison / n1">
            <a:extLst>
              <a:ext uri="{FF2B5EF4-FFF2-40B4-BE49-F238E27FC236}">
                <ns2:creationId id="{3E4FCF4B-90EB-4D52-9CDE-C617568DEA6A}"/>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2-comparison / n6 / text 1">
            <a:extLst>
              <a:ext uri="{FF2B5EF4-FFF2-40B4-BE49-F238E27FC236}">
                <ns2:creationId id="{4342C25F-36CA-4DEF-8BC9-334F46D419E9}"/>
              </a:ext>
            </a:extLst>
          </p:cNvPr>
          <p:cNvSpPr>
            <a:spLocks noGrp="1"/>
          </p:cNvSpPr>
          <p:nvPr/>
        </p:nvSpPr>
        <p:spPr>
          <a:xfrm>
            <a:off x="381000" y="1333500"/>
            <a:ext cx="17526000" cy="303848"/>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보고서 기간 질문을 실제 제시 → “응, 상반기로 해줘” → 내부 접수 / 외부 전달 확인</a:t>
            </a:r>
            <a:endParaRPr lang="ko-KR">
              <a:solidFill>
                <a:srgbClr val="000000"/>
              </a:solidFill>
              <a:latin typeface="Calibri"/>
              <a:ea typeface="Calibri"/>
              <a:cs typeface="Calibri"/>
            </a:endParaRPr>
          </a:p>
        </p:txBody>
      </p:sp>
      <p:sp>
        <p:nvSpPr>
          <p:cNvPr id="7" name="dp42-comparison / n7 / text 1">
            <a:extLst>
              <a:ext uri="{FF2B5EF4-FFF2-40B4-BE49-F238E27FC236}">
                <ns2:creationId id="{979DB739-58E7-47BD-B95D-67A3DBEEBB4C}"/>
              </a:ext>
            </a:extLst>
          </p:cNvPr>
          <p:cNvSpPr>
            <a:spLocks noGrp="1"/>
          </p:cNvSpPr>
          <p:nvPr/>
        </p:nvSpPr>
        <p:spPr>
          <a:xfrm>
            <a:off x="381000" y="1628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별도 Conversation / Request / Task / Execution 수명 / 로컬 VAD와 지속 입력 / 클라우드 모델 / 같은 의미 판단</a:t>
            </a:r>
            <a:endParaRPr lang="ko-KR">
              <a:solidFill>
                <a:srgbClr val="000000"/>
              </a:solidFill>
              <a:latin typeface="Calibri"/>
              <a:ea typeface="Calibri"/>
              <a:cs typeface="Calibri"/>
            </a:endParaRPr>
          </a:p>
        </p:txBody>
      </p:sp>
      <p:sp>
        <p:nvSpPr>
          <p:cNvPr id="8" name="dp42-comparison / n8">
            <a:extLst>
              <a:ext uri="{FF2B5EF4-FFF2-40B4-BE49-F238E27FC236}">
                <ns2:creationId id="{7F01871B-D2DF-4DE8-ADBC-334BA042F66C}"/>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2-comparison / n11 / path">
            <a:extLst>
              <a:ext uri="{FF2B5EF4-FFF2-40B4-BE49-F238E27FC236}">
                <ns2:creationId id="{ECFB07C1-87C5-45EE-A43C-660BBC2C82E6}"/>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2-comparison / n12 / path">
            <a:extLst>
              <a:ext uri="{FF2B5EF4-FFF2-40B4-BE49-F238E27FC236}">
                <ns2:creationId id="{A5987A08-E1C2-467E-A791-43603A1C1D58}"/>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2-comparison / n13 / text 1">
            <a:extLst>
              <a:ext uri="{FF2B5EF4-FFF2-40B4-BE49-F238E27FC236}">
                <ns2:creationId id="{7BC290B2-3A07-458F-A53A-24A6E36A7E19}"/>
              </a:ext>
            </a:extLst>
          </p:cNvPr>
          <p:cNvSpPr>
            <a:spLocks noGrp="1"/>
          </p:cNvSpPr>
          <p:nvPr/>
        </p:nvSpPr>
        <p:spPr>
          <a:xfrm>
            <a:off x="400050" y="7724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의미 제안은 Request Interpreter, 채택은 Request Controller / 실제 전달 원장은 Response Manager / 모델 / 외부 통신은 transaction 밖</a:t>
            </a:r>
            <a:endParaRPr lang="ko-KR">
              <a:solidFill>
                <a:srgbClr val="000000"/>
              </a:solidFill>
              <a:latin typeface="Calibri"/>
              <a:ea typeface="Calibri"/>
              <a:cs typeface="Calibri"/>
            </a:endParaRPr>
          </a:p>
        </p:txBody>
      </p:sp>
      <p:sp>
        <p:nvSpPr>
          <p:cNvPr id="14" name="dp42-comparison / n14 / text 1">
            <a:extLst>
              <a:ext uri="{FF2B5EF4-FFF2-40B4-BE49-F238E27FC236}">
                <ns2:creationId id="{37CFA3E7-997B-491A-B8D8-908C4E601F44}"/>
              </a:ext>
            </a:extLst>
          </p:cNvPr>
          <p:cNvSpPr>
            <a:spLocks noGrp="1"/>
          </p:cNvSpPr>
          <p:nvPr/>
        </p:nvSpPr>
        <p:spPr>
          <a:xfrm>
            <a:off x="400050" y="80010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B: hold 요청 시각과 업무 gate 적용 ACK 시각은 다름 / ACK 전 DISPATCHING은 UNKNOWN / 외부 확인으로 처리</a:t>
            </a:r>
            <a:endParaRPr lang="ko-KR">
              <a:solidFill>
                <a:srgbClr val="000000"/>
              </a:solidFill>
              <a:latin typeface="Calibri"/>
              <a:ea typeface="Calibri"/>
              <a:cs typeface="Calibri"/>
            </a:endParaRPr>
          </a:p>
        </p:txBody>
      </p:sp>
      <p:sp>
        <p:nvSpPr>
          <p:cNvPr id="295" name="dp42-v5-summary / n1">
            <a:extLst>
              <a:ext uri="{FF2B5EF4-FFF2-40B4-BE49-F238E27FC236}">
                <ns2:creationId id="{BBB7754B-3A03-4875-AA18-962992E5FFEC}"/>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296" name="dp42-v5-summary / n2">
            <a:extLst>
              <a:ext uri="{FF2B5EF4-FFF2-40B4-BE49-F238E27FC236}">
                <ns2:creationId id="{A98EB82A-EAC2-40DA-8D80-EDF017078C94}"/>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297" name="dp42-v5-summary / n3">
            <a:extLst>
              <a:ext uri="{FF2B5EF4-FFF2-40B4-BE49-F238E27FC236}">
                <ns2:creationId id="{AC8DB5A1-4235-4B33-9CFD-A10C5F77CE36}"/>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[의미와 접수 및 현재성 검사]</a:t>
            </a:r>
            <a:endParaRPr lang="ko-KR">
              <a:solidFill>
                <a:srgbClr val="000000"/>
              </a:solidFill>
              <a:latin typeface="Calibri"/>
              <a:ea typeface="Calibri"/>
              <a:cs typeface="Calibri"/>
            </a:endParaRPr>
          </a:p>
        </p:txBody>
      </p:sp>
      <p:sp>
        <p:nvSpPr>
          <p:cNvPr id="298" name="dp42-v5-summary / n4">
            <a:extLst>
              <a:ext uri="{FF2B5EF4-FFF2-40B4-BE49-F238E27FC236}">
                <ns2:creationId id="{A69367C5-5C12-453D-BCF4-867E178EC317}"/>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[동일 검사와 receipt의 올바른 반영]</a:t>
            </a:r>
            <a:endParaRPr lang="ko-KR">
              <a:solidFill>
                <a:srgbClr val="000000"/>
              </a:solidFill>
              <a:latin typeface="Calibri"/>
              <a:ea typeface="Calibri"/>
              <a:cs typeface="Calibri"/>
            </a:endParaRPr>
          </a:p>
        </p:txBody>
      </p:sp>
      <p:sp>
        <p:nvSpPr>
          <p:cNvPr id="299" name="dp42-v5-summary / n5">
            <a:extLst>
              <a:ext uri="{FF2B5EF4-FFF2-40B4-BE49-F238E27FC236}">
                <ns2:creationId id="{11FD21C5-1F60-4B2F-8603-BDCE6D709AEA}"/>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300" name="dp42-v5-summary / n6">
            <a:extLst>
              <a:ext uri="{FF2B5EF4-FFF2-40B4-BE49-F238E27FC236}">
                <ns2:creationId id="{C29B0B20-446D-4FFC-8CA5-5BF055A72A6C}"/>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01" name="dp42-v5-summary / n7">
            <a:extLst>
              <a:ext uri="{FF2B5EF4-FFF2-40B4-BE49-F238E27FC236}">
                <ns2:creationId id="{9FEE09A3-ECAF-4A71-BEA0-F58BEB34BC90}"/>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[공동 commit과 대화 반영 대기]</a:t>
            </a:r>
            <a:endParaRPr lang="ko-KR">
              <a:solidFill>
                <a:srgbClr val="000000"/>
              </a:solidFill>
              <a:latin typeface="Calibri"/>
              <a:ea typeface="Calibri"/>
              <a:cs typeface="Calibri"/>
            </a:endParaRPr>
          </a:p>
        </p:txBody>
      </p:sp>
      <p:sp>
        <p:nvSpPr>
          <p:cNvPr id="302" name="dp42-v5-summary / n8">
            <a:extLst>
              <a:ext uri="{FF2B5EF4-FFF2-40B4-BE49-F238E27FC236}">
                <ns2:creationId id="{87D80DA0-265C-4C7A-A585-1BD9050536C3}"/>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[독립 접수와 receipt 반영 대기]</a:t>
            </a:r>
            <a:endParaRPr lang="ko-KR">
              <a:solidFill>
                <a:srgbClr val="000000"/>
              </a:solidFill>
              <a:latin typeface="Calibri"/>
              <a:ea typeface="Calibri"/>
              <a:cs typeface="Calibri"/>
            </a:endParaRPr>
          </a:p>
        </p:txBody>
      </p:sp>
      <p:sp>
        <p:nvSpPr>
          <p:cNvPr id="303" name="dp42-v5-summary / n9">
            <a:extLst>
              <a:ext uri="{FF2B5EF4-FFF2-40B4-BE49-F238E27FC236}">
                <ns2:creationId id="{02746A80-895B-4A31-AA1E-170BEEFCCD1B}"/>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304" name="dp42-v5-summary / n10">
            <a:extLst>
              <a:ext uri="{FF2B5EF4-FFF2-40B4-BE49-F238E27FC236}">
                <ns2:creationId id="{CC01BB89-1306-4B6A-9620-BE5B7101AFFB}"/>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05" name="dp42-v5-summary / n11">
            <a:extLst>
              <a:ext uri="{FF2B5EF4-FFF2-40B4-BE49-F238E27FC236}">
                <ns2:creationId id="{14660595-DF67-4D15-9CC5-0C71CA9777AA}"/>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[관련 상태의 공동 확정 경로]</a:t>
            </a:r>
            <a:endParaRPr lang="ko-KR">
              <a:solidFill>
                <a:srgbClr val="000000"/>
              </a:solidFill>
              <a:latin typeface="Calibri"/>
              <a:ea typeface="Calibri"/>
              <a:cs typeface="Calibri"/>
            </a:endParaRPr>
          </a:p>
        </p:txBody>
      </p:sp>
      <p:sp>
        <p:nvSpPr>
          <p:cNvPr id="306" name="dp42-v5-summary / n12">
            <a:extLst>
              <a:ext uri="{FF2B5EF4-FFF2-40B4-BE49-F238E27FC236}">
                <ns2:creationId id="{F12BF402-3739-45A2-A328-DA422D4C8141}"/>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[인계와 reconciliation의 전체 경로]</a:t>
            </a:r>
            <a:endParaRPr lang="ko-KR">
              <a:solidFill>
                <a:srgbClr val="000000"/>
              </a:solidFill>
              <a:latin typeface="Calibri"/>
              <a:ea typeface="Calibri"/>
              <a:cs typeface="Calibri"/>
            </a:endParaRPr>
          </a:p>
        </p:txBody>
      </p:sp>
      <p:sp>
        <p:nvSpPr>
          <p:cNvPr id="307" name="dp42-v5-summary / n13">
            <a:extLst>
              <a:ext uri="{FF2B5EF4-FFF2-40B4-BE49-F238E27FC236}">
                <ns2:creationId id="{3BDBA399-9060-4B28-A89A-5ED5C4CA795D}"/>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308" name="dp42-v5-summary / n14">
            <a:extLst>
              <a:ext uri="{FF2B5EF4-FFF2-40B4-BE49-F238E27FC236}">
                <ns2:creationId id="{34C29C02-63AE-4E05-84C2-5A22B0595056}"/>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09" name="dp42-v5-summary / n15">
            <a:extLst>
              <a:ext uri="{FF2B5EF4-FFF2-40B4-BE49-F238E27FC236}">
                <ns2:creationId id="{CA83F3F7-587D-49C4-8530-1D4D8668FC85}"/>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[코드 저장 외 실제 모델 청구]</a:t>
            </a:r>
            <a:endParaRPr lang="ko-KR">
              <a:solidFill>
                <a:srgbClr val="000000"/>
              </a:solidFill>
              <a:latin typeface="Calibri"/>
              <a:ea typeface="Calibri"/>
              <a:cs typeface="Calibri"/>
            </a:endParaRPr>
          </a:p>
        </p:txBody>
      </p:sp>
      <p:sp>
        <p:nvSpPr>
          <p:cNvPr id="310" name="dp42-v5-summary / n16">
            <a:extLst>
              <a:ext uri="{FF2B5EF4-FFF2-40B4-BE49-F238E27FC236}">
                <ns2:creationId id="{6A6B042C-2191-416B-A1F7-A5F794832EA7}"/>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[IPC 외 실제 모델 청구]</a:t>
            </a:r>
            <a:endParaRPr lang="ko-KR">
              <a:solidFill>
                <a:srgbClr val="000000"/>
              </a:solidFill>
              <a:latin typeface="Calibri"/>
              <a:ea typeface="Calibri"/>
              <a:cs typeface="Calibri"/>
            </a:endParaRPr>
          </a:p>
        </p:txBody>
      </p:sp>
      <p:sp>
        <p:nvSpPr>
          <p:cNvPr id="311" name="dp42-v5-summary / n17">
            <a:extLst>
              <a:ext uri="{FF2B5EF4-FFF2-40B4-BE49-F238E27FC236}">
                <ns2:creationId id="{F9653F1A-07BE-4B88-BF86-57A0BC2DE4EF}"/>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312" name="dp42-v5-summary / n18">
            <a:extLst>
              <a:ext uri="{FF2B5EF4-FFF2-40B4-BE49-F238E27FC236}">
                <ns2:creationId id="{64371A0C-93EB-481C-BDA2-BFD1CE325ECB}"/>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13" name="dp42-v5-summary / n19">
            <a:extLst>
              <a:ext uri="{FF2B5EF4-FFF2-40B4-BE49-F238E27FC236}">
                <ns2:creationId id="{16C61A28-CD0D-4F15-9BAB-C1096EF453D7}"/>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[공동 상태 계약의 실제 수정]</a:t>
            </a:r>
            <a:endParaRPr lang="ko-KR">
              <a:solidFill>
                <a:srgbClr val="000000"/>
              </a:solidFill>
              <a:latin typeface="Calibri"/>
              <a:ea typeface="Calibri"/>
              <a:cs typeface="Calibri"/>
            </a:endParaRPr>
          </a:p>
        </p:txBody>
      </p:sp>
      <p:sp>
        <p:nvSpPr>
          <p:cNvPr id="314" name="dp42-v5-summary / n20">
            <a:extLst>
              <a:ext uri="{FF2B5EF4-FFF2-40B4-BE49-F238E27FC236}">
                <ns2:creationId id="{0C6F7E2E-07B0-42C7-BF74-26B88B4BDB27}"/>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[독립 인계 계약의 실제 수정]</a:t>
            </a:r>
            <a:endParaRPr lang="ko-KR">
              <a:solidFill>
                <a:srgbClr val="000000"/>
              </a:solidFill>
              <a:latin typeface="Calibri"/>
              <a:ea typeface="Calibri"/>
              <a:cs typeface="Calibri"/>
            </a:endParaRPr>
          </a:p>
        </p:txBody>
      </p:sp>
      <p:sp>
        <p:nvSpPr>
          <p:cNvPr id="315" name="dp42-v5-summary / n21">
            <a:extLst>
              <a:ext uri="{FF2B5EF4-FFF2-40B4-BE49-F238E27FC236}">
                <ns2:creationId id="{99A2785B-B640-4165-A554-F2CA84C88B54}"/>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316" name="dp42-v5-summary / n22">
            <a:extLst>
              <a:ext uri="{FF2B5EF4-FFF2-40B4-BE49-F238E27FC236}">
                <ns2:creationId id="{EAFB6D55-0D87-46F2-8955-AD793DE0D412}"/>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17" name="dp42-v5-summary / n23">
            <a:extLst>
              <a:ext uri="{FF2B5EF4-FFF2-40B4-BE49-F238E27FC236}">
                <ns2:creationId id="{1C3646B8-938B-4A5D-918C-E9260953C3AD}"/>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[통합 실행체의 상태와 대기열]</a:t>
            </a:r>
            <a:endParaRPr lang="ko-KR">
              <a:solidFill>
                <a:srgbClr val="000000"/>
              </a:solidFill>
              <a:latin typeface="Calibri"/>
              <a:ea typeface="Calibri"/>
              <a:cs typeface="Calibri"/>
            </a:endParaRPr>
          </a:p>
        </p:txBody>
      </p:sp>
      <p:sp>
        <p:nvSpPr>
          <p:cNvPr id="318" name="dp42-v5-summary / n24">
            <a:extLst>
              <a:ext uri="{FF2B5EF4-FFF2-40B4-BE49-F238E27FC236}">
                <ns2:creationId id="{2FD0F2FD-0ED4-4109-9805-83627B86BAFB}"/>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2,080MiB  [추가 process와 receipt 상태]</a:t>
            </a:r>
            <a:endParaRPr lang="ko-KR">
              <a:solidFill>
                <a:srgbClr val="000000"/>
              </a:solidFill>
              <a:latin typeface="Calibri"/>
              <a:ea typeface="Calibri"/>
              <a:cs typeface="Calibri"/>
            </a:endParaRPr>
          </a:p>
        </p:txBody>
      </p:sp>
      <p:sp>
        <p:nvSpPr>
          <p:cNvPr id="319" name="dp42-v5-summary / n25">
            <a:extLst>
              <a:ext uri="{FF2B5EF4-FFF2-40B4-BE49-F238E27FC236}">
                <ns2:creationId id="{D251C843-FE50-49F8-870E-E2590AD3F181}"/>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320" name="dp42-v5-summary / n26">
            <a:extLst>
              <a:ext uri="{FF2B5EF4-FFF2-40B4-BE49-F238E27FC236}">
                <ns2:creationId id="{9C7CAE37-D153-417C-9BE9-7EA721D0BA5B}"/>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2-comparison / legend_continuation_0">
            <a:extLst>
              <a:ext uri="{FF2B5EF4-FFF2-40B4-BE49-F238E27FC236}">
                <ns2:creationId id="{9071856A-91DF-4652-AFFA-86640B40A089}"/>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2-comparison / legend_continuation_2">
            <a:extLst>
              <a:ext uri="{FF2B5EF4-FFF2-40B4-BE49-F238E27FC236}">
                <ns2:creationId id="{4B50463D-1746-4D9C-8397-7DF921882358}"/>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2-comparison / legend_continuation_4 / text 1">
            <a:extLst>
              <a:ext uri="{FF2B5EF4-FFF2-40B4-BE49-F238E27FC236}">
                <ns2:creationId id="{04B91AE5-F7AF-48AB-B6E5-A1546518BC4F}"/>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2-comparison / legend_continuation_5">
            <a:extLst>
              <a:ext uri="{FF2B5EF4-FFF2-40B4-BE49-F238E27FC236}">
                <ns2:creationId id="{E1DC794E-F1AB-4F0A-A678-94922657E40C}"/>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2-comparison / legend_continuation_7 / text 1">
            <a:extLst>
              <a:ext uri="{FF2B5EF4-FFF2-40B4-BE49-F238E27FC236}">
                <ns2:creationId id="{3EC9F628-A8FF-4C6C-90B4-08E0C4558ECA}"/>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2-comparison / legend_continuation_8">
            <a:extLst>
              <a:ext uri="{FF2B5EF4-FFF2-40B4-BE49-F238E27FC236}">
                <ns2:creationId id="{AEE016F7-0432-4A31-B30F-B56B9DE1FEE7}"/>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2-comparison / legend_continuation_8 / fold">
            <a:extLst>
              <a:ext uri="{FF2B5EF4-FFF2-40B4-BE49-F238E27FC236}">
                <ns2:creationId id="{984DB165-6D31-4DD4-B055-BB28A3F04881}"/>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2-comparison / legend_continuation_10 / text 1">
            <a:extLst>
              <a:ext uri="{FF2B5EF4-FFF2-40B4-BE49-F238E27FC236}">
                <ns2:creationId id="{2D6C36CC-8A5D-42CA-A223-55B3C6BCD4AB}"/>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2-comparison / legend_continuation_11">
            <a:extLst>
              <a:ext uri="{FF2B5EF4-FFF2-40B4-BE49-F238E27FC236}">
                <ns2:creationId id="{3F750774-DA40-4330-9468-CA28E5A53439}"/>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2-comparison / legend_continuation_13 / text 1">
            <a:extLst>
              <a:ext uri="{FF2B5EF4-FFF2-40B4-BE49-F238E27FC236}">
                <ns2:creationId id="{6EB93D5E-261A-4169-B04D-477B6F66EF56}"/>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2-comparison / legend_continuation_14">
            <a:extLst>
              <a:ext uri="{FF2B5EF4-FFF2-40B4-BE49-F238E27FC236}">
                <ns2:creationId id="{1AD11029-0485-46DF-9D55-7A6098B7C7A4}"/>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2-comparison / legend_continuation_16 / text 1">
            <a:extLst>
              <a:ext uri="{FF2B5EF4-FFF2-40B4-BE49-F238E27FC236}">
                <ns2:creationId id="{E442694E-DA5B-4D87-BFF6-554D395E016B}"/>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2-comparison / legend_continuation_17">
            <a:extLst>
              <a:ext uri="{FF2B5EF4-FFF2-40B4-BE49-F238E27FC236}">
                <ns2:creationId id="{EEECB04D-A385-4CBF-8C34-D41B637C3BE1}"/>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2-comparison / legend_continuation_18 / text 1">
            <a:extLst>
              <a:ext uri="{FF2B5EF4-FFF2-40B4-BE49-F238E27FC236}">
                <ns2:creationId id="{1A69617A-4CC8-4226-AD36-F92C9F3B327F}"/>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2-comparison / legend_continuation_19 / text 1">
            <a:extLst>
              <a:ext uri="{FF2B5EF4-FFF2-40B4-BE49-F238E27FC236}">
                <ns2:creationId id="{B1E069DF-531F-479B-9920-57D8842A7780}"/>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2-comparison / legend_continuation_20 / path">
            <a:extLst>
              <a:ext uri="{FF2B5EF4-FFF2-40B4-BE49-F238E27FC236}">
                <ns2:creationId id="{30712748-AFB9-46A1-ACEB-EB3A37BEFE26}"/>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2-comparison / legend_continuation_20 / arrow">
            <a:extLst>
              <a:ext uri="{FF2B5EF4-FFF2-40B4-BE49-F238E27FC236}">
                <ns2:creationId id="{F18A34CE-7BA1-4AB4-AC08-F0EF51C5AE14}"/>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2-comparison / legend_continuation_21 / text 1">
            <a:extLst>
              <a:ext uri="{FF2B5EF4-FFF2-40B4-BE49-F238E27FC236}">
                <ns2:creationId id="{DFA8DEF3-F858-4EE8-AD0D-4919EA0AAEDF}"/>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2-comparison / legend_continuation_22 / path">
            <a:extLst>
              <a:ext uri="{FF2B5EF4-FFF2-40B4-BE49-F238E27FC236}">
                <ns2:creationId id="{1A917C4B-76C7-47FC-AE98-D15594FB3D59}"/>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2-comparison / legend_continuation_22 / arrow">
            <a:extLst>
              <a:ext uri="{FF2B5EF4-FFF2-40B4-BE49-F238E27FC236}">
                <ns2:creationId id="{63167A26-EA30-488C-B0DB-98643AA32B99}"/>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2-comparison / legend_continuation_23 / text 1">
            <a:extLst>
              <a:ext uri="{FF2B5EF4-FFF2-40B4-BE49-F238E27FC236}">
                <ns2:creationId id="{9836846A-62A5-4282-A4A8-59FE139F866C}"/>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2-comparison / legend_continuation_24 / text 1">
            <a:extLst>
              <a:ext uri="{FF2B5EF4-FFF2-40B4-BE49-F238E27FC236}">
                <ns2:creationId id="{E6473929-7B0E-4007-B490-588ABA408609}"/>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2-comparison / legend_continuation_25">
            <a:extLst>
              <a:ext uri="{FF2B5EF4-FFF2-40B4-BE49-F238E27FC236}">
                <ns2:creationId id="{9093E95D-642A-4DFF-AD44-D45B6CC360FD}"/>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2-comparison / legend_continuation_26 / text 1">
            <a:extLst>
              <a:ext uri="{FF2B5EF4-FFF2-40B4-BE49-F238E27FC236}">
                <ns2:creationId id="{608FF45B-9C11-4D58-B59B-9FAA8F14718E}"/>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2-comparison / legend_continuation_27 / text 1">
            <a:extLst>
              <a:ext uri="{FF2B5EF4-FFF2-40B4-BE49-F238E27FC236}">
                <ns2:creationId id="{051F5BE7-41E3-413F-B173-D1DE3C8E913E}"/>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2-comparison / legend_continuation_28">
            <a:extLst>
              <a:ext uri="{FF2B5EF4-FFF2-40B4-BE49-F238E27FC236}">
                <ns2:creationId id="{B1559AE1-FE7D-4347-A51D-37434CD47142}"/>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2-comparison / legend_continuation_29 / text 1">
            <a:extLst>
              <a:ext uri="{FF2B5EF4-FFF2-40B4-BE49-F238E27FC236}">
                <ns2:creationId id="{32216A94-7033-495D-BF74-04D41CFDA673}"/>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2-comparison / legend_continuation_30 / text 1">
            <a:extLst>
              <a:ext uri="{FF2B5EF4-FFF2-40B4-BE49-F238E27FC236}">
                <ns2:creationId id="{6B4669D8-10B0-48AB-B0EE-8C868F1C08D4}"/>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2-comparison / n72">
            <a:extLst>
              <a:ext uri="{FF2B5EF4-FFF2-40B4-BE49-F238E27FC236}">
                <ns2:creationId id="{3B9CE14D-5E0B-499D-88E3-52C4F3DE865C}"/>
              </a:ext>
            </a:extLst>
          </p:cNvPr>
          <p:cNvSpPr>
            <a:spLocks noGrp="1"/>
          </p:cNvSpPr>
          <p:nvPr/>
        </p:nvSpPr>
        <p:spPr>
          <a:xfrm>
            <a:off x="514350" y="2724150"/>
            <a:ext cx="276225" cy="171450"/>
          </a:xfrm>
          <a:prstGeom prst="rect">
            <a:avLst/>
          </a:prstGeom>
          <a:solidFill>
            <a:srgbClr val="FFFFFF"/>
          </a:solidFill>
          <a:ln w="14288">
            <a:solidFill>
              <a:srgbClr val="B8753F"/>
            </a:solidFill>
            <a:prstDash val="solid"/>
          </a:ln>
        </p:spPr>
      </p:sp>
      <p:sp>
        <p:nvSpPr>
          <p:cNvPr id="76" name="dp42-comparison / n73 / text 1">
            <a:extLst>
              <a:ext uri="{FF2B5EF4-FFF2-40B4-BE49-F238E27FC236}">
                <ns2:creationId id="{630AB5FD-4502-4579-9B6A-B32799D84F7F}"/>
              </a:ext>
            </a:extLst>
          </p:cNvPr>
          <p:cNvSpPr>
            <a:spLocks noGrp="1"/>
          </p:cNvSpPr>
          <p:nvPr/>
        </p:nvSpPr>
        <p:spPr>
          <a:xfrm>
            <a:off x="533400" y="2743200"/>
            <a:ext cx="238125"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a:t>
            </a:r>
            <a:endParaRPr lang="ko-KR">
              <a:solidFill>
                <a:srgbClr val="000000"/>
              </a:solidFill>
              <a:latin typeface="Calibri"/>
              <a:ea typeface="Calibri"/>
              <a:cs typeface="Calibri"/>
            </a:endParaRPr>
          </a:p>
        </p:txBody>
      </p:sp>
      <p:sp>
        <p:nvSpPr>
          <p:cNvPr id="77" name="dp42-comparison / n74">
            <a:extLst>
              <a:ext uri="{FF2B5EF4-FFF2-40B4-BE49-F238E27FC236}">
                <ns2:creationId id="{9C09DEB4-A18D-4E25-8164-657CAAD0389B}"/>
              </a:ext>
            </a:extLst>
          </p:cNvPr>
          <p:cNvSpPr>
            <a:spLocks noGrp="1"/>
          </p:cNvSpPr>
          <p:nvPr/>
        </p:nvSpPr>
        <p:spPr>
          <a:xfrm>
            <a:off x="885825" y="2724150"/>
            <a:ext cx="276225" cy="171450"/>
          </a:xfrm>
          <a:prstGeom prst="rect">
            <a:avLst/>
          </a:prstGeom>
          <a:solidFill>
            <a:srgbClr val="FFFFFF"/>
          </a:solidFill>
          <a:ln w="14288">
            <a:solidFill>
              <a:srgbClr val="B8753F"/>
            </a:solidFill>
            <a:prstDash val="dash"/>
          </a:ln>
        </p:spPr>
      </p:sp>
      <p:sp>
        <p:nvSpPr>
          <p:cNvPr id="78" name="dp42-comparison / n75 / text 1">
            <a:extLst>
              <a:ext uri="{FF2B5EF4-FFF2-40B4-BE49-F238E27FC236}">
                <ns2:creationId id="{E68A6D15-5DC2-4D9D-965C-AF4B47397FFA}"/>
              </a:ext>
            </a:extLst>
          </p:cNvPr>
          <p:cNvSpPr>
            <a:spLocks noGrp="1"/>
          </p:cNvSpPr>
          <p:nvPr/>
        </p:nvSpPr>
        <p:spPr>
          <a:xfrm>
            <a:off x="904875" y="2743200"/>
            <a:ext cx="238125"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B</a:t>
            </a:r>
            <a:endParaRPr lang="ko-KR">
              <a:solidFill>
                <a:srgbClr val="000000"/>
              </a:solidFill>
              <a:latin typeface="Calibri"/>
              <a:ea typeface="Calibri"/>
              <a:cs typeface="Calibri"/>
            </a:endParaRPr>
          </a:p>
        </p:txBody>
      </p:sp>
      <p:sp>
        <p:nvSpPr>
          <p:cNvPr id="79" name="dp42-comparison / n76 / text 1">
            <a:extLst>
              <a:ext uri="{FF2B5EF4-FFF2-40B4-BE49-F238E27FC236}">
                <ns2:creationId id="{43C3A445-2067-409D-A90B-A22D59D7DCE2}"/>
              </a:ext>
            </a:extLst>
          </p:cNvPr>
          <p:cNvSpPr>
            <a:spLocks noGrp="1"/>
          </p:cNvSpPr>
          <p:nvPr/>
        </p:nvSpPr>
        <p:spPr>
          <a:xfrm>
            <a:off x="514350" y="29622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실행 / 저장</a:t>
            </a:r>
            <a:endParaRPr lang="ko-KR">
              <a:solidFill>
                <a:srgbClr val="000000"/>
              </a:solidFill>
              <a:latin typeface="Calibri"/>
              <a:ea typeface="Calibri"/>
              <a:cs typeface="Calibri"/>
            </a:endParaRPr>
          </a:p>
        </p:txBody>
      </p:sp>
      <p:sp>
        <p:nvSpPr>
          <p:cNvPr id="80" name="dp42-comparison / n76 / text 2">
            <a:extLst>
              <a:ext uri="{FF2B5EF4-FFF2-40B4-BE49-F238E27FC236}">
                <ns2:creationId id="{74A939AF-420E-4FFA-9AE1-CAD36407FDD6}"/>
              </a:ext>
            </a:extLst>
          </p:cNvPr>
          <p:cNvSpPr>
            <a:spLocks noGrp="1"/>
          </p:cNvSpPr>
          <p:nvPr/>
        </p:nvSpPr>
        <p:spPr>
          <a:xfrm>
            <a:off x="514350" y="30765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확정 경계</a:t>
            </a:r>
            <a:endParaRPr lang="ko-KR">
              <a:solidFill>
                <a:srgbClr val="000000"/>
              </a:solidFill>
              <a:latin typeface="Calibri"/>
              <a:ea typeface="Calibri"/>
              <a:cs typeface="Calibri"/>
            </a:endParaRPr>
          </a:p>
        </p:txBody>
      </p:sp>
      <p:sp>
        <p:nvSpPr>
          <p:cNvPr id="81" name="dp42-comparison / n77">
            <a:extLst>
              <a:ext uri="{FF2B5EF4-FFF2-40B4-BE49-F238E27FC236}">
                <ns2:creationId id="{FFE7BD3A-F8D2-4176-AEA7-B27013253AC4}"/>
              </a:ext>
            </a:extLst>
          </p:cNvPr>
          <p:cNvSpPr>
            <a:spLocks noGrp="1"/>
          </p:cNvSpPr>
          <p:nvPr/>
        </p:nvSpPr>
        <p:spPr>
          <a:xfrm>
            <a:off x="1666875" y="2409825"/>
            <a:ext cx="2571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83" name="dp42-comparison / n81 / path">
            <a:extLst>
              <a:ext uri="{FF2B5EF4-FFF2-40B4-BE49-F238E27FC236}">
                <ns2:creationId id="{9913037B-F916-4EC7-BA13-96FCA33C7142}"/>
              </a:ext>
            </a:extLst>
          </p:cNvPr>
          <p:cNvSpPr>
            <a:spLocks noGrp="1"/>
          </p:cNvSpPr>
          <p:nvPr/>
        </p:nvSpPr>
        <p:spPr>
          <a:xfrm>
            <a:off x="4238625" y="2562225"/>
            <a:ext cx="333375" cy="953"/>
          </a:xfrm>
          <a:custGeom>
            <a:pathLst>
              <a:path w="333375" h="953">
                <a:moveTo>
                  <a:pt x="0" y="0"/>
                </a:moveTo>
                <a:lnTo>
                  <a:pt x="333375" y="0"/>
                </a:lnTo>
              </a:path>
            </a:pathLst>
          </a:custGeom>
          <a:noFill/>
          <a:ln w="10478">
            <a:solidFill>
              <a:srgbClr val="000000"/>
            </a:solidFill>
            <a:prstDash val="solid"/>
          </a:ln>
        </p:spPr>
      </p:sp>
      <p:sp>
        <p:nvSpPr>
          <p:cNvPr id="84" name="dp42-comparison / n81 / arrow">
            <a:extLst>
              <a:ext uri="{FF2B5EF4-FFF2-40B4-BE49-F238E27FC236}">
                <ns2:creationId id="{3AF0878A-A29B-49C8-988C-0E3D5FE56286}"/>
              </a:ext>
            </a:extLst>
          </p:cNvPr>
          <p:cNvSpPr>
            <a:spLocks noGrp="1"/>
          </p:cNvSpPr>
          <p:nvPr/>
        </p:nvSpPr>
        <p:spPr>
          <a:xfrm>
            <a:off x="4504944" y="2528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85" name="dp42-comparison / n86 / path">
            <a:extLst>
              <a:ext uri="{FF2B5EF4-FFF2-40B4-BE49-F238E27FC236}">
                <ns2:creationId id="{D3CFE383-8AE9-48FE-B1E0-DD4169A9CE5F}"/>
              </a:ext>
            </a:extLst>
          </p:cNvPr>
          <p:cNvSpPr>
            <a:spLocks noGrp="1"/>
          </p:cNvSpPr>
          <p:nvPr/>
        </p:nvSpPr>
        <p:spPr>
          <a:xfrm>
            <a:off x="3105150" y="3067050"/>
            <a:ext cx="6076950" cy="953"/>
          </a:xfrm>
          <a:custGeom>
            <a:pathLst>
              <a:path w="6076950" h="953">
                <a:moveTo>
                  <a:pt x="0" y="0"/>
                </a:moveTo>
                <a:lnTo>
                  <a:pt x="6076950" y="0"/>
                </a:lnTo>
              </a:path>
            </a:pathLst>
          </a:custGeom>
          <a:noFill/>
          <a:ln w="10478">
            <a:solidFill>
              <a:srgbClr val="000000"/>
            </a:solidFill>
            <a:prstDash val="solid"/>
          </a:ln>
        </p:spPr>
      </p:sp>
      <p:sp>
        <p:nvSpPr>
          <p:cNvPr id="86" name="dp42-comparison / n91 / path">
            <a:extLst>
              <a:ext uri="{FF2B5EF4-FFF2-40B4-BE49-F238E27FC236}">
                <ns2:creationId id="{0188F03C-44B2-4482-B324-A214D30B4C6B}"/>
              </a:ext>
            </a:extLst>
          </p:cNvPr>
          <p:cNvSpPr>
            <a:spLocks noGrp="1"/>
          </p:cNvSpPr>
          <p:nvPr/>
        </p:nvSpPr>
        <p:spPr>
          <a:xfrm>
            <a:off x="3105150" y="3238500"/>
            <a:ext cx="4038600" cy="953"/>
          </a:xfrm>
          <a:custGeom>
            <a:pathLst>
              <a:path w="4038600" h="953">
                <a:moveTo>
                  <a:pt x="0" y="0"/>
                </a:moveTo>
                <a:lnTo>
                  <a:pt x="4038600" y="0"/>
                </a:lnTo>
              </a:path>
            </a:pathLst>
          </a:custGeom>
          <a:noFill/>
          <a:ln w="10478">
            <a:solidFill>
              <a:srgbClr val="000000"/>
            </a:solidFill>
            <a:prstDash val="solid"/>
          </a:ln>
        </p:spPr>
      </p:sp>
      <p:sp>
        <p:nvSpPr>
          <p:cNvPr id="87" name="dp42-comparison / n96 / path">
            <a:extLst>
              <a:ext uri="{FF2B5EF4-FFF2-40B4-BE49-F238E27FC236}">
                <ns2:creationId id="{CBA7E758-9E50-4AFA-B2E3-2D30F179708F}"/>
              </a:ext>
            </a:extLst>
          </p:cNvPr>
          <p:cNvSpPr>
            <a:spLocks noGrp="1"/>
          </p:cNvSpPr>
          <p:nvPr/>
        </p:nvSpPr>
        <p:spPr>
          <a:xfrm>
            <a:off x="3105150" y="3409950"/>
            <a:ext cx="6076950" cy="953"/>
          </a:xfrm>
          <a:custGeom>
            <a:pathLst>
              <a:path w="6076950" h="953">
                <a:moveTo>
                  <a:pt x="0" y="0"/>
                </a:moveTo>
                <a:lnTo>
                  <a:pt x="6076950" y="0"/>
                </a:lnTo>
              </a:path>
            </a:pathLst>
          </a:custGeom>
          <a:noFill/>
          <a:ln w="10478">
            <a:solidFill>
              <a:srgbClr val="000000"/>
            </a:solidFill>
            <a:prstDash val="solid"/>
          </a:ln>
        </p:spPr>
      </p:sp>
      <p:sp>
        <p:nvSpPr>
          <p:cNvPr id="88" name="dp42-comparison / n101 / path">
            <a:extLst>
              <a:ext uri="{FF2B5EF4-FFF2-40B4-BE49-F238E27FC236}">
                <ns2:creationId id="{69624171-32C3-49C9-8F68-A03881D96B49}"/>
              </a:ext>
            </a:extLst>
          </p:cNvPr>
          <p:cNvSpPr>
            <a:spLocks noGrp="1"/>
          </p:cNvSpPr>
          <p:nvPr/>
        </p:nvSpPr>
        <p:spPr>
          <a:xfrm>
            <a:off x="3105150" y="3581400"/>
            <a:ext cx="6076950" cy="953"/>
          </a:xfrm>
          <a:custGeom>
            <a:pathLst>
              <a:path w="6076950" h="953">
                <a:moveTo>
                  <a:pt x="0" y="0"/>
                </a:moveTo>
                <a:lnTo>
                  <a:pt x="6076950" y="0"/>
                </a:lnTo>
              </a:path>
            </a:pathLst>
          </a:custGeom>
          <a:noFill/>
          <a:ln w="10478">
            <a:solidFill>
              <a:srgbClr val="000000"/>
            </a:solidFill>
            <a:prstDash val="solid"/>
          </a:ln>
        </p:spPr>
      </p:sp>
      <p:sp>
        <p:nvSpPr>
          <p:cNvPr id="89" name="dp42-comparison / n104">
            <a:extLst>
              <a:ext uri="{FF2B5EF4-FFF2-40B4-BE49-F238E27FC236}">
                <ns2:creationId id="{C8E1F564-614E-4D62-A23E-CA4A184213A7}"/>
              </a:ext>
            </a:extLst>
          </p:cNvPr>
          <p:cNvSpPr>
            <a:spLocks noGrp="1"/>
          </p:cNvSpPr>
          <p:nvPr/>
        </p:nvSpPr>
        <p:spPr>
          <a:xfrm>
            <a:off x="1571625" y="3638550"/>
            <a:ext cx="7715250" cy="2419350"/>
          </a:xfrm>
          <a:prstGeom prst="rect">
            <a:avLst/>
          </a:prstGeom>
          <a:solidFill>
            <a:srgbClr val="FFFFFF"/>
          </a:solidFill>
          <a:ln w="24765">
            <a:solidFill>
              <a:srgbClr val="B8753F"/>
            </a:solidFill>
            <a:prstDash val="solid"/>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p:txBody>
      </p:sp>
      <p:sp>
        <p:nvSpPr>
          <p:cNvPr id="91" name="dp42-comparison / n108">
            <a:extLst>
              <a:ext uri="{FF2B5EF4-FFF2-40B4-BE49-F238E27FC236}">
                <ns2:creationId id="{C17E54AC-B15D-4DAB-AA5C-EA6DE646183A}"/>
              </a:ext>
            </a:extLst>
          </p:cNvPr>
          <p:cNvSpPr>
            <a:spLocks noGrp="1"/>
          </p:cNvSpPr>
          <p:nvPr/>
        </p:nvSpPr>
        <p:spPr>
          <a:xfrm>
            <a:off x="1714500" y="4048125"/>
            <a:ext cx="2952750" cy="857250"/>
          </a:xfrm>
          <a:prstGeom prst="rect">
            <a:avLst/>
          </a:prstGeom>
          <a:solidFill>
            <a:srgbClr val="FFFFFF"/>
          </a:solidFill>
          <a:ln w="9525">
            <a:solidFill>
              <a:srgbClr val="000000"/>
            </a:solidFill>
            <a:prstDash val="solid"/>
          </a:ln>
        </p:spPr>
        <p:txBody>
          <a:bodyPr wrap="none" lIns="123825" tIns="95250" rIns="123825" bIns="4719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93" name="dp42-comparison / n110">
            <a:extLst>
              <a:ext uri="{FF2B5EF4-FFF2-40B4-BE49-F238E27FC236}">
                <ns2:creationId id="{ABD76D8D-C4C6-45FC-9D92-D545712E85EE}"/>
              </a:ext>
            </a:extLst>
          </p:cNvPr>
          <p:cNvSpPr>
            <a:spLocks noGrp="1"/>
          </p:cNvSpPr>
          <p:nvPr/>
        </p:nvSpPr>
        <p:spPr>
          <a:xfrm>
            <a:off x="1809750" y="4562475"/>
            <a:ext cx="2762250" cy="238125"/>
          </a:xfrm>
          <a:prstGeom prst="can">
            <a:avLst>
              <a:gd name="adj" fmla="val 20000"/>
            </a:avLst>
          </a:prstGeom>
          <a:solidFill>
            <a:srgbClr val="FFFFFF"/>
          </a:solidFill>
          <a:ln w="9525">
            <a:solidFill>
              <a:srgbClr val="000000"/>
            </a:solidFill>
            <a:prstDash val="solid"/>
          </a:ln>
        </p:spPr>
        <p:txBody>
          <a:bodyPr wrap="none" lIns="85725" tIns="50483" rIns="85725" bIns="21907"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95" name="dp42-comparison / n112">
            <a:extLst>
              <a:ext uri="{FF2B5EF4-FFF2-40B4-BE49-F238E27FC236}">
                <ns2:creationId id="{E778BD3E-EC9B-46DD-B756-D2EBEDAACC40}"/>
              </a:ext>
            </a:extLst>
          </p:cNvPr>
          <p:cNvSpPr>
            <a:spLocks noGrp="1"/>
          </p:cNvSpPr>
          <p:nvPr/>
        </p:nvSpPr>
        <p:spPr>
          <a:xfrm>
            <a:off x="5953125" y="4048125"/>
            <a:ext cx="3190875" cy="1114425"/>
          </a:xfrm>
          <a:prstGeom prst="rect">
            <a:avLst/>
          </a:prstGeom>
          <a:solidFill>
            <a:srgbClr val="FFFFFF"/>
          </a:solidFill>
          <a:ln w="9525">
            <a:solidFill>
              <a:srgbClr val="000000"/>
            </a:solidFill>
            <a:prstDash val="solid"/>
          </a:ln>
        </p:spPr>
        <p:txBody>
          <a:bodyPr wrap="none" lIns="123825" tIns="95250" rIns="123825" bIns="729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97" name="dp42-comparison / n114">
            <a:extLst>
              <a:ext uri="{FF2B5EF4-FFF2-40B4-BE49-F238E27FC236}">
                <ns2:creationId id="{498E8CA4-D4C2-49B6-8C7E-BE109FB6932D}"/>
              </a:ext>
            </a:extLst>
          </p:cNvPr>
          <p:cNvSpPr>
            <a:spLocks noGrp="1"/>
          </p:cNvSpPr>
          <p:nvPr/>
        </p:nvSpPr>
        <p:spPr>
          <a:xfrm>
            <a:off x="6096000" y="4400550"/>
            <a:ext cx="2905125" cy="209550"/>
          </a:xfrm>
          <a:prstGeom prst="roundRect">
            <a:avLst>
              <a:gd name="adj" fmla="val 36364"/>
            </a:avLst>
          </a:prstGeom>
          <a:solidFill>
            <a:srgbClr val="FFFFFF"/>
          </a:solidFill>
          <a:ln w="9525">
            <a:solidFill>
              <a:srgbClr val="000000"/>
            </a:solidFill>
            <a:prstDash val="solid"/>
          </a:ln>
        </p:spPr>
        <p:txBody>
          <a:bodyPr wrap="none" lIns="85725" tIns="18098" rIns="85725"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업무 접수·전송 게이트</a:t>
            </a:r>
            <a:endParaRPr lang="ko-KR">
              <a:solidFill>
                <a:srgbClr val="000000"/>
              </a:solidFill>
              <a:latin typeface="Calibri"/>
              <a:ea typeface="Calibri"/>
              <a:cs typeface="Calibri"/>
            </a:endParaRPr>
          </a:p>
        </p:txBody>
      </p:sp>
      <p:sp>
        <p:nvSpPr>
          <p:cNvPr id="99" name="dp42-comparison / n116">
            <a:extLst>
              <a:ext uri="{FF2B5EF4-FFF2-40B4-BE49-F238E27FC236}">
                <ns2:creationId id="{3B437977-0068-4314-88F2-1106BEF8EEF2}"/>
              </a:ext>
            </a:extLst>
          </p:cNvPr>
          <p:cNvSpPr>
            <a:spLocks noGrp="1"/>
          </p:cNvSpPr>
          <p:nvPr/>
        </p:nvSpPr>
        <p:spPr>
          <a:xfrm>
            <a:off x="6048375" y="4743450"/>
            <a:ext cx="3000375" cy="257175"/>
          </a:xfrm>
          <a:prstGeom prst="can">
            <a:avLst>
              <a:gd name="adj" fmla="val 20000"/>
            </a:avLst>
          </a:prstGeom>
          <a:solidFill>
            <a:srgbClr val="FFFFFF"/>
          </a:solidFill>
          <a:ln w="9525">
            <a:solidFill>
              <a:srgbClr val="000000"/>
            </a:solidFill>
            <a:prstDash val="solid"/>
          </a:ln>
        </p:spPr>
        <p:txBody>
          <a:bodyPr wrap="none" lIns="85725" tIns="60008" rIns="85725" bIns="31432"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101" name="dp42-comparison / n118">
            <a:extLst>
              <a:ext uri="{FF2B5EF4-FFF2-40B4-BE49-F238E27FC236}">
                <ns2:creationId id="{5CB6CF0D-2A0A-4F26-A39D-F5B762011FB1}"/>
              </a:ext>
            </a:extLst>
          </p:cNvPr>
          <p:cNvSpPr>
            <a:spLocks noGrp="1"/>
          </p:cNvSpPr>
          <p:nvPr/>
        </p:nvSpPr>
        <p:spPr>
          <a:xfrm>
            <a:off x="1714500" y="5038725"/>
            <a:ext cx="2952750" cy="571500"/>
          </a:xfrm>
          <a:prstGeom prst="rect">
            <a:avLst/>
          </a:prstGeom>
          <a:solidFill>
            <a:srgbClr val="FFFFFF"/>
          </a:solidFill>
          <a:ln w="9525">
            <a:solidFill>
              <a:srgbClr val="000000"/>
            </a:solidFill>
            <a:prstDash val="solid"/>
          </a:ln>
        </p:spPr>
        <p:txBody>
          <a:bodyPr wrap="none" lIns="123825" tIns="95250" rIns="123825" bIns="186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03" name="dp42-comparison / n120">
            <a:extLst>
              <a:ext uri="{FF2B5EF4-FFF2-40B4-BE49-F238E27FC236}">
                <ns2:creationId id="{99BE0AF7-B750-4933-B22F-76F175964965}"/>
              </a:ext>
            </a:extLst>
          </p:cNvPr>
          <p:cNvSpPr>
            <a:spLocks noGrp="1"/>
          </p:cNvSpPr>
          <p:nvPr/>
        </p:nvSpPr>
        <p:spPr>
          <a:xfrm>
            <a:off x="1809750" y="5343525"/>
            <a:ext cx="2762250" cy="247650"/>
          </a:xfrm>
          <a:prstGeom prst="can">
            <a:avLst>
              <a:gd name="adj" fmla="val 20000"/>
            </a:avLst>
          </a:prstGeom>
          <a:solidFill>
            <a:srgbClr val="FFFFFF"/>
          </a:solidFill>
          <a:ln w="9525">
            <a:solidFill>
              <a:srgbClr val="000000"/>
            </a:solidFill>
            <a:prstDash val="solid"/>
          </a:ln>
        </p:spPr>
        <p:txBody>
          <a:bodyPr wrap="none" lIns="85725" tIns="66675" rIns="85725" bIns="428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Publication Ledger</a:t>
            </a:r>
            <a:endParaRPr lang="ko-KR">
              <a:solidFill>
                <a:srgbClr val="000000"/>
              </a:solidFill>
              <a:latin typeface="Calibri"/>
              <a:ea typeface="Calibri"/>
              <a:cs typeface="Calibri"/>
            </a:endParaRPr>
          </a:p>
        </p:txBody>
      </p:sp>
      <p:sp>
        <p:nvSpPr>
          <p:cNvPr id="105" name="dp42-comparison / n122">
            <a:extLst>
              <a:ext uri="{FF2B5EF4-FFF2-40B4-BE49-F238E27FC236}">
                <ns2:creationId id="{BF7AF3B0-E203-4106-BCA3-D0360648638D}"/>
              </a:ext>
            </a:extLst>
          </p:cNvPr>
          <p:cNvSpPr>
            <a:spLocks noGrp="1"/>
          </p:cNvSpPr>
          <p:nvPr/>
        </p:nvSpPr>
        <p:spPr>
          <a:xfrm>
            <a:off x="5953125" y="5267325"/>
            <a:ext cx="3190875" cy="285750"/>
          </a:xfrm>
          <a:prstGeom prst="rect">
            <a:avLst/>
          </a:prstGeom>
          <a:solidFill>
            <a:srgbClr val="FFFFFF"/>
          </a:solidFill>
          <a:ln w="9525">
            <a:solidFill>
              <a:srgbClr val="000000"/>
            </a:solidFill>
            <a:prstDash val="solid"/>
          </a:ln>
        </p:spPr>
        <p:txBody>
          <a:bodyPr wrap="none" lIns="85725" tIns="31433" rIns="85725" bIns="571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107" name="dp42-comparison / n126 / path">
            <a:extLst>
              <a:ext uri="{FF2B5EF4-FFF2-40B4-BE49-F238E27FC236}">
                <ns2:creationId id="{D76B324A-A859-4F17-9EF4-B41332197409}"/>
              </a:ext>
            </a:extLst>
          </p:cNvPr>
          <p:cNvSpPr>
            <a:spLocks noGrp="1"/>
          </p:cNvSpPr>
          <p:nvPr/>
        </p:nvSpPr>
        <p:spPr>
          <a:xfrm>
            <a:off x="1571625" y="2562225"/>
            <a:ext cx="142875" cy="1638300"/>
          </a:xfrm>
          <a:custGeom>
            <a:pathLst>
              <a:path w="142875" h="1638300">
                <a:moveTo>
                  <a:pt x="95250" y="0"/>
                </a:moveTo>
                <a:lnTo>
                  <a:pt x="0" y="0"/>
                </a:lnTo>
                <a:lnTo>
                  <a:pt x="0" y="1638300"/>
                </a:lnTo>
                <a:lnTo>
                  <a:pt x="142875" y="1638300"/>
                </a:lnTo>
              </a:path>
            </a:pathLst>
          </a:custGeom>
          <a:noFill/>
          <a:ln w="10478">
            <a:solidFill>
              <a:srgbClr val="000000"/>
            </a:solidFill>
            <a:prstDash val="solid"/>
          </a:ln>
        </p:spPr>
      </p:sp>
      <p:sp>
        <p:nvSpPr>
          <p:cNvPr id="108" name="dp42-comparison / n126 / arrow">
            <a:extLst>
              <a:ext uri="{FF2B5EF4-FFF2-40B4-BE49-F238E27FC236}">
                <ns2:creationId id="{9CE673C1-24F4-4A17-89BB-80508663F4A0}"/>
              </a:ext>
            </a:extLst>
          </p:cNvPr>
          <p:cNvSpPr>
            <a:spLocks noGrp="1"/>
          </p:cNvSpPr>
          <p:nvPr/>
        </p:nvSpPr>
        <p:spPr>
          <a:xfrm>
            <a:off x="1647444"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09" name="dp42-comparison / n127">
            <a:extLst>
              <a:ext uri="{FF2B5EF4-FFF2-40B4-BE49-F238E27FC236}">
                <ns2:creationId id="{E9FDA494-A21B-417B-92FA-AD3CF3C17587}"/>
              </a:ext>
            </a:extLst>
          </p:cNvPr>
          <p:cNvSpPr>
            <a:spLocks noGrp="1"/>
          </p:cNvSpPr>
          <p:nvPr/>
        </p:nvSpPr>
        <p:spPr>
          <a:xfrm>
            <a:off x="5000625" y="5629275"/>
            <a:ext cx="4048125" cy="352425"/>
          </a:xfrm>
          <a:prstGeom prst="rect">
            <a:avLst/>
          </a:prstGeom>
          <a:solidFill>
            <a:srgbClr val="FFFFFF"/>
          </a:solidFill>
          <a:ln w="9525">
            <a:solidFill>
              <a:srgbClr val="000000"/>
            </a:solidFill>
            <a:prstDash val="solid"/>
          </a:ln>
        </p:spPr>
      </p:sp>
      <p:sp>
        <p:nvSpPr>
          <p:cNvPr id="110" name="dp42-comparison / n128 / text 1">
            <a:extLst>
              <a:ext uri="{FF2B5EF4-FFF2-40B4-BE49-F238E27FC236}">
                <ns2:creationId id="{A2C9F874-61F4-41A9-84AB-517AA1BA7231}"/>
              </a:ext>
            </a:extLst>
          </p:cNvPr>
          <p:cNvSpPr>
            <a:spLocks noGrp="1"/>
          </p:cNvSpPr>
          <p:nvPr/>
        </p:nvSpPr>
        <p:spPr>
          <a:xfrm>
            <a:off x="5124450" y="5724525"/>
            <a:ext cx="380047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111" name="dp42-comparison / n129">
            <a:extLst>
              <a:ext uri="{FF2B5EF4-FFF2-40B4-BE49-F238E27FC236}">
                <ns2:creationId id="{30446C53-8530-404E-9495-2CA0509D8954}"/>
              </a:ext>
            </a:extLst>
          </p:cNvPr>
          <p:cNvSpPr>
            <a:spLocks noGrp="1"/>
          </p:cNvSpPr>
          <p:nvPr/>
        </p:nvSpPr>
        <p:spPr>
          <a:xfrm>
            <a:off x="7096125" y="5676900"/>
            <a:ext cx="1809750" cy="238125"/>
          </a:xfrm>
          <a:prstGeom prst="roundRect">
            <a:avLst>
              <a:gd name="adj" fmla="val 32000"/>
            </a:avLst>
          </a:prstGeom>
          <a:solidFill>
            <a:srgbClr val="FFF6DE"/>
          </a:solidFill>
          <a:ln w="17145">
            <a:solidFill>
              <a:srgbClr val="B8753F"/>
            </a:solidFill>
            <a:prstDash val="solid"/>
          </a:ln>
        </p:spPr>
        <p:txBody>
          <a:bodyPr wrap="none" lIns="85725" tIns="32385" rIns="85725" bIns="1238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113" name="dp42-comparison / n131 / path">
            <a:extLst>
              <a:ext uri="{FF2B5EF4-FFF2-40B4-BE49-F238E27FC236}">
                <ns2:creationId id="{42D787F6-E3F0-4F6C-9468-07A5E154481E}"/>
              </a:ext>
            </a:extLst>
          </p:cNvPr>
          <p:cNvSpPr>
            <a:spLocks noGrp="1"/>
          </p:cNvSpPr>
          <p:nvPr/>
        </p:nvSpPr>
        <p:spPr>
          <a:xfrm>
            <a:off x="4667250" y="4371975"/>
            <a:ext cx="2952750" cy="1304925"/>
          </a:xfrm>
          <a:custGeom>
            <a:pathLst>
              <a:path w="2952750" h="1304925">
                <a:moveTo>
                  <a:pt x="0" y="0"/>
                </a:moveTo>
                <a:lnTo>
                  <a:pt x="190500" y="0"/>
                </a:lnTo>
                <a:lnTo>
                  <a:pt x="190500" y="1219200"/>
                </a:lnTo>
                <a:lnTo>
                  <a:pt x="2952750" y="1219200"/>
                </a:lnTo>
                <a:lnTo>
                  <a:pt x="2952750" y="1304925"/>
                </a:lnTo>
              </a:path>
            </a:pathLst>
          </a:custGeom>
          <a:noFill/>
          <a:ln w="10478">
            <a:solidFill>
              <a:srgbClr val="000000"/>
            </a:solidFill>
            <a:prstDash val="solid"/>
          </a:ln>
        </p:spPr>
      </p:sp>
      <p:sp>
        <p:nvSpPr>
          <p:cNvPr id="114" name="dp42-comparison / n131 / arrow">
            <a:extLst>
              <a:ext uri="{FF2B5EF4-FFF2-40B4-BE49-F238E27FC236}">
                <ns2:creationId id="{D7BD7B37-779D-4E02-8621-6AB8328C4B8E}"/>
              </a:ext>
            </a:extLst>
          </p:cNvPr>
          <p:cNvSpPr>
            <a:spLocks noGrp="1"/>
          </p:cNvSpPr>
          <p:nvPr/>
        </p:nvSpPr>
        <p:spPr>
          <a:xfrm>
            <a:off x="7586472" y="56098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5" name="dp42-comparison / n132 / path">
            <a:extLst>
              <a:ext uri="{FF2B5EF4-FFF2-40B4-BE49-F238E27FC236}">
                <ns2:creationId id="{D8690226-1C08-4B81-8B58-AD35C2616D17}"/>
              </a:ext>
            </a:extLst>
          </p:cNvPr>
          <p:cNvSpPr>
            <a:spLocks noGrp="1"/>
          </p:cNvSpPr>
          <p:nvPr/>
        </p:nvSpPr>
        <p:spPr>
          <a:xfrm>
            <a:off x="5848350" y="4371975"/>
            <a:ext cx="2152650" cy="1304925"/>
          </a:xfrm>
          <a:custGeom>
            <a:pathLst>
              <a:path w="2152650" h="1304925">
                <a:moveTo>
                  <a:pt x="104775" y="0"/>
                </a:moveTo>
                <a:lnTo>
                  <a:pt x="0" y="0"/>
                </a:lnTo>
                <a:lnTo>
                  <a:pt x="0" y="1190625"/>
                </a:lnTo>
                <a:lnTo>
                  <a:pt x="2152650" y="1190625"/>
                </a:lnTo>
                <a:lnTo>
                  <a:pt x="2152650" y="1304925"/>
                </a:lnTo>
              </a:path>
            </a:pathLst>
          </a:custGeom>
          <a:noFill/>
          <a:ln w="10478">
            <a:solidFill>
              <a:srgbClr val="000000"/>
            </a:solidFill>
            <a:prstDash val="solid"/>
          </a:ln>
        </p:spPr>
      </p:sp>
      <p:sp>
        <p:nvSpPr>
          <p:cNvPr id="116" name="dp42-comparison / n132 / arrow">
            <a:extLst>
              <a:ext uri="{FF2B5EF4-FFF2-40B4-BE49-F238E27FC236}">
                <ns2:creationId id="{E78CCD6D-D9B3-49F1-8AF3-35342CBD9732}"/>
              </a:ext>
            </a:extLst>
          </p:cNvPr>
          <p:cNvSpPr>
            <a:spLocks noGrp="1"/>
          </p:cNvSpPr>
          <p:nvPr/>
        </p:nvSpPr>
        <p:spPr>
          <a:xfrm>
            <a:off x="7967472" y="56098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7" name="dp42-comparison / n133 / path">
            <a:extLst>
              <a:ext uri="{FF2B5EF4-FFF2-40B4-BE49-F238E27FC236}">
                <ns2:creationId id="{9F880A11-0AF8-44E7-807A-D388F4A7AC36}"/>
              </a:ext>
            </a:extLst>
          </p:cNvPr>
          <p:cNvSpPr>
            <a:spLocks noGrp="1"/>
          </p:cNvSpPr>
          <p:nvPr/>
        </p:nvSpPr>
        <p:spPr>
          <a:xfrm>
            <a:off x="4667250" y="4314825"/>
            <a:ext cx="2428875" cy="1704975"/>
          </a:xfrm>
          <a:custGeom>
            <a:pathLst>
              <a:path w="2428875" h="1704975">
                <a:moveTo>
                  <a:pt x="2428875" y="1481138"/>
                </a:moveTo>
                <a:lnTo>
                  <a:pt x="2343150" y="1481138"/>
                </a:lnTo>
                <a:lnTo>
                  <a:pt x="2343150" y="1704975"/>
                </a:lnTo>
                <a:lnTo>
                  <a:pt x="228600" y="1704975"/>
                </a:lnTo>
                <a:lnTo>
                  <a:pt x="228600" y="0"/>
                </a:lnTo>
                <a:lnTo>
                  <a:pt x="0" y="0"/>
                </a:lnTo>
              </a:path>
            </a:pathLst>
          </a:custGeom>
          <a:noFill/>
          <a:ln w="10478">
            <a:solidFill>
              <a:srgbClr val="000000"/>
            </a:solidFill>
            <a:prstDash val="dash"/>
          </a:ln>
        </p:spPr>
      </p:sp>
      <p:sp>
        <p:nvSpPr>
          <p:cNvPr id="118" name="dp42-comparison / n133 / arrow">
            <a:extLst>
              <a:ext uri="{FF2B5EF4-FFF2-40B4-BE49-F238E27FC236}">
                <ns2:creationId id="{71BB299B-B18C-48E1-9173-8D6CF9E6076E}"/>
              </a:ext>
            </a:extLst>
          </p:cNvPr>
          <p:cNvSpPr>
            <a:spLocks noGrp="1"/>
          </p:cNvSpPr>
          <p:nvPr/>
        </p:nvSpPr>
        <p:spPr>
          <a:xfrm>
            <a:off x="4667250" y="42812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19" name="dp42-comparison / n134 / path">
            <a:extLst>
              <a:ext uri="{FF2B5EF4-FFF2-40B4-BE49-F238E27FC236}">
                <ns2:creationId id="{B9936ECE-56D1-4DAD-A610-A5B0B1A53E71}"/>
              </a:ext>
            </a:extLst>
          </p:cNvPr>
          <p:cNvSpPr>
            <a:spLocks noGrp="1"/>
          </p:cNvSpPr>
          <p:nvPr/>
        </p:nvSpPr>
        <p:spPr>
          <a:xfrm>
            <a:off x="8905875" y="4314825"/>
            <a:ext cx="295275" cy="1481138"/>
          </a:xfrm>
          <a:custGeom>
            <a:pathLst>
              <a:path w="295275" h="1481138">
                <a:moveTo>
                  <a:pt x="0" y="1481138"/>
                </a:moveTo>
                <a:lnTo>
                  <a:pt x="295275" y="1481138"/>
                </a:lnTo>
                <a:lnTo>
                  <a:pt x="295275" y="0"/>
                </a:lnTo>
                <a:lnTo>
                  <a:pt x="238125" y="0"/>
                </a:lnTo>
              </a:path>
            </a:pathLst>
          </a:custGeom>
          <a:noFill/>
          <a:ln w="10478">
            <a:solidFill>
              <a:srgbClr val="000000"/>
            </a:solidFill>
            <a:prstDash val="dash"/>
          </a:ln>
        </p:spPr>
      </p:sp>
      <p:sp>
        <p:nvSpPr>
          <p:cNvPr id="120" name="dp42-comparison / n134 / arrow">
            <a:extLst>
              <a:ext uri="{FF2B5EF4-FFF2-40B4-BE49-F238E27FC236}">
                <ns2:creationId id="{F66B7812-AA4F-46E1-BE63-40B18C355522}"/>
              </a:ext>
            </a:extLst>
          </p:cNvPr>
          <p:cNvSpPr>
            <a:spLocks noGrp="1"/>
          </p:cNvSpPr>
          <p:nvPr/>
        </p:nvSpPr>
        <p:spPr>
          <a:xfrm>
            <a:off x="9144000" y="42812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21" name="dp42-comparison / n139 / path">
            <a:extLst>
              <a:ext uri="{FF2B5EF4-FFF2-40B4-BE49-F238E27FC236}">
                <ns2:creationId id="{07E4188A-1D39-4748-A87E-974458F7CD0D}"/>
              </a:ext>
            </a:extLst>
          </p:cNvPr>
          <p:cNvSpPr>
            <a:spLocks noGrp="1"/>
          </p:cNvSpPr>
          <p:nvPr/>
        </p:nvSpPr>
        <p:spPr>
          <a:xfrm>
            <a:off x="7548563" y="4505325"/>
            <a:ext cx="1538288" cy="762000"/>
          </a:xfrm>
          <a:custGeom>
            <a:pathLst>
              <a:path w="1538288" h="762000">
                <a:moveTo>
                  <a:pt x="1452563" y="0"/>
                </a:moveTo>
                <a:lnTo>
                  <a:pt x="1538288" y="0"/>
                </a:lnTo>
                <a:lnTo>
                  <a:pt x="1538288" y="704850"/>
                </a:lnTo>
                <a:lnTo>
                  <a:pt x="0" y="704850"/>
                </a:lnTo>
                <a:lnTo>
                  <a:pt x="0" y="762000"/>
                </a:lnTo>
              </a:path>
            </a:pathLst>
          </a:custGeom>
          <a:noFill/>
          <a:ln w="10478">
            <a:solidFill>
              <a:srgbClr val="000000"/>
            </a:solidFill>
            <a:prstDash val="solid"/>
          </a:ln>
        </p:spPr>
      </p:sp>
      <p:sp>
        <p:nvSpPr>
          <p:cNvPr id="122" name="dp42-comparison / n139 / arrow">
            <a:extLst>
              <a:ext uri="{FF2B5EF4-FFF2-40B4-BE49-F238E27FC236}">
                <ns2:creationId id="{65116B88-47CE-4EEA-B2CA-D858035F81B3}"/>
              </a:ext>
            </a:extLst>
          </p:cNvPr>
          <p:cNvSpPr>
            <a:spLocks noGrp="1"/>
          </p:cNvSpPr>
          <p:nvPr/>
        </p:nvSpPr>
        <p:spPr>
          <a:xfrm>
            <a:off x="7515035" y="52002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23" name="dp42-comparison / n144 / path">
            <a:extLst>
              <a:ext uri="{FF2B5EF4-FFF2-40B4-BE49-F238E27FC236}">
                <ns2:creationId id="{9D1C015C-3DB5-41D0-853E-969CEA5A174B}"/>
              </a:ext>
            </a:extLst>
          </p:cNvPr>
          <p:cNvSpPr>
            <a:spLocks noGrp="1"/>
          </p:cNvSpPr>
          <p:nvPr/>
        </p:nvSpPr>
        <p:spPr>
          <a:xfrm>
            <a:off x="1571625" y="6924675"/>
            <a:ext cx="7715250" cy="953"/>
          </a:xfrm>
          <a:custGeom>
            <a:pathLst>
              <a:path w="7715250" h="953">
                <a:moveTo>
                  <a:pt x="0" y="0"/>
                </a:moveTo>
                <a:lnTo>
                  <a:pt x="7715250" y="0"/>
                </a:lnTo>
              </a:path>
            </a:pathLst>
          </a:custGeom>
          <a:noFill/>
          <a:ln w="10478">
            <a:solidFill>
              <a:srgbClr val="000000"/>
            </a:solidFill>
            <a:prstDash val="solid"/>
          </a:ln>
        </p:spPr>
      </p:sp>
      <p:sp>
        <p:nvSpPr>
          <p:cNvPr id="124" name="dp42-comparison / n147">
            <a:extLst>
              <a:ext uri="{FF2B5EF4-FFF2-40B4-BE49-F238E27FC236}">
                <ns2:creationId id="{54A04251-6D49-410A-B5C2-38618B272348}"/>
              </a:ext>
            </a:extLst>
          </p:cNvPr>
          <p:cNvSpPr>
            <a:spLocks noGrp="1"/>
          </p:cNvSpPr>
          <p:nvPr/>
        </p:nvSpPr>
        <p:spPr>
          <a:xfrm>
            <a:off x="166687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RC / TM: 관련 변경 준비</a:t>
            </a:r>
            <a:endParaRPr lang="ko-KR">
              <a:solidFill>
                <a:srgbClr val="000000"/>
              </a:solidFill>
              <a:latin typeface="Calibri"/>
              <a:ea typeface="Calibri"/>
              <a:cs typeface="Calibri"/>
            </a:endParaRPr>
          </a:p>
        </p:txBody>
      </p:sp>
      <p:sp>
        <p:nvSpPr>
          <p:cNvPr id="126" name="dp42-comparison / n149">
            <a:extLst>
              <a:ext uri="{FF2B5EF4-FFF2-40B4-BE49-F238E27FC236}">
                <ns2:creationId id="{92A7BE6D-6AB8-445F-991D-4C948EB92999}"/>
              </a:ext>
            </a:extLst>
          </p:cNvPr>
          <p:cNvSpPr>
            <a:spLocks noGrp="1"/>
          </p:cNvSpPr>
          <p:nvPr/>
        </p:nvSpPr>
        <p:spPr>
          <a:xfrm>
            <a:off x="433387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트랜잭션 관리자: 공동 확정</a:t>
            </a:r>
            <a:endParaRPr lang="ko-KR">
              <a:solidFill>
                <a:srgbClr val="000000"/>
              </a:solidFill>
              <a:latin typeface="Calibri"/>
              <a:ea typeface="Calibri"/>
              <a:cs typeface="Calibri"/>
            </a:endParaRPr>
          </a:p>
        </p:txBody>
      </p:sp>
      <p:sp>
        <p:nvSpPr>
          <p:cNvPr id="128" name="dp42-comparison / n151 / path">
            <a:extLst>
              <a:ext uri="{FF2B5EF4-FFF2-40B4-BE49-F238E27FC236}">
                <ns2:creationId id="{973425CA-B266-460C-A88A-C949C9D7A45D}"/>
              </a:ext>
            </a:extLst>
          </p:cNvPr>
          <p:cNvSpPr>
            <a:spLocks noGrp="1"/>
          </p:cNvSpPr>
          <p:nvPr/>
        </p:nvSpPr>
        <p:spPr>
          <a:xfrm>
            <a:off x="3905250" y="7319963"/>
            <a:ext cx="428625" cy="953"/>
          </a:xfrm>
          <a:custGeom>
            <a:pathLst>
              <a:path w="428625" h="953">
                <a:moveTo>
                  <a:pt x="0" y="0"/>
                </a:moveTo>
                <a:lnTo>
                  <a:pt x="428625" y="0"/>
                </a:lnTo>
              </a:path>
            </a:pathLst>
          </a:custGeom>
          <a:noFill/>
          <a:ln w="10478">
            <a:solidFill>
              <a:srgbClr val="B8753F"/>
            </a:solidFill>
            <a:prstDash val="solid"/>
          </a:ln>
        </p:spPr>
      </p:sp>
      <p:sp>
        <p:nvSpPr>
          <p:cNvPr id="129" name="dp42-comparison / n151 / arrow">
            <a:extLst>
              <a:ext uri="{FF2B5EF4-FFF2-40B4-BE49-F238E27FC236}">
                <ns2:creationId id="{37DE5052-88CF-4046-8282-06CAF143B912}"/>
              </a:ext>
            </a:extLst>
          </p:cNvPr>
          <p:cNvSpPr>
            <a:spLocks noGrp="1"/>
          </p:cNvSpPr>
          <p:nvPr/>
        </p:nvSpPr>
        <p:spPr>
          <a:xfrm>
            <a:off x="426681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0" name="dp42-comparison / n152">
            <a:extLst>
              <a:ext uri="{FF2B5EF4-FFF2-40B4-BE49-F238E27FC236}">
                <ns2:creationId id="{7441E275-B928-457A-80F9-175F72D7AFDE}"/>
              </a:ext>
            </a:extLst>
          </p:cNvPr>
          <p:cNvSpPr>
            <a:spLocks noGrp="1"/>
          </p:cNvSpPr>
          <p:nvPr/>
        </p:nvSpPr>
        <p:spPr>
          <a:xfrm>
            <a:off x="7000875" y="71913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Gateway: 확정 명령 전송</a:t>
            </a:r>
            <a:endParaRPr lang="ko-KR">
              <a:solidFill>
                <a:srgbClr val="000000"/>
              </a:solidFill>
              <a:latin typeface="Calibri"/>
              <a:ea typeface="Calibri"/>
              <a:cs typeface="Calibri"/>
            </a:endParaRPr>
          </a:p>
        </p:txBody>
      </p:sp>
      <p:sp>
        <p:nvSpPr>
          <p:cNvPr id="132" name="dp42-comparison / n154 / path">
            <a:extLst>
              <a:ext uri="{FF2B5EF4-FFF2-40B4-BE49-F238E27FC236}">
                <ns2:creationId id="{4229E366-E502-4FF5-9117-D446ED65A4C3}"/>
              </a:ext>
            </a:extLst>
          </p:cNvPr>
          <p:cNvSpPr>
            <a:spLocks noGrp="1"/>
          </p:cNvSpPr>
          <p:nvPr/>
        </p:nvSpPr>
        <p:spPr>
          <a:xfrm>
            <a:off x="6572250" y="7319963"/>
            <a:ext cx="428625" cy="953"/>
          </a:xfrm>
          <a:custGeom>
            <a:pathLst>
              <a:path w="428625" h="953">
                <a:moveTo>
                  <a:pt x="0" y="0"/>
                </a:moveTo>
                <a:lnTo>
                  <a:pt x="428625" y="0"/>
                </a:lnTo>
              </a:path>
            </a:pathLst>
          </a:custGeom>
          <a:noFill/>
          <a:ln w="10478">
            <a:solidFill>
              <a:srgbClr val="B8753F"/>
            </a:solidFill>
            <a:prstDash val="solid"/>
          </a:ln>
        </p:spPr>
      </p:sp>
      <p:sp>
        <p:nvSpPr>
          <p:cNvPr id="133" name="dp42-comparison / n154 / arrow">
            <a:extLst>
              <a:ext uri="{FF2B5EF4-FFF2-40B4-BE49-F238E27FC236}">
                <ns2:creationId id="{FA8187EC-61E3-4DF5-9209-4A31DE888858}"/>
              </a:ext>
            </a:extLst>
          </p:cNvPr>
          <p:cNvSpPr>
            <a:spLocks noGrp="1"/>
          </p:cNvSpPr>
          <p:nvPr/>
        </p:nvSpPr>
        <p:spPr>
          <a:xfrm>
            <a:off x="693381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4" name="dp42-comparison / n79">
            <a:extLst>
              <a:ext uri="{FF2B5EF4-FFF2-40B4-BE49-F238E27FC236}">
                <ns2:creationId id="{AD16CA4B-44BA-4650-AC3B-EB18900B5EB9}"/>
              </a:ext>
            </a:extLst>
          </p:cNvPr>
          <p:cNvSpPr>
            <a:spLocks noGrp="1"/>
          </p:cNvSpPr>
          <p:nvPr/>
        </p:nvSpPr>
        <p:spPr>
          <a:xfrm>
            <a:off x="4572000" y="2409825"/>
            <a:ext cx="4667250" cy="304800"/>
          </a:xfrm>
          <a:custGeom>
            <a:pathLst>
              <a:path w="4667250" h="304800">
                <a:moveTo>
                  <a:pt x="0" y="0"/>
                </a:moveTo>
                <a:lnTo>
                  <a:pt x="4495800" y="0"/>
                </a:lnTo>
                <a:lnTo>
                  <a:pt x="4667250" y="171450"/>
                </a:lnTo>
                <a:lnTo>
                  <a:pt x="4667250" y="304800"/>
                </a:lnTo>
                <a:lnTo>
                  <a:pt x="0" y="304800"/>
                </a:lnTo>
                <a:close/>
              </a:path>
            </a:pathLst>
          </a:custGeom>
          <a:solidFill>
            <a:srgbClr val="FFFFFF"/>
          </a:solidFill>
          <a:ln w="9525">
            <a:solidFill>
              <a:srgbClr val="000000"/>
            </a:solidFill>
            <a:prstDash val="solid"/>
          </a:ln>
        </p:spPr>
        <p:txBody>
          <a:bodyPr wrap="none" lIns="95250" tIns="57150" rIns="171450" bIns="40481"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“응, 상반기로 해줘”</a:t>
            </a:r>
            <a:endParaRPr lang="ko-KR">
              <a:solidFill>
                <a:srgbClr val="000000"/>
              </a:solidFill>
              <a:latin typeface="Calibri"/>
              <a:ea typeface="Calibri"/>
              <a:cs typeface="Calibri"/>
            </a:endParaRPr>
          </a:p>
        </p:txBody>
      </p:sp>
      <p:sp>
        <p:nvSpPr>
          <p:cNvPr id="135" name="dp42-comparison / n79 / fold">
            <a:extLst>
              <a:ext uri="{FF2B5EF4-FFF2-40B4-BE49-F238E27FC236}">
                <ns2:creationId id="{C522FB7D-4213-4D36-AADF-5123CFD9C66B}"/>
              </a:ext>
            </a:extLst>
          </p:cNvPr>
          <p:cNvSpPr>
            <a:spLocks noGrp="1"/>
          </p:cNvSpPr>
          <p:nvPr/>
        </p:nvSpPr>
        <p:spPr>
          <a:xfrm>
            <a:off x="9067800"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37" name="dp42-comparison / n82">
            <a:extLst>
              <a:ext uri="{FF2B5EF4-FFF2-40B4-BE49-F238E27FC236}">
                <ns2:creationId id="{A2FF4B15-8F59-4BD4-BF96-B33CB7670804}"/>
              </a:ext>
            </a:extLst>
          </p:cNvPr>
          <p:cNvSpPr>
            <a:spLocks noGrp="1"/>
          </p:cNvSpPr>
          <p:nvPr/>
        </p:nvSpPr>
        <p:spPr>
          <a:xfrm>
            <a:off x="1647825" y="2743200"/>
            <a:ext cx="4335780" cy="167640"/>
          </a:xfrm>
          <a:prstGeom prst="rect">
            <a:avLst/>
          </a:prstGeom>
          <a:solidFill>
            <a:srgbClr val="FFFFFF"/>
          </a:solidFill>
          <a:ln w="0">
            <a:noFill/>
            <a:prstDash val="solid"/>
          </a:ln>
        </p:spPr>
      </p:sp>
      <p:sp>
        <p:nvSpPr>
          <p:cNvPr id="138" name="dp42-comparison / n83 / text 1">
            <a:extLst>
              <a:ext uri="{FF2B5EF4-FFF2-40B4-BE49-F238E27FC236}">
                <ns2:creationId id="{45F58B63-CBCF-4C53-86D4-DCF8D0B1BC51}"/>
              </a:ext>
            </a:extLst>
          </p:cNvPr>
          <p:cNvSpPr>
            <a:spLocks noGrp="1"/>
          </p:cNvSpPr>
          <p:nvPr/>
        </p:nvSpPr>
        <p:spPr>
          <a:xfrm>
            <a:off x="1666875" y="275272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공통 장면: 보고서 기간 질문 Question1을 Publication1로 실제 제시</a:t>
            </a:r>
            <a:endParaRPr lang="ko-KR">
              <a:solidFill>
                <a:srgbClr val="000000"/>
              </a:solidFill>
              <a:latin typeface="Calibri"/>
              <a:ea typeface="Calibri"/>
              <a:cs typeface="Calibri"/>
            </a:endParaRPr>
          </a:p>
        </p:txBody>
      </p:sp>
      <p:sp>
        <p:nvSpPr>
          <p:cNvPr id="139" name="dp42-comparison / n84">
            <a:extLst>
              <a:ext uri="{FF2B5EF4-FFF2-40B4-BE49-F238E27FC236}">
                <ns2:creationId id="{5EA5C5D8-0E42-43E1-A04A-34A649F3B0C4}"/>
              </a:ext>
            </a:extLst>
          </p:cNvPr>
          <p:cNvSpPr>
            <a:spLocks noGrp="1"/>
          </p:cNvSpPr>
          <p:nvPr/>
        </p:nvSpPr>
        <p:spPr>
          <a:xfrm>
            <a:off x="1647825" y="2933700"/>
            <a:ext cx="938022" cy="156210"/>
          </a:xfrm>
          <a:prstGeom prst="rect">
            <a:avLst/>
          </a:prstGeom>
          <a:solidFill>
            <a:srgbClr val="FFFFFF"/>
          </a:solidFill>
          <a:ln w="0">
            <a:noFill/>
            <a:prstDash val="solid"/>
          </a:ln>
        </p:spPr>
      </p:sp>
      <p:sp>
        <p:nvSpPr>
          <p:cNvPr id="140" name="dp42-comparison / n85 / text 1">
            <a:extLst>
              <a:ext uri="{FF2B5EF4-FFF2-40B4-BE49-F238E27FC236}">
                <ns2:creationId id="{84F9F70E-1A19-4A15-825B-2C7F7E7F5B62}"/>
              </a:ext>
            </a:extLst>
          </p:cNvPr>
          <p:cNvSpPr>
            <a:spLocks noGrp="1"/>
          </p:cNvSpPr>
          <p:nvPr/>
        </p:nvSpPr>
        <p:spPr>
          <a:xfrm>
            <a:off x="1666875" y="29432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Conversation1</a:t>
            </a:r>
            <a:endParaRPr lang="ko-KR">
              <a:solidFill>
                <a:srgbClr val="000000"/>
              </a:solidFill>
              <a:latin typeface="Calibri"/>
              <a:ea typeface="Calibri"/>
              <a:cs typeface="Calibri"/>
            </a:endParaRPr>
          </a:p>
        </p:txBody>
      </p:sp>
      <p:sp>
        <p:nvSpPr>
          <p:cNvPr id="141" name="dp42-comparison / n87">
            <a:extLst>
              <a:ext uri="{FF2B5EF4-FFF2-40B4-BE49-F238E27FC236}">
                <ns2:creationId id="{C0B1D572-CDA3-4D55-8941-40CD66F52219}"/>
              </a:ext>
            </a:extLst>
          </p:cNvPr>
          <p:cNvSpPr>
            <a:spLocks noGrp="1"/>
          </p:cNvSpPr>
          <p:nvPr/>
        </p:nvSpPr>
        <p:spPr>
          <a:xfrm>
            <a:off x="3171825" y="2924175"/>
            <a:ext cx="826389" cy="144780"/>
          </a:xfrm>
          <a:prstGeom prst="rect">
            <a:avLst/>
          </a:prstGeom>
          <a:solidFill>
            <a:srgbClr val="FFFFFF"/>
          </a:solidFill>
          <a:ln w="0">
            <a:noFill/>
            <a:prstDash val="solid"/>
          </a:ln>
        </p:spPr>
      </p:sp>
      <p:sp>
        <p:nvSpPr>
          <p:cNvPr id="142" name="dp42-comparison / n88 / text 1">
            <a:extLst>
              <a:ext uri="{FF2B5EF4-FFF2-40B4-BE49-F238E27FC236}">
                <ns2:creationId id="{EBA48700-4917-4795-A97A-FB1AA82A8B39}"/>
              </a:ext>
            </a:extLst>
          </p:cNvPr>
          <p:cNvSpPr>
            <a:spLocks noGrp="1"/>
          </p:cNvSpPr>
          <p:nvPr/>
        </p:nvSpPr>
        <p:spPr>
          <a:xfrm>
            <a:off x="3190875" y="29337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연결 유지</a:t>
            </a:r>
            <a:endParaRPr lang="ko-KR">
              <a:solidFill>
                <a:srgbClr val="000000"/>
              </a:solidFill>
              <a:latin typeface="Calibri"/>
              <a:ea typeface="Calibri"/>
              <a:cs typeface="Calibri"/>
            </a:endParaRPr>
          </a:p>
        </p:txBody>
      </p:sp>
      <p:sp>
        <p:nvSpPr>
          <p:cNvPr id="143" name="dp42-comparison / n89">
            <a:extLst>
              <a:ext uri="{FF2B5EF4-FFF2-40B4-BE49-F238E27FC236}">
                <ns2:creationId id="{169A9E2C-895A-449A-A807-06A42BE6B6D3}"/>
              </a:ext>
            </a:extLst>
          </p:cNvPr>
          <p:cNvSpPr>
            <a:spLocks noGrp="1"/>
          </p:cNvSpPr>
          <p:nvPr/>
        </p:nvSpPr>
        <p:spPr>
          <a:xfrm>
            <a:off x="1647825" y="3105150"/>
            <a:ext cx="606552" cy="156210"/>
          </a:xfrm>
          <a:prstGeom prst="rect">
            <a:avLst/>
          </a:prstGeom>
          <a:solidFill>
            <a:srgbClr val="FFFFFF"/>
          </a:solidFill>
          <a:ln w="0">
            <a:noFill/>
            <a:prstDash val="solid"/>
          </a:ln>
        </p:spPr>
      </p:sp>
      <p:sp>
        <p:nvSpPr>
          <p:cNvPr id="144" name="dp42-comparison / n90 / text 1">
            <a:extLst>
              <a:ext uri="{FF2B5EF4-FFF2-40B4-BE49-F238E27FC236}">
                <ns2:creationId id="{55CF8F50-31CE-4D12-B88F-67E4F61BF3EC}"/>
              </a:ext>
            </a:extLst>
          </p:cNvPr>
          <p:cNvSpPr>
            <a:spLocks noGrp="1"/>
          </p:cNvSpPr>
          <p:nvPr/>
        </p:nvSpPr>
        <p:spPr>
          <a:xfrm>
            <a:off x="1666875" y="31146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a:t>
            </a:r>
            <a:endParaRPr lang="ko-KR">
              <a:solidFill>
                <a:srgbClr val="000000"/>
              </a:solidFill>
              <a:latin typeface="Calibri"/>
              <a:ea typeface="Calibri"/>
              <a:cs typeface="Calibri"/>
            </a:endParaRPr>
          </a:p>
        </p:txBody>
      </p:sp>
      <p:sp>
        <p:nvSpPr>
          <p:cNvPr id="145" name="dp42-comparison / n92">
            <a:extLst>
              <a:ext uri="{FF2B5EF4-FFF2-40B4-BE49-F238E27FC236}">
                <ns2:creationId id="{CF5C77F4-896E-4F76-9842-A4718838CA2A}"/>
              </a:ext>
            </a:extLst>
          </p:cNvPr>
          <p:cNvSpPr>
            <a:spLocks noGrp="1"/>
          </p:cNvSpPr>
          <p:nvPr/>
        </p:nvSpPr>
        <p:spPr>
          <a:xfrm>
            <a:off x="3171825" y="3095625"/>
            <a:ext cx="2177987" cy="144780"/>
          </a:xfrm>
          <a:prstGeom prst="rect">
            <a:avLst/>
          </a:prstGeom>
          <a:solidFill>
            <a:srgbClr val="FFFFFF"/>
          </a:solidFill>
          <a:ln w="0">
            <a:noFill/>
            <a:prstDash val="solid"/>
          </a:ln>
        </p:spPr>
      </p:sp>
      <p:sp>
        <p:nvSpPr>
          <p:cNvPr id="146" name="dp42-comparison / n93 / text 1">
            <a:extLst>
              <a:ext uri="{FF2B5EF4-FFF2-40B4-BE49-F238E27FC236}">
                <ns2:creationId id="{55992C8D-FEC6-47AE-BA6C-F820B8233C49}"/>
              </a:ext>
            </a:extLst>
          </p:cNvPr>
          <p:cNvSpPr>
            <a:spLocks noGrp="1"/>
          </p:cNvSpPr>
          <p:nvPr/>
        </p:nvSpPr>
        <p:spPr>
          <a:xfrm>
            <a:off x="3190875" y="31051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답변의 외부 접수 확인 후 처리 종료</a:t>
            </a:r>
            <a:endParaRPr lang="ko-KR">
              <a:solidFill>
                <a:srgbClr val="000000"/>
              </a:solidFill>
              <a:latin typeface="Calibri"/>
              <a:ea typeface="Calibri"/>
              <a:cs typeface="Calibri"/>
            </a:endParaRPr>
          </a:p>
        </p:txBody>
      </p:sp>
      <p:sp>
        <p:nvSpPr>
          <p:cNvPr id="147" name="dp42-comparison / n94">
            <a:extLst>
              <a:ext uri="{FF2B5EF4-FFF2-40B4-BE49-F238E27FC236}">
                <ns2:creationId id="{096B6CC3-00E3-482F-87F2-4F2886164D48}"/>
              </a:ext>
            </a:extLst>
          </p:cNvPr>
          <p:cNvSpPr>
            <a:spLocks noGrp="1"/>
          </p:cNvSpPr>
          <p:nvPr/>
        </p:nvSpPr>
        <p:spPr>
          <a:xfrm>
            <a:off x="1647825" y="3276600"/>
            <a:ext cx="407670" cy="156210"/>
          </a:xfrm>
          <a:prstGeom prst="rect">
            <a:avLst/>
          </a:prstGeom>
          <a:solidFill>
            <a:srgbClr val="FFFFFF"/>
          </a:solidFill>
          <a:ln w="0">
            <a:noFill/>
            <a:prstDash val="solid"/>
          </a:ln>
        </p:spPr>
      </p:sp>
      <p:sp>
        <p:nvSpPr>
          <p:cNvPr id="148" name="dp42-comparison / n95 / text 1">
            <a:extLst>
              <a:ext uri="{FF2B5EF4-FFF2-40B4-BE49-F238E27FC236}">
                <ns2:creationId id="{BFE4FE09-D03E-4CCF-9168-2BC3EFB3AB02}"/>
              </a:ext>
            </a:extLst>
          </p:cNvPr>
          <p:cNvSpPr>
            <a:spLocks noGrp="1"/>
          </p:cNvSpPr>
          <p:nvPr/>
        </p:nvSpPr>
        <p:spPr>
          <a:xfrm>
            <a:off x="1666875" y="32861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a:t>
            </a:r>
            <a:endParaRPr lang="ko-KR">
              <a:solidFill>
                <a:srgbClr val="000000"/>
              </a:solidFill>
              <a:latin typeface="Calibri"/>
              <a:ea typeface="Calibri"/>
              <a:cs typeface="Calibri"/>
            </a:endParaRPr>
          </a:p>
        </p:txBody>
      </p:sp>
      <p:sp>
        <p:nvSpPr>
          <p:cNvPr id="149" name="dp42-comparison / n97">
            <a:extLst>
              <a:ext uri="{FF2B5EF4-FFF2-40B4-BE49-F238E27FC236}">
                <ns2:creationId id="{5F5F1A1F-CA23-4EDF-A585-54ADB281EB5E}"/>
              </a:ext>
            </a:extLst>
          </p:cNvPr>
          <p:cNvSpPr>
            <a:spLocks noGrp="1"/>
          </p:cNvSpPr>
          <p:nvPr/>
        </p:nvSpPr>
        <p:spPr>
          <a:xfrm>
            <a:off x="3171825" y="3267075"/>
            <a:ext cx="2106740" cy="144780"/>
          </a:xfrm>
          <a:prstGeom prst="rect">
            <a:avLst/>
          </a:prstGeom>
          <a:solidFill>
            <a:srgbClr val="FFFFFF"/>
          </a:solidFill>
          <a:ln w="0">
            <a:noFill/>
            <a:prstDash val="solid"/>
          </a:ln>
        </p:spPr>
      </p:sp>
      <p:sp>
        <p:nvSpPr>
          <p:cNvPr id="150" name="dp42-comparison / n98 / text 1">
            <a:extLst>
              <a:ext uri="{FF2B5EF4-FFF2-40B4-BE49-F238E27FC236}">
                <ns2:creationId id="{C9CB3062-C29E-402F-8A9A-C2DD03CF6A2A}"/>
              </a:ext>
            </a:extLst>
          </p:cNvPr>
          <p:cNvSpPr>
            <a:spLocks noGrp="1"/>
          </p:cNvSpPr>
          <p:nvPr/>
        </p:nvSpPr>
        <p:spPr>
          <a:xfrm>
            <a:off x="3190875" y="32766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보고서 Task는 계속 / 대화와 별도 수명</a:t>
            </a:r>
            <a:endParaRPr lang="ko-KR">
              <a:solidFill>
                <a:srgbClr val="000000"/>
              </a:solidFill>
              <a:latin typeface="Calibri"/>
              <a:ea typeface="Calibri"/>
              <a:cs typeface="Calibri"/>
            </a:endParaRPr>
          </a:p>
        </p:txBody>
      </p:sp>
      <p:sp>
        <p:nvSpPr>
          <p:cNvPr id="151" name="dp42-comparison / n99">
            <a:extLst>
              <a:ext uri="{FF2B5EF4-FFF2-40B4-BE49-F238E27FC236}">
                <ns2:creationId id="{713A1F22-8B02-4D5F-9B69-50F36507FBAF}"/>
              </a:ext>
            </a:extLst>
          </p:cNvPr>
          <p:cNvSpPr>
            <a:spLocks noGrp="1"/>
          </p:cNvSpPr>
          <p:nvPr/>
        </p:nvSpPr>
        <p:spPr>
          <a:xfrm>
            <a:off x="1647825" y="3448050"/>
            <a:ext cx="739140" cy="156210"/>
          </a:xfrm>
          <a:prstGeom prst="rect">
            <a:avLst/>
          </a:prstGeom>
          <a:solidFill>
            <a:srgbClr val="FFFFFF"/>
          </a:solidFill>
          <a:ln w="0">
            <a:noFill/>
            <a:prstDash val="solid"/>
          </a:ln>
        </p:spPr>
      </p:sp>
      <p:sp>
        <p:nvSpPr>
          <p:cNvPr id="152" name="dp42-comparison / n100 / text 1">
            <a:extLst>
              <a:ext uri="{FF2B5EF4-FFF2-40B4-BE49-F238E27FC236}">
                <ns2:creationId id="{E90593D7-E1B7-4756-A882-0CDB6371D309}"/>
              </a:ext>
            </a:extLst>
          </p:cNvPr>
          <p:cNvSpPr>
            <a:spLocks noGrp="1"/>
          </p:cNvSpPr>
          <p:nvPr/>
        </p:nvSpPr>
        <p:spPr>
          <a:xfrm>
            <a:off x="1666875" y="34575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Execution1</a:t>
            </a:r>
            <a:endParaRPr lang="ko-KR">
              <a:solidFill>
                <a:srgbClr val="000000"/>
              </a:solidFill>
              <a:latin typeface="Calibri"/>
              <a:ea typeface="Calibri"/>
              <a:cs typeface="Calibri"/>
            </a:endParaRPr>
          </a:p>
        </p:txBody>
      </p:sp>
      <p:sp>
        <p:nvSpPr>
          <p:cNvPr id="153" name="dp42-comparison / n102">
            <a:extLst>
              <a:ext uri="{FF2B5EF4-FFF2-40B4-BE49-F238E27FC236}">
                <ns2:creationId id="{82023FBA-219A-40FB-B2C5-B3FA0CB28140}"/>
              </a:ext>
            </a:extLst>
          </p:cNvPr>
          <p:cNvSpPr>
            <a:spLocks noGrp="1"/>
          </p:cNvSpPr>
          <p:nvPr/>
        </p:nvSpPr>
        <p:spPr>
          <a:xfrm>
            <a:off x="3171825" y="3438525"/>
            <a:ext cx="2339340" cy="144780"/>
          </a:xfrm>
          <a:prstGeom prst="rect">
            <a:avLst/>
          </a:prstGeom>
          <a:solidFill>
            <a:srgbClr val="FFFFFF"/>
          </a:solidFill>
          <a:ln w="0">
            <a:noFill/>
            <a:prstDash val="solid"/>
          </a:ln>
        </p:spPr>
      </p:sp>
      <p:sp>
        <p:nvSpPr>
          <p:cNvPr id="154" name="dp42-comparison / n103 / text 1">
            <a:extLst>
              <a:ext uri="{FF2B5EF4-FFF2-40B4-BE49-F238E27FC236}">
                <ns2:creationId id="{9819B888-F388-44B7-95D5-FF26F8CC122D}"/>
              </a:ext>
            </a:extLst>
          </p:cNvPr>
          <p:cNvSpPr>
            <a:spLocks noGrp="1"/>
          </p:cNvSpPr>
          <p:nvPr/>
        </p:nvSpPr>
        <p:spPr>
          <a:xfrm>
            <a:off x="3190875" y="34480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Downstream Agent의 실제 실행은 별도 수명</a:t>
            </a:r>
            <a:endParaRPr lang="ko-KR">
              <a:solidFill>
                <a:srgbClr val="000000"/>
              </a:solidFill>
              <a:latin typeface="Calibri"/>
              <a:ea typeface="Calibri"/>
              <a:cs typeface="Calibri"/>
            </a:endParaRPr>
          </a:p>
        </p:txBody>
      </p:sp>
      <p:sp>
        <p:nvSpPr>
          <p:cNvPr id="155" name="dp42-comparison / n106">
            <a:extLst>
              <a:ext uri="{FF2B5EF4-FFF2-40B4-BE49-F238E27FC236}">
                <ns2:creationId id="{CB5C5C44-7AF0-41D1-B8D7-5D72C05335F1}"/>
              </a:ext>
            </a:extLst>
          </p:cNvPr>
          <p:cNvSpPr>
            <a:spLocks noGrp="1"/>
          </p:cNvSpPr>
          <p:nvPr/>
        </p:nvSpPr>
        <p:spPr>
          <a:xfrm>
            <a:off x="5029200" y="3733800"/>
            <a:ext cx="2604516" cy="179070"/>
          </a:xfrm>
          <a:prstGeom prst="rect">
            <a:avLst/>
          </a:prstGeom>
          <a:solidFill>
            <a:srgbClr val="FFFFFF"/>
          </a:solidFill>
          <a:ln w="0">
            <a:noFill/>
            <a:prstDash val="solid"/>
          </a:ln>
        </p:spPr>
      </p:sp>
      <p:sp>
        <p:nvSpPr>
          <p:cNvPr id="156" name="dp42-comparison / n107 / text 1">
            <a:extLst>
              <a:ext uri="{FF2B5EF4-FFF2-40B4-BE49-F238E27FC236}">
                <ns2:creationId id="{82647F4E-C649-40BC-B843-2F1713879849}"/>
              </a:ext>
            </a:extLst>
          </p:cNvPr>
          <p:cNvSpPr>
            <a:spLocks noGrp="1"/>
          </p:cNvSpPr>
          <p:nvPr/>
        </p:nvSpPr>
        <p:spPr>
          <a:xfrm>
            <a:off x="5048250" y="3743325"/>
            <a:ext cx="40195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모듈형 Core / 관련 변경의 한 번 확정</a:t>
            </a:r>
            <a:endParaRPr lang="ko-KR">
              <a:solidFill>
                <a:srgbClr val="000000"/>
              </a:solidFill>
              <a:latin typeface="Calibri"/>
              <a:ea typeface="Calibri"/>
              <a:cs typeface="Calibri"/>
            </a:endParaRPr>
          </a:p>
        </p:txBody>
      </p:sp>
      <p:sp>
        <p:nvSpPr>
          <p:cNvPr id="157" name="dp42-comparison / n124">
            <a:extLst>
              <a:ext uri="{FF2B5EF4-FFF2-40B4-BE49-F238E27FC236}">
                <ns2:creationId id="{90C83E23-FEA0-46F1-852A-DD484405CD7D}"/>
              </a:ext>
            </a:extLst>
          </p:cNvPr>
          <p:cNvSpPr>
            <a:spLocks noGrp="1"/>
          </p:cNvSpPr>
          <p:nvPr/>
        </p:nvSpPr>
        <p:spPr>
          <a:xfrm>
            <a:off x="6086475" y="5029200"/>
            <a:ext cx="2190560" cy="144780"/>
          </a:xfrm>
          <a:prstGeom prst="rect">
            <a:avLst/>
          </a:prstGeom>
          <a:solidFill>
            <a:srgbClr val="FFFFFF"/>
          </a:solidFill>
          <a:ln w="0">
            <a:noFill/>
            <a:prstDash val="solid"/>
          </a:ln>
        </p:spPr>
      </p:sp>
      <p:sp>
        <p:nvSpPr>
          <p:cNvPr id="158" name="dp42-comparison / n125 / text 1">
            <a:extLst>
              <a:ext uri="{FF2B5EF4-FFF2-40B4-BE49-F238E27FC236}">
                <ns2:creationId id="{F482C8C9-219D-462D-92E7-42204C66B39C}"/>
              </a:ext>
            </a:extLst>
          </p:cNvPr>
          <p:cNvSpPr>
            <a:spLocks noGrp="1"/>
          </p:cNvSpPr>
          <p:nvPr/>
        </p:nvSpPr>
        <p:spPr>
          <a:xfrm>
            <a:off x="6105525" y="5038725"/>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보고서 / Command1: 상반기 답변</a:t>
            </a:r>
            <a:endParaRPr lang="ko-KR">
              <a:solidFill>
                <a:srgbClr val="000000"/>
              </a:solidFill>
              <a:latin typeface="Calibri"/>
              <a:ea typeface="Calibri"/>
              <a:cs typeface="Calibri"/>
            </a:endParaRPr>
          </a:p>
        </p:txBody>
      </p:sp>
      <p:sp>
        <p:nvSpPr>
          <p:cNvPr id="159" name="dp42-comparison / n135">
            <a:extLst>
              <a:ext uri="{FF2B5EF4-FFF2-40B4-BE49-F238E27FC236}">
                <ns2:creationId id="{367B99DD-7F68-4CA3-8C14-E6C942A4E2F4}"/>
              </a:ext>
            </a:extLst>
          </p:cNvPr>
          <p:cNvSpPr>
            <a:spLocks noGrp="1"/>
          </p:cNvSpPr>
          <p:nvPr/>
        </p:nvSpPr>
        <p:spPr>
          <a:xfrm>
            <a:off x="4838700" y="4381500"/>
            <a:ext cx="607695" cy="133350"/>
          </a:xfrm>
          <a:prstGeom prst="rect">
            <a:avLst/>
          </a:prstGeom>
          <a:solidFill>
            <a:srgbClr val="FFFFFF"/>
          </a:solidFill>
          <a:ln w="0">
            <a:noFill/>
            <a:prstDash val="solid"/>
          </a:ln>
        </p:spPr>
      </p:sp>
      <p:sp>
        <p:nvSpPr>
          <p:cNvPr id="160" name="dp42-comparison / n136 / text 1">
            <a:extLst>
              <a:ext uri="{FF2B5EF4-FFF2-40B4-BE49-F238E27FC236}">
                <ns2:creationId id="{677E3B54-98D6-41EC-95A2-A44BE50D81FB}"/>
              </a:ext>
            </a:extLst>
          </p:cNvPr>
          <p:cNvSpPr>
            <a:spLocks noGrp="1"/>
          </p:cNvSpPr>
          <p:nvPr/>
        </p:nvSpPr>
        <p:spPr>
          <a:xfrm>
            <a:off x="4857750" y="4391025"/>
            <a:ext cx="10287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검증한 변경</a:t>
            </a:r>
            <a:endParaRPr lang="ko-KR">
              <a:solidFill>
                <a:srgbClr val="000000"/>
              </a:solidFill>
              <a:latin typeface="Calibri"/>
              <a:ea typeface="Calibri"/>
              <a:cs typeface="Calibri"/>
            </a:endParaRPr>
          </a:p>
        </p:txBody>
      </p:sp>
      <p:sp>
        <p:nvSpPr>
          <p:cNvPr id="161" name="dp42-comparison / n137">
            <a:extLst>
              <a:ext uri="{FF2B5EF4-FFF2-40B4-BE49-F238E27FC236}">
                <ns2:creationId id="{8751B58C-698D-4834-B8A3-471B37293E8E}"/>
              </a:ext>
            </a:extLst>
          </p:cNvPr>
          <p:cNvSpPr>
            <a:spLocks noGrp="1"/>
          </p:cNvSpPr>
          <p:nvPr/>
        </p:nvSpPr>
        <p:spPr>
          <a:xfrm>
            <a:off x="4838700" y="4610100"/>
            <a:ext cx="653415" cy="133350"/>
          </a:xfrm>
          <a:prstGeom prst="rect">
            <a:avLst/>
          </a:prstGeom>
          <a:solidFill>
            <a:srgbClr val="FFFFFF"/>
          </a:solidFill>
          <a:ln w="0">
            <a:noFill/>
            <a:prstDash val="solid"/>
          </a:ln>
        </p:spPr>
      </p:sp>
      <p:sp>
        <p:nvSpPr>
          <p:cNvPr id="162" name="dp42-comparison / n138 / text 1">
            <a:extLst>
              <a:ext uri="{FF2B5EF4-FFF2-40B4-BE49-F238E27FC236}">
                <ns2:creationId id="{77CB5F22-465E-4E32-905C-F67C2D1BC7F3}"/>
              </a:ext>
            </a:extLst>
          </p:cNvPr>
          <p:cNvSpPr>
            <a:spLocks noGrp="1"/>
          </p:cNvSpPr>
          <p:nvPr/>
        </p:nvSpPr>
        <p:spPr>
          <a:xfrm>
            <a:off x="4857750" y="4619625"/>
            <a:ext cx="10287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같은 commit</a:t>
            </a:r>
            <a:endParaRPr lang="ko-KR">
              <a:solidFill>
                <a:srgbClr val="000000"/>
              </a:solidFill>
              <a:latin typeface="Calibri"/>
              <a:ea typeface="Calibri"/>
              <a:cs typeface="Calibri"/>
            </a:endParaRPr>
          </a:p>
        </p:txBody>
      </p:sp>
      <p:sp>
        <p:nvSpPr>
          <p:cNvPr id="163" name="dp42-comparison / n140">
            <a:extLst>
              <a:ext uri="{FF2B5EF4-FFF2-40B4-BE49-F238E27FC236}">
                <ns2:creationId id="{6B2B1296-6B29-4153-817D-2D29C7108D6F}"/>
              </a:ext>
            </a:extLst>
          </p:cNvPr>
          <p:cNvSpPr>
            <a:spLocks noGrp="1"/>
          </p:cNvSpPr>
          <p:nvPr/>
        </p:nvSpPr>
        <p:spPr>
          <a:xfrm>
            <a:off x="1666875" y="6191250"/>
            <a:ext cx="3238500" cy="647700"/>
          </a:xfrm>
          <a:custGeom>
            <a:pathLst>
              <a:path w="3238500" h="647700">
                <a:moveTo>
                  <a:pt x="0" y="0"/>
                </a:moveTo>
                <a:lnTo>
                  <a:pt x="3067050" y="0"/>
                </a:lnTo>
                <a:lnTo>
                  <a:pt x="3238500" y="171450"/>
                </a:lnTo>
                <a:lnTo>
                  <a:pt x="3238500" y="647700"/>
                </a:lnTo>
                <a:lnTo>
                  <a:pt x="0" y="647700"/>
                </a:lnTo>
                <a:close/>
              </a:path>
            </a:pathLst>
          </a:custGeom>
          <a:solidFill>
            <a:srgbClr val="FFFFFF"/>
          </a:solidFill>
          <a:ln w="9525">
            <a:solidFill>
              <a:srgbClr val="000000"/>
            </a:solidFill>
            <a:prstDash val="solid"/>
          </a:ln>
        </p:spPr>
        <p:txBody>
          <a:bodyPr wrap="none" lIns="95250" tIns="57150" rIns="171450" bIns="1333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공동 변경 1 / Request Controller의 관계</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 → Question1 → Task1</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사용자 답변: 상반기</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Command1과 연결 / 관련 변경과 함께 확정</a:t>
            </a:r>
            <a:endParaRPr lang="ko-KR">
              <a:solidFill>
                <a:srgbClr val="000000"/>
              </a:solidFill>
              <a:latin typeface="Calibri"/>
              <a:ea typeface="Calibri"/>
              <a:cs typeface="Calibri"/>
            </a:endParaRPr>
          </a:p>
        </p:txBody>
      </p:sp>
      <p:sp>
        <p:nvSpPr>
          <p:cNvPr id="164" name="dp42-comparison / n140 / fold">
            <a:extLst>
              <a:ext uri="{FF2B5EF4-FFF2-40B4-BE49-F238E27FC236}">
                <ns2:creationId id="{7ABC59AF-41A3-4B7F-A1DD-A5518EDD6468}"/>
              </a:ext>
            </a:extLst>
          </p:cNvPr>
          <p:cNvSpPr>
            <a:spLocks noGrp="1"/>
          </p:cNvSpPr>
          <p:nvPr/>
        </p:nvSpPr>
        <p:spPr>
          <a:xfrm>
            <a:off x="473392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9" name="dp42-comparison / n142">
            <a:extLst>
              <a:ext uri="{FF2B5EF4-FFF2-40B4-BE49-F238E27FC236}">
                <ns2:creationId id="{D4532F2B-2231-4381-BB87-25ECDA962701}"/>
              </a:ext>
            </a:extLst>
          </p:cNvPr>
          <p:cNvSpPr>
            <a:spLocks noGrp="1"/>
          </p:cNvSpPr>
          <p:nvPr/>
        </p:nvSpPr>
        <p:spPr>
          <a:xfrm>
            <a:off x="5667375" y="6191250"/>
            <a:ext cx="3524250" cy="647700"/>
          </a:xfrm>
          <a:custGeom>
            <a:pathLst>
              <a:path w="3524250" h="647700">
                <a:moveTo>
                  <a:pt x="0" y="0"/>
                </a:moveTo>
                <a:lnTo>
                  <a:pt x="3352800" y="0"/>
                </a:lnTo>
                <a:lnTo>
                  <a:pt x="3524250" y="171450"/>
                </a:lnTo>
                <a:lnTo>
                  <a:pt x="3524250" y="647700"/>
                </a:lnTo>
                <a:lnTo>
                  <a:pt x="0" y="647700"/>
                </a:lnTo>
                <a:close/>
              </a:path>
            </a:pathLst>
          </a:custGeom>
          <a:solidFill>
            <a:srgbClr val="FFFFFF"/>
          </a:solidFill>
          <a:ln w="9525">
            <a:solidFill>
              <a:srgbClr val="000000"/>
            </a:solidFill>
            <a:prstDash val="solid"/>
          </a:ln>
        </p:spPr>
        <p:txBody>
          <a:bodyPr wrap="none" lIns="95250" tIns="57150" rIns="171450" bIns="1333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공동 변경 2 / Task Manager의 상태</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Question1: OPEN → ANSWERED</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Command1: PENDING / payload.answer:상반기</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170" name="dp42-comparison / n142 / fold">
            <a:extLst>
              <a:ext uri="{FF2B5EF4-FFF2-40B4-BE49-F238E27FC236}">
                <ns2:creationId id="{20E90AF9-CF73-4F5F-9848-1CFDC5DA5B0D}"/>
              </a:ext>
            </a:extLst>
          </p:cNvPr>
          <p:cNvSpPr>
            <a:spLocks noGrp="1"/>
          </p:cNvSpPr>
          <p:nvPr/>
        </p:nvSpPr>
        <p:spPr>
          <a:xfrm>
            <a:off x="902017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75" name="dp42-comparison / n145">
            <a:extLst>
              <a:ext uri="{FF2B5EF4-FFF2-40B4-BE49-F238E27FC236}">
                <ns2:creationId id="{7AC68273-2825-40B3-9939-09A92DFDA9C5}"/>
              </a:ext>
            </a:extLst>
          </p:cNvPr>
          <p:cNvSpPr>
            <a:spLocks noGrp="1"/>
          </p:cNvSpPr>
          <p:nvPr/>
        </p:nvSpPr>
        <p:spPr>
          <a:xfrm>
            <a:off x="1647825" y="6953250"/>
            <a:ext cx="2961894" cy="179070"/>
          </a:xfrm>
          <a:prstGeom prst="rect">
            <a:avLst/>
          </a:prstGeom>
          <a:solidFill>
            <a:srgbClr val="FFFFFF"/>
          </a:solidFill>
          <a:ln w="0">
            <a:noFill/>
            <a:prstDash val="solid"/>
          </a:ln>
        </p:spPr>
      </p:sp>
      <p:sp>
        <p:nvSpPr>
          <p:cNvPr id="176" name="dp42-comparison / n146 / text 1">
            <a:extLst>
              <a:ext uri="{FF2B5EF4-FFF2-40B4-BE49-F238E27FC236}">
                <ns2:creationId id="{CEEAD770-4613-474C-94A7-3F24E97C11F6}"/>
              </a:ext>
            </a:extLst>
          </p:cNvPr>
          <p:cNvSpPr>
            <a:spLocks noGrp="1"/>
          </p:cNvSpPr>
          <p:nvPr/>
        </p:nvSpPr>
        <p:spPr>
          <a:xfrm>
            <a:off x="1666875" y="69627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상반기 답변의 로컬 확정</a:t>
            </a:r>
            <a:endParaRPr lang="ko-KR">
              <a:solidFill>
                <a:srgbClr val="000000"/>
              </a:solidFill>
              <a:latin typeface="Calibri"/>
              <a:ea typeface="Calibri"/>
              <a:cs typeface="Calibri"/>
            </a:endParaRPr>
          </a:p>
        </p:txBody>
      </p:sp>
      <p:sp>
        <p:nvSpPr>
          <p:cNvPr id="177" name="dp42-comparison / n155">
            <a:extLst>
              <a:ext uri="{FF2B5EF4-FFF2-40B4-BE49-F238E27FC236}">
                <ns2:creationId id="{A61225C5-E548-480D-803A-342B032BDB9E}"/>
              </a:ext>
            </a:extLst>
          </p:cNvPr>
          <p:cNvSpPr>
            <a:spLocks noGrp="1"/>
          </p:cNvSpPr>
          <p:nvPr/>
        </p:nvSpPr>
        <p:spPr>
          <a:xfrm>
            <a:off x="1647825" y="7448550"/>
            <a:ext cx="3101340" cy="114300"/>
          </a:xfrm>
          <a:prstGeom prst="rect">
            <a:avLst/>
          </a:prstGeom>
          <a:solidFill>
            <a:srgbClr val="FFFFFF"/>
          </a:solidFill>
          <a:ln w="0">
            <a:noFill/>
            <a:prstDash val="solid"/>
          </a:ln>
        </p:spPr>
      </p:sp>
      <p:sp>
        <p:nvSpPr>
          <p:cNvPr id="178" name="dp42-comparison / n156 / text 1">
            <a:extLst>
              <a:ext uri="{FF2B5EF4-FFF2-40B4-BE49-F238E27FC236}">
                <ns2:creationId id="{E5308301-6EA0-4871-A95C-49CED5A43455}"/>
              </a:ext>
            </a:extLst>
          </p:cNvPr>
          <p:cNvSpPr>
            <a:spLocks noGrp="1"/>
          </p:cNvSpPr>
          <p:nvPr/>
        </p:nvSpPr>
        <p:spPr>
          <a:xfrm>
            <a:off x="1666875" y="7458075"/>
            <a:ext cx="7524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충돌과 실패: 함께 미반영 / 모델과 외부 통신은 transaction 밖</a:t>
            </a:r>
            <a:endParaRPr lang="ko-KR">
              <a:solidFill>
                <a:srgbClr val="000000"/>
              </a:solidFill>
              <a:latin typeface="Calibri"/>
              <a:ea typeface="Calibri"/>
              <a:cs typeface="Calibri"/>
            </a:endParaRPr>
          </a:p>
        </p:txBody>
      </p:sp>
      <p:sp>
        <p:nvSpPr>
          <p:cNvPr id="179" name="dp42-comparison / n157">
            <a:extLst>
              <a:ext uri="{FF2B5EF4-FFF2-40B4-BE49-F238E27FC236}">
                <ns2:creationId id="{791D83F5-79C2-4356-8D21-71DF34DB67E2}"/>
              </a:ext>
            </a:extLst>
          </p:cNvPr>
          <p:cNvSpPr>
            <a:spLocks noGrp="1"/>
          </p:cNvSpPr>
          <p:nvPr/>
        </p:nvSpPr>
        <p:spPr>
          <a:xfrm>
            <a:off x="9953625" y="2409825"/>
            <a:ext cx="2571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81" name="dp42-comparison / n161 / path">
            <a:extLst>
              <a:ext uri="{FF2B5EF4-FFF2-40B4-BE49-F238E27FC236}">
                <ns2:creationId id="{E064153E-4331-44CE-B0D4-B0E11474ADC2}"/>
              </a:ext>
            </a:extLst>
          </p:cNvPr>
          <p:cNvSpPr>
            <a:spLocks noGrp="1"/>
          </p:cNvSpPr>
          <p:nvPr/>
        </p:nvSpPr>
        <p:spPr>
          <a:xfrm>
            <a:off x="12525375" y="2562225"/>
            <a:ext cx="333375" cy="953"/>
          </a:xfrm>
          <a:custGeom>
            <a:pathLst>
              <a:path w="333375" h="953">
                <a:moveTo>
                  <a:pt x="0" y="0"/>
                </a:moveTo>
                <a:lnTo>
                  <a:pt x="333375" y="0"/>
                </a:lnTo>
              </a:path>
            </a:pathLst>
          </a:custGeom>
          <a:noFill/>
          <a:ln w="10478">
            <a:solidFill>
              <a:srgbClr val="000000"/>
            </a:solidFill>
            <a:prstDash val="solid"/>
          </a:ln>
        </p:spPr>
      </p:sp>
      <p:sp>
        <p:nvSpPr>
          <p:cNvPr id="182" name="dp42-comparison / n161 / arrow">
            <a:extLst>
              <a:ext uri="{FF2B5EF4-FFF2-40B4-BE49-F238E27FC236}">
                <ns2:creationId id="{455CB784-FD8D-4FD0-954C-15DF05EADA91}"/>
              </a:ext>
            </a:extLst>
          </p:cNvPr>
          <p:cNvSpPr>
            <a:spLocks noGrp="1"/>
          </p:cNvSpPr>
          <p:nvPr/>
        </p:nvSpPr>
        <p:spPr>
          <a:xfrm>
            <a:off x="12791694" y="2528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3" name="dp42-comparison / n166 / path">
            <a:extLst>
              <a:ext uri="{FF2B5EF4-FFF2-40B4-BE49-F238E27FC236}">
                <ns2:creationId id="{D81372E8-E40C-4843-A8B7-54B443B30B5E}"/>
              </a:ext>
            </a:extLst>
          </p:cNvPr>
          <p:cNvSpPr>
            <a:spLocks noGrp="1"/>
          </p:cNvSpPr>
          <p:nvPr/>
        </p:nvSpPr>
        <p:spPr>
          <a:xfrm>
            <a:off x="11391900" y="3067050"/>
            <a:ext cx="6076950" cy="953"/>
          </a:xfrm>
          <a:custGeom>
            <a:pathLst>
              <a:path w="6076950" h="953">
                <a:moveTo>
                  <a:pt x="0" y="0"/>
                </a:moveTo>
                <a:lnTo>
                  <a:pt x="6076950" y="0"/>
                </a:lnTo>
              </a:path>
            </a:pathLst>
          </a:custGeom>
          <a:noFill/>
          <a:ln w="10478">
            <a:solidFill>
              <a:srgbClr val="000000"/>
            </a:solidFill>
            <a:prstDash val="solid"/>
          </a:ln>
        </p:spPr>
      </p:sp>
      <p:sp>
        <p:nvSpPr>
          <p:cNvPr id="184" name="dp42-comparison / n171 / path">
            <a:extLst>
              <a:ext uri="{FF2B5EF4-FFF2-40B4-BE49-F238E27FC236}">
                <ns2:creationId id="{F5AE7F17-9F4A-4C48-BBB1-583101B68D52}"/>
              </a:ext>
            </a:extLst>
          </p:cNvPr>
          <p:cNvSpPr>
            <a:spLocks noGrp="1"/>
          </p:cNvSpPr>
          <p:nvPr/>
        </p:nvSpPr>
        <p:spPr>
          <a:xfrm>
            <a:off x="11391900" y="3238500"/>
            <a:ext cx="4038600" cy="953"/>
          </a:xfrm>
          <a:custGeom>
            <a:pathLst>
              <a:path w="4038600" h="953">
                <a:moveTo>
                  <a:pt x="0" y="0"/>
                </a:moveTo>
                <a:lnTo>
                  <a:pt x="4038600" y="0"/>
                </a:lnTo>
              </a:path>
            </a:pathLst>
          </a:custGeom>
          <a:noFill/>
          <a:ln w="10478">
            <a:solidFill>
              <a:srgbClr val="000000"/>
            </a:solidFill>
            <a:prstDash val="solid"/>
          </a:ln>
        </p:spPr>
      </p:sp>
      <p:sp>
        <p:nvSpPr>
          <p:cNvPr id="185" name="dp42-comparison / n176 / path">
            <a:extLst>
              <a:ext uri="{FF2B5EF4-FFF2-40B4-BE49-F238E27FC236}">
                <ns2:creationId id="{4CEDAEBC-EAC5-4CBA-85B3-9628D71AE548}"/>
              </a:ext>
            </a:extLst>
          </p:cNvPr>
          <p:cNvSpPr>
            <a:spLocks noGrp="1"/>
          </p:cNvSpPr>
          <p:nvPr/>
        </p:nvSpPr>
        <p:spPr>
          <a:xfrm>
            <a:off x="11391900" y="3409950"/>
            <a:ext cx="6076950" cy="953"/>
          </a:xfrm>
          <a:custGeom>
            <a:pathLst>
              <a:path w="6076950" h="953">
                <a:moveTo>
                  <a:pt x="0" y="0"/>
                </a:moveTo>
                <a:lnTo>
                  <a:pt x="6076950" y="0"/>
                </a:lnTo>
              </a:path>
            </a:pathLst>
          </a:custGeom>
          <a:noFill/>
          <a:ln w="10478">
            <a:solidFill>
              <a:srgbClr val="000000"/>
            </a:solidFill>
            <a:prstDash val="solid"/>
          </a:ln>
        </p:spPr>
      </p:sp>
      <p:sp>
        <p:nvSpPr>
          <p:cNvPr id="186" name="dp42-comparison / n181 / path">
            <a:extLst>
              <a:ext uri="{FF2B5EF4-FFF2-40B4-BE49-F238E27FC236}">
                <ns2:creationId id="{5F6A1C93-EB90-48FB-9EF7-516936B3F99C}"/>
              </a:ext>
            </a:extLst>
          </p:cNvPr>
          <p:cNvSpPr>
            <a:spLocks noGrp="1"/>
          </p:cNvSpPr>
          <p:nvPr/>
        </p:nvSpPr>
        <p:spPr>
          <a:xfrm>
            <a:off x="11391900" y="3581400"/>
            <a:ext cx="6076950" cy="953"/>
          </a:xfrm>
          <a:custGeom>
            <a:pathLst>
              <a:path w="6076950" h="953">
                <a:moveTo>
                  <a:pt x="0" y="0"/>
                </a:moveTo>
                <a:lnTo>
                  <a:pt x="6076950" y="0"/>
                </a:lnTo>
              </a:path>
            </a:pathLst>
          </a:custGeom>
          <a:noFill/>
          <a:ln w="10478">
            <a:solidFill>
              <a:srgbClr val="000000"/>
            </a:solidFill>
            <a:prstDash val="solid"/>
          </a:ln>
        </p:spPr>
      </p:sp>
      <p:sp>
        <p:nvSpPr>
          <p:cNvPr id="187" name="dp42-comparison / n184">
            <a:extLst>
              <a:ext uri="{FF2B5EF4-FFF2-40B4-BE49-F238E27FC236}">
                <ns2:creationId id="{AE24BFCF-70C1-4324-A075-77C511392AEF}"/>
              </a:ext>
            </a:extLst>
          </p:cNvPr>
          <p:cNvSpPr>
            <a:spLocks noGrp="1"/>
          </p:cNvSpPr>
          <p:nvPr/>
        </p:nvSpPr>
        <p:spPr>
          <a:xfrm>
            <a:off x="9858375" y="3638550"/>
            <a:ext cx="3238500" cy="2419350"/>
          </a:xfrm>
          <a:prstGeom prst="rect">
            <a:avLst/>
          </a:prstGeom>
          <a:solidFill>
            <a:srgbClr val="FFFFFF"/>
          </a:solidFill>
          <a:ln w="24765">
            <a:solidFill>
              <a:srgbClr val="B8753F"/>
            </a:solidFill>
            <a:prstDash val="dash"/>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189" name="dp42-comparison / n186">
            <a:extLst>
              <a:ext uri="{FF2B5EF4-FFF2-40B4-BE49-F238E27FC236}">
                <ns2:creationId id="{5C8065C3-8809-4F7A-BE53-D92F8DF845DD}"/>
              </a:ext>
            </a:extLst>
          </p:cNvPr>
          <p:cNvSpPr>
            <a:spLocks noGrp="1"/>
          </p:cNvSpPr>
          <p:nvPr/>
        </p:nvSpPr>
        <p:spPr>
          <a:xfrm>
            <a:off x="14097000" y="3638550"/>
            <a:ext cx="3476625" cy="2419350"/>
          </a:xfrm>
          <a:prstGeom prst="rect">
            <a:avLst/>
          </a:prstGeom>
          <a:solidFill>
            <a:srgbClr val="FFFFFF"/>
          </a:solidFill>
          <a:ln w="24765">
            <a:solidFill>
              <a:srgbClr val="B8753F"/>
            </a:solidFill>
            <a:prstDash val="dash"/>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191" name="dp42-comparison / n188">
            <a:extLst>
              <a:ext uri="{FF2B5EF4-FFF2-40B4-BE49-F238E27FC236}">
                <ns2:creationId id="{CDBCD7BD-8E84-44AF-A47D-F531669303A9}"/>
              </a:ext>
            </a:extLst>
          </p:cNvPr>
          <p:cNvSpPr>
            <a:spLocks noGrp="1"/>
          </p:cNvSpPr>
          <p:nvPr/>
        </p:nvSpPr>
        <p:spPr>
          <a:xfrm>
            <a:off x="10001250" y="4048125"/>
            <a:ext cx="2952750" cy="857250"/>
          </a:xfrm>
          <a:prstGeom prst="rect">
            <a:avLst/>
          </a:prstGeom>
          <a:solidFill>
            <a:srgbClr val="FFFFFF"/>
          </a:solidFill>
          <a:ln w="9525">
            <a:solidFill>
              <a:srgbClr val="000000"/>
            </a:solidFill>
            <a:prstDash val="solid"/>
          </a:ln>
        </p:spPr>
        <p:txBody>
          <a:bodyPr wrap="none" lIns="123825" tIns="95250" rIns="123825" bIns="4719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93" name="dp42-comparison / n190">
            <a:extLst>
              <a:ext uri="{FF2B5EF4-FFF2-40B4-BE49-F238E27FC236}">
                <ns2:creationId id="{541C4357-C268-42BD-A623-D15FD28EA415}"/>
              </a:ext>
            </a:extLst>
          </p:cNvPr>
          <p:cNvSpPr>
            <a:spLocks noGrp="1"/>
          </p:cNvSpPr>
          <p:nvPr/>
        </p:nvSpPr>
        <p:spPr>
          <a:xfrm>
            <a:off x="10096500" y="4562475"/>
            <a:ext cx="2762250" cy="238125"/>
          </a:xfrm>
          <a:prstGeom prst="can">
            <a:avLst>
              <a:gd name="adj" fmla="val 20000"/>
            </a:avLst>
          </a:prstGeom>
          <a:solidFill>
            <a:srgbClr val="FFFFFF"/>
          </a:solidFill>
          <a:ln w="9525">
            <a:solidFill>
              <a:srgbClr val="000000"/>
            </a:solidFill>
            <a:prstDash val="solid"/>
          </a:ln>
        </p:spPr>
        <p:txBody>
          <a:bodyPr wrap="none" lIns="85725" tIns="50483" rIns="85725" bIns="21907"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5" name="dp42-comparison / n192">
            <a:extLst>
              <a:ext uri="{FF2B5EF4-FFF2-40B4-BE49-F238E27FC236}">
                <ns2:creationId id="{8F2C2826-2412-4680-B9CB-3BD8903450A0}"/>
              </a:ext>
            </a:extLst>
          </p:cNvPr>
          <p:cNvSpPr>
            <a:spLocks noGrp="1"/>
          </p:cNvSpPr>
          <p:nvPr/>
        </p:nvSpPr>
        <p:spPr>
          <a:xfrm>
            <a:off x="14239875" y="4048125"/>
            <a:ext cx="3190875" cy="1114425"/>
          </a:xfrm>
          <a:prstGeom prst="rect">
            <a:avLst/>
          </a:prstGeom>
          <a:solidFill>
            <a:srgbClr val="FFFFFF"/>
          </a:solidFill>
          <a:ln w="9525">
            <a:solidFill>
              <a:srgbClr val="000000"/>
            </a:solidFill>
            <a:prstDash val="solid"/>
          </a:ln>
        </p:spPr>
        <p:txBody>
          <a:bodyPr wrap="none" lIns="123825" tIns="95250" rIns="123825" bIns="729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97" name="dp42-comparison / n194">
            <a:extLst>
              <a:ext uri="{FF2B5EF4-FFF2-40B4-BE49-F238E27FC236}">
                <ns2:creationId id="{E2B68D76-579E-4CAC-B75B-2FAD6EE8C3C9}"/>
              </a:ext>
            </a:extLst>
          </p:cNvPr>
          <p:cNvSpPr>
            <a:spLocks noGrp="1"/>
          </p:cNvSpPr>
          <p:nvPr/>
        </p:nvSpPr>
        <p:spPr>
          <a:xfrm>
            <a:off x="14382750" y="4400550"/>
            <a:ext cx="2905125" cy="209550"/>
          </a:xfrm>
          <a:prstGeom prst="roundRect">
            <a:avLst>
              <a:gd name="adj" fmla="val 36364"/>
            </a:avLst>
          </a:prstGeom>
          <a:solidFill>
            <a:srgbClr val="FFF6DE"/>
          </a:solidFill>
          <a:ln w="17145">
            <a:solidFill>
              <a:srgbClr val="B8753F"/>
            </a:solidFill>
            <a:prstDash val="solid"/>
          </a:ln>
        </p:spPr>
        <p:txBody>
          <a:bodyPr wrap="none" lIns="85725" tIns="18098" rIns="85725"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업무 접수·전송 게이트</a:t>
            </a:r>
            <a:endParaRPr lang="ko-KR">
              <a:solidFill>
                <a:srgbClr val="000000"/>
              </a:solidFill>
              <a:latin typeface="Calibri"/>
              <a:ea typeface="Calibri"/>
              <a:cs typeface="Calibri"/>
            </a:endParaRPr>
          </a:p>
        </p:txBody>
      </p:sp>
      <p:sp>
        <p:nvSpPr>
          <p:cNvPr id="199" name="dp42-comparison / n196">
            <a:extLst>
              <a:ext uri="{FF2B5EF4-FFF2-40B4-BE49-F238E27FC236}">
                <ns2:creationId id="{1CB57076-7289-4CED-ABA0-13191D572F3B}"/>
              </a:ext>
            </a:extLst>
          </p:cNvPr>
          <p:cNvSpPr>
            <a:spLocks noGrp="1"/>
          </p:cNvSpPr>
          <p:nvPr/>
        </p:nvSpPr>
        <p:spPr>
          <a:xfrm>
            <a:off x="14335125" y="4743450"/>
            <a:ext cx="3000375" cy="257175"/>
          </a:xfrm>
          <a:prstGeom prst="can">
            <a:avLst>
              <a:gd name="adj" fmla="val 20000"/>
            </a:avLst>
          </a:prstGeom>
          <a:solidFill>
            <a:srgbClr val="FFFFFF"/>
          </a:solidFill>
          <a:ln w="9525">
            <a:solidFill>
              <a:srgbClr val="000000"/>
            </a:solidFill>
            <a:prstDash val="solid"/>
          </a:ln>
        </p:spPr>
        <p:txBody>
          <a:bodyPr wrap="none" lIns="85725" tIns="60008" rIns="85725" bIns="31432"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01" name="dp42-comparison / n198">
            <a:extLst>
              <a:ext uri="{FF2B5EF4-FFF2-40B4-BE49-F238E27FC236}">
                <ns2:creationId id="{88902767-F5D0-431D-8D5B-D0FA77DE4A89}"/>
              </a:ext>
            </a:extLst>
          </p:cNvPr>
          <p:cNvSpPr>
            <a:spLocks noGrp="1"/>
          </p:cNvSpPr>
          <p:nvPr/>
        </p:nvSpPr>
        <p:spPr>
          <a:xfrm>
            <a:off x="10001250" y="5038725"/>
            <a:ext cx="2952750" cy="571500"/>
          </a:xfrm>
          <a:prstGeom prst="rect">
            <a:avLst/>
          </a:prstGeom>
          <a:solidFill>
            <a:srgbClr val="FFFFFF"/>
          </a:solidFill>
          <a:ln w="9525">
            <a:solidFill>
              <a:srgbClr val="000000"/>
            </a:solidFill>
            <a:prstDash val="solid"/>
          </a:ln>
        </p:spPr>
        <p:txBody>
          <a:bodyPr wrap="none" lIns="123825" tIns="95250" rIns="123825" bIns="186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03" name="dp42-comparison / n200">
            <a:extLst>
              <a:ext uri="{FF2B5EF4-FFF2-40B4-BE49-F238E27FC236}">
                <ns2:creationId id="{C3CB287A-96C0-4E86-A24C-83945E974967}"/>
              </a:ext>
            </a:extLst>
          </p:cNvPr>
          <p:cNvSpPr>
            <a:spLocks noGrp="1"/>
          </p:cNvSpPr>
          <p:nvPr/>
        </p:nvSpPr>
        <p:spPr>
          <a:xfrm>
            <a:off x="10096500" y="5343525"/>
            <a:ext cx="2762250" cy="247650"/>
          </a:xfrm>
          <a:prstGeom prst="can">
            <a:avLst>
              <a:gd name="adj" fmla="val 20000"/>
            </a:avLst>
          </a:prstGeom>
          <a:solidFill>
            <a:srgbClr val="FFFFFF"/>
          </a:solidFill>
          <a:ln w="9525">
            <a:solidFill>
              <a:srgbClr val="000000"/>
            </a:solidFill>
            <a:prstDash val="solid"/>
          </a:ln>
        </p:spPr>
        <p:txBody>
          <a:bodyPr wrap="none" lIns="85725" tIns="66675" rIns="85725" bIns="428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Publication Ledger</a:t>
            </a:r>
            <a:endParaRPr lang="ko-KR">
              <a:solidFill>
                <a:srgbClr val="000000"/>
              </a:solidFill>
              <a:latin typeface="Calibri"/>
              <a:ea typeface="Calibri"/>
              <a:cs typeface="Calibri"/>
            </a:endParaRPr>
          </a:p>
        </p:txBody>
      </p:sp>
      <p:sp>
        <p:nvSpPr>
          <p:cNvPr id="205" name="dp42-comparison / n202">
            <a:extLst>
              <a:ext uri="{FF2B5EF4-FFF2-40B4-BE49-F238E27FC236}">
                <ns2:creationId id="{62A3E8C4-9C54-436D-881B-C9A3EB013333}"/>
              </a:ext>
            </a:extLst>
          </p:cNvPr>
          <p:cNvSpPr>
            <a:spLocks noGrp="1"/>
          </p:cNvSpPr>
          <p:nvPr/>
        </p:nvSpPr>
        <p:spPr>
          <a:xfrm>
            <a:off x="14239875" y="5267325"/>
            <a:ext cx="3190875" cy="285750"/>
          </a:xfrm>
          <a:prstGeom prst="rect">
            <a:avLst/>
          </a:prstGeom>
          <a:solidFill>
            <a:srgbClr val="FFFFFF"/>
          </a:solidFill>
          <a:ln w="9525">
            <a:solidFill>
              <a:srgbClr val="000000"/>
            </a:solidFill>
            <a:prstDash val="solid"/>
          </a:ln>
        </p:spPr>
        <p:txBody>
          <a:bodyPr wrap="none" lIns="85725" tIns="31433" rIns="85725" bIns="571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207" name="dp42-comparison / n206 / path">
            <a:extLst>
              <a:ext uri="{FF2B5EF4-FFF2-40B4-BE49-F238E27FC236}">
                <ns2:creationId id="{AC07CF4F-7CB4-4F5E-B325-25B5EE7DBE2E}"/>
              </a:ext>
            </a:extLst>
          </p:cNvPr>
          <p:cNvSpPr>
            <a:spLocks noGrp="1"/>
          </p:cNvSpPr>
          <p:nvPr/>
        </p:nvSpPr>
        <p:spPr>
          <a:xfrm>
            <a:off x="9858375" y="2562225"/>
            <a:ext cx="142875" cy="1638300"/>
          </a:xfrm>
          <a:custGeom>
            <a:pathLst>
              <a:path w="142875" h="1638300">
                <a:moveTo>
                  <a:pt x="95250" y="0"/>
                </a:moveTo>
                <a:lnTo>
                  <a:pt x="0" y="0"/>
                </a:lnTo>
                <a:lnTo>
                  <a:pt x="0" y="1638300"/>
                </a:lnTo>
                <a:lnTo>
                  <a:pt x="142875" y="1638300"/>
                </a:lnTo>
              </a:path>
            </a:pathLst>
          </a:custGeom>
          <a:noFill/>
          <a:ln w="10478">
            <a:solidFill>
              <a:srgbClr val="000000"/>
            </a:solidFill>
            <a:prstDash val="solid"/>
          </a:ln>
        </p:spPr>
      </p:sp>
      <p:sp>
        <p:nvSpPr>
          <p:cNvPr id="208" name="dp42-comparison / n206 / arrow">
            <a:extLst>
              <a:ext uri="{FF2B5EF4-FFF2-40B4-BE49-F238E27FC236}">
                <ns2:creationId id="{193394F1-5A9C-4139-AA33-F34C1C0239B2}"/>
              </a:ext>
            </a:extLst>
          </p:cNvPr>
          <p:cNvSpPr>
            <a:spLocks noGrp="1"/>
          </p:cNvSpPr>
          <p:nvPr/>
        </p:nvSpPr>
        <p:spPr>
          <a:xfrm>
            <a:off x="9934194"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09" name="dp42-comparison / n207">
            <a:extLst>
              <a:ext uri="{FF2B5EF4-FFF2-40B4-BE49-F238E27FC236}">
                <ns2:creationId id="{4247294D-6B06-47DC-BAB6-08520B8C4662}"/>
              </a:ext>
            </a:extLst>
          </p:cNvPr>
          <p:cNvSpPr>
            <a:spLocks noGrp="1"/>
          </p:cNvSpPr>
          <p:nvPr/>
        </p:nvSpPr>
        <p:spPr>
          <a:xfrm>
            <a:off x="10001250" y="5667375"/>
            <a:ext cx="2952750" cy="295275"/>
          </a:xfrm>
          <a:prstGeom prst="rect">
            <a:avLst/>
          </a:prstGeom>
          <a:solidFill>
            <a:srgbClr val="FFFFFF"/>
          </a:solidFill>
          <a:ln w="9525">
            <a:solidFill>
              <a:srgbClr val="000000"/>
            </a:solidFill>
            <a:prstDash val="solid"/>
          </a:ln>
        </p:spPr>
        <p:txBody>
          <a:bodyPr wrap="none" lIns="85725" tIns="36195" rIns="85725" bIns="1047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11" name="dp42-comparison / n209">
            <a:extLst>
              <a:ext uri="{FF2B5EF4-FFF2-40B4-BE49-F238E27FC236}">
                <ns2:creationId id="{EF1145CC-9879-43F1-9272-14F843293CF4}"/>
              </a:ext>
            </a:extLst>
          </p:cNvPr>
          <p:cNvSpPr>
            <a:spLocks noGrp="1"/>
          </p:cNvSpPr>
          <p:nvPr/>
        </p:nvSpPr>
        <p:spPr>
          <a:xfrm>
            <a:off x="14239875" y="5667375"/>
            <a:ext cx="3190875" cy="295275"/>
          </a:xfrm>
          <a:prstGeom prst="rect">
            <a:avLst/>
          </a:prstGeom>
          <a:solidFill>
            <a:srgbClr val="FFFFFF"/>
          </a:solidFill>
          <a:ln w="9525">
            <a:solidFill>
              <a:srgbClr val="000000"/>
            </a:solidFill>
            <a:prstDash val="solid"/>
          </a:ln>
        </p:spPr>
        <p:txBody>
          <a:bodyPr wrap="none" lIns="85725" tIns="36195" rIns="85725" bIns="1047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13" name="dp42-comparison / n211 / path">
            <a:extLst>
              <a:ext uri="{FF2B5EF4-FFF2-40B4-BE49-F238E27FC236}">
                <ns2:creationId id="{A4A48178-8D79-4D57-9455-CDF95F972256}"/>
              </a:ext>
            </a:extLst>
          </p:cNvPr>
          <p:cNvSpPr>
            <a:spLocks noGrp="1"/>
          </p:cNvSpPr>
          <p:nvPr/>
        </p:nvSpPr>
        <p:spPr>
          <a:xfrm>
            <a:off x="12954000" y="4200525"/>
            <a:ext cx="1285875" cy="953"/>
          </a:xfrm>
          <a:custGeom>
            <a:pathLst>
              <a:path w="1285875" h="953">
                <a:moveTo>
                  <a:pt x="0" y="0"/>
                </a:moveTo>
                <a:lnTo>
                  <a:pt x="1285875" y="0"/>
                </a:lnTo>
              </a:path>
            </a:pathLst>
          </a:custGeom>
          <a:noFill/>
          <a:ln w="10478">
            <a:solidFill>
              <a:srgbClr val="000000"/>
            </a:solidFill>
            <a:prstDash val="solid"/>
          </a:ln>
        </p:spPr>
      </p:sp>
      <p:sp>
        <p:nvSpPr>
          <p:cNvPr id="214" name="dp42-comparison / n211 / arrow">
            <a:extLst>
              <a:ext uri="{FF2B5EF4-FFF2-40B4-BE49-F238E27FC236}">
                <ns2:creationId id="{6332AB89-4CD8-454E-BADA-CF62F9532017}"/>
              </a:ext>
            </a:extLst>
          </p:cNvPr>
          <p:cNvSpPr>
            <a:spLocks noGrp="1"/>
          </p:cNvSpPr>
          <p:nvPr/>
        </p:nvSpPr>
        <p:spPr>
          <a:xfrm>
            <a:off x="14172819"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15" name="dp42-comparison / n214 / path">
            <a:extLst>
              <a:ext uri="{FF2B5EF4-FFF2-40B4-BE49-F238E27FC236}">
                <ns2:creationId id="{F7D9E950-F3E9-47B5-8874-C13769C37209}"/>
              </a:ext>
            </a:extLst>
          </p:cNvPr>
          <p:cNvSpPr>
            <a:spLocks noGrp="1"/>
          </p:cNvSpPr>
          <p:nvPr/>
        </p:nvSpPr>
        <p:spPr>
          <a:xfrm>
            <a:off x="12954000" y="4371975"/>
            <a:ext cx="1285875" cy="571500"/>
          </a:xfrm>
          <a:custGeom>
            <a:pathLst>
              <a:path w="1285875" h="571500">
                <a:moveTo>
                  <a:pt x="1285875" y="0"/>
                </a:moveTo>
                <a:lnTo>
                  <a:pt x="1181100" y="0"/>
                </a:lnTo>
                <a:lnTo>
                  <a:pt x="1181100" y="571500"/>
                </a:lnTo>
                <a:lnTo>
                  <a:pt x="123825" y="571500"/>
                </a:lnTo>
                <a:lnTo>
                  <a:pt x="123825" y="0"/>
                </a:lnTo>
                <a:lnTo>
                  <a:pt x="0" y="0"/>
                </a:lnTo>
              </a:path>
            </a:pathLst>
          </a:custGeom>
          <a:noFill/>
          <a:ln w="10478">
            <a:solidFill>
              <a:srgbClr val="000000"/>
            </a:solidFill>
            <a:prstDash val="dash"/>
          </a:ln>
        </p:spPr>
      </p:sp>
      <p:sp>
        <p:nvSpPr>
          <p:cNvPr id="216" name="dp42-comparison / n214 / arrow">
            <a:extLst>
              <a:ext uri="{FF2B5EF4-FFF2-40B4-BE49-F238E27FC236}">
                <ns2:creationId id="{908833FF-CD67-47CC-9277-57DC86FB4C97}"/>
              </a:ext>
            </a:extLst>
          </p:cNvPr>
          <p:cNvSpPr>
            <a:spLocks noGrp="1"/>
          </p:cNvSpPr>
          <p:nvPr/>
        </p:nvSpPr>
        <p:spPr>
          <a:xfrm>
            <a:off x="12954000" y="433844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17" name="dp42-comparison / n217 / path">
            <a:extLst>
              <a:ext uri="{FF2B5EF4-FFF2-40B4-BE49-F238E27FC236}">
                <ns2:creationId id="{1016E164-1F46-4020-ABBD-7422634CA4BD}"/>
              </a:ext>
            </a:extLst>
          </p:cNvPr>
          <p:cNvSpPr>
            <a:spLocks noGrp="1"/>
          </p:cNvSpPr>
          <p:nvPr/>
        </p:nvSpPr>
        <p:spPr>
          <a:xfrm>
            <a:off x="11477625" y="4295775"/>
            <a:ext cx="1552575" cy="1371600"/>
          </a:xfrm>
          <a:custGeom>
            <a:pathLst>
              <a:path w="1552575" h="1371600">
                <a:moveTo>
                  <a:pt x="1476375" y="0"/>
                </a:moveTo>
                <a:lnTo>
                  <a:pt x="1552575" y="0"/>
                </a:lnTo>
                <a:lnTo>
                  <a:pt x="1552575" y="1314450"/>
                </a:lnTo>
                <a:lnTo>
                  <a:pt x="0" y="1314450"/>
                </a:lnTo>
                <a:lnTo>
                  <a:pt x="0" y="1371600"/>
                </a:lnTo>
              </a:path>
            </a:pathLst>
          </a:custGeom>
          <a:noFill/>
          <a:ln w="10478">
            <a:solidFill>
              <a:srgbClr val="000000"/>
            </a:solidFill>
            <a:prstDash val="solid"/>
          </a:ln>
        </p:spPr>
      </p:sp>
      <p:sp>
        <p:nvSpPr>
          <p:cNvPr id="218" name="dp42-comparison / n217 / arrow">
            <a:extLst>
              <a:ext uri="{FF2B5EF4-FFF2-40B4-BE49-F238E27FC236}">
                <ns2:creationId id="{85826F5C-1D72-4505-BA26-824B91536E67}"/>
              </a:ext>
            </a:extLst>
          </p:cNvPr>
          <p:cNvSpPr>
            <a:spLocks noGrp="1"/>
          </p:cNvSpPr>
          <p:nvPr/>
        </p:nvSpPr>
        <p:spPr>
          <a:xfrm>
            <a:off x="11444097" y="560031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19" name="dp42-comparison / n218 / path">
            <a:extLst>
              <a:ext uri="{FF2B5EF4-FFF2-40B4-BE49-F238E27FC236}">
                <ns2:creationId id="{523B9EE7-6CC2-4D96-A821-212FC8380D71}"/>
              </a:ext>
            </a:extLst>
          </p:cNvPr>
          <p:cNvSpPr>
            <a:spLocks noGrp="1"/>
          </p:cNvSpPr>
          <p:nvPr/>
        </p:nvSpPr>
        <p:spPr>
          <a:xfrm>
            <a:off x="15835313" y="4295775"/>
            <a:ext cx="1652588" cy="1371600"/>
          </a:xfrm>
          <a:custGeom>
            <a:pathLst>
              <a:path w="1652588" h="1371600">
                <a:moveTo>
                  <a:pt x="1595438" y="0"/>
                </a:moveTo>
                <a:lnTo>
                  <a:pt x="1652588" y="0"/>
                </a:lnTo>
                <a:lnTo>
                  <a:pt x="1652588" y="1314450"/>
                </a:lnTo>
                <a:lnTo>
                  <a:pt x="0" y="1314450"/>
                </a:lnTo>
                <a:lnTo>
                  <a:pt x="0" y="1371600"/>
                </a:lnTo>
              </a:path>
            </a:pathLst>
          </a:custGeom>
          <a:noFill/>
          <a:ln w="10478">
            <a:solidFill>
              <a:srgbClr val="000000"/>
            </a:solidFill>
            <a:prstDash val="solid"/>
          </a:ln>
        </p:spPr>
      </p:sp>
      <p:sp>
        <p:nvSpPr>
          <p:cNvPr id="220" name="dp42-comparison / n218 / arrow">
            <a:extLst>
              <a:ext uri="{FF2B5EF4-FFF2-40B4-BE49-F238E27FC236}">
                <ns2:creationId id="{39AA240F-0098-4C48-8F84-8A7A036121A4}"/>
              </a:ext>
            </a:extLst>
          </p:cNvPr>
          <p:cNvSpPr>
            <a:spLocks noGrp="1"/>
          </p:cNvSpPr>
          <p:nvPr/>
        </p:nvSpPr>
        <p:spPr>
          <a:xfrm>
            <a:off x="15801785" y="560031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21" name="dp42-comparison / n223 / path">
            <a:extLst>
              <a:ext uri="{FF2B5EF4-FFF2-40B4-BE49-F238E27FC236}">
                <ns2:creationId id="{4437FFC7-6CDD-49D8-BD31-93A75FADD7C2}"/>
              </a:ext>
            </a:extLst>
          </p:cNvPr>
          <p:cNvSpPr>
            <a:spLocks noGrp="1"/>
          </p:cNvSpPr>
          <p:nvPr/>
        </p:nvSpPr>
        <p:spPr>
          <a:xfrm>
            <a:off x="15835313" y="4505325"/>
            <a:ext cx="1538288" cy="762000"/>
          </a:xfrm>
          <a:custGeom>
            <a:pathLst>
              <a:path w="1538288" h="762000">
                <a:moveTo>
                  <a:pt x="1452563" y="0"/>
                </a:moveTo>
                <a:lnTo>
                  <a:pt x="1538288" y="0"/>
                </a:lnTo>
                <a:lnTo>
                  <a:pt x="1538288" y="704850"/>
                </a:lnTo>
                <a:lnTo>
                  <a:pt x="0" y="704850"/>
                </a:lnTo>
                <a:lnTo>
                  <a:pt x="0" y="762000"/>
                </a:lnTo>
              </a:path>
            </a:pathLst>
          </a:custGeom>
          <a:noFill/>
          <a:ln w="10478">
            <a:solidFill>
              <a:srgbClr val="000000"/>
            </a:solidFill>
            <a:prstDash val="solid"/>
          </a:ln>
        </p:spPr>
      </p:sp>
      <p:sp>
        <p:nvSpPr>
          <p:cNvPr id="222" name="dp42-comparison / n223 / arrow">
            <a:extLst>
              <a:ext uri="{FF2B5EF4-FFF2-40B4-BE49-F238E27FC236}">
                <ns2:creationId id="{F010CF3E-D722-444B-9DCD-C8B82B2345E5}"/>
              </a:ext>
            </a:extLst>
          </p:cNvPr>
          <p:cNvSpPr>
            <a:spLocks noGrp="1"/>
          </p:cNvSpPr>
          <p:nvPr/>
        </p:nvSpPr>
        <p:spPr>
          <a:xfrm>
            <a:off x="15801785" y="52002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23" name="dp42-comparison / n230 / path">
            <a:extLst>
              <a:ext uri="{FF2B5EF4-FFF2-40B4-BE49-F238E27FC236}">
                <ns2:creationId id="{D5806055-29DB-4EA7-A164-3A081B89EE93}"/>
              </a:ext>
            </a:extLst>
          </p:cNvPr>
          <p:cNvSpPr>
            <a:spLocks noGrp="1"/>
          </p:cNvSpPr>
          <p:nvPr/>
        </p:nvSpPr>
        <p:spPr>
          <a:xfrm>
            <a:off x="12239625" y="6548438"/>
            <a:ext cx="428625" cy="953"/>
          </a:xfrm>
          <a:custGeom>
            <a:pathLst>
              <a:path w="428625" h="953">
                <a:moveTo>
                  <a:pt x="0" y="0"/>
                </a:moveTo>
                <a:lnTo>
                  <a:pt x="428625" y="0"/>
                </a:lnTo>
              </a:path>
            </a:pathLst>
          </a:custGeom>
          <a:noFill/>
          <a:ln w="10478">
            <a:solidFill>
              <a:srgbClr val="B8753F"/>
            </a:solidFill>
            <a:prstDash val="solid"/>
          </a:ln>
        </p:spPr>
      </p:sp>
      <p:sp>
        <p:nvSpPr>
          <p:cNvPr id="224" name="dp42-comparison / n230 / arrow">
            <a:extLst>
              <a:ext uri="{FF2B5EF4-FFF2-40B4-BE49-F238E27FC236}">
                <ns2:creationId id="{16AF8BEF-0F61-438F-852F-94C222135C35}"/>
              </a:ext>
            </a:extLst>
          </p:cNvPr>
          <p:cNvSpPr>
            <a:spLocks noGrp="1"/>
          </p:cNvSpPr>
          <p:nvPr/>
        </p:nvSpPr>
        <p:spPr>
          <a:xfrm>
            <a:off x="12601194" y="65149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5" name="dp42-comparison / n231 / path">
            <a:extLst>
              <a:ext uri="{FF2B5EF4-FFF2-40B4-BE49-F238E27FC236}">
                <ns2:creationId id="{753D3489-35FA-4FD6-B06A-074F9BC62437}"/>
              </a:ext>
            </a:extLst>
          </p:cNvPr>
          <p:cNvSpPr>
            <a:spLocks noGrp="1"/>
          </p:cNvSpPr>
          <p:nvPr/>
        </p:nvSpPr>
        <p:spPr>
          <a:xfrm>
            <a:off x="14954250" y="6548438"/>
            <a:ext cx="333375" cy="953"/>
          </a:xfrm>
          <a:custGeom>
            <a:pathLst>
              <a:path w="333375" h="953">
                <a:moveTo>
                  <a:pt x="0" y="0"/>
                </a:moveTo>
                <a:lnTo>
                  <a:pt x="333375" y="0"/>
                </a:lnTo>
              </a:path>
            </a:pathLst>
          </a:custGeom>
          <a:noFill/>
          <a:ln w="10478">
            <a:solidFill>
              <a:srgbClr val="B8753F"/>
            </a:solidFill>
            <a:prstDash val="solid"/>
          </a:ln>
        </p:spPr>
      </p:sp>
      <p:sp>
        <p:nvSpPr>
          <p:cNvPr id="226" name="dp42-comparison / n231 / arrow">
            <a:extLst>
              <a:ext uri="{FF2B5EF4-FFF2-40B4-BE49-F238E27FC236}">
                <ns2:creationId id="{E5249B08-E6E0-4519-8109-743215F4F872}"/>
              </a:ext>
            </a:extLst>
          </p:cNvPr>
          <p:cNvSpPr>
            <a:spLocks noGrp="1"/>
          </p:cNvSpPr>
          <p:nvPr/>
        </p:nvSpPr>
        <p:spPr>
          <a:xfrm>
            <a:off x="15220569" y="65149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7" name="dp42-comparison / n232 / path">
            <a:extLst>
              <a:ext uri="{FF2B5EF4-FFF2-40B4-BE49-F238E27FC236}">
                <ns2:creationId id="{4F3F883B-FAF0-43ED-8B1B-69B2770C20EB}"/>
              </a:ext>
            </a:extLst>
          </p:cNvPr>
          <p:cNvSpPr>
            <a:spLocks noGrp="1"/>
          </p:cNvSpPr>
          <p:nvPr/>
        </p:nvSpPr>
        <p:spPr>
          <a:xfrm>
            <a:off x="9858375" y="6924675"/>
            <a:ext cx="7715250" cy="953"/>
          </a:xfrm>
          <a:custGeom>
            <a:pathLst>
              <a:path w="7715250" h="953">
                <a:moveTo>
                  <a:pt x="0" y="0"/>
                </a:moveTo>
                <a:lnTo>
                  <a:pt x="7715250" y="0"/>
                </a:lnTo>
              </a:path>
            </a:pathLst>
          </a:custGeom>
          <a:noFill/>
          <a:ln w="10478">
            <a:solidFill>
              <a:srgbClr val="000000"/>
            </a:solidFill>
            <a:prstDash val="solid"/>
          </a:ln>
        </p:spPr>
      </p:sp>
      <p:sp>
        <p:nvSpPr>
          <p:cNvPr id="228" name="dp42-comparison / n235">
            <a:extLst>
              <a:ext uri="{FF2B5EF4-FFF2-40B4-BE49-F238E27FC236}">
                <ns2:creationId id="{DDB5740E-F3E4-485A-9027-F2FA7C2ADA69}"/>
              </a:ext>
            </a:extLst>
          </p:cNvPr>
          <p:cNvSpPr>
            <a:spLocks noGrp="1"/>
          </p:cNvSpPr>
          <p:nvPr/>
        </p:nvSpPr>
        <p:spPr>
          <a:xfrm>
            <a:off x="995362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대화: 의도 저장</a:t>
            </a:r>
            <a:endParaRPr lang="ko-KR">
              <a:solidFill>
                <a:srgbClr val="000000"/>
              </a:solidFill>
              <a:latin typeface="Calibri"/>
              <a:ea typeface="Calibri"/>
              <a:cs typeface="Calibri"/>
            </a:endParaRPr>
          </a:p>
        </p:txBody>
      </p:sp>
      <p:sp>
        <p:nvSpPr>
          <p:cNvPr id="230" name="dp42-comparison / n237">
            <a:extLst>
              <a:ext uri="{FF2B5EF4-FFF2-40B4-BE49-F238E27FC236}">
                <ns2:creationId id="{22E4C20D-0B91-47B5-99A7-E1DB5268801E}"/>
              </a:ext>
            </a:extLst>
          </p:cNvPr>
          <p:cNvSpPr>
            <a:spLocks noGrp="1"/>
          </p:cNvSpPr>
          <p:nvPr/>
        </p:nvSpPr>
        <p:spPr>
          <a:xfrm>
            <a:off x="1262062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Task: 접수 상태 확정</a:t>
            </a:r>
            <a:endParaRPr lang="ko-KR">
              <a:solidFill>
                <a:srgbClr val="000000"/>
              </a:solidFill>
              <a:latin typeface="Calibri"/>
              <a:ea typeface="Calibri"/>
              <a:cs typeface="Calibri"/>
            </a:endParaRPr>
          </a:p>
        </p:txBody>
      </p:sp>
      <p:sp>
        <p:nvSpPr>
          <p:cNvPr id="232" name="dp42-comparison / n239 / path">
            <a:extLst>
              <a:ext uri="{FF2B5EF4-FFF2-40B4-BE49-F238E27FC236}">
                <ns2:creationId id="{3BB64326-AD0A-40BB-9393-AEFC1860CCD7}"/>
              </a:ext>
            </a:extLst>
          </p:cNvPr>
          <p:cNvSpPr>
            <a:spLocks noGrp="1"/>
          </p:cNvSpPr>
          <p:nvPr/>
        </p:nvSpPr>
        <p:spPr>
          <a:xfrm>
            <a:off x="12192000" y="7319963"/>
            <a:ext cx="428625" cy="953"/>
          </a:xfrm>
          <a:custGeom>
            <a:pathLst>
              <a:path w="428625" h="953">
                <a:moveTo>
                  <a:pt x="0" y="0"/>
                </a:moveTo>
                <a:lnTo>
                  <a:pt x="428625" y="0"/>
                </a:lnTo>
              </a:path>
            </a:pathLst>
          </a:custGeom>
          <a:noFill/>
          <a:ln w="10478">
            <a:solidFill>
              <a:srgbClr val="B8753F"/>
            </a:solidFill>
            <a:prstDash val="solid"/>
          </a:ln>
        </p:spPr>
      </p:sp>
      <p:sp>
        <p:nvSpPr>
          <p:cNvPr id="233" name="dp42-comparison / n239 / arrow">
            <a:extLst>
              <a:ext uri="{FF2B5EF4-FFF2-40B4-BE49-F238E27FC236}">
                <ns2:creationId id="{7222CCD2-B47F-419F-9984-63AF3B625CF6}"/>
              </a:ext>
            </a:extLst>
          </p:cNvPr>
          <p:cNvSpPr>
            <a:spLocks noGrp="1"/>
          </p:cNvSpPr>
          <p:nvPr/>
        </p:nvSpPr>
        <p:spPr>
          <a:xfrm>
            <a:off x="1255356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4" name="dp42-comparison / n240">
            <a:extLst>
              <a:ext uri="{FF2B5EF4-FFF2-40B4-BE49-F238E27FC236}">
                <ns2:creationId id="{B6F1E930-AB9D-4E05-BF25-A3178165D879}"/>
              </a:ext>
            </a:extLst>
          </p:cNvPr>
          <p:cNvSpPr>
            <a:spLocks noGrp="1"/>
          </p:cNvSpPr>
          <p:nvPr/>
        </p:nvSpPr>
        <p:spPr>
          <a:xfrm>
            <a:off x="15287625" y="71913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대화: 접수 receipt 반영</a:t>
            </a:r>
            <a:endParaRPr lang="ko-KR">
              <a:solidFill>
                <a:srgbClr val="000000"/>
              </a:solidFill>
              <a:latin typeface="Calibri"/>
              <a:ea typeface="Calibri"/>
              <a:cs typeface="Calibri"/>
            </a:endParaRPr>
          </a:p>
        </p:txBody>
      </p:sp>
      <p:sp>
        <p:nvSpPr>
          <p:cNvPr id="236" name="dp42-comparison / n242 / path">
            <a:extLst>
              <a:ext uri="{FF2B5EF4-FFF2-40B4-BE49-F238E27FC236}">
                <ns2:creationId id="{8DD2B051-FC5E-48B3-9693-435FC36AC66A}"/>
              </a:ext>
            </a:extLst>
          </p:cNvPr>
          <p:cNvSpPr>
            <a:spLocks noGrp="1"/>
          </p:cNvSpPr>
          <p:nvPr/>
        </p:nvSpPr>
        <p:spPr>
          <a:xfrm>
            <a:off x="14859000" y="7319963"/>
            <a:ext cx="428625" cy="953"/>
          </a:xfrm>
          <a:custGeom>
            <a:pathLst>
              <a:path w="428625" h="953">
                <a:moveTo>
                  <a:pt x="0" y="0"/>
                </a:moveTo>
                <a:lnTo>
                  <a:pt x="428625" y="0"/>
                </a:lnTo>
              </a:path>
            </a:pathLst>
          </a:custGeom>
          <a:noFill/>
          <a:ln w="10478">
            <a:solidFill>
              <a:srgbClr val="B8753F"/>
            </a:solidFill>
            <a:prstDash val="solid"/>
          </a:ln>
        </p:spPr>
      </p:sp>
      <p:sp>
        <p:nvSpPr>
          <p:cNvPr id="237" name="dp42-comparison / n242 / arrow">
            <a:extLst>
              <a:ext uri="{FF2B5EF4-FFF2-40B4-BE49-F238E27FC236}">
                <ns2:creationId id="{5EAC8DDA-2847-4C84-97AE-C9952139D8F1}"/>
              </a:ext>
            </a:extLst>
          </p:cNvPr>
          <p:cNvSpPr>
            <a:spLocks noGrp="1"/>
          </p:cNvSpPr>
          <p:nvPr/>
        </p:nvSpPr>
        <p:spPr>
          <a:xfrm>
            <a:off x="1522056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8" name="dp42-comparison / n159">
            <a:extLst>
              <a:ext uri="{FF2B5EF4-FFF2-40B4-BE49-F238E27FC236}">
                <ns2:creationId id="{EDD614A1-B7A5-4C47-87B2-57FBC19EF648}"/>
              </a:ext>
            </a:extLst>
          </p:cNvPr>
          <p:cNvSpPr>
            <a:spLocks noGrp="1"/>
          </p:cNvSpPr>
          <p:nvPr/>
        </p:nvSpPr>
        <p:spPr>
          <a:xfrm>
            <a:off x="12858750" y="2409825"/>
            <a:ext cx="4667250" cy="304800"/>
          </a:xfrm>
          <a:custGeom>
            <a:pathLst>
              <a:path w="4667250" h="304800">
                <a:moveTo>
                  <a:pt x="0" y="0"/>
                </a:moveTo>
                <a:lnTo>
                  <a:pt x="4495800" y="0"/>
                </a:lnTo>
                <a:lnTo>
                  <a:pt x="4667250" y="171450"/>
                </a:lnTo>
                <a:lnTo>
                  <a:pt x="4667250" y="304800"/>
                </a:lnTo>
                <a:lnTo>
                  <a:pt x="0" y="304800"/>
                </a:lnTo>
                <a:close/>
              </a:path>
            </a:pathLst>
          </a:custGeom>
          <a:solidFill>
            <a:srgbClr val="FFFFFF"/>
          </a:solidFill>
          <a:ln w="9525">
            <a:solidFill>
              <a:srgbClr val="000000"/>
            </a:solidFill>
            <a:prstDash val="solid"/>
          </a:ln>
        </p:spPr>
        <p:txBody>
          <a:bodyPr wrap="none" lIns="95250" tIns="57150" rIns="171450" bIns="40481"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“응, 상반기로 해줘”</a:t>
            </a:r>
            <a:endParaRPr lang="ko-KR">
              <a:solidFill>
                <a:srgbClr val="000000"/>
              </a:solidFill>
              <a:latin typeface="Calibri"/>
              <a:ea typeface="Calibri"/>
              <a:cs typeface="Calibri"/>
            </a:endParaRPr>
          </a:p>
        </p:txBody>
      </p:sp>
      <p:sp>
        <p:nvSpPr>
          <p:cNvPr id="239" name="dp42-comparison / n159 / fold">
            <a:extLst>
              <a:ext uri="{FF2B5EF4-FFF2-40B4-BE49-F238E27FC236}">
                <ns2:creationId id="{7D749A08-7991-400C-A349-5698287F0E46}"/>
              </a:ext>
            </a:extLst>
          </p:cNvPr>
          <p:cNvSpPr>
            <a:spLocks noGrp="1"/>
          </p:cNvSpPr>
          <p:nvPr/>
        </p:nvSpPr>
        <p:spPr>
          <a:xfrm>
            <a:off x="17354550"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41" name="dp42-comparison / n162">
            <a:extLst>
              <a:ext uri="{FF2B5EF4-FFF2-40B4-BE49-F238E27FC236}">
                <ns2:creationId id="{1888CE70-76DE-482E-9A34-2359D470CF36}"/>
              </a:ext>
            </a:extLst>
          </p:cNvPr>
          <p:cNvSpPr>
            <a:spLocks noGrp="1"/>
          </p:cNvSpPr>
          <p:nvPr/>
        </p:nvSpPr>
        <p:spPr>
          <a:xfrm>
            <a:off x="9934575" y="2743200"/>
            <a:ext cx="4335780" cy="167640"/>
          </a:xfrm>
          <a:prstGeom prst="rect">
            <a:avLst/>
          </a:prstGeom>
          <a:solidFill>
            <a:srgbClr val="FFFFFF"/>
          </a:solidFill>
          <a:ln w="0">
            <a:noFill/>
            <a:prstDash val="solid"/>
          </a:ln>
        </p:spPr>
      </p:sp>
      <p:sp>
        <p:nvSpPr>
          <p:cNvPr id="242" name="dp42-comparison / n163 / text 1">
            <a:extLst>
              <a:ext uri="{FF2B5EF4-FFF2-40B4-BE49-F238E27FC236}">
                <ns2:creationId id="{747C4523-E463-4361-865E-D17CC8F003DE}"/>
              </a:ext>
            </a:extLst>
          </p:cNvPr>
          <p:cNvSpPr>
            <a:spLocks noGrp="1"/>
          </p:cNvSpPr>
          <p:nvPr/>
        </p:nvSpPr>
        <p:spPr>
          <a:xfrm>
            <a:off x="9953625" y="275272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공통 장면: 보고서 기간 질문 Question1을 Publication1로 실제 제시</a:t>
            </a:r>
            <a:endParaRPr lang="ko-KR">
              <a:solidFill>
                <a:srgbClr val="000000"/>
              </a:solidFill>
              <a:latin typeface="Calibri"/>
              <a:ea typeface="Calibri"/>
              <a:cs typeface="Calibri"/>
            </a:endParaRPr>
          </a:p>
        </p:txBody>
      </p:sp>
      <p:sp>
        <p:nvSpPr>
          <p:cNvPr id="243" name="dp42-comparison / n164">
            <a:extLst>
              <a:ext uri="{FF2B5EF4-FFF2-40B4-BE49-F238E27FC236}">
                <ns2:creationId id="{20DCADF8-6E10-4F45-A696-7DE4D82D99E5}"/>
              </a:ext>
            </a:extLst>
          </p:cNvPr>
          <p:cNvSpPr>
            <a:spLocks noGrp="1"/>
          </p:cNvSpPr>
          <p:nvPr/>
        </p:nvSpPr>
        <p:spPr>
          <a:xfrm>
            <a:off x="9934575" y="2933700"/>
            <a:ext cx="938022" cy="156210"/>
          </a:xfrm>
          <a:prstGeom prst="rect">
            <a:avLst/>
          </a:prstGeom>
          <a:solidFill>
            <a:srgbClr val="FFFFFF"/>
          </a:solidFill>
          <a:ln w="0">
            <a:noFill/>
            <a:prstDash val="solid"/>
          </a:ln>
        </p:spPr>
      </p:sp>
      <p:sp>
        <p:nvSpPr>
          <p:cNvPr id="244" name="dp42-comparison / n165 / text 1">
            <a:extLst>
              <a:ext uri="{FF2B5EF4-FFF2-40B4-BE49-F238E27FC236}">
                <ns2:creationId id="{62100F08-BC7D-4696-B385-D36BF048033A}"/>
              </a:ext>
            </a:extLst>
          </p:cNvPr>
          <p:cNvSpPr>
            <a:spLocks noGrp="1"/>
          </p:cNvSpPr>
          <p:nvPr/>
        </p:nvSpPr>
        <p:spPr>
          <a:xfrm>
            <a:off x="9953625" y="29432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Conversation1</a:t>
            </a:r>
            <a:endParaRPr lang="ko-KR">
              <a:solidFill>
                <a:srgbClr val="000000"/>
              </a:solidFill>
              <a:latin typeface="Calibri"/>
              <a:ea typeface="Calibri"/>
              <a:cs typeface="Calibri"/>
            </a:endParaRPr>
          </a:p>
        </p:txBody>
      </p:sp>
      <p:sp>
        <p:nvSpPr>
          <p:cNvPr id="245" name="dp42-comparison / n167">
            <a:extLst>
              <a:ext uri="{FF2B5EF4-FFF2-40B4-BE49-F238E27FC236}">
                <ns2:creationId id="{06C7C9ED-F345-47AE-8B3B-8EA0BA2B325A}"/>
              </a:ext>
            </a:extLst>
          </p:cNvPr>
          <p:cNvSpPr>
            <a:spLocks noGrp="1"/>
          </p:cNvSpPr>
          <p:nvPr/>
        </p:nvSpPr>
        <p:spPr>
          <a:xfrm>
            <a:off x="11458575" y="2924175"/>
            <a:ext cx="826389" cy="144780"/>
          </a:xfrm>
          <a:prstGeom prst="rect">
            <a:avLst/>
          </a:prstGeom>
          <a:solidFill>
            <a:srgbClr val="FFFFFF"/>
          </a:solidFill>
          <a:ln w="0">
            <a:noFill/>
            <a:prstDash val="solid"/>
          </a:ln>
        </p:spPr>
      </p:sp>
      <p:sp>
        <p:nvSpPr>
          <p:cNvPr id="246" name="dp42-comparison / n168 / text 1">
            <a:extLst>
              <a:ext uri="{FF2B5EF4-FFF2-40B4-BE49-F238E27FC236}">
                <ns2:creationId id="{4B5394D1-8070-430B-B862-E0DDB3B379EC}"/>
              </a:ext>
            </a:extLst>
          </p:cNvPr>
          <p:cNvSpPr>
            <a:spLocks noGrp="1"/>
          </p:cNvSpPr>
          <p:nvPr/>
        </p:nvSpPr>
        <p:spPr>
          <a:xfrm>
            <a:off x="11477625" y="29337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연결 유지</a:t>
            </a:r>
            <a:endParaRPr lang="ko-KR">
              <a:solidFill>
                <a:srgbClr val="000000"/>
              </a:solidFill>
              <a:latin typeface="Calibri"/>
              <a:ea typeface="Calibri"/>
              <a:cs typeface="Calibri"/>
            </a:endParaRPr>
          </a:p>
        </p:txBody>
      </p:sp>
      <p:sp>
        <p:nvSpPr>
          <p:cNvPr id="247" name="dp42-comparison / n169">
            <a:extLst>
              <a:ext uri="{FF2B5EF4-FFF2-40B4-BE49-F238E27FC236}">
                <ns2:creationId id="{42C0FDBC-E37A-463C-9DFC-9CC5D759E1B3}"/>
              </a:ext>
            </a:extLst>
          </p:cNvPr>
          <p:cNvSpPr>
            <a:spLocks noGrp="1"/>
          </p:cNvSpPr>
          <p:nvPr/>
        </p:nvSpPr>
        <p:spPr>
          <a:xfrm>
            <a:off x="9934575" y="3105150"/>
            <a:ext cx="606552" cy="156210"/>
          </a:xfrm>
          <a:prstGeom prst="rect">
            <a:avLst/>
          </a:prstGeom>
          <a:solidFill>
            <a:srgbClr val="FFFFFF"/>
          </a:solidFill>
          <a:ln w="0">
            <a:noFill/>
            <a:prstDash val="solid"/>
          </a:ln>
        </p:spPr>
      </p:sp>
      <p:sp>
        <p:nvSpPr>
          <p:cNvPr id="248" name="dp42-comparison / n170 / text 1">
            <a:extLst>
              <a:ext uri="{FF2B5EF4-FFF2-40B4-BE49-F238E27FC236}">
                <ns2:creationId id="{9DDB72E6-9E05-4870-9EF8-848D786B83F1}"/>
              </a:ext>
            </a:extLst>
          </p:cNvPr>
          <p:cNvSpPr>
            <a:spLocks noGrp="1"/>
          </p:cNvSpPr>
          <p:nvPr/>
        </p:nvSpPr>
        <p:spPr>
          <a:xfrm>
            <a:off x="9953625" y="31146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a:t>
            </a:r>
            <a:endParaRPr lang="ko-KR">
              <a:solidFill>
                <a:srgbClr val="000000"/>
              </a:solidFill>
              <a:latin typeface="Calibri"/>
              <a:ea typeface="Calibri"/>
              <a:cs typeface="Calibri"/>
            </a:endParaRPr>
          </a:p>
        </p:txBody>
      </p:sp>
      <p:sp>
        <p:nvSpPr>
          <p:cNvPr id="249" name="dp42-comparison / n172">
            <a:extLst>
              <a:ext uri="{FF2B5EF4-FFF2-40B4-BE49-F238E27FC236}">
                <ns2:creationId id="{2767A8C1-79E0-446A-BC8C-80AFD72D7337}"/>
              </a:ext>
            </a:extLst>
          </p:cNvPr>
          <p:cNvSpPr>
            <a:spLocks noGrp="1"/>
          </p:cNvSpPr>
          <p:nvPr/>
        </p:nvSpPr>
        <p:spPr>
          <a:xfrm>
            <a:off x="11458575" y="3095625"/>
            <a:ext cx="2177987" cy="144780"/>
          </a:xfrm>
          <a:prstGeom prst="rect">
            <a:avLst/>
          </a:prstGeom>
          <a:solidFill>
            <a:srgbClr val="FFFFFF"/>
          </a:solidFill>
          <a:ln w="0">
            <a:noFill/>
            <a:prstDash val="solid"/>
          </a:ln>
        </p:spPr>
      </p:sp>
      <p:sp>
        <p:nvSpPr>
          <p:cNvPr id="250" name="dp42-comparison / n173 / text 1">
            <a:extLst>
              <a:ext uri="{FF2B5EF4-FFF2-40B4-BE49-F238E27FC236}">
                <ns2:creationId id="{7C1BED76-86BE-4BD1-ACDF-EB34D4F251FC}"/>
              </a:ext>
            </a:extLst>
          </p:cNvPr>
          <p:cNvSpPr>
            <a:spLocks noGrp="1"/>
          </p:cNvSpPr>
          <p:nvPr/>
        </p:nvSpPr>
        <p:spPr>
          <a:xfrm>
            <a:off x="11477625" y="31051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답변의 외부 접수 확인 후 처리 종료</a:t>
            </a:r>
            <a:endParaRPr lang="ko-KR">
              <a:solidFill>
                <a:srgbClr val="000000"/>
              </a:solidFill>
              <a:latin typeface="Calibri"/>
              <a:ea typeface="Calibri"/>
              <a:cs typeface="Calibri"/>
            </a:endParaRPr>
          </a:p>
        </p:txBody>
      </p:sp>
      <p:sp>
        <p:nvSpPr>
          <p:cNvPr id="251" name="dp42-comparison / n174">
            <a:extLst>
              <a:ext uri="{FF2B5EF4-FFF2-40B4-BE49-F238E27FC236}">
                <ns2:creationId id="{9F2817F9-F0AB-4B78-A6DC-BFF7257F94CB}"/>
              </a:ext>
            </a:extLst>
          </p:cNvPr>
          <p:cNvSpPr>
            <a:spLocks noGrp="1"/>
          </p:cNvSpPr>
          <p:nvPr/>
        </p:nvSpPr>
        <p:spPr>
          <a:xfrm>
            <a:off x="9934575" y="3276600"/>
            <a:ext cx="407670" cy="156210"/>
          </a:xfrm>
          <a:prstGeom prst="rect">
            <a:avLst/>
          </a:prstGeom>
          <a:solidFill>
            <a:srgbClr val="FFFFFF"/>
          </a:solidFill>
          <a:ln w="0">
            <a:noFill/>
            <a:prstDash val="solid"/>
          </a:ln>
        </p:spPr>
      </p:sp>
      <p:sp>
        <p:nvSpPr>
          <p:cNvPr id="252" name="dp42-comparison / n175 / text 1">
            <a:extLst>
              <a:ext uri="{FF2B5EF4-FFF2-40B4-BE49-F238E27FC236}">
                <ns2:creationId id="{2B00A224-582A-460B-A760-7CD3CAD4D2A9}"/>
              </a:ext>
            </a:extLst>
          </p:cNvPr>
          <p:cNvSpPr>
            <a:spLocks noGrp="1"/>
          </p:cNvSpPr>
          <p:nvPr/>
        </p:nvSpPr>
        <p:spPr>
          <a:xfrm>
            <a:off x="9953625" y="32861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a:t>
            </a:r>
            <a:endParaRPr lang="ko-KR">
              <a:solidFill>
                <a:srgbClr val="000000"/>
              </a:solidFill>
              <a:latin typeface="Calibri"/>
              <a:ea typeface="Calibri"/>
              <a:cs typeface="Calibri"/>
            </a:endParaRPr>
          </a:p>
        </p:txBody>
      </p:sp>
      <p:sp>
        <p:nvSpPr>
          <p:cNvPr id="253" name="dp42-comparison / n177">
            <a:extLst>
              <a:ext uri="{FF2B5EF4-FFF2-40B4-BE49-F238E27FC236}">
                <ns2:creationId id="{CFEDA17C-417D-4844-8636-6E5032F15EAF}"/>
              </a:ext>
            </a:extLst>
          </p:cNvPr>
          <p:cNvSpPr>
            <a:spLocks noGrp="1"/>
          </p:cNvSpPr>
          <p:nvPr/>
        </p:nvSpPr>
        <p:spPr>
          <a:xfrm>
            <a:off x="11458575" y="3267075"/>
            <a:ext cx="2106740" cy="144780"/>
          </a:xfrm>
          <a:prstGeom prst="rect">
            <a:avLst/>
          </a:prstGeom>
          <a:solidFill>
            <a:srgbClr val="FFFFFF"/>
          </a:solidFill>
          <a:ln w="0">
            <a:noFill/>
            <a:prstDash val="solid"/>
          </a:ln>
        </p:spPr>
      </p:sp>
      <p:sp>
        <p:nvSpPr>
          <p:cNvPr id="254" name="dp42-comparison / n178 / text 1">
            <a:extLst>
              <a:ext uri="{FF2B5EF4-FFF2-40B4-BE49-F238E27FC236}">
                <ns2:creationId id="{F00FFA1B-27E1-4AFF-AE09-4F058A22918F}"/>
              </a:ext>
            </a:extLst>
          </p:cNvPr>
          <p:cNvSpPr>
            <a:spLocks noGrp="1"/>
          </p:cNvSpPr>
          <p:nvPr/>
        </p:nvSpPr>
        <p:spPr>
          <a:xfrm>
            <a:off x="11477625" y="32766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보고서 Task는 계속 / 대화와 별도 수명</a:t>
            </a:r>
            <a:endParaRPr lang="ko-KR">
              <a:solidFill>
                <a:srgbClr val="000000"/>
              </a:solidFill>
              <a:latin typeface="Calibri"/>
              <a:ea typeface="Calibri"/>
              <a:cs typeface="Calibri"/>
            </a:endParaRPr>
          </a:p>
        </p:txBody>
      </p:sp>
      <p:sp>
        <p:nvSpPr>
          <p:cNvPr id="255" name="dp42-comparison / n179">
            <a:extLst>
              <a:ext uri="{FF2B5EF4-FFF2-40B4-BE49-F238E27FC236}">
                <ns2:creationId id="{800F7B51-95E7-4D85-AC15-5E8189D63330}"/>
              </a:ext>
            </a:extLst>
          </p:cNvPr>
          <p:cNvSpPr>
            <a:spLocks noGrp="1"/>
          </p:cNvSpPr>
          <p:nvPr/>
        </p:nvSpPr>
        <p:spPr>
          <a:xfrm>
            <a:off x="9934575" y="3448050"/>
            <a:ext cx="739140" cy="156210"/>
          </a:xfrm>
          <a:prstGeom prst="rect">
            <a:avLst/>
          </a:prstGeom>
          <a:solidFill>
            <a:srgbClr val="FFFFFF"/>
          </a:solidFill>
          <a:ln w="0">
            <a:noFill/>
            <a:prstDash val="solid"/>
          </a:ln>
        </p:spPr>
      </p:sp>
      <p:sp>
        <p:nvSpPr>
          <p:cNvPr id="256" name="dp42-comparison / n180 / text 1">
            <a:extLst>
              <a:ext uri="{FF2B5EF4-FFF2-40B4-BE49-F238E27FC236}">
                <ns2:creationId id="{CEB385FB-7906-4783-9276-EF2729847BDB}"/>
              </a:ext>
            </a:extLst>
          </p:cNvPr>
          <p:cNvSpPr>
            <a:spLocks noGrp="1"/>
          </p:cNvSpPr>
          <p:nvPr/>
        </p:nvSpPr>
        <p:spPr>
          <a:xfrm>
            <a:off x="9953625" y="34575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Execution1</a:t>
            </a:r>
            <a:endParaRPr lang="ko-KR">
              <a:solidFill>
                <a:srgbClr val="000000"/>
              </a:solidFill>
              <a:latin typeface="Calibri"/>
              <a:ea typeface="Calibri"/>
              <a:cs typeface="Calibri"/>
            </a:endParaRPr>
          </a:p>
        </p:txBody>
      </p:sp>
      <p:sp>
        <p:nvSpPr>
          <p:cNvPr id="257" name="dp42-comparison / n182">
            <a:extLst>
              <a:ext uri="{FF2B5EF4-FFF2-40B4-BE49-F238E27FC236}">
                <ns2:creationId id="{86FC01FD-8D8D-4BA4-94CF-09090962C331}"/>
              </a:ext>
            </a:extLst>
          </p:cNvPr>
          <p:cNvSpPr>
            <a:spLocks noGrp="1"/>
          </p:cNvSpPr>
          <p:nvPr/>
        </p:nvSpPr>
        <p:spPr>
          <a:xfrm>
            <a:off x="11458575" y="3438525"/>
            <a:ext cx="2339340" cy="144780"/>
          </a:xfrm>
          <a:prstGeom prst="rect">
            <a:avLst/>
          </a:prstGeom>
          <a:solidFill>
            <a:srgbClr val="FFFFFF"/>
          </a:solidFill>
          <a:ln w="0">
            <a:noFill/>
            <a:prstDash val="solid"/>
          </a:ln>
        </p:spPr>
      </p:sp>
      <p:sp>
        <p:nvSpPr>
          <p:cNvPr id="258" name="dp42-comparison / n183 / text 1">
            <a:extLst>
              <a:ext uri="{FF2B5EF4-FFF2-40B4-BE49-F238E27FC236}">
                <ns2:creationId id="{E7AE3C44-16FD-4F2F-82C6-E352E1C18B85}"/>
              </a:ext>
            </a:extLst>
          </p:cNvPr>
          <p:cNvSpPr>
            <a:spLocks noGrp="1"/>
          </p:cNvSpPr>
          <p:nvPr/>
        </p:nvSpPr>
        <p:spPr>
          <a:xfrm>
            <a:off x="11477625" y="34480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Downstream Agent의 실제 실행은 별도 수명</a:t>
            </a:r>
            <a:endParaRPr lang="ko-KR">
              <a:solidFill>
                <a:srgbClr val="000000"/>
              </a:solidFill>
              <a:latin typeface="Calibri"/>
              <a:ea typeface="Calibri"/>
              <a:cs typeface="Calibri"/>
            </a:endParaRPr>
          </a:p>
        </p:txBody>
      </p:sp>
      <p:sp>
        <p:nvSpPr>
          <p:cNvPr id="259" name="dp42-comparison / n204">
            <a:extLst>
              <a:ext uri="{FF2B5EF4-FFF2-40B4-BE49-F238E27FC236}">
                <ns2:creationId id="{EFA55EC9-1CF8-45C2-97FE-75EDF0595613}"/>
              </a:ext>
            </a:extLst>
          </p:cNvPr>
          <p:cNvSpPr>
            <a:spLocks noGrp="1"/>
          </p:cNvSpPr>
          <p:nvPr/>
        </p:nvSpPr>
        <p:spPr>
          <a:xfrm>
            <a:off x="14373225" y="5029200"/>
            <a:ext cx="2190560" cy="144780"/>
          </a:xfrm>
          <a:prstGeom prst="rect">
            <a:avLst/>
          </a:prstGeom>
          <a:solidFill>
            <a:srgbClr val="FFFFFF"/>
          </a:solidFill>
          <a:ln w="0">
            <a:noFill/>
            <a:prstDash val="solid"/>
          </a:ln>
        </p:spPr>
      </p:sp>
      <p:sp>
        <p:nvSpPr>
          <p:cNvPr id="260" name="dp42-comparison / n205 / text 1">
            <a:extLst>
              <a:ext uri="{FF2B5EF4-FFF2-40B4-BE49-F238E27FC236}">
                <ns2:creationId id="{73E0CA4A-D0D7-4628-97F9-A716B0BF928C}"/>
              </a:ext>
            </a:extLst>
          </p:cNvPr>
          <p:cNvSpPr>
            <a:spLocks noGrp="1"/>
          </p:cNvSpPr>
          <p:nvPr/>
        </p:nvSpPr>
        <p:spPr>
          <a:xfrm>
            <a:off x="14392275" y="5038725"/>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보고서 / Command1: 상반기 답변</a:t>
            </a:r>
            <a:endParaRPr lang="ko-KR">
              <a:solidFill>
                <a:srgbClr val="000000"/>
              </a:solidFill>
              <a:latin typeface="Calibri"/>
              <a:ea typeface="Calibri"/>
              <a:cs typeface="Calibri"/>
            </a:endParaRPr>
          </a:p>
        </p:txBody>
      </p:sp>
      <p:sp>
        <p:nvSpPr>
          <p:cNvPr id="261" name="dp42-comparison / n212">
            <a:extLst>
              <a:ext uri="{FF2B5EF4-FFF2-40B4-BE49-F238E27FC236}">
                <ns2:creationId id="{9A8656D1-1389-4D82-8C8A-9E77D2CBFB0F}"/>
              </a:ext>
            </a:extLst>
          </p:cNvPr>
          <p:cNvSpPr>
            <a:spLocks noGrp="1"/>
          </p:cNvSpPr>
          <p:nvPr/>
        </p:nvSpPr>
        <p:spPr>
          <a:xfrm>
            <a:off x="13106400" y="4000500"/>
            <a:ext cx="628650" cy="133350"/>
          </a:xfrm>
          <a:prstGeom prst="rect">
            <a:avLst/>
          </a:prstGeom>
          <a:solidFill>
            <a:srgbClr val="FFFFFF"/>
          </a:solidFill>
          <a:ln w="0">
            <a:noFill/>
            <a:prstDash val="solid"/>
          </a:ln>
        </p:spPr>
      </p:sp>
      <p:sp>
        <p:nvSpPr>
          <p:cNvPr id="262" name="dp42-comparison / n213 / text 1">
            <a:extLst>
              <a:ext uri="{FF2B5EF4-FFF2-40B4-BE49-F238E27FC236}">
                <ns2:creationId id="{744583A2-EFF7-4E0C-AFFF-FD3B051BE337}"/>
              </a:ext>
            </a:extLst>
          </p:cNvPr>
          <p:cNvSpPr>
            <a:spLocks noGrp="1"/>
          </p:cNvSpPr>
          <p:nvPr/>
        </p:nvSpPr>
        <p:spPr>
          <a:xfrm>
            <a:off x="13125450" y="4010025"/>
            <a:ext cx="1047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Command1 →</a:t>
            </a:r>
            <a:endParaRPr lang="ko-KR">
              <a:solidFill>
                <a:srgbClr val="000000"/>
              </a:solidFill>
              <a:latin typeface="Calibri"/>
              <a:ea typeface="Calibri"/>
              <a:cs typeface="Calibri"/>
            </a:endParaRPr>
          </a:p>
        </p:txBody>
      </p:sp>
      <p:sp>
        <p:nvSpPr>
          <p:cNvPr id="263" name="dp42-comparison / n215">
            <a:extLst>
              <a:ext uri="{FF2B5EF4-FFF2-40B4-BE49-F238E27FC236}">
                <ns2:creationId id="{7FF70E6A-DE67-43C9-83C6-93A51F4CFDA3}"/>
              </a:ext>
            </a:extLst>
          </p:cNvPr>
          <p:cNvSpPr>
            <a:spLocks noGrp="1"/>
          </p:cNvSpPr>
          <p:nvPr/>
        </p:nvSpPr>
        <p:spPr>
          <a:xfrm>
            <a:off x="13115925" y="4581525"/>
            <a:ext cx="622935" cy="133350"/>
          </a:xfrm>
          <a:prstGeom prst="rect">
            <a:avLst/>
          </a:prstGeom>
          <a:solidFill>
            <a:srgbClr val="FFFFFF"/>
          </a:solidFill>
          <a:ln w="0">
            <a:noFill/>
            <a:prstDash val="solid"/>
          </a:ln>
        </p:spPr>
      </p:sp>
      <p:sp>
        <p:nvSpPr>
          <p:cNvPr id="264" name="dp42-comparison / n216 / text 1">
            <a:extLst>
              <a:ext uri="{FF2B5EF4-FFF2-40B4-BE49-F238E27FC236}">
                <ns2:creationId id="{4E3AE806-6313-441A-B3C3-52B0573A29F2}"/>
              </a:ext>
            </a:extLst>
          </p:cNvPr>
          <p:cNvSpPr>
            <a:spLocks noGrp="1"/>
          </p:cNvSpPr>
          <p:nvPr/>
        </p:nvSpPr>
        <p:spPr>
          <a:xfrm>
            <a:off x="13134975" y="4591050"/>
            <a:ext cx="9715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접수 결과</a:t>
            </a:r>
            <a:endParaRPr lang="ko-KR">
              <a:solidFill>
                <a:srgbClr val="000000"/>
              </a:solidFill>
              <a:latin typeface="Calibri"/>
              <a:ea typeface="Calibri"/>
              <a:cs typeface="Calibri"/>
            </a:endParaRPr>
          </a:p>
        </p:txBody>
      </p:sp>
      <p:sp>
        <p:nvSpPr>
          <p:cNvPr id="265" name="dp42-comparison / n219">
            <a:extLst>
              <a:ext uri="{FF2B5EF4-FFF2-40B4-BE49-F238E27FC236}">
                <ns2:creationId id="{6C681DF3-0E47-4CF2-B3AB-C85B51E7E141}"/>
              </a:ext>
            </a:extLst>
          </p:cNvPr>
          <p:cNvSpPr>
            <a:spLocks noGrp="1"/>
          </p:cNvSpPr>
          <p:nvPr/>
        </p:nvSpPr>
        <p:spPr>
          <a:xfrm>
            <a:off x="10039350" y="5962650"/>
            <a:ext cx="1863090" cy="133350"/>
          </a:xfrm>
          <a:prstGeom prst="rect">
            <a:avLst/>
          </a:prstGeom>
          <a:solidFill>
            <a:srgbClr val="FFFFFF"/>
          </a:solidFill>
          <a:ln w="0">
            <a:noFill/>
            <a:prstDash val="solid"/>
          </a:ln>
        </p:spPr>
      </p:sp>
      <p:sp>
        <p:nvSpPr>
          <p:cNvPr id="266" name="dp42-comparison / n220 / text 1">
            <a:extLst>
              <a:ext uri="{FF2B5EF4-FFF2-40B4-BE49-F238E27FC236}">
                <ns2:creationId id="{DFA025CE-2D61-4092-960F-610278C99F9D}"/>
              </a:ext>
            </a:extLst>
          </p:cNvPr>
          <p:cNvSpPr>
            <a:spLocks noGrp="1"/>
          </p:cNvSpPr>
          <p:nvPr/>
        </p:nvSpPr>
        <p:spPr>
          <a:xfrm>
            <a:off x="10058400" y="5972175"/>
            <a:ext cx="28479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원본 / 독립 local transaction</a:t>
            </a:r>
            <a:endParaRPr lang="ko-KR">
              <a:solidFill>
                <a:srgbClr val="000000"/>
              </a:solidFill>
              <a:latin typeface="Calibri"/>
              <a:ea typeface="Calibri"/>
              <a:cs typeface="Calibri"/>
            </a:endParaRPr>
          </a:p>
        </p:txBody>
      </p:sp>
      <p:sp>
        <p:nvSpPr>
          <p:cNvPr id="267" name="dp42-comparison / n221">
            <a:extLst>
              <a:ext uri="{FF2B5EF4-FFF2-40B4-BE49-F238E27FC236}">
                <ns2:creationId id="{02E5C838-89D2-4760-9ACB-CA8C8405509D}"/>
              </a:ext>
            </a:extLst>
          </p:cNvPr>
          <p:cNvSpPr>
            <a:spLocks noGrp="1"/>
          </p:cNvSpPr>
          <p:nvPr/>
        </p:nvSpPr>
        <p:spPr>
          <a:xfrm>
            <a:off x="14277975" y="5962650"/>
            <a:ext cx="1893570" cy="133350"/>
          </a:xfrm>
          <a:prstGeom prst="rect">
            <a:avLst/>
          </a:prstGeom>
          <a:solidFill>
            <a:srgbClr val="FFFFFF"/>
          </a:solidFill>
          <a:ln w="0">
            <a:noFill/>
            <a:prstDash val="solid"/>
          </a:ln>
        </p:spPr>
      </p:sp>
      <p:sp>
        <p:nvSpPr>
          <p:cNvPr id="268" name="dp42-comparison / n222 / text 1">
            <a:extLst>
              <a:ext uri="{FF2B5EF4-FFF2-40B4-BE49-F238E27FC236}">
                <ns2:creationId id="{243552D2-5DC2-44C7-91DC-AEC527B26B44}"/>
              </a:ext>
            </a:extLst>
          </p:cNvPr>
          <p:cNvSpPr>
            <a:spLocks noGrp="1"/>
          </p:cNvSpPr>
          <p:nvPr/>
        </p:nvSpPr>
        <p:spPr>
          <a:xfrm>
            <a:off x="14297025" y="5972175"/>
            <a:ext cx="31146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 원본 / 독립 local transaction</a:t>
            </a:r>
            <a:endParaRPr lang="ko-KR">
              <a:solidFill>
                <a:srgbClr val="000000"/>
              </a:solidFill>
              <a:latin typeface="Calibri"/>
              <a:ea typeface="Calibri"/>
              <a:cs typeface="Calibri"/>
            </a:endParaRPr>
          </a:p>
        </p:txBody>
      </p:sp>
      <p:sp>
        <p:nvSpPr>
          <p:cNvPr id="269" name="dp42-comparison / n224">
            <a:extLst>
              <a:ext uri="{FF2B5EF4-FFF2-40B4-BE49-F238E27FC236}">
                <ns2:creationId id="{72A131C8-EEAD-4D82-B6D5-AC86D5C5B20B}"/>
              </a:ext>
            </a:extLst>
          </p:cNvPr>
          <p:cNvSpPr>
            <a:spLocks noGrp="1"/>
          </p:cNvSpPr>
          <p:nvPr/>
        </p:nvSpPr>
        <p:spPr>
          <a:xfrm>
            <a:off x="9953625" y="6191250"/>
            <a:ext cx="2286000" cy="714375"/>
          </a:xfrm>
          <a:custGeom>
            <a:pathLst>
              <a:path w="2286000" h="714375">
                <a:moveTo>
                  <a:pt x="0" y="0"/>
                </a:moveTo>
                <a:lnTo>
                  <a:pt x="2114550" y="0"/>
                </a:lnTo>
                <a:lnTo>
                  <a:pt x="2286000" y="171450"/>
                </a:lnTo>
                <a:lnTo>
                  <a:pt x="2286000" y="714375"/>
                </a:lnTo>
                <a:lnTo>
                  <a:pt x="0" y="714375"/>
                </a:lnTo>
                <a:close/>
              </a:path>
            </a:pathLst>
          </a:custGeom>
          <a:solidFill>
            <a:srgbClr val="FFFFFF"/>
          </a:solidFill>
          <a:ln w="9525">
            <a:solidFill>
              <a:srgbClr val="000000"/>
            </a:solidFill>
            <a:prstDash val="solid"/>
          </a:ln>
        </p:spPr>
        <p:txBody>
          <a:bodyPr wrap="none" lIns="95250" tIns="57150" rIns="171450" bIns="3214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① 대화 저장 / 접수 대기</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command_id:Command1 / request_id:Request1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task_id:Task1 / question_id:Question1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payload.answer:상반기</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expected_question_revision:7</a:t>
            </a:r>
            <a:endParaRPr lang="ko-KR">
              <a:solidFill>
                <a:srgbClr val="000000"/>
              </a:solidFill>
              <a:latin typeface="Calibri"/>
              <a:ea typeface="Calibri"/>
              <a:cs typeface="Calibri"/>
            </a:endParaRPr>
          </a:p>
        </p:txBody>
      </p:sp>
      <p:sp>
        <p:nvSpPr>
          <p:cNvPr id="270" name="dp42-comparison / n224 / fold">
            <a:extLst>
              <a:ext uri="{FF2B5EF4-FFF2-40B4-BE49-F238E27FC236}">
                <ns2:creationId id="{E2C3C1D3-78B0-4CF9-A57D-362A1BDEB5FA}"/>
              </a:ext>
            </a:extLst>
          </p:cNvPr>
          <p:cNvSpPr>
            <a:spLocks noGrp="1"/>
          </p:cNvSpPr>
          <p:nvPr/>
        </p:nvSpPr>
        <p:spPr>
          <a:xfrm>
            <a:off x="1206817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6" name="dp42-comparison / n226">
            <a:extLst>
              <a:ext uri="{FF2B5EF4-FFF2-40B4-BE49-F238E27FC236}">
                <ns2:creationId id="{C036201E-B499-493F-95C3-DA83D4C8C9F2}"/>
              </a:ext>
            </a:extLst>
          </p:cNvPr>
          <p:cNvSpPr>
            <a:spLocks noGrp="1"/>
          </p:cNvSpPr>
          <p:nvPr/>
        </p:nvSpPr>
        <p:spPr>
          <a:xfrm>
            <a:off x="12668250" y="6191250"/>
            <a:ext cx="2286000" cy="714375"/>
          </a:xfrm>
          <a:custGeom>
            <a:pathLst>
              <a:path w="2286000" h="714375">
                <a:moveTo>
                  <a:pt x="0" y="0"/>
                </a:moveTo>
                <a:lnTo>
                  <a:pt x="2114550" y="0"/>
                </a:lnTo>
                <a:lnTo>
                  <a:pt x="2286000" y="171450"/>
                </a:lnTo>
                <a:lnTo>
                  <a:pt x="2286000" y="714375"/>
                </a:lnTo>
                <a:lnTo>
                  <a:pt x="0" y="714375"/>
                </a:lnTo>
                <a:close/>
              </a:path>
            </a:pathLst>
          </a:custGeom>
          <a:solidFill>
            <a:srgbClr val="FFFFFF"/>
          </a:solidFill>
          <a:ln w="9525">
            <a:solidFill>
              <a:srgbClr val="000000"/>
            </a:solidFill>
            <a:prstDash val="solid"/>
          </a:ln>
        </p:spPr>
        <p:txBody>
          <a:bodyPr wrap="none" lIns="95250" tIns="57150" rIns="171450" bIns="2381"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② Task 상태 확정 / 내부 접수</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Question1: ANSWERED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Command1: PENDING</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acceptance_status:ACCEPTED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확정 접수 결과도 함께 저장</a:t>
            </a:r>
            <a:endParaRPr lang="ko-KR">
              <a:solidFill>
                <a:srgbClr val="000000"/>
              </a:solidFill>
              <a:latin typeface="Calibri"/>
              <a:ea typeface="Calibri"/>
              <a:cs typeface="Calibri"/>
            </a:endParaRPr>
          </a:p>
        </p:txBody>
      </p:sp>
      <p:sp>
        <p:nvSpPr>
          <p:cNvPr id="277" name="dp42-comparison / n226 / fold">
            <a:extLst>
              <a:ext uri="{FF2B5EF4-FFF2-40B4-BE49-F238E27FC236}">
                <ns2:creationId id="{7F1081C1-7DF0-49CD-9DE3-EB57861A822B}"/>
              </a:ext>
            </a:extLst>
          </p:cNvPr>
          <p:cNvSpPr>
            <a:spLocks noGrp="1"/>
          </p:cNvSpPr>
          <p:nvPr/>
        </p:nvSpPr>
        <p:spPr>
          <a:xfrm>
            <a:off x="14782800"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83" name="dp42-comparison / n228">
            <a:extLst>
              <a:ext uri="{FF2B5EF4-FFF2-40B4-BE49-F238E27FC236}">
                <ns2:creationId id="{575FE653-082E-4059-B618-DE2055720942}"/>
              </a:ext>
            </a:extLst>
          </p:cNvPr>
          <p:cNvSpPr>
            <a:spLocks noGrp="1"/>
          </p:cNvSpPr>
          <p:nvPr/>
        </p:nvSpPr>
        <p:spPr>
          <a:xfrm>
            <a:off x="15287625" y="6191250"/>
            <a:ext cx="2190750" cy="714375"/>
          </a:xfrm>
          <a:custGeom>
            <a:pathLst>
              <a:path w="2190750" h="714375">
                <a:moveTo>
                  <a:pt x="0" y="0"/>
                </a:moveTo>
                <a:lnTo>
                  <a:pt x="2019300" y="0"/>
                </a:lnTo>
                <a:lnTo>
                  <a:pt x="2190750" y="171450"/>
                </a:lnTo>
                <a:lnTo>
                  <a:pt x="2190750" y="714375"/>
                </a:lnTo>
                <a:lnTo>
                  <a:pt x="0" y="714375"/>
                </a:lnTo>
                <a:close/>
              </a:path>
            </a:pathLst>
          </a:custGeom>
          <a:solidFill>
            <a:srgbClr val="FFFFFF"/>
          </a:solidFill>
          <a:ln w="9525">
            <a:solidFill>
              <a:srgbClr val="000000"/>
            </a:solidFill>
            <a:prstDash val="solid"/>
          </a:ln>
        </p:spPr>
        <p:txBody>
          <a:bodyPr wrap="none" lIns="95250" tIns="57150" rIns="171450" bIns="3214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③ 대화에 접수 결과 반영</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AcceptanceReceipt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command_id:Command1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acceptance_status:ACCEPTED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같은 Command1의 내부 접수 확인</a:t>
            </a:r>
            <a:endParaRPr lang="ko-KR">
              <a:solidFill>
                <a:srgbClr val="000000"/>
              </a:solidFill>
              <a:latin typeface="Calibri"/>
              <a:ea typeface="Calibri"/>
              <a:cs typeface="Calibri"/>
            </a:endParaRPr>
          </a:p>
        </p:txBody>
      </p:sp>
      <p:sp>
        <p:nvSpPr>
          <p:cNvPr id="284" name="dp42-comparison / n228 / fold">
            <a:extLst>
              <a:ext uri="{FF2B5EF4-FFF2-40B4-BE49-F238E27FC236}">
                <ns2:creationId id="{6413BF0C-3013-45B3-8E53-EF8016734B31}"/>
              </a:ext>
            </a:extLst>
          </p:cNvPr>
          <p:cNvSpPr>
            <a:spLocks noGrp="1"/>
          </p:cNvSpPr>
          <p:nvPr/>
        </p:nvSpPr>
        <p:spPr>
          <a:xfrm>
            <a:off x="1730692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90" name="dp42-comparison / n233">
            <a:extLst>
              <a:ext uri="{FF2B5EF4-FFF2-40B4-BE49-F238E27FC236}">
                <ns2:creationId id="{66BF7818-06A7-4DE6-8EE8-A94D3908ED14}"/>
              </a:ext>
            </a:extLst>
          </p:cNvPr>
          <p:cNvSpPr>
            <a:spLocks noGrp="1"/>
          </p:cNvSpPr>
          <p:nvPr/>
        </p:nvSpPr>
        <p:spPr>
          <a:xfrm>
            <a:off x="9934575" y="6953250"/>
            <a:ext cx="2961894" cy="179070"/>
          </a:xfrm>
          <a:prstGeom prst="rect">
            <a:avLst/>
          </a:prstGeom>
          <a:solidFill>
            <a:srgbClr val="FFFFFF"/>
          </a:solidFill>
          <a:ln w="0">
            <a:noFill/>
            <a:prstDash val="solid"/>
          </a:ln>
        </p:spPr>
      </p:sp>
      <p:sp>
        <p:nvSpPr>
          <p:cNvPr id="291" name="dp42-comparison / n234 / text 1">
            <a:extLst>
              <a:ext uri="{FF2B5EF4-FFF2-40B4-BE49-F238E27FC236}">
                <ns2:creationId id="{4BE8063C-836F-43ED-A99D-79A475F8A76E}"/>
              </a:ext>
            </a:extLst>
          </p:cNvPr>
          <p:cNvSpPr>
            <a:spLocks noGrp="1"/>
          </p:cNvSpPr>
          <p:nvPr/>
        </p:nvSpPr>
        <p:spPr>
          <a:xfrm>
            <a:off x="9953625" y="69627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상반기 답변의 로컬 확정</a:t>
            </a:r>
            <a:endParaRPr lang="ko-KR">
              <a:solidFill>
                <a:srgbClr val="000000"/>
              </a:solidFill>
              <a:latin typeface="Calibri"/>
              <a:ea typeface="Calibri"/>
              <a:cs typeface="Calibri"/>
            </a:endParaRPr>
          </a:p>
        </p:txBody>
      </p:sp>
      <p:sp>
        <p:nvSpPr>
          <p:cNvPr id="292" name="dp42-comparison / n243">
            <a:extLst>
              <a:ext uri="{FF2B5EF4-FFF2-40B4-BE49-F238E27FC236}">
                <ns2:creationId id="{5EF21C65-C496-427D-A199-BB857B9AEA1B}"/>
              </a:ext>
            </a:extLst>
          </p:cNvPr>
          <p:cNvSpPr>
            <a:spLocks noGrp="1"/>
          </p:cNvSpPr>
          <p:nvPr/>
        </p:nvSpPr>
        <p:spPr>
          <a:xfrm>
            <a:off x="9934575" y="7448550"/>
            <a:ext cx="4154805" cy="114300"/>
          </a:xfrm>
          <a:prstGeom prst="rect">
            <a:avLst/>
          </a:prstGeom>
          <a:solidFill>
            <a:srgbClr val="FFFFFF"/>
          </a:solidFill>
          <a:ln w="0">
            <a:noFill/>
            <a:prstDash val="solid"/>
          </a:ln>
        </p:spPr>
      </p:sp>
      <p:sp>
        <p:nvSpPr>
          <p:cNvPr id="293" name="dp42-comparison / n244 / text 1">
            <a:extLst>
              <a:ext uri="{FF2B5EF4-FFF2-40B4-BE49-F238E27FC236}">
                <ns2:creationId id="{34C64162-57A4-4C3D-8D9A-55C39CF2BD33}"/>
              </a:ext>
            </a:extLst>
          </p:cNvPr>
          <p:cNvSpPr>
            <a:spLocks noGrp="1"/>
          </p:cNvSpPr>
          <p:nvPr/>
        </p:nvSpPr>
        <p:spPr>
          <a:xfrm>
            <a:off x="9953625" y="7458075"/>
            <a:ext cx="7524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 접수 후 외부 전송 가능 / 대화 반영은 별도 / 접수 대기는 같은 Command1로 확인</a:t>
            </a:r>
            <a:endParaRPr lang="ko-KR">
              <a:solidFill>
                <a:srgbClr val="000000"/>
              </a:solidFill>
              <a:latin typeface="Calibri"/>
              <a:ea typeface="Calibri"/>
              <a:cs typeface="Calibri"/>
            </a:endParaRPr>
          </a:p>
        </p:txBody>
      </p:sp>
      <p:sp>
        <p:nvSpPr>
          <p:cNvPr id="321" name="v6-header-title">
            <a:extLst>
              <a:ext uri="{FF2B5EF4-FFF2-40B4-BE49-F238E27FC236}">
                <ns2:creationId id="{6B0A6383-AF96-4404-9370-88F2511B692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관리 설계 비교 (원본)</a:t>
            </a:r>
            <a:endParaRPr lang="ko-KR">
              <a:latin typeface="Calibri"/>
              <a:ea typeface="Calibri"/>
              <a:cs typeface="Calibri"/>
            </a:endParaRPr>
          </a:p>
        </p:txBody>
      </p:sp>
      <p:sp>
        <p:nvSpPr>
          <p:cNvPr id="322" name="v6-header-rule">
            <a:extLst>
              <a:ext uri="{FF2B5EF4-FFF2-40B4-BE49-F238E27FC236}">
                <ns2:creationId id="{632D628B-3822-431F-8D94-29C7032C4350}"/>
              </a:ext>
            </a:extLst>
          </p:cNvPr>
          <p:cNvSpPr>
            <a:spLocks noGrp="1"/>
          </p:cNvSpPr>
          <p:nvPr/>
        </p:nvSpPr>
        <p:spPr>
          <a:xfrm>
            <a:off x="495300" y="990600"/>
            <a:ext cx="17335500" cy="0"/>
          </a:xfrm>
          <a:prstGeom prst="line">
            <a:avLst/>
          </a:prstGeom>
          <a:noFill/>
          <a:ln w="19050">
            <a:solidFill>
              <a:srgbClr val="A6A6A6"/>
            </a:solidFill>
          </a:ln>
        </p:spPr>
      </p:sp>
      <p:sp>
        <p:nvSpPr>
          <p:cNvPr id="323" name="v6-header-stage-0">
            <a:extLst>
              <a:ext uri="{FF2B5EF4-FFF2-40B4-BE49-F238E27FC236}">
                <ns2:creationId id="{A2E75D30-9B80-4728-940D-1A96BD57E95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4" name="v6-header-stage-1">
            <a:extLst>
              <a:ext uri="{FF2B5EF4-FFF2-40B4-BE49-F238E27FC236}">
                <ns2:creationId id="{77BF56D0-0414-4384-983E-C3F9DE9F70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25" name="v6-header-stage-2">
            <a:extLst>
              <a:ext uri="{FF2B5EF4-FFF2-40B4-BE49-F238E27FC236}">
                <ns2:creationId id="{62BBBABC-0375-48C6-9773-C5764E0281B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6" name="v6-header-stage-3">
            <a:extLst>
              <a:ext uri="{FF2B5EF4-FFF2-40B4-BE49-F238E27FC236}">
                <ns2:creationId id="{955974E1-6E97-4D98-AEAF-78253A3B980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7" name="v6-header-stage-4">
            <a:extLst>
              <a:ext uri="{FF2B5EF4-FFF2-40B4-BE49-F238E27FC236}">
                <ns2:creationId id="{D9D8AA9E-1294-4577-82C9-C4C6309F282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28" name="v6-header-page">
            <a:extLst>
              <a:ext uri="{FF2B5EF4-FFF2-40B4-BE49-F238E27FC236}">
                <ns2:creationId id="{04ADBEB8-3B1C-4BE2-8EE2-CCFEE461E9A4}"/>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56 / 63</a:t>
            </a:r>
            <a:endParaRPr lang="ko-KR">
              <a:latin typeface="Calibri"/>
              <a:ea typeface="Calibri"/>
              <a:cs typeface="Calibri"/>
            </a:endParaRPr>
          </a:p>
        </p:txBody>
      </p:sp>
      <p:sp>
        <p:nvSpPr>
          <p:cNvPr id="329" name="v6-native-header-cell-56-0">
            <a:extLst>
              <a:ext uri="{FF2B5EF4-FFF2-40B4-BE49-F238E27FC236}">
                <ns2:creationId id="{4A8B057D-1C88-45A0-ACCD-79B4E52A0D9A}"/>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모듈형 통합 Core / 공동 확정</a:t>
            </a:r>
            <a:endParaRPr lang="ko-KR">
              <a:latin typeface="Calibri"/>
              <a:ea typeface="Calibri"/>
              <a:cs typeface="Calibri"/>
            </a:endParaRPr>
          </a:p>
        </p:txBody>
      </p:sp>
      <p:sp>
        <p:nvSpPr>
          <p:cNvPr id="330" name="v6-native-header-cell-56-1">
            <a:extLst>
              <a:ext uri="{FF2B5EF4-FFF2-40B4-BE49-F238E27FC236}">
                <ns2:creationId id="{262B34C9-2F19-440B-978E-7BBD9982DF0E}"/>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독립 대화 / Task 서비스 / 별도 접수</a:t>
            </a:r>
            <a:endParaRPr lang="ko-KR">
              <a:latin typeface="Calibri"/>
              <a:ea typeface="Calibri"/>
              <a:cs typeface="Calibri"/>
            </a:endParaRPr>
          </a:p>
        </p:txBody>
      </p:sp>
    </p:spTree>
    <p:extLst>
      <p:ext uri="{BB962C8B-B14F-4D97-AF65-F5344CB8AC3E}">
        <p14:creationId val="871643071"/>
      </p:ext>
    </p:extLst>
  </p:cSld>
</p:sld>
</file>

<file path=ppt/slides/slide32.xml><?xml version="1.0" encoding="utf-8"?>
<p:sld xmlns:a="http://schemas.openxmlformats.org/drawingml/2006/main" xmlns:ns2="http://schemas.microsoft.com/office/drawing/2014/main" xmlns:p="http://schemas.openxmlformats.org/presentationml/2006/main" xmlns:p14="http://schemas.microsoft.com/office/powerpoint/2010/main">
  <p:cSld name="dp42-qa">
    <p:bg>
      <p:bgPr>
        <a:solidFill>
          <a:srgbClr val="FFFFFF"/>
        </a:solidFill>
      </p:bgPr>
    </p:bg>
    <p:spTree>
      <p:nvGrpSpPr>
        <p:cNvPr id="1" name=""/>
        <p:cNvGrpSpPr/>
        <p:nvPr/>
      </p:nvGrpSpPr>
      <p:grpSpPr>
        <a:xfrm/>
      </p:grpSpPr>
      <p:sp>
        <p:nvSpPr>
          <p:cNvPr id="4" name="dp42-v5-qa-detail / n4">
            <a:extLst>
              <a:ext uri="{FF2B5EF4-FFF2-40B4-BE49-F238E27FC236}">
                <ns2:creationId id="{D1E736EA-DCCF-4FF8-B273-2CC4697CF24C}"/>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2-v5-qa-detail / n5">
            <a:extLst>
              <a:ext uri="{FF2B5EF4-FFF2-40B4-BE49-F238E27FC236}">
                <ns2:creationId id="{5CF79C2C-D2F5-4B8A-A70B-21FCB1741DA2}"/>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2-v5-qa-detail / n6">
            <a:extLst>
              <a:ext uri="{FF2B5EF4-FFF2-40B4-BE49-F238E27FC236}">
                <ns2:creationId id="{AAA5A47A-97F4-4641-8F8D-C7146FE7DA4A}"/>
              </a:ext>
            </a:extLst>
          </p:cNvPr>
          <p:cNvSpPr>
            <a:spLocks noGrp="1"/>
          </p:cNvSpPr>
          <p:nvPr/>
        </p:nvSpPr>
        <p:spPr>
          <a:xfrm>
            <a:off x="381000" y="2143125"/>
            <a:ext cx="17526000" cy="457200"/>
          </a:xfrm>
          <a:prstGeom prst="rect">
            <a:avLst/>
          </a:prstGeom>
          <a:solidFill>
            <a:srgbClr val="C6E0B4"/>
          </a:solidFill>
          <a:ln w="0">
            <a:noFill/>
          </a:ln>
        </p:spPr>
      </p:sp>
      <p:sp>
        <p:nvSpPr>
          <p:cNvPr id="11" name="dp42-v5-qa-detail / n11">
            <a:extLst>
              <a:ext uri="{FF2B5EF4-FFF2-40B4-BE49-F238E27FC236}">
                <ns2:creationId id="{6C80D7EE-3CD2-4E7D-A5FD-B508FAE0B00B}"/>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2-v5-qa-detail / n12">
            <a:extLst>
              <a:ext uri="{FF2B5EF4-FFF2-40B4-BE49-F238E27FC236}">
                <ns2:creationId id="{ACC0F7C7-127F-41DA-A70B-226379BD6B0C}"/>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2-v5-qa-detail / n13">
            <a:extLst>
              <a:ext uri="{FF2B5EF4-FFF2-40B4-BE49-F238E27FC236}">
                <ns2:creationId id="{05D3609A-88C5-4C2D-ABB7-4E2FFCE58396}"/>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2-v5-qa-detail / n14">
            <a:extLst>
              <a:ext uri="{FF2B5EF4-FFF2-40B4-BE49-F238E27FC236}">
                <ns2:creationId id="{CB30482C-3D5B-45A7-BFB2-2BD982D9CEF3}"/>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2-v5-qa-detail / n15">
            <a:extLst>
              <a:ext uri="{FF2B5EF4-FFF2-40B4-BE49-F238E27FC236}">
                <ns2:creationId id="{94E7ABA1-8F4E-4F8F-8019-0235844CA74B}"/>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의미와 접수 및 현재성 검사</a:t>
            </a:r>
            <a:endParaRPr lang="ko-KR">
              <a:solidFill>
                <a:srgbClr val="000000"/>
              </a:solidFill>
              <a:latin typeface="Calibri"/>
              <a:ea typeface="Calibri"/>
              <a:cs typeface="Calibri"/>
            </a:endParaRPr>
          </a:p>
        </p:txBody>
      </p:sp>
      <p:sp>
        <p:nvSpPr>
          <p:cNvPr id="16" name="dp42-v5-qa-detail / n16">
            <a:extLst>
              <a:ext uri="{FF2B5EF4-FFF2-40B4-BE49-F238E27FC236}">
                <ns2:creationId id="{3CB92D02-CDB9-4D07-8699-F9FDF33C9601}"/>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2-v5-qa-detail / n17">
            <a:extLst>
              <a:ext uri="{FF2B5EF4-FFF2-40B4-BE49-F238E27FC236}">
                <ns2:creationId id="{A0672D16-BCD5-4950-8852-B80DD4D80EA9}"/>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동일 검사와 receipt의 올바른 반영</a:t>
            </a:r>
            <a:endParaRPr lang="ko-KR">
              <a:solidFill>
                <a:srgbClr val="000000"/>
              </a:solidFill>
              <a:latin typeface="Calibri"/>
              <a:ea typeface="Calibri"/>
              <a:cs typeface="Calibri"/>
            </a:endParaRPr>
          </a:p>
        </p:txBody>
      </p:sp>
      <p:sp>
        <p:nvSpPr>
          <p:cNvPr id="18" name="dp42-v5-qa-detail / n18">
            <a:extLst>
              <a:ext uri="{FF2B5EF4-FFF2-40B4-BE49-F238E27FC236}">
                <ns2:creationId id="{EB2A28A1-537A-452D-AC68-B935FAE3FA59}"/>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2-v5-qa-detail / n19">
            <a:extLst>
              <a:ext uri="{FF2B5EF4-FFF2-40B4-BE49-F238E27FC236}">
                <ns2:creationId id="{333ACB09-5CC8-4F98-BD3A-E6C7897CEAB9}"/>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2-v5-qa-detail / n20">
            <a:extLst>
              <a:ext uri="{FF2B5EF4-FFF2-40B4-BE49-F238E27FC236}">
                <ns2:creationId id="{89679BA1-10D4-448A-88EF-495E7DDAB0D0}"/>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2-v5-qa-detail / n21">
            <a:extLst>
              <a:ext uri="{FF2B5EF4-FFF2-40B4-BE49-F238E27FC236}">
                <ns2:creationId id="{A183CDA9-39A8-40B7-A144-6D256214F068}"/>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2-v5-qa-detail / n22">
            <a:extLst>
              <a:ext uri="{FF2B5EF4-FFF2-40B4-BE49-F238E27FC236}">
                <ns2:creationId id="{8C6ABC98-5957-4577-8D56-5965B005BEA8}"/>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2-v5-qa-detail / n23">
            <a:extLst>
              <a:ext uri="{FF2B5EF4-FFF2-40B4-BE49-F238E27FC236}">
                <ns2:creationId id="{6A52D990-E1EF-4059-870C-CAF278572D44}"/>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2-v5-qa-detail / n24">
            <a:extLst>
              <a:ext uri="{FF2B5EF4-FFF2-40B4-BE49-F238E27FC236}">
                <ns2:creationId id="{57ABAEE6-B9AE-48F1-A54F-58562A637106}"/>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2-v5-qa-detail / n25">
            <a:extLst>
              <a:ext uri="{FF2B5EF4-FFF2-40B4-BE49-F238E27FC236}">
                <ns2:creationId id="{0D379A5A-F6AF-4CFC-9437-CD87FEC5DD0A}"/>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공동 commit과 대화 반영 대기</a:t>
            </a:r>
            <a:endParaRPr lang="ko-KR">
              <a:solidFill>
                <a:srgbClr val="000000"/>
              </a:solidFill>
              <a:latin typeface="Calibri"/>
              <a:ea typeface="Calibri"/>
              <a:cs typeface="Calibri"/>
            </a:endParaRPr>
          </a:p>
        </p:txBody>
      </p:sp>
      <p:sp>
        <p:nvSpPr>
          <p:cNvPr id="26" name="dp42-v5-qa-detail / n26">
            <a:extLst>
              <a:ext uri="{FF2B5EF4-FFF2-40B4-BE49-F238E27FC236}">
                <ns2:creationId id="{56FEC738-42C2-4E46-837F-14806C58B2EB}"/>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2-v5-qa-detail / n27">
            <a:extLst>
              <a:ext uri="{FF2B5EF4-FFF2-40B4-BE49-F238E27FC236}">
                <ns2:creationId id="{F7254C71-C574-417E-89F1-25ED1F5AAE92}"/>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독립 접수와 receipt 반영 대기</a:t>
            </a:r>
            <a:endParaRPr lang="ko-KR">
              <a:solidFill>
                <a:srgbClr val="000000"/>
              </a:solidFill>
              <a:latin typeface="Calibri"/>
              <a:ea typeface="Calibri"/>
              <a:cs typeface="Calibri"/>
            </a:endParaRPr>
          </a:p>
        </p:txBody>
      </p:sp>
      <p:sp>
        <p:nvSpPr>
          <p:cNvPr id="28" name="dp42-v5-qa-detail / n28">
            <a:extLst>
              <a:ext uri="{FF2B5EF4-FFF2-40B4-BE49-F238E27FC236}">
                <ns2:creationId id="{546672EC-1ECE-4F3F-8B12-7ED015AAB9A6}"/>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2-v5-qa-detail / n29">
            <a:extLst>
              <a:ext uri="{FF2B5EF4-FFF2-40B4-BE49-F238E27FC236}">
                <ns2:creationId id="{46B1BAC1-96E4-4E21-92E5-BCB21F926CB1}"/>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2-v5-qa-detail / n30">
            <a:extLst>
              <a:ext uri="{FF2B5EF4-FFF2-40B4-BE49-F238E27FC236}">
                <ns2:creationId id="{ABA50E0E-0586-4FDC-97A7-9D6EB5F8CA7E}"/>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2-v5-qa-detail / n31">
            <a:extLst>
              <a:ext uri="{FF2B5EF4-FFF2-40B4-BE49-F238E27FC236}">
                <ns2:creationId id="{59050E6C-2A16-4876-A557-A3A9A2645A55}"/>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2-v5-qa-detail / n32">
            <a:extLst>
              <a:ext uri="{FF2B5EF4-FFF2-40B4-BE49-F238E27FC236}">
                <ns2:creationId id="{D76A025A-6521-4E5A-BF91-F486B25A62D0}"/>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2-v5-qa-detail / n33">
            <a:extLst>
              <a:ext uri="{FF2B5EF4-FFF2-40B4-BE49-F238E27FC236}">
                <ns2:creationId id="{775FF466-C3F6-4F67-8091-E81F45EE5AA4}"/>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2-v5-qa-detail / n34">
            <a:extLst>
              <a:ext uri="{FF2B5EF4-FFF2-40B4-BE49-F238E27FC236}">
                <ns2:creationId id="{0AC44497-6110-4A0C-9E5A-3DDC5805E1C6}"/>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2-v5-qa-detail / n35">
            <a:extLst>
              <a:ext uri="{FF2B5EF4-FFF2-40B4-BE49-F238E27FC236}">
                <ns2:creationId id="{5B54F910-04BA-4523-AF83-9D2021E4E261}"/>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관련 상태의 공동 확정 경로</a:t>
            </a:r>
            <a:endParaRPr lang="ko-KR">
              <a:solidFill>
                <a:srgbClr val="000000"/>
              </a:solidFill>
              <a:latin typeface="Calibri"/>
              <a:ea typeface="Calibri"/>
              <a:cs typeface="Calibri"/>
            </a:endParaRPr>
          </a:p>
        </p:txBody>
      </p:sp>
      <p:sp>
        <p:nvSpPr>
          <p:cNvPr id="36" name="dp42-v5-qa-detail / n36">
            <a:extLst>
              <a:ext uri="{FF2B5EF4-FFF2-40B4-BE49-F238E27FC236}">
                <ns2:creationId id="{6E96FA26-E099-4CBF-9744-2A65E83D5B42}"/>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2-v5-qa-detail / n37">
            <a:extLst>
              <a:ext uri="{FF2B5EF4-FFF2-40B4-BE49-F238E27FC236}">
                <ns2:creationId id="{D7292273-B6BC-4716-900D-0F627D5EB9C8}"/>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인계와 reconciliation의 전체 경로</a:t>
            </a:r>
            <a:endParaRPr lang="ko-KR">
              <a:solidFill>
                <a:srgbClr val="000000"/>
              </a:solidFill>
              <a:latin typeface="Calibri"/>
              <a:ea typeface="Calibri"/>
              <a:cs typeface="Calibri"/>
            </a:endParaRPr>
          </a:p>
        </p:txBody>
      </p:sp>
      <p:sp>
        <p:nvSpPr>
          <p:cNvPr id="38" name="dp42-v5-qa-detail / n38">
            <a:extLst>
              <a:ext uri="{FF2B5EF4-FFF2-40B4-BE49-F238E27FC236}">
                <ns2:creationId id="{6E8A9371-F9ED-430E-9C42-27EBF679AE1C}"/>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2-v5-qa-detail / n39">
            <a:extLst>
              <a:ext uri="{FF2B5EF4-FFF2-40B4-BE49-F238E27FC236}">
                <ns2:creationId id="{03655D70-01E8-4F6F-94C2-3F4539D3702F}"/>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2-v5-qa-detail / n40">
            <a:extLst>
              <a:ext uri="{FF2B5EF4-FFF2-40B4-BE49-F238E27FC236}">
                <ns2:creationId id="{06EC16BF-DA90-49FF-8C44-A71246F28AA3}"/>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2-v5-qa-detail / n41">
            <a:extLst>
              <a:ext uri="{FF2B5EF4-FFF2-40B4-BE49-F238E27FC236}">
                <ns2:creationId id="{70EE21AD-A97E-420C-B24B-7CEC95FACEF9}"/>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2-v5-qa-detail / n42">
            <a:extLst>
              <a:ext uri="{FF2B5EF4-FFF2-40B4-BE49-F238E27FC236}">
                <ns2:creationId id="{9D82186A-07CC-4151-B0C0-4507D77FFEDA}"/>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2-v5-qa-detail / n43">
            <a:extLst>
              <a:ext uri="{FF2B5EF4-FFF2-40B4-BE49-F238E27FC236}">
                <ns2:creationId id="{0FF2BC54-AA01-40A7-9C66-2E55B99EE186}"/>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2-v5-qa-detail / n44">
            <a:extLst>
              <a:ext uri="{FF2B5EF4-FFF2-40B4-BE49-F238E27FC236}">
                <ns2:creationId id="{23BDA1F8-349E-4C2B-9B27-8F88FAF88FD9}"/>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2-v5-qa-detail / n45">
            <a:extLst>
              <a:ext uri="{FF2B5EF4-FFF2-40B4-BE49-F238E27FC236}">
                <ns2:creationId id="{41E4D9DF-BACE-4042-ADBB-E4427D978E5D}"/>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코드 저장 외 실제 모델 청구</a:t>
            </a:r>
            <a:endParaRPr lang="ko-KR">
              <a:solidFill>
                <a:srgbClr val="000000"/>
              </a:solidFill>
              <a:latin typeface="Calibri"/>
              <a:ea typeface="Calibri"/>
              <a:cs typeface="Calibri"/>
            </a:endParaRPr>
          </a:p>
        </p:txBody>
      </p:sp>
      <p:sp>
        <p:nvSpPr>
          <p:cNvPr id="46" name="dp42-v5-qa-detail / n46">
            <a:extLst>
              <a:ext uri="{FF2B5EF4-FFF2-40B4-BE49-F238E27FC236}">
                <ns2:creationId id="{0816BA81-618A-4B62-8DA1-6E2D95375788}"/>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2-v5-qa-detail / n47">
            <a:extLst>
              <a:ext uri="{FF2B5EF4-FFF2-40B4-BE49-F238E27FC236}">
                <ns2:creationId id="{F6FCE6FE-FB2B-4993-9D6D-864F2DF06D7D}"/>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IPC 외 실제 모델 청구</a:t>
            </a:r>
            <a:endParaRPr lang="ko-KR">
              <a:solidFill>
                <a:srgbClr val="000000"/>
              </a:solidFill>
              <a:latin typeface="Calibri"/>
              <a:ea typeface="Calibri"/>
              <a:cs typeface="Calibri"/>
            </a:endParaRPr>
          </a:p>
        </p:txBody>
      </p:sp>
      <p:sp>
        <p:nvSpPr>
          <p:cNvPr id="48" name="dp42-v5-qa-detail / n48">
            <a:extLst>
              <a:ext uri="{FF2B5EF4-FFF2-40B4-BE49-F238E27FC236}">
                <ns2:creationId id="{29913499-9549-4D7D-9932-BCEDFD96A7F7}"/>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2-v5-qa-detail / n49">
            <a:extLst>
              <a:ext uri="{FF2B5EF4-FFF2-40B4-BE49-F238E27FC236}">
                <ns2:creationId id="{7F6FE70F-4CF9-46E3-BA79-EA5987ED7DC8}"/>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2-v5-qa-detail / n50">
            <a:extLst>
              <a:ext uri="{FF2B5EF4-FFF2-40B4-BE49-F238E27FC236}">
                <ns2:creationId id="{6F897435-9B71-4F1C-B30C-33BBEDB7B8AE}"/>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2-v5-qa-detail / n51">
            <a:extLst>
              <a:ext uri="{FF2B5EF4-FFF2-40B4-BE49-F238E27FC236}">
                <ns2:creationId id="{77230508-5978-44F7-9F17-594B9BABF06E}"/>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2-v5-qa-detail / n52">
            <a:extLst>
              <a:ext uri="{FF2B5EF4-FFF2-40B4-BE49-F238E27FC236}">
                <ns2:creationId id="{BFAE2C7C-FF1E-4A1F-B5F4-FC807FBC9006}"/>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2-v5-qa-detail / n53">
            <a:extLst>
              <a:ext uri="{FF2B5EF4-FFF2-40B4-BE49-F238E27FC236}">
                <ns2:creationId id="{2DEA17DF-9C5C-40F3-9272-5BF240CA043C}"/>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2-v5-qa-detail / n54">
            <a:extLst>
              <a:ext uri="{FF2B5EF4-FFF2-40B4-BE49-F238E27FC236}">
                <ns2:creationId id="{86D35AE4-1A1C-4441-8778-A7F39F2A121A}"/>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2-v5-qa-detail / n55">
            <a:extLst>
              <a:ext uri="{FF2B5EF4-FFF2-40B4-BE49-F238E27FC236}">
                <ns2:creationId id="{6557B021-0E70-4839-8BCE-D1F7095ABDEA}"/>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공동 상태 계약의 실제 수정</a:t>
            </a:r>
            <a:endParaRPr lang="ko-KR">
              <a:solidFill>
                <a:srgbClr val="000000"/>
              </a:solidFill>
              <a:latin typeface="Calibri"/>
              <a:ea typeface="Calibri"/>
              <a:cs typeface="Calibri"/>
            </a:endParaRPr>
          </a:p>
        </p:txBody>
      </p:sp>
      <p:sp>
        <p:nvSpPr>
          <p:cNvPr id="56" name="dp42-v5-qa-detail / n56">
            <a:extLst>
              <a:ext uri="{FF2B5EF4-FFF2-40B4-BE49-F238E27FC236}">
                <ns2:creationId id="{24D12290-C101-4E09-832C-0CC6B4A77186}"/>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2-v5-qa-detail / n57">
            <a:extLst>
              <a:ext uri="{FF2B5EF4-FFF2-40B4-BE49-F238E27FC236}">
                <ns2:creationId id="{660985D6-1122-4DA6-A2C7-305ADB989956}"/>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독립 인계 계약의 실제 수정</a:t>
            </a:r>
            <a:endParaRPr lang="ko-KR">
              <a:solidFill>
                <a:srgbClr val="000000"/>
              </a:solidFill>
              <a:latin typeface="Calibri"/>
              <a:ea typeface="Calibri"/>
              <a:cs typeface="Calibri"/>
            </a:endParaRPr>
          </a:p>
        </p:txBody>
      </p:sp>
      <p:sp>
        <p:nvSpPr>
          <p:cNvPr id="58" name="dp42-v5-qa-detail / n58">
            <a:extLst>
              <a:ext uri="{FF2B5EF4-FFF2-40B4-BE49-F238E27FC236}">
                <ns2:creationId id="{778CC2C5-B11E-4DF2-86B5-DB540DE5B161}"/>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2-v5-qa-detail / n59">
            <a:extLst>
              <a:ext uri="{FF2B5EF4-FFF2-40B4-BE49-F238E27FC236}">
                <ns2:creationId id="{20CDC1C6-0D8C-4AD9-98D5-2409CB745597}"/>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2-v5-qa-detail / n60">
            <a:extLst>
              <a:ext uri="{FF2B5EF4-FFF2-40B4-BE49-F238E27FC236}">
                <ns2:creationId id="{A3D9A227-2830-473B-B4D0-FE05402D8F1D}"/>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2-v5-qa-detail / n61">
            <a:extLst>
              <a:ext uri="{FF2B5EF4-FFF2-40B4-BE49-F238E27FC236}">
                <ns2:creationId id="{83D2913F-66E7-4E29-8AC6-E17044B64FFC}"/>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2-v5-qa-detail / n62">
            <a:extLst>
              <a:ext uri="{FF2B5EF4-FFF2-40B4-BE49-F238E27FC236}">
                <ns2:creationId id="{3B442BC9-755B-47F5-AF10-EC479C7FE135}"/>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2-v5-qa-detail / n63">
            <a:extLst>
              <a:ext uri="{FF2B5EF4-FFF2-40B4-BE49-F238E27FC236}">
                <ns2:creationId id="{34326D37-5158-4C86-89A3-A58C6C91ADEB}"/>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2-v5-qa-detail / n64">
            <a:extLst>
              <a:ext uri="{FF2B5EF4-FFF2-40B4-BE49-F238E27FC236}">
                <ns2:creationId id="{2C3D3F81-F166-4CC5-B1F1-F0159468CB0D}"/>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2-v5-qa-detail / n65">
            <a:extLst>
              <a:ext uri="{FF2B5EF4-FFF2-40B4-BE49-F238E27FC236}">
                <ns2:creationId id="{D49112B5-316D-405C-A861-6061A0437C1B}"/>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통합 실행체의 상태와 대기열</a:t>
            </a:r>
            <a:endParaRPr lang="ko-KR">
              <a:solidFill>
                <a:srgbClr val="000000"/>
              </a:solidFill>
              <a:latin typeface="Calibri"/>
              <a:ea typeface="Calibri"/>
              <a:cs typeface="Calibri"/>
            </a:endParaRPr>
          </a:p>
        </p:txBody>
      </p:sp>
      <p:sp>
        <p:nvSpPr>
          <p:cNvPr id="66" name="dp42-v5-qa-detail / n66">
            <a:extLst>
              <a:ext uri="{FF2B5EF4-FFF2-40B4-BE49-F238E27FC236}">
                <ns2:creationId id="{003015C0-6ECD-440A-B3BA-F8A4AAE486F5}"/>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2,080MiB (가정)</a:t>
            </a:r>
            <a:endParaRPr lang="ko-KR">
              <a:solidFill>
                <a:srgbClr val="000000"/>
              </a:solidFill>
              <a:latin typeface="Calibri"/>
              <a:ea typeface="Calibri"/>
              <a:cs typeface="Calibri"/>
            </a:endParaRPr>
          </a:p>
        </p:txBody>
      </p:sp>
      <p:sp>
        <p:nvSpPr>
          <p:cNvPr id="67" name="dp42-v5-qa-detail / n67">
            <a:extLst>
              <a:ext uri="{FF2B5EF4-FFF2-40B4-BE49-F238E27FC236}">
                <ns2:creationId id="{CA74D0FF-BEEE-4F31-8B5F-952DC8CE53B7}"/>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추가 process와 receipt 상태</a:t>
            </a:r>
            <a:endParaRPr lang="ko-KR">
              <a:solidFill>
                <a:srgbClr val="000000"/>
              </a:solidFill>
              <a:latin typeface="Calibri"/>
              <a:ea typeface="Calibri"/>
              <a:cs typeface="Calibri"/>
            </a:endParaRPr>
          </a:p>
        </p:txBody>
      </p:sp>
      <p:sp>
        <p:nvSpPr>
          <p:cNvPr id="68" name="dp42-v5-qa-detail / n68">
            <a:extLst>
              <a:ext uri="{FF2B5EF4-FFF2-40B4-BE49-F238E27FC236}">
                <ns2:creationId id="{67B44F0A-0452-4DC0-81D8-435E2D234D24}"/>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2-v5-qa-detail / n69">
            <a:extLst>
              <a:ext uri="{FF2B5EF4-FFF2-40B4-BE49-F238E27FC236}">
                <ns2:creationId id="{FE0C7A5A-3EDE-4C4C-A686-7E8FC8AC891F}"/>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2-v5-qa-detail / n70">
            <a:extLst>
              <a:ext uri="{FF2B5EF4-FFF2-40B4-BE49-F238E27FC236}">
                <ns2:creationId id="{70009BE0-A31E-4FB0-8B5A-6FDD0930EA13}"/>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2-v5-qa-detail / n71">
            <a:extLst>
              <a:ext uri="{FF2B5EF4-FFF2-40B4-BE49-F238E27FC236}">
                <ns2:creationId id="{93E560E6-16C5-411F-BAB6-494B44198617}"/>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2-v5-qa-detail / n72">
            <a:extLst>
              <a:ext uri="{FF2B5EF4-FFF2-40B4-BE49-F238E27FC236}">
                <ns2:creationId id="{A494667C-15FC-4119-B46C-05B345E93077}"/>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2-v5-qa-detail / n73">
            <a:extLst>
              <a:ext uri="{FF2B5EF4-FFF2-40B4-BE49-F238E27FC236}">
                <ns2:creationId id="{17CE71E5-4D06-4C08-8C7B-F02FCF64EFDB}"/>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2-v5-qa-detail / n74">
            <a:extLst>
              <a:ext uri="{FF2B5EF4-FFF2-40B4-BE49-F238E27FC236}">
                <ns2:creationId id="{C455F8E0-DCB2-4A02-B433-A7BE40CD9457}"/>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p:txBody>
      </p:sp>
      <p:sp>
        <p:nvSpPr>
          <p:cNvPr id="75" name="dp42-v5-qa-detail / n75">
            <a:extLst>
              <a:ext uri="{FF2B5EF4-FFF2-40B4-BE49-F238E27FC236}">
                <ns2:creationId id="{4F200CD4-152C-4229-ADFC-9CEA573A0FC9}"/>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2-v5-qa-detail / n76">
            <a:extLst>
              <a:ext uri="{FF2B5EF4-FFF2-40B4-BE49-F238E27FC236}">
                <ns2:creationId id="{A50400FF-8397-42FE-98F6-CA34DEC4F3D0}"/>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9928B129-CCEE-4F0B-B233-FC3A39ACD7C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품질 평가 상세</a:t>
            </a:r>
            <a:endParaRPr lang="ko-KR">
              <a:latin typeface="Calibri"/>
              <a:ea typeface="Calibri"/>
              <a:cs typeface="Calibri"/>
            </a:endParaRPr>
          </a:p>
        </p:txBody>
      </p:sp>
      <p:sp>
        <p:nvSpPr>
          <p:cNvPr id="78" name="v6-header-rule">
            <a:extLst>
              <a:ext uri="{FF2B5EF4-FFF2-40B4-BE49-F238E27FC236}">
                <ns2:creationId id="{39F3DD86-48F4-4458-B5BA-3C614EBB3FED}"/>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549ED720-209B-49F4-AE97-57656609B51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E5B567B0-8FE8-4D6F-92BB-8EA31F2053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981006E6-C78D-41F4-B730-A7CB4B968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637CFD9C-7127-4C91-A7BC-53D2DC3E934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177AF091-3061-476B-86F0-E1266966D8A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84" name="v6-header-page">
            <a:extLst>
              <a:ext uri="{FF2B5EF4-FFF2-40B4-BE49-F238E27FC236}">
                <ns2:creationId id="{EA362F78-DFCF-47F9-9E58-516E2AC3265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57 / 63</a:t>
            </a:r>
            <a:endParaRPr lang="ko-KR">
              <a:latin typeface="Calibri"/>
              <a:ea typeface="Calibri"/>
              <a:cs typeface="Calibri"/>
            </a:endParaRPr>
          </a:p>
        </p:txBody>
      </p:sp>
      <p:sp>
        <p:nvSpPr>
          <p:cNvPr id="85" name="v6-native-header-cell-57-0">
            <a:extLst>
              <a:ext uri="{FF2B5EF4-FFF2-40B4-BE49-F238E27FC236}">
                <ns2:creationId id="{736D43B5-E072-461F-8E34-0BA0B3CAAC6D}"/>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7-1">
            <a:extLst>
              <a:ext uri="{FF2B5EF4-FFF2-40B4-BE49-F238E27FC236}">
                <ns2:creationId id="{AB600A07-3672-468F-838B-383F1288F62B}"/>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통합 Core의 공동 확정</a:t>
            </a:r>
            <a:endParaRPr lang="ko-KR">
              <a:latin typeface="Calibri"/>
              <a:ea typeface="Calibri"/>
              <a:cs typeface="Calibri"/>
            </a:endParaRPr>
          </a:p>
        </p:txBody>
      </p:sp>
      <p:sp>
        <p:nvSpPr>
          <p:cNvPr id="87" name="v6-native-header-cell-57-2">
            <a:extLst>
              <a:ext uri="{FF2B5EF4-FFF2-40B4-BE49-F238E27FC236}">
                <ns2:creationId id="{16C6CD84-DE25-4E4E-86A4-C7B11E39F371}"/>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독립 대화와 Task 서비스의 접수</a:t>
            </a:r>
            <a:endParaRPr lang="ko-KR">
              <a:latin typeface="Calibri"/>
              <a:ea typeface="Calibri"/>
              <a:cs typeface="Calibri"/>
            </a:endParaRPr>
          </a:p>
        </p:txBody>
      </p:sp>
      <p:sp>
        <p:nvSpPr>
          <p:cNvPr id="88" name="v6-native-header-cell-57-3">
            <a:extLst>
              <a:ext uri="{FF2B5EF4-FFF2-40B4-BE49-F238E27FC236}">
                <ns2:creationId id="{16CAEA0D-1247-471B-B1F4-2E2CA2CD66A4}"/>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1875579069"/>
      </p:ext>
    </p:extLst>
  </p:cSld>
</p:sld>
</file>

<file path=ppt/slides/slide3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background-v2">
    <p:bg>
      <p:bgPr>
        <a:solidFill>
          <a:srgbClr val="FFFFFF"/>
        </a:solidFill>
      </p:bgPr>
    </p:bg>
    <p:spTree>
      <p:nvGrpSpPr>
        <p:cNvPr id="1" name=""/>
        <p:cNvGrpSpPr/>
        <p:nvPr/>
      </p:nvGrpSpPr>
      <p:grpSpPr>
        <a:xfrm/>
      </p:grpSpPr>
      <p:sp>
        <p:nvSpPr>
          <p:cNvPr id="14" name="r3-14">
            <a:extLst>
              <a:ext uri="{FF2B5EF4-FFF2-40B4-BE49-F238E27FC236}">
                <ns2:creationId id="{BEF4A735-9C7D-41E2-A1CB-553DC08DA2FF}"/>
              </a:ext>
            </a:extLst>
          </p:cNvPr>
          <p:cNvSpPr>
            <a:spLocks noGrp="1"/>
          </p:cNvSpPr>
          <p:nvPr/>
        </p:nvSpPr>
        <p:spPr>
          <a:xfrm>
            <a:off x="971550"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PC 업무를 수행하는 AI의 등장</a:t>
            </a:r>
            <a:endParaRPr lang="ko-KR">
              <a:solidFill>
                <a:srgbClr val="000000"/>
              </a:solidFill>
              <a:latin typeface="Calibri"/>
              <a:ea typeface="Calibri"/>
              <a:cs typeface="Calibri"/>
            </a:endParaRPr>
          </a:p>
        </p:txBody>
      </p:sp>
      <p:sp>
        <p:nvSpPr>
          <p:cNvPr id="16" name="r3-16">
            <a:extLst>
              <a:ext uri="{FF2B5EF4-FFF2-40B4-BE49-F238E27FC236}">
                <ns2:creationId id="{61C8B37E-4868-4E50-93C4-9E5E29EA9A86}"/>
              </a:ext>
            </a:extLst>
          </p:cNvPr>
          <p:cNvSpPr>
            <a:spLocks noGrp="1"/>
          </p:cNvSpPr>
          <p:nvPr/>
        </p:nvSpPr>
        <p:spPr>
          <a:xfrm>
            <a:off x="9815512"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말로 업무를 맡기고 이어가는 상호작용</a:t>
            </a:r>
            <a:endParaRPr lang="ko-KR">
              <a:solidFill>
                <a:srgbClr val="000000"/>
              </a:solidFill>
              <a:latin typeface="Calibri"/>
              <a:ea typeface="Calibri"/>
              <a:cs typeface="Calibri"/>
            </a:endParaRPr>
          </a:p>
        </p:txBody>
      </p:sp>
      <p:sp>
        <p:nvSpPr>
          <p:cNvPr id="18" name="line-18">
            <a:extLst>
              <a:ext uri="{FF2B5EF4-FFF2-40B4-BE49-F238E27FC236}">
                <ns2:creationId id="{C974F878-DB1A-4342-B659-4A99052540B8}"/>
              </a:ext>
            </a:extLst>
          </p:cNvPr>
          <p:cNvSpPr>
            <a:spLocks noGrp="1"/>
          </p:cNvSpPr>
          <p:nvPr/>
        </p:nvSpPr>
        <p:spPr>
          <a:xfrm flipH="0">
            <a:off x="9144000" y="2157412"/>
            <a:ext cx="0" cy="7386638"/>
          </a:xfrm>
          <a:prstGeom prst="line">
            <a:avLst/>
          </a:prstGeom>
          <a:noFill/>
          <a:ln w="14288">
            <a:solidFill>
              <a:srgbClr val="BDC4CA"/>
            </a:solidFill>
          </a:ln>
        </p:spPr>
      </p:sp>
      <p:sp>
        <p:nvSpPr>
          <p:cNvPr id="19" name="r3-19">
            <a:extLst>
              <a:ext uri="{FF2B5EF4-FFF2-40B4-BE49-F238E27FC236}">
                <ns2:creationId id="{84A506B7-C72B-481E-8802-96982FF4C1E1}"/>
              </a:ext>
            </a:extLst>
          </p:cNvPr>
          <p:cNvSpPr>
            <a:spLocks noGrp="1"/>
          </p:cNvSpPr>
          <p:nvPr/>
        </p:nvSpPr>
        <p:spPr>
          <a:xfrm>
            <a:off x="528638" y="2343150"/>
            <a:ext cx="71438" cy="71438"/>
          </a:xfrm>
          <a:prstGeom prst="rect">
            <a:avLst/>
          </a:prstGeom>
          <a:solidFill>
            <a:srgbClr val="EEEEEE"/>
          </a:solidFill>
          <a:ln w="0">
            <a:noFill/>
          </a:ln>
        </p:spPr>
      </p:sp>
      <p:sp>
        <p:nvSpPr>
          <p:cNvPr id="20" name="r3-20">
            <a:extLst>
              <a:ext uri="{FF2B5EF4-FFF2-40B4-BE49-F238E27FC236}">
                <ns2:creationId id="{50EC78CD-D629-4070-9782-EFF3746CB20E}"/>
              </a:ext>
            </a:extLst>
          </p:cNvPr>
          <p:cNvSpPr>
            <a:spLocks noGrp="1"/>
          </p:cNvSpPr>
          <p:nvPr/>
        </p:nvSpPr>
        <p:spPr>
          <a:xfrm>
            <a:off x="7572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웹사이트를 찾아 정보를 확인하는 AI</a:t>
            </a:r>
            <a:endParaRPr lang="ko-KR">
              <a:solidFill>
                <a:srgbClr val="000000"/>
              </a:solidFill>
              <a:latin typeface="Calibri"/>
              <a:ea typeface="Calibri"/>
              <a:cs typeface="Calibri"/>
            </a:endParaRPr>
          </a:p>
        </p:txBody>
      </p:sp>
      <p:sp>
        <p:nvSpPr>
          <p:cNvPr id="21" name="r3-21">
            <a:extLst>
              <a:ext uri="{FF2B5EF4-FFF2-40B4-BE49-F238E27FC236}">
                <ns2:creationId id="{16AA4A4D-C1BC-471A-A0C1-2709618E782F}"/>
              </a:ext>
            </a:extLst>
          </p:cNvPr>
          <p:cNvSpPr>
            <a:spLocks noGrp="1"/>
          </p:cNvSpPr>
          <p:nvPr/>
        </p:nvSpPr>
        <p:spPr>
          <a:xfrm>
            <a:off x="7572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요청을 받으면 브라우저를 열어 요금 정보를 확인</a:t>
            </a:r>
            <a:endParaRPr lang="ko-KR">
              <a:solidFill>
                <a:srgbClr val="000000"/>
              </a:solidFill>
              <a:latin typeface="Calibri"/>
              <a:ea typeface="Calibri"/>
              <a:cs typeface="Calibri"/>
            </a:endParaRPr>
          </a:p>
        </p:txBody>
      </p:sp>
      <p:pic>
        <p:nvPicPr>
          <p:cNvPr id="22" name="" descr="Claude Cowork 내장 브라우저 공개 시연, 2026-08-26"/>
          <p:cNvPicPr>
            <a:picLocks noChangeAspect="1"/>
          </p:cNvPicPr>
          <p:nvPr/>
        </p:nvPicPr>
        <p:blipFill>
          <a:blip r:embed="R413be209bf6b450f"/>
          <a:stretch/>
        </p:blipFill>
        <p:spPr>
          <a:xfrm>
            <a:off x="1725612" y="3071812"/>
            <a:ext cx="5892800" cy="3314700"/>
          </a:xfrm>
          <a:prstGeom prst="rect">
            <a:avLst/>
          </a:prstGeom>
        </p:spPr>
      </p:pic>
      <p:sp>
        <p:nvSpPr>
          <p:cNvPr id="23" name="r3-22">
            <a:extLst>
              <a:ext uri="{FF2B5EF4-FFF2-40B4-BE49-F238E27FC236}">
                <ns2:creationId id="{5B55BA97-B98F-45F7-A1C9-E074B279CC81}"/>
              </a:ext>
            </a:extLst>
          </p:cNvPr>
          <p:cNvSpPr>
            <a:spLocks noGrp="1"/>
          </p:cNvSpPr>
          <p:nvPr/>
        </p:nvSpPr>
        <p:spPr>
          <a:xfrm>
            <a:off x="785812" y="6443662"/>
            <a:ext cx="78581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요금 조사 요청 → 웹사이트 열기 → 요금제 확인</a:t>
            </a:r>
            <a:endParaRPr lang="ko-KR">
              <a:solidFill>
                <a:srgbClr val="000000"/>
              </a:solidFill>
              <a:latin typeface="Calibri"/>
              <a:ea typeface="Calibri"/>
              <a:cs typeface="Calibri"/>
            </a:endParaRPr>
          </a:p>
        </p:txBody>
      </p:sp>
      <p:sp>
        <p:nvSpPr>
          <p:cNvPr id="24" name="r3-23">
            <a:extLst>
              <a:ext uri="{FF2B5EF4-FFF2-40B4-BE49-F238E27FC236}">
                <ns2:creationId id="{DABE3B1C-A404-4AF5-8982-3C4E453A15F4}"/>
              </a:ext>
            </a:extLst>
          </p:cNvPr>
          <p:cNvSpPr>
            <a:spLocks noGrp="1"/>
          </p:cNvSpPr>
          <p:nvPr/>
        </p:nvSpPr>
        <p:spPr>
          <a:xfrm>
            <a:off x="642938" y="6829425"/>
            <a:ext cx="8072438"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Claude Cowork 공개 시연, 2026.08.26 / 발췌 ]</a:t>
            </a:r>
            <a:endParaRPr lang="ko-KR">
              <a:solidFill>
                <a:srgbClr val="000000"/>
              </a:solidFill>
              <a:latin typeface="Calibri"/>
              <a:ea typeface="Calibri"/>
              <a:cs typeface="Calibri"/>
            </a:endParaRPr>
          </a:p>
        </p:txBody>
      </p:sp>
      <p:sp>
        <p:nvSpPr>
          <p:cNvPr id="25" name="line-24">
            <a:extLst>
              <a:ext uri="{FF2B5EF4-FFF2-40B4-BE49-F238E27FC236}">
                <ns2:creationId id="{231CF7CE-1A9C-421A-8932-22EA46C7245B}"/>
              </a:ext>
            </a:extLst>
          </p:cNvPr>
          <p:cNvSpPr>
            <a:spLocks noGrp="1"/>
          </p:cNvSpPr>
          <p:nvPr/>
        </p:nvSpPr>
        <p:spPr>
          <a:xfrm flipH="0">
            <a:off x="542925" y="7300912"/>
            <a:ext cx="8201025" cy="0"/>
          </a:xfrm>
          <a:prstGeom prst="line">
            <a:avLst/>
          </a:prstGeom>
          <a:noFill/>
          <a:ln w="14288">
            <a:solidFill>
              <a:srgbClr val="BDC4CA"/>
            </a:solidFill>
          </a:ln>
        </p:spPr>
      </p:sp>
      <p:sp>
        <p:nvSpPr>
          <p:cNvPr id="26" name="r3-25">
            <a:extLst>
              <a:ext uri="{FF2B5EF4-FFF2-40B4-BE49-F238E27FC236}">
                <ns2:creationId id="{E7A4B1B7-62E3-4E28-907F-C78A10BBE8C7}"/>
              </a:ext>
            </a:extLst>
          </p:cNvPr>
          <p:cNvSpPr>
            <a:spLocks noGrp="1"/>
          </p:cNvSpPr>
          <p:nvPr/>
        </p:nvSpPr>
        <p:spPr>
          <a:xfrm>
            <a:off x="542925" y="7600950"/>
            <a:ext cx="71438" cy="71438"/>
          </a:xfrm>
          <a:prstGeom prst="rect">
            <a:avLst/>
          </a:prstGeom>
          <a:solidFill>
            <a:srgbClr val="EEEEEE"/>
          </a:solidFill>
          <a:ln w="0">
            <a:noFill/>
          </a:ln>
        </p:spPr>
      </p:sp>
      <p:sp>
        <p:nvSpPr>
          <p:cNvPr id="27" name="r3-26">
            <a:extLst>
              <a:ext uri="{FF2B5EF4-FFF2-40B4-BE49-F238E27FC236}">
                <ns2:creationId id="{2F451365-CB00-4AD6-A81A-61AB976AE3F2}"/>
              </a:ext>
            </a:extLst>
          </p:cNvPr>
          <p:cNvSpPr>
            <a:spLocks noGrp="1"/>
          </p:cNvSpPr>
          <p:nvPr/>
        </p:nvSpPr>
        <p:spPr>
          <a:xfrm>
            <a:off x="771525" y="7443788"/>
            <a:ext cx="8086725"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사무 업무부터 개발 업무까지 적용 영역 확대</a:t>
            </a:r>
            <a:endParaRPr lang="ko-KR">
              <a:solidFill>
                <a:srgbClr val="000000"/>
              </a:solidFill>
              <a:latin typeface="Calibri"/>
              <a:ea typeface="Calibri"/>
              <a:cs typeface="Calibri"/>
            </a:endParaRPr>
          </a:p>
        </p:txBody>
      </p:sp>
      <p:sp>
        <p:nvSpPr>
          <p:cNvPr id="28" name="r3-27">
            <a:extLst>
              <a:ext uri="{FF2B5EF4-FFF2-40B4-BE49-F238E27FC236}">
                <ns2:creationId id="{27EF8A4F-288C-484E-81E0-0A870D63EC45}"/>
              </a:ext>
            </a:extLst>
          </p:cNvPr>
          <p:cNvSpPr>
            <a:spLocks noGrp="1"/>
          </p:cNvSpPr>
          <p:nvPr/>
        </p:nvSpPr>
        <p:spPr>
          <a:xfrm>
            <a:off x="785812" y="79867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여러 앱을 활용한 사무 업무</a:t>
            </a:r>
            <a:endParaRPr lang="ko-KR">
              <a:solidFill>
                <a:srgbClr val="000000"/>
              </a:solidFill>
              <a:latin typeface="Calibri"/>
              <a:ea typeface="Calibri"/>
              <a:cs typeface="Calibri"/>
            </a:endParaRPr>
          </a:p>
        </p:txBody>
      </p:sp>
      <p:sp>
        <p:nvSpPr>
          <p:cNvPr id="29" name="r3-28">
            <a:extLst>
              <a:ext uri="{FF2B5EF4-FFF2-40B4-BE49-F238E27FC236}">
                <ns2:creationId id="{6330F366-2F4A-4B16-AE85-794E022A42E9}"/>
              </a:ext>
            </a:extLst>
          </p:cNvPr>
          <p:cNvSpPr>
            <a:spLocks noGrp="1"/>
          </p:cNvSpPr>
          <p:nvPr/>
        </p:nvSpPr>
        <p:spPr>
          <a:xfrm>
            <a:off x="785812" y="8443912"/>
            <a:ext cx="3457575" cy="3429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Cowork 사례</a:t>
            </a:r>
            <a:endParaRPr lang="ko-KR">
              <a:solidFill>
                <a:srgbClr val="000000"/>
              </a:solidFill>
              <a:latin typeface="Calibri"/>
              <a:ea typeface="Calibri"/>
              <a:cs typeface="Calibri"/>
            </a:endParaRPr>
          </a:p>
        </p:txBody>
      </p:sp>
      <p:sp>
        <p:nvSpPr>
          <p:cNvPr id="30" name="r3-29">
            <a:extLst>
              <a:ext uri="{FF2B5EF4-FFF2-40B4-BE49-F238E27FC236}">
                <ns2:creationId id="{1B93C5E3-B5D3-452F-B8C1-35571A5F0141}"/>
              </a:ext>
            </a:extLst>
          </p:cNvPr>
          <p:cNvSpPr>
            <a:spLocks noGrp="1"/>
          </p:cNvSpPr>
          <p:nvPr/>
        </p:nvSpPr>
        <p:spPr>
          <a:xfrm>
            <a:off x="4529138" y="7972425"/>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파일과 앱의 자료로 보고서 작성</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자료를 비교해 표와 발표자료 생성</a:t>
            </a:r>
            <a:endParaRPr lang="ko-KR">
              <a:solidFill>
                <a:srgbClr val="000000"/>
              </a:solidFill>
              <a:latin typeface="Calibri"/>
              <a:ea typeface="Calibri"/>
              <a:cs typeface="Calibri"/>
            </a:endParaRPr>
          </a:p>
        </p:txBody>
      </p:sp>
      <p:sp>
        <p:nvSpPr>
          <p:cNvPr id="31" name="r3-30">
            <a:extLst>
              <a:ext uri="{FF2B5EF4-FFF2-40B4-BE49-F238E27FC236}">
                <ns2:creationId id="{316986EB-7558-4CC4-B891-E55FE877AA0C}"/>
              </a:ext>
            </a:extLst>
          </p:cNvPr>
          <p:cNvSpPr>
            <a:spLocks noGrp="1"/>
          </p:cNvSpPr>
          <p:nvPr/>
        </p:nvSpPr>
        <p:spPr>
          <a:xfrm>
            <a:off x="785812" y="89011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개발에 필요한 전문 업무</a:t>
            </a:r>
            <a:endParaRPr lang="ko-KR">
              <a:solidFill>
                <a:srgbClr val="000000"/>
              </a:solidFill>
              <a:latin typeface="Calibri"/>
              <a:ea typeface="Calibri"/>
              <a:cs typeface="Calibri"/>
            </a:endParaRPr>
          </a:p>
        </p:txBody>
      </p:sp>
      <p:sp>
        <p:nvSpPr>
          <p:cNvPr id="32" name="r3-31">
            <a:extLst>
              <a:ext uri="{FF2B5EF4-FFF2-40B4-BE49-F238E27FC236}">
                <ns2:creationId id="{E452EDDA-800B-402C-AA12-50B6A3D07A8A}"/>
              </a:ext>
            </a:extLst>
          </p:cNvPr>
          <p:cNvSpPr>
            <a:spLocks noGrp="1"/>
          </p:cNvSpPr>
          <p:nvPr/>
        </p:nvSpPr>
        <p:spPr>
          <a:xfrm>
            <a:off x="785812" y="9329738"/>
            <a:ext cx="3457575" cy="3143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Code 사례</a:t>
            </a:r>
            <a:endParaRPr lang="ko-KR">
              <a:solidFill>
                <a:srgbClr val="000000"/>
              </a:solidFill>
              <a:latin typeface="Calibri"/>
              <a:ea typeface="Calibri"/>
              <a:cs typeface="Calibri"/>
            </a:endParaRPr>
          </a:p>
        </p:txBody>
      </p:sp>
      <p:sp>
        <p:nvSpPr>
          <p:cNvPr id="33" name="r3-32">
            <a:extLst>
              <a:ext uri="{FF2B5EF4-FFF2-40B4-BE49-F238E27FC236}">
                <ns2:creationId id="{C30D22F9-AEEF-40DF-947E-DBA6ED786212}"/>
              </a:ext>
            </a:extLst>
          </p:cNvPr>
          <p:cNvSpPr>
            <a:spLocks noGrp="1"/>
          </p:cNvSpPr>
          <p:nvPr/>
        </p:nvSpPr>
        <p:spPr>
          <a:xfrm>
            <a:off x="4529138" y="8858250"/>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코드를 탐색하고 수정</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테스트로 문제를 확인하고 보완</a:t>
            </a:r>
            <a:endParaRPr lang="ko-KR">
              <a:solidFill>
                <a:srgbClr val="000000"/>
              </a:solidFill>
              <a:latin typeface="Calibri"/>
              <a:ea typeface="Calibri"/>
              <a:cs typeface="Calibri"/>
            </a:endParaRPr>
          </a:p>
        </p:txBody>
      </p:sp>
      <p:sp>
        <p:nvSpPr>
          <p:cNvPr id="34" name="r3-33">
            <a:extLst>
              <a:ext uri="{FF2B5EF4-FFF2-40B4-BE49-F238E27FC236}">
                <ns2:creationId id="{A7944648-61B7-4E08-A627-38FC846E8FAC}"/>
              </a:ext>
            </a:extLst>
          </p:cNvPr>
          <p:cNvSpPr>
            <a:spLocks noGrp="1"/>
          </p:cNvSpPr>
          <p:nvPr/>
        </p:nvSpPr>
        <p:spPr>
          <a:xfrm>
            <a:off x="9444038" y="2343150"/>
            <a:ext cx="71438" cy="71438"/>
          </a:xfrm>
          <a:prstGeom prst="rect">
            <a:avLst/>
          </a:prstGeom>
          <a:solidFill>
            <a:srgbClr val="EEEEEE"/>
          </a:solidFill>
          <a:ln w="0">
            <a:noFill/>
          </a:ln>
        </p:spPr>
      </p:sp>
      <p:sp>
        <p:nvSpPr>
          <p:cNvPr id="35" name="r3-34">
            <a:extLst>
              <a:ext uri="{FF2B5EF4-FFF2-40B4-BE49-F238E27FC236}">
                <ns2:creationId id="{84B4062C-A917-4375-BCDE-44E482943E56}"/>
              </a:ext>
            </a:extLst>
          </p:cNvPr>
          <p:cNvSpPr>
            <a:spLocks noGrp="1"/>
          </p:cNvSpPr>
          <p:nvPr/>
        </p:nvSpPr>
        <p:spPr>
          <a:xfrm>
            <a:off x="96726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앞선 결과를 바탕으로 음성으로 수정 요청</a:t>
            </a:r>
            <a:endParaRPr lang="ko-KR">
              <a:solidFill>
                <a:srgbClr val="000000"/>
              </a:solidFill>
              <a:latin typeface="Calibri"/>
              <a:ea typeface="Calibri"/>
              <a:cs typeface="Calibri"/>
            </a:endParaRPr>
          </a:p>
        </p:txBody>
      </p:sp>
      <p:sp>
        <p:nvSpPr>
          <p:cNvPr id="36" name="r3-35">
            <a:extLst>
              <a:ext uri="{FF2B5EF4-FFF2-40B4-BE49-F238E27FC236}">
                <ns2:creationId id="{A8E87FF4-F385-470C-B346-108803DE37C1}"/>
              </a:ext>
            </a:extLst>
          </p:cNvPr>
          <p:cNvSpPr>
            <a:spLocks noGrp="1"/>
          </p:cNvSpPr>
          <p:nvPr/>
        </p:nvSpPr>
        <p:spPr>
          <a:xfrm>
            <a:off x="96726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결과를 보며 수정하고, 다음 작업으로 연결</a:t>
            </a:r>
            <a:endParaRPr lang="ko-KR">
              <a:solidFill>
                <a:srgbClr val="000000"/>
              </a:solidFill>
              <a:latin typeface="Calibri"/>
              <a:ea typeface="Calibri"/>
              <a:cs typeface="Calibri"/>
            </a:endParaRPr>
          </a:p>
        </p:txBody>
      </p:sp>
      <p:pic>
        <p:nvPicPr>
          <p:cNvPr id="37" name=""/>
          <p:cNvPicPr>
            <a:picLocks noChangeAspect="1"/>
          </p:cNvPicPr>
          <p:nvPr/>
        </p:nvPicPr>
        <p:blipFill>
          <a:blip r:embed="R34900b255bd54306"/>
          <a:stretch/>
        </p:blipFill>
        <p:spPr>
          <a:xfrm>
            <a:off x="10641012" y="3071812"/>
            <a:ext cx="5892800" cy="3314700"/>
          </a:xfrm>
          <a:prstGeom prst="rect">
            <a:avLst/>
          </a:prstGeom>
        </p:spPr>
      </p:pic>
      <p:sp>
        <p:nvSpPr>
          <p:cNvPr id="38" name="r3-36">
            <a:extLst>
              <a:ext uri="{FF2B5EF4-FFF2-40B4-BE49-F238E27FC236}">
                <ns2:creationId id="{9AA92321-4FD3-4FFE-9653-A54A05BBFA1D}"/>
              </a:ext>
            </a:extLst>
          </p:cNvPr>
          <p:cNvSpPr>
            <a:spLocks noGrp="1"/>
          </p:cNvSpPr>
          <p:nvPr/>
        </p:nvSpPr>
        <p:spPr>
          <a:xfrm>
            <a:off x="9601200" y="6443662"/>
            <a:ext cx="80867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원을 로켓 창문으로 수정 → 3D 모델 작업으로 연결</a:t>
            </a:r>
            <a:endParaRPr lang="ko-KR">
              <a:solidFill>
                <a:srgbClr val="000000"/>
              </a:solidFill>
              <a:latin typeface="Calibri"/>
              <a:ea typeface="Calibri"/>
              <a:cs typeface="Calibri"/>
            </a:endParaRPr>
          </a:p>
        </p:txBody>
      </p:sp>
      <p:sp>
        <p:nvSpPr>
          <p:cNvPr id="39" name="r3-37">
            <a:extLst>
              <a:ext uri="{FF2B5EF4-FFF2-40B4-BE49-F238E27FC236}">
                <ns2:creationId id="{B5C7B68F-E39C-4C7E-8D6B-4402BDD85459}"/>
              </a:ext>
            </a:extLst>
          </p:cNvPr>
          <p:cNvSpPr>
            <a:spLocks noGrp="1"/>
          </p:cNvSpPr>
          <p:nvPr/>
        </p:nvSpPr>
        <p:spPr>
          <a:xfrm>
            <a:off x="9572625" y="6829425"/>
            <a:ext cx="8101012"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OpenAI GPT-6 Astra 공개 시연 / 발췌, 1.5배속 ]</a:t>
            </a:r>
            <a:endParaRPr lang="ko-KR">
              <a:solidFill>
                <a:srgbClr val="000000"/>
              </a:solidFill>
              <a:latin typeface="Calibri"/>
              <a:ea typeface="Calibri"/>
              <a:cs typeface="Calibri"/>
            </a:endParaRPr>
          </a:p>
        </p:txBody>
      </p:sp>
      <p:sp>
        <p:nvSpPr>
          <p:cNvPr id="40" name="line-38">
            <a:extLst>
              <a:ext uri="{FF2B5EF4-FFF2-40B4-BE49-F238E27FC236}">
                <ns2:creationId id="{564B0083-A8EE-498F-99EC-388616B7ECD6}"/>
              </a:ext>
            </a:extLst>
          </p:cNvPr>
          <p:cNvSpPr>
            <a:spLocks noGrp="1"/>
          </p:cNvSpPr>
          <p:nvPr/>
        </p:nvSpPr>
        <p:spPr>
          <a:xfrm flipH="0">
            <a:off x="9472612" y="7300912"/>
            <a:ext cx="8258175" cy="0"/>
          </a:xfrm>
          <a:prstGeom prst="line">
            <a:avLst/>
          </a:prstGeom>
          <a:noFill/>
          <a:ln w="14288">
            <a:solidFill>
              <a:srgbClr val="BDC4CA"/>
            </a:solidFill>
          </a:ln>
        </p:spPr>
      </p:sp>
      <p:sp>
        <p:nvSpPr>
          <p:cNvPr id="41" name="r3-39">
            <a:extLst>
              <a:ext uri="{FF2B5EF4-FFF2-40B4-BE49-F238E27FC236}">
                <ns2:creationId id="{EC5D3A82-B1FE-459D-85A9-26B246119ABF}"/>
              </a:ext>
            </a:extLst>
          </p:cNvPr>
          <p:cNvSpPr>
            <a:spLocks noGrp="1"/>
          </p:cNvSpPr>
          <p:nvPr/>
        </p:nvSpPr>
        <p:spPr>
          <a:xfrm>
            <a:off x="9458325" y="7600950"/>
            <a:ext cx="71438" cy="71438"/>
          </a:xfrm>
          <a:prstGeom prst="rect">
            <a:avLst/>
          </a:prstGeom>
          <a:solidFill>
            <a:srgbClr val="EEEEEE"/>
          </a:solidFill>
          <a:ln w="0">
            <a:noFill/>
          </a:ln>
        </p:spPr>
      </p:sp>
      <p:sp>
        <p:nvSpPr>
          <p:cNvPr id="42" name="r3-40">
            <a:extLst>
              <a:ext uri="{FF2B5EF4-FFF2-40B4-BE49-F238E27FC236}">
                <ns2:creationId id="{36348711-F72A-46A0-BB6A-78115DBFD9E9}"/>
              </a:ext>
            </a:extLst>
          </p:cNvPr>
          <p:cNvSpPr>
            <a:spLocks noGrp="1"/>
          </p:cNvSpPr>
          <p:nvPr/>
        </p:nvSpPr>
        <p:spPr>
          <a:xfrm>
            <a:off x="9686925" y="7443788"/>
            <a:ext cx="8115300"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당사 PC에서 시작하고 이어가는 음성 사용자 접점</a:t>
            </a:r>
            <a:endParaRPr lang="ko-KR">
              <a:solidFill>
                <a:srgbClr val="000000"/>
              </a:solidFill>
              <a:latin typeface="Calibri"/>
              <a:ea typeface="Calibri"/>
              <a:cs typeface="Calibri"/>
            </a:endParaRPr>
          </a:p>
        </p:txBody>
      </p:sp>
      <p:sp>
        <p:nvSpPr>
          <p:cNvPr id="43" name="r3-41">
            <a:extLst>
              <a:ext uri="{FF2B5EF4-FFF2-40B4-BE49-F238E27FC236}">
                <ns2:creationId id="{2300BCE2-BB9A-44C1-9B72-7D224AD151AA}"/>
              </a:ext>
            </a:extLst>
          </p:cNvPr>
          <p:cNvSpPr>
            <a:spLocks noGrp="1"/>
          </p:cNvSpPr>
          <p:nvPr/>
        </p:nvSpPr>
        <p:spPr>
          <a:xfrm>
            <a:off x="9758362" y="8029575"/>
            <a:ext cx="1328738"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44" name="line-42">
            <a:extLst>
              <a:ext uri="{FF2B5EF4-FFF2-40B4-BE49-F238E27FC236}">
                <ns2:creationId id="{73C5E6C1-8A8B-4EF7-BE80-02E4104DAB5E}"/>
              </a:ext>
            </a:extLst>
          </p:cNvPr>
          <p:cNvSpPr>
            <a:spLocks noGrp="1"/>
          </p:cNvSpPr>
          <p:nvPr/>
        </p:nvSpPr>
        <p:spPr>
          <a:xfrm flipH="0">
            <a:off x="11144250" y="8229600"/>
            <a:ext cx="471488" cy="0"/>
          </a:xfrm>
          <a:prstGeom prst="line">
            <a:avLst/>
          </a:prstGeom>
          <a:noFill/>
          <a:ln w="24290">
            <a:solidFill>
              <a:srgbClr val="657079"/>
            </a:solidFill>
          </a:ln>
        </p:spPr>
      </p:sp>
      <p:sp>
        <p:nvSpPr>
          <p:cNvPr id="45" name="line-43">
            <a:extLst>
              <a:ext uri="{FF2B5EF4-FFF2-40B4-BE49-F238E27FC236}">
                <ns2:creationId id="{B2EF9791-C410-48FC-A314-5A5EFA255C9D}"/>
              </a:ext>
            </a:extLst>
          </p:cNvPr>
          <p:cNvSpPr>
            <a:spLocks noGrp="1"/>
          </p:cNvSpPr>
          <p:nvPr/>
        </p:nvSpPr>
        <p:spPr>
          <a:xfrm flipH="0">
            <a:off x="11515725" y="8172450"/>
            <a:ext cx="100012" cy="57150"/>
          </a:xfrm>
          <a:prstGeom prst="line">
            <a:avLst/>
          </a:prstGeom>
          <a:noFill/>
          <a:ln w="24290">
            <a:solidFill>
              <a:srgbClr val="657079"/>
            </a:solidFill>
          </a:ln>
        </p:spPr>
      </p:sp>
      <p:sp>
        <p:nvSpPr>
          <p:cNvPr id="46" name="line-44">
            <a:extLst>
              <a:ext uri="{FF2B5EF4-FFF2-40B4-BE49-F238E27FC236}">
                <ns2:creationId id="{D742EDBC-825D-4CB4-A1BC-DEB68A47001E}"/>
              </a:ext>
            </a:extLst>
          </p:cNvPr>
          <p:cNvSpPr>
            <a:spLocks noGrp="1"/>
          </p:cNvSpPr>
          <p:nvPr/>
        </p:nvSpPr>
        <p:spPr>
          <a:xfrm flipH="1">
            <a:off x="11515725" y="8229600"/>
            <a:ext cx="100012" cy="57150"/>
          </a:xfrm>
          <a:prstGeom prst="line">
            <a:avLst/>
          </a:prstGeom>
          <a:noFill/>
          <a:ln w="24290">
            <a:solidFill>
              <a:srgbClr val="657079"/>
            </a:solidFill>
          </a:ln>
        </p:spPr>
      </p:sp>
      <p:sp>
        <p:nvSpPr>
          <p:cNvPr id="47" name="r3-45">
            <a:extLst>
              <a:ext uri="{FF2B5EF4-FFF2-40B4-BE49-F238E27FC236}">
                <ns2:creationId id="{23621611-551D-49AB-AB12-82F7CBBF2D7A}"/>
              </a:ext>
            </a:extLst>
          </p:cNvPr>
          <p:cNvSpPr>
            <a:spLocks noGrp="1"/>
          </p:cNvSpPr>
          <p:nvPr/>
        </p:nvSpPr>
        <p:spPr>
          <a:xfrm>
            <a:off x="11730038" y="7943850"/>
            <a:ext cx="3228975" cy="5572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당사 PC의 대화 접점</a:t>
            </a:r>
            <a:endParaRPr lang="ko-KR">
              <a:solidFill>
                <a:srgbClr val="000000"/>
              </a:solidFill>
              <a:latin typeface="Calibri"/>
              <a:ea typeface="Calibri"/>
              <a:cs typeface="Calibri"/>
            </a:endParaRPr>
          </a:p>
        </p:txBody>
      </p:sp>
      <p:sp>
        <p:nvSpPr>
          <p:cNvPr id="48" name="line-46">
            <a:extLst>
              <a:ext uri="{FF2B5EF4-FFF2-40B4-BE49-F238E27FC236}">
                <ns2:creationId id="{2BB66DF6-A73C-4141-A022-DF984FB5EF5D}"/>
              </a:ext>
            </a:extLst>
          </p:cNvPr>
          <p:cNvSpPr>
            <a:spLocks noGrp="1"/>
          </p:cNvSpPr>
          <p:nvPr/>
        </p:nvSpPr>
        <p:spPr>
          <a:xfrm flipH="0">
            <a:off x="11772900" y="8486775"/>
            <a:ext cx="3171825" cy="0"/>
          </a:xfrm>
          <a:prstGeom prst="line">
            <a:avLst/>
          </a:prstGeom>
          <a:noFill/>
          <a:ln w="42862">
            <a:solidFill>
              <a:srgbClr val="258FAF"/>
            </a:solidFill>
          </a:ln>
        </p:spPr>
      </p:sp>
      <p:sp>
        <p:nvSpPr>
          <p:cNvPr id="49" name="line-47">
            <a:extLst>
              <a:ext uri="{FF2B5EF4-FFF2-40B4-BE49-F238E27FC236}">
                <ns2:creationId id="{2FDCE490-5E8B-4311-9D90-48E8BFD886A2}"/>
              </a:ext>
            </a:extLst>
          </p:cNvPr>
          <p:cNvSpPr>
            <a:spLocks noGrp="1"/>
          </p:cNvSpPr>
          <p:nvPr/>
        </p:nvSpPr>
        <p:spPr>
          <a:xfrm flipH="0">
            <a:off x="15116175" y="8229600"/>
            <a:ext cx="500062" cy="0"/>
          </a:xfrm>
          <a:prstGeom prst="line">
            <a:avLst/>
          </a:prstGeom>
          <a:noFill/>
          <a:ln w="24290">
            <a:solidFill>
              <a:srgbClr val="657079"/>
            </a:solidFill>
          </a:ln>
        </p:spPr>
      </p:sp>
      <p:sp>
        <p:nvSpPr>
          <p:cNvPr id="50" name="line-48">
            <a:extLst>
              <a:ext uri="{FF2B5EF4-FFF2-40B4-BE49-F238E27FC236}">
                <ns2:creationId id="{4FF32530-C279-432C-BBE0-F06FB0A1C0B1}"/>
              </a:ext>
            </a:extLst>
          </p:cNvPr>
          <p:cNvSpPr>
            <a:spLocks noGrp="1"/>
          </p:cNvSpPr>
          <p:nvPr/>
        </p:nvSpPr>
        <p:spPr>
          <a:xfrm flipH="0">
            <a:off x="15516225" y="8172450"/>
            <a:ext cx="100012" cy="57150"/>
          </a:xfrm>
          <a:prstGeom prst="line">
            <a:avLst/>
          </a:prstGeom>
          <a:noFill/>
          <a:ln w="24290">
            <a:solidFill>
              <a:srgbClr val="657079"/>
            </a:solidFill>
          </a:ln>
        </p:spPr>
      </p:sp>
      <p:sp>
        <p:nvSpPr>
          <p:cNvPr id="51" name="line-49">
            <a:extLst>
              <a:ext uri="{FF2B5EF4-FFF2-40B4-BE49-F238E27FC236}">
                <ns2:creationId id="{E52BA8A0-EA87-4430-BE84-AC0C9408A40D}"/>
              </a:ext>
            </a:extLst>
          </p:cNvPr>
          <p:cNvSpPr>
            <a:spLocks noGrp="1"/>
          </p:cNvSpPr>
          <p:nvPr/>
        </p:nvSpPr>
        <p:spPr>
          <a:xfrm flipH="1">
            <a:off x="15516225" y="8229600"/>
            <a:ext cx="100012" cy="57150"/>
          </a:xfrm>
          <a:prstGeom prst="line">
            <a:avLst/>
          </a:prstGeom>
          <a:noFill/>
          <a:ln w="24290">
            <a:solidFill>
              <a:srgbClr val="657079"/>
            </a:solidFill>
          </a:ln>
        </p:spPr>
      </p:sp>
      <p:sp>
        <p:nvSpPr>
          <p:cNvPr id="52" name="r3-50">
            <a:extLst>
              <a:ext uri="{FF2B5EF4-FFF2-40B4-BE49-F238E27FC236}">
                <ns2:creationId id="{68805C55-94CB-482C-9BFC-F074F6560010}"/>
              </a:ext>
            </a:extLst>
          </p:cNvPr>
          <p:cNvSpPr>
            <a:spLocks noGrp="1"/>
          </p:cNvSpPr>
          <p:nvPr/>
        </p:nvSpPr>
        <p:spPr>
          <a:xfrm>
            <a:off x="15730538" y="8029575"/>
            <a:ext cx="20288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다양한 업무 AI</a:t>
            </a:r>
            <a:endParaRPr lang="ko-KR">
              <a:solidFill>
                <a:srgbClr val="000000"/>
              </a:solidFill>
              <a:latin typeface="Calibri"/>
              <a:ea typeface="Calibri"/>
              <a:cs typeface="Calibri"/>
            </a:endParaRPr>
          </a:p>
        </p:txBody>
      </p:sp>
      <p:sp>
        <p:nvSpPr>
          <p:cNvPr id="53" name="r3-51">
            <a:extLst>
              <a:ext uri="{FF2B5EF4-FFF2-40B4-BE49-F238E27FC236}">
                <ns2:creationId id="{841ABB6A-B999-476F-952D-03233F1C2705}"/>
              </a:ext>
            </a:extLst>
          </p:cNvPr>
          <p:cNvSpPr>
            <a:spLocks noGrp="1"/>
          </p:cNvSpPr>
          <p:nvPr/>
        </p:nvSpPr>
        <p:spPr>
          <a:xfrm>
            <a:off x="9715500" y="8586788"/>
            <a:ext cx="7972425" cy="4000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대화와 업무의 맥락을 기기 경험과 연결하고,</a:t>
            </a:r>
            <a:endParaRPr lang="ko-KR">
              <a:solidFill>
                <a:srgbClr val="000000"/>
              </a:solidFill>
              <a:latin typeface="Calibri"/>
              <a:ea typeface="Calibri"/>
              <a:cs typeface="Calibri"/>
            </a:endParaRPr>
          </a:p>
        </p:txBody>
      </p:sp>
      <p:sp>
        <p:nvSpPr>
          <p:cNvPr id="54" name="r3-52">
            <a:extLst>
              <a:ext uri="{FF2B5EF4-FFF2-40B4-BE49-F238E27FC236}">
                <ns2:creationId id="{20F49BFE-5DEA-42C5-A84F-D7E8800E8A93}"/>
              </a:ext>
            </a:extLst>
          </p:cNvPr>
          <p:cNvSpPr>
            <a:spLocks noGrp="1"/>
          </p:cNvSpPr>
          <p:nvPr/>
        </p:nvSpPr>
        <p:spPr>
          <a:xfrm>
            <a:off x="9715500" y="9329738"/>
            <a:ext cx="7943850" cy="171450"/>
          </a:xfrm>
          <a:prstGeom prst="rect">
            <a:avLst/>
          </a:prstGeom>
          <a:solidFill>
            <a:srgbClr val="C6E0B4"/>
          </a:solidFill>
          <a:ln w="0">
            <a:noFill/>
          </a:ln>
        </p:spPr>
      </p:sp>
      <p:sp>
        <p:nvSpPr>
          <p:cNvPr id="55" name="r3-53">
            <a:extLst>
              <a:ext uri="{FF2B5EF4-FFF2-40B4-BE49-F238E27FC236}">
                <ns2:creationId id="{2E26D995-0B1C-4856-BC72-44FB678EBD05}"/>
              </a:ext>
            </a:extLst>
          </p:cNvPr>
          <p:cNvSpPr>
            <a:spLocks noGrp="1"/>
          </p:cNvSpPr>
          <p:nvPr/>
        </p:nvSpPr>
        <p:spPr>
          <a:xfrm>
            <a:off x="9715500" y="9072562"/>
            <a:ext cx="7943850" cy="471488"/>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AI가 달라도 요청과 진행, 결과는 같은 대화로 제공</a:t>
            </a:r>
            <a:endParaRPr lang="ko-KR">
              <a:solidFill>
                <a:srgbClr val="000000"/>
              </a:solidFill>
              <a:latin typeface="Calibri"/>
              <a:ea typeface="Calibri"/>
              <a:cs typeface="Calibri"/>
            </a:endParaRPr>
          </a:p>
        </p:txBody>
      </p:sp>
      <p:sp>
        <p:nvSpPr>
          <p:cNvPr id="56" name="r3-54">
            <a:extLst>
              <a:ext uri="{FF2B5EF4-FFF2-40B4-BE49-F238E27FC236}">
                <ns2:creationId id="{3507CB38-7C61-41ED-8BA4-75D8965A2F4B}"/>
              </a:ext>
            </a:extLst>
          </p:cNvPr>
          <p:cNvSpPr>
            <a:spLocks noGrp="1"/>
          </p:cNvSpPr>
          <p:nvPr/>
        </p:nvSpPr>
        <p:spPr>
          <a:xfrm>
            <a:off x="657225" y="9786938"/>
            <a:ext cx="16002000" cy="257175"/>
          </a:xfrm>
          <a:prstGeom prst="rect">
            <a:avLst/>
          </a:prstGeom>
          <a:noFill/>
          <a:ln w="0">
            <a:noFill/>
          </a:ln>
        </p:spPr>
        <p:txBody>
          <a:bodyPr wrap="none" lIns="0" tIns="0" rIns="0" bIns="0" anchor="ctr">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좌: Anthropic 공개 제품 사례 / 우: 사용자가 전달한 CTO 방향을 바탕으로 정리</a:t>
            </a:r>
            <a:endParaRPr lang="ko-KR">
              <a:solidFill>
                <a:srgbClr val="000000"/>
              </a:solidFill>
              <a:latin typeface="Calibri"/>
              <a:ea typeface="Calibri"/>
              <a:cs typeface="Calibri"/>
            </a:endParaRPr>
          </a:p>
        </p:txBody>
      </p:sp>
      <p:sp>
        <p:nvSpPr>
          <p:cNvPr id="57" name="v6-header-title">
            <a:extLst>
              <a:ext uri="{FF2B5EF4-FFF2-40B4-BE49-F238E27FC236}">
                <ns2:creationId id="{EB63144F-50BC-471B-8EFA-C300638853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배경 | 관련 동향</a:t>
            </a:r>
            <a:endParaRPr lang="ko-KR">
              <a:latin typeface="Calibri"/>
              <a:ea typeface="Calibri"/>
              <a:cs typeface="Calibri"/>
            </a:endParaRPr>
          </a:p>
        </p:txBody>
      </p:sp>
      <p:sp>
        <p:nvSpPr>
          <p:cNvPr id="58" name="v6-header-rule">
            <a:extLst>
              <a:ext uri="{FF2B5EF4-FFF2-40B4-BE49-F238E27FC236}">
                <ns2:creationId id="{86B8C9B0-5231-4D9D-ADFF-E9E53B34C4D4}"/>
              </a:ext>
            </a:extLst>
          </p:cNvPr>
          <p:cNvSpPr>
            <a:spLocks noGrp="1"/>
          </p:cNvSpPr>
          <p:nvPr/>
        </p:nvSpPr>
        <p:spPr>
          <a:xfrm>
            <a:off x="495300" y="990600"/>
            <a:ext cx="17335500" cy="0"/>
          </a:xfrm>
          <a:prstGeom prst="line">
            <a:avLst/>
          </a:prstGeom>
          <a:noFill/>
          <a:ln w="19050">
            <a:solidFill>
              <a:srgbClr val="A6A6A6"/>
            </a:solidFill>
          </a:ln>
        </p:spPr>
      </p:sp>
      <p:sp>
        <p:nvSpPr>
          <p:cNvPr id="59" name="v6-header-stage-0">
            <a:extLst>
              <a:ext uri="{FF2B5EF4-FFF2-40B4-BE49-F238E27FC236}">
                <ns2:creationId id="{8295749F-970C-4941-9B9C-0B768E2DC7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0" name="v6-header-stage-1">
            <a:extLst>
              <a:ext uri="{FF2B5EF4-FFF2-40B4-BE49-F238E27FC236}">
                <ns2:creationId id="{632A97E6-4C81-4581-80F1-BAEA2658942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1" name="v6-header-stage-2">
            <a:extLst>
              <a:ext uri="{FF2B5EF4-FFF2-40B4-BE49-F238E27FC236}">
                <ns2:creationId id="{9A88E145-C5E6-42E9-82ED-36759C92E49F}"/>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62" name="v6-header-stage-3">
            <a:extLst>
              <a:ext uri="{FF2B5EF4-FFF2-40B4-BE49-F238E27FC236}">
                <ns2:creationId id="{E72F65C8-878C-423D-994C-2C9A96C1C56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63" name="v6-header-stage-4">
            <a:extLst>
              <a:ext uri="{FF2B5EF4-FFF2-40B4-BE49-F238E27FC236}">
                <ns2:creationId id="{4A16CB0D-6F9D-4931-B91E-BA1A381D0AA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64" name="v6-header-page">
            <a:extLst>
              <a:ext uri="{FF2B5EF4-FFF2-40B4-BE49-F238E27FC236}">
                <ns2:creationId id="{DA3B8F5E-9123-450E-941E-56DFEBF5D62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 / 63</a:t>
            </a:r>
            <a:endParaRPr lang="ko-KR">
              <a:latin typeface="Calibri"/>
              <a:ea typeface="Calibri"/>
              <a:cs typeface="Calibri"/>
            </a:endParaRPr>
          </a:p>
        </p:txBody>
      </p:sp>
    </p:spTree>
    <p:extLst>
      <p:ext uri="{BB962C8B-B14F-4D97-AF65-F5344CB8AC3E}">
        <p14:creationId val="18252564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앞선 대화와 진행 업무 + 필요한 자료</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목표와 적용 범위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3D70ABC1-7A2B-4E66-8089-93D2CFC955A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VIA의 역할</a:t>
            </a:r>
            <a:endParaRPr lang="ko-KR">
              <a:latin typeface="Calibri"/>
              <a:ea typeface="Calibri"/>
              <a:cs typeface="Calibri"/>
            </a:endParaRPr>
          </a:p>
        </p:txBody>
      </p:sp>
      <p:sp>
        <p:nvSpPr>
          <p:cNvPr id="67" name="v6-header-rule">
            <a:extLst>
              <a:ext uri="{FF2B5EF4-FFF2-40B4-BE49-F238E27FC236}">
                <ns2:creationId id="{7BC5569B-D9AE-4225-90C0-ABF5B5D2E750}"/>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3D84B9F1-97D2-4268-97D7-0886F0655E03}"/>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C74C14C8-1AA7-4B15-B75C-A257287C8AA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65F70761-CA24-4F0F-8489-B95B00251FB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12D57344-F511-4219-84AE-59B7ECD8817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E8FA5CC7-ECBC-4471-A4AE-684A195829F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3" name="v6-header-page">
            <a:extLst>
              <a:ext uri="{FF2B5EF4-FFF2-40B4-BE49-F238E27FC236}">
                <ns2:creationId id="{1DEA2D71-C7A6-4CCE-9D89-4CF24E43ACE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 / 63</a:t>
            </a:r>
            <a:endParaRPr lang="ko-KR">
              <a:latin typeface="Calibri"/>
              <a:ea typeface="Calibri"/>
              <a:cs typeface="Calibri"/>
            </a:endParaRP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자료의 핵심을 질문</a:t>
            </a:r>
            <a:endParaRPr lang="ko-KR">
              <a:solidFill>
                <a:srgbClr val="000000"/>
              </a:solidFill>
              <a:latin typeface="Calibri"/>
              <a:ea typeface="Calibri"/>
              <a:cs typeface="Calibri"/>
            </a:endParaRP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매출 표에 대해 질문</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7" name="v6-header-title">
            <a:extLst>
              <a:ext uri="{FF2B5EF4-FFF2-40B4-BE49-F238E27FC236}">
                <ns2:creationId id="{C2581F79-E03D-4460-BE8D-B2242152A2C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a:t>
            </a:r>
            <a:endParaRPr lang="ko-KR">
              <a:latin typeface="Calibri"/>
              <a:ea typeface="Calibri"/>
              <a:cs typeface="Calibri"/>
            </a:endParaRPr>
          </a:p>
        </p:txBody>
      </p:sp>
      <p:sp>
        <p:nvSpPr>
          <p:cNvPr id="38" name="v6-header-rule">
            <a:extLst>
              <a:ext uri="{FF2B5EF4-FFF2-40B4-BE49-F238E27FC236}">
                <ns2:creationId id="{63206063-0F32-469C-AE4C-87325B12CBD3}"/>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900BB367-C560-4782-8E00-6E5321ADC2BA}"/>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B4E0EC4-B0CA-4706-BD9B-2E36984D50BE}"/>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43B80B7-74C1-4533-842C-9D204D56C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7A632C50-7D29-4A65-8F85-E8F547DB8E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40EDD7B2-D2B1-4F40-9CCA-3D25BE4629A1}"/>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v6-header-page">
            <a:extLst>
              <a:ext uri="{FF2B5EF4-FFF2-40B4-BE49-F238E27FC236}">
                <ns2:creationId id="{DA48528F-0527-40AD-92FE-EEE280C37FE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 / 63</a:t>
            </a:r>
            <a:endParaRPr lang="ko-KR">
              <a:latin typeface="Calibri"/>
              <a:ea typeface="Calibri"/>
              <a:cs typeface="Calibri"/>
            </a:endParaRP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“매출 자료와 지난달 매출보고서를 바탕으로</a:t>
            </a:r>
            <a:endParaRPr lang="ko-KR">
              <a:solidFill>
                <a:srgbClr val="000000"/>
              </a:solidFill>
              <a:latin typeface="Calibri"/>
              <a:ea typeface="Calibri"/>
              <a:cs typeface="Calibri"/>
            </a:endParaRP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매출 자료</a:t>
            </a:r>
            <a:endParaRPr lang="ko-KR">
              <a:solidFill>
                <a:srgbClr val="000000"/>
              </a:solidFill>
              <a:latin typeface="Calibri"/>
              <a:ea typeface="Calibri"/>
              <a:cs typeface="Calibri"/>
            </a:endParaRP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0" name="v6-header-title">
            <a:extLst>
              <a:ext uri="{FF2B5EF4-FFF2-40B4-BE49-F238E27FC236}">
                <ns2:creationId id="{D9C00C0B-0892-4CD5-A674-22A7DCD7BA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a:t>
            </a:r>
            <a:endParaRPr lang="ko-KR">
              <a:latin typeface="Calibri"/>
              <a:ea typeface="Calibri"/>
              <a:cs typeface="Calibri"/>
            </a:endParaRPr>
          </a:p>
        </p:txBody>
      </p:sp>
      <p:sp>
        <p:nvSpPr>
          <p:cNvPr id="41" name="v6-header-rule">
            <a:extLst>
              <a:ext uri="{FF2B5EF4-FFF2-40B4-BE49-F238E27FC236}">
                <ns2:creationId id="{7A7ACC2A-AA84-4D0F-B1A8-BD862796FD5D}"/>
              </a:ext>
            </a:extLst>
          </p:cNvPr>
          <p:cNvSpPr>
            <a:spLocks noGrp="1"/>
          </p:cNvSpPr>
          <p:nvPr/>
        </p:nvSpPr>
        <p:spPr>
          <a:xfrm>
            <a:off x="495300" y="990600"/>
            <a:ext cx="17335500" cy="0"/>
          </a:xfrm>
          <a:prstGeom prst="line">
            <a:avLst/>
          </a:prstGeom>
          <a:noFill/>
          <a:ln w="19050">
            <a:solidFill>
              <a:srgbClr val="A6A6A6"/>
            </a:solidFill>
          </a:ln>
        </p:spPr>
      </p:sp>
      <p:sp>
        <p:nvSpPr>
          <p:cNvPr id="42" name="v6-header-stage-0">
            <a:extLst>
              <a:ext uri="{FF2B5EF4-FFF2-40B4-BE49-F238E27FC236}">
                <ns2:creationId id="{8D1C2D2A-3EE6-4A61-919E-F7A858902F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3" name="v6-header-stage-1">
            <a:extLst>
              <a:ext uri="{FF2B5EF4-FFF2-40B4-BE49-F238E27FC236}">
                <ns2:creationId id="{5CE7D356-8E9B-475B-9799-F0399DC17BD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4" name="v6-header-stage-2">
            <a:extLst>
              <a:ext uri="{FF2B5EF4-FFF2-40B4-BE49-F238E27FC236}">
                <ns2:creationId id="{D3E264A7-5DB1-4106-A9A7-2A2AABF4D6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5" name="v6-header-stage-3">
            <a:extLst>
              <a:ext uri="{FF2B5EF4-FFF2-40B4-BE49-F238E27FC236}">
                <ns2:creationId id="{5D49F0C5-E5CC-4ACF-909F-B58C99B43C4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6" name="v6-header-stage-4">
            <a:extLst>
              <a:ext uri="{FF2B5EF4-FFF2-40B4-BE49-F238E27FC236}">
                <ns2:creationId id="{3C432130-549B-46C4-9A53-C2A69D751E9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7" name="v6-header-page">
            <a:extLst>
              <a:ext uri="{FF2B5EF4-FFF2-40B4-BE49-F238E27FC236}">
                <ns2:creationId id="{ACC8CA2E-2C51-4116-BFC1-FFA90131C95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 / 63</a:t>
            </a:r>
            <a:endParaRPr lang="ko-KR">
              <a:latin typeface="Calibri"/>
              <a:ea typeface="Calibri"/>
              <a:cs typeface="Calibri"/>
            </a:endParaRP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자료와 대화 및 업무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8" name="v6-header-title">
            <a:extLst>
              <a:ext uri="{FF2B5EF4-FFF2-40B4-BE49-F238E27FC236}">
                <ns2:creationId id="{2960351E-8A77-47BB-8BA6-126FFCC68A4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 및 제약사항</a:t>
            </a:r>
            <a:endParaRPr lang="ko-KR">
              <a:latin typeface="Calibri"/>
              <a:ea typeface="Calibri"/>
              <a:cs typeface="Calibri"/>
            </a:endParaRPr>
          </a:p>
        </p:txBody>
      </p:sp>
      <p:sp>
        <p:nvSpPr>
          <p:cNvPr id="9" name="v6-header-rule">
            <a:extLst>
              <a:ext uri="{FF2B5EF4-FFF2-40B4-BE49-F238E27FC236}">
                <ns2:creationId id="{F636E886-D891-4ED5-BFFF-1BDB4D632008}"/>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632ECE93-8BCD-42D1-945A-507F1130F56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C7329A6-0DB4-4F83-8240-943A997ED38A}"/>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CC33B0E9-EF9D-4019-B316-FB95B875470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D17D2622-3D1A-4816-89AE-AB6F071BB7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1D426386-C74C-4276-85B8-29506182D69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35582466-A133-46F8-BBBE-54557271B286}"/>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8 / 63</a:t>
            </a:r>
            <a:endParaRPr lang="ko-KR">
              <a:latin typeface="Calibri"/>
              <a:ea typeface="Calibri"/>
              <a:cs typeface="Calibri"/>
            </a:endParaRP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1" name=""/>
        <p:cNvGrpSpPr/>
        <p:nvPr/>
      </p:nvGrpSpPr>
      <p:grpSpPr>
        <a:xfrm/>
      </p:grpSpPr>
      <p:sp>
        <p:nvSpPr>
          <p:cNvPr id="5"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정확성과 응답시간</a:t>
            </a:r>
            <a:endParaRPr lang="ko-KR">
              <a:solidFill>
                <a:srgbClr val="000000"/>
              </a:solidFill>
              <a:latin typeface="Calibri"/>
              <a:ea typeface="Calibri"/>
              <a:cs typeface="Calibri"/>
            </a:endParaRPr>
          </a:p>
        </p:txBody>
      </p:sp>
      <p:sp>
        <p:nvSpPr>
          <p:cNvPr id="6"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ASR-QA-01</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50개 조건당 오류 1개 이하, 전체 시나리오 실패 ≤5%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1</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ASR-QA-02</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대화 흐름 1초, 끼어들기 local stop 0.1초 관리</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2</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ASR-QA-03</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의미 6초 + 연결 1초 + 전달 1초 + 재검증 2초</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3</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8"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9"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(1/2)</a:t>
            </a:r>
            <a:endParaRPr lang="ko-KR">
              <a:latin typeface="Calibri"/>
              <a:ea typeface="Calibri"/>
              <a:cs typeface="Calibri"/>
            </a:endParaRPr>
          </a:p>
        </p:txBody>
      </p:sp>
      <p:sp>
        <p:nvSpPr>
          <p:cNvPr id="10"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6"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9 / 63</a:t>
            </a:r>
            <a:endParaRPr lang="ko-KR">
              <a:latin typeface="Calibri"/>
              <a:ea typeface="Calibri"/>
              <a:cs typeface="Calibri"/>
            </a:endParaRPr>
          </a:p>
        </p:txBody>
      </p:sp>
    </p:spTree>
    <p:extLst>
      <p:ext uri="{BB962C8B-B14F-4D97-AF65-F5344CB8AC3E}">
        <p14:creationId val="1354158922"/>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1" name=""/>
        <p:cNvGrpSpPr/>
        <p:nvPr/>
      </p:nvGrpSpPr>
      <p:grpSpPr>
        <a:xfrm/>
      </p:grpSpPr>
      <p:sp>
        <p:nvSpPr>
          <p:cNvPr id="5"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비용, 변경 용이성과 메모리</a:t>
            </a:r>
            <a:endParaRPr lang="ko-KR">
              <a:solidFill>
                <a:srgbClr val="000000"/>
              </a:solidFill>
              <a:latin typeface="Calibri"/>
              <a:ea typeface="Calibri"/>
              <a:cs typeface="Calibri"/>
            </a:endParaRPr>
          </a:p>
        </p:txBody>
      </p:sp>
      <p:sp>
        <p:nvSpPr>
          <p:cNvPr id="6"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ASR-QA-04</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신규 audio·Text 기본 $0.351840 + 추가 여유 $0.148160</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4</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일상 변경을 adapter/생산/소비 약 3개 책임에 국소화</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5</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ASR-QA-06</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32GB급 PC의 사용자 앱과 공존하는 VIA 4GiB 예산</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6</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8"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9" name="v6-header-title">
            <a:extLst>
              <a:ext uri="{FF2B5EF4-FFF2-40B4-BE49-F238E27FC236}">
                <ns2:creationId id="{8555F033-7B5B-4131-A25D-759E7B3A513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(2/2)</a:t>
            </a:r>
            <a:endParaRPr lang="ko-KR">
              <a:latin typeface="Calibri"/>
              <a:ea typeface="Calibri"/>
              <a:cs typeface="Calibri"/>
            </a:endParaRPr>
          </a:p>
        </p:txBody>
      </p:sp>
      <p:sp>
        <p:nvSpPr>
          <p:cNvPr id="10" name="v6-header-rule">
            <a:extLst>
              <a:ext uri="{FF2B5EF4-FFF2-40B4-BE49-F238E27FC236}">
                <ns2:creationId id="{8A56D722-EE8A-46F3-BD78-13FCB18838B8}"/>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EB8CF45D-28C1-4F12-B8FB-5451CFE2E99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1FD48A72-6DDC-4F54-BA01-DBC58236A596}"/>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350178B2-F806-47C2-8811-2FBE10CCA68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D2EE7292-FF5F-44EC-83C2-3569F70E49C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DF4500CB-40FE-4C1F-9FCA-5A4C11BAEDA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6" name="v6-header-page">
            <a:extLst>
              <a:ext uri="{FF2B5EF4-FFF2-40B4-BE49-F238E27FC236}">
                <ns2:creationId id="{AE7000D2-EDCE-4A3B-B473-A2BA2295F51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10 / 63</a:t>
            </a:r>
            <a:endParaRPr lang="ko-KR">
              <a:latin typeface="Calibri"/>
              <a:ea typeface="Calibri"/>
              <a:cs typeface="Calibri"/>
            </a:endParaRPr>
          </a:p>
        </p:txBody>
      </p:sp>
    </p:spTree>
    <p:extLst>
      <p:ext uri="{BB962C8B-B14F-4D97-AF65-F5344CB8AC3E}">
        <p14:creationId val="1472402474"/>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p:sp>
        <p:nvSpPr>
          <p:cNvPr id="15"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ASR-QA-v6 / 번호순 우선순위</a:t>
            </a:r>
            <a:endParaRPr lang="ko-KR">
              <a:solidFill>
                <a:srgbClr val="000000"/>
              </a:solidFill>
              <a:latin typeface="Calibri"/>
              <a:ea typeface="Calibri"/>
              <a:cs typeface="Calibri"/>
            </a:endParaRPr>
          </a:p>
        </p:txBody>
      </p:sp>
      <p:sp>
        <p:nvSpPr>
          <p:cNvPr id="17"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8"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98% 이상</a:t>
            </a:r>
            <a:endParaRPr lang="ko-KR">
              <a:solidFill>
                <a:srgbClr val="000000"/>
              </a:solidFill>
              <a:latin typeface="Calibri"/>
              <a:ea typeface="Calibri"/>
              <a:cs typeface="Calibri"/>
            </a:endParaRPr>
          </a:p>
        </p:txBody>
      </p:sp>
      <p:sp>
        <p:nvSpPr>
          <p:cNvPr id="21"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2"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이하, stop 0.1초 이하</a:t>
            </a:r>
            <a:endParaRPr lang="ko-KR">
              <a:solidFill>
                <a:srgbClr val="000000"/>
              </a:solidFill>
              <a:latin typeface="Calibri"/>
              <a:ea typeface="Calibri"/>
              <a:cs typeface="Calibri"/>
            </a:endParaRPr>
          </a:p>
        </p:txBody>
      </p:sp>
      <p:sp>
        <p:nvSpPr>
          <p:cNvPr id="25"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6"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평균 10초 이하</a:t>
            </a:r>
            <a:endParaRPr lang="ko-KR">
              <a:solidFill>
                <a:srgbClr val="000000"/>
              </a:solidFill>
              <a:latin typeface="Calibri"/>
              <a:ea typeface="Calibri"/>
              <a:cs typeface="Calibri"/>
            </a:endParaRPr>
          </a:p>
        </p:txBody>
      </p:sp>
      <p:sp>
        <p:nvSpPr>
          <p:cNvPr id="30"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1"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$0.50/P21 이하</a:t>
            </a:r>
            <a:endParaRPr lang="ko-KR">
              <a:solidFill>
                <a:srgbClr val="000000"/>
              </a:solidFill>
              <a:latin typeface="Calibri"/>
              <a:ea typeface="Calibri"/>
              <a:cs typeface="Calibri"/>
            </a:endParaRPr>
          </a:p>
        </p:txBody>
      </p:sp>
      <p:sp>
        <p:nvSpPr>
          <p:cNvPr id="34"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5"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이하, 과제별 5개 이하</a:t>
            </a:r>
            <a:endParaRPr lang="ko-KR">
              <a:solidFill>
                <a:srgbClr val="000000"/>
              </a:solidFill>
              <a:latin typeface="Calibri"/>
              <a:ea typeface="Calibri"/>
              <a:cs typeface="Calibri"/>
            </a:endParaRPr>
          </a:p>
        </p:txBody>
      </p:sp>
      <p:sp>
        <p:nvSpPr>
          <p:cNvPr id="38"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9"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4,096MiB 이하 (commit)</a:t>
            </a:r>
            <a:endParaRPr lang="ko-KR">
              <a:solidFill>
                <a:srgbClr val="000000"/>
              </a:solidFill>
              <a:latin typeface="Calibri"/>
              <a:ea typeface="Calibri"/>
              <a:cs typeface="Calibri"/>
            </a:endParaRPr>
          </a:p>
        </p:txBody>
      </p: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xmlns:a="http://schemas.openxmlformats.org/drawingml/2006/main" xmlns:ns2="http://schemas.microsoft.com/office/drawing/2014/main" xmlns:p="http://schemas.openxmlformats.org/presentationml/2006/main">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buNone/>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화면·음성 지칭 (문제 탐색)</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buNone/>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말과 손동작을 당시 화면에 연결</a:t>
            </a:r>
            <a:endParaRPr lang="ko-KR">
              <a:solidFill>
                <a:srgbClr val="000000"/>
              </a:solidFill>
              <a:latin typeface="Calibri"/>
              <a:ea typeface="Calibri"/>
              <a:cs typeface="Calibri"/>
            </a:endParaRP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xmlns:a="http://schemas.openxmlformats.org/drawingml/2006/main" xmlns:ns2="http://schemas.microsoft.com/office/drawing/2014/main" xmlns:p="http://schemas.openxmlformats.org/presentationml/2006/main">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buNone/>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기존 A/B 비교 범위</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buNone/>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44·45·42의 기존 A/B 범위입니다. 화면·음성 주제의 구조는 미정이며, VIA의 요청 이해 기능은 유지합니다.</a:t>
            </a:r>
            <a:endParaRPr lang="ko-KR">
              <a:solidFill>
                <a:srgbClr val="000000"/>
              </a:solidFill>
              <a:latin typeface="Calibri"/>
              <a:ea typeface="Calibri"/>
              <a:cs typeface="Calibri"/>
            </a:endParaRPr>
          </a:p>
        </p:txBody>
      </p:sp>
      <p:sp>
        <p:nvSpPr>
          <p:cNvPr id="130" name="v6-header-title">
            <a:extLst>
              <a:ext uri="{FF2B5EF4-FFF2-40B4-BE49-F238E27FC236}">
                <ns2:creationId id="{BE92472F-572A-49AF-8FCC-3E3DA049C8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a:t>
            </a:r>
            <a:endParaRPr lang="ko-KR">
              <a:latin typeface="Calibri"/>
              <a:ea typeface="Calibri"/>
              <a:cs typeface="Calibri"/>
            </a:endParaRPr>
          </a:p>
        </p:txBody>
      </p:sp>
      <p:sp>
        <p:nvSpPr>
          <p:cNvPr id="131" name="v6-header-rule">
            <a:extLst>
              <a:ext uri="{FF2B5EF4-FFF2-40B4-BE49-F238E27FC236}">
                <ns2:creationId id="{640967A6-433A-47EE-A27F-DD58EC537341}"/>
              </a:ext>
            </a:extLst>
          </p:cNvPr>
          <p:cNvSpPr>
            <a:spLocks noGrp="1"/>
          </p:cNvSpPr>
          <p:nvPr/>
        </p:nvSpPr>
        <p:spPr>
          <a:xfrm>
            <a:off x="495300" y="990600"/>
            <a:ext cx="17335500" cy="0"/>
          </a:xfrm>
          <a:prstGeom prst="line">
            <a:avLst/>
          </a:prstGeom>
          <a:noFill/>
          <a:ln w="19050">
            <a:solidFill>
              <a:srgbClr val="A6A6A6"/>
            </a:solidFill>
          </a:ln>
        </p:spPr>
      </p:sp>
      <p:sp>
        <p:nvSpPr>
          <p:cNvPr id="132" name="v6-header-stage-0">
            <a:extLst>
              <a:ext uri="{FF2B5EF4-FFF2-40B4-BE49-F238E27FC236}">
                <ns2:creationId id="{E9486B47-44E4-45CF-BC0D-01525CFC7D8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3" name="v6-header-stage-1">
            <a:extLst>
              <a:ext uri="{FF2B5EF4-FFF2-40B4-BE49-F238E27FC236}">
                <ns2:creationId id="{22AE6F03-ACF9-4953-A355-4DBE45FC28E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4" name="v6-header-stage-2">
            <a:extLst>
              <a:ext uri="{FF2B5EF4-FFF2-40B4-BE49-F238E27FC236}">
                <ns2:creationId id="{DD972DC0-E8E0-45F1-B673-474F5693D9A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5" name="v6-header-stage-3">
            <a:extLst>
              <a:ext uri="{FF2B5EF4-FFF2-40B4-BE49-F238E27FC236}">
                <ns2:creationId id="{775E0F9A-A2B4-4D80-BD51-5BFA545AA31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6" name="v6-header-stage-4">
            <a:extLst>
              <a:ext uri="{FF2B5EF4-FFF2-40B4-BE49-F238E27FC236}">
                <ns2:creationId id="{687BBC16-B3C8-4A3B-B234-F79ECB57B9B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37" name="v6-header-page">
            <a:extLst>
              <a:ext uri="{FF2B5EF4-FFF2-40B4-BE49-F238E27FC236}">
                <ns2:creationId id="{03BA389B-9CA1-4B17-96F5-7D683BCDC1B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13 / 63</a:t>
            </a:r>
            <a:endParaRPr lang="ko-KR">
              <a:latin typeface="Calibri"/>
              <a:ea typeface="Calibri"/>
              <a:cs typeface="Calibri"/>
            </a:endParaRP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p:cSld name="via-common-request-background-v8">
    <p:bg>
      <p:bgPr>
        <a:solidFill>
          <a:srgbClr val="FFFFFF"/>
        </a:solidFill>
      </p:bgPr>
    </p:bg>
    <p:spTree>
      <p:nvGrpSpPr>
        <p:cNvPr id="2" name=""/>
        <p:cNvGrpSpPr/>
        <p:nvPr/>
      </p:nvGrpSpPr>
      <p:grpSpPr>
        <a:xfrm/>
      </p:grpSpPr>
      <p:sp>
        <p:nvSpPr>
          <p:cNvPr id="3" name="via-common-request-background-1">
            <a:extLst>
              <a:ext uri="{FF2B5EF4-FFF2-40B4-BE49-F238E27FC236}">
                <ns2:creationId id="{075CA812-9544-441A-B82C-3D4DBA4263A0}"/>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말과 화면, 이전 업무를 섞은 요청</a:t>
            </a:r>
            <a:endParaRPr lang="ko-KR">
              <a:latin typeface="Calibri"/>
              <a:ea typeface="Calibri"/>
              <a:cs typeface="Calibri"/>
            </a:endParaRPr>
          </a:p>
        </p:txBody>
      </p:sp>
      <p:sp>
        <p:nvSpPr>
          <p:cNvPr id="4" name="via-common-request-background-2">
            <a:extLst>
              <a:ext uri="{FF2B5EF4-FFF2-40B4-BE49-F238E27FC236}">
                <ns2:creationId id="{D20CB2A1-DCC9-456F-BE2C-ADBFEF1DB0C5}"/>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via-common-request-background-3">
            <a:extLst>
              <a:ext uri="{FF2B5EF4-FFF2-40B4-BE49-F238E27FC236}">
                <ns2:creationId id="{34A44CB7-98F9-4C32-BA6B-ED63611B177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via-common-request-background-4">
            <a:extLst>
              <a:ext uri="{FF2B5EF4-FFF2-40B4-BE49-F238E27FC236}">
                <ns2:creationId id="{A18E8A85-6B94-4DDD-A23C-1602456BFCDB}"/>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via-common-request-background-5">
            <a:extLst>
              <a:ext uri="{FF2B5EF4-FFF2-40B4-BE49-F238E27FC236}">
                <ns2:creationId id="{406B8F29-B38F-4A85-8058-F50DE9461481}"/>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 연결을 유지하며 새 입력, 과거 맥락과 업무를 어떻게 다룰까?</a:t>
            </a:r>
            <a:endParaRPr lang="ko-KR">
              <a:latin typeface="Calibri"/>
              <a:ea typeface="Calibri"/>
              <a:cs typeface="Calibri"/>
            </a:endParaRPr>
          </a:p>
        </p:txBody>
      </p:sp>
      <p:sp>
        <p:nvSpPr>
          <p:cNvPr id="8" name="via-common-request-background-6">
            <a:extLst>
              <a:ext uri="{FF2B5EF4-FFF2-40B4-BE49-F238E27FC236}">
                <ns2:creationId id="{658F0883-5BEB-4972-B2CC-2D3CE9EA4E9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“이 표를 아까 보고서에 넣어줘.</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아니, 두 번째 표만. 메일은 보내지 말고.”</a:t>
            </a:r>
            <a:endParaRPr lang="ko-KR">
              <a:latin typeface="Calibri"/>
              <a:ea typeface="Calibri"/>
              <a:cs typeface="Calibri"/>
            </a:endParaRPr>
          </a:p>
        </p:txBody>
      </p:sp>
      <p:sp>
        <p:nvSpPr>
          <p:cNvPr id="9" name="via-common-request-background-7">
            <a:extLst>
              <a:ext uri="{FF2B5EF4-FFF2-40B4-BE49-F238E27FC236}">
                <ns2:creationId id="{1103AD56-E022-4148-AF65-26BF21003AB6}"/>
              </a:ext>
            </a:extLst>
          </p:cNvPr>
          <p:cNvSpPr>
            <a:spLocks noGrp="1"/>
          </p:cNvSpPr>
          <p:nvPr/>
        </p:nvSpPr>
        <p:spPr>
          <a:xfrm>
            <a:off x="4953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화면에서 가리킨 자료</a:t>
            </a:r>
            <a:endParaRPr lang="ko-KR">
              <a:latin typeface="Calibri"/>
              <a:ea typeface="Calibri"/>
              <a:cs typeface="Calibri"/>
            </a:endParaRPr>
          </a:p>
        </p:txBody>
      </p:sp>
      <p:sp>
        <p:nvSpPr>
          <p:cNvPr id="10" name="via-common-request-background-8">
            <a:extLst>
              <a:ext uri="{FF2B5EF4-FFF2-40B4-BE49-F238E27FC236}">
                <ns2:creationId id="{30F5CEEE-06D4-489D-8A97-BE2EAA115291}"/>
              </a:ext>
            </a:extLst>
          </p:cNvPr>
          <p:cNvSpPr>
            <a:spLocks noGrp="1"/>
          </p:cNvSpPr>
          <p:nvPr/>
        </p:nvSpPr>
        <p:spPr>
          <a:xfrm>
            <a:off x="64389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앞서 진행한 업무</a:t>
            </a:r>
            <a:endParaRPr lang="ko-KR">
              <a:latin typeface="Calibri"/>
              <a:ea typeface="Calibri"/>
              <a:cs typeface="Calibri"/>
            </a:endParaRPr>
          </a:p>
        </p:txBody>
      </p:sp>
      <p:sp>
        <p:nvSpPr>
          <p:cNvPr id="11" name="via-common-request-background-9">
            <a:extLst>
              <a:ext uri="{FF2B5EF4-FFF2-40B4-BE49-F238E27FC236}">
                <ns2:creationId id="{6CAA2590-6F91-481D-AFCA-F17CBFD3B8DE}"/>
              </a:ext>
            </a:extLst>
          </p:cNvPr>
          <p:cNvSpPr>
            <a:spLocks noGrp="1"/>
          </p:cNvSpPr>
          <p:nvPr/>
        </p:nvSpPr>
        <p:spPr>
          <a:xfrm>
            <a:off x="123825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바꾼 부분과 유지할 조건</a:t>
            </a:r>
            <a:endParaRPr lang="ko-KR">
              <a:latin typeface="Calibri"/>
              <a:ea typeface="Calibri"/>
              <a:cs typeface="Calibri"/>
            </a:endParaRPr>
          </a:p>
        </p:txBody>
      </p:sp>
      <p:sp>
        <p:nvSpPr>
          <p:cNvPr id="12" name="via-common-request-background-10">
            <a:extLst>
              <a:ext uri="{FF2B5EF4-FFF2-40B4-BE49-F238E27FC236}">
                <ns2:creationId id="{85936C5B-418C-459F-A1E5-003801A09D41}"/>
              </a:ext>
            </a:extLst>
          </p:cNvPr>
          <p:cNvSpPr>
            <a:spLocks noGrp="1"/>
          </p:cNvSpPr>
          <p:nvPr/>
        </p:nvSpPr>
        <p:spPr>
          <a:xfrm>
            <a:off x="762000" y="3476625"/>
            <a:ext cx="4800600" cy="685800"/>
          </a:xfrm>
          <a:prstGeom prst="rect">
            <a:avLst/>
          </a:prstGeom>
          <a:solidFill>
            <a:srgbClr val="F2F2F2"/>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첫 번째 표</a:t>
            </a:r>
            <a:endParaRPr lang="ko-KR">
              <a:latin typeface="Calibri"/>
              <a:ea typeface="Calibri"/>
              <a:cs typeface="Calibri"/>
            </a:endParaRPr>
          </a:p>
        </p:txBody>
      </p:sp>
      <p:sp>
        <p:nvSpPr>
          <p:cNvPr id="13" name="via-common-request-background-11">
            <a:extLst>
              <a:ext uri="{FF2B5EF4-FFF2-40B4-BE49-F238E27FC236}">
                <ns2:creationId id="{23BE390D-03A5-4026-8336-A011595074CB}"/>
              </a:ext>
            </a:extLst>
          </p:cNvPr>
          <p:cNvSpPr>
            <a:spLocks noGrp="1"/>
          </p:cNvSpPr>
          <p:nvPr/>
        </p:nvSpPr>
        <p:spPr>
          <a:xfrm>
            <a:off x="762000" y="4381500"/>
            <a:ext cx="4800600" cy="685800"/>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두 번째 표</a:t>
            </a:r>
            <a:endParaRPr lang="ko-KR">
              <a:latin typeface="Calibri"/>
              <a:ea typeface="Calibri"/>
              <a:cs typeface="Calibri"/>
            </a:endParaRPr>
          </a:p>
        </p:txBody>
      </p:sp>
      <p:sp>
        <p:nvSpPr>
          <p:cNvPr id="14" name="via-common-request-background-12">
            <a:extLst>
              <a:ext uri="{FF2B5EF4-FFF2-40B4-BE49-F238E27FC236}">
                <ns2:creationId id="{B924A21A-B780-4CA0-8DC1-A929D05E2C39}"/>
              </a:ext>
            </a:extLst>
          </p:cNvPr>
          <p:cNvSpPr>
            <a:spLocks noGrp="1"/>
          </p:cNvSpPr>
          <p:nvPr/>
        </p:nvSpPr>
        <p:spPr>
          <a:xfrm>
            <a:off x="6705600" y="3476625"/>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 작성 업무</a:t>
            </a:r>
            <a:endParaRPr lang="ko-KR">
              <a:latin typeface="Calibri"/>
              <a:ea typeface="Calibri"/>
              <a:cs typeface="Calibri"/>
            </a:endParaRPr>
          </a:p>
        </p:txBody>
      </p:sp>
      <p:sp>
        <p:nvSpPr>
          <p:cNvPr id="15" name="via-common-request-background-13">
            <a:extLst>
              <a:ext uri="{FF2B5EF4-FFF2-40B4-BE49-F238E27FC236}">
                <ns2:creationId id="{79F37C84-2AD3-4444-A966-8320E2AB4D5A}"/>
              </a:ext>
            </a:extLst>
          </p:cNvPr>
          <p:cNvSpPr>
            <a:spLocks noGrp="1"/>
          </p:cNvSpPr>
          <p:nvPr/>
        </p:nvSpPr>
        <p:spPr>
          <a:xfrm>
            <a:off x="6705600" y="4381500"/>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메일 초안 업무</a:t>
            </a:r>
            <a:endParaRPr lang="ko-KR">
              <a:latin typeface="Calibri"/>
              <a:ea typeface="Calibri"/>
              <a:cs typeface="Calibri"/>
            </a:endParaRPr>
          </a:p>
        </p:txBody>
      </p:sp>
      <p:sp>
        <p:nvSpPr>
          <p:cNvPr id="16" name="via-common-request-background-14">
            <a:extLst>
              <a:ext uri="{FF2B5EF4-FFF2-40B4-BE49-F238E27FC236}">
                <ns2:creationId id="{B21A2688-8926-4163-8264-945A512FB45B}"/>
              </a:ext>
            </a:extLst>
          </p:cNvPr>
          <p:cNvSpPr>
            <a:spLocks noGrp="1"/>
          </p:cNvSpPr>
          <p:nvPr/>
        </p:nvSpPr>
        <p:spPr>
          <a:xfrm>
            <a:off x="12649200" y="3543300"/>
            <a:ext cx="4800600" cy="14287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표는 두 번째만</a:t>
            </a:r>
            <a:endParaRPr lang="ko-KR">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 발송 금지 유지</a:t>
            </a:r>
            <a:endParaRPr lang="ko-KR">
              <a:latin typeface="Calibri"/>
              <a:ea typeface="Calibri"/>
              <a:cs typeface="Calibri"/>
            </a:endParaRPr>
          </a:p>
        </p:txBody>
      </p:sp>
      <p:sp>
        <p:nvSpPr>
          <p:cNvPr id="17" name="via-common-request-background-15">
            <a:extLst>
              <a:ext uri="{FF2B5EF4-FFF2-40B4-BE49-F238E27FC236}">
                <ns2:creationId id="{E4EA977E-ED9E-4D0E-96AD-5FF467D8599F}"/>
              </a:ext>
            </a:extLst>
          </p:cNvPr>
          <p:cNvSpPr>
            <a:spLocks noGrp="1"/>
          </p:cNvSpPr>
          <p:nvPr/>
        </p:nvSpPr>
        <p:spPr>
          <a:xfrm>
            <a:off x="3162300" y="5334000"/>
            <a:ext cx="9525" cy="361950"/>
          </a:xfrm>
          <a:custGeom>
            <a:pathLst>
              <a:path w="9525" h="361950">
                <a:moveTo>
                  <a:pt x="0" y="0"/>
                </a:moveTo>
                <a:lnTo>
                  <a:pt x="0" y="361950"/>
                </a:lnTo>
              </a:path>
            </a:pathLst>
          </a:custGeom>
          <a:noFill/>
          <a:ln w="23813">
            <a:solidFill>
              <a:srgbClr val="00889A"/>
            </a:solidFill>
            <a:prstDash val="solid"/>
          </a:ln>
        </p:spPr>
      </p:sp>
      <p:sp>
        <p:nvSpPr>
          <p:cNvPr id="18" name="via-common-request-background-15-arrow">
            <a:extLst>
              <a:ext uri="{FF2B5EF4-FFF2-40B4-BE49-F238E27FC236}">
                <ns2:creationId id="{6E8B9350-E6E5-483F-807F-34C7A2478856}"/>
              </a:ext>
            </a:extLst>
          </p:cNvPr>
          <p:cNvSpPr>
            <a:spLocks noGrp="1"/>
          </p:cNvSpPr>
          <p:nvPr/>
        </p:nvSpPr>
        <p:spPr>
          <a:xfrm>
            <a:off x="3102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9" name="via-common-request-background-16">
            <a:extLst>
              <a:ext uri="{FF2B5EF4-FFF2-40B4-BE49-F238E27FC236}">
                <ns2:creationId id="{6BF298EF-26E8-4764-853A-E566C253DF1D}"/>
              </a:ext>
            </a:extLst>
          </p:cNvPr>
          <p:cNvSpPr>
            <a:spLocks noGrp="1"/>
          </p:cNvSpPr>
          <p:nvPr/>
        </p:nvSpPr>
        <p:spPr>
          <a:xfrm>
            <a:off x="9105900" y="5334000"/>
            <a:ext cx="9525" cy="361950"/>
          </a:xfrm>
          <a:custGeom>
            <a:pathLst>
              <a:path w="9525" h="361950">
                <a:moveTo>
                  <a:pt x="0" y="0"/>
                </a:moveTo>
                <a:lnTo>
                  <a:pt x="0" y="361950"/>
                </a:lnTo>
              </a:path>
            </a:pathLst>
          </a:custGeom>
          <a:noFill/>
          <a:ln w="23813">
            <a:solidFill>
              <a:srgbClr val="00889A"/>
            </a:solidFill>
            <a:prstDash val="solid"/>
          </a:ln>
        </p:spPr>
      </p:sp>
      <p:sp>
        <p:nvSpPr>
          <p:cNvPr id="20" name="via-common-request-background-16-arrow">
            <a:extLst>
              <a:ext uri="{FF2B5EF4-FFF2-40B4-BE49-F238E27FC236}">
                <ns2:creationId id="{5E05E353-8E81-4EE4-B242-1103688A4CDB}"/>
              </a:ext>
            </a:extLst>
          </p:cNvPr>
          <p:cNvSpPr>
            <a:spLocks noGrp="1"/>
          </p:cNvSpPr>
          <p:nvPr/>
        </p:nvSpPr>
        <p:spPr>
          <a:xfrm>
            <a:off x="90465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via-common-request-background-17">
            <a:extLst>
              <a:ext uri="{FF2B5EF4-FFF2-40B4-BE49-F238E27FC236}">
                <ns2:creationId id="{41DCFEB3-04CE-49C9-BD48-2AFDEB7DBC03}"/>
              </a:ext>
            </a:extLst>
          </p:cNvPr>
          <p:cNvSpPr>
            <a:spLocks noGrp="1"/>
          </p:cNvSpPr>
          <p:nvPr/>
        </p:nvSpPr>
        <p:spPr>
          <a:xfrm>
            <a:off x="15049500" y="5334000"/>
            <a:ext cx="9525" cy="361950"/>
          </a:xfrm>
          <a:custGeom>
            <a:pathLst>
              <a:path w="9525" h="361950">
                <a:moveTo>
                  <a:pt x="0" y="0"/>
                </a:moveTo>
                <a:lnTo>
                  <a:pt x="0" y="361950"/>
                </a:lnTo>
              </a:path>
            </a:pathLst>
          </a:custGeom>
          <a:noFill/>
          <a:ln w="23813">
            <a:solidFill>
              <a:srgbClr val="00889A"/>
            </a:solidFill>
            <a:prstDash val="solid"/>
          </a:ln>
        </p:spPr>
      </p:sp>
      <p:sp>
        <p:nvSpPr>
          <p:cNvPr id="22" name="via-common-request-background-17-arrow">
            <a:extLst>
              <a:ext uri="{FF2B5EF4-FFF2-40B4-BE49-F238E27FC236}">
                <ns2:creationId id="{B2C8E606-B9C4-4D91-98F4-130DA0CF584D}"/>
              </a:ext>
            </a:extLst>
          </p:cNvPr>
          <p:cNvSpPr>
            <a:spLocks noGrp="1"/>
          </p:cNvSpPr>
          <p:nvPr/>
        </p:nvSpPr>
        <p:spPr>
          <a:xfrm>
            <a:off x="149901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3" name="via-common-request-background-18">
            <a:extLst>
              <a:ext uri="{FF2B5EF4-FFF2-40B4-BE49-F238E27FC236}">
                <ns2:creationId id="{AAD32AE3-D6F4-495A-97A2-9CAA5E5A30FD}"/>
              </a:ext>
            </a:extLst>
          </p:cNvPr>
          <p:cNvSpPr>
            <a:spLocks noGrp="1"/>
          </p:cNvSpPr>
          <p:nvPr/>
        </p:nvSpPr>
        <p:spPr>
          <a:xfrm>
            <a:off x="4953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실제 자료와 범위</a:t>
            </a:r>
            <a:endParaRPr lang="ko-KR">
              <a:latin typeface="Calibri"/>
              <a:ea typeface="Calibri"/>
              <a:cs typeface="Calibri"/>
            </a:endParaRPr>
          </a:p>
        </p:txBody>
      </p:sp>
      <p:sp>
        <p:nvSpPr>
          <p:cNvPr id="24" name="via-common-request-background-19">
            <a:extLst>
              <a:ext uri="{FF2B5EF4-FFF2-40B4-BE49-F238E27FC236}">
                <ns2:creationId id="{015B5C40-89CA-48E6-8731-D3E7D782434F}"/>
              </a:ext>
            </a:extLst>
          </p:cNvPr>
          <p:cNvSpPr>
            <a:spLocks noGrp="1"/>
          </p:cNvSpPr>
          <p:nvPr/>
        </p:nvSpPr>
        <p:spPr>
          <a:xfrm>
            <a:off x="64389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수정할 보고서 업무</a:t>
            </a:r>
            <a:endParaRPr lang="ko-KR">
              <a:latin typeface="Calibri"/>
              <a:ea typeface="Calibri"/>
              <a:cs typeface="Calibri"/>
            </a:endParaRPr>
          </a:p>
        </p:txBody>
      </p:sp>
      <p:sp>
        <p:nvSpPr>
          <p:cNvPr id="25" name="via-common-request-background-20">
            <a:extLst>
              <a:ext uri="{FF2B5EF4-FFF2-40B4-BE49-F238E27FC236}">
                <ns2:creationId id="{A4CDC5ED-134C-4CC9-9091-45CCC4404853}"/>
              </a:ext>
            </a:extLst>
          </p:cNvPr>
          <p:cNvSpPr>
            <a:spLocks noGrp="1"/>
          </p:cNvSpPr>
          <p:nvPr/>
        </p:nvSpPr>
        <p:spPr>
          <a:xfrm>
            <a:off x="123825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a:t>
            </a:r>
            <a:endParaRPr lang="ko-KR">
              <a:latin typeface="Calibri"/>
              <a:ea typeface="Calibri"/>
              <a:cs typeface="Calibri"/>
            </a:endParaRPr>
          </a:p>
        </p:txBody>
      </p:sp>
      <p:sp>
        <p:nvSpPr>
          <p:cNvPr id="26" name="via-common-request-background-21">
            <a:extLst>
              <a:ext uri="{FF2B5EF4-FFF2-40B4-BE49-F238E27FC236}">
                <ns2:creationId id="{C4F63D7B-867F-4D7E-BCCF-61CF056DB812}"/>
              </a:ext>
            </a:extLst>
          </p:cNvPr>
          <p:cNvSpPr>
            <a:spLocks noGrp="1"/>
          </p:cNvSpPr>
          <p:nvPr/>
        </p:nvSpPr>
        <p:spPr>
          <a:xfrm>
            <a:off x="495300" y="680085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잘못 연결하면 다른 자료를 넣거나, 금지한 메일을 보내게 됩니다.</a:t>
            </a:r>
            <a:endParaRPr lang="ko-KR">
              <a:latin typeface="Calibri"/>
              <a:ea typeface="Calibri"/>
              <a:cs typeface="Calibri"/>
            </a:endParaRPr>
          </a:p>
        </p:txBody>
      </p:sp>
      <p:sp>
        <p:nvSpPr>
          <p:cNvPr id="27" name="via-common-request-background-22">
            <a:extLst>
              <a:ext uri="{FF2B5EF4-FFF2-40B4-BE49-F238E27FC236}">
                <ns2:creationId id="{F03A4937-92A8-4641-A651-8D8A4CAF284B}"/>
              </a:ext>
            </a:extLst>
          </p:cNvPr>
          <p:cNvSpPr>
            <a:spLocks noGrp="1"/>
          </p:cNvSpPr>
          <p:nvPr/>
        </p:nvSpPr>
        <p:spPr>
          <a:xfrm>
            <a:off x="495300" y="74866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VIA는 대상과 업무 연결, 정정 범위를 함께 판단하고 기존 조건을 보존해야 합니다.</a:t>
            </a:r>
            <a:endParaRPr lang="ko-KR">
              <a:latin typeface="Calibri"/>
              <a:ea typeface="Calibri"/>
              <a:cs typeface="Calibri"/>
            </a:endParaRPr>
          </a:p>
        </p:txBody>
      </p:sp>
      <p:sp>
        <p:nvSpPr>
          <p:cNvPr id="28" name="via-common-request-background-23">
            <a:extLst>
              <a:ext uri="{FF2B5EF4-FFF2-40B4-BE49-F238E27FC236}">
                <ns2:creationId id="{41708486-2B1D-4832-8EFE-F2A7B2D86967}"/>
              </a:ext>
            </a:extLst>
          </p:cNvPr>
          <p:cNvSpPr>
            <a:spLocks noGrp="1"/>
          </p:cNvSpPr>
          <p:nvPr/>
        </p:nvSpPr>
        <p:spPr>
          <a:xfrm>
            <a:off x="495300" y="8029575"/>
            <a:ext cx="17297400" cy="4381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보고서를 어떻게 작성할지 추론하고 실제로 만드는 일은 Downstream Agent가 맡습니다.</a:t>
            </a:r>
            <a:endParaRPr lang="ko-KR">
              <a:latin typeface="Calibri"/>
              <a:ea typeface="Calibri"/>
              <a:cs typeface="Calibri"/>
            </a:endParaRPr>
          </a:p>
        </p:txBody>
      </p:sp>
      <p:sp>
        <p:nvSpPr>
          <p:cNvPr id="29"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0"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1"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4"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14 / 63</a:t>
            </a:r>
            <a:endParaRPr lang="ko-KR">
              <a:latin typeface="Calibri"/>
              <a:ea typeface="Calibri"/>
              <a:cs typeface="Calibri"/>
            </a:endParaRPr>
          </a:p>
        </p:txBody>
      </p:sp>
    </p:spTree>
    <p:extLst>
      <p:ext uri="{BB962C8B-B14F-4D97-AF65-F5344CB8AC3E}">
        <p14:creationId val="1734597294"/>
      </p:ext>
    </p:extLst>
  </p:cSld>
</p:sld>
</file>

<file path=ppt/slides/slide4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v2">
    <p:bg>
      <p:bgPr>
        <a:solidFill>
          <a:srgbClr val="FFFFFF"/>
        </a:solidFill>
      </p:bgPr>
    </p:bg>
    <p:spTree>
      <p:nvGrpSpPr>
        <p:cNvPr id="1" name=""/>
        <p:cNvGrpSpPr/>
        <p:nvPr/>
      </p:nvGrpSpPr>
      <p:grpSpPr>
        <a:xfrm/>
      </p:grpSpPr>
      <p:sp>
        <p:nvSpPr>
          <p:cNvPr id="4"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표를 아까 보고서에 넣고,</a:t>
            </a:r>
            <a:endParaRPr lang="ko-KR">
              <a:solidFill>
                <a:srgbClr val="000000"/>
              </a:solidFill>
              <a:latin typeface="Calibri"/>
              <a:ea typeface="Calibri"/>
              <a:cs typeface="Calibri"/>
            </a:endParaRPr>
          </a:p>
        </p:txBody>
      </p:sp>
      <p:sp>
        <p:nvSpPr>
          <p:cNvPr id="5"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메일은 보내지 말고 보고서 결과로 메일 초안만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7"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8"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9"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발화 + 선택한 화면</a:t>
            </a:r>
            <a:endParaRPr lang="ko-KR">
              <a:solidFill>
                <a:srgbClr val="000000"/>
              </a:solidFill>
              <a:latin typeface="Calibri"/>
              <a:ea typeface="Calibri"/>
              <a:cs typeface="Calibri"/>
            </a:endParaRPr>
          </a:p>
        </p:txBody>
      </p:sp>
      <p:sp>
        <p:nvSpPr>
          <p:cNvPr id="10"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Request 이해</a:t>
            </a:r>
            <a:endParaRPr lang="ko-KR">
              <a:solidFill>
                <a:srgbClr val="000000"/>
              </a:solidFill>
              <a:latin typeface="Calibri"/>
              <a:ea typeface="Calibri"/>
              <a:cs typeface="Calibri"/>
            </a:endParaRPr>
          </a:p>
        </p:txBody>
      </p:sp>
      <p:sp>
        <p:nvSpPr>
          <p:cNvPr id="11"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위임할 Task</a:t>
            </a:r>
            <a:endParaRPr lang="ko-KR">
              <a:solidFill>
                <a:srgbClr val="000000"/>
              </a:solidFill>
              <a:latin typeface="Calibri"/>
              <a:ea typeface="Calibri"/>
              <a:cs typeface="Calibri"/>
            </a:endParaRPr>
          </a:p>
        </p:txBody>
      </p:sp>
      <p:sp>
        <p:nvSpPr>
          <p:cNvPr id="12"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화면에서 선택한 표</a:t>
            </a:r>
            <a:endParaRPr lang="ko-KR">
              <a:solidFill>
                <a:srgbClr val="000000"/>
              </a:solidFill>
              <a:latin typeface="Calibri"/>
              <a:ea typeface="Calibri"/>
              <a:cs typeface="Calibri"/>
            </a:endParaRPr>
          </a:p>
        </p:txBody>
      </p:sp>
      <p:sp>
        <p:nvSpPr>
          <p:cNvPr id="17"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대화에 남아 있는 보고서</a:t>
            </a:r>
            <a:endParaRPr lang="ko-KR">
              <a:solidFill>
                <a:srgbClr val="000000"/>
              </a:solidFill>
              <a:latin typeface="Calibri"/>
              <a:ea typeface="Calibri"/>
              <a:cs typeface="Calibri"/>
            </a:endParaRPr>
          </a:p>
        </p:txBody>
      </p:sp>
      <p:sp>
        <p:nvSpPr>
          <p:cNvPr id="18"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지칭 대상: 어느 표, 어느 보고서?</a:t>
            </a:r>
            <a:endParaRPr lang="ko-KR">
              <a:solidFill>
                <a:srgbClr val="000000"/>
              </a:solidFill>
              <a:latin typeface="Calibri"/>
              <a:ea typeface="Calibri"/>
              <a:cs typeface="Calibri"/>
            </a:endParaRPr>
          </a:p>
        </p:txBody>
      </p:sp>
      <p:sp>
        <p:nvSpPr>
          <p:cNvPr id="19"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순서: 보고서 수정 → 메일 초안</a:t>
            </a:r>
            <a:endParaRPr lang="ko-KR">
              <a:solidFill>
                <a:srgbClr val="000000"/>
              </a:solidFill>
              <a:latin typeface="Calibri"/>
              <a:ea typeface="Calibri"/>
              <a:cs typeface="Calibri"/>
            </a:endParaRPr>
          </a:p>
        </p:txBody>
      </p:sp>
      <p:sp>
        <p:nvSpPr>
          <p:cNvPr id="20"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조건: 메일 발송 금지</a:t>
            </a:r>
            <a:endParaRPr lang="ko-KR">
              <a:solidFill>
                <a:srgbClr val="000000"/>
              </a:solidFill>
              <a:latin typeface="Calibri"/>
              <a:ea typeface="Calibri"/>
              <a:cs typeface="Calibri"/>
            </a:endParaRPr>
          </a:p>
        </p:txBody>
      </p:sp>
      <p:sp>
        <p:nvSpPr>
          <p:cNvPr id="21"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보고서에 표 추가</a:t>
            </a:r>
            <a:endParaRPr lang="ko-KR">
              <a:solidFill>
                <a:srgbClr val="000000"/>
              </a:solidFill>
              <a:latin typeface="Calibri"/>
              <a:ea typeface="Calibri"/>
              <a:cs typeface="Calibri"/>
            </a:endParaRPr>
          </a:p>
        </p:txBody>
      </p:sp>
      <p:sp>
        <p:nvSpPr>
          <p:cNvPr id="22"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그 결과로 메일 초안 작성</a:t>
            </a:r>
            <a:endParaRPr lang="ko-KR">
              <a:solidFill>
                <a:srgbClr val="000000"/>
              </a:solidFill>
              <a:latin typeface="Calibri"/>
              <a:ea typeface="Calibri"/>
              <a:cs typeface="Calibri"/>
            </a:endParaRPr>
          </a:p>
        </p:txBody>
      </p:sp>
      <p:sp>
        <p:nvSpPr>
          <p:cNvPr id="23"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발송하지 않는 조건 유지</a:t>
            </a:r>
            <a:endParaRPr lang="ko-KR">
              <a:solidFill>
                <a:srgbClr val="000000"/>
              </a:solidFill>
              <a:latin typeface="Calibri"/>
              <a:ea typeface="Calibri"/>
              <a:cs typeface="Calibri"/>
            </a:endParaRPr>
          </a:p>
        </p:txBody>
      </p:sp>
      <p:sp>
        <p:nvSpPr>
          <p:cNvPr id="24"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대상이 모호하면 VIA가 사용자에게 확인합니다</a:t>
            </a:r>
            <a:endParaRPr lang="ko-KR">
              <a:solidFill>
                <a:srgbClr val="000000"/>
              </a:solidFill>
              <a:latin typeface="Calibri"/>
              <a:ea typeface="Calibri"/>
              <a:cs typeface="Calibri"/>
            </a:endParaRPr>
          </a:p>
        </p:txBody>
      </p:sp>
      <p:sp>
        <p:nvSpPr>
          <p:cNvPr id="25"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파일명이나 Task 번호를 외우지 않아도, 지칭 대상과 순서, 조건을 함께 말할 수 있습니다</a:t>
            </a:r>
            <a:endParaRPr lang="ko-KR">
              <a:solidFill>
                <a:srgbClr val="000000"/>
              </a:solidFill>
              <a:latin typeface="Calibri"/>
              <a:ea typeface="Calibri"/>
              <a:cs typeface="Calibri"/>
            </a:endParaRPr>
          </a:p>
        </p:txBody>
      </p:sp>
      <p:sp>
        <p:nvSpPr>
          <p:cNvPr id="26"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9" name="v2-106-choice-white">
            <a:extLst>
              <a:ext uri="{FF2B5EF4-FFF2-40B4-BE49-F238E27FC236}">
                <ns2:creationId id="{16B9579C-FD5E-4951-831D-941733699779}"/>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조회와 정정이 반복되어도, 요청의 대상과 순서 및 조건을 어떻게 정확히 확정할까?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모델 재판단의 유연성과 반복 비용 ↔ 유한 표현의 추적 가능성과 지원 범위/추가 해석 비용</a:t>
            </a:r>
            <a:endParaRPr lang="ko-KR">
              <a:solidFill>
                <a:srgbClr val="000000"/>
              </a:solidFill>
              <a:latin typeface="Calibri"/>
              <a:ea typeface="Calibri"/>
              <a:cs typeface="Calibri"/>
            </a:endParaRPr>
          </a:p>
        </p:txBody>
      </p:sp>
      <p:sp>
        <p:nvSpPr>
          <p:cNvPr id="30" name="v6-header-title">
            <a:extLst>
              <a:ext uri="{FF2B5EF4-FFF2-40B4-BE49-F238E27FC236}">
                <ns2:creationId id="{6A4610FD-C63B-457A-A33D-BC32FB86F8A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배경 (v2)</a:t>
            </a:r>
            <a:endParaRPr lang="ko-KR">
              <a:latin typeface="Calibri"/>
              <a:ea typeface="Calibri"/>
              <a:cs typeface="Calibri"/>
            </a:endParaRPr>
          </a:p>
        </p:txBody>
      </p:sp>
      <p:sp>
        <p:nvSpPr>
          <p:cNvPr id="31" name="v6-header-rule">
            <a:extLst>
              <a:ext uri="{FF2B5EF4-FFF2-40B4-BE49-F238E27FC236}">
                <ns2:creationId id="{0F31F9CA-71BE-4133-BF37-5299A16F298D}"/>
              </a:ext>
            </a:extLst>
          </p:cNvPr>
          <p:cNvSpPr>
            <a:spLocks noGrp="1"/>
          </p:cNvSpPr>
          <p:nvPr/>
        </p:nvSpPr>
        <p:spPr>
          <a:xfrm>
            <a:off x="495300" y="990600"/>
            <a:ext cx="17335500" cy="0"/>
          </a:xfrm>
          <a:prstGeom prst="line">
            <a:avLst/>
          </a:prstGeom>
          <a:noFill/>
          <a:ln w="19050">
            <a:solidFill>
              <a:srgbClr val="A6A6A6"/>
            </a:solidFill>
          </a:ln>
        </p:spPr>
      </p:sp>
      <p:sp>
        <p:nvSpPr>
          <p:cNvPr id="32" name="v6-header-stage-0">
            <a:extLst>
              <a:ext uri="{FF2B5EF4-FFF2-40B4-BE49-F238E27FC236}">
                <ns2:creationId id="{EB41E6B4-472F-46EB-B114-D7FBC0BB6B2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3" name="v6-header-stage-1">
            <a:extLst>
              <a:ext uri="{FF2B5EF4-FFF2-40B4-BE49-F238E27FC236}">
                <ns2:creationId id="{228197D9-56B2-4F67-828C-613814B6C64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4" name="v6-header-stage-2">
            <a:extLst>
              <a:ext uri="{FF2B5EF4-FFF2-40B4-BE49-F238E27FC236}">
                <ns2:creationId id="{7B771F74-B111-408D-88CF-B1D61869F3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5" name="v6-header-stage-3">
            <a:extLst>
              <a:ext uri="{FF2B5EF4-FFF2-40B4-BE49-F238E27FC236}">
                <ns2:creationId id="{C1DD3E85-C045-4E4B-A901-B433664DA8C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6" name="v6-header-stage-4">
            <a:extLst>
              <a:ext uri="{FF2B5EF4-FFF2-40B4-BE49-F238E27FC236}">
                <ns2:creationId id="{22442A81-2ED9-4F48-9147-CDEDC7FEC0A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7" name="v6-header-page">
            <a:extLst>
              <a:ext uri="{FF2B5EF4-FFF2-40B4-BE49-F238E27FC236}">
                <ns2:creationId id="{A71CE005-7106-463B-97C8-B72CF88A00C4}"/>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58 / 63</a:t>
            </a:r>
            <a:endParaRPr lang="ko-KR">
              <a:latin typeface="Calibri"/>
              <a:ea typeface="Calibri"/>
              <a:cs typeface="Calibri"/>
            </a:endParaRPr>
          </a:p>
        </p:txBody>
      </p:sp>
    </p:spTree>
    <p:extLst>
      <p:ext uri="{BB962C8B-B14F-4D97-AF65-F5344CB8AC3E}">
        <p14:creationId val="75001597"/>
      </p:ext>
    </p:extLst>
  </p:cSld>
</p:sld>
</file>

<file path=ppt/slides/slide4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v2">
    <p:bg>
      <p:bgPr>
        <a:solidFill>
          <a:srgbClr val="FFFFFF"/>
        </a:solidFill>
      </p:bgPr>
    </p:bg>
    <p:spTree>
      <p:nvGrpSpPr>
        <p:cNvPr id="1" name=""/>
        <p:cNvGrpSpPr/>
        <p:nvPr/>
      </p:nvGrpSpPr>
      <p:grpSpPr>
        <a:xfrm/>
      </p:grpSpPr>
      <p:sp>
        <p:nvSpPr>
          <p:cNvPr id="4"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“보고서 내용을 설명해주고,</a:t>
            </a:r>
            <a:endParaRPr lang="ko-KR">
              <a:solidFill>
                <a:srgbClr val="000000"/>
              </a:solidFill>
              <a:latin typeface="Calibri"/>
              <a:ea typeface="Calibri"/>
              <a:cs typeface="Calibri"/>
            </a:endParaRPr>
          </a:p>
        </p:txBody>
      </p:sp>
      <p:sp>
        <p:nvSpPr>
          <p:cNvPr id="5"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내일 팀 회의 안내 메일 초안도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7"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8"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9"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사용자 발화</a:t>
            </a:r>
            <a:endParaRPr lang="ko-KR">
              <a:solidFill>
                <a:srgbClr val="000000"/>
              </a:solidFill>
              <a:latin typeface="Calibri"/>
              <a:ea typeface="Calibri"/>
              <a:cs typeface="Calibri"/>
            </a:endParaRPr>
          </a:p>
        </p:txBody>
      </p:sp>
      <p:sp>
        <p:nvSpPr>
          <p:cNvPr id="10"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준비 완료</a:t>
            </a:r>
            <a:endParaRPr lang="ko-KR">
              <a:solidFill>
                <a:srgbClr val="000000"/>
              </a:solidFill>
              <a:latin typeface="Calibri"/>
              <a:ea typeface="Calibri"/>
              <a:cs typeface="Calibri"/>
            </a:endParaRPr>
          </a:p>
        </p:txBody>
      </p:sp>
      <p:sp>
        <p:nvSpPr>
          <p:cNvPr id="11"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Agent의 질문</a:t>
            </a:r>
            <a:endParaRPr lang="ko-KR">
              <a:solidFill>
                <a:srgbClr val="000000"/>
              </a:solidFill>
              <a:latin typeface="Calibri"/>
              <a:ea typeface="Calibri"/>
              <a:cs typeface="Calibri"/>
            </a:endParaRPr>
          </a:p>
        </p:txBody>
      </p:sp>
      <p:sp>
        <p:nvSpPr>
          <p:cNvPr id="12"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“잠깐, 표부터 설명해줘.”</a:t>
            </a:r>
            <a:endParaRPr lang="ko-KR">
              <a:solidFill>
                <a:srgbClr val="000000"/>
              </a:solidFill>
              <a:latin typeface="Calibri"/>
              <a:ea typeface="Calibri"/>
              <a:cs typeface="Calibri"/>
            </a:endParaRPr>
          </a:p>
        </p:txBody>
      </p:sp>
      <p:sp>
        <p:nvSpPr>
          <p:cNvPr id="13"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이전 보고서 설명이</a:t>
            </a:r>
            <a:endParaRPr lang="ko-KR">
              <a:solidFill>
                <a:srgbClr val="000000"/>
              </a:solidFill>
              <a:latin typeface="Calibri"/>
              <a:ea typeface="Calibri"/>
              <a:cs typeface="Calibri"/>
            </a:endParaRPr>
          </a:p>
        </p:txBody>
      </p:sp>
      <p:sp>
        <p:nvSpPr>
          <p:cNvPr id="14"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늦게 준비됨</a:t>
            </a:r>
            <a:endParaRPr lang="ko-KR">
              <a:solidFill>
                <a:srgbClr val="000000"/>
              </a:solidFill>
              <a:latin typeface="Calibri"/>
              <a:ea typeface="Calibri"/>
              <a:cs typeface="Calibri"/>
            </a:endParaRPr>
          </a:p>
        </p:txBody>
      </p:sp>
      <p:sp>
        <p:nvSpPr>
          <p:cNvPr id="15"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“회의 안내 메일의</a:t>
            </a:r>
            <a:endParaRPr lang="ko-KR">
              <a:solidFill>
                <a:srgbClr val="000000"/>
              </a:solidFill>
              <a:latin typeface="Calibri"/>
              <a:ea typeface="Calibri"/>
              <a:cs typeface="Calibri"/>
            </a:endParaRPr>
          </a:p>
        </p:txBody>
      </p:sp>
      <p:sp>
        <p:nvSpPr>
          <p:cNvPr id="16"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수신자는 누구인가요?”</a:t>
            </a:r>
            <a:endParaRPr lang="ko-KR">
              <a:solidFill>
                <a:srgbClr val="000000"/>
              </a:solidFill>
              <a:latin typeface="Calibri"/>
              <a:ea typeface="Calibri"/>
              <a:cs typeface="Calibri"/>
            </a:endParaRPr>
          </a:p>
        </p:txBody>
      </p:sp>
      <p:sp>
        <p:nvSpPr>
          <p:cNvPr id="17"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8"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9"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20"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1"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2"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3"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4"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5"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6"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새 입력 처리, 유효한 응답과 질문 연결, 실제 전달 뒤 후속 처리</a:t>
            </a:r>
            <a:endParaRPr lang="ko-KR">
              <a:solidFill>
                <a:srgbClr val="000000"/>
              </a:solidFill>
              <a:latin typeface="Calibri"/>
              <a:ea typeface="Calibri"/>
              <a:cs typeface="Calibri"/>
            </a:endParaRPr>
          </a:p>
        </p:txBody>
      </p:sp>
      <p:sp>
        <p:nvSpPr>
          <p:cNvPr id="27"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말을 이어가고, Task 질문과 결과도 같은 대화에서 받습니다</a:t>
            </a:r>
            <a:endParaRPr lang="ko-KR">
              <a:solidFill>
                <a:srgbClr val="000000"/>
              </a:solidFill>
              <a:latin typeface="Calibri"/>
              <a:ea typeface="Calibri"/>
              <a:cs typeface="Calibri"/>
            </a:endParaRPr>
          </a:p>
        </p:txBody>
      </p:sp>
      <p:sp>
        <p:nvSpPr>
          <p:cNvPr id="28"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31" name="v2-111-choice-white">
            <a:extLst>
              <a:ext uri="{FF2B5EF4-FFF2-40B4-BE49-F238E27FC236}">
                <ns2:creationId id="{80B1982B-D083-4409-9F9C-5DF0A8CB8C1B}"/>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새 발화와 업무 사건이 겹쳐도, 유효한 응답을 적절한 시점에 어떻게 전달할까?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중앙 진행 상태와 회수 대기 ↔ 단계별 상태와 Join 조건, 대기 및 수용량 관리 비용</a:t>
            </a:r>
            <a:endParaRPr lang="ko-KR">
              <a:solidFill>
                <a:srgbClr val="000000"/>
              </a:solidFill>
              <a:latin typeface="Calibri"/>
              <a:ea typeface="Calibri"/>
              <a:cs typeface="Calibri"/>
            </a:endParaRPr>
          </a:p>
        </p:txBody>
      </p:sp>
      <p:sp>
        <p:nvSpPr>
          <p:cNvPr id="32" name="v6-header-title">
            <a:extLst>
              <a:ext uri="{FF2B5EF4-FFF2-40B4-BE49-F238E27FC236}">
                <ns2:creationId id="{18140C9A-D90A-4DD3-A020-CC95B2185F19}"/>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배경 (v2)</a:t>
            </a:r>
            <a:endParaRPr lang="ko-KR">
              <a:latin typeface="Calibri"/>
              <a:ea typeface="Calibri"/>
              <a:cs typeface="Calibri"/>
            </a:endParaRPr>
          </a:p>
        </p:txBody>
      </p:sp>
      <p:sp>
        <p:nvSpPr>
          <p:cNvPr id="33" name="v6-header-rule">
            <a:extLst>
              <a:ext uri="{FF2B5EF4-FFF2-40B4-BE49-F238E27FC236}">
                <ns2:creationId id="{EDC5B40C-95A0-4682-80E6-AEBB18A21836}"/>
              </a:ext>
            </a:extLst>
          </p:cNvPr>
          <p:cNvSpPr>
            <a:spLocks noGrp="1"/>
          </p:cNvSpPr>
          <p:nvPr/>
        </p:nvSpPr>
        <p:spPr>
          <a:xfrm>
            <a:off x="495300" y="990600"/>
            <a:ext cx="17335500" cy="0"/>
          </a:xfrm>
          <a:prstGeom prst="line">
            <a:avLst/>
          </a:prstGeom>
          <a:noFill/>
          <a:ln w="19050">
            <a:solidFill>
              <a:srgbClr val="A6A6A6"/>
            </a:solidFill>
          </a:ln>
        </p:spPr>
      </p:sp>
      <p:sp>
        <p:nvSpPr>
          <p:cNvPr id="34" name="v6-header-stage-0">
            <a:extLst>
              <a:ext uri="{FF2B5EF4-FFF2-40B4-BE49-F238E27FC236}">
                <ns2:creationId id="{38B7870B-69EE-432F-94C4-DB22BB18519F}"/>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5" name="v6-header-stage-1">
            <a:extLst>
              <a:ext uri="{FF2B5EF4-FFF2-40B4-BE49-F238E27FC236}">
                <ns2:creationId id="{3FB547D7-2BE5-4212-976F-FD297F34420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6" name="v6-header-stage-2">
            <a:extLst>
              <a:ext uri="{FF2B5EF4-FFF2-40B4-BE49-F238E27FC236}">
                <ns2:creationId id="{E5C956F1-25D7-4FD7-BDA4-8E7D60BBC0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7" name="v6-header-stage-3">
            <a:extLst>
              <a:ext uri="{FF2B5EF4-FFF2-40B4-BE49-F238E27FC236}">
                <ns2:creationId id="{68DE021F-171C-4151-BDFD-20987531B97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8" name="v6-header-stage-4">
            <a:extLst>
              <a:ext uri="{FF2B5EF4-FFF2-40B4-BE49-F238E27FC236}">
                <ns2:creationId id="{E90B3CA0-575E-4479-B42B-DD546028A7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9" name="v6-header-page">
            <a:extLst>
              <a:ext uri="{FF2B5EF4-FFF2-40B4-BE49-F238E27FC236}">
                <ns2:creationId id="{7934093D-5067-4D29-ADAF-D252481D33D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59 / 63</a:t>
            </a:r>
            <a:endParaRPr lang="ko-KR">
              <a:latin typeface="Calibri"/>
              <a:ea typeface="Calibri"/>
              <a:cs typeface="Calibri"/>
            </a:endParaRPr>
          </a:p>
        </p:txBody>
      </p:sp>
    </p:spTree>
    <p:extLst>
      <p:ext uri="{BB962C8B-B14F-4D97-AF65-F5344CB8AC3E}">
        <p14:creationId val="464077372"/>
      </p:ext>
    </p:extLst>
  </p:cSld>
</p:sld>
</file>

<file path=ppt/slides/slide4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v2">
    <p:bg>
      <p:bgPr>
        <a:solidFill>
          <a:srgbClr val="FFFFFF"/>
        </a:solidFill>
      </p:bgPr>
    </p:bg>
    <p:spTree>
      <p:nvGrpSpPr>
        <p:cNvPr id="1" name=""/>
        <p:cNvGrpSpPr/>
        <p:nvPr/>
      </p:nvGrpSpPr>
      <p:grpSpPr>
        <a:xfrm/>
      </p:grpSpPr>
      <p:sp>
        <p:nvSpPr>
          <p:cNvPr id="4"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“지난번 네가 설명한 평가 기준으로,</a:t>
            </a:r>
            <a:endParaRPr lang="ko-KR">
              <a:solidFill>
                <a:srgbClr val="000000"/>
              </a:solidFill>
              <a:latin typeface="Calibri"/>
              <a:ea typeface="Calibri"/>
              <a:cs typeface="Calibri"/>
            </a:endParaRPr>
          </a:p>
        </p:txBody>
      </p:sp>
      <p:sp>
        <p:nvSpPr>
          <p:cNvPr id="5"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제품 비교와 견적 결과를 함께 써서 제안서를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7"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8"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9"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서로 다른 과거 기록</a:t>
            </a:r>
            <a:endParaRPr lang="ko-KR">
              <a:solidFill>
                <a:srgbClr val="000000"/>
              </a:solidFill>
              <a:latin typeface="Calibri"/>
              <a:ea typeface="Calibri"/>
              <a:cs typeface="Calibri"/>
            </a:endParaRPr>
          </a:p>
        </p:txBody>
      </p:sp>
      <p:sp>
        <p:nvSpPr>
          <p:cNvPr id="10"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맥락 연결</a:t>
            </a:r>
            <a:endParaRPr lang="ko-KR">
              <a:solidFill>
                <a:srgbClr val="000000"/>
              </a:solidFill>
              <a:latin typeface="Calibri"/>
              <a:ea typeface="Calibri"/>
              <a:cs typeface="Calibri"/>
            </a:endParaRPr>
          </a:p>
        </p:txBody>
      </p:sp>
      <p:sp>
        <p:nvSpPr>
          <p:cNvPr id="11"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Task를 수행하는 Agent</a:t>
            </a:r>
            <a:endParaRPr lang="ko-KR">
              <a:solidFill>
                <a:srgbClr val="000000"/>
              </a:solidFill>
              <a:latin typeface="Calibri"/>
              <a:ea typeface="Calibri"/>
              <a:cs typeface="Calibri"/>
            </a:endParaRPr>
          </a:p>
        </p:txBody>
      </p:sp>
      <p:sp>
        <p:nvSpPr>
          <p:cNvPr id="12"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VIA가 설명한 평가 기준</a:t>
            </a:r>
            <a:endParaRPr lang="ko-KR">
              <a:solidFill>
                <a:srgbClr val="000000"/>
              </a:solidFill>
              <a:latin typeface="Calibri"/>
              <a:ea typeface="Calibri"/>
              <a:cs typeface="Calibri"/>
            </a:endParaRPr>
          </a:p>
        </p:txBody>
      </p:sp>
      <p:sp>
        <p:nvSpPr>
          <p:cNvPr id="17"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조사 Agent의 비교 결과</a:t>
            </a:r>
            <a:endParaRPr lang="ko-KR">
              <a:solidFill>
                <a:srgbClr val="000000"/>
              </a:solidFill>
              <a:latin typeface="Calibri"/>
              <a:ea typeface="Calibri"/>
              <a:cs typeface="Calibri"/>
            </a:endParaRPr>
          </a:p>
        </p:txBody>
      </p:sp>
      <p:sp>
        <p:nvSpPr>
          <p:cNvPr id="18"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 Agent의 견적 결과</a:t>
            </a:r>
            <a:endParaRPr lang="ko-KR">
              <a:solidFill>
                <a:srgbClr val="000000"/>
              </a:solidFill>
              <a:latin typeface="Calibri"/>
              <a:ea typeface="Calibri"/>
              <a:cs typeface="Calibri"/>
            </a:endParaRPr>
          </a:p>
        </p:txBody>
      </p:sp>
      <p:sp>
        <p:nvSpPr>
          <p:cNvPr id="19"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관련 기록, 실제 전달 범위 확인</a:t>
            </a:r>
            <a:endParaRPr lang="ko-KR">
              <a:solidFill>
                <a:srgbClr val="000000"/>
              </a:solidFill>
              <a:latin typeface="Calibri"/>
              <a:ea typeface="Calibri"/>
              <a:cs typeface="Calibri"/>
            </a:endParaRPr>
          </a:p>
        </p:txBody>
      </p:sp>
      <p:sp>
        <p:nvSpPr>
          <p:cNvPr id="20"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필요한 발췌, 결과 참조 연결</a:t>
            </a:r>
            <a:endParaRPr lang="ko-KR">
              <a:solidFill>
                <a:srgbClr val="000000"/>
              </a:solidFill>
              <a:latin typeface="Calibri"/>
              <a:ea typeface="Calibri"/>
              <a:cs typeface="Calibri"/>
            </a:endParaRPr>
          </a:p>
        </p:txBody>
      </p:sp>
      <p:sp>
        <p:nvSpPr>
          <p:cNvPr id="21"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이번 Request에 필요한 맥락 제공</a:t>
            </a:r>
            <a:endParaRPr lang="ko-KR">
              <a:solidFill>
                <a:srgbClr val="000000"/>
              </a:solidFill>
              <a:latin typeface="Calibri"/>
              <a:ea typeface="Calibri"/>
              <a:cs typeface="Calibri"/>
            </a:endParaRPr>
          </a:p>
        </p:txBody>
      </p:sp>
      <p:sp>
        <p:nvSpPr>
          <p:cNvPr id="22"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평가 기준을 적용해 자료 분석</a:t>
            </a:r>
            <a:endParaRPr lang="ko-KR">
              <a:solidFill>
                <a:srgbClr val="000000"/>
              </a:solidFill>
              <a:latin typeface="Calibri"/>
              <a:ea typeface="Calibri"/>
              <a:cs typeface="Calibri"/>
            </a:endParaRPr>
          </a:p>
        </p:txBody>
      </p:sp>
      <p:sp>
        <p:nvSpPr>
          <p:cNvPr id="23"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제안서 작성</a:t>
            </a:r>
            <a:endParaRPr lang="ko-KR">
              <a:solidFill>
                <a:srgbClr val="000000"/>
              </a:solidFill>
              <a:latin typeface="Calibri"/>
              <a:ea typeface="Calibri"/>
              <a:cs typeface="Calibri"/>
            </a:endParaRPr>
          </a:p>
        </p:txBody>
      </p:sp>
      <p:sp>
        <p:nvSpPr>
          <p:cNvPr id="24"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이전 설명과 여러 Task의 결과를 다시 모아 전달할 필요가 없습니다</a:t>
            </a:r>
            <a:endParaRPr lang="ko-KR">
              <a:solidFill>
                <a:srgbClr val="000000"/>
              </a:solidFill>
              <a:latin typeface="Calibri"/>
              <a:ea typeface="Calibri"/>
              <a:cs typeface="Calibri"/>
            </a:endParaRPr>
          </a:p>
        </p:txBody>
      </p:sp>
      <p:sp>
        <p:nvSpPr>
          <p:cNvPr id="25"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v2-116-choice-white">
            <a:extLst>
              <a:ext uri="{FF2B5EF4-FFF2-40B4-BE49-F238E27FC236}">
                <ns2:creationId id="{AEAD3BC0-D248-474F-8999-D46276F6F413}"/>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흩어진 과거 근거를 어떻게 연결하고, 최신 상태와 권한에 맞게 다시 사용할까?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유효 cache와 요청별 miss 비용 ↔ 공통 조회와 초기/미사용 생산, 철회 및 coverage 비용</a:t>
            </a:r>
            <a:endParaRPr lang="ko-KR">
              <a:solidFill>
                <a:srgbClr val="000000"/>
              </a:solidFill>
              <a:latin typeface="Calibri"/>
              <a:ea typeface="Calibri"/>
              <a:cs typeface="Calibri"/>
            </a:endParaRPr>
          </a:p>
        </p:txBody>
      </p:sp>
      <p:sp>
        <p:nvSpPr>
          <p:cNvPr id="29" name="v6-header-title">
            <a:extLst>
              <a:ext uri="{FF2B5EF4-FFF2-40B4-BE49-F238E27FC236}">
                <ns2:creationId id="{B25CFC09-780C-4791-B12B-4E371A7654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배경 (v2)</a:t>
            </a:r>
            <a:endParaRPr lang="ko-KR">
              <a:latin typeface="Calibri"/>
              <a:ea typeface="Calibri"/>
              <a:cs typeface="Calibri"/>
            </a:endParaRPr>
          </a:p>
        </p:txBody>
      </p:sp>
      <p:sp>
        <p:nvSpPr>
          <p:cNvPr id="30" name="v6-header-rule">
            <a:extLst>
              <a:ext uri="{FF2B5EF4-FFF2-40B4-BE49-F238E27FC236}">
                <ns2:creationId id="{47A1BB24-934B-4B2F-B7E3-889ADB277728}"/>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B600630B-6B5D-438D-B571-1F4FA86A482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D487FD8F-87C6-4E66-8D25-FD89C40A15E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BAE79A4A-82B5-45C0-B6AA-AC3FA408CC9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71F3B077-E167-4F86-833C-C63300B75A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FE1494B1-A857-4B18-B2F1-407691CE336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49E970FD-1B72-47D6-B261-418E27FF673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60 / 63</a:t>
            </a:r>
            <a:endParaRPr lang="ko-KR">
              <a:latin typeface="Calibri"/>
              <a:ea typeface="Calibri"/>
              <a:cs typeface="Calibri"/>
            </a:endParaRPr>
          </a:p>
        </p:txBody>
      </p:sp>
    </p:spTree>
    <p:extLst>
      <p:ext uri="{BB962C8B-B14F-4D97-AF65-F5344CB8AC3E}">
        <p14:creationId val="331947025"/>
      </p:ext>
    </p:extLst>
  </p:cSld>
</p:sld>
</file>

<file path=ppt/slides/slide4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v2">
    <p:bg>
      <p:bgPr>
        <a:solidFill>
          <a:srgbClr val="FFFFFF"/>
        </a:solidFill>
      </p:bgPr>
    </p:bg>
    <p:spTree>
      <p:nvGrpSpPr>
        <p:cNvPr id="1" name=""/>
        <p:cNvGrpSpPr/>
        <p:nvPr/>
      </p:nvGrpSpPr>
      <p:grpSpPr>
        <a:xfrm/>
      </p:grpSpPr>
      <p:sp>
        <p:nvSpPr>
          <p:cNvPr id="4"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보고서를 맡기고 → 음성 연결을 잠시 끊고 → 다시 돌아와 결론을 수정</a:t>
            </a:r>
            <a:endParaRPr lang="ko-KR">
              <a:solidFill>
                <a:srgbClr val="000000"/>
              </a:solidFill>
              <a:latin typeface="Calibri"/>
              <a:ea typeface="Calibri"/>
              <a:cs typeface="Calibri"/>
            </a:endParaRPr>
          </a:p>
        </p:txBody>
      </p:sp>
      <p:pic>
        <p:nvPicPr>
          <p:cNvPr id="5"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6"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7"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8"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작성 Request</a:t>
            </a:r>
            <a:endParaRPr lang="ko-KR">
              <a:solidFill>
                <a:srgbClr val="000000"/>
              </a:solidFill>
              <a:latin typeface="Calibri"/>
              <a:ea typeface="Calibri"/>
              <a:cs typeface="Calibri"/>
            </a:endParaRPr>
          </a:p>
        </p:txBody>
      </p:sp>
      <p:sp>
        <p:nvSpPr>
          <p:cNvPr id="9"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음성 연결을 잠시 종료</a:t>
            </a:r>
            <a:endParaRPr lang="ko-KR">
              <a:solidFill>
                <a:srgbClr val="000000"/>
              </a:solidFill>
              <a:latin typeface="Calibri"/>
              <a:ea typeface="Calibri"/>
              <a:cs typeface="Calibri"/>
            </a:endParaRPr>
          </a:p>
        </p:txBody>
      </p:sp>
      <p:sp>
        <p:nvSpPr>
          <p:cNvPr id="10"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완료된 보고서 수정 Request</a:t>
            </a:r>
            <a:endParaRPr lang="ko-KR">
              <a:solidFill>
                <a:srgbClr val="000000"/>
              </a:solidFill>
              <a:latin typeface="Calibri"/>
              <a:ea typeface="Calibri"/>
              <a:cs typeface="Calibri"/>
            </a:endParaRPr>
          </a:p>
        </p:txBody>
      </p:sp>
      <p:sp>
        <p:nvSpPr>
          <p:cNvPr id="11"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 자료로 보고서를 만들어줘.”</a:t>
            </a:r>
            <a:endParaRPr lang="ko-KR">
              <a:solidFill>
                <a:srgbClr val="000000"/>
              </a:solidFill>
              <a:latin typeface="Calibri"/>
              <a:ea typeface="Calibri"/>
              <a:cs typeface="Calibri"/>
            </a:endParaRPr>
          </a:p>
        </p:txBody>
      </p:sp>
      <p:sp>
        <p:nvSpPr>
          <p:cNvPr id="12"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Task는 계속 진행</a:t>
            </a:r>
            <a:endParaRPr lang="ko-KR">
              <a:solidFill>
                <a:srgbClr val="000000"/>
              </a:solidFill>
              <a:latin typeface="Calibri"/>
              <a:ea typeface="Calibri"/>
              <a:cs typeface="Calibri"/>
            </a:endParaRPr>
          </a:p>
        </p:txBody>
      </p:sp>
      <p:sp>
        <p:nvSpPr>
          <p:cNvPr id="13"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“결론 부분만 짧게 바꿔줘.”</a:t>
            </a:r>
            <a:endParaRPr lang="ko-KR">
              <a:solidFill>
                <a:srgbClr val="000000"/>
              </a:solidFill>
              <a:latin typeface="Calibri"/>
              <a:ea typeface="Calibri"/>
              <a:cs typeface="Calibri"/>
            </a:endParaRPr>
          </a:p>
        </p:txBody>
      </p:sp>
      <p:sp>
        <p:nvSpPr>
          <p:cNvPr id="14"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음성 연결</a:t>
            </a:r>
            <a:endParaRPr lang="ko-KR">
              <a:solidFill>
                <a:srgbClr val="000000"/>
              </a:solidFill>
              <a:latin typeface="Calibri"/>
              <a:ea typeface="Calibri"/>
              <a:cs typeface="Calibri"/>
            </a:endParaRPr>
          </a:p>
        </p:txBody>
      </p:sp>
      <p:sp>
        <p:nvSpPr>
          <p:cNvPr id="15"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6"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개별 Request 처리</a:t>
            </a:r>
            <a:endParaRPr lang="ko-KR">
              <a:solidFill>
                <a:srgbClr val="000000"/>
              </a:solidFill>
              <a:latin typeface="Calibri"/>
              <a:ea typeface="Calibri"/>
              <a:cs typeface="Calibri"/>
            </a:endParaRPr>
          </a:p>
        </p:txBody>
      </p:sp>
      <p:sp>
        <p:nvSpPr>
          <p:cNvPr id="17"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8"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보고서 Task 이력</a:t>
            </a:r>
            <a:endParaRPr lang="ko-KR">
              <a:solidFill>
                <a:srgbClr val="000000"/>
              </a:solidFill>
              <a:latin typeface="Calibri"/>
              <a:ea typeface="Calibri"/>
              <a:cs typeface="Calibri"/>
            </a:endParaRPr>
          </a:p>
        </p:txBody>
      </p:sp>
      <p:sp>
        <p:nvSpPr>
          <p:cNvPr id="19"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20"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Agent의 실제 실행</a:t>
            </a:r>
            <a:endParaRPr lang="ko-KR">
              <a:solidFill>
                <a:srgbClr val="000000"/>
              </a:solidFill>
              <a:latin typeface="Calibri"/>
              <a:ea typeface="Calibri"/>
              <a:cs typeface="Calibri"/>
            </a:endParaRPr>
          </a:p>
        </p:txBody>
      </p:sp>
      <p:sp>
        <p:nvSpPr>
          <p:cNvPr id="21"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2"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3"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4"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연결 없음</a:t>
            </a:r>
            <a:endParaRPr lang="ko-KR">
              <a:solidFill>
                <a:srgbClr val="000000"/>
              </a:solidFill>
              <a:latin typeface="Calibri"/>
              <a:ea typeface="Calibri"/>
              <a:cs typeface="Calibri"/>
            </a:endParaRPr>
          </a:p>
        </p:txBody>
      </p:sp>
      <p:sp>
        <p:nvSpPr>
          <p:cNvPr id="25"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6"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7"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위임 Request 처리</a:t>
            </a:r>
            <a:endParaRPr lang="ko-KR">
              <a:solidFill>
                <a:srgbClr val="000000"/>
              </a:solidFill>
              <a:latin typeface="Calibri"/>
              <a:ea typeface="Calibri"/>
              <a:cs typeface="Calibri"/>
            </a:endParaRPr>
          </a:p>
        </p:txBody>
      </p:sp>
      <p:sp>
        <p:nvSpPr>
          <p:cNvPr id="28"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수정 Request 처리</a:t>
            </a:r>
            <a:endParaRPr lang="ko-KR">
              <a:solidFill>
                <a:srgbClr val="000000"/>
              </a:solidFill>
              <a:latin typeface="Calibri"/>
              <a:ea typeface="Calibri"/>
              <a:cs typeface="Calibri"/>
            </a:endParaRPr>
          </a:p>
        </p:txBody>
      </p:sp>
      <p:sp>
        <p:nvSpPr>
          <p:cNvPr id="29"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30"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같은 보고서의 Task, 결과, 정정 이력을 유지</a:t>
            </a:r>
            <a:endParaRPr lang="ko-KR">
              <a:solidFill>
                <a:srgbClr val="000000"/>
              </a:solidFill>
              <a:latin typeface="Calibri"/>
              <a:ea typeface="Calibri"/>
              <a:cs typeface="Calibri"/>
            </a:endParaRPr>
          </a:p>
        </p:txBody>
      </p:sp>
      <p:sp>
        <p:nvSpPr>
          <p:cNvPr id="31"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2"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3"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작성 실행</a:t>
            </a:r>
            <a:endParaRPr lang="ko-KR">
              <a:solidFill>
                <a:srgbClr val="000000"/>
              </a:solidFill>
              <a:latin typeface="Calibri"/>
              <a:ea typeface="Calibri"/>
              <a:cs typeface="Calibri"/>
            </a:endParaRPr>
          </a:p>
        </p:txBody>
      </p:sp>
      <p:sp>
        <p:nvSpPr>
          <p:cNvPr id="34"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수정 실행</a:t>
            </a:r>
            <a:endParaRPr lang="ko-KR">
              <a:solidFill>
                <a:srgbClr val="000000"/>
              </a:solidFill>
              <a:latin typeface="Calibri"/>
              <a:ea typeface="Calibri"/>
              <a:cs typeface="Calibri"/>
            </a:endParaRPr>
          </a:p>
        </p:txBody>
      </p:sp>
      <p:sp>
        <p:nvSpPr>
          <p:cNvPr id="35"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다시 돌아와, 이미 맡긴 보고서의 결과를 확인하고 수정을 이어갑니다</a:t>
            </a:r>
            <a:endParaRPr lang="ko-KR">
              <a:solidFill>
                <a:srgbClr val="000000"/>
              </a:solidFill>
              <a:latin typeface="Calibri"/>
              <a:ea typeface="Calibri"/>
              <a:cs typeface="Calibri"/>
            </a:endParaRPr>
          </a:p>
        </p:txBody>
      </p:sp>
      <p:sp>
        <p:nvSpPr>
          <p:cNvPr id="38" name="v2-121-choice-white">
            <a:extLst>
              <a:ext uri="{FF2B5EF4-FFF2-40B4-BE49-F238E27FC236}">
                <ns2:creationId id="{1735B41E-BEBE-46BA-B79C-225CE4449434}"/>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대화와 업무의 수명이 달라도, 요청과 실행의 연결 및 상태를 어떻게 일관되게 유지할까?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모듈형 Core의 공동 확정 ↔ 독립 운영 조건과 인계/재확인, process 및 접수 상태 비용</a:t>
            </a:r>
            <a:endParaRPr lang="ko-KR">
              <a:solidFill>
                <a:srgbClr val="000000"/>
              </a:solidFill>
              <a:latin typeface="Calibri"/>
              <a:ea typeface="Calibri"/>
              <a:cs typeface="Calibri"/>
            </a:endParaRPr>
          </a:p>
        </p:txBody>
      </p:sp>
      <p:sp>
        <p:nvSpPr>
          <p:cNvPr id="41" name="v2-124-conversation-white">
            <a:extLst>
              <a:ext uri="{FF2B5EF4-FFF2-40B4-BE49-F238E27FC236}">
                <ns2:creationId id="{C7AB4E29-A1F9-4F9F-BC10-91E4C2D55A5E}"/>
              </a:ext>
            </a:extLst>
          </p:cNvPr>
          <p:cNvSpPr>
            <a:spLocks noGrp="1"/>
          </p:cNvSpPr>
          <p:nvPr/>
        </p:nvSpPr>
        <p:spPr>
          <a:xfrm>
            <a:off x="723900" y="2533650"/>
            <a:ext cx="16859250" cy="323850"/>
          </a:xfrm>
          <a:prstGeom prst="rect">
            <a:avLst/>
          </a:prstGeom>
          <a:solidFill>
            <a:srgbClr val="FFFFFF"/>
          </a:solidFill>
          <a:ln w="0">
            <a:solidFill>
              <a:srgbClr val="FFFFFF"/>
            </a:solidFill>
          </a:ln>
        </p:spPr>
      </p:sp>
      <p:sp>
        <p:nvSpPr>
          <p:cNvPr id="42" name="v2-125-note">
            <a:extLst>
              <a:ext uri="{FF2B5EF4-FFF2-40B4-BE49-F238E27FC236}">
                <ns2:creationId id="{77F3126A-AAFD-4DB2-B8EF-1EFD4CF49302}"/>
              </a:ext>
            </a:extLst>
          </p:cNvPr>
          <p:cNvSpPr>
            <a:spLocks noGrp="1"/>
          </p:cNvSpPr>
          <p:nvPr/>
        </p:nvSpPr>
        <p:spPr>
          <a:xfrm>
            <a:off x="904875" y="2533650"/>
            <a:ext cx="16764000" cy="3238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Conversation(대화 기록과 업무 연결)은 음성 연결 종료 뒤에도 이어집니다. 아래의 수명 차이는 양안 공통입니다.</a:t>
            </a:r>
            <a:endParaRPr lang="ko-KR">
              <a:solidFill>
                <a:srgbClr val="000000"/>
              </a:solidFill>
              <a:latin typeface="Calibri"/>
              <a:ea typeface="Calibri"/>
              <a:cs typeface="Calibri"/>
            </a:endParaRPr>
          </a:p>
        </p:txBody>
      </p:sp>
      <p:sp>
        <p:nvSpPr>
          <p:cNvPr id="43" name="v6-header-title">
            <a:extLst>
              <a:ext uri="{FF2B5EF4-FFF2-40B4-BE49-F238E27FC236}">
                <ns2:creationId id="{DE00A50B-AC47-4B10-A9DC-E9F449F1F56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수명 배경 (v2)</a:t>
            </a:r>
            <a:endParaRPr lang="ko-KR">
              <a:latin typeface="Calibri"/>
              <a:ea typeface="Calibri"/>
              <a:cs typeface="Calibri"/>
            </a:endParaRPr>
          </a:p>
        </p:txBody>
      </p:sp>
      <p:sp>
        <p:nvSpPr>
          <p:cNvPr id="44" name="v6-header-rule">
            <a:extLst>
              <a:ext uri="{FF2B5EF4-FFF2-40B4-BE49-F238E27FC236}">
                <ns2:creationId id="{A51AE239-186C-4A88-85D5-F0F8B61E3B80}"/>
              </a:ext>
            </a:extLst>
          </p:cNvPr>
          <p:cNvSpPr>
            <a:spLocks noGrp="1"/>
          </p:cNvSpPr>
          <p:nvPr/>
        </p:nvSpPr>
        <p:spPr>
          <a:xfrm>
            <a:off x="495300" y="990600"/>
            <a:ext cx="17335500" cy="0"/>
          </a:xfrm>
          <a:prstGeom prst="line">
            <a:avLst/>
          </a:prstGeom>
          <a:noFill/>
          <a:ln w="19050">
            <a:solidFill>
              <a:srgbClr val="A6A6A6"/>
            </a:solidFill>
          </a:ln>
        </p:spPr>
      </p:sp>
      <p:sp>
        <p:nvSpPr>
          <p:cNvPr id="45" name="v6-header-stage-0">
            <a:extLst>
              <a:ext uri="{FF2B5EF4-FFF2-40B4-BE49-F238E27FC236}">
                <ns2:creationId id="{44EBDAB6-88F6-4F86-AA76-4365600180A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6" name="v6-header-stage-1">
            <a:extLst>
              <a:ext uri="{FF2B5EF4-FFF2-40B4-BE49-F238E27FC236}">
                <ns2:creationId id="{C8DCB80B-E45A-4690-9972-822035BB4F0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7" name="v6-header-stage-2">
            <a:extLst>
              <a:ext uri="{FF2B5EF4-FFF2-40B4-BE49-F238E27FC236}">
                <ns2:creationId id="{CD7C61D5-50E9-48FC-9EF2-55B95947368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8" name="v6-header-stage-3">
            <a:extLst>
              <a:ext uri="{FF2B5EF4-FFF2-40B4-BE49-F238E27FC236}">
                <ns2:creationId id="{93336E9B-E832-41E0-9B76-67CCA01AA96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9" name="v6-header-stage-4">
            <a:extLst>
              <a:ext uri="{FF2B5EF4-FFF2-40B4-BE49-F238E27FC236}">
                <ns2:creationId id="{BDF98E28-6DD0-48F7-B946-13EB6DE7EF2E}"/>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0" name="v6-header-page">
            <a:extLst>
              <a:ext uri="{FF2B5EF4-FFF2-40B4-BE49-F238E27FC236}">
                <ns2:creationId id="{BC65E57D-130C-4100-B2AD-2376E6FBF4A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61 / 63</a:t>
            </a:r>
            <a:endParaRPr lang="ko-KR">
              <a:latin typeface="Calibri"/>
              <a:ea typeface="Calibri"/>
              <a:cs typeface="Calibri"/>
            </a:endParaRPr>
          </a:p>
        </p:txBody>
      </p:sp>
    </p:spTree>
    <p:extLst>
      <p:ext uri="{BB962C8B-B14F-4D97-AF65-F5344CB8AC3E}">
        <p14:creationId val="2044630242"/>
      </p:ext>
    </p:extLst>
  </p:cSld>
</p:sld>
</file>

<file path=ppt/slides/slide46.xml><?xml version="1.0" encoding="utf-8"?>
<p:sld xmlns:a="http://schemas.openxmlformats.org/drawingml/2006/main" xmlns:ns2="http://schemas.microsoft.com/office/drawing/2014/main" xmlns:p="http://schemas.openxmlformats.org/presentationml/2006/main" xmlns:p14="http://schemas.microsoft.com/office/powerpoint/2010/main">
  <p:cSld name="necessity-v2">
    <p:bg>
      <p:bgPr>
        <a:solidFill>
          <a:srgbClr val="FFFFFF"/>
        </a:solidFill>
      </p:bgPr>
    </p:bg>
    <p:spTree>
      <p:nvGrpSpPr>
        <p:cNvPr id="1" name=""/>
        <p:cNvGrpSpPr/>
        <p:nvPr/>
      </p:nvGrpSpPr>
      <p:grpSpPr>
        <a:xfrm/>
      </p:grpSpPr>
      <p:sp>
        <p:nvSpPr>
          <p:cNvPr id="5" name="v2-4-need-title">
            <a:extLst>
              <a:ext uri="{FF2B5EF4-FFF2-40B4-BE49-F238E27FC236}">
                <ns2:creationId id="{C8C4C48A-5FA9-4428-A46F-18A8D5553A95}"/>
              </a:ext>
            </a:extLst>
          </p:cNvPr>
          <p:cNvSpPr>
            <a:spLocks noGrp="1"/>
          </p:cNvSpPr>
          <p:nvPr/>
        </p:nvSpPr>
        <p:spPr>
          <a:xfrm>
            <a:off x="495300" y="1885950"/>
            <a:ext cx="5524500" cy="52387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뜻과 조건을 함께 보존</a:t>
            </a:r>
            <a:endParaRPr lang="ko-KR">
              <a:solidFill>
                <a:srgbClr val="000000"/>
              </a:solidFill>
              <a:latin typeface="Calibri"/>
              <a:ea typeface="Calibri"/>
              <a:cs typeface="Calibri"/>
            </a:endParaRPr>
          </a:p>
        </p:txBody>
      </p:sp>
      <p:sp>
        <p:nvSpPr>
          <p:cNvPr id="6" name="v2-5-note">
            <a:extLst>
              <a:ext uri="{FF2B5EF4-FFF2-40B4-BE49-F238E27FC236}">
                <ns2:creationId id="{79ABC226-031E-46EB-90D9-9EF214165FE8}"/>
              </a:ext>
            </a:extLst>
          </p:cNvPr>
          <p:cNvSpPr>
            <a:spLocks noGrp="1"/>
          </p:cNvSpPr>
          <p:nvPr/>
        </p:nvSpPr>
        <p:spPr>
          <a:xfrm>
            <a:off x="495300" y="2638425"/>
            <a:ext cx="5524500" cy="7239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“메일에는 이 표를 넣어줘.”</a:t>
            </a:r>
            <a:endParaRPr lang="ko-KR">
              <a:solidFill>
                <a:srgbClr val="000000"/>
              </a:solidFill>
              <a:latin typeface="Calibri"/>
              <a:ea typeface="Calibri"/>
              <a:cs typeface="Calibri"/>
            </a:endParaRPr>
          </a:p>
        </p:txBody>
      </p:sp>
      <p:sp>
        <p:nvSpPr>
          <p:cNvPr id="7" name="v2-6-need-line">
            <a:extLst>
              <a:ext uri="{FF2B5EF4-FFF2-40B4-BE49-F238E27FC236}">
                <ns2:creationId id="{D3821A77-A8C3-4B65-B968-3FA87A6D9E45}"/>
              </a:ext>
            </a:extLst>
          </p:cNvPr>
          <p:cNvSpPr>
            <a:spLocks noGrp="1"/>
          </p:cNvSpPr>
          <p:nvPr/>
        </p:nvSpPr>
        <p:spPr>
          <a:xfrm>
            <a:off x="495300" y="3571875"/>
            <a:ext cx="5410200" cy="9525"/>
          </a:xfrm>
          <a:custGeom>
            <a:pathLst>
              <a:path w="5410200" h="9525">
                <a:moveTo>
                  <a:pt x="0" y="0"/>
                </a:moveTo>
                <a:lnTo>
                  <a:pt x="5410200" y="0"/>
                </a:lnTo>
              </a:path>
            </a:pathLst>
          </a:custGeom>
          <a:noFill/>
          <a:ln w="19050">
            <a:solidFill>
              <a:srgbClr val="BCCAD2"/>
            </a:solidFill>
            <a:prstDash val="solid"/>
          </a:ln>
        </p:spPr>
      </p:sp>
      <p:sp>
        <p:nvSpPr>
          <p:cNvPr id="8" name="v2-7-need-body">
            <a:extLst>
              <a:ext uri="{FF2B5EF4-FFF2-40B4-BE49-F238E27FC236}">
                <ns2:creationId id="{B944A4C2-C0CF-48A8-BA76-CD1F769B59B3}"/>
              </a:ext>
            </a:extLst>
          </p:cNvPr>
          <p:cNvSpPr>
            <a:spLocks noGrp="1"/>
          </p:cNvSpPr>
          <p:nvPr/>
        </p:nvSpPr>
        <p:spPr>
          <a:xfrm>
            <a:off x="495300" y="3943350"/>
            <a:ext cx="5524500" cy="14668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바꿀 대상은 메일 내용입니다.</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보고서 PDF와 초안만 조건은 유지해야 합니다.</a:t>
            </a:r>
            <a:endParaRPr lang="ko-KR">
              <a:solidFill>
                <a:srgbClr val="000000"/>
              </a:solidFill>
              <a:latin typeface="Calibri"/>
              <a:ea typeface="Calibri"/>
              <a:cs typeface="Calibri"/>
            </a:endParaRPr>
          </a:p>
        </p:txBody>
      </p:sp>
      <p:sp>
        <p:nvSpPr>
          <p:cNvPr id="9" name="v2-8-need-title">
            <a:extLst>
              <a:ext uri="{FF2B5EF4-FFF2-40B4-BE49-F238E27FC236}">
                <ns2:creationId id="{F2840371-A41B-4A05-A1D2-26A1C4229551}"/>
              </a:ext>
            </a:extLst>
          </p:cNvPr>
          <p:cNvSpPr>
            <a:spLocks noGrp="1"/>
          </p:cNvSpPr>
          <p:nvPr/>
        </p:nvSpPr>
        <p:spPr>
          <a:xfrm>
            <a:off x="6343650" y="1885950"/>
            <a:ext cx="5524500" cy="52387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일하는 중에도 새 입력에 반응</a:t>
            </a:r>
            <a:endParaRPr lang="ko-KR">
              <a:solidFill>
                <a:srgbClr val="000000"/>
              </a:solidFill>
              <a:latin typeface="Calibri"/>
              <a:ea typeface="Calibri"/>
              <a:cs typeface="Calibri"/>
            </a:endParaRPr>
          </a:p>
        </p:txBody>
      </p:sp>
      <p:sp>
        <p:nvSpPr>
          <p:cNvPr id="10" name="v2-9-note">
            <a:extLst>
              <a:ext uri="{FF2B5EF4-FFF2-40B4-BE49-F238E27FC236}">
                <ns2:creationId id="{602C06AC-86CA-4B53-B173-F759E5AA7CD9}"/>
              </a:ext>
            </a:extLst>
          </p:cNvPr>
          <p:cNvSpPr>
            <a:spLocks noGrp="1"/>
          </p:cNvSpPr>
          <p:nvPr/>
        </p:nvSpPr>
        <p:spPr>
          <a:xfrm>
            <a:off x="6343650" y="2638425"/>
            <a:ext cx="5524500" cy="7239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보고서 작성 중 새 지시와 질문이 도착</a:t>
            </a:r>
            <a:endParaRPr lang="ko-KR">
              <a:solidFill>
                <a:srgbClr val="000000"/>
              </a:solidFill>
              <a:latin typeface="Calibri"/>
              <a:ea typeface="Calibri"/>
              <a:cs typeface="Calibri"/>
            </a:endParaRPr>
          </a:p>
        </p:txBody>
      </p:sp>
      <p:sp>
        <p:nvSpPr>
          <p:cNvPr id="11" name="v2-10-need-line">
            <a:extLst>
              <a:ext uri="{FF2B5EF4-FFF2-40B4-BE49-F238E27FC236}">
                <ns2:creationId id="{7ED2467F-2C74-40DC-8054-C837A2CDFD90}"/>
              </a:ext>
            </a:extLst>
          </p:cNvPr>
          <p:cNvSpPr>
            <a:spLocks noGrp="1"/>
          </p:cNvSpPr>
          <p:nvPr/>
        </p:nvSpPr>
        <p:spPr>
          <a:xfrm>
            <a:off x="6343650" y="3571875"/>
            <a:ext cx="5410200" cy="9525"/>
          </a:xfrm>
          <a:custGeom>
            <a:pathLst>
              <a:path w="5410200" h="9525">
                <a:moveTo>
                  <a:pt x="0" y="0"/>
                </a:moveTo>
                <a:lnTo>
                  <a:pt x="5410200" y="0"/>
                </a:lnTo>
              </a:path>
            </a:pathLst>
          </a:custGeom>
          <a:noFill/>
          <a:ln w="19050">
            <a:solidFill>
              <a:srgbClr val="BCCAD2"/>
            </a:solidFill>
            <a:prstDash val="solid"/>
          </a:ln>
        </p:spPr>
      </p:sp>
      <p:sp>
        <p:nvSpPr>
          <p:cNvPr id="12" name="v2-11-need-body">
            <a:extLst>
              <a:ext uri="{FF2B5EF4-FFF2-40B4-BE49-F238E27FC236}">
                <ns2:creationId id="{301631E0-A6CD-445E-A1BA-D75CF99B72DB}"/>
              </a:ext>
            </a:extLst>
          </p:cNvPr>
          <p:cNvSpPr>
            <a:spLocks noGrp="1"/>
          </p:cNvSpPr>
          <p:nvPr/>
        </p:nvSpPr>
        <p:spPr>
          <a:xfrm>
            <a:off x="6343650" y="3943350"/>
            <a:ext cx="5524500" cy="14668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처리 완료를 기다리지 않고 말을 받으며,</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옛 응답과 새 지시를 구별해야 합니다.</a:t>
            </a:r>
            <a:endParaRPr lang="ko-KR">
              <a:solidFill>
                <a:srgbClr val="000000"/>
              </a:solidFill>
              <a:latin typeface="Calibri"/>
              <a:ea typeface="Calibri"/>
              <a:cs typeface="Calibri"/>
            </a:endParaRPr>
          </a:p>
        </p:txBody>
      </p:sp>
      <p:sp>
        <p:nvSpPr>
          <p:cNvPr id="13" name="v2-12-need-title">
            <a:extLst>
              <a:ext uri="{FF2B5EF4-FFF2-40B4-BE49-F238E27FC236}">
                <ns2:creationId id="{2335F5D0-431B-4FA5-B420-917E12C60B0E}"/>
              </a:ext>
            </a:extLst>
          </p:cNvPr>
          <p:cNvSpPr>
            <a:spLocks noGrp="1"/>
          </p:cNvSpPr>
          <p:nvPr/>
        </p:nvSpPr>
        <p:spPr>
          <a:xfrm>
            <a:off x="12192000" y="1885950"/>
            <a:ext cx="5524500" cy="52387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변화하는 기술과 연결을 수용</a:t>
            </a:r>
            <a:endParaRPr lang="ko-KR">
              <a:solidFill>
                <a:srgbClr val="000000"/>
              </a:solidFill>
              <a:latin typeface="Calibri"/>
              <a:ea typeface="Calibri"/>
              <a:cs typeface="Calibri"/>
            </a:endParaRPr>
          </a:p>
        </p:txBody>
      </p:sp>
      <p:sp>
        <p:nvSpPr>
          <p:cNvPr id="14" name="v2-13-note">
            <a:extLst>
              <a:ext uri="{FF2B5EF4-FFF2-40B4-BE49-F238E27FC236}">
                <ns2:creationId id="{DB8DEDE1-B895-4FB6-8BBC-E8A3ADFD7D9C}"/>
              </a:ext>
            </a:extLst>
          </p:cNvPr>
          <p:cNvSpPr>
            <a:spLocks noGrp="1"/>
          </p:cNvSpPr>
          <p:nvPr/>
        </p:nvSpPr>
        <p:spPr>
          <a:xfrm>
            <a:off x="12192000" y="2638425"/>
            <a:ext cx="5524500" cy="7239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새 음성 모델, 업무 AI와 정보원이 등장</a:t>
            </a:r>
            <a:endParaRPr lang="ko-KR">
              <a:solidFill>
                <a:srgbClr val="000000"/>
              </a:solidFill>
              <a:latin typeface="Calibri"/>
              <a:ea typeface="Calibri"/>
              <a:cs typeface="Calibri"/>
            </a:endParaRPr>
          </a:p>
        </p:txBody>
      </p:sp>
      <p:sp>
        <p:nvSpPr>
          <p:cNvPr id="15" name="v2-14-need-line">
            <a:extLst>
              <a:ext uri="{FF2B5EF4-FFF2-40B4-BE49-F238E27FC236}">
                <ns2:creationId id="{1FEDBB27-4820-4B6E-8F5C-B6AAA52101C3}"/>
              </a:ext>
            </a:extLst>
          </p:cNvPr>
          <p:cNvSpPr>
            <a:spLocks noGrp="1"/>
          </p:cNvSpPr>
          <p:nvPr/>
        </p:nvSpPr>
        <p:spPr>
          <a:xfrm>
            <a:off x="12192000" y="3571875"/>
            <a:ext cx="5410200" cy="9525"/>
          </a:xfrm>
          <a:custGeom>
            <a:pathLst>
              <a:path w="5410200" h="9525">
                <a:moveTo>
                  <a:pt x="0" y="0"/>
                </a:moveTo>
                <a:lnTo>
                  <a:pt x="5410200" y="0"/>
                </a:lnTo>
              </a:path>
            </a:pathLst>
          </a:custGeom>
          <a:noFill/>
          <a:ln w="19050">
            <a:solidFill>
              <a:srgbClr val="BCCAD2"/>
            </a:solidFill>
            <a:prstDash val="solid"/>
          </a:ln>
        </p:spPr>
      </p:sp>
      <p:sp>
        <p:nvSpPr>
          <p:cNvPr id="16" name="v2-15-need-body">
            <a:extLst>
              <a:ext uri="{FF2B5EF4-FFF2-40B4-BE49-F238E27FC236}">
                <ns2:creationId id="{550E8D24-E194-4CDB-B8D1-28EB70B90C9B}"/>
              </a:ext>
            </a:extLst>
          </p:cNvPr>
          <p:cNvSpPr>
            <a:spLocks noGrp="1"/>
          </p:cNvSpPr>
          <p:nvPr/>
        </p:nvSpPr>
        <p:spPr>
          <a:xfrm>
            <a:off x="12192000" y="3943350"/>
            <a:ext cx="5524500" cy="14668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기존 사용자 기능을 유지하면서</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영향받는 기능 책임을 수정해야 합니다.</a:t>
            </a:r>
            <a:endParaRPr lang="ko-KR">
              <a:solidFill>
                <a:srgbClr val="000000"/>
              </a:solidFill>
              <a:latin typeface="Calibri"/>
              <a:ea typeface="Calibri"/>
              <a:cs typeface="Calibri"/>
            </a:endParaRPr>
          </a:p>
        </p:txBody>
      </p:sp>
      <p:sp>
        <p:nvSpPr>
          <p:cNvPr id="17" name="v2-16-resource-rule">
            <a:extLst>
              <a:ext uri="{FF2B5EF4-FFF2-40B4-BE49-F238E27FC236}">
                <ns2:creationId id="{9832B4E2-E419-4290-B1F6-6DEEC9CED853}"/>
              </a:ext>
            </a:extLst>
          </p:cNvPr>
          <p:cNvSpPr>
            <a:spLocks noGrp="1"/>
          </p:cNvSpPr>
          <p:nvPr/>
        </p:nvSpPr>
        <p:spPr>
          <a:xfrm>
            <a:off x="495300" y="6096000"/>
            <a:ext cx="17297400" cy="9525"/>
          </a:xfrm>
          <a:custGeom>
            <a:pathLst>
              <a:path w="17297400" h="9525">
                <a:moveTo>
                  <a:pt x="0" y="0"/>
                </a:moveTo>
                <a:lnTo>
                  <a:pt x="17297400" y="0"/>
                </a:lnTo>
              </a:path>
            </a:pathLst>
          </a:custGeom>
          <a:noFill/>
          <a:ln w="19050">
            <a:solidFill>
              <a:srgbClr val="BCCAD2"/>
            </a:solidFill>
            <a:prstDash val="solid"/>
          </a:ln>
        </p:spPr>
      </p:sp>
      <p:sp>
        <p:nvSpPr>
          <p:cNvPr id="18" name="v2-17-resource-heading">
            <a:extLst>
              <a:ext uri="{FF2B5EF4-FFF2-40B4-BE49-F238E27FC236}">
                <ns2:creationId id="{1ADD9D0A-1A97-4516-81BD-339052D22A12}"/>
              </a:ext>
            </a:extLst>
          </p:cNvPr>
          <p:cNvSpPr>
            <a:spLocks noGrp="1"/>
          </p:cNvSpPr>
          <p:nvPr/>
        </p:nvSpPr>
        <p:spPr>
          <a:xfrm>
            <a:off x="495300" y="6419850"/>
            <a:ext cx="16859250" cy="523875"/>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계속되는 상호작용에는 운영 비용과 PC 자원도 필요합니다</a:t>
            </a:r>
            <a:endParaRPr lang="ko-KR">
              <a:solidFill>
                <a:srgbClr val="000000"/>
              </a:solidFill>
              <a:latin typeface="Calibri"/>
              <a:ea typeface="Calibri"/>
              <a:cs typeface="Calibri"/>
            </a:endParaRPr>
          </a:p>
        </p:txBody>
      </p:sp>
      <p:sp>
        <p:nvSpPr>
          <p:cNvPr id="19" name="v2-18-cost-cause">
            <a:extLst>
              <a:ext uri="{FF2B5EF4-FFF2-40B4-BE49-F238E27FC236}">
                <ns2:creationId id="{7EC5BE3A-4D02-477D-96F1-2A1898CED9E3}"/>
              </a:ext>
            </a:extLst>
          </p:cNvPr>
          <p:cNvSpPr>
            <a:spLocks noGrp="1"/>
          </p:cNvSpPr>
          <p:nvPr/>
        </p:nvSpPr>
        <p:spPr>
          <a:xfrm>
            <a:off x="495300" y="7267575"/>
            <a:ext cx="8286750" cy="11811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의미 재판단, 음성 응답과 과거 정보 준비</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 쓰이지 않은 준비와 재시도도 모델 사용량을 만듭니다.</a:t>
            </a:r>
            <a:endParaRPr lang="ko-KR">
              <a:solidFill>
                <a:srgbClr val="000000"/>
              </a:solidFill>
              <a:latin typeface="Calibri"/>
              <a:ea typeface="Calibri"/>
              <a:cs typeface="Calibri"/>
            </a:endParaRPr>
          </a:p>
        </p:txBody>
      </p:sp>
      <p:sp>
        <p:nvSpPr>
          <p:cNvPr id="20" name="v2-19-memory-cause">
            <a:extLst>
              <a:ext uri="{FF2B5EF4-FFF2-40B4-BE49-F238E27FC236}">
                <ns2:creationId id="{59678C30-4D0A-4916-80EA-0059384FDD0D}"/>
              </a:ext>
            </a:extLst>
          </p:cNvPr>
          <p:cNvSpPr>
            <a:spLocks noGrp="1"/>
          </p:cNvSpPr>
          <p:nvPr/>
        </p:nvSpPr>
        <p:spPr>
          <a:xfrm>
            <a:off x="9525000" y="7267575"/>
            <a:ext cx="8286750" cy="11811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진행 업무, 대화 기록과 입출력 버퍼</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 사용자 앱과 함께 쓰는 PC 메모리를 점유합니다.</a:t>
            </a:r>
            <a:endParaRPr lang="ko-KR">
              <a:solidFill>
                <a:srgbClr val="000000"/>
              </a:solidFill>
              <a:latin typeface="Calibri"/>
              <a:ea typeface="Calibri"/>
              <a:cs typeface="Calibri"/>
            </a:endParaRPr>
          </a:p>
        </p:txBody>
      </p:sp>
      <p:sp>
        <p:nvSpPr>
          <p:cNvPr id="21" name="v2-20-note">
            <a:extLst>
              <a:ext uri="{FF2B5EF4-FFF2-40B4-BE49-F238E27FC236}">
                <ns2:creationId id="{16A35BC9-736D-4457-BCAB-2DD7EDB4EDA0}"/>
              </a:ext>
            </a:extLst>
          </p:cNvPr>
          <p:cNvSpPr>
            <a:spLocks noGrp="1"/>
          </p:cNvSpPr>
          <p:nvPr/>
        </p:nvSpPr>
        <p:spPr>
          <a:xfrm>
            <a:off x="495300" y="9124950"/>
            <a:ext cx="16954500" cy="619125"/>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업무 AI의 실제 작성 시간과 별개로, VIA가 해석하고 연결하며 만드는 기다림도 줄여야 합니다.</a:t>
            </a:r>
            <a:endParaRPr lang="ko-KR">
              <a:solidFill>
                <a:srgbClr val="000000"/>
              </a:solidFill>
              <a:latin typeface="Calibri"/>
              <a:ea typeface="Calibri"/>
              <a:cs typeface="Calibri"/>
            </a:endParaRPr>
          </a:p>
        </p:txBody>
      </p:sp>
      <p:sp>
        <p:nvSpPr>
          <p:cNvPr id="22"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필요성</a:t>
            </a:r>
            <a:endParaRPr lang="ko-KR">
              <a:latin typeface="Calibri"/>
              <a:ea typeface="Calibri"/>
              <a:cs typeface="Calibri"/>
            </a:endParaRPr>
          </a:p>
        </p:txBody>
      </p:sp>
      <p:sp>
        <p:nvSpPr>
          <p:cNvPr id="23"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24"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5"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6"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7"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8"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9" name="v6-header-page">
            <a:extLst>
              <a:ext uri="{FF2B5EF4-FFF2-40B4-BE49-F238E27FC236}">
                <ns2:creationId id="{7E6D0068-28BB-4E17-A047-C442BFFCE19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 / 63</a:t>
            </a:r>
            <a:endParaRPr lang="ko-KR">
              <a:latin typeface="Calibri"/>
              <a:ea typeface="Calibri"/>
              <a:cs typeface="Calibri"/>
            </a:endParaRPr>
          </a:p>
        </p:txBody>
      </p:sp>
    </p:spTree>
    <p:extLst>
      <p:ext uri="{BB962C8B-B14F-4D97-AF65-F5344CB8AC3E}">
        <p14:creationId val="1756832137"/>
      </p:ext>
    </p:extLst>
  </p:cSld>
</p:sld>
</file>

<file path=ppt/slides/slide47.xml><?xml version="1.0" encoding="utf-8"?>
<p:sld xmlns:a="http://schemas.openxmlformats.org/drawingml/2006/main" xmlns:ns2="http://schemas.microsoft.com/office/drawing/2014/main" xmlns:p="http://schemas.openxmlformats.org/presentationml/2006/main" xmlns:p14="http://schemas.microsoft.com/office/powerpoint/2010/main">
  <p:cSld name="domain-primer">
    <p:bg>
      <p:bgPr>
        <a:solidFill>
          <a:srgbClr val="FFFFFF"/>
        </a:solidFill>
      </p:bgPr>
    </p:bg>
    <p:spTree>
      <p:nvGrpSpPr>
        <p:cNvPr id="1" name=""/>
        <p:cNvGrpSpPr/>
        <p:nvPr/>
      </p:nvGrpSpPr>
      <p:grpSpPr>
        <a:xfrm/>
      </p:grpSpPr>
      <p:sp>
        <p:nvSpPr>
          <p:cNvPr id="5" name="v2-25-note">
            <a:extLst>
              <a:ext uri="{FF2B5EF4-FFF2-40B4-BE49-F238E27FC236}">
                <ns2:creationId id="{4A710B79-A224-4755-8227-2B7A89B6BFCD}"/>
              </a:ext>
            </a:extLst>
          </p:cNvPr>
          <p:cNvSpPr>
            <a:spLocks noGrp="1"/>
          </p:cNvSpPr>
          <p:nvPr/>
        </p:nvSpPr>
        <p:spPr>
          <a:xfrm>
            <a:off x="495300" y="1562100"/>
            <a:ext cx="17145000" cy="514350"/>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Voice Interaction Agent: 음성과 텍스트로 PC 업무를 맡기고, 대화와 진행 상태를 이어주는 프로그램</a:t>
            </a:r>
            <a:endParaRPr lang="ko-KR">
              <a:solidFill>
                <a:srgbClr val="000000"/>
              </a:solidFill>
              <a:latin typeface="Calibri"/>
              <a:ea typeface="Calibri"/>
              <a:cs typeface="Calibri"/>
            </a:endParaRPr>
          </a:p>
        </p:txBody>
      </p:sp>
      <p:sp>
        <p:nvSpPr>
          <p:cNvPr id="6" name="v2-26-사용자">
            <a:extLst>
              <a:ext uri="{FF2B5EF4-FFF2-40B4-BE49-F238E27FC236}">
                <ns2:creationId id="{58E696E2-FF66-4406-99F0-0D47FE5950EB}"/>
              </a:ext>
            </a:extLst>
          </p:cNvPr>
          <p:cNvSpPr>
            <a:spLocks noGrp="1"/>
          </p:cNvSpPr>
          <p:nvPr/>
        </p:nvSpPr>
        <p:spPr>
          <a:xfrm>
            <a:off x="495300" y="2857500"/>
            <a:ext cx="247650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8" name="v2-28-로컬 VIA">
            <a:extLst>
              <a:ext uri="{FF2B5EF4-FFF2-40B4-BE49-F238E27FC236}">
                <ns2:creationId id="{224D553C-10F7-4679-A7A7-DFDC36468F64}"/>
              </a:ext>
            </a:extLst>
          </p:cNvPr>
          <p:cNvSpPr>
            <a:spLocks noGrp="1"/>
          </p:cNvSpPr>
          <p:nvPr/>
        </p:nvSpPr>
        <p:spPr>
          <a:xfrm>
            <a:off x="5000625" y="2857500"/>
            <a:ext cx="428625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p:txBody>
      </p:sp>
      <p:sp>
        <p:nvSpPr>
          <p:cNvPr id="10" name="v2-30-Downstream Agent">
            <a:extLst>
              <a:ext uri="{FF2B5EF4-FFF2-40B4-BE49-F238E27FC236}">
                <ns2:creationId id="{223AE7CB-B3A5-4EE6-BD90-C9EA8BD5C65E}"/>
              </a:ext>
            </a:extLst>
          </p:cNvPr>
          <p:cNvSpPr>
            <a:spLocks noGrp="1"/>
          </p:cNvSpPr>
          <p:nvPr/>
        </p:nvSpPr>
        <p:spPr>
          <a:xfrm>
            <a:off x="12715875" y="2857500"/>
            <a:ext cx="4905375" cy="809625"/>
          </a:xfrm>
          <a:prstGeom prst="rect">
            <a:avLst/>
          </a:prstGeom>
          <a:solidFill>
            <a:srgbClr val="E8EEF7"/>
          </a:solidFill>
          <a:ln w="19050">
            <a:solidFill>
              <a:srgbClr val="576773"/>
            </a:solidFill>
          </a:ln>
        </p:spPr>
        <p:txBody>
          <a:bodyPr wrap="none" lIns="76200" tIns="0" rIns="76200" bIns="0" anchor="ctr">
            <a:noAutofit/>
          </a:bodyPr>
          <a:lstStyle/>
          <a:p>
            <a:pPr algn="ctr">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2" name="v2-32-user-via">
            <a:extLst>
              <a:ext uri="{FF2B5EF4-FFF2-40B4-BE49-F238E27FC236}">
                <ns2:creationId id="{AA26E279-855D-491B-8BB9-DCD85DD43610}"/>
              </a:ext>
            </a:extLst>
          </p:cNvPr>
          <p:cNvSpPr>
            <a:spLocks noGrp="1"/>
          </p:cNvSpPr>
          <p:nvPr/>
        </p:nvSpPr>
        <p:spPr>
          <a:xfrm>
            <a:off x="2971800" y="3257550"/>
            <a:ext cx="2028825" cy="9525"/>
          </a:xfrm>
          <a:custGeom>
            <a:pathLst>
              <a:path w="2028825" h="9525">
                <a:moveTo>
                  <a:pt x="0" y="0"/>
                </a:moveTo>
                <a:lnTo>
                  <a:pt x="2028825" y="0"/>
                </a:lnTo>
              </a:path>
            </a:pathLst>
          </a:custGeom>
          <a:noFill/>
          <a:ln w="28575">
            <a:solidFill>
              <a:srgbClr val="00889A"/>
            </a:solidFill>
            <a:prstDash val="solid"/>
          </a:ln>
        </p:spPr>
      </p:sp>
      <p:sp>
        <p:nvSpPr>
          <p:cNvPr id="13" name="v2-33-user-via-head">
            <a:extLst>
              <a:ext uri="{FF2B5EF4-FFF2-40B4-BE49-F238E27FC236}">
                <ns2:creationId id="{ACBC43A9-322E-45E4-BB47-FFA028FFF98C}"/>
              </a:ext>
            </a:extLst>
          </p:cNvPr>
          <p:cNvSpPr>
            <a:spLocks noGrp="1"/>
          </p:cNvSpPr>
          <p:nvPr/>
        </p:nvSpPr>
        <p:spPr>
          <a:xfrm>
            <a:off x="490031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4" name="v2-34-note">
            <a:extLst>
              <a:ext uri="{FF2B5EF4-FFF2-40B4-BE49-F238E27FC236}">
                <ns2:creationId id="{72F237B1-E19D-4162-8F5D-9EF510E1A547}"/>
              </a:ext>
            </a:extLst>
          </p:cNvPr>
          <p:cNvSpPr>
            <a:spLocks noGrp="1"/>
          </p:cNvSpPr>
          <p:nvPr/>
        </p:nvSpPr>
        <p:spPr>
          <a:xfrm>
            <a:off x="3114675" y="2609850"/>
            <a:ext cx="2000250" cy="42862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입력과 관련 맥락</a:t>
            </a:r>
            <a:endParaRPr lang="ko-KR">
              <a:solidFill>
                <a:srgbClr val="000000"/>
              </a:solidFill>
              <a:latin typeface="Calibri"/>
              <a:ea typeface="Calibri"/>
              <a:cs typeface="Calibri"/>
            </a:endParaRPr>
          </a:p>
        </p:txBody>
      </p:sp>
      <p:sp>
        <p:nvSpPr>
          <p:cNvPr id="15" name="v2-35-via-agent">
            <a:extLst>
              <a:ext uri="{FF2B5EF4-FFF2-40B4-BE49-F238E27FC236}">
                <ns2:creationId id="{20F824F2-EBDF-451F-BBF0-4AD4F6EF9EF2}"/>
              </a:ext>
            </a:extLst>
          </p:cNvPr>
          <p:cNvSpPr>
            <a:spLocks noGrp="1"/>
          </p:cNvSpPr>
          <p:nvPr/>
        </p:nvSpPr>
        <p:spPr>
          <a:xfrm>
            <a:off x="9286875" y="3257550"/>
            <a:ext cx="3429000" cy="9525"/>
          </a:xfrm>
          <a:custGeom>
            <a:pathLst>
              <a:path w="3429000" h="9525">
                <a:moveTo>
                  <a:pt x="0" y="0"/>
                </a:moveTo>
                <a:lnTo>
                  <a:pt x="3429000" y="0"/>
                </a:lnTo>
              </a:path>
            </a:pathLst>
          </a:custGeom>
          <a:noFill/>
          <a:ln w="28575">
            <a:solidFill>
              <a:srgbClr val="00889A"/>
            </a:solidFill>
            <a:prstDash val="solid"/>
          </a:ln>
        </p:spPr>
      </p:sp>
      <p:sp>
        <p:nvSpPr>
          <p:cNvPr id="16" name="v2-36-via-agent-head">
            <a:extLst>
              <a:ext uri="{FF2B5EF4-FFF2-40B4-BE49-F238E27FC236}">
                <ns2:creationId id="{D7FEB17F-12DD-401F-9341-9E6B45FBA186}"/>
              </a:ext>
            </a:extLst>
          </p:cNvPr>
          <p:cNvSpPr>
            <a:spLocks noGrp="1"/>
          </p:cNvSpPr>
          <p:nvPr/>
        </p:nvSpPr>
        <p:spPr>
          <a:xfrm>
            <a:off x="1261556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7" name="v2-37-note">
            <a:extLst>
              <a:ext uri="{FF2B5EF4-FFF2-40B4-BE49-F238E27FC236}">
                <ns2:creationId id="{FC96D12E-46C5-4A21-B9EA-5432D92B4913}"/>
              </a:ext>
            </a:extLst>
          </p:cNvPr>
          <p:cNvSpPr>
            <a:spLocks noGrp="1"/>
          </p:cNvSpPr>
          <p:nvPr/>
        </p:nvSpPr>
        <p:spPr>
          <a:xfrm>
            <a:off x="9658350" y="2571750"/>
            <a:ext cx="2952750" cy="4572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검사 후 업무 위임</a:t>
            </a:r>
            <a:endParaRPr lang="ko-KR">
              <a:solidFill>
                <a:srgbClr val="000000"/>
              </a:solidFill>
              <a:latin typeface="Calibri"/>
              <a:ea typeface="Calibri"/>
              <a:cs typeface="Calibri"/>
            </a:endParaRPr>
          </a:p>
        </p:txBody>
      </p:sp>
      <p:sp>
        <p:nvSpPr>
          <p:cNvPr id="18" name="v2-38-agent-return">
            <a:extLst>
              <a:ext uri="{FF2B5EF4-FFF2-40B4-BE49-F238E27FC236}">
                <ns2:creationId id="{00AB7417-DB56-4020-A735-14D1F22398C8}"/>
              </a:ext>
            </a:extLst>
          </p:cNvPr>
          <p:cNvSpPr>
            <a:spLocks noGrp="1"/>
          </p:cNvSpPr>
          <p:nvPr/>
        </p:nvSpPr>
        <p:spPr>
          <a:xfrm>
            <a:off x="7143750" y="3667125"/>
            <a:ext cx="5572125" cy="219075"/>
          </a:xfrm>
          <a:custGeom>
            <a:pathLst>
              <a:path w="5572125" h="219075">
                <a:moveTo>
                  <a:pt x="5572125" y="219075"/>
                </a:moveTo>
                <a:lnTo>
                  <a:pt x="0" y="219075"/>
                </a:lnTo>
                <a:lnTo>
                  <a:pt x="0" y="0"/>
                </a:lnTo>
              </a:path>
            </a:pathLst>
          </a:custGeom>
          <a:noFill/>
          <a:ln w="28575">
            <a:solidFill>
              <a:srgbClr val="576773"/>
            </a:solidFill>
            <a:prstDash val="solid"/>
          </a:ln>
        </p:spPr>
      </p:sp>
      <p:sp>
        <p:nvSpPr>
          <p:cNvPr id="19" name="v2-39-agent-return-head">
            <a:extLst>
              <a:ext uri="{FF2B5EF4-FFF2-40B4-BE49-F238E27FC236}">
                <ns2:creationId id="{2CD96EC4-5387-4BE5-840C-EB405FFD2839}"/>
              </a:ext>
            </a:extLst>
          </p:cNvPr>
          <p:cNvSpPr>
            <a:spLocks noGrp="1"/>
          </p:cNvSpPr>
          <p:nvPr/>
        </p:nvSpPr>
        <p:spPr>
          <a:xfrm>
            <a:off x="7088952" y="366712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0" name="v2-40-note">
            <a:extLst>
              <a:ext uri="{FF2B5EF4-FFF2-40B4-BE49-F238E27FC236}">
                <ns2:creationId id="{F27A43BB-C5D8-4204-8CC8-7D6196795198}"/>
              </a:ext>
            </a:extLst>
          </p:cNvPr>
          <p:cNvSpPr>
            <a:spLocks noGrp="1"/>
          </p:cNvSpPr>
          <p:nvPr/>
        </p:nvSpPr>
        <p:spPr>
          <a:xfrm>
            <a:off x="8877300" y="3962400"/>
            <a:ext cx="64770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질문, 확인된 진행과 결과</a:t>
            </a:r>
            <a:endParaRPr lang="ko-KR">
              <a:solidFill>
                <a:srgbClr val="000000"/>
              </a:solidFill>
              <a:latin typeface="Calibri"/>
              <a:ea typeface="Calibri"/>
              <a:cs typeface="Calibri"/>
            </a:endParaRPr>
          </a:p>
        </p:txBody>
      </p:sp>
      <p:sp>
        <p:nvSpPr>
          <p:cNvPr id="21" name="v2-41-Model Access">
            <a:extLst>
              <a:ext uri="{FF2B5EF4-FFF2-40B4-BE49-F238E27FC236}">
                <ns2:creationId id="{BB2DF0B2-836F-4B83-A54A-D41EDA6296C5}"/>
              </a:ext>
            </a:extLst>
          </p:cNvPr>
          <p:cNvSpPr>
            <a:spLocks noGrp="1"/>
          </p:cNvSpPr>
          <p:nvPr/>
        </p:nvSpPr>
        <p:spPr>
          <a:xfrm>
            <a:off x="5000625" y="4667250"/>
            <a:ext cx="4286250" cy="619125"/>
          </a:xfrm>
          <a:prstGeom prst="rect">
            <a:avLst/>
          </a:prstGeom>
          <a:solidFill>
            <a:srgbClr val="FFFFFF"/>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 name="v2-43-클라우드 음성 모델">
            <a:extLst>
              <a:ext uri="{FF2B5EF4-FFF2-40B4-BE49-F238E27FC236}">
                <ns2:creationId id="{3790AE97-2705-499F-8630-32F0E42CEF3E}"/>
              </a:ext>
            </a:extLst>
          </p:cNvPr>
          <p:cNvSpPr>
            <a:spLocks noGrp="1"/>
          </p:cNvSpPr>
          <p:nvPr/>
        </p:nvSpPr>
        <p:spPr>
          <a:xfrm>
            <a:off x="10953750" y="4667250"/>
            <a:ext cx="304800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음성 모델</a:t>
            </a:r>
            <a:endParaRPr lang="ko-KR">
              <a:solidFill>
                <a:srgbClr val="000000"/>
              </a:solidFill>
              <a:latin typeface="Calibri"/>
              <a:ea typeface="Calibri"/>
              <a:cs typeface="Calibri"/>
            </a:endParaRPr>
          </a:p>
        </p:txBody>
      </p:sp>
      <p:sp>
        <p:nvSpPr>
          <p:cNvPr id="25" name="v2-45-클라우드 의미 LLM">
            <a:extLst>
              <a:ext uri="{FF2B5EF4-FFF2-40B4-BE49-F238E27FC236}">
                <ns2:creationId id="{D8F81462-06E6-42A5-A07A-06EC37F3EA01}"/>
              </a:ext>
            </a:extLst>
          </p:cNvPr>
          <p:cNvSpPr>
            <a:spLocks noGrp="1"/>
          </p:cNvSpPr>
          <p:nvPr/>
        </p:nvSpPr>
        <p:spPr>
          <a:xfrm>
            <a:off x="14287500" y="4667250"/>
            <a:ext cx="333375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7" name="v2-47-via-model">
            <a:extLst>
              <a:ext uri="{FF2B5EF4-FFF2-40B4-BE49-F238E27FC236}">
                <ns2:creationId id="{42545227-DEB6-49E5-8A46-2D03A25E20E9}"/>
              </a:ext>
            </a:extLst>
          </p:cNvPr>
          <p:cNvSpPr>
            <a:spLocks noGrp="1"/>
          </p:cNvSpPr>
          <p:nvPr/>
        </p:nvSpPr>
        <p:spPr>
          <a:xfrm>
            <a:off x="7143750" y="3667125"/>
            <a:ext cx="9525" cy="1000125"/>
          </a:xfrm>
          <a:custGeom>
            <a:pathLst>
              <a:path w="9525" h="1000125">
                <a:moveTo>
                  <a:pt x="0" y="0"/>
                </a:moveTo>
                <a:lnTo>
                  <a:pt x="0" y="1000125"/>
                </a:lnTo>
              </a:path>
            </a:pathLst>
          </a:custGeom>
          <a:noFill/>
          <a:ln w="28575">
            <a:solidFill>
              <a:srgbClr val="00889A"/>
            </a:solidFill>
            <a:prstDash val="solid"/>
          </a:ln>
        </p:spPr>
      </p:sp>
      <p:sp>
        <p:nvSpPr>
          <p:cNvPr id="28" name="v2-48-via-model-head">
            <a:extLst>
              <a:ext uri="{FF2B5EF4-FFF2-40B4-BE49-F238E27FC236}">
                <ns2:creationId id="{6F7DC035-1B4C-40E9-BC9A-80FA9A1AEF12}"/>
              </a:ext>
            </a:extLst>
          </p:cNvPr>
          <p:cNvSpPr>
            <a:spLocks noGrp="1"/>
          </p:cNvSpPr>
          <p:nvPr/>
        </p:nvSpPr>
        <p:spPr>
          <a:xfrm>
            <a:off x="7088952" y="45669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29" name="v2-49-model-voice">
            <a:extLst>
              <a:ext uri="{FF2B5EF4-FFF2-40B4-BE49-F238E27FC236}">
                <ns2:creationId id="{144485ED-CC7C-41E3-8221-219B4EACF002}"/>
              </a:ext>
            </a:extLst>
          </p:cNvPr>
          <p:cNvSpPr>
            <a:spLocks noGrp="1"/>
          </p:cNvSpPr>
          <p:nvPr/>
        </p:nvSpPr>
        <p:spPr>
          <a:xfrm>
            <a:off x="9286875" y="4991100"/>
            <a:ext cx="1666875" cy="9525"/>
          </a:xfrm>
          <a:custGeom>
            <a:pathLst>
              <a:path w="1666875" h="9525">
                <a:moveTo>
                  <a:pt x="0" y="0"/>
                </a:moveTo>
                <a:lnTo>
                  <a:pt x="1666875" y="0"/>
                </a:lnTo>
              </a:path>
            </a:pathLst>
          </a:custGeom>
          <a:noFill/>
          <a:ln w="28575">
            <a:solidFill>
              <a:srgbClr val="576773"/>
            </a:solidFill>
            <a:prstDash val="solid"/>
          </a:ln>
        </p:spPr>
      </p:sp>
      <p:sp>
        <p:nvSpPr>
          <p:cNvPr id="30" name="v2-50-model-voice-head">
            <a:extLst>
              <a:ext uri="{FF2B5EF4-FFF2-40B4-BE49-F238E27FC236}">
                <ns2:creationId id="{AE2135DC-B061-4A56-8D00-CC107E2AAF83}"/>
              </a:ext>
            </a:extLst>
          </p:cNvPr>
          <p:cNvSpPr>
            <a:spLocks noGrp="1"/>
          </p:cNvSpPr>
          <p:nvPr/>
        </p:nvSpPr>
        <p:spPr>
          <a:xfrm>
            <a:off x="10853442" y="4936302"/>
            <a:ext cx="100308" cy="109597"/>
          </a:xfrm>
          <a:custGeom>
            <a:pathLst>
              <a:path w="100308" h="109597">
                <a:moveTo>
                  <a:pt x="0" y="109597"/>
                </a:moveTo>
                <a:lnTo>
                  <a:pt x="100308" y="54798"/>
                </a:lnTo>
                <a:lnTo>
                  <a:pt x="0" y="0"/>
                </a:lnTo>
              </a:path>
            </a:pathLst>
          </a:custGeom>
          <a:noFill/>
          <a:ln w="28575">
            <a:solidFill>
              <a:srgbClr val="576773"/>
            </a:solidFill>
            <a:prstDash val="solid"/>
          </a:ln>
        </p:spPr>
      </p:sp>
      <p:sp>
        <p:nvSpPr>
          <p:cNvPr id="31" name="v2-51-model-meaning">
            <a:extLst>
              <a:ext uri="{FF2B5EF4-FFF2-40B4-BE49-F238E27FC236}">
                <ns2:creationId id="{B7B4DD31-3441-468E-B879-967F59EF7AF9}"/>
              </a:ext>
            </a:extLst>
          </p:cNvPr>
          <p:cNvSpPr>
            <a:spLocks noGrp="1"/>
          </p:cNvSpPr>
          <p:nvPr/>
        </p:nvSpPr>
        <p:spPr>
          <a:xfrm>
            <a:off x="9286875" y="5286375"/>
            <a:ext cx="6667500" cy="123825"/>
          </a:xfrm>
          <a:custGeom>
            <a:pathLst>
              <a:path w="6667500" h="123825">
                <a:moveTo>
                  <a:pt x="0" y="123825"/>
                </a:moveTo>
                <a:lnTo>
                  <a:pt x="6667500" y="123825"/>
                </a:lnTo>
                <a:lnTo>
                  <a:pt x="6667500" y="0"/>
                </a:lnTo>
              </a:path>
            </a:pathLst>
          </a:custGeom>
          <a:noFill/>
          <a:ln w="28575">
            <a:solidFill>
              <a:srgbClr val="576773"/>
            </a:solidFill>
            <a:prstDash val="solid"/>
          </a:ln>
        </p:spPr>
      </p:sp>
      <p:sp>
        <p:nvSpPr>
          <p:cNvPr id="32" name="v2-52-model-meaning-head">
            <a:extLst>
              <a:ext uri="{FF2B5EF4-FFF2-40B4-BE49-F238E27FC236}">
                <ns2:creationId id="{B0654220-EEFE-435C-BABA-0F4EECF023AC}"/>
              </a:ext>
            </a:extLst>
          </p:cNvPr>
          <p:cNvSpPr>
            <a:spLocks noGrp="1"/>
          </p:cNvSpPr>
          <p:nvPr/>
        </p:nvSpPr>
        <p:spPr>
          <a:xfrm>
            <a:off x="15899577" y="528637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33" name="v2-53-note">
            <a:extLst>
              <a:ext uri="{FF2B5EF4-FFF2-40B4-BE49-F238E27FC236}">
                <ns2:creationId id="{823A08C4-4E55-4A6F-8545-BA3AF00AA9EB}"/>
              </a:ext>
            </a:extLst>
          </p:cNvPr>
          <p:cNvSpPr>
            <a:spLocks noGrp="1"/>
          </p:cNvSpPr>
          <p:nvPr/>
        </p:nvSpPr>
        <p:spPr>
          <a:xfrm>
            <a:off x="495300" y="5753100"/>
            <a:ext cx="17049750" cy="4953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발화 시작/끝 탐지는 로컬 VAD. 전사와 뜻 해석은 별도입니다.</a:t>
            </a:r>
            <a:endParaRPr lang="ko-KR">
              <a:solidFill>
                <a:srgbClr val="000000"/>
              </a:solidFill>
              <a:latin typeface="Calibri"/>
              <a:ea typeface="Calibri"/>
              <a:cs typeface="Calibri"/>
            </a:endParaRPr>
          </a:p>
        </p:txBody>
      </p:sp>
      <p:graphicFrame>
        <p:nvGraphicFramePr>
          <p:cNvPr id="69" name=""/>
          <p:cNvGraphicFramePr/>
          <p:nvPr/>
        </p:nvGraphicFramePr>
        <p:xfrm>
          <a:off x="495300" y="6524625"/>
          <a:ext cx="17297400" cy="2676525"/>
        </p:xfrm>
        <a:graphic>
          <a:graphicData uri="http://schemas.openxmlformats.org/drawingml/2006/table">
            <a:tbl>
              <a:tblPr/>
              <a:tblGrid>
                <a:gridCol w="3829050"/>
                <a:gridCol w="3695700"/>
                <a:gridCol w="9772650"/>
              </a:tblGrid>
              <a:tr h="5524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일반 SW 관점</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VIA에서 쓰는 이름</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보고서와 메일 사례</a:t>
                      </a:r>
                      <a:endParaRPr lang="ko-KR">
                        <a:solidFill>
                          <a:srgbClr val="000000"/>
                        </a:solidFill>
                        <a:latin typeface="Calibri"/>
                        <a:ea typeface="Calibri"/>
                        <a:cs typeface="Calibri"/>
                      </a:endParaRPr>
                    </a:p>
                  </a:txBody>
                  <a:tcPr marL="114300" marR="76200" marT="47625" marB="47625" anchor="ctr">
                    <a:solidFill>
                      <a:srgbClr val="C6E0B4"/>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이번 입력의 처리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Request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“보고서는 이전 형식으로, 메일은 그대로”라는 이번 요청</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계속 추적하는 사용자 업무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보고서와 메일 초안을 별도 업무로 유지</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작업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Execution</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외부 업무 AI의 작성 실행. 대화 종료와 수명이 다름</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이어지는 대화 / 해석 근거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Conversation / Context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음성이 꺼져도 대화 기록과 업무 연결을 유지 / 자료와 과거 기록</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35" name="v2-54-note">
            <a:extLst>
              <a:ext uri="{FF2B5EF4-FFF2-40B4-BE49-F238E27FC236}">
                <ns2:creationId id="{8B58B7D3-E00C-413C-A31A-B822AE49E432}"/>
              </a:ext>
            </a:extLst>
          </p:cNvPr>
          <p:cNvSpPr>
            <a:spLocks noGrp="1"/>
          </p:cNvSpPr>
          <p:nvPr/>
        </p:nvSpPr>
        <p:spPr>
          <a:xfrm>
            <a:off x="495300" y="9410700"/>
            <a:ext cx="17297400" cy="5048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장면의 시작 상태: 매출 표가 준비되어 있고, 이전 보고서에서 수정한 형식이 허용된 기록으로 남아 있습니다.</a:t>
            </a:r>
            <a:endParaRPr lang="ko-KR">
              <a:solidFill>
                <a:srgbClr val="000000"/>
              </a:solidFill>
              <a:latin typeface="Calibri"/>
              <a:ea typeface="Calibri"/>
              <a:cs typeface="Calibri"/>
            </a:endParaRPr>
          </a:p>
        </p:txBody>
      </p:sp>
      <p:sp>
        <p:nvSpPr>
          <p:cNvPr id="70" name="v6-header-title">
            <a:extLst>
              <a:ext uri="{FF2B5EF4-FFF2-40B4-BE49-F238E27FC236}">
                <ns2:creationId id="{9F5B940F-9206-406C-89FF-0641199324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시스템 구조</a:t>
            </a:r>
            <a:endParaRPr lang="ko-KR">
              <a:latin typeface="Calibri"/>
              <a:ea typeface="Calibri"/>
              <a:cs typeface="Calibri"/>
            </a:endParaRPr>
          </a:p>
        </p:txBody>
      </p:sp>
      <p:sp>
        <p:nvSpPr>
          <p:cNvPr id="71" name="v6-header-rule">
            <a:extLst>
              <a:ext uri="{FF2B5EF4-FFF2-40B4-BE49-F238E27FC236}">
                <ns2:creationId id="{1BB5E029-C85D-4111-812E-F8056AAE6184}"/>
              </a:ext>
            </a:extLst>
          </p:cNvPr>
          <p:cNvSpPr>
            <a:spLocks noGrp="1"/>
          </p:cNvSpPr>
          <p:nvPr/>
        </p:nvSpPr>
        <p:spPr>
          <a:xfrm>
            <a:off x="495300" y="990600"/>
            <a:ext cx="17335500" cy="0"/>
          </a:xfrm>
          <a:prstGeom prst="line">
            <a:avLst/>
          </a:prstGeom>
          <a:noFill/>
          <a:ln w="19050">
            <a:solidFill>
              <a:srgbClr val="A6A6A6"/>
            </a:solidFill>
          </a:ln>
        </p:spPr>
      </p:sp>
      <p:sp>
        <p:nvSpPr>
          <p:cNvPr id="72" name="v6-header-stage-0">
            <a:extLst>
              <a:ext uri="{FF2B5EF4-FFF2-40B4-BE49-F238E27FC236}">
                <ns2:creationId id="{7ADF0FD2-1525-409A-8BE6-45C327231E30}"/>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3" name="v6-header-stage-1">
            <a:extLst>
              <a:ext uri="{FF2B5EF4-FFF2-40B4-BE49-F238E27FC236}">
                <ns2:creationId id="{40199977-EC20-4D4C-89C6-E5D2E7450EE1}"/>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4" name="v6-header-stage-2">
            <a:extLst>
              <a:ext uri="{FF2B5EF4-FFF2-40B4-BE49-F238E27FC236}">
                <ns2:creationId id="{1695252F-4B4C-451E-90B8-7096921DA335}"/>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5" name="v6-header-stage-3">
            <a:extLst>
              <a:ext uri="{FF2B5EF4-FFF2-40B4-BE49-F238E27FC236}">
                <ns2:creationId id="{2D581164-2D48-4D59-9F37-25BD1848302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6" name="v6-header-stage-4">
            <a:extLst>
              <a:ext uri="{FF2B5EF4-FFF2-40B4-BE49-F238E27FC236}">
                <ns2:creationId id="{38C793DB-87C8-492F-A515-B9711FD3F45D}"/>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7" name="v6-header-page">
            <a:extLst>
              <a:ext uri="{FF2B5EF4-FFF2-40B4-BE49-F238E27FC236}">
                <ns2:creationId id="{3929917E-9D38-441C-A6A6-8CC7C68F23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 / 63</a:t>
            </a:r>
            <a:endParaRPr lang="ko-KR">
              <a:latin typeface="Calibri"/>
              <a:ea typeface="Calibri"/>
              <a:cs typeface="Calibri"/>
            </a:endParaRPr>
          </a:p>
        </p:txBody>
      </p:sp>
    </p:spTree>
    <p:extLst>
      <p:ext uri="{BB962C8B-B14F-4D97-AF65-F5344CB8AC3E}">
        <p14:creationId val="144154101"/>
      </p:ext>
    </p:extLst>
  </p:cSld>
</p:sld>
</file>

<file path=ppt/slides/slide48.xml><?xml version="1.0" encoding="utf-8"?>
<p:sld xmlns:a="http://schemas.openxmlformats.org/drawingml/2006/main" xmlns:ns2="http://schemas.microsoft.com/office/drawing/2014/main" xmlns:p="http://schemas.openxmlformats.org/presentationml/2006/main" xmlns:p14="http://schemas.microsoft.com/office/powerpoint/2010/main">
  <p:cSld name="requirements-rationale">
    <p:bg>
      <p:bgPr>
        <a:solidFill>
          <a:srgbClr val="FFFFFF"/>
        </a:solidFill>
      </p:bgPr>
    </p:bg>
    <p:spTree>
      <p:nvGrpSpPr>
        <p:cNvPr id="1" name=""/>
        <p:cNvGrpSpPr/>
        <p:nvPr/>
      </p:nvGrpSpPr>
      <p:grpSpPr>
        <a:xfrm/>
      </p:grpSpPr>
      <p:sp>
        <p:nvSpPr>
          <p:cNvPr id="5" name="v2-59-source-label">
            <a:extLst>
              <a:ext uri="{FF2B5EF4-FFF2-40B4-BE49-F238E27FC236}">
                <ns2:creationId id="{B171FF76-1ED5-4554-95FF-4907193DDEAB}"/>
              </a:ext>
            </a:extLst>
          </p:cNvPr>
          <p:cNvSpPr>
            <a:spLocks noGrp="1"/>
          </p:cNvSpPr>
          <p:nvPr/>
        </p:nvSpPr>
        <p:spPr>
          <a:xfrm>
            <a:off x="495300" y="1866900"/>
            <a:ext cx="514350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요구의 근거</a:t>
            </a:r>
            <a:endParaRPr lang="ko-KR">
              <a:solidFill>
                <a:srgbClr val="000000"/>
              </a:solidFill>
              <a:latin typeface="Calibri"/>
              <a:ea typeface="Calibri"/>
              <a:cs typeface="Calibri"/>
            </a:endParaRPr>
          </a:p>
        </p:txBody>
      </p:sp>
      <p:sp>
        <p:nvSpPr>
          <p:cNvPr id="6" name="v2-60-sources">
            <a:extLst>
              <a:ext uri="{FF2B5EF4-FFF2-40B4-BE49-F238E27FC236}">
                <ns2:creationId id="{CF68C1EA-57B1-4DF1-AD28-6EB91E1BBFD4}"/>
              </a:ext>
            </a:extLst>
          </p:cNvPr>
          <p:cNvSpPr>
            <a:spLocks noGrp="1"/>
          </p:cNvSpPr>
          <p:nvPr/>
        </p:nvSpPr>
        <p:spPr>
          <a:xfrm>
            <a:off x="495300" y="2867025"/>
            <a:ext cx="5095875" cy="235267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고정 Use Case와 변형 시나리오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현재 시스템의 책임과 경계</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공통 실행 계약과 품질 정의</a:t>
            </a:r>
            <a:endParaRPr lang="ko-KR">
              <a:solidFill>
                <a:srgbClr val="000000"/>
              </a:solidFill>
              <a:latin typeface="Calibri"/>
              <a:ea typeface="Calibri"/>
              <a:cs typeface="Calibri"/>
            </a:endParaRPr>
          </a:p>
        </p:txBody>
      </p:sp>
      <p:sp>
        <p:nvSpPr>
          <p:cNvPr id="7" name="v2-61-req-source">
            <a:extLst>
              <a:ext uri="{FF2B5EF4-FFF2-40B4-BE49-F238E27FC236}">
                <ns2:creationId id="{798C4272-8763-4127-9533-FA39E67D029C}"/>
              </a:ext>
            </a:extLst>
          </p:cNvPr>
          <p:cNvSpPr>
            <a:spLocks noGrp="1"/>
          </p:cNvSpPr>
          <p:nvPr/>
        </p:nvSpPr>
        <p:spPr>
          <a:xfrm>
            <a:off x="5838825" y="3876675"/>
            <a:ext cx="1219200" cy="9525"/>
          </a:xfrm>
          <a:custGeom>
            <a:pathLst>
              <a:path w="1219200" h="9525">
                <a:moveTo>
                  <a:pt x="0" y="0"/>
                </a:moveTo>
                <a:lnTo>
                  <a:pt x="1219200" y="0"/>
                </a:lnTo>
              </a:path>
            </a:pathLst>
          </a:custGeom>
          <a:noFill/>
          <a:ln w="28575">
            <a:solidFill>
              <a:srgbClr val="00889A"/>
            </a:solidFill>
            <a:prstDash val="solid"/>
          </a:ln>
        </p:spPr>
      </p:sp>
      <p:sp>
        <p:nvSpPr>
          <p:cNvPr id="8" name="v2-62-req-source-head">
            <a:extLst>
              <a:ext uri="{FF2B5EF4-FFF2-40B4-BE49-F238E27FC236}">
                <ns2:creationId id="{2F2DD275-FDAC-4DCA-94E6-9EB19E4374FF}"/>
              </a:ext>
            </a:extLst>
          </p:cNvPr>
          <p:cNvSpPr>
            <a:spLocks noGrp="1"/>
          </p:cNvSpPr>
          <p:nvPr/>
        </p:nvSpPr>
        <p:spPr>
          <a:xfrm>
            <a:off x="6957717" y="3821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9" name="v2-63-scope-label">
            <a:extLst>
              <a:ext uri="{FF2B5EF4-FFF2-40B4-BE49-F238E27FC236}">
                <ns2:creationId id="{E38E70BA-5156-4C48-A71D-92ECA36B7CC7}"/>
              </a:ext>
            </a:extLst>
          </p:cNvPr>
          <p:cNvSpPr>
            <a:spLocks noGrp="1"/>
          </p:cNvSpPr>
          <p:nvPr/>
        </p:nvSpPr>
        <p:spPr>
          <a:xfrm>
            <a:off x="7400925" y="1866900"/>
            <a:ext cx="1038225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발표에서 설명할 기능</a:t>
            </a:r>
            <a:endParaRPr lang="ko-KR">
              <a:solidFill>
                <a:srgbClr val="000000"/>
              </a:solidFill>
              <a:latin typeface="Calibri"/>
              <a:ea typeface="Calibri"/>
              <a:cs typeface="Calibri"/>
            </a:endParaRPr>
          </a:p>
        </p:txBody>
      </p:sp>
      <p:graphicFrame>
        <p:nvGraphicFramePr>
          <p:cNvPr id="23" name=""/>
          <p:cNvGraphicFramePr/>
          <p:nvPr/>
        </p:nvGraphicFramePr>
        <p:xfrm>
          <a:off x="7400925" y="2800350"/>
          <a:ext cx="10391775" cy="3429000"/>
        </p:xfrm>
        <a:graphic>
          <a:graphicData uri="http://schemas.openxmlformats.org/drawingml/2006/table">
            <a:tbl>
              <a:tblPr/>
              <a:tblGrid>
                <a:gridCol w="4000500"/>
                <a:gridCol w="4381500"/>
                <a:gridCol w="2009775"/>
              </a:tblGrid>
              <a:tr h="552450">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사용 중 생기는 일</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필요한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연결</a:t>
                      </a:r>
                      <a:endParaRPr lang="ko-KR">
                        <a:solidFill>
                          <a:srgbClr val="000000"/>
                        </a:solidFill>
                        <a:latin typeface="Calibri"/>
                        <a:ea typeface="Calibri"/>
                        <a:cs typeface="Calibri"/>
                      </a:endParaRPr>
                    </a:p>
                  </a:txBody>
                  <a:tcPr marL="114300" marR="76200" marT="47625" marB="47625" anchor="ctr">
                    <a:solidFill>
                      <a:srgbClr val="C6E0B4"/>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말하는 중 정정, 늦은 응답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지속 입력과 맥락 기반 해석</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보고서 결과로 메일 초안 작성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순서, 조건과 결과 의존 보존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여러 업무의 질문과 결과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해당 업무와 연결, 기존 업무 계속</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“지난번 형식 / 평가 기준” 재사용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허용된 과거 맥락 공급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11" name="v2-64-constraints-heading">
            <a:extLst>
              <a:ext uri="{FF2B5EF4-FFF2-40B4-BE49-F238E27FC236}">
                <ns2:creationId id="{5877D09C-181B-429B-B2FE-EFA2D4BD1A97}"/>
              </a:ext>
            </a:extLst>
          </p:cNvPr>
          <p:cNvSpPr>
            <a:spLocks noGrp="1"/>
          </p:cNvSpPr>
          <p:nvPr/>
        </p:nvSpPr>
        <p:spPr>
          <a:xfrm>
            <a:off x="495300" y="6953250"/>
            <a:ext cx="17049750" cy="5715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이 기능을 구현할 때 지킬 경계</a:t>
            </a:r>
            <a:endParaRPr lang="ko-KR">
              <a:solidFill>
                <a:srgbClr val="000000"/>
              </a:solidFill>
              <a:latin typeface="Calibri"/>
              <a:ea typeface="Calibri"/>
              <a:cs typeface="Calibri"/>
            </a:endParaRPr>
          </a:p>
        </p:txBody>
      </p:sp>
      <p:sp>
        <p:nvSpPr>
          <p:cNvPr id="12" name="v2-65-constraints">
            <a:extLst>
              <a:ext uri="{FF2B5EF4-FFF2-40B4-BE49-F238E27FC236}">
                <ns2:creationId id="{F8ADD162-3B63-4891-B0E2-F8BDB3E51399}"/>
              </a:ext>
            </a:extLst>
          </p:cNvPr>
          <p:cNvSpPr>
            <a:spLocks noGrp="1"/>
          </p:cNvSpPr>
          <p:nvPr/>
        </p:nvSpPr>
        <p:spPr>
          <a:xfrm>
            <a:off x="495300" y="7905750"/>
            <a:ext cx="16859250" cy="123825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C1  로컬 VIA와 VAD, 별도 클라우드 음성/의미 모델</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C2  도메인 추론, 계획, 도구 선택과 실제 업무 실행은 Downstream Agent</a:t>
            </a:r>
            <a:endParaRPr lang="ko-KR">
              <a:solidFill>
                <a:srgbClr val="000000"/>
              </a:solidFill>
              <a:latin typeface="Calibri"/>
              <a:ea typeface="Calibri"/>
              <a:cs typeface="Calibri"/>
            </a:endParaRPr>
          </a:p>
        </p:txBody>
      </p:sp>
      <p:sp>
        <p:nvSpPr>
          <p:cNvPr id="13" name="v2-66-note">
            <a:extLst>
              <a:ext uri="{FF2B5EF4-FFF2-40B4-BE49-F238E27FC236}">
                <ns2:creationId id="{03AA631B-B572-44EA-9167-483C53F94DBC}"/>
              </a:ext>
            </a:extLst>
          </p:cNvPr>
          <p:cNvSpPr>
            <a:spLocks noGrp="1"/>
          </p:cNvSpPr>
          <p:nvPr/>
        </p:nvSpPr>
        <p:spPr>
          <a:xfrm>
            <a:off x="495300" y="9525000"/>
            <a:ext cx="1714500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표는 네 설계 질문과 직접 관련된 기능 6개와 제약 2개입니다. 전체 VIA 기능 목록은 별도 기준 문서에 보존합니다.</a:t>
            </a:r>
            <a:endParaRPr lang="ko-KR">
              <a:solidFill>
                <a:srgbClr val="000000"/>
              </a:solidFill>
              <a:latin typeface="Calibri"/>
              <a:ea typeface="Calibri"/>
              <a:cs typeface="Calibri"/>
            </a:endParaRPr>
          </a:p>
        </p:txBody>
      </p:sp>
      <p:sp>
        <p:nvSpPr>
          <p:cNvPr id="24" name="v6-header-title">
            <a:extLst>
              <a:ext uri="{FF2B5EF4-FFF2-40B4-BE49-F238E27FC236}">
                <ns2:creationId id="{81B4D19B-9877-46E8-A49A-4589A2FA7A4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 도출</a:t>
            </a:r>
            <a:endParaRPr lang="ko-KR">
              <a:latin typeface="Calibri"/>
              <a:ea typeface="Calibri"/>
              <a:cs typeface="Calibri"/>
            </a:endParaRPr>
          </a:p>
        </p:txBody>
      </p:sp>
      <p:sp>
        <p:nvSpPr>
          <p:cNvPr id="25" name="v6-header-rule">
            <a:extLst>
              <a:ext uri="{FF2B5EF4-FFF2-40B4-BE49-F238E27FC236}">
                <ns2:creationId id="{E39F706A-C84D-4499-BB0D-799C069626E5}"/>
              </a:ext>
            </a:extLst>
          </p:cNvPr>
          <p:cNvSpPr>
            <a:spLocks noGrp="1"/>
          </p:cNvSpPr>
          <p:nvPr/>
        </p:nvSpPr>
        <p:spPr>
          <a:xfrm>
            <a:off x="495300" y="990600"/>
            <a:ext cx="17335500" cy="0"/>
          </a:xfrm>
          <a:prstGeom prst="line">
            <a:avLst/>
          </a:prstGeom>
          <a:noFill/>
          <a:ln w="19050">
            <a:solidFill>
              <a:srgbClr val="A6A6A6"/>
            </a:solidFill>
          </a:ln>
        </p:spPr>
      </p:sp>
      <p:sp>
        <p:nvSpPr>
          <p:cNvPr id="26" name="v6-header-stage-0">
            <a:extLst>
              <a:ext uri="{FF2B5EF4-FFF2-40B4-BE49-F238E27FC236}">
                <ns2:creationId id="{AD2F0A68-CD79-4BC7-BEE7-A73EECAC9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7" name="v6-header-stage-1">
            <a:extLst>
              <a:ext uri="{FF2B5EF4-FFF2-40B4-BE49-F238E27FC236}">
                <ns2:creationId id="{4A1C2C27-74FE-46B3-B4CB-81DCC20BECE0}"/>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8" name="v6-header-stage-2">
            <a:extLst>
              <a:ext uri="{FF2B5EF4-FFF2-40B4-BE49-F238E27FC236}">
                <ns2:creationId id="{FDF15824-8906-4676-B08A-A57062DBEE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 name="v6-header-stage-3">
            <a:extLst>
              <a:ext uri="{FF2B5EF4-FFF2-40B4-BE49-F238E27FC236}">
                <ns2:creationId id="{3A913AC6-1055-4C97-912E-356CE1E8D255}"/>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0" name="v6-header-stage-4">
            <a:extLst>
              <a:ext uri="{FF2B5EF4-FFF2-40B4-BE49-F238E27FC236}">
                <ns2:creationId id="{FA59692C-7872-425B-B1DE-7DCA700F1B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1" name="v6-header-page">
            <a:extLst>
              <a:ext uri="{FF2B5EF4-FFF2-40B4-BE49-F238E27FC236}">
                <ns2:creationId id="{4530E5E3-C039-4286-953E-9DC75AF384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7 / 63</a:t>
            </a:r>
            <a:endParaRPr lang="ko-KR">
              <a:latin typeface="Calibri"/>
              <a:ea typeface="Calibri"/>
              <a:cs typeface="Calibri"/>
            </a:endParaRPr>
          </a:p>
        </p:txBody>
      </p:sp>
    </p:spTree>
    <p:extLst>
      <p:ext uri="{BB962C8B-B14F-4D97-AF65-F5344CB8AC3E}">
        <p14:creationId val="1237208146"/>
      </p:ext>
    </p:extLst>
  </p:cSld>
</p:sld>
</file>

<file path=ppt/slides/slide49.xml><?xml version="1.0" encoding="utf-8"?>
<p:sld xmlns:a="http://schemas.openxmlformats.org/drawingml/2006/main" xmlns:ns2="http://schemas.microsoft.com/office/drawing/2014/main" xmlns:p="http://schemas.openxmlformats.org/presentationml/2006/main" xmlns:p14="http://schemas.microsoft.com/office/powerpoint/2010/main">
  <p:cSld name="time-boundaries">
    <p:bg>
      <p:bgPr>
        <a:solidFill>
          <a:srgbClr val="FFFFFF"/>
        </a:solidFill>
      </p:bgPr>
    </p:bg>
    <p:spTree>
      <p:nvGrpSpPr>
        <p:cNvPr id="1" name=""/>
        <p:cNvGrpSpPr/>
        <p:nvPr/>
      </p:nvGrpSpPr>
      <p:grpSpPr>
        <a:xfrm/>
      </p:grpSpPr>
      <p:sp>
        <p:nvSpPr>
          <p:cNvPr id="5" name="v2-71-note">
            <a:extLst>
              <a:ext uri="{FF2B5EF4-FFF2-40B4-BE49-F238E27FC236}">
                <ns2:creationId id="{92EDE1B5-136A-494F-9FBB-7D0DA32081F2}"/>
              </a:ext>
            </a:extLst>
          </p:cNvPr>
          <p:cNvSpPr>
            <a:spLocks noGrp="1"/>
          </p:cNvSpPr>
          <p:nvPr/>
        </p:nvSpPr>
        <p:spPr>
          <a:xfrm>
            <a:off x="495300" y="1657350"/>
            <a:ext cx="17049750" cy="53340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예: “이 자료로 보고서를 만들어줘.” → 업무 인계 → 결과 수신 → 사용자에게 실제 전달</a:t>
            </a:r>
            <a:endParaRPr lang="ko-KR">
              <a:solidFill>
                <a:srgbClr val="000000"/>
              </a:solidFill>
              <a:latin typeface="Calibri"/>
              <a:ea typeface="Calibri"/>
              <a:cs typeface="Calibri"/>
            </a:endParaRPr>
          </a:p>
        </p:txBody>
      </p:sp>
      <p:sp>
        <p:nvSpPr>
          <p:cNvPr id="6" name="v2-72-Interaction Manager">
            <a:extLst>
              <a:ext uri="{FF2B5EF4-FFF2-40B4-BE49-F238E27FC236}">
                <ns2:creationId id="{CE594CA4-9593-4033-A9D0-E9DDED5A7DEC}"/>
              </a:ext>
            </a:extLst>
          </p:cNvPr>
          <p:cNvSpPr>
            <a:spLocks noGrp="1"/>
          </p:cNvSpPr>
          <p:nvPr/>
        </p:nvSpPr>
        <p:spPr>
          <a:xfrm>
            <a:off x="495300" y="2762250"/>
            <a:ext cx="3000375"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8" name="v2-74-Request Interpreter">
            <a:extLst>
              <a:ext uri="{FF2B5EF4-FFF2-40B4-BE49-F238E27FC236}">
                <ns2:creationId id="{18B398A8-3CB1-4072-A8EB-43FF13D35660}"/>
              </a:ext>
            </a:extLst>
          </p:cNvPr>
          <p:cNvSpPr>
            <a:spLocks noGrp="1"/>
          </p:cNvSpPr>
          <p:nvPr/>
        </p:nvSpPr>
        <p:spPr>
          <a:xfrm>
            <a:off x="4581525" y="2762250"/>
            <a:ext cx="3238500"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0" name="v2-76-Agent Gateway">
            <a:extLst>
              <a:ext uri="{FF2B5EF4-FFF2-40B4-BE49-F238E27FC236}">
                <ns2:creationId id="{58E9E2E8-115B-495F-955C-1F04ECDE6292}"/>
              </a:ext>
            </a:extLst>
          </p:cNvPr>
          <p:cNvSpPr>
            <a:spLocks noGrp="1"/>
          </p:cNvSpPr>
          <p:nvPr/>
        </p:nvSpPr>
        <p:spPr>
          <a:xfrm>
            <a:off x="8905875" y="2762250"/>
            <a:ext cx="2762250"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12" name="v2-78-Downstream Agent">
            <a:extLst>
              <a:ext uri="{FF2B5EF4-FFF2-40B4-BE49-F238E27FC236}">
                <ns2:creationId id="{BF08820D-C014-4A66-88F0-D0403EBD591F}"/>
              </a:ext>
            </a:extLst>
          </p:cNvPr>
          <p:cNvSpPr>
            <a:spLocks noGrp="1"/>
          </p:cNvSpPr>
          <p:nvPr/>
        </p:nvSpPr>
        <p:spPr>
          <a:xfrm>
            <a:off x="12734925" y="2762250"/>
            <a:ext cx="5057775"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4" name="v2-80-time-forward">
            <a:extLst>
              <a:ext uri="{FF2B5EF4-FFF2-40B4-BE49-F238E27FC236}">
                <ns2:creationId id="{A6E06B8B-2608-4B5C-9839-4B71B429E9A2}"/>
              </a:ext>
            </a:extLst>
          </p:cNvPr>
          <p:cNvSpPr>
            <a:spLocks noGrp="1"/>
          </p:cNvSpPr>
          <p:nvPr/>
        </p:nvSpPr>
        <p:spPr>
          <a:xfrm>
            <a:off x="3495675" y="3114675"/>
            <a:ext cx="1085850" cy="9525"/>
          </a:xfrm>
          <a:custGeom>
            <a:pathLst>
              <a:path w="1085850" h="9525">
                <a:moveTo>
                  <a:pt x="0" y="0"/>
                </a:moveTo>
                <a:lnTo>
                  <a:pt x="1085850" y="0"/>
                </a:lnTo>
              </a:path>
            </a:pathLst>
          </a:custGeom>
          <a:noFill/>
          <a:ln w="28575">
            <a:solidFill>
              <a:srgbClr val="00889A"/>
            </a:solidFill>
            <a:prstDash val="solid"/>
          </a:ln>
        </p:spPr>
      </p:sp>
      <p:sp>
        <p:nvSpPr>
          <p:cNvPr id="15" name="v2-81-time-forward-head">
            <a:extLst>
              <a:ext uri="{FF2B5EF4-FFF2-40B4-BE49-F238E27FC236}">
                <ns2:creationId id="{85530BDE-A8C1-4620-8505-A49180C8CFA5}"/>
              </a:ext>
            </a:extLst>
          </p:cNvPr>
          <p:cNvSpPr>
            <a:spLocks noGrp="1"/>
          </p:cNvSpPr>
          <p:nvPr/>
        </p:nvSpPr>
        <p:spPr>
          <a:xfrm>
            <a:off x="448121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6" name="v2-82-time-forward">
            <a:extLst>
              <a:ext uri="{FF2B5EF4-FFF2-40B4-BE49-F238E27FC236}">
                <ns2:creationId id="{2EBB4B1F-7FD9-4318-99CA-87EA481D09F6}"/>
              </a:ext>
            </a:extLst>
          </p:cNvPr>
          <p:cNvSpPr>
            <a:spLocks noGrp="1"/>
          </p:cNvSpPr>
          <p:nvPr/>
        </p:nvSpPr>
        <p:spPr>
          <a:xfrm>
            <a:off x="7820025" y="3114675"/>
            <a:ext cx="1085850" cy="9525"/>
          </a:xfrm>
          <a:custGeom>
            <a:pathLst>
              <a:path w="1085850" h="9525">
                <a:moveTo>
                  <a:pt x="0" y="0"/>
                </a:moveTo>
                <a:lnTo>
                  <a:pt x="1085850" y="0"/>
                </a:lnTo>
              </a:path>
            </a:pathLst>
          </a:custGeom>
          <a:noFill/>
          <a:ln w="28575">
            <a:solidFill>
              <a:srgbClr val="00889A"/>
            </a:solidFill>
            <a:prstDash val="solid"/>
          </a:ln>
        </p:spPr>
      </p:sp>
      <p:sp>
        <p:nvSpPr>
          <p:cNvPr id="17" name="v2-83-time-forward-head">
            <a:extLst>
              <a:ext uri="{FF2B5EF4-FFF2-40B4-BE49-F238E27FC236}">
                <ns2:creationId id="{92A6EB48-9B8E-4E37-A021-1C346B69A228}"/>
              </a:ext>
            </a:extLst>
          </p:cNvPr>
          <p:cNvSpPr>
            <a:spLocks noGrp="1"/>
          </p:cNvSpPr>
          <p:nvPr/>
        </p:nvSpPr>
        <p:spPr>
          <a:xfrm>
            <a:off x="880556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8" name="v2-84-time-forward">
            <a:extLst>
              <a:ext uri="{FF2B5EF4-FFF2-40B4-BE49-F238E27FC236}">
                <ns2:creationId id="{CCED7DF3-CF6D-4130-A54E-0F009CA47078}"/>
              </a:ext>
            </a:extLst>
          </p:cNvPr>
          <p:cNvSpPr>
            <a:spLocks noGrp="1"/>
          </p:cNvSpPr>
          <p:nvPr/>
        </p:nvSpPr>
        <p:spPr>
          <a:xfrm>
            <a:off x="11668125" y="3114675"/>
            <a:ext cx="1066800" cy="9525"/>
          </a:xfrm>
          <a:custGeom>
            <a:pathLst>
              <a:path w="1066800" h="9525">
                <a:moveTo>
                  <a:pt x="0" y="0"/>
                </a:moveTo>
                <a:lnTo>
                  <a:pt x="1066800" y="0"/>
                </a:lnTo>
              </a:path>
            </a:pathLst>
          </a:custGeom>
          <a:noFill/>
          <a:ln w="28575">
            <a:solidFill>
              <a:srgbClr val="00889A"/>
            </a:solidFill>
            <a:prstDash val="solid"/>
          </a:ln>
        </p:spPr>
      </p:sp>
      <p:sp>
        <p:nvSpPr>
          <p:cNvPr id="19" name="v2-85-time-forward-head">
            <a:extLst>
              <a:ext uri="{FF2B5EF4-FFF2-40B4-BE49-F238E27FC236}">
                <ns2:creationId id="{B0D867D1-92D3-4F9A-8044-229F9D99EEA0}"/>
              </a:ext>
            </a:extLst>
          </p:cNvPr>
          <p:cNvSpPr>
            <a:spLocks noGrp="1"/>
          </p:cNvSpPr>
          <p:nvPr/>
        </p:nvSpPr>
        <p:spPr>
          <a:xfrm>
            <a:off x="1263461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20" name="v2-86-note">
            <a:extLst>
              <a:ext uri="{FF2B5EF4-FFF2-40B4-BE49-F238E27FC236}">
                <ns2:creationId id="{0DAAA8BD-6EFC-4CCE-B034-438263CA4857}"/>
              </a:ext>
            </a:extLst>
          </p:cNvPr>
          <p:cNvSpPr>
            <a:spLocks noGrp="1"/>
          </p:cNvSpPr>
          <p:nvPr/>
        </p:nvSpPr>
        <p:spPr>
          <a:xfrm>
            <a:off x="495300" y="3629025"/>
            <a:ext cx="31432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입력 접수</a:t>
            </a:r>
            <a:endParaRPr lang="ko-KR">
              <a:solidFill>
                <a:srgbClr val="000000"/>
              </a:solidFill>
              <a:latin typeface="Calibri"/>
              <a:ea typeface="Calibri"/>
              <a:cs typeface="Calibri"/>
            </a:endParaRPr>
          </a:p>
        </p:txBody>
      </p:sp>
      <p:sp>
        <p:nvSpPr>
          <p:cNvPr id="21" name="v2-87-note">
            <a:extLst>
              <a:ext uri="{FF2B5EF4-FFF2-40B4-BE49-F238E27FC236}">
                <ns2:creationId id="{9A0CC7BE-04A3-4C3A-BE55-185C974B2208}"/>
              </a:ext>
            </a:extLst>
          </p:cNvPr>
          <p:cNvSpPr>
            <a:spLocks noGrp="1"/>
          </p:cNvSpPr>
          <p:nvPr/>
        </p:nvSpPr>
        <p:spPr>
          <a:xfrm>
            <a:off x="4581525" y="3629025"/>
            <a:ext cx="323850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 해석</a:t>
            </a:r>
            <a:endParaRPr lang="ko-KR">
              <a:solidFill>
                <a:srgbClr val="000000"/>
              </a:solidFill>
              <a:latin typeface="Calibri"/>
              <a:ea typeface="Calibri"/>
              <a:cs typeface="Calibri"/>
            </a:endParaRPr>
          </a:p>
        </p:txBody>
      </p:sp>
      <p:sp>
        <p:nvSpPr>
          <p:cNvPr id="22" name="v2-88-note">
            <a:extLst>
              <a:ext uri="{FF2B5EF4-FFF2-40B4-BE49-F238E27FC236}">
                <ns2:creationId id="{22C6A391-9FCD-4F7C-8A29-391B6D87588A}"/>
              </a:ext>
            </a:extLst>
          </p:cNvPr>
          <p:cNvSpPr>
            <a:spLocks noGrp="1"/>
          </p:cNvSpPr>
          <p:nvPr/>
        </p:nvSpPr>
        <p:spPr>
          <a:xfrm>
            <a:off x="8905875" y="3629025"/>
            <a:ext cx="27622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 인계</a:t>
            </a:r>
            <a:endParaRPr lang="ko-KR">
              <a:solidFill>
                <a:srgbClr val="000000"/>
              </a:solidFill>
              <a:latin typeface="Calibri"/>
              <a:ea typeface="Calibri"/>
              <a:cs typeface="Calibri"/>
            </a:endParaRPr>
          </a:p>
        </p:txBody>
      </p:sp>
      <p:sp>
        <p:nvSpPr>
          <p:cNvPr id="23" name="v2-89-note">
            <a:extLst>
              <a:ext uri="{FF2B5EF4-FFF2-40B4-BE49-F238E27FC236}">
                <ns2:creationId id="{5132981A-5EA9-4DA5-8580-64F4A29593F3}"/>
              </a:ext>
            </a:extLst>
          </p:cNvPr>
          <p:cNvSpPr>
            <a:spLocks noGrp="1"/>
          </p:cNvSpPr>
          <p:nvPr/>
        </p:nvSpPr>
        <p:spPr>
          <a:xfrm>
            <a:off x="12763500" y="3629025"/>
            <a:ext cx="48577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외부 AI의 실제 작성</a:t>
            </a:r>
            <a:endParaRPr lang="ko-KR">
              <a:solidFill>
                <a:srgbClr val="000000"/>
              </a:solidFill>
              <a:latin typeface="Calibri"/>
              <a:ea typeface="Calibri"/>
              <a:cs typeface="Calibri"/>
            </a:endParaRPr>
          </a:p>
        </p:txBody>
      </p:sp>
      <p:sp>
        <p:nvSpPr>
          <p:cNvPr id="24" name="v2-90-time-return">
            <a:extLst>
              <a:ext uri="{FF2B5EF4-FFF2-40B4-BE49-F238E27FC236}">
                <ns2:creationId id="{31CF41D0-55B5-4893-8F01-CEC314FD8BB2}"/>
              </a:ext>
            </a:extLst>
          </p:cNvPr>
          <p:cNvSpPr>
            <a:spLocks noGrp="1"/>
          </p:cNvSpPr>
          <p:nvPr/>
        </p:nvSpPr>
        <p:spPr>
          <a:xfrm>
            <a:off x="1781175" y="3467100"/>
            <a:ext cx="13477875" cy="1076325"/>
          </a:xfrm>
          <a:custGeom>
            <a:pathLst>
              <a:path w="13477875" h="1076325">
                <a:moveTo>
                  <a:pt x="13477875" y="0"/>
                </a:moveTo>
                <a:lnTo>
                  <a:pt x="13477875" y="1076325"/>
                </a:lnTo>
                <a:lnTo>
                  <a:pt x="0" y="1076325"/>
                </a:lnTo>
                <a:lnTo>
                  <a:pt x="0" y="0"/>
                </a:lnTo>
              </a:path>
            </a:pathLst>
          </a:custGeom>
          <a:noFill/>
          <a:ln w="28575">
            <a:solidFill>
              <a:srgbClr val="576773"/>
            </a:solidFill>
            <a:prstDash val="solid"/>
          </a:ln>
        </p:spPr>
      </p:sp>
      <p:sp>
        <p:nvSpPr>
          <p:cNvPr id="25" name="v2-91-time-return-head">
            <a:extLst>
              <a:ext uri="{FF2B5EF4-FFF2-40B4-BE49-F238E27FC236}">
                <ns2:creationId id="{93118C6D-0CEE-40C7-A4E6-E3F8373B1A69}"/>
              </a:ext>
            </a:extLst>
          </p:cNvPr>
          <p:cNvSpPr>
            <a:spLocks noGrp="1"/>
          </p:cNvSpPr>
          <p:nvPr/>
        </p:nvSpPr>
        <p:spPr>
          <a:xfrm>
            <a:off x="1726377" y="3467100"/>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6" name="v2-92-note">
            <a:extLst>
              <a:ext uri="{FF2B5EF4-FFF2-40B4-BE49-F238E27FC236}">
                <ns2:creationId id="{E2FAB8E3-80FE-4667-AF31-7F837A0075E9}"/>
              </a:ext>
            </a:extLst>
          </p:cNvPr>
          <p:cNvSpPr>
            <a:spLocks noGrp="1"/>
          </p:cNvSpPr>
          <p:nvPr/>
        </p:nvSpPr>
        <p:spPr>
          <a:xfrm>
            <a:off x="4972050" y="4552950"/>
            <a:ext cx="9715500" cy="5715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결과를 받은 뒤 VIA가 준비하고 실제 전달</a:t>
            </a:r>
            <a:endParaRPr lang="ko-KR">
              <a:solidFill>
                <a:srgbClr val="000000"/>
              </a:solidFill>
              <a:latin typeface="Calibri"/>
              <a:ea typeface="Calibri"/>
              <a:cs typeface="Calibri"/>
            </a:endParaRPr>
          </a:p>
        </p:txBody>
      </p:sp>
      <p:graphicFrame>
        <p:nvGraphicFramePr>
          <p:cNvPr id="56" name=""/>
          <p:cNvGraphicFramePr/>
          <p:nvPr/>
        </p:nvGraphicFramePr>
        <p:xfrm>
          <a:off x="495300" y="5810250"/>
          <a:ext cx="17297400" cy="2105025"/>
        </p:xfrm>
        <a:graphic>
          <a:graphicData uri="http://schemas.openxmlformats.org/drawingml/2006/table">
            <a:tbl>
              <a:tblPr/>
              <a:tblGrid>
                <a:gridCol w="4171950"/>
                <a:gridCol w="6638925"/>
                <a:gridCol w="6486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지표</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사용자가 보는 의미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현재 목표와 계산 경계</a:t>
                      </a:r>
                      <a:endParaRPr lang="ko-KR">
                        <a:solidFill>
                          <a:srgbClr val="000000"/>
                        </a:solidFill>
                        <a:latin typeface="Calibri"/>
                        <a:ea typeface="Calibri"/>
                        <a:cs typeface="Calibri"/>
                      </a:endParaRPr>
                    </a:p>
                  </a:txBody>
                  <a:tcPr marL="114300" marR="76200" marT="47625" marB="47625" anchor="ctr">
                    <a:solidFill>
                      <a:srgbClr val="C6E0B4"/>
                    </a:solidFill>
                  </a:tcPr>
                </a:tc>
              </a:tr>
              <a:tr h="776288">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새 입력, 질문이나 결과에 알맞게 반응하기까지</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평균 ≤ 1초 / 로컬 재생 중단 ≤ 0.1초</a:t>
                      </a:r>
                      <a:endParaRPr lang="ko-KR">
                        <a:solidFill>
                          <a:srgbClr val="000000"/>
                        </a:solidFill>
                        <a:latin typeface="Calibri"/>
                        <a:ea typeface="Calibri"/>
                        <a:cs typeface="Calibri"/>
                      </a:endParaRPr>
                    </a:p>
                  </a:txBody>
                  <a:tcPr marL="114300" marR="76200" marT="47625" marB="47625" anchor="ctr">
                    <a:solidFill>
                      <a:srgbClr val="FFFFFF"/>
                    </a:solidFill>
                  </a:tcPr>
                </a:tc>
              </a:tr>
              <a:tr h="776288">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접수부터 결과 전달까지 VIA가 처리하고 기다린 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평균 ≤ 10초 / 외부 업무 실행과 사용자 대기 제외</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28" name="v2-93-time-boundary-footnote">
            <a:extLst>
              <a:ext uri="{FF2B5EF4-FFF2-40B4-BE49-F238E27FC236}">
                <ns2:creationId id="{FD9D7228-EEF4-418E-95CE-8033EE0BE4FD}"/>
              </a:ext>
            </a:extLst>
          </p:cNvPr>
          <p:cNvSpPr>
            <a:spLocks noGrp="1"/>
          </p:cNvSpPr>
          <p:nvPr/>
        </p:nvSpPr>
        <p:spPr>
          <a:xfrm>
            <a:off x="495300" y="8429625"/>
            <a:ext cx="17049750" cy="9334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포함: VIA 의미 모델 호출, 자료 조회, queue 대기와 실제 전달</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제외: 외부 업무 AI가 보고서를 작성하는 시간, 사용자 대기와 계약상 필요한 사용자 발화</a:t>
            </a:r>
            <a:endParaRPr lang="ko-KR">
              <a:solidFill>
                <a:srgbClr val="000000"/>
              </a:solidFill>
              <a:latin typeface="Calibri"/>
              <a:ea typeface="Calibri"/>
              <a:cs typeface="Calibri"/>
            </a:endParaRPr>
          </a:p>
        </p:txBody>
      </p:sp>
      <p:sp>
        <p:nvSpPr>
          <p:cNvPr id="29" name="v2-94-note">
            <a:extLst>
              <a:ext uri="{FF2B5EF4-FFF2-40B4-BE49-F238E27FC236}">
                <ns2:creationId id="{3022D369-0D55-45F3-AEB1-1EE565610638}"/>
              </a:ext>
            </a:extLst>
          </p:cNvPr>
          <p:cNvSpPr>
            <a:spLocks noGrp="1"/>
          </p:cNvSpPr>
          <p:nvPr/>
        </p:nvSpPr>
        <p:spPr>
          <a:xfrm>
            <a:off x="495300" y="9572625"/>
            <a:ext cx="1704975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그림의 길이는 시간 비율이 아닙니다. 같은 21개 사례를 5회 독립 반복하여 지정된 반응과 처리 사이클을 따로 평가합니다.</a:t>
            </a:r>
            <a:endParaRPr lang="ko-KR">
              <a:solidFill>
                <a:srgbClr val="000000"/>
              </a:solidFill>
              <a:latin typeface="Calibri"/>
              <a:ea typeface="Calibri"/>
              <a:cs typeface="Calibri"/>
            </a:endParaRPr>
          </a:p>
        </p:txBody>
      </p:sp>
      <p:sp>
        <p:nvSpPr>
          <p:cNvPr id="57" name="v6-header-title">
            <a:extLst>
              <a:ext uri="{FF2B5EF4-FFF2-40B4-BE49-F238E27FC236}">
                <ns2:creationId id="{700668DC-E122-4834-940B-CF8FAEC09A96}"/>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상호작용 응답시간과 요청 처리시간</a:t>
            </a:r>
            <a:endParaRPr lang="ko-KR">
              <a:latin typeface="Calibri"/>
              <a:ea typeface="Calibri"/>
              <a:cs typeface="Calibri"/>
            </a:endParaRPr>
          </a:p>
        </p:txBody>
      </p:sp>
      <p:sp>
        <p:nvSpPr>
          <p:cNvPr id="58" name="v6-header-rule">
            <a:extLst>
              <a:ext uri="{FF2B5EF4-FFF2-40B4-BE49-F238E27FC236}">
                <ns2:creationId id="{2C819B57-1951-422D-9EFB-D915A1F6DC38}"/>
              </a:ext>
            </a:extLst>
          </p:cNvPr>
          <p:cNvSpPr>
            <a:spLocks noGrp="1"/>
          </p:cNvSpPr>
          <p:nvPr/>
        </p:nvSpPr>
        <p:spPr>
          <a:xfrm>
            <a:off x="495300" y="990600"/>
            <a:ext cx="17335500" cy="0"/>
          </a:xfrm>
          <a:prstGeom prst="line">
            <a:avLst/>
          </a:prstGeom>
          <a:noFill/>
          <a:ln w="19050">
            <a:solidFill>
              <a:srgbClr val="A6A6A6"/>
            </a:solidFill>
          </a:ln>
        </p:spPr>
      </p:sp>
      <p:sp>
        <p:nvSpPr>
          <p:cNvPr id="59" name="v6-header-stage-0">
            <a:extLst>
              <a:ext uri="{FF2B5EF4-FFF2-40B4-BE49-F238E27FC236}">
                <ns2:creationId id="{EA6BE934-61D4-4013-89D6-020ED7C24D9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0" name="v6-header-stage-1">
            <a:extLst>
              <a:ext uri="{FF2B5EF4-FFF2-40B4-BE49-F238E27FC236}">
                <ns2:creationId id="{B48B9A57-CC76-4082-B438-F49B2CE0E8D3}"/>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1" name="v6-header-stage-2">
            <a:extLst>
              <a:ext uri="{FF2B5EF4-FFF2-40B4-BE49-F238E27FC236}">
                <ns2:creationId id="{368304C8-939A-471B-9421-040152A075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62" name="v6-header-stage-3">
            <a:extLst>
              <a:ext uri="{FF2B5EF4-FFF2-40B4-BE49-F238E27FC236}">
                <ns2:creationId id="{CE2659C9-EDEB-4341-911D-0A625BB11FD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63" name="v6-header-stage-4">
            <a:extLst>
              <a:ext uri="{FF2B5EF4-FFF2-40B4-BE49-F238E27FC236}">
                <ns2:creationId id="{85F1B396-28C9-47E6-A7C5-4B471315C65C}"/>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64" name="v6-header-page">
            <a:extLst>
              <a:ext uri="{FF2B5EF4-FFF2-40B4-BE49-F238E27FC236}">
                <ns2:creationId id="{1129F8E1-BD8D-4EE1-8E38-D2E0500CA5E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11 / 63</a:t>
            </a:r>
            <a:endParaRPr lang="ko-KR">
              <a:latin typeface="Calibri"/>
              <a:ea typeface="Calibri"/>
              <a:cs typeface="Calibri"/>
            </a:endParaRPr>
          </a:p>
        </p:txBody>
      </p:sp>
    </p:spTree>
    <p:extLst>
      <p:ext uri="{BB962C8B-B14F-4D97-AF65-F5344CB8AC3E}">
        <p14:creationId val="190162836"/>
      </p:ext>
    </p:extLst>
  </p:cSld>
</p:sld>
</file>

<file path=ppt/slides/slide50.xml><?xml version="1.0" encoding="utf-8"?>
<p:sld xmlns:a="http://schemas.openxmlformats.org/drawingml/2006/main" xmlns:ns2="http://schemas.microsoft.com/office/drawing/2014/main" xmlns:p="http://schemas.openxmlformats.org/presentationml/2006/main" xmlns:p14="http://schemas.microsoft.com/office/powerpoint/2010/main">
  <p:cSld name="drivers">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2" name=""/>
          <p:cNvGraphicFramePr/>
          <p:nvPr/>
        </p:nvGraphicFramePr>
        <p:xfrm>
          <a:off x="495300" y="2019300"/>
          <a:ext cx="17297400" cy="4362450"/>
        </p:xfrm>
        <a:graphic>
          <a:graphicData uri="http://schemas.openxmlformats.org/drawingml/2006/table">
            <a:tbl>
              <a:tblPr/>
              <a:tblGrid>
                <a:gridCol w="4619625"/>
                <a:gridCol w="4857750"/>
                <a:gridCol w="78200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필요한 기능과 제약</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비교할 품질 경로</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r>
              <a:tr h="952500">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FR1 / FR2  화면·발화 근거와 지칭</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VIA 처리시간 / 모델 비용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말한 순간의 대상을 어떻게 찾을까? (탐색)</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  지속 입력과 후속 전달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상호작용 응답시간 / VIA 처리시간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44  정정·질문·결과가 겹쳐도 사용자 통제를 어떻게 유지할까?</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  허용된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VIA 처리시간 / 모델 비용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45  설명·결과·정정의 과거 맥락을 어떻게 다시 사용할까?</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  업무 연결과 연속성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변경 용이성 / 로컬 메모리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42  대화·요청·질문·업무·실행의 수명을 어떻게 연결할까?</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xmlns:a="http://schemas.openxmlformats.org/drawingml/2006/main" xmlns:ns2="http://schemas.microsoft.com/office/drawing/2014/main" xmlns:p="http://schemas.openxmlformats.org/presentationml/2006/main">
        <p:nvSpPr>
          <p:cNvPr id="6" name="v2-99-drivers-common">
            <a:extLst>
              <a:ext uri="{FF2B5EF4-FFF2-40B4-BE49-F238E27FC236}">
                <ns2:creationId id="{DBD12002-1462-42DC-87FD-389E3E19F039}"/>
              </a:ext>
            </a:extLst>
          </p:cNvPr>
          <p:cNvSpPr>
            <a:spLocks noGrp="1"/>
          </p:cNvSpPr>
          <p:nvPr/>
        </p:nvSpPr>
        <p:spPr>
          <a:xfrm>
            <a:off x="495300" y="6943725"/>
            <a:ext cx="16954500" cy="600075"/>
          </a:xfrm>
          <a:prstGeom prst="rect">
            <a:avLst/>
          </a:prstGeom>
          <a:noFill/>
          <a:ln w="0">
            <a:noFill/>
          </a:ln>
        </p:spPr>
        <p:txBody>
          <a:bodyPr wrap="none" lIns="0" tIns="0" rIns="0" bIns="0" anchor="ctr">
            <a:noAutofit/>
          </a:bodyPr>
          <a:lstStyle/>
          <a:p>
            <a:pPr algn="l">
              <a:buNone/>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공통 제약 C1/C2는 모든 주제에서 지킵니다.</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7" name="v2-100-drivers-qa">
            <a:extLst>
              <a:ext uri="{FF2B5EF4-FFF2-40B4-BE49-F238E27FC236}">
                <ns2:creationId id="{525BB69C-F790-41AF-8026-FC7D6FC2B0F0}"/>
              </a:ext>
            </a:extLst>
          </p:cNvPr>
          <p:cNvSpPr>
            <a:spLocks noGrp="1"/>
          </p:cNvSpPr>
          <p:nvPr/>
        </p:nvSpPr>
        <p:spPr>
          <a:xfrm>
            <a:off x="495300" y="8001000"/>
            <a:ext cx="17049750" cy="1323975"/>
          </a:xfrm>
          <a:prstGeom prst="rect">
            <a:avLst/>
          </a:prstGeom>
          <a:noFill/>
          <a:ln w="0">
            <a:noFill/>
          </a:ln>
        </p:spPr>
        <p:txBody>
          <a:bodyPr wrap="none" lIns="0" tIns="0" rIns="0" bIns="0" anchor="ctr">
            <a:noAutofit/>
          </a:bodyPr>
          <a:lstStyle/>
          <a:p>
            <a:pPr algn="l">
              <a:buNone/>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여섯 QA 모두 검토합니다. 위 표는 대표 인과 경로이며 적용성 전수표나 효과 크기가 아닙니다.</a:t>
            </a:r>
            <a:endParaRPr lang="ko-KR">
              <a:solidFill>
                <a:srgbClr val="000000"/>
              </a:solidFill>
              <a:latin typeface="Calibri"/>
              <a:ea typeface="Calibri"/>
              <a:cs typeface="Calibri"/>
            </a:endParaRPr>
          </a:p>
          <a:p>
            <a:pPr algn="l">
              <a:buNone/>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44·45·42의 구조를 비교하고, 화면·음성 지칭의 문제와 대안을 탐색합니다.</a:t>
            </a:r>
            <a:endParaRPr lang="ko-KR">
              <a:solidFill>
                <a:srgbClr val="000000"/>
              </a:solidFill>
              <a:latin typeface="Calibri"/>
              <a:ea typeface="Calibri"/>
              <a:cs typeface="Calibri"/>
            </a:endParaRPr>
          </a:p>
        </p:txBody>
      </p:sp>
      <p:sp>
        <p:nvSpPr>
          <p:cNvPr id="13" name="v6-header-title">
            <a:extLst>
              <a:ext uri="{FF2B5EF4-FFF2-40B4-BE49-F238E27FC236}">
                <ns2:creationId id="{CC0DF3FB-6F85-44D7-9070-8CFB1E7F741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요구사항과 설계 질문</a:t>
            </a:r>
            <a:endParaRPr lang="ko-KR">
              <a:latin typeface="Calibri"/>
              <a:ea typeface="Calibri"/>
              <a:cs typeface="Calibri"/>
            </a:endParaRPr>
          </a:p>
        </p:txBody>
      </p:sp>
      <p:sp>
        <p:nvSpPr>
          <p:cNvPr id="14" name="v6-header-rule">
            <a:extLst>
              <a:ext uri="{FF2B5EF4-FFF2-40B4-BE49-F238E27FC236}">
                <ns2:creationId id="{818E77EE-2B3E-4F37-B826-0E9DAA08D453}"/>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5199B679-9291-498D-B275-64ACBA409F9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C1304838-93BD-465C-A24C-8786AD2A128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574452F7-84BD-44B6-AE44-125D5045FAD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F03214F6-5A8E-40B5-9223-45DE3E09276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51B3B348-ABD5-4DF2-A5B4-BC99EE5E353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E746A0CC-7AD9-49E2-B3E5-20B39B07E68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12 / 63</a:t>
            </a:r>
            <a:endParaRPr lang="ko-KR">
              <a:latin typeface="Calibri"/>
              <a:ea typeface="Calibri"/>
              <a:cs typeface="Calibri"/>
            </a:endParaRPr>
          </a:p>
        </p:txBody>
      </p:sp>
    </p:spTree>
    <p:extLst>
      <p:ext uri="{BB962C8B-B14F-4D97-AF65-F5344CB8AC3E}">
        <p14:creationId val="944121076"/>
      </p:ext>
    </p:extLst>
  </p:cSld>
</p:sld>
</file>

<file path=ppt/slides/slide51.xml><?xml version="1.0" encoding="utf-8"?>
<p:sld xmlns:a="http://schemas.openxmlformats.org/drawingml/2006/main" xmlns:ns2="http://schemas.microsoft.com/office/drawing/2014/main" xmlns:p="http://schemas.openxmlformats.org/presentationml/2006/main" xmlns:p14="http://schemas.microsoft.com/office/powerpoint/2010/main">
  <p:cSld name="dp41-comparison-v2">
    <p:bg>
      <p:bgPr>
        <a:solidFill>
          <a:srgbClr val="FFFFFF"/>
        </a:solidFill>
      </p:bgPr>
    </p:bg>
    <p:spTree>
      <p:nvGrpSpPr>
        <p:cNvPr id="1" name=""/>
        <p:cNvGrpSpPr/>
        <p:nvPr/>
      </p:nvGrpSpPr>
      <p:grpSpPr>
        <a:xfrm/>
      </p:grpSpPr>
      <p:sp>
        <p:nvSpPr>
          <p:cNvPr id="5" name="v2-130-note">
            <a:extLst>
              <a:ext uri="{FF2B5EF4-FFF2-40B4-BE49-F238E27FC236}">
                <ns2:creationId id="{FE38564E-474A-4F04-9209-54DB66279E88}"/>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입력: “매출 자료를 아까 보고서에 넣고, 보내지 말고 그 결과로 메일 초안만 만들어줘.”</a:t>
            </a:r>
            <a:endParaRPr lang="ko-KR">
              <a:solidFill>
                <a:srgbClr val="000000"/>
              </a:solidFill>
              <a:latin typeface="Calibri"/>
              <a:ea typeface="Calibri"/>
              <a:cs typeface="Calibri"/>
            </a:endParaRPr>
          </a:p>
        </p:txBody>
      </p:sp>
      <p:sp>
        <p:nvSpPr>
          <p:cNvPr id="6" name="v2-131-option-a">
            <a:extLst>
              <a:ext uri="{FF2B5EF4-FFF2-40B4-BE49-F238E27FC236}">
                <ns2:creationId id="{C5097FA2-DBE3-4DFD-980F-8E82CDDB33A7}"/>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모델이 조회와 전체 의미를 제안</a:t>
            </a:r>
            <a:endParaRPr lang="ko-KR">
              <a:solidFill>
                <a:srgbClr val="000000"/>
              </a:solidFill>
              <a:latin typeface="Calibri"/>
              <a:ea typeface="Calibri"/>
              <a:cs typeface="Calibri"/>
            </a:endParaRPr>
          </a:p>
        </p:txBody>
      </p:sp>
      <p:sp>
        <p:nvSpPr>
          <p:cNvPr id="7" name="v2-132-option-b">
            <a:extLst>
              <a:ext uri="{FF2B5EF4-FFF2-40B4-BE49-F238E27FC236}">
                <ns2:creationId id="{D6A83B6B-4D44-4E9F-B4AB-F4D8DF2BDF85}"/>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모델의 요청 틀을 코드가 완성</a:t>
            </a:r>
            <a:endParaRPr lang="ko-KR">
              <a:solidFill>
                <a:srgbClr val="000000"/>
              </a:solidFill>
              <a:latin typeface="Calibri"/>
              <a:ea typeface="Calibri"/>
              <a:cs typeface="Calibri"/>
            </a:endParaRPr>
          </a:p>
        </p:txBody>
      </p:sp>
      <p:sp>
        <p:nvSpPr>
          <p:cNvPr id="10" name="v2-135-클라우드 의미 LLM">
            <a:extLst>
              <a:ext uri="{FF2B5EF4-FFF2-40B4-BE49-F238E27FC236}">
                <ns2:creationId id="{61478EE3-0FAA-4401-A385-40AB982825AB}"/>
              </a:ext>
            </a:extLst>
          </p:cNvPr>
          <p:cNvSpPr>
            <a:spLocks noGrp="1"/>
          </p:cNvSpPr>
          <p:nvPr/>
        </p:nvSpPr>
        <p:spPr>
          <a:xfrm>
            <a:off x="704850" y="2619375"/>
            <a:ext cx="3076575" cy="44767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2" name="v2-137-Model Access">
            <a:extLst>
              <a:ext uri="{FF2B5EF4-FFF2-40B4-BE49-F238E27FC236}">
                <ns2:creationId id="{61E9C7B6-0FAB-4BE6-86B3-D6B7B25FA422}"/>
              </a:ext>
            </a:extLst>
          </p:cNvPr>
          <p:cNvSpPr>
            <a:spLocks noGrp="1"/>
          </p:cNvSpPr>
          <p:nvPr/>
        </p:nvSpPr>
        <p:spPr>
          <a:xfrm>
            <a:off x="4324350" y="2619375"/>
            <a:ext cx="2724150" cy="44767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4" name="v2-139-model-call">
            <a:extLst>
              <a:ext uri="{FF2B5EF4-FFF2-40B4-BE49-F238E27FC236}">
                <ns2:creationId id="{23F355C3-E176-47AF-AF39-77B294B3F6E9}"/>
              </a:ext>
            </a:extLst>
          </p:cNvPr>
          <p:cNvSpPr>
            <a:spLocks noGrp="1"/>
          </p:cNvSpPr>
          <p:nvPr/>
        </p:nvSpPr>
        <p:spPr>
          <a:xfrm>
            <a:off x="3781425" y="2752725"/>
            <a:ext cx="542925" cy="9525"/>
          </a:xfrm>
          <a:custGeom>
            <a:pathLst>
              <a:path w="542925" h="9525">
                <a:moveTo>
                  <a:pt x="542925" y="0"/>
                </a:moveTo>
                <a:lnTo>
                  <a:pt x="0" y="0"/>
                </a:lnTo>
              </a:path>
            </a:pathLst>
          </a:custGeom>
          <a:noFill/>
          <a:ln w="19050">
            <a:solidFill>
              <a:srgbClr val="576773"/>
            </a:solidFill>
            <a:prstDash val="solid"/>
          </a:ln>
        </p:spPr>
      </p:sp>
      <p:sp>
        <p:nvSpPr>
          <p:cNvPr id="15" name="v2-140-model-call-head">
            <a:extLst>
              <a:ext uri="{FF2B5EF4-FFF2-40B4-BE49-F238E27FC236}">
                <ns2:creationId id="{9B62CA40-1B2C-492F-A87D-16BC4E5D4982}"/>
              </a:ext>
            </a:extLst>
          </p:cNvPr>
          <p:cNvSpPr>
            <a:spLocks noGrp="1"/>
          </p:cNvSpPr>
          <p:nvPr/>
        </p:nvSpPr>
        <p:spPr>
          <a:xfrm>
            <a:off x="3781425" y="2697927"/>
            <a:ext cx="100308" cy="109597"/>
          </a:xfrm>
          <a:custGeom>
            <a:pathLst>
              <a:path w="100308" h="109597">
                <a:moveTo>
                  <a:pt x="100308" y="0"/>
                </a:moveTo>
                <a:lnTo>
                  <a:pt x="0" y="54798"/>
                </a:lnTo>
                <a:lnTo>
                  <a:pt x="100308" y="109597"/>
                </a:lnTo>
              </a:path>
            </a:pathLst>
          </a:custGeom>
          <a:noFill/>
          <a:ln w="19050">
            <a:solidFill>
              <a:srgbClr val="576773"/>
            </a:solidFill>
            <a:prstDash val="solid"/>
          </a:ln>
        </p:spPr>
      </p:sp>
      <p:sp>
        <p:nvSpPr>
          <p:cNvPr id="16" name="v2-141-model-result">
            <a:extLst>
              <a:ext uri="{FF2B5EF4-FFF2-40B4-BE49-F238E27FC236}">
                <ns2:creationId id="{3831F03A-A9EF-4856-B3AD-6279DF75A81C}"/>
              </a:ext>
            </a:extLst>
          </p:cNvPr>
          <p:cNvSpPr>
            <a:spLocks noGrp="1"/>
          </p:cNvSpPr>
          <p:nvPr/>
        </p:nvSpPr>
        <p:spPr>
          <a:xfrm>
            <a:off x="3781425" y="2952750"/>
            <a:ext cx="542925" cy="9525"/>
          </a:xfrm>
          <a:custGeom>
            <a:pathLst>
              <a:path w="542925" h="9525">
                <a:moveTo>
                  <a:pt x="0" y="0"/>
                </a:moveTo>
                <a:lnTo>
                  <a:pt x="542925" y="0"/>
                </a:lnTo>
              </a:path>
            </a:pathLst>
          </a:custGeom>
          <a:noFill/>
          <a:ln w="19050">
            <a:solidFill>
              <a:srgbClr val="576773"/>
            </a:solidFill>
            <a:prstDash val="solid"/>
          </a:ln>
        </p:spPr>
      </p:sp>
      <p:sp>
        <p:nvSpPr>
          <p:cNvPr id="17" name="v2-142-model-result-head">
            <a:extLst>
              <a:ext uri="{FF2B5EF4-FFF2-40B4-BE49-F238E27FC236}">
                <ns2:creationId id="{86949BA9-DB99-4265-8742-E93AD48785E7}"/>
              </a:ext>
            </a:extLst>
          </p:cNvPr>
          <p:cNvSpPr>
            <a:spLocks noGrp="1"/>
          </p:cNvSpPr>
          <p:nvPr/>
        </p:nvSpPr>
        <p:spPr>
          <a:xfrm>
            <a:off x="4224042" y="28979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8" name="v2-143-Request Interpreter">
            <a:extLst>
              <a:ext uri="{FF2B5EF4-FFF2-40B4-BE49-F238E27FC236}">
                <ns2:creationId id="{F97DEE2D-ED0C-44BF-8197-DA271D5B1A53}"/>
              </a:ext>
            </a:extLst>
          </p:cNvPr>
          <p:cNvSpPr>
            <a:spLocks noGrp="1"/>
          </p:cNvSpPr>
          <p:nvPr/>
        </p:nvSpPr>
        <p:spPr>
          <a:xfrm>
            <a:off x="590550" y="3248025"/>
            <a:ext cx="8105775" cy="2209800"/>
          </a:xfrm>
          <a:prstGeom prst="rect">
            <a:avLst/>
          </a:prstGeom>
          <a:noFill/>
          <a:ln w="19050">
            <a:solidFill>
              <a:srgbClr val="BCCAD2"/>
            </a:solidFill>
          </a:ln>
        </p:spPr>
        <p:txBody>
          <a:bodyPr wrap="none" lIns="133350" tIns="38100" rIns="4829175" bIns="1809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0" name="v2-145-클라우드 의미 LLM">
            <a:extLst>
              <a:ext uri="{FF2B5EF4-FFF2-40B4-BE49-F238E27FC236}">
                <ns2:creationId id="{2EAA4132-0376-4CC6-B421-4D878E425670}"/>
              </a:ext>
            </a:extLst>
          </p:cNvPr>
          <p:cNvSpPr>
            <a:spLocks noGrp="1"/>
          </p:cNvSpPr>
          <p:nvPr/>
        </p:nvSpPr>
        <p:spPr>
          <a:xfrm>
            <a:off x="9439275" y="2619375"/>
            <a:ext cx="3076575" cy="44767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2" name="v2-147-Model Access">
            <a:extLst>
              <a:ext uri="{FF2B5EF4-FFF2-40B4-BE49-F238E27FC236}">
                <ns2:creationId id="{B096E3FB-857C-43F9-BFA8-9593AC1C9183}"/>
              </a:ext>
            </a:extLst>
          </p:cNvPr>
          <p:cNvSpPr>
            <a:spLocks noGrp="1"/>
          </p:cNvSpPr>
          <p:nvPr/>
        </p:nvSpPr>
        <p:spPr>
          <a:xfrm>
            <a:off x="13058775" y="2619375"/>
            <a:ext cx="2724150" cy="44767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4" name="v2-149-model-call">
            <a:extLst>
              <a:ext uri="{FF2B5EF4-FFF2-40B4-BE49-F238E27FC236}">
                <ns2:creationId id="{C2A656A2-8B8D-4234-9122-F4E887F1683C}"/>
              </a:ext>
            </a:extLst>
          </p:cNvPr>
          <p:cNvSpPr>
            <a:spLocks noGrp="1"/>
          </p:cNvSpPr>
          <p:nvPr/>
        </p:nvSpPr>
        <p:spPr>
          <a:xfrm>
            <a:off x="12515850" y="2752725"/>
            <a:ext cx="542925" cy="9525"/>
          </a:xfrm>
          <a:custGeom>
            <a:pathLst>
              <a:path w="542925" h="9525">
                <a:moveTo>
                  <a:pt x="542925" y="0"/>
                </a:moveTo>
                <a:lnTo>
                  <a:pt x="0" y="0"/>
                </a:lnTo>
              </a:path>
            </a:pathLst>
          </a:custGeom>
          <a:noFill/>
          <a:ln w="19050">
            <a:solidFill>
              <a:srgbClr val="576773"/>
            </a:solidFill>
            <a:prstDash val="solid"/>
          </a:ln>
        </p:spPr>
      </p:sp>
      <p:sp>
        <p:nvSpPr>
          <p:cNvPr id="25" name="v2-150-model-call-head">
            <a:extLst>
              <a:ext uri="{FF2B5EF4-FFF2-40B4-BE49-F238E27FC236}">
                <ns2:creationId id="{444F95D9-FAB6-4C6F-AD10-4C3373CC5C64}"/>
              </a:ext>
            </a:extLst>
          </p:cNvPr>
          <p:cNvSpPr>
            <a:spLocks noGrp="1"/>
          </p:cNvSpPr>
          <p:nvPr/>
        </p:nvSpPr>
        <p:spPr>
          <a:xfrm>
            <a:off x="12515850" y="2697927"/>
            <a:ext cx="100308" cy="109597"/>
          </a:xfrm>
          <a:custGeom>
            <a:pathLst>
              <a:path w="100308" h="109597">
                <a:moveTo>
                  <a:pt x="100308" y="0"/>
                </a:moveTo>
                <a:lnTo>
                  <a:pt x="0" y="54798"/>
                </a:lnTo>
                <a:lnTo>
                  <a:pt x="100308" y="109597"/>
                </a:lnTo>
              </a:path>
            </a:pathLst>
          </a:custGeom>
          <a:noFill/>
          <a:ln w="19050">
            <a:solidFill>
              <a:srgbClr val="576773"/>
            </a:solidFill>
            <a:prstDash val="solid"/>
          </a:ln>
        </p:spPr>
      </p:sp>
      <p:sp>
        <p:nvSpPr>
          <p:cNvPr id="26" name="v2-151-model-result">
            <a:extLst>
              <a:ext uri="{FF2B5EF4-FFF2-40B4-BE49-F238E27FC236}">
                <ns2:creationId id="{530460F0-1800-48C6-B058-23972BFA8168}"/>
              </a:ext>
            </a:extLst>
          </p:cNvPr>
          <p:cNvSpPr>
            <a:spLocks noGrp="1"/>
          </p:cNvSpPr>
          <p:nvPr/>
        </p:nvSpPr>
        <p:spPr>
          <a:xfrm>
            <a:off x="12515850" y="2952750"/>
            <a:ext cx="542925" cy="9525"/>
          </a:xfrm>
          <a:custGeom>
            <a:pathLst>
              <a:path w="542925" h="9525">
                <a:moveTo>
                  <a:pt x="0" y="0"/>
                </a:moveTo>
                <a:lnTo>
                  <a:pt x="542925" y="0"/>
                </a:lnTo>
              </a:path>
            </a:pathLst>
          </a:custGeom>
          <a:noFill/>
          <a:ln w="19050">
            <a:solidFill>
              <a:srgbClr val="576773"/>
            </a:solidFill>
            <a:prstDash val="solid"/>
          </a:ln>
        </p:spPr>
      </p:sp>
      <p:sp>
        <p:nvSpPr>
          <p:cNvPr id="27" name="v2-152-model-result-head">
            <a:extLst>
              <a:ext uri="{FF2B5EF4-FFF2-40B4-BE49-F238E27FC236}">
                <ns2:creationId id="{F8810380-712F-45B6-B2BE-58ED2169EFD1}"/>
              </a:ext>
            </a:extLst>
          </p:cNvPr>
          <p:cNvSpPr>
            <a:spLocks noGrp="1"/>
          </p:cNvSpPr>
          <p:nvPr/>
        </p:nvSpPr>
        <p:spPr>
          <a:xfrm>
            <a:off x="12958467" y="28979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28" name="v2-153-Request Interpreter">
            <a:extLst>
              <a:ext uri="{FF2B5EF4-FFF2-40B4-BE49-F238E27FC236}">
                <ns2:creationId id="{8165AB30-0C0C-499E-8D6A-A98C3D1D0C51}"/>
              </a:ext>
            </a:extLst>
          </p:cNvPr>
          <p:cNvSpPr>
            <a:spLocks noGrp="1"/>
          </p:cNvSpPr>
          <p:nvPr/>
        </p:nvSpPr>
        <p:spPr>
          <a:xfrm>
            <a:off x="9324975" y="3248025"/>
            <a:ext cx="8105775" cy="2209800"/>
          </a:xfrm>
          <a:prstGeom prst="rect">
            <a:avLst/>
          </a:prstGeom>
          <a:noFill/>
          <a:ln w="19050">
            <a:solidFill>
              <a:srgbClr val="BCCAD2"/>
            </a:solidFill>
          </a:ln>
        </p:spPr>
        <p:txBody>
          <a:bodyPr wrap="none" lIns="133350" tIns="38100" rIns="4829175" bIns="1809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30" name="v2-155-모델 주도 해석 제어기">
            <a:extLst>
              <a:ext uri="{FF2B5EF4-FFF2-40B4-BE49-F238E27FC236}">
                <ns2:creationId id="{BEFCF12F-1B53-4BA8-9A18-68256CB3E77E}"/>
              </a:ext>
            </a:extLst>
          </p:cNvPr>
          <p:cNvSpPr>
            <a:spLocks noGrp="1"/>
          </p:cNvSpPr>
          <p:nvPr/>
        </p:nvSpPr>
        <p:spPr>
          <a:xfrm>
            <a:off x="800100" y="3838575"/>
            <a:ext cx="3200400" cy="5238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모델 주도 해석 제어기</a:t>
            </a:r>
            <a:endParaRPr lang="ko-KR">
              <a:solidFill>
                <a:srgbClr val="000000"/>
              </a:solidFill>
              <a:latin typeface="Calibri"/>
              <a:ea typeface="Calibri"/>
              <a:cs typeface="Calibri"/>
            </a:endParaRPr>
          </a:p>
        </p:txBody>
      </p:sp>
      <p:sp>
        <p:nvSpPr>
          <p:cNvPr id="32" name="v2-157-읽기 도구 실행기">
            <a:extLst>
              <a:ext uri="{FF2B5EF4-FFF2-40B4-BE49-F238E27FC236}">
                <ns2:creationId id="{8644218A-3CE1-48BF-95D8-8F6C97282ADE}"/>
              </a:ext>
            </a:extLst>
          </p:cNvPr>
          <p:cNvSpPr>
            <a:spLocks noGrp="1"/>
          </p:cNvSpPr>
          <p:nvPr/>
        </p:nvSpPr>
        <p:spPr>
          <a:xfrm>
            <a:off x="5257800" y="3838575"/>
            <a:ext cx="3076575" cy="52387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34" name="v2-159-모델에 제공할 해석 맥락">
            <a:extLst>
              <a:ext uri="{FF2B5EF4-FFF2-40B4-BE49-F238E27FC236}">
                <ns2:creationId id="{59026275-2ADB-4E6B-A8ED-C6B0D215BB57}"/>
              </a:ext>
            </a:extLst>
          </p:cNvPr>
          <p:cNvSpPr>
            <a:spLocks noGrp="1"/>
          </p:cNvSpPr>
          <p:nvPr/>
        </p:nvSpPr>
        <p:spPr>
          <a:xfrm>
            <a:off x="800100" y="4810125"/>
            <a:ext cx="3200400" cy="46672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모델에 제공할 해석 맥락</a:t>
            </a:r>
            <a:endParaRPr lang="ko-KR">
              <a:solidFill>
                <a:srgbClr val="000000"/>
              </a:solidFill>
              <a:latin typeface="Calibri"/>
              <a:ea typeface="Calibri"/>
              <a:cs typeface="Calibri"/>
            </a:endParaRPr>
          </a:p>
        </p:txBody>
      </p:sp>
      <p:sp>
        <p:nvSpPr>
          <p:cNvPr id="36" name="v2-161-의미 제안 검증기">
            <a:extLst>
              <a:ext uri="{FF2B5EF4-FFF2-40B4-BE49-F238E27FC236}">
                <ns2:creationId id="{386500E5-2EA3-4C84-9E3E-79EE442EDEFB}"/>
              </a:ext>
            </a:extLst>
          </p:cNvPr>
          <p:cNvSpPr>
            <a:spLocks noGrp="1"/>
          </p:cNvSpPr>
          <p:nvPr/>
        </p:nvSpPr>
        <p:spPr>
          <a:xfrm>
            <a:off x="5257800" y="4810125"/>
            <a:ext cx="3076575" cy="4667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38" name="v2-163-a-read">
            <a:extLst>
              <a:ext uri="{FF2B5EF4-FFF2-40B4-BE49-F238E27FC236}">
                <ns2:creationId id="{51ED4CBB-5236-4CA1-99CD-91943FBDDB68}"/>
              </a:ext>
            </a:extLst>
          </p:cNvPr>
          <p:cNvSpPr>
            <a:spLocks noGrp="1"/>
          </p:cNvSpPr>
          <p:nvPr/>
        </p:nvSpPr>
        <p:spPr>
          <a:xfrm>
            <a:off x="4000500" y="4095750"/>
            <a:ext cx="1257300" cy="9525"/>
          </a:xfrm>
          <a:custGeom>
            <a:pathLst>
              <a:path w="1257300" h="9525">
                <a:moveTo>
                  <a:pt x="0" y="0"/>
                </a:moveTo>
                <a:lnTo>
                  <a:pt x="1257300" y="0"/>
                </a:lnTo>
              </a:path>
            </a:pathLst>
          </a:custGeom>
          <a:noFill/>
          <a:ln w="26670">
            <a:solidFill>
              <a:srgbClr val="00889A"/>
            </a:solidFill>
            <a:prstDash val="solid"/>
          </a:ln>
        </p:spPr>
      </p:sp>
      <p:sp>
        <p:nvSpPr>
          <p:cNvPr id="39" name="v2-164-a-read-head">
            <a:extLst>
              <a:ext uri="{FF2B5EF4-FFF2-40B4-BE49-F238E27FC236}">
                <ns2:creationId id="{D416B11E-43B3-4485-89DA-85A188475966}"/>
              </a:ext>
            </a:extLst>
          </p:cNvPr>
          <p:cNvSpPr>
            <a:spLocks noGrp="1"/>
          </p:cNvSpPr>
          <p:nvPr/>
        </p:nvSpPr>
        <p:spPr>
          <a:xfrm>
            <a:off x="5157492" y="404095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40" name="v2-165-note">
            <a:extLst>
              <a:ext uri="{FF2B5EF4-FFF2-40B4-BE49-F238E27FC236}">
                <ns2:creationId id="{BCAC4950-9943-4F26-98BB-9E2ADB39666C}"/>
              </a:ext>
            </a:extLst>
          </p:cNvPr>
          <p:cNvSpPr>
            <a:spLocks noGrp="1"/>
          </p:cNvSpPr>
          <p:nvPr/>
        </p:nvSpPr>
        <p:spPr>
          <a:xfrm>
            <a:off x="4086225" y="3733800"/>
            <a:ext cx="14287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조회 선택</a:t>
            </a:r>
            <a:endParaRPr lang="ko-KR">
              <a:solidFill>
                <a:srgbClr val="000000"/>
              </a:solidFill>
              <a:latin typeface="Calibri"/>
              <a:ea typeface="Calibri"/>
              <a:cs typeface="Calibri"/>
            </a:endParaRPr>
          </a:p>
        </p:txBody>
      </p:sp>
      <p:sp>
        <p:nvSpPr>
          <p:cNvPr id="41" name="v2-166-a-results">
            <a:extLst>
              <a:ext uri="{FF2B5EF4-FFF2-40B4-BE49-F238E27FC236}">
                <ns2:creationId id="{73D83836-144C-4637-873B-1F3026913CDB}"/>
              </a:ext>
            </a:extLst>
          </p:cNvPr>
          <p:cNvSpPr>
            <a:spLocks noGrp="1"/>
          </p:cNvSpPr>
          <p:nvPr/>
        </p:nvSpPr>
        <p:spPr>
          <a:xfrm>
            <a:off x="2400300" y="4362450"/>
            <a:ext cx="4391025" cy="447675"/>
          </a:xfrm>
          <a:custGeom>
            <a:pathLst>
              <a:path w="4391025" h="447675">
                <a:moveTo>
                  <a:pt x="4391025" y="0"/>
                </a:moveTo>
                <a:lnTo>
                  <a:pt x="4391025" y="228600"/>
                </a:lnTo>
                <a:lnTo>
                  <a:pt x="0" y="228600"/>
                </a:lnTo>
                <a:lnTo>
                  <a:pt x="0" y="447675"/>
                </a:lnTo>
              </a:path>
            </a:pathLst>
          </a:custGeom>
          <a:noFill/>
          <a:ln w="26670">
            <a:solidFill>
              <a:srgbClr val="00889A"/>
            </a:solidFill>
            <a:prstDash val="solid"/>
          </a:ln>
        </p:spPr>
      </p:sp>
      <p:sp>
        <p:nvSpPr>
          <p:cNvPr id="42" name="v2-167-a-results-head">
            <a:extLst>
              <a:ext uri="{FF2B5EF4-FFF2-40B4-BE49-F238E27FC236}">
                <ns2:creationId id="{B57C6B69-ED53-4FEB-A637-AF21FABA31A9}"/>
              </a:ext>
            </a:extLst>
          </p:cNvPr>
          <p:cNvSpPr>
            <a:spLocks noGrp="1"/>
          </p:cNvSpPr>
          <p:nvPr/>
        </p:nvSpPr>
        <p:spPr>
          <a:xfrm>
            <a:off x="2345502" y="470981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43" name="v2-168-note">
            <a:extLst>
              <a:ext uri="{FF2B5EF4-FFF2-40B4-BE49-F238E27FC236}">
                <ns2:creationId id="{DF088886-EF77-4CB7-A21D-D884A7F59D15}"/>
              </a:ext>
            </a:extLst>
          </p:cNvPr>
          <p:cNvSpPr>
            <a:spLocks noGrp="1"/>
          </p:cNvSpPr>
          <p:nvPr/>
        </p:nvSpPr>
        <p:spPr>
          <a:xfrm>
            <a:off x="3048000" y="4419600"/>
            <a:ext cx="37147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결과를 해석 맥락에 반영</a:t>
            </a:r>
            <a:endParaRPr lang="ko-KR">
              <a:solidFill>
                <a:srgbClr val="000000"/>
              </a:solidFill>
              <a:latin typeface="Calibri"/>
              <a:ea typeface="Calibri"/>
              <a:cs typeface="Calibri"/>
            </a:endParaRPr>
          </a:p>
        </p:txBody>
      </p:sp>
      <p:sp>
        <p:nvSpPr>
          <p:cNvPr id="44" name="v2-169-a-rejudge">
            <a:extLst>
              <a:ext uri="{FF2B5EF4-FFF2-40B4-BE49-F238E27FC236}">
                <ns2:creationId id="{23804142-B7CD-4490-80A1-389887295865}"/>
              </a:ext>
            </a:extLst>
          </p:cNvPr>
          <p:cNvSpPr>
            <a:spLocks noGrp="1"/>
          </p:cNvSpPr>
          <p:nvPr/>
        </p:nvSpPr>
        <p:spPr>
          <a:xfrm>
            <a:off x="609600" y="3067050"/>
            <a:ext cx="4591050" cy="1743075"/>
          </a:xfrm>
          <a:custGeom>
            <a:pathLst>
              <a:path w="4591050" h="1743075">
                <a:moveTo>
                  <a:pt x="1790700" y="1743075"/>
                </a:moveTo>
                <a:lnTo>
                  <a:pt x="0" y="1743075"/>
                </a:lnTo>
                <a:lnTo>
                  <a:pt x="0" y="57150"/>
                </a:lnTo>
                <a:lnTo>
                  <a:pt x="4591050" y="57150"/>
                </a:lnTo>
                <a:lnTo>
                  <a:pt x="4591050" y="0"/>
                </a:lnTo>
              </a:path>
            </a:pathLst>
          </a:custGeom>
          <a:noFill/>
          <a:ln w="26670">
            <a:solidFill>
              <a:srgbClr val="00889A"/>
            </a:solidFill>
            <a:prstDash val="solid"/>
          </a:ln>
        </p:spPr>
      </p:sp>
      <p:sp>
        <p:nvSpPr>
          <p:cNvPr id="45" name="v2-170-a-rejudge-head">
            <a:extLst>
              <a:ext uri="{FF2B5EF4-FFF2-40B4-BE49-F238E27FC236}">
                <ns2:creationId id="{3B059275-4165-487D-8E48-2D5189429067}"/>
              </a:ext>
            </a:extLst>
          </p:cNvPr>
          <p:cNvSpPr>
            <a:spLocks noGrp="1"/>
          </p:cNvSpPr>
          <p:nvPr/>
        </p:nvSpPr>
        <p:spPr>
          <a:xfrm>
            <a:off x="5145852" y="3067050"/>
            <a:ext cx="109597" cy="100308"/>
          </a:xfrm>
          <a:custGeom>
            <a:pathLst>
              <a:path w="109597" h="100308">
                <a:moveTo>
                  <a:pt x="109597" y="100308"/>
                </a:moveTo>
                <a:lnTo>
                  <a:pt x="54798" y="0"/>
                </a:lnTo>
                <a:lnTo>
                  <a:pt x="0" y="100308"/>
                </a:lnTo>
              </a:path>
            </a:pathLst>
          </a:custGeom>
          <a:noFill/>
          <a:ln w="26670">
            <a:solidFill>
              <a:srgbClr val="00889A"/>
            </a:solidFill>
            <a:prstDash val="solid"/>
          </a:ln>
        </p:spPr>
      </p:sp>
      <p:sp>
        <p:nvSpPr>
          <p:cNvPr id="46" name="v2-171-note">
            <a:extLst>
              <a:ext uri="{FF2B5EF4-FFF2-40B4-BE49-F238E27FC236}">
                <ns2:creationId id="{DF25C22F-6FAF-4AB8-9F31-45BDCCC906FF}"/>
              </a:ext>
            </a:extLst>
          </p:cNvPr>
          <p:cNvSpPr>
            <a:spLocks noGrp="1"/>
          </p:cNvSpPr>
          <p:nvPr/>
        </p:nvSpPr>
        <p:spPr>
          <a:xfrm>
            <a:off x="666750" y="5495925"/>
            <a:ext cx="3876675" cy="3810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④ 누적 근거로 모델 재호출</a:t>
            </a:r>
            <a:endParaRPr lang="ko-KR">
              <a:solidFill>
                <a:srgbClr val="000000"/>
              </a:solidFill>
              <a:latin typeface="Calibri"/>
              <a:ea typeface="Calibri"/>
              <a:cs typeface="Calibri"/>
            </a:endParaRPr>
          </a:p>
        </p:txBody>
      </p:sp>
      <p:sp>
        <p:nvSpPr>
          <p:cNvPr id="47" name="v2-172-a-action">
            <a:extLst>
              <a:ext uri="{FF2B5EF4-FFF2-40B4-BE49-F238E27FC236}">
                <ns2:creationId id="{0787E1EA-B0C2-41B2-BE6A-D8E8DE761117}"/>
              </a:ext>
            </a:extLst>
          </p:cNvPr>
          <p:cNvSpPr>
            <a:spLocks noGrp="1"/>
          </p:cNvSpPr>
          <p:nvPr/>
        </p:nvSpPr>
        <p:spPr>
          <a:xfrm>
            <a:off x="2400300" y="3067050"/>
            <a:ext cx="2800350" cy="771525"/>
          </a:xfrm>
          <a:custGeom>
            <a:pathLst>
              <a:path w="2800350" h="771525">
                <a:moveTo>
                  <a:pt x="2800350" y="0"/>
                </a:moveTo>
                <a:lnTo>
                  <a:pt x="2800350" y="628650"/>
                </a:lnTo>
                <a:lnTo>
                  <a:pt x="0" y="628650"/>
                </a:lnTo>
                <a:lnTo>
                  <a:pt x="0" y="771525"/>
                </a:lnTo>
              </a:path>
            </a:pathLst>
          </a:custGeom>
          <a:noFill/>
          <a:ln w="26670">
            <a:solidFill>
              <a:srgbClr val="00889A"/>
            </a:solidFill>
            <a:prstDash val="solid"/>
          </a:ln>
        </p:spPr>
      </p:sp>
      <p:sp>
        <p:nvSpPr>
          <p:cNvPr id="48" name="v2-173-a-action-head">
            <a:extLst>
              <a:ext uri="{FF2B5EF4-FFF2-40B4-BE49-F238E27FC236}">
                <ns2:creationId id="{7F94799A-B896-4B48-BE80-8FC4855771F5}"/>
              </a:ext>
            </a:extLst>
          </p:cNvPr>
          <p:cNvSpPr>
            <a:spLocks noGrp="1"/>
          </p:cNvSpPr>
          <p:nvPr/>
        </p:nvSpPr>
        <p:spPr>
          <a:xfrm>
            <a:off x="2345502" y="373826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49" name="v2-174-note">
            <a:extLst>
              <a:ext uri="{FF2B5EF4-FFF2-40B4-BE49-F238E27FC236}">
                <ns2:creationId id="{1219E202-C53B-412B-A31C-CB8110458268}"/>
              </a:ext>
            </a:extLst>
          </p:cNvPr>
          <p:cNvSpPr>
            <a:spLocks noGrp="1"/>
          </p:cNvSpPr>
          <p:nvPr/>
        </p:nvSpPr>
        <p:spPr>
          <a:xfrm>
            <a:off x="5524500" y="3314700"/>
            <a:ext cx="2962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다음 조회 / 의미 / 질문</a:t>
            </a:r>
            <a:endParaRPr lang="ko-KR">
              <a:solidFill>
                <a:srgbClr val="000000"/>
              </a:solidFill>
              <a:latin typeface="Calibri"/>
              <a:ea typeface="Calibri"/>
              <a:cs typeface="Calibri"/>
            </a:endParaRPr>
          </a:p>
        </p:txBody>
      </p:sp>
      <p:sp>
        <p:nvSpPr>
          <p:cNvPr id="50" name="v2-175-a-proposal">
            <a:extLst>
              <a:ext uri="{FF2B5EF4-FFF2-40B4-BE49-F238E27FC236}">
                <ns2:creationId id="{F57BF01C-87C3-4BCD-94E3-DA978B8FAE55}"/>
              </a:ext>
            </a:extLst>
          </p:cNvPr>
          <p:cNvSpPr>
            <a:spLocks noGrp="1"/>
          </p:cNvSpPr>
          <p:nvPr/>
        </p:nvSpPr>
        <p:spPr>
          <a:xfrm>
            <a:off x="4000500" y="4181475"/>
            <a:ext cx="1257300" cy="866775"/>
          </a:xfrm>
          <a:custGeom>
            <a:pathLst>
              <a:path w="1257300" h="866775">
                <a:moveTo>
                  <a:pt x="0" y="0"/>
                </a:moveTo>
                <a:lnTo>
                  <a:pt x="371475" y="0"/>
                </a:lnTo>
                <a:lnTo>
                  <a:pt x="371475" y="866775"/>
                </a:lnTo>
                <a:lnTo>
                  <a:pt x="1257300" y="866775"/>
                </a:lnTo>
              </a:path>
            </a:pathLst>
          </a:custGeom>
          <a:noFill/>
          <a:ln w="19050">
            <a:solidFill>
              <a:srgbClr val="576773"/>
            </a:solidFill>
            <a:prstDash val="solid"/>
          </a:ln>
        </p:spPr>
      </p:sp>
      <p:sp>
        <p:nvSpPr>
          <p:cNvPr id="51" name="v2-176-a-proposal-head">
            <a:extLst>
              <a:ext uri="{FF2B5EF4-FFF2-40B4-BE49-F238E27FC236}">
                <ns2:creationId id="{49569D1D-D1F5-4826-9F08-89DFE8278506}"/>
              </a:ext>
            </a:extLst>
          </p:cNvPr>
          <p:cNvSpPr>
            <a:spLocks noGrp="1"/>
          </p:cNvSpPr>
          <p:nvPr/>
        </p:nvSpPr>
        <p:spPr>
          <a:xfrm>
            <a:off x="5157492" y="49934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52" name="v2-177-note">
            <a:extLst>
              <a:ext uri="{FF2B5EF4-FFF2-40B4-BE49-F238E27FC236}">
                <ns2:creationId id="{9F62F035-043F-4ABB-B0D4-65DCB808324E}"/>
              </a:ext>
            </a:extLst>
          </p:cNvPr>
          <p:cNvSpPr>
            <a:spLocks noGrp="1"/>
          </p:cNvSpPr>
          <p:nvPr/>
        </p:nvSpPr>
        <p:spPr>
          <a:xfrm>
            <a:off x="4276725" y="5172075"/>
            <a:ext cx="11239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완성 제안</a:t>
            </a:r>
            <a:endParaRPr lang="ko-KR">
              <a:solidFill>
                <a:srgbClr val="000000"/>
              </a:solidFill>
              <a:latin typeface="Calibri"/>
              <a:ea typeface="Calibri"/>
              <a:cs typeface="Calibri"/>
            </a:endParaRPr>
          </a:p>
        </p:txBody>
      </p:sp>
      <p:sp>
        <p:nvSpPr>
          <p:cNvPr id="53" name="v2-178-Context Manager">
            <a:extLst>
              <a:ext uri="{FF2B5EF4-FFF2-40B4-BE49-F238E27FC236}">
                <ns2:creationId id="{A75D6AE3-B5AB-417E-BC35-4BF68D77D228}"/>
              </a:ext>
            </a:extLst>
          </p:cNvPr>
          <p:cNvSpPr>
            <a:spLocks noGrp="1"/>
          </p:cNvSpPr>
          <p:nvPr/>
        </p:nvSpPr>
        <p:spPr>
          <a:xfrm>
            <a:off x="5067300" y="5648325"/>
            <a:ext cx="2162175" cy="419100"/>
          </a:xfrm>
          <a:prstGeom prst="rect">
            <a:avLst/>
          </a:prstGeom>
          <a:solidFill>
            <a:srgbClr val="E8EEF7"/>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55" name="v2-180-Task Manager">
            <a:extLst>
              <a:ext uri="{FF2B5EF4-FFF2-40B4-BE49-F238E27FC236}">
                <ns2:creationId id="{993C6A33-1437-48D9-9847-A80969E944A8}"/>
              </a:ext>
            </a:extLst>
          </p:cNvPr>
          <p:cNvSpPr>
            <a:spLocks noGrp="1"/>
          </p:cNvSpPr>
          <p:nvPr/>
        </p:nvSpPr>
        <p:spPr>
          <a:xfrm>
            <a:off x="7372350" y="5648325"/>
            <a:ext cx="1438275" cy="419100"/>
          </a:xfrm>
          <a:prstGeom prst="rect">
            <a:avLst/>
          </a:prstGeom>
          <a:solidFill>
            <a:srgbClr val="E8EEF7"/>
          </a:solidFill>
          <a:ln w="19050">
            <a:solidFill>
              <a:srgbClr val="576773"/>
            </a:solidFill>
          </a:ln>
        </p:spPr>
        <p:txBody>
          <a:bodyPr wrap="none" lIns="76200" tIns="0" rIns="7620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57" name="v2-182-a-sources">
            <a:extLst>
              <a:ext uri="{FF2B5EF4-FFF2-40B4-BE49-F238E27FC236}">
                <ns2:creationId id="{594DF430-0EDE-48EF-97BA-EC3EF8EA5BC1}"/>
              </a:ext>
            </a:extLst>
          </p:cNvPr>
          <p:cNvSpPr>
            <a:spLocks noGrp="1"/>
          </p:cNvSpPr>
          <p:nvPr/>
        </p:nvSpPr>
        <p:spPr>
          <a:xfrm>
            <a:off x="6191250" y="4095750"/>
            <a:ext cx="2581275" cy="1552575"/>
          </a:xfrm>
          <a:custGeom>
            <a:pathLst>
              <a:path w="2581275" h="1552575">
                <a:moveTo>
                  <a:pt x="2143125" y="0"/>
                </a:moveTo>
                <a:lnTo>
                  <a:pt x="2581275" y="0"/>
                </a:lnTo>
                <a:lnTo>
                  <a:pt x="2581275" y="1457325"/>
                </a:lnTo>
                <a:lnTo>
                  <a:pt x="0" y="1457325"/>
                </a:lnTo>
                <a:lnTo>
                  <a:pt x="0" y="1552575"/>
                </a:lnTo>
              </a:path>
            </a:pathLst>
          </a:custGeom>
          <a:noFill/>
          <a:ln w="19050">
            <a:solidFill>
              <a:srgbClr val="576773"/>
            </a:solidFill>
            <a:prstDash val="solid"/>
          </a:ln>
        </p:spPr>
      </p:sp>
      <p:sp>
        <p:nvSpPr>
          <p:cNvPr id="58" name="v2-183-a-sources-head">
            <a:extLst>
              <a:ext uri="{FF2B5EF4-FFF2-40B4-BE49-F238E27FC236}">
                <ns2:creationId id="{2EED4201-4607-4460-828A-E0F9530AEB0F}"/>
              </a:ext>
            </a:extLst>
          </p:cNvPr>
          <p:cNvSpPr>
            <a:spLocks noGrp="1"/>
          </p:cNvSpPr>
          <p:nvPr/>
        </p:nvSpPr>
        <p:spPr>
          <a:xfrm>
            <a:off x="61364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59" name="v2-184-a-task-source">
            <a:extLst>
              <a:ext uri="{FF2B5EF4-FFF2-40B4-BE49-F238E27FC236}">
                <ns2:creationId id="{50B68D1E-4239-4FFB-8D54-C2BCA8BFAF28}"/>
              </a:ext>
            </a:extLst>
          </p:cNvPr>
          <p:cNvSpPr>
            <a:spLocks noGrp="1"/>
          </p:cNvSpPr>
          <p:nvPr/>
        </p:nvSpPr>
        <p:spPr>
          <a:xfrm>
            <a:off x="8096250" y="5553075"/>
            <a:ext cx="9525" cy="95250"/>
          </a:xfrm>
          <a:custGeom>
            <a:pathLst>
              <a:path w="9525" h="95250">
                <a:moveTo>
                  <a:pt x="0" y="0"/>
                </a:moveTo>
                <a:lnTo>
                  <a:pt x="0" y="95250"/>
                </a:lnTo>
              </a:path>
            </a:pathLst>
          </a:custGeom>
          <a:noFill/>
          <a:ln w="19050">
            <a:solidFill>
              <a:srgbClr val="576773"/>
            </a:solidFill>
            <a:prstDash val="solid"/>
          </a:ln>
        </p:spPr>
      </p:sp>
      <p:sp>
        <p:nvSpPr>
          <p:cNvPr id="60" name="v2-185-a-task-source-head">
            <a:extLst>
              <a:ext uri="{FF2B5EF4-FFF2-40B4-BE49-F238E27FC236}">
                <ns2:creationId id="{0FCCC364-4AA4-4BEB-B9D1-0221A8E4CFDD}"/>
              </a:ext>
            </a:extLst>
          </p:cNvPr>
          <p:cNvSpPr>
            <a:spLocks noGrp="1"/>
          </p:cNvSpPr>
          <p:nvPr/>
        </p:nvSpPr>
        <p:spPr>
          <a:xfrm>
            <a:off x="80414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1" name="v2-186-요청 구조화기">
            <a:extLst>
              <a:ext uri="{FF2B5EF4-FFF2-40B4-BE49-F238E27FC236}">
                <ns2:creationId id="{36D1727E-405B-455C-8C40-4BAEB8BB35AC}"/>
              </a:ext>
            </a:extLst>
          </p:cNvPr>
          <p:cNvSpPr>
            <a:spLocks noGrp="1"/>
          </p:cNvSpPr>
          <p:nvPr/>
        </p:nvSpPr>
        <p:spPr>
          <a:xfrm>
            <a:off x="9515475" y="3838575"/>
            <a:ext cx="2838450" cy="5238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요청 구조화기</a:t>
            </a:r>
            <a:endParaRPr lang="ko-KR">
              <a:solidFill>
                <a:srgbClr val="000000"/>
              </a:solidFill>
              <a:latin typeface="Calibri"/>
              <a:ea typeface="Calibri"/>
              <a:cs typeface="Calibri"/>
            </a:endParaRPr>
          </a:p>
        </p:txBody>
      </p:sp>
      <p:sp>
        <p:nvSpPr>
          <p:cNvPr id="63" name="v2-188-Request Resolution Engine">
            <a:extLst>
              <a:ext uri="{FF2B5EF4-FFF2-40B4-BE49-F238E27FC236}">
                <ns2:creationId id="{FDC1DDB3-417B-4AFA-A72B-2CC3624AF2D8}"/>
              </a:ext>
            </a:extLst>
          </p:cNvPr>
          <p:cNvSpPr>
            <a:spLocks noGrp="1"/>
          </p:cNvSpPr>
          <p:nvPr/>
        </p:nvSpPr>
        <p:spPr>
          <a:xfrm>
            <a:off x="13239750" y="3838575"/>
            <a:ext cx="4029075" cy="5238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Resolution Engine</a:t>
            </a:r>
            <a:endParaRPr lang="ko-KR">
              <a:solidFill>
                <a:srgbClr val="000000"/>
              </a:solidFill>
              <a:latin typeface="Calibri"/>
              <a:ea typeface="Calibri"/>
              <a:cs typeface="Calibri"/>
            </a:endParaRPr>
          </a:p>
        </p:txBody>
      </p:sp>
      <p:sp>
        <p:nvSpPr>
          <p:cNvPr id="65" name="v2-190-항목별 해결 상태">
            <a:extLst>
              <a:ext uri="{FF2B5EF4-FFF2-40B4-BE49-F238E27FC236}">
                <ns2:creationId id="{8342863E-1726-4D0E-8217-8D2AE03EBDA4}"/>
              </a:ext>
            </a:extLst>
          </p:cNvPr>
          <p:cNvSpPr>
            <a:spLocks noGrp="1"/>
          </p:cNvSpPr>
          <p:nvPr/>
        </p:nvSpPr>
        <p:spPr>
          <a:xfrm>
            <a:off x="9515475" y="4810125"/>
            <a:ext cx="2838450" cy="46672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항목별 해결 상태</a:t>
            </a:r>
            <a:endParaRPr lang="ko-KR">
              <a:solidFill>
                <a:srgbClr val="000000"/>
              </a:solidFill>
              <a:latin typeface="Calibri"/>
              <a:ea typeface="Calibri"/>
              <a:cs typeface="Calibri"/>
            </a:endParaRPr>
          </a:p>
        </p:txBody>
      </p:sp>
      <p:sp>
        <p:nvSpPr>
          <p:cNvPr id="67" name="v2-192-읽기 도구 실행기">
            <a:extLst>
              <a:ext uri="{FF2B5EF4-FFF2-40B4-BE49-F238E27FC236}">
                <ns2:creationId id="{43B7D774-32F7-4F78-B997-AE3473B94396}"/>
              </a:ext>
            </a:extLst>
          </p:cNvPr>
          <p:cNvSpPr>
            <a:spLocks noGrp="1"/>
          </p:cNvSpPr>
          <p:nvPr/>
        </p:nvSpPr>
        <p:spPr>
          <a:xfrm>
            <a:off x="13239750" y="4810125"/>
            <a:ext cx="4029075" cy="4667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69" name="v2-194-b-frame">
            <a:extLst>
              <a:ext uri="{FF2B5EF4-FFF2-40B4-BE49-F238E27FC236}">
                <ns2:creationId id="{836F7C6F-36E9-4273-A84C-9763C5FD6F51}"/>
              </a:ext>
            </a:extLst>
          </p:cNvPr>
          <p:cNvSpPr>
            <a:spLocks noGrp="1"/>
          </p:cNvSpPr>
          <p:nvPr/>
        </p:nvSpPr>
        <p:spPr>
          <a:xfrm>
            <a:off x="12353925" y="4095750"/>
            <a:ext cx="885825" cy="9525"/>
          </a:xfrm>
          <a:custGeom>
            <a:pathLst>
              <a:path w="885825" h="9525">
                <a:moveTo>
                  <a:pt x="0" y="0"/>
                </a:moveTo>
                <a:lnTo>
                  <a:pt x="885825" y="0"/>
                </a:lnTo>
              </a:path>
            </a:pathLst>
          </a:custGeom>
          <a:noFill/>
          <a:ln w="26670">
            <a:solidFill>
              <a:srgbClr val="00889A"/>
            </a:solidFill>
            <a:prstDash val="solid"/>
          </a:ln>
        </p:spPr>
      </p:sp>
      <p:sp>
        <p:nvSpPr>
          <p:cNvPr id="70" name="v2-195-b-frame-head">
            <a:extLst>
              <a:ext uri="{FF2B5EF4-FFF2-40B4-BE49-F238E27FC236}">
                <ns2:creationId id="{6FF297D4-4349-46A3-A0B3-7533896393D0}"/>
              </a:ext>
            </a:extLst>
          </p:cNvPr>
          <p:cNvSpPr>
            <a:spLocks noGrp="1"/>
          </p:cNvSpPr>
          <p:nvPr/>
        </p:nvSpPr>
        <p:spPr>
          <a:xfrm>
            <a:off x="13139442" y="404095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71" name="v2-196-note">
            <a:extLst>
              <a:ext uri="{FF2B5EF4-FFF2-40B4-BE49-F238E27FC236}">
                <ns2:creationId id="{0A8BF5E7-F355-4807-A7B1-F00842874030}"/>
              </a:ext>
            </a:extLst>
          </p:cNvPr>
          <p:cNvSpPr>
            <a:spLocks noGrp="1"/>
          </p:cNvSpPr>
          <p:nvPr/>
        </p:nvSpPr>
        <p:spPr>
          <a:xfrm>
            <a:off x="12277725" y="3552825"/>
            <a:ext cx="1571625" cy="2952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요청 틀</a:t>
            </a:r>
            <a:endParaRPr lang="ko-KR">
              <a:solidFill>
                <a:srgbClr val="000000"/>
              </a:solidFill>
              <a:latin typeface="Calibri"/>
              <a:ea typeface="Calibri"/>
              <a:cs typeface="Calibri"/>
            </a:endParaRPr>
          </a:p>
        </p:txBody>
      </p:sp>
      <p:sp>
        <p:nvSpPr>
          <p:cNvPr id="72" name="v2-197-b-code-read">
            <a:extLst>
              <a:ext uri="{FF2B5EF4-FFF2-40B4-BE49-F238E27FC236}">
                <ns2:creationId id="{4775300E-56C3-46B5-BC7B-EBD639E5991A}"/>
              </a:ext>
            </a:extLst>
          </p:cNvPr>
          <p:cNvSpPr>
            <a:spLocks noGrp="1"/>
          </p:cNvSpPr>
          <p:nvPr/>
        </p:nvSpPr>
        <p:spPr>
          <a:xfrm>
            <a:off x="15249525" y="4362450"/>
            <a:ext cx="9525" cy="447675"/>
          </a:xfrm>
          <a:custGeom>
            <a:pathLst>
              <a:path w="9525" h="447675">
                <a:moveTo>
                  <a:pt x="0" y="0"/>
                </a:moveTo>
                <a:lnTo>
                  <a:pt x="0" y="447675"/>
                </a:lnTo>
              </a:path>
            </a:pathLst>
          </a:custGeom>
          <a:noFill/>
          <a:ln w="26670">
            <a:solidFill>
              <a:srgbClr val="00889A"/>
            </a:solidFill>
            <a:prstDash val="solid"/>
          </a:ln>
        </p:spPr>
      </p:sp>
      <p:sp>
        <p:nvSpPr>
          <p:cNvPr id="73" name="v2-198-b-code-read-head">
            <a:extLst>
              <a:ext uri="{FF2B5EF4-FFF2-40B4-BE49-F238E27FC236}">
                <ns2:creationId id="{CD62BF69-C551-47B2-A549-A79C83B7E55A}"/>
              </a:ext>
            </a:extLst>
          </p:cNvPr>
          <p:cNvSpPr>
            <a:spLocks noGrp="1"/>
          </p:cNvSpPr>
          <p:nvPr/>
        </p:nvSpPr>
        <p:spPr>
          <a:xfrm>
            <a:off x="15194727" y="470981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74" name="v2-199-note">
            <a:extLst>
              <a:ext uri="{FF2B5EF4-FFF2-40B4-BE49-F238E27FC236}">
                <ns2:creationId id="{BF7A7CFE-3E41-4FE8-8D4C-F3E711FEB1F3}"/>
              </a:ext>
            </a:extLst>
          </p:cNvPr>
          <p:cNvSpPr>
            <a:spLocks noGrp="1"/>
          </p:cNvSpPr>
          <p:nvPr/>
        </p:nvSpPr>
        <p:spPr>
          <a:xfrm>
            <a:off x="14211300" y="4410075"/>
            <a:ext cx="295275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코드가 조회 선택</a:t>
            </a:r>
            <a:endParaRPr lang="ko-KR">
              <a:solidFill>
                <a:srgbClr val="000000"/>
              </a:solidFill>
              <a:latin typeface="Calibri"/>
              <a:ea typeface="Calibri"/>
              <a:cs typeface="Calibri"/>
            </a:endParaRPr>
          </a:p>
        </p:txBody>
      </p:sp>
      <p:sp>
        <p:nvSpPr>
          <p:cNvPr id="75" name="v2-200-b-results">
            <a:extLst>
              <a:ext uri="{FF2B5EF4-FFF2-40B4-BE49-F238E27FC236}">
                <ns2:creationId id="{1F572CBF-65B7-45F3-9DED-1FE0CBA99B0C}"/>
              </a:ext>
            </a:extLst>
          </p:cNvPr>
          <p:cNvSpPr>
            <a:spLocks noGrp="1"/>
          </p:cNvSpPr>
          <p:nvPr/>
        </p:nvSpPr>
        <p:spPr>
          <a:xfrm>
            <a:off x="12353925" y="5048250"/>
            <a:ext cx="885825" cy="9525"/>
          </a:xfrm>
          <a:custGeom>
            <a:pathLst>
              <a:path w="885825" h="9525">
                <a:moveTo>
                  <a:pt x="885825" y="0"/>
                </a:moveTo>
                <a:lnTo>
                  <a:pt x="0" y="0"/>
                </a:lnTo>
              </a:path>
            </a:pathLst>
          </a:custGeom>
          <a:noFill/>
          <a:ln w="26670">
            <a:solidFill>
              <a:srgbClr val="00889A"/>
            </a:solidFill>
            <a:prstDash val="solid"/>
          </a:ln>
        </p:spPr>
      </p:sp>
      <p:sp>
        <p:nvSpPr>
          <p:cNvPr id="76" name="v2-201-b-results-head">
            <a:extLst>
              <a:ext uri="{FF2B5EF4-FFF2-40B4-BE49-F238E27FC236}">
                <ns2:creationId id="{8C19033B-7F7C-40E8-8202-AD23B6E20FF2}"/>
              </a:ext>
            </a:extLst>
          </p:cNvPr>
          <p:cNvSpPr>
            <a:spLocks noGrp="1"/>
          </p:cNvSpPr>
          <p:nvPr/>
        </p:nvSpPr>
        <p:spPr>
          <a:xfrm>
            <a:off x="12353925" y="4993452"/>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77" name="v2-202-note">
            <a:extLst>
              <a:ext uri="{FF2B5EF4-FFF2-40B4-BE49-F238E27FC236}">
                <ns2:creationId id="{E70802DF-46AE-433B-B5EF-D234F3357DB5}"/>
              </a:ext>
            </a:extLst>
          </p:cNvPr>
          <p:cNvSpPr>
            <a:spLocks noGrp="1"/>
          </p:cNvSpPr>
          <p:nvPr/>
        </p:nvSpPr>
        <p:spPr>
          <a:xfrm>
            <a:off x="12344400" y="5210175"/>
            <a:ext cx="114300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반영</a:t>
            </a:r>
            <a:endParaRPr lang="ko-KR">
              <a:solidFill>
                <a:srgbClr val="000000"/>
              </a:solidFill>
              <a:latin typeface="Calibri"/>
              <a:ea typeface="Calibri"/>
              <a:cs typeface="Calibri"/>
            </a:endParaRPr>
          </a:p>
        </p:txBody>
      </p:sp>
      <p:sp>
        <p:nvSpPr>
          <p:cNvPr id="78" name="v2-203-b-recheck">
            <a:extLst>
              <a:ext uri="{FF2B5EF4-FFF2-40B4-BE49-F238E27FC236}">
                <ns2:creationId id="{E81D438A-1D7B-4D89-B2E8-5175811E7BA0}"/>
              </a:ext>
            </a:extLst>
          </p:cNvPr>
          <p:cNvSpPr>
            <a:spLocks noGrp="1"/>
          </p:cNvSpPr>
          <p:nvPr/>
        </p:nvSpPr>
        <p:spPr>
          <a:xfrm>
            <a:off x="10934700" y="4362450"/>
            <a:ext cx="2743200" cy="447675"/>
          </a:xfrm>
          <a:custGeom>
            <a:pathLst>
              <a:path w="2743200" h="447675">
                <a:moveTo>
                  <a:pt x="0" y="447675"/>
                </a:moveTo>
                <a:lnTo>
                  <a:pt x="0" y="200025"/>
                </a:lnTo>
                <a:lnTo>
                  <a:pt x="2743200" y="200025"/>
                </a:lnTo>
                <a:lnTo>
                  <a:pt x="2743200" y="0"/>
                </a:lnTo>
              </a:path>
            </a:pathLst>
          </a:custGeom>
          <a:noFill/>
          <a:ln w="26670">
            <a:solidFill>
              <a:srgbClr val="00889A"/>
            </a:solidFill>
            <a:prstDash val="solid"/>
          </a:ln>
        </p:spPr>
      </p:sp>
      <p:sp>
        <p:nvSpPr>
          <p:cNvPr id="79" name="v2-204-b-recheck-head">
            <a:extLst>
              <a:ext uri="{FF2B5EF4-FFF2-40B4-BE49-F238E27FC236}">
                <ns2:creationId id="{AD5D289D-824B-4331-A843-E727D5196F81}"/>
              </a:ext>
            </a:extLst>
          </p:cNvPr>
          <p:cNvSpPr>
            <a:spLocks noGrp="1"/>
          </p:cNvSpPr>
          <p:nvPr/>
        </p:nvSpPr>
        <p:spPr>
          <a:xfrm>
            <a:off x="13623102" y="4362450"/>
            <a:ext cx="109597" cy="100308"/>
          </a:xfrm>
          <a:custGeom>
            <a:pathLst>
              <a:path w="109597" h="100308">
                <a:moveTo>
                  <a:pt x="109597" y="100308"/>
                </a:moveTo>
                <a:lnTo>
                  <a:pt x="54798" y="0"/>
                </a:lnTo>
                <a:lnTo>
                  <a:pt x="0" y="100308"/>
                </a:lnTo>
              </a:path>
            </a:pathLst>
          </a:custGeom>
          <a:noFill/>
          <a:ln w="26670">
            <a:solidFill>
              <a:srgbClr val="00889A"/>
            </a:solidFill>
            <a:prstDash val="solid"/>
          </a:ln>
        </p:spPr>
      </p:sp>
      <p:sp>
        <p:nvSpPr>
          <p:cNvPr id="80" name="v2-205-b-partial">
            <a:extLst>
              <a:ext uri="{FF2B5EF4-FFF2-40B4-BE49-F238E27FC236}">
                <ns2:creationId id="{E74EF213-1CEF-4D4E-A709-4D880093A8B3}"/>
              </a:ext>
            </a:extLst>
          </p:cNvPr>
          <p:cNvSpPr>
            <a:spLocks noGrp="1"/>
          </p:cNvSpPr>
          <p:nvPr/>
        </p:nvSpPr>
        <p:spPr>
          <a:xfrm>
            <a:off x="10934700" y="3209925"/>
            <a:ext cx="6057900" cy="628650"/>
          </a:xfrm>
          <a:custGeom>
            <a:pathLst>
              <a:path w="6057900" h="628650">
                <a:moveTo>
                  <a:pt x="6057900" y="628650"/>
                </a:moveTo>
                <a:lnTo>
                  <a:pt x="6057900" y="0"/>
                </a:lnTo>
                <a:lnTo>
                  <a:pt x="0" y="0"/>
                </a:lnTo>
                <a:lnTo>
                  <a:pt x="0" y="628650"/>
                </a:lnTo>
              </a:path>
            </a:pathLst>
          </a:custGeom>
          <a:noFill/>
          <a:ln w="19050">
            <a:solidFill>
              <a:srgbClr val="576773"/>
            </a:solidFill>
            <a:prstDash val="dash"/>
          </a:ln>
        </p:spPr>
      </p:sp>
      <p:sp>
        <p:nvSpPr>
          <p:cNvPr id="81" name="v2-206-b-partial-head">
            <a:extLst>
              <a:ext uri="{FF2B5EF4-FFF2-40B4-BE49-F238E27FC236}">
                <ns2:creationId id="{77FB0ACD-52B7-47B4-94AC-D6CA577A67EC}"/>
              </a:ext>
            </a:extLst>
          </p:cNvPr>
          <p:cNvSpPr>
            <a:spLocks noGrp="1"/>
          </p:cNvSpPr>
          <p:nvPr/>
        </p:nvSpPr>
        <p:spPr>
          <a:xfrm>
            <a:off x="10879902" y="373826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82" name="v2-207-note">
            <a:extLst>
              <a:ext uri="{FF2B5EF4-FFF2-40B4-BE49-F238E27FC236}">
                <ns2:creationId id="{9A9FA3DE-F538-4A53-934B-C30277CE4E6C}"/>
              </a:ext>
            </a:extLst>
          </p:cNvPr>
          <p:cNvSpPr>
            <a:spLocks noGrp="1"/>
          </p:cNvSpPr>
          <p:nvPr/>
        </p:nvSpPr>
        <p:spPr>
          <a:xfrm>
            <a:off x="12763500" y="3305175"/>
            <a:ext cx="45720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필요 항목만 조건부 해석</a:t>
            </a:r>
            <a:endParaRPr lang="ko-KR">
              <a:solidFill>
                <a:srgbClr val="000000"/>
              </a:solidFill>
              <a:latin typeface="Calibri"/>
              <a:ea typeface="Calibri"/>
              <a:cs typeface="Calibri"/>
            </a:endParaRPr>
          </a:p>
        </p:txBody>
      </p:sp>
      <p:sp>
        <p:nvSpPr>
          <p:cNvPr id="83" name="v2-208-b-cloud">
            <a:extLst>
              <a:ext uri="{FF2B5EF4-FFF2-40B4-BE49-F238E27FC236}">
                <ns2:creationId id="{C64F4680-499F-4CEE-90AE-F35D5342B004}"/>
              </a:ext>
            </a:extLst>
          </p:cNvPr>
          <p:cNvSpPr>
            <a:spLocks noGrp="1"/>
          </p:cNvSpPr>
          <p:nvPr/>
        </p:nvSpPr>
        <p:spPr>
          <a:xfrm>
            <a:off x="10934700" y="3067050"/>
            <a:ext cx="3429000" cy="771525"/>
          </a:xfrm>
          <a:custGeom>
            <a:pathLst>
              <a:path w="3429000" h="771525">
                <a:moveTo>
                  <a:pt x="0" y="771525"/>
                </a:moveTo>
                <a:lnTo>
                  <a:pt x="0" y="85725"/>
                </a:lnTo>
                <a:lnTo>
                  <a:pt x="3429000" y="85725"/>
                </a:lnTo>
                <a:lnTo>
                  <a:pt x="3429000" y="0"/>
                </a:lnTo>
              </a:path>
            </a:pathLst>
          </a:custGeom>
          <a:noFill/>
          <a:ln w="19050">
            <a:solidFill>
              <a:srgbClr val="576773"/>
            </a:solidFill>
            <a:prstDash val="solid"/>
          </a:ln>
        </p:spPr>
      </p:sp>
      <p:sp>
        <p:nvSpPr>
          <p:cNvPr id="84" name="v2-209-b-cloud-head">
            <a:extLst>
              <a:ext uri="{FF2B5EF4-FFF2-40B4-BE49-F238E27FC236}">
                <ns2:creationId id="{5C2E743B-44B7-4670-A1F3-70BB667F4DE4}"/>
              </a:ext>
            </a:extLst>
          </p:cNvPr>
          <p:cNvSpPr>
            <a:spLocks noGrp="1"/>
          </p:cNvSpPr>
          <p:nvPr/>
        </p:nvSpPr>
        <p:spPr>
          <a:xfrm>
            <a:off x="14308902" y="3067050"/>
            <a:ext cx="109597" cy="100308"/>
          </a:xfrm>
          <a:custGeom>
            <a:pathLst>
              <a:path w="109597" h="100308">
                <a:moveTo>
                  <a:pt x="109597" y="100308"/>
                </a:moveTo>
                <a:lnTo>
                  <a:pt x="54798" y="0"/>
                </a:lnTo>
                <a:lnTo>
                  <a:pt x="0" y="100308"/>
                </a:lnTo>
              </a:path>
            </a:pathLst>
          </a:custGeom>
          <a:noFill/>
          <a:ln w="19050">
            <a:solidFill>
              <a:srgbClr val="576773"/>
            </a:solidFill>
            <a:prstDash val="solid"/>
          </a:ln>
        </p:spPr>
      </p:sp>
      <p:sp>
        <p:nvSpPr>
          <p:cNvPr id="85" name="v2-210-Context Manager">
            <a:extLst>
              <a:ext uri="{FF2B5EF4-FFF2-40B4-BE49-F238E27FC236}">
                <ns2:creationId id="{B23FCE13-4494-48E3-9BE2-D1ADAF685E78}"/>
              </a:ext>
            </a:extLst>
          </p:cNvPr>
          <p:cNvSpPr>
            <a:spLocks noGrp="1"/>
          </p:cNvSpPr>
          <p:nvPr/>
        </p:nvSpPr>
        <p:spPr>
          <a:xfrm>
            <a:off x="13439775" y="5648325"/>
            <a:ext cx="2190750" cy="419100"/>
          </a:xfrm>
          <a:prstGeom prst="rect">
            <a:avLst/>
          </a:prstGeom>
          <a:solidFill>
            <a:srgbClr val="E8EEF7"/>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87" name="v2-212-Task Manager">
            <a:extLst>
              <a:ext uri="{FF2B5EF4-FFF2-40B4-BE49-F238E27FC236}">
                <ns2:creationId id="{F7A67874-29A3-4793-9DA0-53B231A05905}"/>
              </a:ext>
            </a:extLst>
          </p:cNvPr>
          <p:cNvSpPr>
            <a:spLocks noGrp="1"/>
          </p:cNvSpPr>
          <p:nvPr/>
        </p:nvSpPr>
        <p:spPr>
          <a:xfrm>
            <a:off x="15830550" y="5648325"/>
            <a:ext cx="1847850" cy="419100"/>
          </a:xfrm>
          <a:prstGeom prst="rect">
            <a:avLst/>
          </a:prstGeom>
          <a:solidFill>
            <a:srgbClr val="E8EEF7"/>
          </a:solidFill>
          <a:ln w="19050">
            <a:solidFill>
              <a:srgbClr val="576773"/>
            </a:solidFill>
          </a:ln>
        </p:spPr>
        <p:txBody>
          <a:bodyPr wrap="none" lIns="76200" tIns="0" rIns="7620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89" name="v2-214-b-sources">
            <a:extLst>
              <a:ext uri="{FF2B5EF4-FFF2-40B4-BE49-F238E27FC236}">
                <ns2:creationId id="{9862BB28-43B7-4751-A600-63C399C1156E}"/>
              </a:ext>
            </a:extLst>
          </p:cNvPr>
          <p:cNvSpPr>
            <a:spLocks noGrp="1"/>
          </p:cNvSpPr>
          <p:nvPr/>
        </p:nvSpPr>
        <p:spPr>
          <a:xfrm>
            <a:off x="14535150" y="5048250"/>
            <a:ext cx="3295650" cy="600075"/>
          </a:xfrm>
          <a:custGeom>
            <a:pathLst>
              <a:path w="3295650" h="600075">
                <a:moveTo>
                  <a:pt x="2733675" y="0"/>
                </a:moveTo>
                <a:lnTo>
                  <a:pt x="3295650" y="0"/>
                </a:lnTo>
                <a:lnTo>
                  <a:pt x="3295650" y="504825"/>
                </a:lnTo>
                <a:lnTo>
                  <a:pt x="0" y="504825"/>
                </a:lnTo>
                <a:lnTo>
                  <a:pt x="0" y="600075"/>
                </a:lnTo>
              </a:path>
            </a:pathLst>
          </a:custGeom>
          <a:noFill/>
          <a:ln w="19050">
            <a:solidFill>
              <a:srgbClr val="576773"/>
            </a:solidFill>
            <a:prstDash val="solid"/>
          </a:ln>
        </p:spPr>
      </p:sp>
      <p:sp>
        <p:nvSpPr>
          <p:cNvPr id="90" name="v2-215-b-sources-head">
            <a:extLst>
              <a:ext uri="{FF2B5EF4-FFF2-40B4-BE49-F238E27FC236}">
                <ns2:creationId id="{FD9883F0-E042-4D7D-AADB-3913D4CD73FB}"/>
              </a:ext>
            </a:extLst>
          </p:cNvPr>
          <p:cNvSpPr>
            <a:spLocks noGrp="1"/>
          </p:cNvSpPr>
          <p:nvPr/>
        </p:nvSpPr>
        <p:spPr>
          <a:xfrm>
            <a:off x="144803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91" name="v2-216-b-task-source">
            <a:extLst>
              <a:ext uri="{FF2B5EF4-FFF2-40B4-BE49-F238E27FC236}">
                <ns2:creationId id="{3DE455FA-9BBA-4EC7-ACE7-7D3F1E649962}"/>
              </a:ext>
            </a:extLst>
          </p:cNvPr>
          <p:cNvSpPr>
            <a:spLocks noGrp="1"/>
          </p:cNvSpPr>
          <p:nvPr/>
        </p:nvSpPr>
        <p:spPr>
          <a:xfrm>
            <a:off x="16754475" y="5553075"/>
            <a:ext cx="9525" cy="95250"/>
          </a:xfrm>
          <a:custGeom>
            <a:pathLst>
              <a:path w="9525" h="95250">
                <a:moveTo>
                  <a:pt x="0" y="0"/>
                </a:moveTo>
                <a:lnTo>
                  <a:pt x="0" y="95250"/>
                </a:lnTo>
              </a:path>
            </a:pathLst>
          </a:custGeom>
          <a:noFill/>
          <a:ln w="19050">
            <a:solidFill>
              <a:srgbClr val="576773"/>
            </a:solidFill>
            <a:prstDash val="solid"/>
          </a:ln>
        </p:spPr>
      </p:sp>
      <p:sp>
        <p:nvSpPr>
          <p:cNvPr id="92" name="v2-217-b-task-source-head">
            <a:extLst>
              <a:ext uri="{FF2B5EF4-FFF2-40B4-BE49-F238E27FC236}">
                <ns2:creationId id="{DB950453-A68F-4A18-AA2B-520D06EA5B2F}"/>
              </a:ext>
            </a:extLst>
          </p:cNvPr>
          <p:cNvSpPr>
            <a:spLocks noGrp="1"/>
          </p:cNvSpPr>
          <p:nvPr/>
        </p:nvSpPr>
        <p:spPr>
          <a:xfrm>
            <a:off x="16699677"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93" name="v2-218-note">
            <a:extLst>
              <a:ext uri="{FF2B5EF4-FFF2-40B4-BE49-F238E27FC236}">
                <ns2:creationId id="{87A6AFBF-892B-42E8-8254-BF8DDCEB0640}"/>
              </a:ext>
            </a:extLst>
          </p:cNvPr>
          <p:cNvSpPr>
            <a:spLocks noGrp="1"/>
          </p:cNvSpPr>
          <p:nvPr/>
        </p:nvSpPr>
        <p:spPr>
          <a:xfrm>
            <a:off x="9372600" y="5505450"/>
            <a:ext cx="4029075" cy="40957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⑤ 코드가 지원 연산으로 전체 의미 구성</a:t>
            </a:r>
            <a:endParaRPr lang="ko-KR">
              <a:solidFill>
                <a:srgbClr val="000000"/>
              </a:solidFill>
              <a:latin typeface="Calibri"/>
              <a:ea typeface="Calibri"/>
              <a:cs typeface="Calibri"/>
            </a:endParaRPr>
          </a:p>
        </p:txBody>
      </p:sp>
      <p:sp>
        <p:nvSpPr>
          <p:cNvPr id="94" name="v2-219-note">
            <a:extLst>
              <a:ext uri="{FF2B5EF4-FFF2-40B4-BE49-F238E27FC236}">
                <ns2:creationId id="{E6AABA55-93FA-488A-A271-7641AFB2F5D4}"/>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의미 제안 검증 → Request Controller의 최신성/권한 검사와 채택 → 직접 응답 또는 Task Manager / Agent Gateway 위임</a:t>
            </a:r>
            <a:endParaRPr lang="ko-KR">
              <a:solidFill>
                <a:srgbClr val="000000"/>
              </a:solidFill>
              <a:latin typeface="Calibri"/>
              <a:ea typeface="Calibri"/>
              <a:cs typeface="Calibri"/>
            </a:endParaRPr>
          </a:p>
        </p:txBody>
      </p:sp>
      <p:sp>
        <p:nvSpPr>
          <p:cNvPr id="95" name="v2-220-a-cost">
            <a:extLst>
              <a:ext uri="{FF2B5EF4-FFF2-40B4-BE49-F238E27FC236}">
                <ns2:creationId id="{E89C76D6-739D-4C84-80AD-B32212D4A3E2}"/>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구조화 출력, cache와 부분 갱신 가능</a:t>
            </a:r>
            <a:endParaRPr lang="ko-KR">
              <a:solidFill>
                <a:srgbClr val="000000"/>
              </a:solidFill>
              <a:latin typeface="Calibri"/>
              <a:ea typeface="Calibri"/>
              <a:cs typeface="Calibri"/>
            </a:endParaRPr>
          </a:p>
        </p:txBody>
      </p:sp>
      <p:sp>
        <p:nvSpPr>
          <p:cNvPr id="96" name="v2-221-b-cost">
            <a:extLst>
              <a:ext uri="{FF2B5EF4-FFF2-40B4-BE49-F238E27FC236}">
                <ns2:creationId id="{469E09BE-76BE-4AA7-A00C-D6FF5A6DB2E9}"/>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유한 표현 한계와 추가 해석/확인 비용</a:t>
            </a:r>
            <a:endParaRPr lang="ko-KR">
              <a:solidFill>
                <a:srgbClr val="000000"/>
              </a:solidFill>
              <a:latin typeface="Calibri"/>
              <a:ea typeface="Calibri"/>
              <a:cs typeface="Calibri"/>
            </a:endParaRPr>
          </a:p>
        </p:txBody>
      </p:sp>
      <p:graphicFrame>
        <p:nvGraphicFramePr>
          <p:cNvPr id="19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전체 의미와 부분 갱신</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표현 범위와 코드 결합</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 후 재판단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항목 해결과 추가 해석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조회와 전체 판단 반복</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항목 해결과 전체 결합</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재판단, retry와 폐기 청구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부분 해석과 전체 실제 청구</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지침과 검증의 실제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요청 틀과 Engine 규칙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해석 맥락과 buffer</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1,760MiB / 틀과 항목 해결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98" name="v2-222-note">
            <a:extLst>
              <a:ext uri="{FF2B5EF4-FFF2-40B4-BE49-F238E27FC236}">
                <ns2:creationId id="{C0A501B7-70F6-48EF-8355-56295944E605}"/>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96" name="v6-header-title">
            <a:extLst>
              <a:ext uri="{FF2B5EF4-FFF2-40B4-BE49-F238E27FC236}">
                <ns2:creationId id="{9E5C3BAB-B48C-4BBC-83F0-385009BDA67A}"/>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정확성을 위한 요청 해석 설계</a:t>
            </a:r>
            <a:endParaRPr lang="ko-KR">
              <a:latin typeface="Calibri"/>
              <a:ea typeface="Calibri"/>
              <a:cs typeface="Calibri"/>
            </a:endParaRPr>
          </a:p>
        </p:txBody>
      </p:sp>
      <p:sp>
        <p:nvSpPr>
          <p:cNvPr id="197" name="v6-header-rule">
            <a:extLst>
              <a:ext uri="{FF2B5EF4-FFF2-40B4-BE49-F238E27FC236}">
                <ns2:creationId id="{DCF0B4BB-0EF8-4882-8922-2DB8A3E9C6AB}"/>
              </a:ext>
            </a:extLst>
          </p:cNvPr>
          <p:cNvSpPr>
            <a:spLocks noGrp="1"/>
          </p:cNvSpPr>
          <p:nvPr/>
        </p:nvSpPr>
        <p:spPr>
          <a:xfrm>
            <a:off x="495300" y="990600"/>
            <a:ext cx="17335500" cy="0"/>
          </a:xfrm>
          <a:prstGeom prst="line">
            <a:avLst/>
          </a:prstGeom>
          <a:noFill/>
          <a:ln w="19050">
            <a:solidFill>
              <a:srgbClr val="A6A6A6"/>
            </a:solidFill>
          </a:ln>
        </p:spPr>
      </p:sp>
      <p:sp xmlns:a="http://schemas.openxmlformats.org/drawingml/2006/main" xmlns:ns2="http://schemas.microsoft.com/office/drawing/2014/main" xmlns:p="http://schemas.openxmlformats.org/presentationml/2006/main">
        <p:nvSpPr>
          <p:cNvPr id="198" name="v6-header-stage-0">
            <a:extLst>
              <a:ext uri="{FF2B5EF4-FFF2-40B4-BE49-F238E27FC236}">
                <ns2:creationId id="{DE43348A-46C0-4B9B-B615-553B85343ED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9" name="v6-header-stage-1">
            <a:extLst>
              <a:ext uri="{FF2B5EF4-FFF2-40B4-BE49-F238E27FC236}">
                <ns2:creationId id="{059E3728-C14E-4A38-BF6E-118AB47C730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0" name="v6-header-stage-2">
            <a:extLst>
              <a:ext uri="{FF2B5EF4-FFF2-40B4-BE49-F238E27FC236}">
                <ns2:creationId id="{32C2B52F-B301-4C47-B5A2-3665836567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1" name="v6-header-stage-3">
            <a:extLst>
              <a:ext uri="{FF2B5EF4-FFF2-40B4-BE49-F238E27FC236}">
                <ns2:creationId id="{14CF8636-99BE-45C3-BDFA-C3E43CA4E92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2" name="v6-header-stage-4">
            <a:extLst>
              <a:ext uri="{FF2B5EF4-FFF2-40B4-BE49-F238E27FC236}">
                <ns2:creationId id="{0E1666FF-6D3A-41BE-BDFD-56CFBF2C95CB}"/>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3" name="v6-header-page">
            <a:extLst>
              <a:ext uri="{FF2B5EF4-FFF2-40B4-BE49-F238E27FC236}">
                <ns2:creationId id="{BACC4734-2B82-43D5-B995-63EB9BDCCAE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63 / 63</a:t>
            </a:r>
            <a:endParaRPr lang="ko-KR">
              <a:latin typeface="Calibri"/>
              <a:ea typeface="Calibri"/>
              <a:cs typeface="Calibri"/>
            </a:endParaRPr>
          </a:p>
        </p:txBody>
      </p:sp>
    </p:spTree>
    <p:extLst>
      <p:ext uri="{BB962C8B-B14F-4D97-AF65-F5344CB8AC3E}">
        <p14:creationId val="563305708"/>
      </p:ext>
    </p:extLst>
  </p:cSld>
</p:sld>
</file>

<file path=ppt/slides/slide52.xml><?xml version="1.0" encoding="utf-8"?>
<p:sld xmlns:a="http://schemas.openxmlformats.org/drawingml/2006/main" xmlns:ns2="http://schemas.microsoft.com/office/drawing/2014/main" xmlns:p="http://schemas.openxmlformats.org/presentationml/2006/main" xmlns:p14="http://schemas.microsoft.com/office/powerpoint/2010/main">
  <p:cSld name="dp44-comparison-v2">
    <p:bg>
      <p:bgPr>
        <a:solidFill>
          <a:srgbClr val="FFFFFF"/>
        </a:solidFill>
      </p:bgPr>
    </p:bg>
    <p:spTree>
      <p:nvGrpSpPr>
        <p:cNvPr id="1" name=""/>
        <p:cNvGrpSpPr/>
        <p:nvPr/>
      </p:nvGrpSpPr>
      <p:grpSpPr>
        <a:xfrm/>
      </p:grpSpPr>
      <p:sp>
        <p:nvSpPr>
          <p:cNvPr id="5" name="v2-227-note">
            <a:extLst>
              <a:ext uri="{FF2B5EF4-FFF2-40B4-BE49-F238E27FC236}">
                <ns2:creationId id="{3920B635-CC86-4452-9F21-854F33BEA64C}"/>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사건: 새 “표부터 설명해줘” + 메일 수신자 질문 + 이전 응답 준비의 늦은 완료</a:t>
            </a:r>
            <a:endParaRPr lang="ko-KR">
              <a:solidFill>
                <a:srgbClr val="000000"/>
              </a:solidFill>
              <a:latin typeface="Calibri"/>
              <a:ea typeface="Calibri"/>
              <a:cs typeface="Calibri"/>
            </a:endParaRPr>
          </a:p>
        </p:txBody>
      </p:sp>
      <p:sp>
        <p:nvSpPr>
          <p:cNvPr id="6" name="v2-228-option-a">
            <a:extLst>
              <a:ext uri="{FF2B5EF4-FFF2-40B4-BE49-F238E27FC236}">
                <ns2:creationId id="{1C349DDE-BB2A-4356-AB27-2A6B5BB40C49}"/>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중앙이 완료를 회수하고 후속 지시</a:t>
            </a:r>
            <a:endParaRPr lang="ko-KR">
              <a:solidFill>
                <a:srgbClr val="000000"/>
              </a:solidFill>
              <a:latin typeface="Calibri"/>
              <a:ea typeface="Calibri"/>
              <a:cs typeface="Calibri"/>
            </a:endParaRPr>
          </a:p>
        </p:txBody>
      </p:sp>
      <p:sp>
        <p:nvSpPr>
          <p:cNvPr id="7" name="v2-229-option-b">
            <a:extLst>
              <a:ext uri="{FF2B5EF4-FFF2-40B4-BE49-F238E27FC236}">
                <ns2:creationId id="{19F101DC-0E54-43DB-ABC6-102F155AEC48}"/>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단계와 Join이 조건을 보고 실행</a:t>
            </a:r>
            <a:endParaRPr lang="ko-KR">
              <a:solidFill>
                <a:srgbClr val="000000"/>
              </a:solidFill>
              <a:latin typeface="Calibri"/>
              <a:ea typeface="Calibri"/>
              <a:cs typeface="Calibri"/>
            </a:endParaRPr>
          </a:p>
        </p:txBody>
      </p:sp>
      <p:sp>
        <p:nvSpPr>
          <p:cNvPr id="10" name="v2-232-Interaction Manager">
            <a:extLst>
              <a:ext uri="{FF2B5EF4-FFF2-40B4-BE49-F238E27FC236}">
                <ns2:creationId id="{6358AFF3-98E2-48FF-AEE8-A93BA66CD60B}"/>
              </a:ext>
            </a:extLst>
          </p:cNvPr>
          <p:cNvSpPr>
            <a:spLocks noGrp="1"/>
          </p:cNvSpPr>
          <p:nvPr/>
        </p:nvSpPr>
        <p:spPr>
          <a:xfrm>
            <a:off x="723900"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2" name="v2-234-Task Manager">
            <a:extLst>
              <a:ext uri="{FF2B5EF4-FFF2-40B4-BE49-F238E27FC236}">
                <ns2:creationId id="{E6F460AB-48F0-466C-AB34-23F291B23E53}"/>
              </a:ext>
            </a:extLst>
          </p:cNvPr>
          <p:cNvSpPr>
            <a:spLocks noGrp="1"/>
          </p:cNvSpPr>
          <p:nvPr/>
        </p:nvSpPr>
        <p:spPr>
          <a:xfrm>
            <a:off x="5153025"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4" name="v2-236-Interaction Manager">
            <a:extLst>
              <a:ext uri="{FF2B5EF4-FFF2-40B4-BE49-F238E27FC236}">
                <ns2:creationId id="{EE42A785-8692-4892-BFDD-55F317DDC51E}"/>
              </a:ext>
            </a:extLst>
          </p:cNvPr>
          <p:cNvSpPr>
            <a:spLocks noGrp="1"/>
          </p:cNvSpPr>
          <p:nvPr/>
        </p:nvSpPr>
        <p:spPr>
          <a:xfrm>
            <a:off x="9458325"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 name="v2-238-Task Manager">
            <a:extLst>
              <a:ext uri="{FF2B5EF4-FFF2-40B4-BE49-F238E27FC236}">
                <ns2:creationId id="{86FC882E-8E92-4BB0-B701-4327E1CE3475}"/>
              </a:ext>
            </a:extLst>
          </p:cNvPr>
          <p:cNvSpPr>
            <a:spLocks noGrp="1"/>
          </p:cNvSpPr>
          <p:nvPr/>
        </p:nvSpPr>
        <p:spPr>
          <a:xfrm>
            <a:off x="13887450"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 name="v2-240-Request Controller">
            <a:extLst>
              <a:ext uri="{FF2B5EF4-FFF2-40B4-BE49-F238E27FC236}">
                <ns2:creationId id="{8C0BF3DF-3739-488F-8771-DAA0DCDA6F8F}"/>
              </a:ext>
            </a:extLst>
          </p:cNvPr>
          <p:cNvSpPr>
            <a:spLocks noGrp="1"/>
          </p:cNvSpPr>
          <p:nvPr/>
        </p:nvSpPr>
        <p:spPr>
          <a:xfrm>
            <a:off x="600075" y="3371850"/>
            <a:ext cx="8105775" cy="1552575"/>
          </a:xfrm>
          <a:prstGeom prst="rect">
            <a:avLst/>
          </a:prstGeom>
          <a:noFill/>
          <a:ln w="19050">
            <a:solidFill>
              <a:srgbClr val="BCCAD2"/>
            </a:solidFill>
          </a:ln>
        </p:spPr>
        <p:txBody>
          <a:bodyPr wrap="none" lIns="133350" tIns="38100" rIns="48291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20" name="v2-242-Dialogue Dispatcher">
            <a:extLst>
              <a:ext uri="{FF2B5EF4-FFF2-40B4-BE49-F238E27FC236}">
                <ns2:creationId id="{B9CCD998-3CE2-4140-977F-5A4350CFD0B7}"/>
              </a:ext>
            </a:extLst>
          </p:cNvPr>
          <p:cNvSpPr>
            <a:spLocks noGrp="1"/>
          </p:cNvSpPr>
          <p:nvPr/>
        </p:nvSpPr>
        <p:spPr>
          <a:xfrm>
            <a:off x="2305050" y="3829050"/>
            <a:ext cx="3524250" cy="571500"/>
          </a:xfrm>
          <a:prstGeom prst="rect">
            <a:avLst/>
          </a:prstGeom>
          <a:solidFill>
            <a:srgbClr val="FFF6DE"/>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22" name="v2-244-Dialogue Progress State">
            <a:extLst>
              <a:ext uri="{FF2B5EF4-FFF2-40B4-BE49-F238E27FC236}">
                <ns2:creationId id="{71128F4C-99C5-4F2B-B0F8-B6520009F420}"/>
              </a:ext>
            </a:extLst>
          </p:cNvPr>
          <p:cNvSpPr>
            <a:spLocks noGrp="1"/>
          </p:cNvSpPr>
          <p:nvPr/>
        </p:nvSpPr>
        <p:spPr>
          <a:xfrm>
            <a:off x="6229350" y="3876675"/>
            <a:ext cx="2209800" cy="504825"/>
          </a:xfrm>
          <a:prstGeom prst="can">
            <a:avLst/>
          </a:prstGeom>
          <a:solidFill>
            <a:srgbClr val="FFFFFF"/>
          </a:solidFill>
          <a:ln w="19050">
            <a:solidFill>
              <a:srgbClr val="576773"/>
            </a:solidFill>
          </a:ln>
        </p:spPr>
        <p:txBody>
          <a:bodyPr wrap="none" lIns="76200" tIns="0" rIns="76200" bIns="0" anchor="ctr">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24" name="v2-246-Request Interpreter">
            <a:extLst>
              <a:ext uri="{FF2B5EF4-FFF2-40B4-BE49-F238E27FC236}">
                <ns2:creationId id="{10515061-9C96-4A77-9466-47004398756F}"/>
              </a:ext>
            </a:extLst>
          </p:cNvPr>
          <p:cNvSpPr>
            <a:spLocks noGrp="1"/>
          </p:cNvSpPr>
          <p:nvPr/>
        </p:nvSpPr>
        <p:spPr>
          <a:xfrm>
            <a:off x="809625" y="5391150"/>
            <a:ext cx="3238500" cy="4572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6" name="v2-248-Response Manager">
            <a:extLst>
              <a:ext uri="{FF2B5EF4-FFF2-40B4-BE49-F238E27FC236}">
                <ns2:creationId id="{C9E84AAA-8BDC-4B33-A292-FF9D35BBF6FC}"/>
              </a:ext>
            </a:extLst>
          </p:cNvPr>
          <p:cNvSpPr>
            <a:spLocks noGrp="1"/>
          </p:cNvSpPr>
          <p:nvPr/>
        </p:nvSpPr>
        <p:spPr>
          <a:xfrm>
            <a:off x="5191125" y="5076825"/>
            <a:ext cx="3429000" cy="1028700"/>
          </a:xfrm>
          <a:prstGeom prst="rect">
            <a:avLst/>
          </a:prstGeom>
          <a:noFill/>
          <a:ln w="19050">
            <a:solidFill>
              <a:srgbClr val="BCCAD2"/>
            </a:solidFill>
          </a:ln>
        </p:spPr>
        <p:txBody>
          <a:bodyPr wrap="none" lIns="133350" tIns="38100" rIns="152400" bIns="6286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8" name="v2-250-Response Composer">
            <a:extLst>
              <a:ext uri="{FF2B5EF4-FFF2-40B4-BE49-F238E27FC236}">
                <ns2:creationId id="{DEA13993-EBAE-46FF-9CA4-6B3DC6A76ABE}"/>
              </a:ext>
            </a:extLst>
          </p:cNvPr>
          <p:cNvSpPr>
            <a:spLocks noGrp="1"/>
          </p:cNvSpPr>
          <p:nvPr/>
        </p:nvSpPr>
        <p:spPr>
          <a:xfrm>
            <a:off x="5295900" y="5505450"/>
            <a:ext cx="3200400"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30" name="v2-252-a-progress-state">
            <a:extLst>
              <a:ext uri="{FF2B5EF4-FFF2-40B4-BE49-F238E27FC236}">
                <ns2:creationId id="{75DE4B8E-E875-442A-B918-A99AE3E3AE48}"/>
              </a:ext>
            </a:extLst>
          </p:cNvPr>
          <p:cNvSpPr>
            <a:spLocks noGrp="1"/>
          </p:cNvSpPr>
          <p:nvPr/>
        </p:nvSpPr>
        <p:spPr>
          <a:xfrm>
            <a:off x="5829300" y="4114800"/>
            <a:ext cx="400050" cy="9525"/>
          </a:xfrm>
          <a:custGeom>
            <a:pathLst>
              <a:path w="400050" h="9525">
                <a:moveTo>
                  <a:pt x="0" y="0"/>
                </a:moveTo>
                <a:lnTo>
                  <a:pt x="400050" y="0"/>
                </a:lnTo>
              </a:path>
            </a:pathLst>
          </a:custGeom>
          <a:noFill/>
          <a:ln w="19050">
            <a:solidFill>
              <a:srgbClr val="576773"/>
            </a:solidFill>
            <a:prstDash val="solid"/>
          </a:ln>
        </p:spPr>
      </p:sp>
      <p:sp>
        <p:nvSpPr>
          <p:cNvPr id="31" name="v2-253-a-progress-state-head">
            <a:extLst>
              <a:ext uri="{FF2B5EF4-FFF2-40B4-BE49-F238E27FC236}">
                <ns2:creationId id="{91E10480-327E-4948-B062-C0D4189160F2}"/>
              </a:ext>
            </a:extLst>
          </p:cNvPr>
          <p:cNvSpPr>
            <a:spLocks noGrp="1"/>
          </p:cNvSpPr>
          <p:nvPr/>
        </p:nvSpPr>
        <p:spPr>
          <a:xfrm>
            <a:off x="6129042" y="406000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32" name="v2-254-a-input">
            <a:extLst>
              <a:ext uri="{FF2B5EF4-FFF2-40B4-BE49-F238E27FC236}">
                <ns2:creationId id="{F2DBB809-146D-42F7-8545-32C38767E080}"/>
              </a:ext>
            </a:extLst>
          </p:cNvPr>
          <p:cNvSpPr>
            <a:spLocks noGrp="1"/>
          </p:cNvSpPr>
          <p:nvPr/>
        </p:nvSpPr>
        <p:spPr>
          <a:xfrm>
            <a:off x="2543175" y="3152775"/>
            <a:ext cx="1524000" cy="676275"/>
          </a:xfrm>
          <a:custGeom>
            <a:pathLst>
              <a:path w="1524000" h="676275">
                <a:moveTo>
                  <a:pt x="0" y="0"/>
                </a:moveTo>
                <a:lnTo>
                  <a:pt x="0" y="495300"/>
                </a:lnTo>
                <a:lnTo>
                  <a:pt x="1524000" y="495300"/>
                </a:lnTo>
                <a:lnTo>
                  <a:pt x="1524000" y="676275"/>
                </a:lnTo>
              </a:path>
            </a:pathLst>
          </a:custGeom>
          <a:noFill/>
          <a:ln w="28575">
            <a:solidFill>
              <a:srgbClr val="00889A"/>
            </a:solidFill>
            <a:prstDash val="solid"/>
          </a:ln>
        </p:spPr>
      </p:sp>
      <p:sp>
        <p:nvSpPr>
          <p:cNvPr id="33" name="v2-255-a-input-head">
            <a:extLst>
              <a:ext uri="{FF2B5EF4-FFF2-40B4-BE49-F238E27FC236}">
                <ns2:creationId id="{128D5E54-A7A4-4975-921F-60990F46E123}"/>
              </a:ext>
            </a:extLst>
          </p:cNvPr>
          <p:cNvSpPr>
            <a:spLocks noGrp="1"/>
          </p:cNvSpPr>
          <p:nvPr/>
        </p:nvSpPr>
        <p:spPr>
          <a:xfrm>
            <a:off x="4012377" y="37287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34" name="v2-256-a-task">
            <a:extLst>
              <a:ext uri="{FF2B5EF4-FFF2-40B4-BE49-F238E27FC236}">
                <ns2:creationId id="{F23881D9-16E9-45E4-8A6E-D69B9E73B7A7}"/>
              </a:ext>
            </a:extLst>
          </p:cNvPr>
          <p:cNvSpPr>
            <a:spLocks noGrp="1"/>
          </p:cNvSpPr>
          <p:nvPr/>
        </p:nvSpPr>
        <p:spPr>
          <a:xfrm>
            <a:off x="4067175" y="3152775"/>
            <a:ext cx="2838450" cy="495300"/>
          </a:xfrm>
          <a:custGeom>
            <a:pathLst>
              <a:path w="2838450" h="495300">
                <a:moveTo>
                  <a:pt x="2838450" y="0"/>
                </a:moveTo>
                <a:lnTo>
                  <a:pt x="2838450" y="495300"/>
                </a:lnTo>
                <a:lnTo>
                  <a:pt x="0" y="495300"/>
                </a:lnTo>
              </a:path>
            </a:pathLst>
          </a:custGeom>
          <a:noFill/>
          <a:ln w="28575">
            <a:solidFill>
              <a:srgbClr val="00889A"/>
            </a:solidFill>
            <a:prstDash val="solid"/>
          </a:ln>
        </p:spPr>
      </p:sp>
      <p:sp>
        <p:nvSpPr>
          <p:cNvPr id="35" name="v2-257-a-infer">
            <a:extLst>
              <a:ext uri="{FF2B5EF4-FFF2-40B4-BE49-F238E27FC236}">
                <ns2:creationId id="{7A3372B2-1020-4795-A27D-37D30287F342}"/>
              </a:ext>
            </a:extLst>
          </p:cNvPr>
          <p:cNvSpPr>
            <a:spLocks noGrp="1"/>
          </p:cNvSpPr>
          <p:nvPr/>
        </p:nvSpPr>
        <p:spPr>
          <a:xfrm>
            <a:off x="2428875" y="4400550"/>
            <a:ext cx="942975" cy="990600"/>
          </a:xfrm>
          <a:custGeom>
            <a:pathLst>
              <a:path w="942975" h="990600">
                <a:moveTo>
                  <a:pt x="942975" y="0"/>
                </a:moveTo>
                <a:lnTo>
                  <a:pt x="942975" y="409575"/>
                </a:lnTo>
                <a:lnTo>
                  <a:pt x="0" y="409575"/>
                </a:lnTo>
                <a:lnTo>
                  <a:pt x="0" y="990600"/>
                </a:lnTo>
              </a:path>
            </a:pathLst>
          </a:custGeom>
          <a:noFill/>
          <a:ln w="24765">
            <a:solidFill>
              <a:srgbClr val="00889A"/>
            </a:solidFill>
            <a:prstDash val="solid"/>
          </a:ln>
        </p:spPr>
      </p:sp>
      <p:sp>
        <p:nvSpPr>
          <p:cNvPr id="36" name="v2-258-a-infer-head">
            <a:extLst>
              <a:ext uri="{FF2B5EF4-FFF2-40B4-BE49-F238E27FC236}">
                <ns2:creationId id="{A46EE732-3280-433E-9E02-2E350937B860}"/>
              </a:ext>
            </a:extLst>
          </p:cNvPr>
          <p:cNvSpPr>
            <a:spLocks noGrp="1"/>
          </p:cNvSpPr>
          <p:nvPr/>
        </p:nvSpPr>
        <p:spPr>
          <a:xfrm>
            <a:off x="2374077" y="52908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37" name="v2-259-note">
            <a:extLst>
              <a:ext uri="{FF2B5EF4-FFF2-40B4-BE49-F238E27FC236}">
                <ns2:creationId id="{A5FB2E84-E2DC-4E40-B46B-6B68309D8A29}"/>
              </a:ext>
            </a:extLst>
          </p:cNvPr>
          <p:cNvSpPr>
            <a:spLocks noGrp="1"/>
          </p:cNvSpPr>
          <p:nvPr/>
        </p:nvSpPr>
        <p:spPr>
          <a:xfrm>
            <a:off x="819150" y="4410075"/>
            <a:ext cx="1714500"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지시</a:t>
            </a:r>
            <a:endParaRPr lang="ko-KR">
              <a:solidFill>
                <a:srgbClr val="000000"/>
              </a:solidFill>
              <a:latin typeface="Calibri"/>
              <a:ea typeface="Calibri"/>
              <a:cs typeface="Calibri"/>
            </a:endParaRPr>
          </a:p>
        </p:txBody>
      </p:sp>
      <p:sp>
        <p:nvSpPr>
          <p:cNvPr id="38" name="v2-260-a-infer-return">
            <a:extLst>
              <a:ext uri="{FF2B5EF4-FFF2-40B4-BE49-F238E27FC236}">
                <ns2:creationId id="{B79F5ADE-7773-44C6-822C-1B87009CBC02}"/>
              </a:ext>
            </a:extLst>
          </p:cNvPr>
          <p:cNvSpPr>
            <a:spLocks noGrp="1"/>
          </p:cNvSpPr>
          <p:nvPr/>
        </p:nvSpPr>
        <p:spPr>
          <a:xfrm>
            <a:off x="4048125" y="4400550"/>
            <a:ext cx="466725" cy="1219200"/>
          </a:xfrm>
          <a:custGeom>
            <a:pathLst>
              <a:path w="466725" h="1219200">
                <a:moveTo>
                  <a:pt x="0" y="1219200"/>
                </a:moveTo>
                <a:lnTo>
                  <a:pt x="466725" y="1219200"/>
                </a:lnTo>
                <a:lnTo>
                  <a:pt x="466725" y="0"/>
                </a:lnTo>
              </a:path>
            </a:pathLst>
          </a:custGeom>
          <a:noFill/>
          <a:ln w="24765">
            <a:solidFill>
              <a:srgbClr val="576773"/>
            </a:solidFill>
            <a:prstDash val="solid"/>
          </a:ln>
        </p:spPr>
      </p:sp>
      <p:sp>
        <p:nvSpPr>
          <p:cNvPr id="39" name="v2-261-a-infer-return-head">
            <a:extLst>
              <a:ext uri="{FF2B5EF4-FFF2-40B4-BE49-F238E27FC236}">
                <ns2:creationId id="{3BDA8E63-1A25-4814-933A-AC67476D6684}"/>
              </a:ext>
            </a:extLst>
          </p:cNvPr>
          <p:cNvSpPr>
            <a:spLocks noGrp="1"/>
          </p:cNvSpPr>
          <p:nvPr/>
        </p:nvSpPr>
        <p:spPr>
          <a:xfrm>
            <a:off x="446005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0" name="v2-262-note">
            <a:extLst>
              <a:ext uri="{FF2B5EF4-FFF2-40B4-BE49-F238E27FC236}">
                <ns2:creationId id="{90254A0B-BD9B-42F5-A9E4-D002865D89CA}"/>
              </a:ext>
            </a:extLst>
          </p:cNvPr>
          <p:cNvSpPr>
            <a:spLocks noGrp="1"/>
          </p:cNvSpPr>
          <p:nvPr/>
        </p:nvSpPr>
        <p:spPr>
          <a:xfrm>
            <a:off x="3314700" y="4857750"/>
            <a:ext cx="210502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② 완료 회수</a:t>
            </a:r>
            <a:endParaRPr lang="ko-KR">
              <a:solidFill>
                <a:srgbClr val="000000"/>
              </a:solidFill>
              <a:latin typeface="Calibri"/>
              <a:ea typeface="Calibri"/>
              <a:cs typeface="Calibri"/>
            </a:endParaRPr>
          </a:p>
        </p:txBody>
      </p:sp>
      <p:sp>
        <p:nvSpPr>
          <p:cNvPr id="41" name="v2-263-a-compose">
            <a:extLst>
              <a:ext uri="{FF2B5EF4-FFF2-40B4-BE49-F238E27FC236}">
                <ns2:creationId id="{B66C43C1-4B45-420D-92A8-531E2611D112}"/>
              </a:ext>
            </a:extLst>
          </p:cNvPr>
          <p:cNvSpPr>
            <a:spLocks noGrp="1"/>
          </p:cNvSpPr>
          <p:nvPr/>
        </p:nvSpPr>
        <p:spPr>
          <a:xfrm>
            <a:off x="5076825" y="4400550"/>
            <a:ext cx="1819275" cy="1104900"/>
          </a:xfrm>
          <a:custGeom>
            <a:pathLst>
              <a:path w="1819275" h="1104900">
                <a:moveTo>
                  <a:pt x="0" y="0"/>
                </a:moveTo>
                <a:lnTo>
                  <a:pt x="0" y="371475"/>
                </a:lnTo>
                <a:lnTo>
                  <a:pt x="1819275" y="371475"/>
                </a:lnTo>
                <a:lnTo>
                  <a:pt x="1819275" y="1104900"/>
                </a:lnTo>
              </a:path>
            </a:pathLst>
          </a:custGeom>
          <a:noFill/>
          <a:ln w="24765">
            <a:solidFill>
              <a:srgbClr val="00889A"/>
            </a:solidFill>
            <a:prstDash val="solid"/>
          </a:ln>
        </p:spPr>
      </p:sp>
      <p:sp>
        <p:nvSpPr>
          <p:cNvPr id="42" name="v2-264-a-compose-head">
            <a:extLst>
              <a:ext uri="{FF2B5EF4-FFF2-40B4-BE49-F238E27FC236}">
                <ns2:creationId id="{BB79F469-C51D-4622-9CB4-657DF2206553}"/>
              </a:ext>
            </a:extLst>
          </p:cNvPr>
          <p:cNvSpPr>
            <a:spLocks noGrp="1"/>
          </p:cNvSpPr>
          <p:nvPr/>
        </p:nvSpPr>
        <p:spPr>
          <a:xfrm>
            <a:off x="6841302" y="54051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43" name="v2-265-note">
            <a:extLst>
              <a:ext uri="{FF2B5EF4-FFF2-40B4-BE49-F238E27FC236}">
                <ns2:creationId id="{FA75560D-11D4-42D2-B84F-6F525F4DD23F}"/>
              </a:ext>
            </a:extLst>
          </p:cNvPr>
          <p:cNvSpPr>
            <a:spLocks noGrp="1"/>
          </p:cNvSpPr>
          <p:nvPr/>
        </p:nvSpPr>
        <p:spPr>
          <a:xfrm>
            <a:off x="6334125" y="4438650"/>
            <a:ext cx="204787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③ 준비 지시</a:t>
            </a:r>
            <a:endParaRPr lang="ko-KR">
              <a:solidFill>
                <a:srgbClr val="000000"/>
              </a:solidFill>
              <a:latin typeface="Calibri"/>
              <a:ea typeface="Calibri"/>
              <a:cs typeface="Calibri"/>
            </a:endParaRPr>
          </a:p>
        </p:txBody>
      </p:sp>
      <p:sp>
        <p:nvSpPr>
          <p:cNvPr id="44" name="v2-266-a-comp-return">
            <a:extLst>
              <a:ext uri="{FF2B5EF4-FFF2-40B4-BE49-F238E27FC236}">
                <ns2:creationId id="{32E03223-F0F8-4936-9326-42CE56686BA1}"/>
              </a:ext>
            </a:extLst>
          </p:cNvPr>
          <p:cNvSpPr>
            <a:spLocks noGrp="1"/>
          </p:cNvSpPr>
          <p:nvPr/>
        </p:nvSpPr>
        <p:spPr>
          <a:xfrm>
            <a:off x="4724400" y="4400550"/>
            <a:ext cx="571500" cy="1323975"/>
          </a:xfrm>
          <a:custGeom>
            <a:pathLst>
              <a:path w="571500" h="1323975">
                <a:moveTo>
                  <a:pt x="571500" y="1323975"/>
                </a:moveTo>
                <a:lnTo>
                  <a:pt x="0" y="1323975"/>
                </a:lnTo>
                <a:lnTo>
                  <a:pt x="0" y="0"/>
                </a:lnTo>
              </a:path>
            </a:pathLst>
          </a:custGeom>
          <a:noFill/>
          <a:ln w="24765">
            <a:solidFill>
              <a:srgbClr val="576773"/>
            </a:solidFill>
            <a:prstDash val="solid"/>
          </a:ln>
        </p:spPr>
      </p:sp>
      <p:sp>
        <p:nvSpPr>
          <p:cNvPr id="45" name="v2-267-a-comp-return-head">
            <a:extLst>
              <a:ext uri="{FF2B5EF4-FFF2-40B4-BE49-F238E27FC236}">
                <ns2:creationId id="{D5A3F212-A008-430F-85DD-B1E63907A13E}"/>
              </a:ext>
            </a:extLst>
          </p:cNvPr>
          <p:cNvSpPr>
            <a:spLocks noGrp="1"/>
          </p:cNvSpPr>
          <p:nvPr/>
        </p:nvSpPr>
        <p:spPr>
          <a:xfrm>
            <a:off x="466960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6" name="v2-268-Request Controller">
            <a:extLst>
              <a:ext uri="{FF2B5EF4-FFF2-40B4-BE49-F238E27FC236}">
                <ns2:creationId id="{AA4ACB19-B03A-4D44-A5D6-77D887B38511}"/>
              </a:ext>
            </a:extLst>
          </p:cNvPr>
          <p:cNvSpPr>
            <a:spLocks noGrp="1"/>
          </p:cNvSpPr>
          <p:nvPr/>
        </p:nvSpPr>
        <p:spPr>
          <a:xfrm>
            <a:off x="9334500" y="3371850"/>
            <a:ext cx="8372475" cy="1552575"/>
          </a:xfrm>
          <a:prstGeom prst="rect">
            <a:avLst/>
          </a:prstGeom>
          <a:noFill/>
          <a:ln w="19050">
            <a:solidFill>
              <a:srgbClr val="BCCAD2"/>
            </a:solidFill>
          </a:ln>
        </p:spPr>
        <p:txBody>
          <a:bodyPr wrap="none" lIns="133350" tIns="38100" rIns="50958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8" name="v2-270-Input Resolution Stage">
            <a:extLst>
              <a:ext uri="{FF2B5EF4-FFF2-40B4-BE49-F238E27FC236}">
                <ns2:creationId id="{5C643E7F-22F3-44F1-9C86-F355B4BF8A2B}"/>
              </a:ext>
            </a:extLst>
          </p:cNvPr>
          <p:cNvSpPr>
            <a:spLocks noGrp="1"/>
          </p:cNvSpPr>
          <p:nvPr/>
        </p:nvSpPr>
        <p:spPr>
          <a:xfrm>
            <a:off x="9448800" y="3800475"/>
            <a:ext cx="3857625" cy="4857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50" name="v2-272-Task Notice Stage">
            <a:extLst>
              <a:ext uri="{FF2B5EF4-FFF2-40B4-BE49-F238E27FC236}">
                <ns2:creationId id="{BA862099-4D56-4EB4-AAC8-0BB6CA9AF7E8}"/>
              </a:ext>
            </a:extLst>
          </p:cNvPr>
          <p:cNvSpPr>
            <a:spLocks noGrp="1"/>
          </p:cNvSpPr>
          <p:nvPr/>
        </p:nvSpPr>
        <p:spPr>
          <a:xfrm>
            <a:off x="14011275" y="3800475"/>
            <a:ext cx="3524250" cy="4857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52" name="v2-274-Input Window">
            <a:extLst>
              <a:ext uri="{FF2B5EF4-FFF2-40B4-BE49-F238E27FC236}">
                <ns2:creationId id="{C8BA59D1-1B33-4D24-80B6-7B525134C4B8}"/>
              </a:ext>
            </a:extLst>
          </p:cNvPr>
          <p:cNvSpPr>
            <a:spLocks noGrp="1"/>
          </p:cNvSpPr>
          <p:nvPr/>
        </p:nvSpPr>
        <p:spPr>
          <a:xfrm>
            <a:off x="9448800"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54" name="v2-276-Notice Window">
            <a:extLst>
              <a:ext uri="{FF2B5EF4-FFF2-40B4-BE49-F238E27FC236}">
                <ns2:creationId id="{90A77247-D0D0-4278-948B-1A0E84688BC3}"/>
              </a:ext>
            </a:extLst>
          </p:cNvPr>
          <p:cNvSpPr>
            <a:spLocks noGrp="1"/>
          </p:cNvSpPr>
          <p:nvPr/>
        </p:nvSpPr>
        <p:spPr>
          <a:xfrm>
            <a:off x="15344775"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56" name="v2-278-b-input">
            <a:extLst>
              <a:ext uri="{FF2B5EF4-FFF2-40B4-BE49-F238E27FC236}">
                <ns2:creationId id="{3E9CB588-B3BF-4ADE-8E2E-2F2C5E54CB70}"/>
              </a:ext>
            </a:extLst>
          </p:cNvPr>
          <p:cNvSpPr>
            <a:spLocks noGrp="1"/>
          </p:cNvSpPr>
          <p:nvPr/>
        </p:nvSpPr>
        <p:spPr>
          <a:xfrm>
            <a:off x="11277600" y="3152775"/>
            <a:ext cx="9525" cy="647700"/>
          </a:xfrm>
          <a:custGeom>
            <a:pathLst>
              <a:path w="9525" h="647700">
                <a:moveTo>
                  <a:pt x="0" y="0"/>
                </a:moveTo>
                <a:lnTo>
                  <a:pt x="0" y="647700"/>
                </a:lnTo>
              </a:path>
            </a:pathLst>
          </a:custGeom>
          <a:noFill/>
          <a:ln w="28575">
            <a:solidFill>
              <a:srgbClr val="00889A"/>
            </a:solidFill>
            <a:prstDash val="solid"/>
          </a:ln>
        </p:spPr>
      </p:sp>
      <p:sp>
        <p:nvSpPr>
          <p:cNvPr id="57" name="v2-279-b-input-head">
            <a:extLst>
              <a:ext uri="{FF2B5EF4-FFF2-40B4-BE49-F238E27FC236}">
                <ns2:creationId id="{3721A980-E25B-47FE-8753-28D745AF9D61}"/>
              </a:ext>
            </a:extLst>
          </p:cNvPr>
          <p:cNvSpPr>
            <a:spLocks noGrp="1"/>
          </p:cNvSpPr>
          <p:nvPr/>
        </p:nvSpPr>
        <p:spPr>
          <a:xfrm>
            <a:off x="1122280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58" name="v2-280-b-task">
            <a:extLst>
              <a:ext uri="{FF2B5EF4-FFF2-40B4-BE49-F238E27FC236}">
                <ns2:creationId id="{93FCC4A5-EDCD-4929-9428-0579DF94C9AC}"/>
              </a:ext>
            </a:extLst>
          </p:cNvPr>
          <p:cNvSpPr>
            <a:spLocks noGrp="1"/>
          </p:cNvSpPr>
          <p:nvPr/>
        </p:nvSpPr>
        <p:spPr>
          <a:xfrm>
            <a:off x="15792450" y="3152775"/>
            <a:ext cx="9525" cy="647700"/>
          </a:xfrm>
          <a:custGeom>
            <a:pathLst>
              <a:path w="9525" h="647700">
                <a:moveTo>
                  <a:pt x="0" y="0"/>
                </a:moveTo>
                <a:lnTo>
                  <a:pt x="0" y="647700"/>
                </a:lnTo>
              </a:path>
            </a:pathLst>
          </a:custGeom>
          <a:noFill/>
          <a:ln w="28575">
            <a:solidFill>
              <a:srgbClr val="00889A"/>
            </a:solidFill>
            <a:prstDash val="solid"/>
          </a:ln>
        </p:spPr>
      </p:sp>
      <p:sp>
        <p:nvSpPr>
          <p:cNvPr id="59" name="v2-281-b-task-head">
            <a:extLst>
              <a:ext uri="{FF2B5EF4-FFF2-40B4-BE49-F238E27FC236}">
                <ns2:creationId id="{59D1A660-5CF6-47AD-99D0-209C083EEA57}"/>
              </a:ext>
            </a:extLst>
          </p:cNvPr>
          <p:cNvSpPr>
            <a:spLocks noGrp="1"/>
          </p:cNvSpPr>
          <p:nvPr/>
        </p:nvSpPr>
        <p:spPr>
          <a:xfrm>
            <a:off x="1573765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60" name="v2-282-b-input-state">
            <a:extLst>
              <a:ext uri="{FF2B5EF4-FFF2-40B4-BE49-F238E27FC236}">
                <ns2:creationId id="{23CF3CF7-6445-4FC2-92FF-9D2B96A0E884}"/>
              </a:ext>
            </a:extLst>
          </p:cNvPr>
          <p:cNvSpPr>
            <a:spLocks noGrp="1"/>
          </p:cNvSpPr>
          <p:nvPr/>
        </p:nvSpPr>
        <p:spPr>
          <a:xfrm>
            <a:off x="10544175" y="4286250"/>
            <a:ext cx="9525" cy="152400"/>
          </a:xfrm>
          <a:custGeom>
            <a:pathLst>
              <a:path w="9525" h="152400">
                <a:moveTo>
                  <a:pt x="0" y="0"/>
                </a:moveTo>
                <a:lnTo>
                  <a:pt x="0" y="152400"/>
                </a:lnTo>
              </a:path>
            </a:pathLst>
          </a:custGeom>
          <a:noFill/>
          <a:ln w="19050">
            <a:solidFill>
              <a:srgbClr val="576773"/>
            </a:solidFill>
            <a:prstDash val="solid"/>
          </a:ln>
        </p:spPr>
      </p:sp>
      <p:sp>
        <p:nvSpPr>
          <p:cNvPr id="61" name="v2-283-b-input-state-head">
            <a:extLst>
              <a:ext uri="{FF2B5EF4-FFF2-40B4-BE49-F238E27FC236}">
                <ns2:creationId id="{23273D72-5773-48EE-9397-A43B0F31756A}"/>
              </a:ext>
            </a:extLst>
          </p:cNvPr>
          <p:cNvSpPr>
            <a:spLocks noGrp="1"/>
          </p:cNvSpPr>
          <p:nvPr/>
        </p:nvSpPr>
        <p:spPr>
          <a:xfrm>
            <a:off x="10489377"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2" name="v2-284-b-notice-state">
            <a:extLst>
              <a:ext uri="{FF2B5EF4-FFF2-40B4-BE49-F238E27FC236}">
                <ns2:creationId id="{888F5816-5AD2-41AC-A875-D707AEA4CA17}"/>
              </a:ext>
            </a:extLst>
          </p:cNvPr>
          <p:cNvSpPr>
            <a:spLocks noGrp="1"/>
          </p:cNvSpPr>
          <p:nvPr/>
        </p:nvSpPr>
        <p:spPr>
          <a:xfrm>
            <a:off x="16440150" y="4286250"/>
            <a:ext cx="9525" cy="152400"/>
          </a:xfrm>
          <a:custGeom>
            <a:pathLst>
              <a:path w="9525" h="152400">
                <a:moveTo>
                  <a:pt x="0" y="0"/>
                </a:moveTo>
                <a:lnTo>
                  <a:pt x="0" y="152400"/>
                </a:lnTo>
              </a:path>
            </a:pathLst>
          </a:custGeom>
          <a:noFill/>
          <a:ln w="19050">
            <a:solidFill>
              <a:srgbClr val="576773"/>
            </a:solidFill>
            <a:prstDash val="solid"/>
          </a:ln>
        </p:spPr>
      </p:sp>
      <p:sp>
        <p:nvSpPr>
          <p:cNvPr id="63" name="v2-285-b-notice-state-head">
            <a:extLst>
              <a:ext uri="{FF2B5EF4-FFF2-40B4-BE49-F238E27FC236}">
                <ns2:creationId id="{2466763E-E991-4D62-B10C-E537C805ABAD}"/>
              </a:ext>
            </a:extLst>
          </p:cNvPr>
          <p:cNvSpPr>
            <a:spLocks noGrp="1"/>
          </p:cNvSpPr>
          <p:nvPr/>
        </p:nvSpPr>
        <p:spPr>
          <a:xfrm>
            <a:off x="16385352"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4" name="v2-286-Request Interpreter">
            <a:extLst>
              <a:ext uri="{FF2B5EF4-FFF2-40B4-BE49-F238E27FC236}">
                <ns2:creationId id="{4B7B331B-356C-43EE-BF6E-12DE7A6DCB8A}"/>
              </a:ext>
            </a:extLst>
          </p:cNvPr>
          <p:cNvSpPr>
            <a:spLocks noGrp="1"/>
          </p:cNvSpPr>
          <p:nvPr/>
        </p:nvSpPr>
        <p:spPr>
          <a:xfrm>
            <a:off x="9477375" y="5314950"/>
            <a:ext cx="3857625"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6" name="v2-288-Response Manager">
            <a:extLst>
              <a:ext uri="{FF2B5EF4-FFF2-40B4-BE49-F238E27FC236}">
                <ns2:creationId id="{B768E91E-6077-47EE-B5F9-76E90E1FA16B}"/>
              </a:ext>
            </a:extLst>
          </p:cNvPr>
          <p:cNvSpPr>
            <a:spLocks noGrp="1"/>
          </p:cNvSpPr>
          <p:nvPr/>
        </p:nvSpPr>
        <p:spPr>
          <a:xfrm>
            <a:off x="13839825" y="5010150"/>
            <a:ext cx="3886200" cy="1114425"/>
          </a:xfrm>
          <a:prstGeom prst="rect">
            <a:avLst/>
          </a:prstGeom>
          <a:noFill/>
          <a:ln w="19050">
            <a:solidFill>
              <a:srgbClr val="BCCAD2"/>
            </a:solidFill>
          </a:ln>
        </p:spPr>
        <p:txBody>
          <a:bodyPr wrap="none" lIns="133350" tIns="38100" rIns="609600" bIns="7143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8" name="v2-290-Response Composer">
            <a:extLst>
              <a:ext uri="{FF2B5EF4-FFF2-40B4-BE49-F238E27FC236}">
                <ns2:creationId id="{8E7B5E4B-9B13-40D0-8F2A-F6B6C2DAE3BE}"/>
              </a:ext>
            </a:extLst>
          </p:cNvPr>
          <p:cNvSpPr>
            <a:spLocks noGrp="1"/>
          </p:cNvSpPr>
          <p:nvPr/>
        </p:nvSpPr>
        <p:spPr>
          <a:xfrm>
            <a:off x="14001750" y="5391150"/>
            <a:ext cx="3552825" cy="304800"/>
          </a:xfrm>
          <a:prstGeom prst="rect">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70" name="v2-292-Publication Join">
            <a:extLst>
              <a:ext uri="{FF2B5EF4-FFF2-40B4-BE49-F238E27FC236}">
                <ns2:creationId id="{460C16DC-E3B8-481D-992A-61E1601A23A1}"/>
              </a:ext>
            </a:extLst>
          </p:cNvPr>
          <p:cNvSpPr>
            <a:spLocks noGrp="1"/>
          </p:cNvSpPr>
          <p:nvPr/>
        </p:nvSpPr>
        <p:spPr>
          <a:xfrm>
            <a:off x="14001750" y="5772150"/>
            <a:ext cx="3552825" cy="304800"/>
          </a:xfrm>
          <a:prstGeom prst="rect">
            <a:avLst/>
          </a:prstGeom>
          <a:solidFill>
            <a:srgbClr val="FFF6DE"/>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72" name="v2-294-b-meaning">
            <a:extLst>
              <a:ext uri="{FF2B5EF4-FFF2-40B4-BE49-F238E27FC236}">
                <ns2:creationId id="{35F51184-54C3-4A97-89B5-6C9523D64795}"/>
              </a:ext>
            </a:extLst>
          </p:cNvPr>
          <p:cNvSpPr>
            <a:spLocks noGrp="1"/>
          </p:cNvSpPr>
          <p:nvPr/>
        </p:nvSpPr>
        <p:spPr>
          <a:xfrm>
            <a:off x="11401425" y="4048125"/>
            <a:ext cx="2162175" cy="1266825"/>
          </a:xfrm>
          <a:custGeom>
            <a:pathLst>
              <a:path w="2162175" h="1266825">
                <a:moveTo>
                  <a:pt x="1905000" y="0"/>
                </a:moveTo>
                <a:lnTo>
                  <a:pt x="2162175" y="0"/>
                </a:lnTo>
                <a:lnTo>
                  <a:pt x="2162175" y="1104900"/>
                </a:lnTo>
                <a:lnTo>
                  <a:pt x="0" y="1104900"/>
                </a:lnTo>
                <a:lnTo>
                  <a:pt x="0" y="1266825"/>
                </a:lnTo>
              </a:path>
            </a:pathLst>
          </a:custGeom>
          <a:noFill/>
          <a:ln w="23813">
            <a:solidFill>
              <a:srgbClr val="00889A"/>
            </a:solidFill>
            <a:prstDash val="solid"/>
          </a:ln>
        </p:spPr>
      </p:sp>
      <p:sp>
        <p:nvSpPr>
          <p:cNvPr id="73" name="v2-295-b-meaning-head">
            <a:extLst>
              <a:ext uri="{FF2B5EF4-FFF2-40B4-BE49-F238E27FC236}">
                <ns2:creationId id="{A24B0CDA-B05B-4A86-877A-A8078C0E6A00}"/>
              </a:ext>
            </a:extLst>
          </p:cNvPr>
          <p:cNvSpPr>
            <a:spLocks noGrp="1"/>
          </p:cNvSpPr>
          <p:nvPr/>
        </p:nvSpPr>
        <p:spPr>
          <a:xfrm>
            <a:off x="11346627" y="52146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74" name="v2-296-b-proposal-return">
            <a:extLst>
              <a:ext uri="{FF2B5EF4-FFF2-40B4-BE49-F238E27FC236}">
                <ns2:creationId id="{9D1B66C4-45F0-4EC7-B37A-D1EE02713380}"/>
              </a:ext>
            </a:extLst>
          </p:cNvPr>
          <p:cNvSpPr>
            <a:spLocks noGrp="1"/>
          </p:cNvSpPr>
          <p:nvPr/>
        </p:nvSpPr>
        <p:spPr>
          <a:xfrm>
            <a:off x="12992100" y="3667125"/>
            <a:ext cx="666750" cy="1866900"/>
          </a:xfrm>
          <a:custGeom>
            <a:pathLst>
              <a:path w="666750" h="1866900">
                <a:moveTo>
                  <a:pt x="342900" y="1866900"/>
                </a:moveTo>
                <a:lnTo>
                  <a:pt x="666750" y="1866900"/>
                </a:lnTo>
                <a:lnTo>
                  <a:pt x="666750" y="0"/>
                </a:lnTo>
                <a:lnTo>
                  <a:pt x="0" y="0"/>
                </a:lnTo>
                <a:lnTo>
                  <a:pt x="0" y="133350"/>
                </a:lnTo>
              </a:path>
            </a:pathLst>
          </a:custGeom>
          <a:noFill/>
          <a:ln w="23813">
            <a:solidFill>
              <a:srgbClr val="576773"/>
            </a:solidFill>
            <a:prstDash val="solid"/>
          </a:ln>
        </p:spPr>
      </p:sp>
      <p:sp>
        <p:nvSpPr>
          <p:cNvPr id="75" name="v2-297-b-proposal-return-head">
            <a:extLst>
              <a:ext uri="{FF2B5EF4-FFF2-40B4-BE49-F238E27FC236}">
                <ns2:creationId id="{2CD80145-B2CC-4268-8830-937F7D1E2F3D}"/>
              </a:ext>
            </a:extLst>
          </p:cNvPr>
          <p:cNvSpPr>
            <a:spLocks noGrp="1"/>
          </p:cNvSpPr>
          <p:nvPr/>
        </p:nvSpPr>
        <p:spPr>
          <a:xfrm>
            <a:off x="12937302" y="370016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76" name="v2-298-b-adopted-compose">
            <a:extLst>
              <a:ext uri="{FF2B5EF4-FFF2-40B4-BE49-F238E27FC236}">
                <ns2:creationId id="{4FFA312A-0D73-44FD-947B-CEFC085D8432}"/>
              </a:ext>
            </a:extLst>
          </p:cNvPr>
          <p:cNvSpPr>
            <a:spLocks noGrp="1"/>
          </p:cNvSpPr>
          <p:nvPr/>
        </p:nvSpPr>
        <p:spPr>
          <a:xfrm>
            <a:off x="13306425" y="4219575"/>
            <a:ext cx="695325" cy="1314450"/>
          </a:xfrm>
          <a:custGeom>
            <a:pathLst>
              <a:path w="695325" h="1314450">
                <a:moveTo>
                  <a:pt x="0" y="0"/>
                </a:moveTo>
                <a:lnTo>
                  <a:pt x="457200" y="0"/>
                </a:lnTo>
                <a:lnTo>
                  <a:pt x="457200" y="1314450"/>
                </a:lnTo>
                <a:lnTo>
                  <a:pt x="695325" y="1314450"/>
                </a:lnTo>
              </a:path>
            </a:pathLst>
          </a:custGeom>
          <a:noFill/>
          <a:ln w="23813">
            <a:solidFill>
              <a:srgbClr val="00889A"/>
            </a:solidFill>
            <a:prstDash val="solid"/>
          </a:ln>
        </p:spPr>
      </p:sp>
      <p:sp>
        <p:nvSpPr>
          <p:cNvPr id="77" name="v2-299-b-adopted-compose-head">
            <a:extLst>
              <a:ext uri="{FF2B5EF4-FFF2-40B4-BE49-F238E27FC236}">
                <ns2:creationId id="{1F3A3607-E7B8-421A-B243-844A3A1FEA8B}"/>
              </a:ext>
            </a:extLst>
          </p:cNvPr>
          <p:cNvSpPr>
            <a:spLocks noGrp="1"/>
          </p:cNvSpPr>
          <p:nvPr/>
        </p:nvSpPr>
        <p:spPr>
          <a:xfrm>
            <a:off x="13901442" y="547922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78" name="v2-300-note">
            <a:extLst>
              <a:ext uri="{FF2B5EF4-FFF2-40B4-BE49-F238E27FC236}">
                <ns2:creationId id="{E20219C1-1523-42FD-A7FF-7423C64ABFF5}"/>
              </a:ext>
            </a:extLst>
          </p:cNvPr>
          <p:cNvSpPr>
            <a:spLocks noGrp="1"/>
          </p:cNvSpPr>
          <p:nvPr/>
        </p:nvSpPr>
        <p:spPr>
          <a:xfrm>
            <a:off x="9477375" y="5067300"/>
            <a:ext cx="1809750" cy="209550"/>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제안 반환 후 채택</a:t>
            </a:r>
            <a:endParaRPr lang="ko-KR">
              <a:solidFill>
                <a:srgbClr val="000000"/>
              </a:solidFill>
              <a:latin typeface="Calibri"/>
              <a:ea typeface="Calibri"/>
              <a:cs typeface="Calibri"/>
            </a:endParaRPr>
          </a:p>
        </p:txBody>
      </p:sp>
      <p:sp>
        <p:nvSpPr>
          <p:cNvPr id="79" name="v2-301-b-notice-compose">
            <a:extLst>
              <a:ext uri="{FF2B5EF4-FFF2-40B4-BE49-F238E27FC236}">
                <ns2:creationId id="{5CBD4FDF-8E10-46A1-8BC3-176A2FF094F2}"/>
              </a:ext>
            </a:extLst>
          </p:cNvPr>
          <p:cNvSpPr>
            <a:spLocks noGrp="1"/>
          </p:cNvSpPr>
          <p:nvPr/>
        </p:nvSpPr>
        <p:spPr>
          <a:xfrm>
            <a:off x="17535525" y="4095750"/>
            <a:ext cx="428625" cy="1438275"/>
          </a:xfrm>
          <a:custGeom>
            <a:pathLst>
              <a:path w="428625" h="1438275">
                <a:moveTo>
                  <a:pt x="0" y="0"/>
                </a:moveTo>
                <a:lnTo>
                  <a:pt x="428625" y="0"/>
                </a:lnTo>
                <a:lnTo>
                  <a:pt x="428625" y="1438275"/>
                </a:lnTo>
                <a:lnTo>
                  <a:pt x="19050" y="1438275"/>
                </a:lnTo>
              </a:path>
            </a:pathLst>
          </a:custGeom>
          <a:noFill/>
          <a:ln w="23813">
            <a:solidFill>
              <a:srgbClr val="00889A"/>
            </a:solidFill>
            <a:prstDash val="solid"/>
          </a:ln>
        </p:spPr>
      </p:sp>
      <p:sp>
        <p:nvSpPr>
          <p:cNvPr id="80" name="v2-302-b-notice-compose-head">
            <a:extLst>
              <a:ext uri="{FF2B5EF4-FFF2-40B4-BE49-F238E27FC236}">
                <ns2:creationId id="{79C2861B-E61B-4443-880A-C64AC0DFFF49}"/>
              </a:ext>
            </a:extLst>
          </p:cNvPr>
          <p:cNvSpPr>
            <a:spLocks noGrp="1"/>
          </p:cNvSpPr>
          <p:nvPr/>
        </p:nvSpPr>
        <p:spPr>
          <a:xfrm>
            <a:off x="17554575" y="5479227"/>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1" name="v2-303-note">
            <a:extLst>
              <a:ext uri="{FF2B5EF4-FFF2-40B4-BE49-F238E27FC236}">
                <ns2:creationId id="{71B3062C-EC78-4722-B69D-E77C1FF2B851}"/>
              </a:ext>
            </a:extLst>
          </p:cNvPr>
          <p:cNvSpPr>
            <a:spLocks noGrp="1"/>
          </p:cNvSpPr>
          <p:nvPr/>
        </p:nvSpPr>
        <p:spPr>
          <a:xfrm>
            <a:off x="16192500" y="3438525"/>
            <a:ext cx="1466850" cy="238125"/>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유효 Notice</a:t>
            </a:r>
            <a:endParaRPr lang="ko-KR">
              <a:solidFill>
                <a:srgbClr val="000000"/>
              </a:solidFill>
              <a:latin typeface="Calibri"/>
              <a:ea typeface="Calibri"/>
              <a:cs typeface="Calibri"/>
            </a:endParaRPr>
          </a:p>
        </p:txBody>
      </p:sp>
      <p:sp>
        <p:nvSpPr>
          <p:cNvPr id="82" name="v2-304-b-candidate">
            <a:extLst>
              <a:ext uri="{FF2B5EF4-FFF2-40B4-BE49-F238E27FC236}">
                <ns2:creationId id="{FF620E1D-59E0-40CF-A23E-EF6071003DF5}"/>
              </a:ext>
            </a:extLst>
          </p:cNvPr>
          <p:cNvSpPr>
            <a:spLocks noGrp="1"/>
          </p:cNvSpPr>
          <p:nvPr/>
        </p:nvSpPr>
        <p:spPr>
          <a:xfrm>
            <a:off x="15773400" y="5695950"/>
            <a:ext cx="9525" cy="76200"/>
          </a:xfrm>
          <a:custGeom>
            <a:pathLst>
              <a:path w="9525" h="76200">
                <a:moveTo>
                  <a:pt x="0" y="0"/>
                </a:moveTo>
                <a:lnTo>
                  <a:pt x="0" y="76200"/>
                </a:lnTo>
              </a:path>
            </a:pathLst>
          </a:custGeom>
          <a:noFill/>
          <a:ln w="23813">
            <a:solidFill>
              <a:srgbClr val="00889A"/>
            </a:solidFill>
            <a:prstDash val="solid"/>
          </a:ln>
        </p:spPr>
      </p:sp>
      <p:sp>
        <p:nvSpPr>
          <p:cNvPr id="83" name="v2-305-b-candidate-head">
            <a:extLst>
              <a:ext uri="{FF2B5EF4-FFF2-40B4-BE49-F238E27FC236}">
                <ns2:creationId id="{B034E452-2423-4663-B174-E7B4E71A904A}"/>
              </a:ext>
            </a:extLst>
          </p:cNvPr>
          <p:cNvSpPr>
            <a:spLocks noGrp="1"/>
          </p:cNvSpPr>
          <p:nvPr/>
        </p:nvSpPr>
        <p:spPr>
          <a:xfrm>
            <a:off x="15718602" y="56718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84" name="v2-306-b-join-input">
            <a:extLst>
              <a:ext uri="{FF2B5EF4-FFF2-40B4-BE49-F238E27FC236}">
                <ns2:creationId id="{8659B599-F90A-4F70-A80D-B35B019FED2C}"/>
              </a:ext>
            </a:extLst>
          </p:cNvPr>
          <p:cNvSpPr>
            <a:spLocks noGrp="1"/>
          </p:cNvSpPr>
          <p:nvPr/>
        </p:nvSpPr>
        <p:spPr>
          <a:xfrm>
            <a:off x="9372600" y="4867275"/>
            <a:ext cx="4629150" cy="1057275"/>
          </a:xfrm>
          <a:custGeom>
            <a:pathLst>
              <a:path w="4629150" h="1057275">
                <a:moveTo>
                  <a:pt x="1171575" y="0"/>
                </a:moveTo>
                <a:lnTo>
                  <a:pt x="1171575" y="152400"/>
                </a:lnTo>
                <a:lnTo>
                  <a:pt x="0" y="152400"/>
                </a:lnTo>
                <a:lnTo>
                  <a:pt x="0" y="1057275"/>
                </a:lnTo>
                <a:lnTo>
                  <a:pt x="4629150" y="1057275"/>
                </a:lnTo>
              </a:path>
            </a:pathLst>
          </a:custGeom>
          <a:noFill/>
          <a:ln w="23813">
            <a:solidFill>
              <a:srgbClr val="00889A"/>
            </a:solidFill>
            <a:prstDash val="solid"/>
          </a:ln>
        </p:spPr>
      </p:sp>
      <p:sp>
        <p:nvSpPr>
          <p:cNvPr id="85" name="v2-307-b-join-input-head">
            <a:extLst>
              <a:ext uri="{FF2B5EF4-FFF2-40B4-BE49-F238E27FC236}">
                <ns2:creationId id="{9F21ABB8-FBD7-4D17-9747-344EC748C62D}"/>
              </a:ext>
            </a:extLst>
          </p:cNvPr>
          <p:cNvSpPr>
            <a:spLocks noGrp="1"/>
          </p:cNvSpPr>
          <p:nvPr/>
        </p:nvSpPr>
        <p:spPr>
          <a:xfrm>
            <a:off x="13901442" y="5869752"/>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86" name="v2-308-b-join-notice">
            <a:extLst>
              <a:ext uri="{FF2B5EF4-FFF2-40B4-BE49-F238E27FC236}">
                <ns2:creationId id="{AC621F8A-9A8F-49A6-BFC1-9BF06BF8082F}"/>
              </a:ext>
            </a:extLst>
          </p:cNvPr>
          <p:cNvSpPr>
            <a:spLocks noGrp="1"/>
          </p:cNvSpPr>
          <p:nvPr/>
        </p:nvSpPr>
        <p:spPr>
          <a:xfrm>
            <a:off x="16440150" y="4867275"/>
            <a:ext cx="1390650" cy="1057275"/>
          </a:xfrm>
          <a:custGeom>
            <a:pathLst>
              <a:path w="1390650" h="1057275">
                <a:moveTo>
                  <a:pt x="0" y="0"/>
                </a:moveTo>
                <a:lnTo>
                  <a:pt x="1390650" y="0"/>
                </a:lnTo>
                <a:lnTo>
                  <a:pt x="1390650" y="1057275"/>
                </a:lnTo>
                <a:lnTo>
                  <a:pt x="1114425" y="1057275"/>
                </a:lnTo>
              </a:path>
            </a:pathLst>
          </a:custGeom>
          <a:noFill/>
          <a:ln w="23813">
            <a:solidFill>
              <a:srgbClr val="00889A"/>
            </a:solidFill>
            <a:prstDash val="solid"/>
          </a:ln>
        </p:spPr>
      </p:sp>
      <p:sp>
        <p:nvSpPr>
          <p:cNvPr id="87" name="v2-309-b-join-notice-head">
            <a:extLst>
              <a:ext uri="{FF2B5EF4-FFF2-40B4-BE49-F238E27FC236}">
                <ns2:creationId id="{073526A7-C758-401E-8964-B44414282891}"/>
              </a:ext>
            </a:extLst>
          </p:cNvPr>
          <p:cNvSpPr>
            <a:spLocks noGrp="1"/>
          </p:cNvSpPr>
          <p:nvPr/>
        </p:nvSpPr>
        <p:spPr>
          <a:xfrm>
            <a:off x="17554575" y="5869752"/>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8" name="v2-310-note">
            <a:extLst>
              <a:ext uri="{FF2B5EF4-FFF2-40B4-BE49-F238E27FC236}">
                <ns2:creationId id="{82A583D3-411A-4741-B1D5-621882DD8530}"/>
              </a:ext>
            </a:extLst>
          </p:cNvPr>
          <p:cNvSpPr>
            <a:spLocks noGrp="1"/>
          </p:cNvSpPr>
          <p:nvPr/>
        </p:nvSpPr>
        <p:spPr>
          <a:xfrm>
            <a:off x="9477375" y="6115050"/>
            <a:ext cx="8096250" cy="2190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입력/알림 조건 + 준비된 후보 → 게시 가능 여부</a:t>
            </a:r>
            <a:endParaRPr lang="ko-KR">
              <a:solidFill>
                <a:srgbClr val="000000"/>
              </a:solidFill>
              <a:latin typeface="Calibri"/>
              <a:ea typeface="Calibri"/>
              <a:cs typeface="Calibri"/>
            </a:endParaRPr>
          </a:p>
        </p:txBody>
      </p:sp>
      <p:sp>
        <p:nvSpPr>
          <p:cNvPr id="89" name="v2-311-note">
            <a:extLst>
              <a:ext uri="{FF2B5EF4-FFF2-40B4-BE49-F238E27FC236}">
                <ns2:creationId id="{A012552B-6836-45C3-B8B3-7E7A816A27D2}"/>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Publication Control의 검사 → Interaction Manager 실제 표시/재생 → Response Manager 전달 기록. 옛 후보 폐기 / 질문은 별도 허용</a:t>
            </a:r>
            <a:endParaRPr lang="ko-KR">
              <a:solidFill>
                <a:srgbClr val="000000"/>
              </a:solidFill>
              <a:latin typeface="Calibri"/>
              <a:ea typeface="Calibri"/>
              <a:cs typeface="Calibri"/>
            </a:endParaRPr>
          </a:p>
        </p:txBody>
      </p:sp>
      <p:sp>
        <p:nvSpPr>
          <p:cNvPr id="90" name="v2-312-a-cost">
            <a:extLst>
              <a:ext uri="{FF2B5EF4-FFF2-40B4-BE49-F238E27FC236}">
                <ns2:creationId id="{F263034A-F85B-4CA3-9DB2-70221C31A9BE}"/>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비동기, 병렬 실행과 우선순위 처리 가능</a:t>
            </a:r>
            <a:endParaRPr lang="ko-KR">
              <a:solidFill>
                <a:srgbClr val="000000"/>
              </a:solidFill>
              <a:latin typeface="Calibri"/>
              <a:ea typeface="Calibri"/>
              <a:cs typeface="Calibri"/>
            </a:endParaRPr>
          </a:p>
        </p:txBody>
      </p:sp>
      <p:sp>
        <p:nvSpPr>
          <p:cNvPr id="91" name="v2-313-b-cost">
            <a:extLst>
              <a:ext uri="{FF2B5EF4-FFF2-40B4-BE49-F238E27FC236}">
                <ns2:creationId id="{C3D09DC4-687D-43E8-9103-7CEFFDA09DE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Stage/Window, credit와 Join 상태 비용</a:t>
            </a:r>
            <a:endParaRPr lang="ko-KR">
              <a:solidFill>
                <a:srgbClr val="000000"/>
              </a:solidFill>
              <a:latin typeface="Calibri"/>
              <a:ea typeface="Calibri"/>
              <a:cs typeface="Calibri"/>
            </a:endParaRPr>
          </a:p>
        </p:txBody>
      </p:sp>
      <p:graphicFrame>
        <p:nvGraphicFramePr>
          <p:cNvPr id="18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현재성 검사와 후속 지시</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Window와 Join의 현재성</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중앙 queue와 회수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Stage, Join과 수용량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회수와 다음 실행 연결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단계 활성화와 게시 Join</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실제 호출, retry와 폐기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실제 호출, retry와 폐기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후속 규칙과 사건 계약</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단계와 Join 계약</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중앙 상태와 queue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1,840MiB / Window, credit, copy</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93" name="v2-314-note">
            <a:extLst>
              <a:ext uri="{FF2B5EF4-FFF2-40B4-BE49-F238E27FC236}">
                <ns2:creationId id="{6378C499-39A5-40BF-8572-67798CF3B82A}"/>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86" name="v6-header-title">
            <a:extLst>
              <a:ext uri="{FF2B5EF4-FFF2-40B4-BE49-F238E27FC236}">
                <ns2:creationId id="{5AC2212F-310C-42A3-978F-DB268CF686A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응답시간을 위한 지속 대화 설계</a:t>
            </a:r>
            <a:endParaRPr lang="ko-KR">
              <a:latin typeface="Calibri"/>
              <a:ea typeface="Calibri"/>
              <a:cs typeface="Calibri"/>
            </a:endParaRPr>
          </a:p>
        </p:txBody>
      </p:sp>
      <p:sp>
        <p:nvSpPr>
          <p:cNvPr id="187" name="v6-header-rule">
            <a:extLst>
              <a:ext uri="{FF2B5EF4-FFF2-40B4-BE49-F238E27FC236}">
                <ns2:creationId id="{E3A9514F-EB40-4655-B4A6-1C2045E886FF}"/>
              </a:ext>
            </a:extLst>
          </p:cNvPr>
          <p:cNvSpPr>
            <a:spLocks noGrp="1"/>
          </p:cNvSpPr>
          <p:nvPr/>
        </p:nvSpPr>
        <p:spPr>
          <a:xfrm>
            <a:off x="495300" y="990600"/>
            <a:ext cx="17335500" cy="0"/>
          </a:xfrm>
          <a:prstGeom prst="line">
            <a:avLst/>
          </a:prstGeom>
          <a:noFill/>
          <a:ln w="19050">
            <a:solidFill>
              <a:srgbClr val="A6A6A6"/>
            </a:solidFill>
          </a:ln>
        </p:spPr>
      </p:sp>
      <p:sp>
        <p:nvSpPr>
          <p:cNvPr id="188" name="v6-header-stage-0">
            <a:extLst>
              <a:ext uri="{FF2B5EF4-FFF2-40B4-BE49-F238E27FC236}">
                <ns2:creationId id="{92FBB545-BD74-48E1-BDBE-A23E4188084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89" name="v6-header-stage-1">
            <a:extLst>
              <a:ext uri="{FF2B5EF4-FFF2-40B4-BE49-F238E27FC236}">
                <ns2:creationId id="{A3E03338-8471-47E2-B3C3-1896574AE87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90" name="v6-header-stage-2">
            <a:extLst>
              <a:ext uri="{FF2B5EF4-FFF2-40B4-BE49-F238E27FC236}">
                <ns2:creationId id="{206C822A-6F24-4092-A79E-8B9D6A80AA7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1" name="v6-header-stage-3">
            <a:extLst>
              <a:ext uri="{FF2B5EF4-FFF2-40B4-BE49-F238E27FC236}">
                <ns2:creationId id="{B6A86B10-0C60-4390-A644-65FD1CED2B1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2" name="v6-header-stage-4">
            <a:extLst>
              <a:ext uri="{FF2B5EF4-FFF2-40B4-BE49-F238E27FC236}">
                <ns2:creationId id="{0E616C9A-0570-4CC1-A3BE-1B76ED41BF3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16 / 63</a:t>
            </a:r>
            <a:endParaRPr lang="ko-KR">
              <a:latin typeface="Calibri"/>
              <a:ea typeface="Calibri"/>
              <a:cs typeface="Calibri"/>
            </a:endParaRPr>
          </a:p>
        </p:txBody>
      </p:sp>
    </p:spTree>
    <p:extLst>
      <p:ext uri="{BB962C8B-B14F-4D97-AF65-F5344CB8AC3E}">
        <p14:creationId val="1964571774"/>
      </p:ext>
    </p:extLst>
  </p:cSld>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p:cSld name="dp45-comparison-v2">
    <p:bg>
      <p:bgPr>
        <a:solidFill>
          <a:srgbClr val="FFFFFF"/>
        </a:solidFill>
      </p:bgPr>
    </p:bg>
    <p:spTree>
      <p:nvGrpSpPr>
        <p:cNvPr id="1" name=""/>
        <p:cNvGrpSpPr/>
        <p:nvPr/>
      </p:nvGrpSpPr>
      <p:grpSpPr>
        <a:xfrm/>
      </p:grpSpPr>
      <p:sp>
        <p:nvSpPr>
          <p:cNvPr id="5" name="v2-319-note">
            <a:extLst>
              <a:ext uri="{FF2B5EF4-FFF2-40B4-BE49-F238E27FC236}">
                <ns2:creationId id="{5A199CA3-8279-49EA-B70C-E8DCCEF2BB9E}"/>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요청: “지난번 평가 기준으로 제품 비교와 견적 결과를 함께 써서 제안서를 만들어줘.”</a:t>
            </a:r>
            <a:endParaRPr lang="ko-KR">
              <a:solidFill>
                <a:srgbClr val="000000"/>
              </a:solidFill>
              <a:latin typeface="Calibri"/>
              <a:ea typeface="Calibri"/>
              <a:cs typeface="Calibri"/>
            </a:endParaRPr>
          </a:p>
        </p:txBody>
      </p:sp>
      <p:sp>
        <p:nvSpPr>
          <p:cNvPr id="6" name="v2-320-option-a">
            <a:extLst>
              <a:ext uri="{FF2B5EF4-FFF2-40B4-BE49-F238E27FC236}">
                <ns2:creationId id="{7FFCAB25-74E5-4BA6-A4BF-E3CBDF2CE393}"/>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현재 요청에 맞춰 원본을 조합</a:t>
            </a:r>
            <a:endParaRPr lang="ko-KR">
              <a:solidFill>
                <a:srgbClr val="000000"/>
              </a:solidFill>
              <a:latin typeface="Calibri"/>
              <a:ea typeface="Calibri"/>
              <a:cs typeface="Calibri"/>
            </a:endParaRPr>
          </a:p>
        </p:txBody>
      </p:sp>
      <p:sp>
        <p:nvSpPr>
          <p:cNvPr id="7" name="v2-321-option-b">
            <a:extLst>
              <a:ext uri="{FF2B5EF4-FFF2-40B4-BE49-F238E27FC236}">
                <ns2:creationId id="{04163C29-2963-4406-8EEB-9B2C983301F7}"/>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과거 관계를 공통 생산하고 조회</a:t>
            </a:r>
            <a:endParaRPr lang="ko-KR">
              <a:solidFill>
                <a:srgbClr val="000000"/>
              </a:solidFill>
              <a:latin typeface="Calibri"/>
              <a:ea typeface="Calibri"/>
              <a:cs typeface="Calibri"/>
            </a:endParaRPr>
          </a:p>
        </p:txBody>
      </p:sp>
      <p:sp>
        <p:nvSpPr>
          <p:cNvPr id="10" name="v2-324-note">
            <a:extLst>
              <a:ext uri="{FF2B5EF4-FFF2-40B4-BE49-F238E27FC236}">
                <ns2:creationId id="{61E7D39F-CCE5-422F-8663-50E14892FAD5}"/>
              </a:ext>
            </a:extLst>
          </p:cNvPr>
          <p:cNvSpPr>
            <a:spLocks noGrp="1"/>
          </p:cNvSpPr>
          <p:nvPr/>
        </p:nvSpPr>
        <p:spPr>
          <a:xfrm>
            <a:off x="495300" y="2552700"/>
            <a:ext cx="6391275"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 실제 전달한 설명과 업무 결과</a:t>
            </a:r>
            <a:endParaRPr lang="ko-KR">
              <a:solidFill>
                <a:srgbClr val="000000"/>
              </a:solidFill>
              <a:latin typeface="Calibri"/>
              <a:ea typeface="Calibri"/>
              <a:cs typeface="Calibri"/>
            </a:endParaRPr>
          </a:p>
        </p:txBody>
      </p:sp>
      <p:sp>
        <p:nvSpPr>
          <p:cNvPr id="11" name="v2-325-Model Access">
            <a:extLst>
              <a:ext uri="{FF2B5EF4-FFF2-40B4-BE49-F238E27FC236}">
                <ns2:creationId id="{EB368250-516F-4AE9-9B24-DAF74AE24C3D}"/>
              </a:ext>
            </a:extLst>
          </p:cNvPr>
          <p:cNvSpPr>
            <a:spLocks noGrp="1"/>
          </p:cNvSpPr>
          <p:nvPr/>
        </p:nvSpPr>
        <p:spPr>
          <a:xfrm>
            <a:off x="7143750" y="2628900"/>
            <a:ext cx="4095750" cy="42862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3" name="v2-327-클라우드 의미 LLM">
            <a:extLst>
              <a:ext uri="{FF2B5EF4-FFF2-40B4-BE49-F238E27FC236}">
                <ns2:creationId id="{D106CF12-2AB3-49FB-9878-58CA9844772E}"/>
              </a:ext>
            </a:extLst>
          </p:cNvPr>
          <p:cNvSpPr>
            <a:spLocks noGrp="1"/>
          </p:cNvSpPr>
          <p:nvPr/>
        </p:nvSpPr>
        <p:spPr>
          <a:xfrm>
            <a:off x="13430250" y="2628900"/>
            <a:ext cx="4181475" cy="42862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5" name="v2-329-common-meaning">
            <a:extLst>
              <a:ext uri="{FF2B5EF4-FFF2-40B4-BE49-F238E27FC236}">
                <ns2:creationId id="{189C3EE8-89F6-4BF0-8BF8-4A41C6FC1C8B}"/>
              </a:ext>
            </a:extLst>
          </p:cNvPr>
          <p:cNvSpPr>
            <a:spLocks noGrp="1"/>
          </p:cNvSpPr>
          <p:nvPr/>
        </p:nvSpPr>
        <p:spPr>
          <a:xfrm>
            <a:off x="11239500" y="2838450"/>
            <a:ext cx="2190750" cy="9525"/>
          </a:xfrm>
          <a:custGeom>
            <a:pathLst>
              <a:path w="2190750" h="9525">
                <a:moveTo>
                  <a:pt x="0" y="0"/>
                </a:moveTo>
                <a:lnTo>
                  <a:pt x="2190750" y="0"/>
                </a:lnTo>
              </a:path>
            </a:pathLst>
          </a:custGeom>
          <a:noFill/>
          <a:ln w="19050">
            <a:solidFill>
              <a:srgbClr val="576773"/>
            </a:solidFill>
            <a:prstDash val="solid"/>
          </a:ln>
        </p:spPr>
      </p:sp>
      <p:sp>
        <p:nvSpPr>
          <p:cNvPr id="16" name="v2-330-common-meaning-head">
            <a:extLst>
              <a:ext uri="{FF2B5EF4-FFF2-40B4-BE49-F238E27FC236}">
                <ns2:creationId id="{539ACD00-3E1B-4513-817F-4FE5303725EB}"/>
              </a:ext>
            </a:extLst>
          </p:cNvPr>
          <p:cNvSpPr>
            <a:spLocks noGrp="1"/>
          </p:cNvSpPr>
          <p:nvPr/>
        </p:nvSpPr>
        <p:spPr>
          <a:xfrm>
            <a:off x="13329942" y="27836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7" name="v2-331-note">
            <a:extLst>
              <a:ext uri="{FF2B5EF4-FFF2-40B4-BE49-F238E27FC236}">
                <ns2:creationId id="{BB77EF32-10C2-4A43-B914-B43396B657D1}"/>
              </a:ext>
            </a:extLst>
          </p:cNvPr>
          <p:cNvSpPr>
            <a:spLocks noGrp="1"/>
          </p:cNvSpPr>
          <p:nvPr/>
        </p:nvSpPr>
        <p:spPr>
          <a:xfrm>
            <a:off x="11458575" y="2533650"/>
            <a:ext cx="1857375" cy="2571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필요할 때 호출</a:t>
            </a:r>
            <a:endParaRPr lang="ko-KR">
              <a:solidFill>
                <a:srgbClr val="000000"/>
              </a:solidFill>
              <a:latin typeface="Calibri"/>
              <a:ea typeface="Calibri"/>
              <a:cs typeface="Calibri"/>
            </a:endParaRPr>
          </a:p>
        </p:txBody>
      </p:sp>
      <p:sp>
        <p:nvSpPr>
          <p:cNvPr id="18" name="v2-332-Context Manager">
            <a:extLst>
              <a:ext uri="{FF2B5EF4-FFF2-40B4-BE49-F238E27FC236}">
                <ns2:creationId id="{8126D139-3DFB-41B0-8E62-B38342FF70AF}"/>
              </a:ext>
            </a:extLst>
          </p:cNvPr>
          <p:cNvSpPr>
            <a:spLocks noGrp="1"/>
          </p:cNvSpPr>
          <p:nvPr/>
        </p:nvSpPr>
        <p:spPr>
          <a:xfrm>
            <a:off x="600075" y="3105150"/>
            <a:ext cx="8105775" cy="2228850"/>
          </a:xfrm>
          <a:prstGeom prst="rect">
            <a:avLst/>
          </a:prstGeom>
          <a:noFill/>
          <a:ln w="19050">
            <a:solidFill>
              <a:srgbClr val="BCCAD2"/>
            </a:solidFill>
          </a:ln>
        </p:spPr>
        <p:txBody>
          <a:bodyPr wrap="none" lIns="133350" tIns="38100" rIns="4829175" bIns="182880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0" name="v2-334-Context Composer">
            <a:extLst>
              <a:ext uri="{FF2B5EF4-FFF2-40B4-BE49-F238E27FC236}">
                <ns2:creationId id="{396C0F95-53DE-420C-AA60-40C5212FEFF4}"/>
              </a:ext>
            </a:extLst>
          </p:cNvPr>
          <p:cNvSpPr>
            <a:spLocks noGrp="1"/>
          </p:cNvSpPr>
          <p:nvPr/>
        </p:nvSpPr>
        <p:spPr>
          <a:xfrm>
            <a:off x="1076325" y="3714750"/>
            <a:ext cx="3905250" cy="561975"/>
          </a:xfrm>
          <a:prstGeom prst="rect">
            <a:avLst/>
          </a:prstGeom>
          <a:solidFill>
            <a:srgbClr val="FFF6DE"/>
          </a:solidFill>
          <a:ln w="19050">
            <a:solidFill>
              <a:srgbClr val="576773"/>
            </a:solidFill>
          </a:ln>
        </p:spPr>
        <p:txBody>
          <a:bodyPr wrap="none" lIns="76200" tIns="0" rIns="76200" bIns="0" anchor="ctr">
            <a:noAutofit/>
          </a:bodyPr>
          <a:lstStyle/>
          <a:p>
            <a:pPr algn="ctr">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22" name="v2-336-Source View Cache">
            <a:extLst>
              <a:ext uri="{FF2B5EF4-FFF2-40B4-BE49-F238E27FC236}">
                <ns2:creationId id="{FEEF1F1B-5080-4E4C-B13D-135B864EB173}"/>
              </a:ext>
            </a:extLst>
          </p:cNvPr>
          <p:cNvSpPr>
            <a:spLocks noGrp="1"/>
          </p:cNvSpPr>
          <p:nvPr/>
        </p:nvSpPr>
        <p:spPr>
          <a:xfrm>
            <a:off x="5772150" y="3705225"/>
            <a:ext cx="2609850" cy="552450"/>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24" name="v2-338-a-query">
            <a:extLst>
              <a:ext uri="{FF2B5EF4-FFF2-40B4-BE49-F238E27FC236}">
                <ns2:creationId id="{DBD3F639-28D4-4F46-B0D7-83781CC1E9CA}"/>
              </a:ext>
            </a:extLst>
          </p:cNvPr>
          <p:cNvSpPr>
            <a:spLocks noGrp="1"/>
          </p:cNvSpPr>
          <p:nvPr/>
        </p:nvSpPr>
        <p:spPr>
          <a:xfrm>
            <a:off x="714375" y="3571875"/>
            <a:ext cx="2314575" cy="142875"/>
          </a:xfrm>
          <a:custGeom>
            <a:pathLst>
              <a:path w="2314575" h="142875">
                <a:moveTo>
                  <a:pt x="0" y="0"/>
                </a:moveTo>
                <a:lnTo>
                  <a:pt x="2314575" y="0"/>
                </a:lnTo>
                <a:lnTo>
                  <a:pt x="2314575" y="142875"/>
                </a:lnTo>
              </a:path>
            </a:pathLst>
          </a:custGeom>
          <a:noFill/>
          <a:ln w="23813">
            <a:solidFill>
              <a:srgbClr val="00889A"/>
            </a:solidFill>
            <a:prstDash val="solid"/>
          </a:ln>
        </p:spPr>
      </p:sp>
      <p:sp>
        <p:nvSpPr>
          <p:cNvPr id="25" name="v2-339-a-query-head">
            <a:extLst>
              <a:ext uri="{FF2B5EF4-FFF2-40B4-BE49-F238E27FC236}">
                <ns2:creationId id="{A25BBCF2-7EB2-4BC6-B5E1-9FEAF3D62BFB}"/>
              </a:ext>
            </a:extLst>
          </p:cNvPr>
          <p:cNvSpPr>
            <a:spLocks noGrp="1"/>
          </p:cNvSpPr>
          <p:nvPr/>
        </p:nvSpPr>
        <p:spPr>
          <a:xfrm>
            <a:off x="2974152"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26" name="v2-340-note">
            <a:extLst>
              <a:ext uri="{FF2B5EF4-FFF2-40B4-BE49-F238E27FC236}">
                <ns2:creationId id="{91D40DCD-BAD5-45EE-AC8C-205892F2E4DC}"/>
              </a:ext>
            </a:extLst>
          </p:cNvPr>
          <p:cNvSpPr>
            <a:spLocks noGrp="1"/>
          </p:cNvSpPr>
          <p:nvPr/>
        </p:nvSpPr>
        <p:spPr>
          <a:xfrm>
            <a:off x="3314700" y="3190875"/>
            <a:ext cx="20002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이번 조회</a:t>
            </a:r>
            <a:endParaRPr lang="ko-KR">
              <a:solidFill>
                <a:srgbClr val="000000"/>
              </a:solidFill>
              <a:latin typeface="Calibri"/>
              <a:ea typeface="Calibri"/>
              <a:cs typeface="Calibri"/>
            </a:endParaRPr>
          </a:p>
        </p:txBody>
      </p:sp>
      <p:sp>
        <p:nvSpPr>
          <p:cNvPr id="27" name="v2-341-a-cache">
            <a:extLst>
              <a:ext uri="{FF2B5EF4-FFF2-40B4-BE49-F238E27FC236}">
                <ns2:creationId id="{EEACDFDA-3614-4935-BC85-A8DFD2AED8C0}"/>
              </a:ext>
            </a:extLst>
          </p:cNvPr>
          <p:cNvSpPr>
            <a:spLocks noGrp="1"/>
          </p:cNvSpPr>
          <p:nvPr/>
        </p:nvSpPr>
        <p:spPr>
          <a:xfrm>
            <a:off x="4981575" y="3990975"/>
            <a:ext cx="790575" cy="9525"/>
          </a:xfrm>
          <a:custGeom>
            <a:pathLst>
              <a:path w="790575" h="9525">
                <a:moveTo>
                  <a:pt x="0" y="0"/>
                </a:moveTo>
                <a:lnTo>
                  <a:pt x="790575" y="0"/>
                </a:lnTo>
              </a:path>
            </a:pathLst>
          </a:custGeom>
          <a:noFill/>
          <a:ln w="23813">
            <a:solidFill>
              <a:srgbClr val="576773"/>
            </a:solidFill>
            <a:prstDash val="solid"/>
          </a:ln>
        </p:spPr>
      </p:sp>
      <p:sp>
        <p:nvSpPr>
          <p:cNvPr id="28" name="v2-342-a-cache-head">
            <a:extLst>
              <a:ext uri="{FF2B5EF4-FFF2-40B4-BE49-F238E27FC236}">
                <ns2:creationId id="{6CCEE704-6BCC-4D6C-BBBB-A180809F69F2}"/>
              </a:ext>
            </a:extLst>
          </p:cNvPr>
          <p:cNvSpPr>
            <a:spLocks noGrp="1"/>
          </p:cNvSpPr>
          <p:nvPr/>
        </p:nvSpPr>
        <p:spPr>
          <a:xfrm>
            <a:off x="5671842" y="393617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29" name="v2-343-note">
            <a:extLst>
              <a:ext uri="{FF2B5EF4-FFF2-40B4-BE49-F238E27FC236}">
                <ns2:creationId id="{CA304442-5565-46AF-A7C8-80AC2DE0184D}"/>
              </a:ext>
            </a:extLst>
          </p:cNvPr>
          <p:cNvSpPr>
            <a:spLocks noGrp="1"/>
          </p:cNvSpPr>
          <p:nvPr/>
        </p:nvSpPr>
        <p:spPr>
          <a:xfrm>
            <a:off x="5505450" y="4295775"/>
            <a:ext cx="30289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유효 cache / 부분 갱신</a:t>
            </a:r>
            <a:endParaRPr lang="ko-KR">
              <a:solidFill>
                <a:srgbClr val="000000"/>
              </a:solidFill>
              <a:latin typeface="Calibri"/>
              <a:ea typeface="Calibri"/>
              <a:cs typeface="Calibri"/>
            </a:endParaRPr>
          </a:p>
        </p:txBody>
      </p:sp>
      <p:sp>
        <p:nvSpPr>
          <p:cNvPr id="30" name="v2-344-Request Evidence Set">
            <a:extLst>
              <a:ext uri="{FF2B5EF4-FFF2-40B4-BE49-F238E27FC236}">
                <ns2:creationId id="{F49D6F2F-592B-4BB9-8AD7-95444563A63D}"/>
              </a:ext>
            </a:extLst>
          </p:cNvPr>
          <p:cNvSpPr>
            <a:spLocks noGrp="1"/>
          </p:cNvSpPr>
          <p:nvPr/>
        </p:nvSpPr>
        <p:spPr>
          <a:xfrm>
            <a:off x="4695825" y="4695825"/>
            <a:ext cx="3667125" cy="533400"/>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32" name="v2-346-a-meaning-read">
            <a:extLst>
              <a:ext uri="{FF2B5EF4-FFF2-40B4-BE49-F238E27FC236}">
                <ns2:creationId id="{2FA0BAB0-FE15-41CE-9EB6-847F1E957125}"/>
              </a:ext>
            </a:extLst>
          </p:cNvPr>
          <p:cNvSpPr>
            <a:spLocks noGrp="1"/>
          </p:cNvSpPr>
          <p:nvPr/>
        </p:nvSpPr>
        <p:spPr>
          <a:xfrm>
            <a:off x="4981575" y="2838450"/>
            <a:ext cx="2162175" cy="1047750"/>
          </a:xfrm>
          <a:custGeom>
            <a:pathLst>
              <a:path w="2162175" h="1047750">
                <a:moveTo>
                  <a:pt x="0" y="1047750"/>
                </a:moveTo>
                <a:lnTo>
                  <a:pt x="257175" y="1047750"/>
                </a:lnTo>
                <a:lnTo>
                  <a:pt x="257175" y="0"/>
                </a:lnTo>
                <a:lnTo>
                  <a:pt x="2162175" y="0"/>
                </a:lnTo>
              </a:path>
            </a:pathLst>
          </a:custGeom>
          <a:noFill/>
          <a:ln w="23813">
            <a:solidFill>
              <a:srgbClr val="576773"/>
            </a:solidFill>
            <a:prstDash val="dash"/>
          </a:ln>
        </p:spPr>
      </p:sp>
      <p:sp>
        <p:nvSpPr>
          <p:cNvPr id="33" name="v2-347-a-meaning-read-head">
            <a:extLst>
              <a:ext uri="{FF2B5EF4-FFF2-40B4-BE49-F238E27FC236}">
                <ns2:creationId id="{FE78D7E4-A3E4-45B2-8AD6-E39766AB3DEB}"/>
              </a:ext>
            </a:extLst>
          </p:cNvPr>
          <p:cNvSpPr>
            <a:spLocks noGrp="1"/>
          </p:cNvSpPr>
          <p:nvPr/>
        </p:nvSpPr>
        <p:spPr>
          <a:xfrm>
            <a:off x="7043442" y="2783652"/>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34" name="v2-348-note">
            <a:extLst>
              <a:ext uri="{FF2B5EF4-FFF2-40B4-BE49-F238E27FC236}">
                <ns2:creationId id="{9BCD895B-7A69-4D4C-8B24-CA0B30D9E53C}"/>
              </a:ext>
            </a:extLst>
          </p:cNvPr>
          <p:cNvSpPr>
            <a:spLocks noGrp="1"/>
          </p:cNvSpPr>
          <p:nvPr/>
        </p:nvSpPr>
        <p:spPr>
          <a:xfrm>
            <a:off x="895350" y="5562600"/>
            <a:ext cx="7686675" cy="38100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원본 확인 후 이번 요청의 근거 반환</a:t>
            </a:r>
            <a:endParaRPr lang="ko-KR">
              <a:solidFill>
                <a:srgbClr val="000000"/>
              </a:solidFill>
              <a:latin typeface="Calibri"/>
              <a:ea typeface="Calibri"/>
              <a:cs typeface="Calibri"/>
            </a:endParaRPr>
          </a:p>
        </p:txBody>
      </p:sp>
      <p:sp>
        <p:nvSpPr>
          <p:cNvPr id="35" name="v2-349-a-evidence">
            <a:extLst>
              <a:ext uri="{FF2B5EF4-FFF2-40B4-BE49-F238E27FC236}">
                <ns2:creationId id="{72896549-E4EF-4123-914E-AB609B064524}"/>
              </a:ext>
            </a:extLst>
          </p:cNvPr>
          <p:cNvSpPr>
            <a:spLocks noGrp="1"/>
          </p:cNvSpPr>
          <p:nvPr/>
        </p:nvSpPr>
        <p:spPr>
          <a:xfrm>
            <a:off x="4981575" y="4114800"/>
            <a:ext cx="1543050" cy="581025"/>
          </a:xfrm>
          <a:custGeom>
            <a:pathLst>
              <a:path w="1543050" h="581025">
                <a:moveTo>
                  <a:pt x="0" y="0"/>
                </a:moveTo>
                <a:lnTo>
                  <a:pt x="209550" y="0"/>
                </a:lnTo>
                <a:lnTo>
                  <a:pt x="209550" y="428625"/>
                </a:lnTo>
                <a:lnTo>
                  <a:pt x="1543050" y="428625"/>
                </a:lnTo>
                <a:lnTo>
                  <a:pt x="1543050" y="581025"/>
                </a:lnTo>
              </a:path>
            </a:pathLst>
          </a:custGeom>
          <a:noFill/>
          <a:ln w="23813">
            <a:solidFill>
              <a:srgbClr val="00889A"/>
            </a:solidFill>
            <a:prstDash val="solid"/>
          </a:ln>
        </p:spPr>
      </p:sp>
      <p:sp>
        <p:nvSpPr>
          <p:cNvPr id="36" name="v2-350-a-evidence-head">
            <a:extLst>
              <a:ext uri="{FF2B5EF4-FFF2-40B4-BE49-F238E27FC236}">
                <ns2:creationId id="{25E44DC6-6BBB-4554-96BD-EEB2A678CA20}"/>
              </a:ext>
            </a:extLst>
          </p:cNvPr>
          <p:cNvSpPr>
            <a:spLocks noGrp="1"/>
          </p:cNvSpPr>
          <p:nvPr/>
        </p:nvSpPr>
        <p:spPr>
          <a:xfrm>
            <a:off x="6469827" y="4595517"/>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37" name="v2-351-b-semantic-call">
            <a:extLst>
              <a:ext uri="{FF2B5EF4-FFF2-40B4-BE49-F238E27FC236}">
                <ns2:creationId id="{090E5D55-F302-45CD-A304-EFB8DF8D1334}"/>
              </a:ext>
            </a:extLst>
          </p:cNvPr>
          <p:cNvSpPr>
            <a:spLocks noGrp="1"/>
          </p:cNvSpPr>
          <p:nvPr/>
        </p:nvSpPr>
        <p:spPr>
          <a:xfrm>
            <a:off x="9182100" y="3057525"/>
            <a:ext cx="438150" cy="895350"/>
          </a:xfrm>
          <a:custGeom>
            <a:pathLst>
              <a:path w="438150" h="895350">
                <a:moveTo>
                  <a:pt x="438150" y="895350"/>
                </a:moveTo>
                <a:lnTo>
                  <a:pt x="0" y="895350"/>
                </a:lnTo>
                <a:lnTo>
                  <a:pt x="0" y="0"/>
                </a:lnTo>
              </a:path>
            </a:pathLst>
          </a:custGeom>
          <a:noFill/>
          <a:ln w="23813">
            <a:solidFill>
              <a:srgbClr val="576773"/>
            </a:solidFill>
            <a:prstDash val="dash"/>
          </a:ln>
        </p:spPr>
      </p:sp>
      <p:sp>
        <p:nvSpPr>
          <p:cNvPr id="38" name="v2-352-b-semantic-call-head">
            <a:extLst>
              <a:ext uri="{FF2B5EF4-FFF2-40B4-BE49-F238E27FC236}">
                <ns2:creationId id="{BD811A34-8AE6-4A50-8B91-3840DF9CCB2E}"/>
              </a:ext>
            </a:extLst>
          </p:cNvPr>
          <p:cNvSpPr>
            <a:spLocks noGrp="1"/>
          </p:cNvSpPr>
          <p:nvPr/>
        </p:nvSpPr>
        <p:spPr>
          <a:xfrm>
            <a:off x="9127302" y="305752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9" name="v2-353-Context Manager">
            <a:extLst>
              <a:ext uri="{FF2B5EF4-FFF2-40B4-BE49-F238E27FC236}">
                <ns2:creationId id="{7F6B6D3B-1350-4FDA-9FE7-1620B6A62E19}"/>
              </a:ext>
            </a:extLst>
          </p:cNvPr>
          <p:cNvSpPr>
            <a:spLocks noGrp="1"/>
          </p:cNvSpPr>
          <p:nvPr/>
        </p:nvSpPr>
        <p:spPr>
          <a:xfrm>
            <a:off x="9334500" y="3105150"/>
            <a:ext cx="8372475" cy="2971800"/>
          </a:xfrm>
          <a:prstGeom prst="rect">
            <a:avLst/>
          </a:prstGeom>
          <a:noFill/>
          <a:ln w="19050">
            <a:solidFill>
              <a:srgbClr val="BCCAD2"/>
            </a:solidFill>
          </a:ln>
        </p:spPr>
        <p:txBody>
          <a:bodyPr wrap="none" lIns="133350" tIns="38100" rIns="5095875" bIns="2571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41" name="v2-355-Memory Publisher">
            <a:extLst>
              <a:ext uri="{FF2B5EF4-FFF2-40B4-BE49-F238E27FC236}">
                <ns2:creationId id="{CC52E89E-4B45-4A73-9771-DB42FBF58E86}"/>
              </a:ext>
            </a:extLst>
          </p:cNvPr>
          <p:cNvSpPr>
            <a:spLocks noGrp="1"/>
          </p:cNvSpPr>
          <p:nvPr/>
        </p:nvSpPr>
        <p:spPr>
          <a:xfrm>
            <a:off x="9620250" y="3714750"/>
            <a:ext cx="3476625" cy="523875"/>
          </a:xfrm>
          <a:prstGeom prst="rect">
            <a:avLst/>
          </a:prstGeom>
          <a:solidFill>
            <a:srgbClr val="FFF6DE"/>
          </a:solidFill>
          <a:ln w="19050">
            <a:solidFill>
              <a:srgbClr val="576773"/>
            </a:solidFill>
          </a:ln>
        </p:spPr>
        <p:txBody>
          <a:bodyPr wrap="none" lIns="76200" tIns="0" rIns="7620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43" name="v2-357-Coverage State">
            <a:extLst>
              <a:ext uri="{FF2B5EF4-FFF2-40B4-BE49-F238E27FC236}">
                <ns2:creationId id="{265D4168-F02C-43EC-B7F6-9B9F4DC182D6}"/>
              </a:ext>
            </a:extLst>
          </p:cNvPr>
          <p:cNvSpPr>
            <a:spLocks noGrp="1"/>
          </p:cNvSpPr>
          <p:nvPr/>
        </p:nvSpPr>
        <p:spPr>
          <a:xfrm>
            <a:off x="13887450" y="3724275"/>
            <a:ext cx="349567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45" name="v2-359-Episodic Memory Repository">
            <a:extLst>
              <a:ext uri="{FF2B5EF4-FFF2-40B4-BE49-F238E27FC236}">
                <ns2:creationId id="{FF4F2D94-1207-489B-B7C9-C69A5241FBFC}"/>
              </a:ext>
            </a:extLst>
          </p:cNvPr>
          <p:cNvSpPr>
            <a:spLocks noGrp="1"/>
          </p:cNvSpPr>
          <p:nvPr/>
        </p:nvSpPr>
        <p:spPr>
          <a:xfrm>
            <a:off x="11401425" y="4533900"/>
            <a:ext cx="507682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47" name="v2-361-Evidence Reader">
            <a:extLst>
              <a:ext uri="{FF2B5EF4-FFF2-40B4-BE49-F238E27FC236}">
                <ns2:creationId id="{9185C3A2-E797-4DBF-880C-A1C27AE0B40F}"/>
              </a:ext>
            </a:extLst>
          </p:cNvPr>
          <p:cNvSpPr>
            <a:spLocks noGrp="1"/>
          </p:cNvSpPr>
          <p:nvPr/>
        </p:nvSpPr>
        <p:spPr>
          <a:xfrm>
            <a:off x="11401425" y="5495925"/>
            <a:ext cx="5076825" cy="42862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49" name="v2-363-b-produce">
            <a:extLst>
              <a:ext uri="{FF2B5EF4-FFF2-40B4-BE49-F238E27FC236}">
                <ns2:creationId id="{BAC81AD8-41EC-4DD9-AA69-90572D46827A}"/>
              </a:ext>
            </a:extLst>
          </p:cNvPr>
          <p:cNvSpPr>
            <a:spLocks noGrp="1"/>
          </p:cNvSpPr>
          <p:nvPr/>
        </p:nvSpPr>
        <p:spPr>
          <a:xfrm>
            <a:off x="11363325" y="4238625"/>
            <a:ext cx="2571750" cy="295275"/>
          </a:xfrm>
          <a:custGeom>
            <a:pathLst>
              <a:path w="2571750" h="295275">
                <a:moveTo>
                  <a:pt x="0" y="0"/>
                </a:moveTo>
                <a:lnTo>
                  <a:pt x="0" y="114300"/>
                </a:lnTo>
                <a:lnTo>
                  <a:pt x="2571750" y="114300"/>
                </a:lnTo>
                <a:lnTo>
                  <a:pt x="2571750" y="295275"/>
                </a:lnTo>
              </a:path>
            </a:pathLst>
          </a:custGeom>
          <a:noFill/>
          <a:ln w="23813">
            <a:solidFill>
              <a:srgbClr val="00889A"/>
            </a:solidFill>
            <a:prstDash val="solid"/>
          </a:ln>
        </p:spPr>
      </p:sp>
      <p:sp>
        <p:nvSpPr>
          <p:cNvPr id="50" name="v2-364-b-produce-head">
            <a:extLst>
              <a:ext uri="{FF2B5EF4-FFF2-40B4-BE49-F238E27FC236}">
                <ns2:creationId id="{63834022-4F39-4411-964C-25E55BC7799E}"/>
              </a:ext>
            </a:extLst>
          </p:cNvPr>
          <p:cNvSpPr>
            <a:spLocks noGrp="1"/>
          </p:cNvSpPr>
          <p:nvPr/>
        </p:nvSpPr>
        <p:spPr>
          <a:xfrm>
            <a:off x="13880277" y="443359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1" name="v2-365-note">
            <a:extLst>
              <a:ext uri="{FF2B5EF4-FFF2-40B4-BE49-F238E27FC236}">
                <ns2:creationId id="{5BA6E949-1FF4-4CDA-9F6D-8DFAC6A312A0}"/>
              </a:ext>
            </a:extLst>
          </p:cNvPr>
          <p:cNvSpPr>
            <a:spLocks noGrp="1"/>
          </p:cNvSpPr>
          <p:nvPr/>
        </p:nvSpPr>
        <p:spPr>
          <a:xfrm>
            <a:off x="9715500" y="4324350"/>
            <a:ext cx="17145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관계 게시</a:t>
            </a:r>
            <a:endParaRPr lang="ko-KR">
              <a:solidFill>
                <a:srgbClr val="000000"/>
              </a:solidFill>
              <a:latin typeface="Calibri"/>
              <a:ea typeface="Calibri"/>
              <a:cs typeface="Calibri"/>
            </a:endParaRPr>
          </a:p>
        </p:txBody>
      </p:sp>
      <p:sp>
        <p:nvSpPr>
          <p:cNvPr id="52" name="v2-366-b-coverage">
            <a:extLst>
              <a:ext uri="{FF2B5EF4-FFF2-40B4-BE49-F238E27FC236}">
                <ns2:creationId id="{A0201795-CB4D-4A9F-9380-B5CFDF038A5F}"/>
              </a:ext>
            </a:extLst>
          </p:cNvPr>
          <p:cNvSpPr>
            <a:spLocks noGrp="1"/>
          </p:cNvSpPr>
          <p:nvPr/>
        </p:nvSpPr>
        <p:spPr>
          <a:xfrm>
            <a:off x="13096875" y="3971925"/>
            <a:ext cx="790575" cy="9525"/>
          </a:xfrm>
          <a:custGeom>
            <a:pathLst>
              <a:path w="790575" h="9525">
                <a:moveTo>
                  <a:pt x="0" y="0"/>
                </a:moveTo>
                <a:lnTo>
                  <a:pt x="790575" y="0"/>
                </a:lnTo>
              </a:path>
            </a:pathLst>
          </a:custGeom>
          <a:noFill/>
          <a:ln w="23813">
            <a:solidFill>
              <a:srgbClr val="576773"/>
            </a:solidFill>
            <a:prstDash val="solid"/>
          </a:ln>
        </p:spPr>
      </p:sp>
      <p:sp>
        <p:nvSpPr>
          <p:cNvPr id="53" name="v2-367-b-coverage-head">
            <a:extLst>
              <a:ext uri="{FF2B5EF4-FFF2-40B4-BE49-F238E27FC236}">
                <ns2:creationId id="{65E551D1-7599-4672-B30E-588E19FCBCF0}"/>
              </a:ext>
            </a:extLst>
          </p:cNvPr>
          <p:cNvSpPr>
            <a:spLocks noGrp="1"/>
          </p:cNvSpPr>
          <p:nvPr/>
        </p:nvSpPr>
        <p:spPr>
          <a:xfrm>
            <a:off x="13787142" y="391712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54" name="v2-368-b-sourcechange">
            <a:extLst>
              <a:ext uri="{FF2B5EF4-FFF2-40B4-BE49-F238E27FC236}">
                <ns2:creationId id="{A14CB553-7B8D-4864-ABE9-6093733ACB74}"/>
              </a:ext>
            </a:extLst>
          </p:cNvPr>
          <p:cNvSpPr>
            <a:spLocks noGrp="1"/>
          </p:cNvSpPr>
          <p:nvPr/>
        </p:nvSpPr>
        <p:spPr>
          <a:xfrm>
            <a:off x="9401175" y="3581400"/>
            <a:ext cx="1962150" cy="133350"/>
          </a:xfrm>
          <a:custGeom>
            <a:pathLst>
              <a:path w="1962150" h="133350">
                <a:moveTo>
                  <a:pt x="0" y="0"/>
                </a:moveTo>
                <a:lnTo>
                  <a:pt x="1962150" y="0"/>
                </a:lnTo>
                <a:lnTo>
                  <a:pt x="1962150" y="133350"/>
                </a:lnTo>
              </a:path>
            </a:pathLst>
          </a:custGeom>
          <a:noFill/>
          <a:ln w="23813">
            <a:solidFill>
              <a:srgbClr val="00889A"/>
            </a:solidFill>
            <a:prstDash val="solid"/>
          </a:ln>
        </p:spPr>
      </p:sp>
      <p:sp>
        <p:nvSpPr>
          <p:cNvPr id="55" name="v2-369-b-sourcechange-head">
            <a:extLst>
              <a:ext uri="{FF2B5EF4-FFF2-40B4-BE49-F238E27FC236}">
                <ns2:creationId id="{0BD5C4B8-DCFC-499E-BF75-ED566938B81F}"/>
              </a:ext>
            </a:extLst>
          </p:cNvPr>
          <p:cNvSpPr>
            <a:spLocks noGrp="1"/>
          </p:cNvSpPr>
          <p:nvPr/>
        </p:nvSpPr>
        <p:spPr>
          <a:xfrm>
            <a:off x="11308527"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6" name="v2-370-note">
            <a:extLst>
              <a:ext uri="{FF2B5EF4-FFF2-40B4-BE49-F238E27FC236}">
                <ns2:creationId id="{F8751CE4-963A-48EA-8EFA-DDAA5335DF0D}"/>
              </a:ext>
            </a:extLst>
          </p:cNvPr>
          <p:cNvSpPr>
            <a:spLocks noGrp="1"/>
          </p:cNvSpPr>
          <p:nvPr/>
        </p:nvSpPr>
        <p:spPr>
          <a:xfrm>
            <a:off x="12096750" y="3190875"/>
            <a:ext cx="54483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원본 변경 / 생산 요청</a:t>
            </a:r>
            <a:endParaRPr lang="ko-KR">
              <a:solidFill>
                <a:srgbClr val="000000"/>
              </a:solidFill>
              <a:latin typeface="Calibri"/>
              <a:ea typeface="Calibri"/>
              <a:cs typeface="Calibri"/>
            </a:endParaRPr>
          </a:p>
        </p:txBody>
      </p:sp>
      <p:sp>
        <p:nvSpPr>
          <p:cNvPr id="57" name="v2-371-b-query">
            <a:extLst>
              <a:ext uri="{FF2B5EF4-FFF2-40B4-BE49-F238E27FC236}">
                <ns2:creationId id="{72B3E75E-DA44-4350-8748-A1203607662A}"/>
              </a:ext>
            </a:extLst>
          </p:cNvPr>
          <p:cNvSpPr>
            <a:spLocks noGrp="1"/>
          </p:cNvSpPr>
          <p:nvPr/>
        </p:nvSpPr>
        <p:spPr>
          <a:xfrm>
            <a:off x="9429750" y="5705475"/>
            <a:ext cx="1971675" cy="9525"/>
          </a:xfrm>
          <a:custGeom>
            <a:pathLst>
              <a:path w="1971675" h="9525">
                <a:moveTo>
                  <a:pt x="0" y="0"/>
                </a:moveTo>
                <a:lnTo>
                  <a:pt x="1971675" y="0"/>
                </a:lnTo>
              </a:path>
            </a:pathLst>
          </a:custGeom>
          <a:noFill/>
          <a:ln w="23813">
            <a:solidFill>
              <a:srgbClr val="00889A"/>
            </a:solidFill>
            <a:prstDash val="solid"/>
          </a:ln>
        </p:spPr>
      </p:sp>
      <p:sp>
        <p:nvSpPr>
          <p:cNvPr id="58" name="v2-372-b-query-head">
            <a:extLst>
              <a:ext uri="{FF2B5EF4-FFF2-40B4-BE49-F238E27FC236}">
                <ns2:creationId id="{B2AC19F8-6476-451B-A680-43B952E8ED84}"/>
              </a:ext>
            </a:extLst>
          </p:cNvPr>
          <p:cNvSpPr>
            <a:spLocks noGrp="1"/>
          </p:cNvSpPr>
          <p:nvPr/>
        </p:nvSpPr>
        <p:spPr>
          <a:xfrm>
            <a:off x="11301117" y="565067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59" name="v2-373-note">
            <a:extLst>
              <a:ext uri="{FF2B5EF4-FFF2-40B4-BE49-F238E27FC236}">
                <ns2:creationId id="{474CBF7B-2412-4E2F-99DF-919740D7F008}"/>
              </a:ext>
            </a:extLst>
          </p:cNvPr>
          <p:cNvSpPr>
            <a:spLocks noGrp="1"/>
          </p:cNvSpPr>
          <p:nvPr/>
        </p:nvSpPr>
        <p:spPr>
          <a:xfrm>
            <a:off x="9410700" y="5086350"/>
            <a:ext cx="266700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별도 현재 조회</a:t>
            </a:r>
            <a:endParaRPr lang="ko-KR">
              <a:solidFill>
                <a:srgbClr val="000000"/>
              </a:solidFill>
              <a:latin typeface="Calibri"/>
              <a:ea typeface="Calibri"/>
              <a:cs typeface="Calibri"/>
            </a:endParaRPr>
          </a:p>
        </p:txBody>
      </p:sp>
      <p:sp>
        <p:nvSpPr>
          <p:cNvPr id="60" name="v2-374-b-read">
            <a:extLst>
              <a:ext uri="{FF2B5EF4-FFF2-40B4-BE49-F238E27FC236}">
                <ns2:creationId id="{BF991512-DD0B-4E31-AD17-E8F22F50FFAF}"/>
              </a:ext>
            </a:extLst>
          </p:cNvPr>
          <p:cNvSpPr>
            <a:spLocks noGrp="1"/>
          </p:cNvSpPr>
          <p:nvPr/>
        </p:nvSpPr>
        <p:spPr>
          <a:xfrm>
            <a:off x="13935075" y="5057775"/>
            <a:ext cx="9525" cy="438150"/>
          </a:xfrm>
          <a:custGeom>
            <a:pathLst>
              <a:path w="9525" h="438150">
                <a:moveTo>
                  <a:pt x="0" y="438150"/>
                </a:moveTo>
                <a:lnTo>
                  <a:pt x="0" y="0"/>
                </a:lnTo>
              </a:path>
            </a:pathLst>
          </a:custGeom>
          <a:noFill/>
          <a:ln w="23813">
            <a:solidFill>
              <a:srgbClr val="00889A"/>
            </a:solidFill>
            <a:prstDash val="solid"/>
          </a:ln>
        </p:spPr>
      </p:sp>
      <p:sp>
        <p:nvSpPr>
          <p:cNvPr id="61" name="v2-375-b-read-head">
            <a:extLst>
              <a:ext uri="{FF2B5EF4-FFF2-40B4-BE49-F238E27FC236}">
                <ns2:creationId id="{4F674B97-E908-466B-A892-210600BCA36F}"/>
              </a:ext>
            </a:extLst>
          </p:cNvPr>
          <p:cNvSpPr>
            <a:spLocks noGrp="1"/>
          </p:cNvSpPr>
          <p:nvPr/>
        </p:nvSpPr>
        <p:spPr>
          <a:xfrm>
            <a:off x="13880277" y="5057775"/>
            <a:ext cx="109597" cy="100308"/>
          </a:xfrm>
          <a:custGeom>
            <a:pathLst>
              <a:path w="109597" h="100308">
                <a:moveTo>
                  <a:pt x="109597" y="100308"/>
                </a:moveTo>
                <a:lnTo>
                  <a:pt x="54798" y="0"/>
                </a:lnTo>
                <a:lnTo>
                  <a:pt x="0" y="100308"/>
                </a:lnTo>
              </a:path>
            </a:pathLst>
          </a:custGeom>
          <a:noFill/>
          <a:ln w="23813">
            <a:solidFill>
              <a:srgbClr val="00889A"/>
            </a:solidFill>
            <a:prstDash val="solid"/>
          </a:ln>
        </p:spPr>
      </p:sp>
      <p:sp>
        <p:nvSpPr>
          <p:cNvPr id="62" name="v2-376-note">
            <a:extLst>
              <a:ext uri="{FF2B5EF4-FFF2-40B4-BE49-F238E27FC236}">
                <ns2:creationId id="{9FA88F2E-2320-4FDA-8C98-B556B024B639}"/>
              </a:ext>
            </a:extLst>
          </p:cNvPr>
          <p:cNvSpPr>
            <a:spLocks noGrp="1"/>
          </p:cNvSpPr>
          <p:nvPr/>
        </p:nvSpPr>
        <p:spPr>
          <a:xfrm>
            <a:off x="14687550" y="5076825"/>
            <a:ext cx="2809875" cy="3524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원본 확인 후 반환</a:t>
            </a:r>
            <a:endParaRPr lang="ko-KR">
              <a:solidFill>
                <a:srgbClr val="000000"/>
              </a:solidFill>
              <a:latin typeface="Calibri"/>
              <a:ea typeface="Calibri"/>
              <a:cs typeface="Calibri"/>
            </a:endParaRPr>
          </a:p>
        </p:txBody>
      </p:sp>
      <p:sp>
        <p:nvSpPr>
          <p:cNvPr id="63" name="v2-377-note">
            <a:extLst>
              <a:ext uri="{FF2B5EF4-FFF2-40B4-BE49-F238E27FC236}">
                <ns2:creationId id="{598C74B6-E92A-4841-B99A-22D5FCF7E723}"/>
              </a:ext>
            </a:extLst>
          </p:cNvPr>
          <p:cNvSpPr>
            <a:spLocks noGrp="1"/>
          </p:cNvSpPr>
          <p:nvPr/>
        </p:nvSpPr>
        <p:spPr>
          <a:xfrm>
            <a:off x="9410700" y="6105525"/>
            <a:ext cx="809625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미생산은 게시 후 재조회 / 지원 밖은 한계 반환</a:t>
            </a:r>
            <a:endParaRPr lang="ko-KR">
              <a:solidFill>
                <a:srgbClr val="000000"/>
              </a:solidFill>
              <a:latin typeface="Calibri"/>
              <a:ea typeface="Calibri"/>
              <a:cs typeface="Calibri"/>
            </a:endParaRPr>
          </a:p>
        </p:txBody>
      </p:sp>
      <p:sp>
        <p:nvSpPr>
          <p:cNvPr id="64" name="v2-378-note">
            <a:extLst>
              <a:ext uri="{FF2B5EF4-FFF2-40B4-BE49-F238E27FC236}">
                <ns2:creationId id="{BC3F8735-1CE9-4196-B6A1-9436609AC5A1}"/>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원본 owner의 개정/권한/실제 전달 범위를 확인 → 현재 Request Interpreter에 근거 제공. PARTIAL은 전체 의미 완성을 뜻하지 않음</a:t>
            </a:r>
            <a:endParaRPr lang="ko-KR">
              <a:solidFill>
                <a:srgbClr val="000000"/>
              </a:solidFill>
              <a:latin typeface="Calibri"/>
              <a:ea typeface="Calibri"/>
              <a:cs typeface="Calibri"/>
            </a:endParaRPr>
          </a:p>
        </p:txBody>
      </p:sp>
      <p:sp>
        <p:nvSpPr>
          <p:cNvPr id="65" name="v2-379-a-cost">
            <a:extLst>
              <a:ext uri="{FF2B5EF4-FFF2-40B4-BE49-F238E27FC236}">
                <ns2:creationId id="{D0B7347E-42DF-4AC7-AFBC-1327F3D0052C}"/>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유효 관계 cache와 부분 갱신 가능</a:t>
            </a:r>
            <a:endParaRPr lang="ko-KR">
              <a:solidFill>
                <a:srgbClr val="000000"/>
              </a:solidFill>
              <a:latin typeface="Calibri"/>
              <a:ea typeface="Calibri"/>
              <a:cs typeface="Calibri"/>
            </a:endParaRPr>
          </a:p>
        </p:txBody>
      </p:sp>
      <p:sp>
        <p:nvSpPr>
          <p:cNvPr id="66" name="v2-380-b-cost">
            <a:extLst>
              <a:ext uri="{FF2B5EF4-FFF2-40B4-BE49-F238E27FC236}">
                <ns2:creationId id="{AEBDFDB5-677C-4E14-A990-FEE006F21F5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초기/미사용 생산, coverage와 철회 비용</a:t>
            </a:r>
            <a:endParaRPr lang="ko-KR">
              <a:solidFill>
                <a:srgbClr val="000000"/>
              </a:solidFill>
              <a:latin typeface="Calibri"/>
              <a:ea typeface="Calibri"/>
              <a:cs typeface="Calibri"/>
            </a:endParaRPr>
          </a:p>
        </p:txBody>
      </p:sp>
      <p:graphicFrame>
        <p:nvGraphicFramePr>
          <p:cNvPr id="13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원문과 cache 조건 보존</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coverage와 예외 보존</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최초 조합과 cache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조회와 미생산 보완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첫 사용, 반복과 갱신</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 원문 검증과 backfill</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cache miss와 추가 해석</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초기, 미사용 생산과 철회</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조합과 cache 철회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생산, 조회와 철회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원문과 선택 cache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1,920MiB / 관계와 생산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68" name="v2-381-note">
            <a:extLst>
              <a:ext uri="{FF2B5EF4-FFF2-40B4-BE49-F238E27FC236}">
                <ns2:creationId id="{EE691A43-48FE-481B-B7AA-05C0AE2AAC99}"/>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36" name="v6-header-title">
            <a:extLst>
              <a:ext uri="{FF2B5EF4-FFF2-40B4-BE49-F238E27FC236}">
                <ns2:creationId id="{C8FB1E42-DD94-4BD4-BCD1-FE97B207758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정확성을 위한 과거 맥락 설계</a:t>
            </a:r>
            <a:endParaRPr lang="ko-KR">
              <a:latin typeface="Calibri"/>
              <a:ea typeface="Calibri"/>
              <a:cs typeface="Calibri"/>
            </a:endParaRPr>
          </a:p>
        </p:txBody>
      </p:sp>
      <p:sp>
        <p:nvSpPr>
          <p:cNvPr id="137" name="v6-header-rule">
            <a:extLst>
              <a:ext uri="{FF2B5EF4-FFF2-40B4-BE49-F238E27FC236}">
                <ns2:creationId id="{7A2A2D51-63C4-48BB-93C3-B5C759324FB3}"/>
              </a:ext>
            </a:extLst>
          </p:cNvPr>
          <p:cNvSpPr>
            <a:spLocks noGrp="1"/>
          </p:cNvSpPr>
          <p:nvPr/>
        </p:nvSpPr>
        <p:spPr>
          <a:xfrm>
            <a:off x="495300" y="990600"/>
            <a:ext cx="17335500" cy="0"/>
          </a:xfrm>
          <a:prstGeom prst="line">
            <a:avLst/>
          </a:prstGeom>
          <a:noFill/>
          <a:ln w="19050">
            <a:solidFill>
              <a:srgbClr val="A6A6A6"/>
            </a:solidFill>
          </a:ln>
        </p:spPr>
      </p:sp>
      <p:sp>
        <p:nvSpPr>
          <p:cNvPr id="138" name="v6-header-stage-0">
            <a:extLst>
              <a:ext uri="{FF2B5EF4-FFF2-40B4-BE49-F238E27FC236}">
                <ns2:creationId id="{2C78C1F9-D289-4240-95BC-C06AE227E86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9" name="v6-header-stage-1">
            <a:extLst>
              <a:ext uri="{FF2B5EF4-FFF2-40B4-BE49-F238E27FC236}">
                <ns2:creationId id="{82A15117-421A-4D0F-B528-7B48BDC9BA1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0" name="v6-header-stage-2">
            <a:extLst>
              <a:ext uri="{FF2B5EF4-FFF2-40B4-BE49-F238E27FC236}">
                <ns2:creationId id="{4C77875D-5703-4A0E-8781-27E11F233AD4}"/>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1" name="v6-header-stage-3">
            <a:extLst>
              <a:ext uri="{FF2B5EF4-FFF2-40B4-BE49-F238E27FC236}">
                <ns2:creationId id="{37B8A815-D032-4B11-BB4C-C6AFFD6255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2" name="v6-header-stage-4">
            <a:extLst>
              <a:ext uri="{FF2B5EF4-FFF2-40B4-BE49-F238E27FC236}">
                <ns2:creationId id="{DCEEBD14-83A6-4160-8C0D-3B61EDB2255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3" name="v6-header-page">
            <a:extLst>
              <a:ext uri="{FF2B5EF4-FFF2-40B4-BE49-F238E27FC236}">
                <ns2:creationId id="{83DE79A6-349B-4C6C-A15B-844C19B6CE7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19 / 63</a:t>
            </a:r>
            <a:endParaRPr lang="ko-KR">
              <a:latin typeface="Calibri"/>
              <a:ea typeface="Calibri"/>
              <a:cs typeface="Calibri"/>
            </a:endParaRPr>
          </a:p>
        </p:txBody>
      </p:sp>
    </p:spTree>
    <p:extLst>
      <p:ext uri="{BB962C8B-B14F-4D97-AF65-F5344CB8AC3E}">
        <p14:creationId val="1995853380"/>
      </p:ext>
    </p:extLst>
  </p:cSld>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p:cSld name="dp42-comparison-v2">
    <p:bg>
      <p:bgPr>
        <a:solidFill>
          <a:srgbClr val="FFFFFF"/>
        </a:solidFill>
      </p:bgPr>
    </p:bg>
    <p:spTree>
      <p:nvGrpSpPr>
        <p:cNvPr id="1" name=""/>
        <p:cNvGrpSpPr/>
        <p:nvPr/>
      </p:nvGrpSpPr>
      <p:grpSpPr>
        <a:xfrm/>
      </p:grpSpPr>
      <p:sp>
        <p:nvSpPr>
          <p:cNvPr id="5" name="v2-386-note">
            <a:extLst>
              <a:ext uri="{FF2B5EF4-FFF2-40B4-BE49-F238E27FC236}">
                <ns2:creationId id="{65476ED0-FD19-4DB7-A77B-DE443CCF2873}"/>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보고서 업무의 확대 장면: 기간 질문을 실제 제시 → “상반기로 해줘” → 접수와 외부 확인</a:t>
            </a:r>
            <a:endParaRPr lang="ko-KR">
              <a:solidFill>
                <a:srgbClr val="000000"/>
              </a:solidFill>
              <a:latin typeface="Calibri"/>
              <a:ea typeface="Calibri"/>
              <a:cs typeface="Calibri"/>
            </a:endParaRPr>
          </a:p>
        </p:txBody>
      </p:sp>
      <p:sp>
        <p:nvSpPr>
          <p:cNvPr id="6" name="v2-387-option-a">
            <a:extLst>
              <a:ext uri="{FF2B5EF4-FFF2-40B4-BE49-F238E27FC236}">
                <ns2:creationId id="{4223ED52-8191-4B05-BF90-0E188FE88D28}"/>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모듈형 Core에서 관련 상태 공동 확정</a:t>
            </a:r>
            <a:endParaRPr lang="ko-KR">
              <a:solidFill>
                <a:srgbClr val="000000"/>
              </a:solidFill>
              <a:latin typeface="Calibri"/>
              <a:ea typeface="Calibri"/>
              <a:cs typeface="Calibri"/>
            </a:endParaRPr>
          </a:p>
        </p:txBody>
      </p:sp>
      <p:sp>
        <p:nvSpPr>
          <p:cNvPr id="7" name="v2-388-option-b">
            <a:extLst>
              <a:ext uri="{FF2B5EF4-FFF2-40B4-BE49-F238E27FC236}">
                <ns2:creationId id="{BC38489E-72C5-4B1D-8C68-775D7C11E872}"/>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독립 대화/업무 서비스의 별도 접수</a:t>
            </a:r>
            <a:endParaRPr lang="ko-KR">
              <a:solidFill>
                <a:srgbClr val="000000"/>
              </a:solidFill>
              <a:latin typeface="Calibri"/>
              <a:ea typeface="Calibri"/>
              <a:cs typeface="Calibri"/>
            </a:endParaRPr>
          </a:p>
        </p:txBody>
      </p:sp>
      <p:sp>
        <p:nvSpPr>
          <p:cNvPr id="10" name="v2-391-note">
            <a:extLst>
              <a:ext uri="{FF2B5EF4-FFF2-40B4-BE49-F238E27FC236}">
                <ns2:creationId id="{B8548C77-C475-4F68-92B0-C394F3BE6197}"/>
              </a:ext>
            </a:extLst>
          </p:cNvPr>
          <p:cNvSpPr>
            <a:spLocks noGrp="1"/>
          </p:cNvSpPr>
          <p:nvPr/>
        </p:nvSpPr>
        <p:spPr>
          <a:xfrm>
            <a:off x="495300" y="2571750"/>
            <a:ext cx="17297400" cy="40005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Conversation / Request / Task / Execution의 서로 다른 논리 수명은 양안 공통입니다.</a:t>
            </a:r>
            <a:endParaRPr lang="ko-KR">
              <a:solidFill>
                <a:srgbClr val="000000"/>
              </a:solidFill>
              <a:latin typeface="Calibri"/>
              <a:ea typeface="Calibri"/>
              <a:cs typeface="Calibri"/>
            </a:endParaRPr>
          </a:p>
        </p:txBody>
      </p:sp>
      <p:sp>
        <p:nvSpPr>
          <p:cNvPr id="11" name="v2-392-VIA Core 실행 경계">
            <a:extLst>
              <a:ext uri="{FF2B5EF4-FFF2-40B4-BE49-F238E27FC236}">
                <ns2:creationId id="{139BF602-12F9-42FC-9552-39E3342CF415}"/>
              </a:ext>
            </a:extLst>
          </p:cNvPr>
          <p:cNvSpPr>
            <a:spLocks noGrp="1"/>
          </p:cNvSpPr>
          <p:nvPr/>
        </p:nvSpPr>
        <p:spPr>
          <a:xfrm>
            <a:off x="600075" y="3086100"/>
            <a:ext cx="8105775" cy="2962275"/>
          </a:xfrm>
          <a:prstGeom prst="rect">
            <a:avLst/>
          </a:prstGeom>
          <a:noFill/>
          <a:ln w="19050">
            <a:solidFill>
              <a:srgbClr val="BCCAD2"/>
            </a:solidFill>
          </a:ln>
        </p:spPr>
        <p:txBody>
          <a:bodyPr wrap="none" lIns="133350" tIns="38100" rIns="285750" bIns="240030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관계와 답변 명령을 같은 commit으로 확정</a:t>
            </a:r>
            <a:endParaRPr lang="ko-KR">
              <a:solidFill>
                <a:srgbClr val="000000"/>
              </a:solidFill>
              <a:latin typeface="Calibri"/>
              <a:ea typeface="Calibri"/>
              <a:cs typeface="Calibri"/>
            </a:endParaRPr>
          </a:p>
        </p:txBody>
      </p:sp>
      <p:sp>
        <p:nvSpPr>
          <p:cNvPr id="13" name="v2-394-Request Controller">
            <a:extLst>
              <a:ext uri="{FF2B5EF4-FFF2-40B4-BE49-F238E27FC236}">
                <ns2:creationId id="{B86DD99D-7A96-4036-9B83-0DE22C8D15D3}"/>
              </a:ext>
            </a:extLst>
          </p:cNvPr>
          <p:cNvSpPr>
            <a:spLocks noGrp="1"/>
          </p:cNvSpPr>
          <p:nvPr/>
        </p:nvSpPr>
        <p:spPr>
          <a:xfrm>
            <a:off x="885825" y="3705225"/>
            <a:ext cx="323850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5" name="v2-396-Task Manager">
            <a:extLst>
              <a:ext uri="{FF2B5EF4-FFF2-40B4-BE49-F238E27FC236}">
                <ns2:creationId id="{A1FC5894-32F6-469C-8F67-1211AAF7DCFD}"/>
              </a:ext>
            </a:extLst>
          </p:cNvPr>
          <p:cNvSpPr>
            <a:spLocks noGrp="1"/>
          </p:cNvSpPr>
          <p:nvPr/>
        </p:nvSpPr>
        <p:spPr>
          <a:xfrm>
            <a:off x="5248275" y="3705225"/>
            <a:ext cx="318135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7" name="v2-398-Request Graph State">
            <a:extLst>
              <a:ext uri="{FF2B5EF4-FFF2-40B4-BE49-F238E27FC236}">
                <ns2:creationId id="{664AAE4A-C183-49C3-8FCE-6C122DE0B48F}"/>
              </a:ext>
            </a:extLst>
          </p:cNvPr>
          <p:cNvSpPr>
            <a:spLocks noGrp="1"/>
          </p:cNvSpPr>
          <p:nvPr/>
        </p:nvSpPr>
        <p:spPr>
          <a:xfrm>
            <a:off x="895350" y="4505325"/>
            <a:ext cx="3209925"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 name="v2-400-Task Command State">
            <a:extLst>
              <a:ext uri="{FF2B5EF4-FFF2-40B4-BE49-F238E27FC236}">
                <ns2:creationId id="{DCBB8B08-038B-4A7F-A726-9EADF66B2BDB}"/>
              </a:ext>
            </a:extLst>
          </p:cNvPr>
          <p:cNvSpPr>
            <a:spLocks noGrp="1"/>
          </p:cNvSpPr>
          <p:nvPr/>
        </p:nvSpPr>
        <p:spPr>
          <a:xfrm>
            <a:off x="5248275" y="4505325"/>
            <a:ext cx="3181350"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1" name="v2-402-State Store">
            <a:extLst>
              <a:ext uri="{FF2B5EF4-FFF2-40B4-BE49-F238E27FC236}">
                <ns2:creationId id="{BD361CC8-45C9-4088-9CB1-741154F7CC61}"/>
              </a:ext>
            </a:extLst>
          </p:cNvPr>
          <p:cNvSpPr>
            <a:spLocks noGrp="1"/>
          </p:cNvSpPr>
          <p:nvPr/>
        </p:nvSpPr>
        <p:spPr>
          <a:xfrm>
            <a:off x="2667000" y="5105400"/>
            <a:ext cx="3952875" cy="923925"/>
          </a:xfrm>
          <a:prstGeom prst="rect">
            <a:avLst/>
          </a:prstGeom>
          <a:noFill/>
          <a:ln w="19050">
            <a:solidFill>
              <a:srgbClr val="BCCAD2"/>
            </a:solidFill>
          </a:ln>
        </p:spPr>
        <p:txBody>
          <a:bodyPr wrap="none" lIns="133350" tIns="38100" rIns="676275" bIns="5238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3" name="v2-404-트랜잭션 관리자">
            <a:extLst>
              <a:ext uri="{FF2B5EF4-FFF2-40B4-BE49-F238E27FC236}">
                <ns2:creationId id="{CBDA0961-F191-4C1F-94DD-0ADFC35CEAF3}"/>
              </a:ext>
            </a:extLst>
          </p:cNvPr>
          <p:cNvSpPr>
            <a:spLocks noGrp="1"/>
          </p:cNvSpPr>
          <p:nvPr/>
        </p:nvSpPr>
        <p:spPr>
          <a:xfrm>
            <a:off x="2790825" y="5534025"/>
            <a:ext cx="3695700" cy="39052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25" name="v2-406-a-req-state">
            <a:extLst>
              <a:ext uri="{FF2B5EF4-FFF2-40B4-BE49-F238E27FC236}">
                <ns2:creationId id="{240C634D-1073-4761-B5EB-42E759E57458}"/>
              </a:ext>
            </a:extLst>
          </p:cNvPr>
          <p:cNvSpPr>
            <a:spLocks noGrp="1"/>
          </p:cNvSpPr>
          <p:nvPr/>
        </p:nvSpPr>
        <p:spPr>
          <a:xfrm>
            <a:off x="2505075" y="4238625"/>
            <a:ext cx="9525" cy="266700"/>
          </a:xfrm>
          <a:custGeom>
            <a:pathLst>
              <a:path w="9525" h="266700">
                <a:moveTo>
                  <a:pt x="0" y="0"/>
                </a:moveTo>
                <a:lnTo>
                  <a:pt x="0" y="266700"/>
                </a:lnTo>
              </a:path>
            </a:pathLst>
          </a:custGeom>
          <a:noFill/>
          <a:ln w="19050">
            <a:solidFill>
              <a:srgbClr val="576773"/>
            </a:solidFill>
            <a:prstDash val="dash"/>
          </a:ln>
        </p:spPr>
      </p:sp>
      <p:sp>
        <p:nvSpPr>
          <p:cNvPr id="26" name="v2-407-a-task-state">
            <a:extLst>
              <a:ext uri="{FF2B5EF4-FFF2-40B4-BE49-F238E27FC236}">
                <ns2:creationId id="{22A6E844-08C7-429B-BC35-7CAF2EC10AC9}"/>
              </a:ext>
            </a:extLst>
          </p:cNvPr>
          <p:cNvSpPr>
            <a:spLocks noGrp="1"/>
          </p:cNvSpPr>
          <p:nvPr/>
        </p:nvSpPr>
        <p:spPr>
          <a:xfrm>
            <a:off x="6838950" y="4238625"/>
            <a:ext cx="9525" cy="266700"/>
          </a:xfrm>
          <a:custGeom>
            <a:pathLst>
              <a:path w="9525" h="266700">
                <a:moveTo>
                  <a:pt x="0" y="0"/>
                </a:moveTo>
                <a:lnTo>
                  <a:pt x="0" y="266700"/>
                </a:lnTo>
              </a:path>
            </a:pathLst>
          </a:custGeom>
          <a:noFill/>
          <a:ln w="19050">
            <a:solidFill>
              <a:srgbClr val="576773"/>
            </a:solidFill>
            <a:prstDash val="dash"/>
          </a:ln>
        </p:spPr>
      </p:sp>
      <p:sp>
        <p:nvSpPr>
          <p:cNvPr id="27" name="v2-408-a-changes-1">
            <a:extLst>
              <a:ext uri="{FF2B5EF4-FFF2-40B4-BE49-F238E27FC236}">
                <ns2:creationId id="{803E5EBE-BFAA-4B0C-80E8-C62535123C29}"/>
              </a:ext>
            </a:extLst>
          </p:cNvPr>
          <p:cNvSpPr>
            <a:spLocks noGrp="1"/>
          </p:cNvSpPr>
          <p:nvPr/>
        </p:nvSpPr>
        <p:spPr>
          <a:xfrm>
            <a:off x="2609850" y="4076700"/>
            <a:ext cx="1695450" cy="1647825"/>
          </a:xfrm>
          <a:custGeom>
            <a:pathLst>
              <a:path w="1695450" h="1647825">
                <a:moveTo>
                  <a:pt x="1514475" y="0"/>
                </a:moveTo>
                <a:lnTo>
                  <a:pt x="1695450" y="0"/>
                </a:lnTo>
                <a:lnTo>
                  <a:pt x="1695450" y="1000125"/>
                </a:lnTo>
                <a:lnTo>
                  <a:pt x="0" y="1000125"/>
                </a:lnTo>
                <a:lnTo>
                  <a:pt x="0" y="1647825"/>
                </a:lnTo>
                <a:lnTo>
                  <a:pt x="180975" y="1647825"/>
                </a:lnTo>
              </a:path>
            </a:pathLst>
          </a:custGeom>
          <a:noFill/>
          <a:ln w="26670">
            <a:solidFill>
              <a:srgbClr val="00889A"/>
            </a:solidFill>
            <a:prstDash val="solid"/>
          </a:ln>
        </p:spPr>
      </p:sp>
      <p:sp>
        <p:nvSpPr>
          <p:cNvPr id="28" name="v2-409-a-changes-1-head">
            <a:extLst>
              <a:ext uri="{FF2B5EF4-FFF2-40B4-BE49-F238E27FC236}">
                <ns2:creationId id="{7F04471F-A1D8-4CDC-A840-5D2BCF388517}"/>
              </a:ext>
            </a:extLst>
          </p:cNvPr>
          <p:cNvSpPr>
            <a:spLocks noGrp="1"/>
          </p:cNvSpPr>
          <p:nvPr/>
        </p:nvSpPr>
        <p:spPr>
          <a:xfrm>
            <a:off x="2690517" y="5669727"/>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29" name="v2-410-a-changes-2">
            <a:extLst>
              <a:ext uri="{FF2B5EF4-FFF2-40B4-BE49-F238E27FC236}">
                <ns2:creationId id="{4CFF3BF5-B33C-481E-BAAB-D33634F12846}"/>
              </a:ext>
            </a:extLst>
          </p:cNvPr>
          <p:cNvSpPr>
            <a:spLocks noGrp="1"/>
          </p:cNvSpPr>
          <p:nvPr/>
        </p:nvSpPr>
        <p:spPr>
          <a:xfrm>
            <a:off x="6486525" y="4076700"/>
            <a:ext cx="2105025" cy="1647825"/>
          </a:xfrm>
          <a:custGeom>
            <a:pathLst>
              <a:path w="2105025" h="1647825">
                <a:moveTo>
                  <a:pt x="1943100" y="0"/>
                </a:moveTo>
                <a:lnTo>
                  <a:pt x="2105025" y="0"/>
                </a:lnTo>
                <a:lnTo>
                  <a:pt x="2105025" y="1647825"/>
                </a:lnTo>
                <a:lnTo>
                  <a:pt x="0" y="1647825"/>
                </a:lnTo>
              </a:path>
            </a:pathLst>
          </a:custGeom>
          <a:noFill/>
          <a:ln w="26670">
            <a:solidFill>
              <a:srgbClr val="00889A"/>
            </a:solidFill>
            <a:prstDash val="solid"/>
          </a:ln>
        </p:spPr>
      </p:sp>
      <p:sp>
        <p:nvSpPr>
          <p:cNvPr id="30" name="v2-411-a-changes-2-head">
            <a:extLst>
              <a:ext uri="{FF2B5EF4-FFF2-40B4-BE49-F238E27FC236}">
                <ns2:creationId id="{74D0437F-7BAA-4CC4-AE7E-D62CF0442C56}"/>
              </a:ext>
            </a:extLst>
          </p:cNvPr>
          <p:cNvSpPr>
            <a:spLocks noGrp="1"/>
          </p:cNvSpPr>
          <p:nvPr/>
        </p:nvSpPr>
        <p:spPr>
          <a:xfrm>
            <a:off x="6486525" y="56697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31" name="v2-412-note">
            <a:extLst>
              <a:ext uri="{FF2B5EF4-FFF2-40B4-BE49-F238E27FC236}">
                <ns2:creationId id="{30895203-7188-4BE0-BE5D-3576BA8831FA}"/>
              </a:ext>
            </a:extLst>
          </p:cNvPr>
          <p:cNvSpPr>
            <a:spLocks noGrp="1"/>
          </p:cNvSpPr>
          <p:nvPr/>
        </p:nvSpPr>
        <p:spPr>
          <a:xfrm>
            <a:off x="6838950" y="5172075"/>
            <a:ext cx="16383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검증된 변경</a:t>
            </a:r>
            <a:endParaRPr lang="ko-KR">
              <a:solidFill>
                <a:srgbClr val="000000"/>
              </a:solidFill>
              <a:latin typeface="Calibri"/>
              <a:ea typeface="Calibri"/>
              <a:cs typeface="Calibri"/>
            </a:endParaRPr>
          </a:p>
        </p:txBody>
      </p:sp>
      <p:sp>
        <p:nvSpPr>
          <p:cNvPr id="32" name="v2-413-note">
            <a:extLst>
              <a:ext uri="{FF2B5EF4-FFF2-40B4-BE49-F238E27FC236}">
                <ns2:creationId id="{C82C5941-D1FB-4FC1-AD04-A038CADD5385}"/>
              </a:ext>
            </a:extLst>
          </p:cNvPr>
          <p:cNvSpPr>
            <a:spLocks noGrp="1"/>
          </p:cNvSpPr>
          <p:nvPr/>
        </p:nvSpPr>
        <p:spPr>
          <a:xfrm>
            <a:off x="847725" y="5314950"/>
            <a:ext cx="1600200" cy="2667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공동 commit</a:t>
            </a:r>
            <a:endParaRPr lang="ko-KR">
              <a:solidFill>
                <a:srgbClr val="000000"/>
              </a:solidFill>
              <a:latin typeface="Calibri"/>
              <a:ea typeface="Calibri"/>
              <a:cs typeface="Calibri"/>
            </a:endParaRPr>
          </a:p>
        </p:txBody>
      </p:sp>
      <p:sp>
        <p:nvSpPr>
          <p:cNvPr id="33" name="v2-414-a-commit-1">
            <a:extLst>
              <a:ext uri="{FF2B5EF4-FFF2-40B4-BE49-F238E27FC236}">
                <ns2:creationId id="{8586ADC9-CD48-4BDD-9D76-62E7BA1C7D14}"/>
              </a:ext>
            </a:extLst>
          </p:cNvPr>
          <p:cNvSpPr>
            <a:spLocks noGrp="1"/>
          </p:cNvSpPr>
          <p:nvPr/>
        </p:nvSpPr>
        <p:spPr>
          <a:xfrm>
            <a:off x="2505075" y="4981575"/>
            <a:ext cx="285750" cy="857250"/>
          </a:xfrm>
          <a:custGeom>
            <a:pathLst>
              <a:path w="285750" h="857250">
                <a:moveTo>
                  <a:pt x="285750" y="857250"/>
                </a:moveTo>
                <a:lnTo>
                  <a:pt x="0" y="857250"/>
                </a:lnTo>
                <a:lnTo>
                  <a:pt x="0" y="0"/>
                </a:lnTo>
              </a:path>
            </a:pathLst>
          </a:custGeom>
          <a:noFill/>
          <a:ln w="23813">
            <a:solidFill>
              <a:srgbClr val="576773"/>
            </a:solidFill>
            <a:prstDash val="solid"/>
          </a:ln>
        </p:spPr>
      </p:sp>
      <p:sp>
        <p:nvSpPr>
          <p:cNvPr id="34" name="v2-415-a-commit-1-head">
            <a:extLst>
              <a:ext uri="{FF2B5EF4-FFF2-40B4-BE49-F238E27FC236}">
                <ns2:creationId id="{1480B6E3-DA22-406B-BCE8-EE2E7C183B90}"/>
              </a:ext>
            </a:extLst>
          </p:cNvPr>
          <p:cNvSpPr>
            <a:spLocks noGrp="1"/>
          </p:cNvSpPr>
          <p:nvPr/>
        </p:nvSpPr>
        <p:spPr>
          <a:xfrm>
            <a:off x="2450277"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5" name="v2-416-a-commit-2">
            <a:extLst>
              <a:ext uri="{FF2B5EF4-FFF2-40B4-BE49-F238E27FC236}">
                <ns2:creationId id="{E2386388-FF39-42D3-8D09-C10C8FB0FFD8}"/>
              </a:ext>
            </a:extLst>
          </p:cNvPr>
          <p:cNvSpPr>
            <a:spLocks noGrp="1"/>
          </p:cNvSpPr>
          <p:nvPr/>
        </p:nvSpPr>
        <p:spPr>
          <a:xfrm>
            <a:off x="6486525" y="4981575"/>
            <a:ext cx="352425" cy="857250"/>
          </a:xfrm>
          <a:custGeom>
            <a:pathLst>
              <a:path w="352425" h="857250">
                <a:moveTo>
                  <a:pt x="0" y="857250"/>
                </a:moveTo>
                <a:lnTo>
                  <a:pt x="352425" y="857250"/>
                </a:lnTo>
                <a:lnTo>
                  <a:pt x="352425" y="0"/>
                </a:lnTo>
              </a:path>
            </a:pathLst>
          </a:custGeom>
          <a:noFill/>
          <a:ln w="23813">
            <a:solidFill>
              <a:srgbClr val="576773"/>
            </a:solidFill>
            <a:prstDash val="solid"/>
          </a:ln>
        </p:spPr>
      </p:sp>
      <p:sp>
        <p:nvSpPr>
          <p:cNvPr id="36" name="v2-417-a-commit-2-head">
            <a:extLst>
              <a:ext uri="{FF2B5EF4-FFF2-40B4-BE49-F238E27FC236}">
                <ns2:creationId id="{D6CBA312-86C5-4214-B3BD-75962147C197}"/>
              </a:ext>
            </a:extLst>
          </p:cNvPr>
          <p:cNvSpPr>
            <a:spLocks noGrp="1"/>
          </p:cNvSpPr>
          <p:nvPr/>
        </p:nvSpPr>
        <p:spPr>
          <a:xfrm>
            <a:off x="6784152"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8" name="v2-419-note">
            <a:extLst>
              <a:ext uri="{FF2B5EF4-FFF2-40B4-BE49-F238E27FC236}">
                <ns2:creationId id="{DFFA5DA7-A09F-4607-A73D-3D006765E782}"/>
              </a:ext>
            </a:extLst>
          </p:cNvPr>
          <p:cNvSpPr>
            <a:spLocks noGrp="1"/>
          </p:cNvSpPr>
          <p:nvPr/>
        </p:nvSpPr>
        <p:spPr>
          <a:xfrm>
            <a:off x="952500" y="6115050"/>
            <a:ext cx="762000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39" name="v2-420-대화 서비스 실행 경계">
            <a:extLst>
              <a:ext uri="{FF2B5EF4-FFF2-40B4-BE49-F238E27FC236}">
                <ns2:creationId id="{F78359B9-D5EB-45B8-90EC-5E4AF4BEFB17}"/>
              </a:ext>
            </a:extLst>
          </p:cNvPr>
          <p:cNvSpPr>
            <a:spLocks noGrp="1"/>
          </p:cNvSpPr>
          <p:nvPr/>
        </p:nvSpPr>
        <p:spPr>
          <a:xfrm>
            <a:off x="9334500" y="3086100"/>
            <a:ext cx="3771900" cy="2962275"/>
          </a:xfrm>
          <a:prstGeom prst="rect">
            <a:avLst/>
          </a:prstGeom>
          <a:noFill/>
          <a:ln w="19050">
            <a:solidFill>
              <a:srgbClr val="BCCAD2"/>
            </a:solidFill>
          </a:ln>
        </p:spPr>
        <p:txBody>
          <a:bodyPr wrap="none" lIns="133350" tIns="38100" rIns="495300"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41" name="v2-422-Task 서비스 실행 경계">
            <a:extLst>
              <a:ext uri="{FF2B5EF4-FFF2-40B4-BE49-F238E27FC236}">
                <ns2:creationId id="{9CA7EA0E-CF8A-469A-A75A-FA57755BE5C7}"/>
              </a:ext>
            </a:extLst>
          </p:cNvPr>
          <p:cNvSpPr>
            <a:spLocks noGrp="1"/>
          </p:cNvSpPr>
          <p:nvPr/>
        </p:nvSpPr>
        <p:spPr>
          <a:xfrm>
            <a:off x="13849350" y="3086100"/>
            <a:ext cx="3857625" cy="2962275"/>
          </a:xfrm>
          <a:prstGeom prst="rect">
            <a:avLst/>
          </a:prstGeom>
          <a:noFill/>
          <a:ln w="19050">
            <a:solidFill>
              <a:srgbClr val="BCCAD2"/>
            </a:solidFill>
          </a:ln>
        </p:spPr>
        <p:txBody>
          <a:bodyPr wrap="none" lIns="133350" tIns="38100" rIns="581025"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43" name="v2-424-Request Controller">
            <a:extLst>
              <a:ext uri="{FF2B5EF4-FFF2-40B4-BE49-F238E27FC236}">
                <ns2:creationId id="{3353AF42-9CCC-416B-B921-8985E4518B34}"/>
              </a:ext>
            </a:extLst>
          </p:cNvPr>
          <p:cNvSpPr>
            <a:spLocks noGrp="1"/>
          </p:cNvSpPr>
          <p:nvPr/>
        </p:nvSpPr>
        <p:spPr>
          <a:xfrm>
            <a:off x="9486900" y="3705225"/>
            <a:ext cx="345757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5" name="v2-426-Task Manager">
            <a:extLst>
              <a:ext uri="{FF2B5EF4-FFF2-40B4-BE49-F238E27FC236}">
                <ns2:creationId id="{AC114813-EA14-40E4-BF58-17047CF2735B}"/>
              </a:ext>
            </a:extLst>
          </p:cNvPr>
          <p:cNvSpPr>
            <a:spLocks noGrp="1"/>
          </p:cNvSpPr>
          <p:nvPr/>
        </p:nvSpPr>
        <p:spPr>
          <a:xfrm>
            <a:off x="14001750" y="3705225"/>
            <a:ext cx="355282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47" name="v2-428-Request Graph State">
            <a:extLst>
              <a:ext uri="{FF2B5EF4-FFF2-40B4-BE49-F238E27FC236}">
                <ns2:creationId id="{501A0703-94FF-4F8F-898E-34AF669788DD}"/>
              </a:ext>
            </a:extLst>
          </p:cNvPr>
          <p:cNvSpPr>
            <a:spLocks noGrp="1"/>
          </p:cNvSpPr>
          <p:nvPr/>
        </p:nvSpPr>
        <p:spPr>
          <a:xfrm>
            <a:off x="9496425" y="4619625"/>
            <a:ext cx="343852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49" name="v2-430-Task Command State">
            <a:extLst>
              <a:ext uri="{FF2B5EF4-FFF2-40B4-BE49-F238E27FC236}">
                <ns2:creationId id="{BF13F33A-50D1-42E0-9233-D12380CB3F6C}"/>
              </a:ext>
            </a:extLst>
          </p:cNvPr>
          <p:cNvSpPr>
            <a:spLocks noGrp="1"/>
          </p:cNvSpPr>
          <p:nvPr/>
        </p:nvSpPr>
        <p:spPr>
          <a:xfrm>
            <a:off x="14011275" y="4619625"/>
            <a:ext cx="353377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51" name="v2-432-b-command">
            <a:extLst>
              <a:ext uri="{FF2B5EF4-FFF2-40B4-BE49-F238E27FC236}">
                <ns2:creationId id="{1A067E6E-DAA5-4208-BA82-BABF97BBB69E}"/>
              </a:ext>
            </a:extLst>
          </p:cNvPr>
          <p:cNvSpPr>
            <a:spLocks noGrp="1"/>
          </p:cNvSpPr>
          <p:nvPr/>
        </p:nvSpPr>
        <p:spPr>
          <a:xfrm>
            <a:off x="12944475" y="3886200"/>
            <a:ext cx="1057275" cy="9525"/>
          </a:xfrm>
          <a:custGeom>
            <a:pathLst>
              <a:path w="1057275" h="9525">
                <a:moveTo>
                  <a:pt x="0" y="0"/>
                </a:moveTo>
                <a:lnTo>
                  <a:pt x="1057275" y="0"/>
                </a:lnTo>
              </a:path>
            </a:pathLst>
          </a:custGeom>
          <a:noFill/>
          <a:ln w="26670">
            <a:solidFill>
              <a:srgbClr val="00889A"/>
            </a:solidFill>
            <a:prstDash val="solid"/>
          </a:ln>
        </p:spPr>
      </p:sp>
      <p:sp>
        <p:nvSpPr>
          <p:cNvPr id="52" name="v2-433-b-command-head">
            <a:extLst>
              <a:ext uri="{FF2B5EF4-FFF2-40B4-BE49-F238E27FC236}">
                <ns2:creationId id="{8B731CD2-84FB-488B-B6EA-7AD852C4B51E}"/>
              </a:ext>
            </a:extLst>
          </p:cNvPr>
          <p:cNvSpPr>
            <a:spLocks noGrp="1"/>
          </p:cNvSpPr>
          <p:nvPr/>
        </p:nvSpPr>
        <p:spPr>
          <a:xfrm>
            <a:off x="13901442" y="383140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53" name="v2-434-note">
            <a:extLst>
              <a:ext uri="{FF2B5EF4-FFF2-40B4-BE49-F238E27FC236}">
                <ns2:creationId id="{6B4524E5-9C75-43F5-8FC9-8FA3AE8DC181}"/>
              </a:ext>
            </a:extLst>
          </p:cNvPr>
          <p:cNvSpPr>
            <a:spLocks noGrp="1"/>
          </p:cNvSpPr>
          <p:nvPr/>
        </p:nvSpPr>
        <p:spPr>
          <a:xfrm>
            <a:off x="12372975" y="3343275"/>
            <a:ext cx="2362200" cy="3143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같은 명령</a:t>
            </a:r>
            <a:endParaRPr lang="ko-KR">
              <a:solidFill>
                <a:srgbClr val="000000"/>
              </a:solidFill>
              <a:latin typeface="Calibri"/>
              <a:ea typeface="Calibri"/>
              <a:cs typeface="Calibri"/>
            </a:endParaRPr>
          </a:p>
        </p:txBody>
      </p:sp>
      <p:sp>
        <p:nvSpPr>
          <p:cNvPr id="54" name="v2-435-b-receipt">
            <a:extLst>
              <a:ext uri="{FF2B5EF4-FFF2-40B4-BE49-F238E27FC236}">
                <ns2:creationId id="{BB4CDD56-D2C4-488F-B4FC-166C47573D67}"/>
              </a:ext>
            </a:extLst>
          </p:cNvPr>
          <p:cNvSpPr>
            <a:spLocks noGrp="1"/>
          </p:cNvSpPr>
          <p:nvPr/>
        </p:nvSpPr>
        <p:spPr>
          <a:xfrm>
            <a:off x="12944475" y="4276725"/>
            <a:ext cx="1057275" cy="9525"/>
          </a:xfrm>
          <a:custGeom>
            <a:pathLst>
              <a:path w="1057275" h="9525">
                <a:moveTo>
                  <a:pt x="1057275" y="0"/>
                </a:moveTo>
                <a:lnTo>
                  <a:pt x="0" y="0"/>
                </a:lnTo>
              </a:path>
            </a:pathLst>
          </a:custGeom>
          <a:noFill/>
          <a:ln w="26670">
            <a:solidFill>
              <a:srgbClr val="00889A"/>
            </a:solidFill>
            <a:prstDash val="solid"/>
          </a:ln>
        </p:spPr>
      </p:sp>
      <p:sp>
        <p:nvSpPr>
          <p:cNvPr id="55" name="v2-436-b-receipt-head">
            <a:extLst>
              <a:ext uri="{FF2B5EF4-FFF2-40B4-BE49-F238E27FC236}">
                <ns2:creationId id="{49955673-FB77-43FB-82F9-20010FC8172C}"/>
              </a:ext>
            </a:extLst>
          </p:cNvPr>
          <p:cNvSpPr>
            <a:spLocks noGrp="1"/>
          </p:cNvSpPr>
          <p:nvPr/>
        </p:nvSpPr>
        <p:spPr>
          <a:xfrm>
            <a:off x="12944475" y="42219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56" name="v2-437-note">
            <a:extLst>
              <a:ext uri="{FF2B5EF4-FFF2-40B4-BE49-F238E27FC236}">
                <ns2:creationId id="{8AA3CE9F-6268-4370-94C9-FE99F778A898}"/>
              </a:ext>
            </a:extLst>
          </p:cNvPr>
          <p:cNvSpPr>
            <a:spLocks noGrp="1"/>
          </p:cNvSpPr>
          <p:nvPr/>
        </p:nvSpPr>
        <p:spPr>
          <a:xfrm>
            <a:off x="12934950" y="4343400"/>
            <a:ext cx="1438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접수 결과</a:t>
            </a:r>
            <a:endParaRPr lang="ko-KR">
              <a:solidFill>
                <a:srgbClr val="000000"/>
              </a:solidFill>
              <a:latin typeface="Calibri"/>
              <a:ea typeface="Calibri"/>
              <a:cs typeface="Calibri"/>
            </a:endParaRPr>
          </a:p>
        </p:txBody>
      </p:sp>
      <p:sp>
        <p:nvSpPr>
          <p:cNvPr id="57" name="v2-438-b-dialogue-commit">
            <a:extLst>
              <a:ext uri="{FF2B5EF4-FFF2-40B4-BE49-F238E27FC236}">
                <ns2:creationId id="{8B5741B1-8FEC-49D6-A438-5E9480DA70A9}"/>
              </a:ext>
            </a:extLst>
          </p:cNvPr>
          <p:cNvSpPr>
            <a:spLocks noGrp="1"/>
          </p:cNvSpPr>
          <p:nvPr/>
        </p:nvSpPr>
        <p:spPr>
          <a:xfrm>
            <a:off x="11210925" y="4238625"/>
            <a:ext cx="9525" cy="381000"/>
          </a:xfrm>
          <a:custGeom>
            <a:pathLst>
              <a:path w="9525" h="381000">
                <a:moveTo>
                  <a:pt x="0" y="0"/>
                </a:moveTo>
                <a:lnTo>
                  <a:pt x="0" y="381000"/>
                </a:lnTo>
              </a:path>
            </a:pathLst>
          </a:custGeom>
          <a:noFill/>
          <a:ln w="23813">
            <a:solidFill>
              <a:srgbClr val="576773"/>
            </a:solidFill>
            <a:prstDash val="solid"/>
          </a:ln>
        </p:spPr>
      </p:sp>
      <p:sp>
        <p:nvSpPr>
          <p:cNvPr id="58" name="v2-439-b-dialogue-commit-head">
            <a:extLst>
              <a:ext uri="{FF2B5EF4-FFF2-40B4-BE49-F238E27FC236}">
                <ns2:creationId id="{AE70578F-0070-4B3C-94FF-8CA1809CECC6}"/>
              </a:ext>
            </a:extLst>
          </p:cNvPr>
          <p:cNvSpPr>
            <a:spLocks noGrp="1"/>
          </p:cNvSpPr>
          <p:nvPr/>
        </p:nvSpPr>
        <p:spPr>
          <a:xfrm>
            <a:off x="11156127"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59" name="v2-440-b-task-commit">
            <a:extLst>
              <a:ext uri="{FF2B5EF4-FFF2-40B4-BE49-F238E27FC236}">
                <ns2:creationId id="{5E7A0CC9-03E6-4C0B-B9BC-7C3D0038B2BE}"/>
              </a:ext>
            </a:extLst>
          </p:cNvPr>
          <p:cNvSpPr>
            <a:spLocks noGrp="1"/>
          </p:cNvSpPr>
          <p:nvPr/>
        </p:nvSpPr>
        <p:spPr>
          <a:xfrm>
            <a:off x="15773400" y="4238625"/>
            <a:ext cx="9525" cy="381000"/>
          </a:xfrm>
          <a:custGeom>
            <a:pathLst>
              <a:path w="9525" h="381000">
                <a:moveTo>
                  <a:pt x="0" y="0"/>
                </a:moveTo>
                <a:lnTo>
                  <a:pt x="0" y="381000"/>
                </a:lnTo>
              </a:path>
            </a:pathLst>
          </a:custGeom>
          <a:noFill/>
          <a:ln w="23813">
            <a:solidFill>
              <a:srgbClr val="576773"/>
            </a:solidFill>
            <a:prstDash val="solid"/>
          </a:ln>
        </p:spPr>
      </p:sp>
      <p:sp>
        <p:nvSpPr>
          <p:cNvPr id="60" name="v2-441-b-task-commit-head">
            <a:extLst>
              <a:ext uri="{FF2B5EF4-FFF2-40B4-BE49-F238E27FC236}">
                <ns2:creationId id="{E2231EAB-CCF5-449F-BC0E-832E401A0EEA}"/>
              </a:ext>
            </a:extLst>
          </p:cNvPr>
          <p:cNvSpPr>
            <a:spLocks noGrp="1"/>
          </p:cNvSpPr>
          <p:nvPr/>
        </p:nvSpPr>
        <p:spPr>
          <a:xfrm>
            <a:off x="15718602"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61" name="v2-442-note">
            <a:extLst>
              <a:ext uri="{FF2B5EF4-FFF2-40B4-BE49-F238E27FC236}">
                <ns2:creationId id="{BF652CDA-470B-4AEC-ADC4-6339B46822D1}"/>
              </a:ext>
            </a:extLst>
          </p:cNvPr>
          <p:cNvSpPr>
            <a:spLocks noGrp="1"/>
          </p:cNvSpPr>
          <p:nvPr/>
        </p:nvSpPr>
        <p:spPr>
          <a:xfrm>
            <a:off x="9486900" y="5257800"/>
            <a:ext cx="345757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① 로컬 의도 저장</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④ 접수 결과 별도 반영</a:t>
            </a:r>
            <a:endParaRPr lang="ko-KR">
              <a:solidFill>
                <a:srgbClr val="000000"/>
              </a:solidFill>
              <a:latin typeface="Calibri"/>
              <a:ea typeface="Calibri"/>
              <a:cs typeface="Calibri"/>
            </a:endParaRPr>
          </a:p>
        </p:txBody>
      </p:sp>
      <p:sp>
        <p:nvSpPr>
          <p:cNvPr id="62" name="v2-443-note">
            <a:extLst>
              <a:ext uri="{FF2B5EF4-FFF2-40B4-BE49-F238E27FC236}">
                <ns2:creationId id="{5E5CAF7C-6C9B-4FB0-991C-3A2D34AE36BA}"/>
              </a:ext>
            </a:extLst>
          </p:cNvPr>
          <p:cNvSpPr>
            <a:spLocks noGrp="1"/>
          </p:cNvSpPr>
          <p:nvPr/>
        </p:nvSpPr>
        <p:spPr>
          <a:xfrm>
            <a:off x="14001750" y="5257800"/>
            <a:ext cx="355282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내부 접수와 상태 확정</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전송 가능 상태 저장</a:t>
            </a:r>
            <a:endParaRPr lang="ko-KR">
              <a:solidFill>
                <a:srgbClr val="000000"/>
              </a:solidFill>
              <a:latin typeface="Calibri"/>
              <a:ea typeface="Calibri"/>
              <a:cs typeface="Calibri"/>
            </a:endParaRPr>
          </a:p>
        </p:txBody>
      </p:sp>
      <p:sp>
        <p:nvSpPr>
          <p:cNvPr id="63" name="v2-444-note">
            <a:extLst>
              <a:ext uri="{FF2B5EF4-FFF2-40B4-BE49-F238E27FC236}">
                <ns2:creationId id="{1A65A9EF-9894-4C9B-8B31-7D294186E375}"/>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확정된 명령 → Agent Gateway → Downstream Agent의 실제 확인. 내부 접수는 외부 실행/확인 완료가 아님. 의미 모델은 transaction 밖</a:t>
            </a:r>
            <a:endParaRPr lang="ko-KR">
              <a:solidFill>
                <a:srgbClr val="000000"/>
              </a:solidFill>
              <a:latin typeface="Calibri"/>
              <a:ea typeface="Calibri"/>
              <a:cs typeface="Calibri"/>
            </a:endParaRPr>
          </a:p>
        </p:txBody>
      </p:sp>
      <p:sp>
        <p:nvSpPr>
          <p:cNvPr id="64" name="v2-445-a-cost">
            <a:extLst>
              <a:ext uri="{FF2B5EF4-FFF2-40B4-BE49-F238E27FC236}">
                <ns2:creationId id="{0423AD0F-0D0A-4EDA-8144-9FCEBA58EEC4}"/>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논리 수명 분리와 변경 국소화 가능</a:t>
            </a:r>
            <a:endParaRPr lang="ko-KR">
              <a:solidFill>
                <a:srgbClr val="000000"/>
              </a:solidFill>
              <a:latin typeface="Calibri"/>
              <a:ea typeface="Calibri"/>
              <a:cs typeface="Calibri"/>
            </a:endParaRPr>
          </a:p>
        </p:txBody>
      </p:sp>
      <p:sp>
        <p:nvSpPr>
          <p:cNvPr id="65" name="v2-446-b-cost">
            <a:extLst>
              <a:ext uri="{FF2B5EF4-FFF2-40B4-BE49-F238E27FC236}">
                <ns2:creationId id="{836D07BA-CC68-401E-91F5-71B277751DC4}"/>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B의 독립 운영은 조건부. 인계/재확인 비용</a:t>
            </a:r>
            <a:endParaRPr lang="ko-KR">
              <a:solidFill>
                <a:srgbClr val="000000"/>
              </a:solidFill>
              <a:latin typeface="Calibri"/>
              <a:ea typeface="Calibri"/>
              <a:cs typeface="Calibri"/>
            </a:endParaRPr>
          </a:p>
        </p:txBody>
      </p:sp>
      <p:graphicFrame>
        <p:nvGraphicFramePr>
          <p:cNvPr id="133"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의미, 접수와 현재성 검사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같은 검사와 receipt 반영</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공동 commit과 대화 반영</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독립 접수와 receipt 반영</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관련 상태 공동 확정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인계와 재확인의 전체 경로</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저장 외 실제 모델 청구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IPC 외 실제 모델 청구</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공동 상태 계약의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독립 인계 계약의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통합 상태와 queue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2,080MiB / process와 접수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67" name="v2-447-note">
            <a:extLst>
              <a:ext uri="{FF2B5EF4-FFF2-40B4-BE49-F238E27FC236}">
                <ns2:creationId id="{0817A034-44E0-4F6F-8DE0-FC2AB7C19328}"/>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34" name="v6-header-title">
            <a:extLst>
              <a:ext uri="{FF2B5EF4-FFF2-40B4-BE49-F238E27FC236}">
                <ns2:creationId id="{0CC03BDA-3BC7-44D6-ABE9-86C2521FC8D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변경 용이성을 위한 상태 관리 설계</a:t>
            </a:r>
            <a:endParaRPr lang="ko-KR">
              <a:latin typeface="Calibri"/>
              <a:ea typeface="Calibri"/>
              <a:cs typeface="Calibri"/>
            </a:endParaRPr>
          </a:p>
        </p:txBody>
      </p:sp>
      <p:sp>
        <p:nvSpPr>
          <p:cNvPr id="135" name="v6-header-rule">
            <a:extLst>
              <a:ext uri="{FF2B5EF4-FFF2-40B4-BE49-F238E27FC236}">
                <ns2:creationId id="{C20D0FCE-16F6-486D-A710-71B9AD3D7A5B}"/>
              </a:ext>
            </a:extLst>
          </p:cNvPr>
          <p:cNvSpPr>
            <a:spLocks noGrp="1"/>
          </p:cNvSpPr>
          <p:nvPr/>
        </p:nvSpPr>
        <p:spPr>
          <a:xfrm>
            <a:off x="495300" y="990600"/>
            <a:ext cx="17335500" cy="0"/>
          </a:xfrm>
          <a:prstGeom prst="line">
            <a:avLst/>
          </a:prstGeom>
          <a:noFill/>
          <a:ln w="19050">
            <a:solidFill>
              <a:srgbClr val="A6A6A6"/>
            </a:solidFill>
          </a:ln>
        </p:spPr>
      </p:sp>
      <p:sp>
        <p:nvSpPr>
          <p:cNvPr id="136" name="v6-header-stage-0">
            <a:extLst>
              <a:ext uri="{FF2B5EF4-FFF2-40B4-BE49-F238E27FC236}">
                <ns2:creationId id="{D25FACAF-58E9-4623-A70B-AECA4B72A3C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7" name="v6-header-stage-1">
            <a:extLst>
              <a:ext uri="{FF2B5EF4-FFF2-40B4-BE49-F238E27FC236}">
                <ns2:creationId id="{7C78AB4C-A233-4D71-8857-9EE01BF41ED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8" name="v6-header-stage-2">
            <a:extLst>
              <a:ext uri="{FF2B5EF4-FFF2-40B4-BE49-F238E27FC236}">
                <ns2:creationId id="{B07A8181-0E4B-4EA5-A957-2B9EA0E4931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9" name="v6-header-stage-3">
            <a:extLst>
              <a:ext uri="{FF2B5EF4-FFF2-40B4-BE49-F238E27FC236}">
                <ns2:creationId id="{6B94C890-A4A3-47FA-940C-3005215E30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0" name="v6-header-stage-4">
            <a:extLst>
              <a:ext uri="{FF2B5EF4-FFF2-40B4-BE49-F238E27FC236}">
                <ns2:creationId id="{B23AE714-AD13-46F6-A763-D84690ECB6E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1" name="v6-header-page">
            <a:extLst>
              <a:ext uri="{FF2B5EF4-FFF2-40B4-BE49-F238E27FC236}">
                <ns2:creationId id="{9F379D8E-5A73-43C9-911C-963B56C66A8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21 / 63</a:t>
            </a:r>
            <a:endParaRPr lang="ko-KR">
              <a:latin typeface="Calibri"/>
              <a:ea typeface="Calibri"/>
              <a:cs typeface="Calibri"/>
            </a:endParaRPr>
          </a:p>
        </p:txBody>
      </p:sp>
    </p:spTree>
    <p:extLst>
      <p:ext uri="{BB962C8B-B14F-4D97-AF65-F5344CB8AC3E}">
        <p14:creationId val="91206412"/>
      </p:ext>
    </p:extLst>
  </p:cSld>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p:cSld name="coverage-summary">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3" name=""/>
          <p:cNvGraphicFramePr/>
          <p:nvPr/>
        </p:nvGraphicFramePr>
        <p:xfrm>
          <a:off x="495300" y="1962150"/>
          <a:ext cx="17297400" cy="4200525"/>
        </p:xfrm>
        <a:graphic>
          <a:graphicData uri="http://schemas.openxmlformats.org/drawingml/2006/table">
            <a:tbl>
              <a:tblPr/>
              <a:tblGrid>
                <a:gridCol w="3667125"/>
                <a:gridCol w="3714750"/>
                <a:gridCol w="9915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직접 다루는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buNone/>
                        <a:defRPr lang="ko-KR">
                          <a:latin typeface="Calibri"/>
                          <a:ea typeface="Calibri"/>
                          <a:cs typeface="Calibri"/>
                        </a:defRPr>
                      </a:pPr>
                      <a:r>
                        <a:rPr sz="2300" b="1" lang="ko-KR">
                          <a:solidFill>
                            <a:srgbClr val="000000"/>
                          </a:solidFill>
                          <a:latin typeface="Calibri"/>
                          <a:ea typeface="Calibri"/>
                          <a:cs typeface="Calibri"/>
                        </a:rPr>
                        <a:t>구조 비교와 탐색 범위</a:t>
                      </a:r>
                      <a:endParaRPr lang="ko-KR">
                        <a:solidFill>
                          <a:srgbClr val="000000"/>
                        </a:solidFill>
                        <a:latin typeface="Calibri"/>
                        <a:ea typeface="Calibri"/>
                        <a:cs typeface="Calibri"/>
                      </a:endParaRPr>
                    </a:p>
                  </a:txBody>
                  <a:tcPr marL="114300" marR="76200" marT="47625" marB="47625" anchor="ctr">
                    <a:solidFill>
                      <a:srgbClr val="C6E0B4"/>
                    </a:solidFill>
                  </a:tcPr>
                </a:tc>
              </a:tr>
              <a:tr h="912019">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지칭 (문제)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당시 화면과 지칭 연결, 정정 반영 (대안 탐색 전)</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44  지속 대화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완료 회수와 후속 지시, 단계별 상태와 게시 조건</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45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요청별 구성과 공통 관계 생산의 시점, coverage와 철회</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42  대화와 업무 상태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확정과 독립 접수, 외부 확인과 재연결</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6" name="v2-452-scope-qa">
            <a:extLst>
              <a:ext uri="{FF2B5EF4-FFF2-40B4-BE49-F238E27FC236}">
                <ns2:creationId id="{B094ED3D-0AF3-49CE-95EA-E2646EAB06BE}"/>
              </a:ext>
            </a:extLst>
          </p:cNvPr>
          <p:cNvSpPr>
            <a:spLocks noGrp="1"/>
          </p:cNvSpPr>
          <p:nvPr/>
        </p:nvSpPr>
        <p:spPr>
          <a:xfrm>
            <a:off x="495300" y="6819900"/>
            <a:ext cx="17297400" cy="542925"/>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정확성 → 상호작용 응답시간 → VIA 처리시간 → 모델 비용 → 변경 용이성 → 로컬 메모리</a:t>
            </a:r>
            <a:endParaRPr lang="ko-KR">
              <a:solidFill>
                <a:srgbClr val="000000"/>
              </a:solidFill>
              <a:latin typeface="Calibri"/>
              <a:ea typeface="Calibri"/>
              <a:cs typeface="Calibri"/>
            </a:endParaRPr>
          </a:p>
        </p:txBody>
      </p:sp>
      <p:sp>
        <p:nvSpPr>
          <p:cNvPr id="7" name="v2-453-scope-common">
            <a:extLst>
              <a:ext uri="{FF2B5EF4-FFF2-40B4-BE49-F238E27FC236}">
                <ns2:creationId id="{9139FE79-EE20-4B91-AEED-AAADA246D422}"/>
              </a:ext>
            </a:extLst>
          </p:cNvPr>
          <p:cNvSpPr>
            <a:spLocks noGrp="1"/>
          </p:cNvSpPr>
          <p:nvPr/>
        </p:nvSpPr>
        <p:spPr>
          <a:xfrm>
            <a:off x="495300" y="7896225"/>
            <a:ext cx="17297400" cy="11049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로컬 입력과 VAD / 같은 허용 근거 / 최신성 및 권한 검사 / 실제 전달 기록</a:t>
            </a:r>
            <a:endParaRPr lang="ko-KR">
              <a:solidFill>
                <a:srgbClr val="000000"/>
              </a:solidFill>
              <a:latin typeface="Calibri"/>
              <a:ea typeface="Calibri"/>
              <a:cs typeface="Calibri"/>
            </a:endParaRPr>
          </a:p>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별도 클라우드 음성/의미 모델 / 외부 업무 AI의 실제 실행과 확인</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8" name="v2-454-note">
            <a:extLst>
              <a:ext uri="{FF2B5EF4-FFF2-40B4-BE49-F238E27FC236}">
                <ns2:creationId id="{F008C9BB-EBE5-4CF8-B747-3713110F9063}"/>
              </a:ext>
            </a:extLst>
          </p:cNvPr>
          <p:cNvSpPr>
            <a:spLocks noGrp="1"/>
          </p:cNvSpPr>
          <p:nvPr/>
        </p:nvSpPr>
        <p:spPr>
          <a:xfrm>
            <a:off x="495300" y="9448800"/>
            <a:ext cx="17297400" cy="476250"/>
          </a:xfrm>
          <a:prstGeom prst="rect">
            <a:avLst/>
          </a:prstGeom>
          <a:noFill/>
          <a:ln w="0">
            <a:noFill/>
          </a:ln>
        </p:spPr>
        <p:txBody>
          <a:bodyPr wrap="none" lIns="0" tIns="0" rIns="0" bIns="0" anchor="ctr">
            <a:noAutofit/>
          </a:bodyPr>
          <a:lstStyle/>
          <a:p>
            <a:pPr algn="l">
              <a:buNone/>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44·45·42는 A/B를 검토하고, 화면·음성 주제는 문제를 탐색합니다. 채택안과 실측 승자는 미정입니다.</a:t>
            </a:r>
            <a:endParaRPr lang="ko-KR">
              <a:solidFill>
                <a:srgbClr val="000000"/>
              </a:solidFill>
              <a:latin typeface="Calibri"/>
              <a:ea typeface="Calibri"/>
              <a:cs typeface="Calibri"/>
            </a:endParaRPr>
          </a:p>
        </p:txBody>
      </p:sp>
      <p:sp>
        <p:nvSpPr>
          <p:cNvPr id="14" name="v6-header-title">
            <a:extLst>
              <a:ext uri="{FF2B5EF4-FFF2-40B4-BE49-F238E27FC236}">
                <ns2:creationId id="{ED54AD29-D790-4DBF-BD80-DD84BA31EE6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범위와 공통 계약</a:t>
            </a:r>
            <a:endParaRPr lang="ko-KR">
              <a:latin typeface="Calibri"/>
              <a:ea typeface="Calibri"/>
              <a:cs typeface="Calibri"/>
            </a:endParaRPr>
          </a:p>
        </p:txBody>
      </p:sp>
      <p:sp>
        <p:nvSpPr>
          <p:cNvPr id="15" name="v6-header-rule">
            <a:extLst>
              <a:ext uri="{FF2B5EF4-FFF2-40B4-BE49-F238E27FC236}">
                <ns2:creationId id="{861ABFE8-5FAA-4F5D-B4DC-11DD1DC830C6}"/>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3D829407-3EAB-409D-98D7-0CF84466BA5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73CA48-9E79-4BB6-9F3B-DD341F84B3B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7C533BA-1B5A-49A7-A3A6-87920C3F141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34607DB-A6A0-43D4-9BEE-E11FCD991850}"/>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63E6336-A570-4794-B9CA-9C12EAB49C2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83E6AE8E-60B4-4147-8614-501A90B9A09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23 / 63</a:t>
            </a:r>
            <a:endParaRPr lang="ko-KR">
              <a:latin typeface="Calibri"/>
              <a:ea typeface="Calibri"/>
              <a:cs typeface="Calibri"/>
            </a:endParaRPr>
          </a:p>
        </p:txBody>
      </p:sp>
    </p:spTree>
    <p:extLst>
      <p:ext uri="{BB962C8B-B14F-4D97-AF65-F5344CB8AC3E}">
        <p14:creationId val="552916902"/>
      </p:ext>
    </p:extLst>
  </p:cSld>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p:cSld name="next-validation">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2" name=""/>
          <p:cNvGraphicFramePr/>
          <p:nvPr/>
        </p:nvGraphicFramePr>
        <p:xfrm>
          <a:off x="495300" y="2124075"/>
          <a:ext cx="17297400" cy="4438650"/>
        </p:xfrm>
        <a:graphic>
          <a:graphicData uri="http://schemas.openxmlformats.org/drawingml/2006/table">
            <a:tbl>
              <a:tblPr/>
              <a:tblGrid>
                <a:gridCol w="3057525"/>
                <a:gridCol w="7248525"/>
                <a:gridCol w="6991350"/>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검토할 대상</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buNone/>
                        <a:defRPr lang="ko-KR">
                          <a:latin typeface="Calibri"/>
                          <a:ea typeface="Calibri"/>
                          <a:cs typeface="Calibri"/>
                        </a:defRPr>
                      </a:pPr>
                      <a:r>
                        <a:rPr sz="2300" b="1" lang="ko-KR">
                          <a:solidFill>
                            <a:srgbClr val="000000"/>
                          </a:solidFill>
                          <a:latin typeface="Calibri"/>
                          <a:ea typeface="Calibri"/>
                          <a:cs typeface="Calibri"/>
                        </a:rPr>
                        <a:t>같은 장면에서 확인할 조건</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아직 필요한 근거</a:t>
                      </a:r>
                      <a:endParaRPr lang="ko-KR">
                        <a:solidFill>
                          <a:srgbClr val="000000"/>
                        </a:solidFill>
                        <a:latin typeface="Calibri"/>
                        <a:ea typeface="Calibri"/>
                        <a:cs typeface="Calibri"/>
                      </a:endParaRPr>
                    </a:p>
                  </a:txBody>
                  <a:tcPr marL="114300" marR="76200" marT="47625" marB="47625" anchor="ctr">
                    <a:solidFill>
                      <a:srgbClr val="C6E0B4"/>
                    </a:solidFill>
                  </a:tcPr>
                </a:tc>
              </a:tr>
              <a:tr h="971550">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지칭</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두 화면의 지칭, 늦은 전사와 “아니, 여기” 정정</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발화·화면·pointer·선택 기록, 누락 범위</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지속 대화</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새 발화, 늦은 준비와 질문이 겹치는 상황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실제 반응/전달 시각과 대기 상태</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과거 맥락</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첫 사용, 반복, 정정 직후와 미사용 생산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전체 호출 청구, 원본 검증과 coverage</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상태 관리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변경, 내부 접수와 외부 확인의 차이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실제 수정 책임, 접수 대기와 메모리</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6" name="v2-459-next-contract">
            <a:extLst>
              <a:ext uri="{FF2B5EF4-FFF2-40B4-BE49-F238E27FC236}">
                <ns2:creationId id="{5A5ED548-EFD5-46E5-B4E1-4B786AE282FF}"/>
              </a:ext>
            </a:extLst>
          </p:cNvPr>
          <p:cNvSpPr>
            <a:spLocks noGrp="1"/>
          </p:cNvSpPr>
          <p:nvPr/>
        </p:nvSpPr>
        <p:spPr>
          <a:xfrm>
            <a:off x="495300" y="7181850"/>
            <a:ext cx="17297400" cy="54292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같은 입력과 외부 조건, 여섯 QA의 목표와 보호 조건을 유지합니다.</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7" name="v2-460-next-status">
            <a:extLst>
              <a:ext uri="{FF2B5EF4-FFF2-40B4-BE49-F238E27FC236}">
                <ns2:creationId id="{3D85C9CB-26AC-4774-B13F-99D1EDE4A2BC}"/>
              </a:ext>
            </a:extLst>
          </p:cNvPr>
          <p:cNvSpPr>
            <a:spLocks noGrp="1"/>
          </p:cNvSpPr>
          <p:nvPr/>
        </p:nvSpPr>
        <p:spPr>
          <a:xfrm>
            <a:off x="495300" y="8258175"/>
            <a:ext cx="17297400" cy="1104900"/>
          </a:xfrm>
          <a:prstGeom prst="rect">
            <a:avLst/>
          </a:prstGeom>
          <a:noFill/>
          <a:ln w="0">
            <a:noFill/>
          </a:ln>
        </p:spPr>
        <p:txBody>
          <a:bodyPr wrap="none" lIns="0" tIns="0" rIns="0" bIns="0" anchor="ctr">
            <a:noAutofit/>
          </a:bodyPr>
          <a:lstStyle/>
          <a:p>
            <a:pPr algn="l">
              <a:buNone/>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현재 숫자는 목표, 설계 예산과 지역 가정 계산입니다.</a:t>
            </a:r>
            <a:endParaRPr lang="ko-KR">
              <a:solidFill>
                <a:srgbClr val="000000"/>
              </a:solidFill>
              <a:latin typeface="Calibri"/>
              <a:ea typeface="Calibri"/>
              <a:cs typeface="Calibri"/>
            </a:endParaRPr>
          </a:p>
          <a:p>
            <a:pPr algn="l">
              <a:buNone/>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44·45·42의 A/B 선정과 품질 결론은 미정입니다. 화면·음성 주제는 문제부터 검토합니다.</a:t>
            </a:r>
            <a:endParaRPr lang="ko-KR">
              <a:solidFill>
                <a:srgbClr val="000000"/>
              </a:solidFill>
              <a:latin typeface="Calibri"/>
              <a:ea typeface="Calibri"/>
              <a:cs typeface="Calibri"/>
            </a:endParaRPr>
          </a:p>
        </p:txBody>
      </p:sp>
      <p:sp>
        <p:nvSpPr>
          <p:cNvPr id="13" name="v6-header-title">
            <a:extLst>
              <a:ext uri="{FF2B5EF4-FFF2-40B4-BE49-F238E27FC236}">
                <ns2:creationId id="{79A7B95A-E6D2-4EBE-9D80-4EE68174327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검토 요약</a:t>
            </a:r>
            <a:endParaRPr lang="ko-KR">
              <a:latin typeface="Calibri"/>
              <a:ea typeface="Calibri"/>
              <a:cs typeface="Calibri"/>
            </a:endParaRPr>
          </a:p>
        </p:txBody>
      </p:sp>
      <p:sp>
        <p:nvSpPr>
          <p:cNvPr id="14" name="v6-header-rule">
            <a:extLst>
              <a:ext uri="{FF2B5EF4-FFF2-40B4-BE49-F238E27FC236}">
                <ns2:creationId id="{FC2BDF27-492C-4891-A56A-05B99D6F020E}"/>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3E9D1F55-2D94-4CA4-B25E-4AF2C0A1ECE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DF7C8045-D8B9-48FE-9671-3FA3A43C62D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96279236-AC15-4DB0-9A49-9FF95DF47C4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9CB82B24-7B26-4B8C-9CF1-9F2625C9E30B}"/>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8B74E41A-91B3-42B1-8B63-21BEADDF90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CFDF73DF-B251-4D92-9E7D-02EE60EDE54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24 / 63</a:t>
            </a:r>
            <a:endParaRPr lang="ko-KR">
              <a:latin typeface="Calibri"/>
              <a:ea typeface="Calibri"/>
              <a:cs typeface="Calibri"/>
            </a:endParaRPr>
          </a:p>
        </p:txBody>
      </p:sp>
    </p:spTree>
    <p:extLst>
      <p:ext uri="{BB962C8B-B14F-4D97-AF65-F5344CB8AC3E}">
        <p14:creationId val="848578615"/>
      </p:ext>
    </p:extLst>
  </p:cSld>
</p:sld>
</file>

<file path=ppt/slides/slide57.xml><?xml version="1.0" encoding="utf-8"?>
<p:sld xmlns:a="http://schemas.openxmlformats.org/drawingml/2006/main" xmlns:ns2="http://schemas.microsoft.com/office/drawing/2014/main" xmlns:p="http://schemas.openxmlformats.org/presentationml/2006/main" xmlns:p14="http://schemas.microsoft.com/office/powerpoint/2010/main">
  <p:cSld name="appendix-divider">
    <p:bg>
      <p:bgPr>
        <a:solidFill>
          <a:srgbClr val="FFFFFF"/>
        </a:solidFill>
      </p:bgPr>
    </p:bg>
    <p:spTree>
      <p:nvGrpSpPr>
        <p:cNvPr id="1" name=""/>
        <p:cNvGrpSpPr/>
        <p:nvPr/>
      </p:nvGrpSpPr>
      <p:grpSpPr>
        <a:xfrm/>
      </p:grpSpPr>
      <p:sp>
        <p:nvSpPr>
          <p:cNvPr id="5" name="v2-465-appendix-intro">
            <a:extLst>
              <a:ext uri="{FF2B5EF4-FFF2-40B4-BE49-F238E27FC236}">
                <ns2:creationId id="{ED6C1B56-3261-482A-AE5E-A8AF4F02104E}"/>
              </a:ext>
            </a:extLst>
          </p:cNvPr>
          <p:cNvSpPr>
            <a:spLocks noGrp="1"/>
          </p:cNvSpPr>
          <p:nvPr/>
        </p:nvSpPr>
        <p:spPr>
          <a:xfrm>
            <a:off x="495300" y="2476500"/>
            <a:ext cx="17297400" cy="762000"/>
          </a:xfrm>
          <a:prstGeom prst="rect">
            <a:avLst/>
          </a:prstGeom>
          <a:noFill/>
          <a:ln w="0">
            <a:noFill/>
          </a:ln>
        </p:spPr>
        <p:txBody>
          <a:bodyPr wrap="none" lIns="0" tIns="0" rIns="0" bIns="0" anchor="ctr">
            <a:noAutofit/>
          </a:bodyPr>
          <a:lstStyle/>
          <a:p>
            <a:pPr algn="l">
              <a:defRPr sz="3400" b="1" lang="ko-KR">
                <a:solidFill>
                  <a:srgbClr val="000000"/>
                </a:solidFill>
                <a:latin typeface="Calibri"/>
                <a:ea typeface="Calibri"/>
                <a:cs typeface="Calibri"/>
              </a:defRPr>
            </a:pPr>
            <a:r>
              <a:rPr sz="3400" b="1" lang="ko-KR">
                <a:solidFill>
                  <a:srgbClr val="000000"/>
                </a:solidFill>
                <a:latin typeface="Calibri"/>
                <a:ea typeface="Calibri"/>
                <a:cs typeface="Calibri"/>
              </a:rPr>
              <a:t>발표 중 필요한 상세 정의와 설계 계약을 확인할 수 있습니다.</a:t>
            </a:r>
            <a:endParaRPr lang="ko-KR">
              <a:solidFill>
                <a:srgbClr val="000000"/>
              </a:solidFill>
              <a:latin typeface="Calibri"/>
              <a:ea typeface="Calibri"/>
              <a:cs typeface="Calibri"/>
            </a:endParaRPr>
          </a:p>
        </p:txBody>
      </p:sp>
      <p:sp>
        <p:nvSpPr>
          <p:cNvPr id="6" name="v2-466-appendix-order">
            <a:extLst>
              <a:ext uri="{FF2B5EF4-FFF2-40B4-BE49-F238E27FC236}">
                <ns2:creationId id="{8313BEA5-2CFE-4F9A-806D-8077B6081853}"/>
              </a:ext>
            </a:extLst>
          </p:cNvPr>
          <p:cNvSpPr>
            <a:spLocks noGrp="1"/>
          </p:cNvSpPr>
          <p:nvPr/>
        </p:nvSpPr>
        <p:spPr>
          <a:xfrm>
            <a:off x="495300" y="4019550"/>
            <a:ext cx="17297400" cy="1638300"/>
          </a:xfrm>
          <a:prstGeom prst="rect">
            <a:avLst/>
          </a:prstGeom>
          <a:noFill/>
          <a:ln w="0">
            <a:noFill/>
          </a:ln>
        </p:spPr>
        <p:txBody>
          <a:bodyPr wrap="none" lIns="0" tIns="0" rIns="0" bIns="0" anchor="ctr">
            <a:noAutofit/>
          </a:bodyPr>
          <a:lstStyle/>
          <a:p>
            <a:pPr algn="l">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26~35  원본 8~17장: P21, 21개 사례 대응과 QA-01~06 계산/등급</a:t>
            </a:r>
            <a:endParaRPr lang="ko-KR">
              <a:solidFill>
                <a:srgbClr val="000000"/>
              </a:solidFill>
              <a:latin typeface="Calibri"/>
              <a:ea typeface="Calibri"/>
              <a:cs typeface="Calibri"/>
            </a:endParaRPr>
          </a:p>
          <a:p>
            <a:pPr algn="l">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36~57  나머지 원본: 소개, 전체 지도, DP 구조와 QA 상세</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7" name="v2-467-appendix-preserved">
            <a:extLst>
              <a:ext uri="{FF2B5EF4-FFF2-40B4-BE49-F238E27FC236}">
                <ns2:creationId id="{A4AE8FC0-8254-4B53-8BE6-B7E9E1E071EA}"/>
              </a:ext>
            </a:extLst>
          </p:cNvPr>
          <p:cNvSpPr>
            <a:spLocks noGrp="1"/>
          </p:cNvSpPr>
          <p:nvPr/>
        </p:nvSpPr>
        <p:spPr>
          <a:xfrm>
            <a:off x="495300" y="7096125"/>
            <a:ext cx="17297400" cy="1457325"/>
          </a:xfrm>
          <a:prstGeom prst="rect">
            <a:avLst/>
          </a:prstGeom>
          <a:noFill/>
          <a:ln w="0">
            <a:noFill/>
          </a:ln>
        </p:spPr>
        <p:txBody>
          <a:bodyPr wrap="none" lIns="0" tIns="0" rIns="0" bIns="0" anchor="ctr">
            <a:noAutofit/>
          </a:bodyPr>
          <a:lstStyle/>
          <a:p>
            <a:pPr algn="l">
              <a:buNone/>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원본 32장의 편집 가능한 개체, 표와 발표자 노트를 모두 보존했습니다.</a:t>
            </a:r>
            <a:endParaRPr lang="ko-KR">
              <a:solidFill>
                <a:srgbClr val="000000"/>
              </a:solidFill>
              <a:latin typeface="Calibri"/>
              <a:ea typeface="Calibri"/>
              <a:cs typeface="Calibri"/>
            </a:endParaRPr>
          </a:p>
          <a:p>
            <a:pPr algn="l">
              <a:buNone/>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58~61  v2 배경 보존 · 62~63  주요 DP에서 제외한 41의 기존 배경과 비교</a:t>
            </a:r>
            <a:endParaRPr lang="ko-KR">
              <a:solidFill>
                <a:srgbClr val="000000"/>
              </a:solidFill>
              <a:latin typeface="Calibri"/>
              <a:ea typeface="Calibri"/>
              <a:cs typeface="Calibri"/>
            </a:endParaRPr>
          </a:p>
        </p:txBody>
      </p:sp>
      <p:sp>
        <p:nvSpPr>
          <p:cNvPr id="8" name="v2-468-note">
            <a:extLst>
              <a:ext uri="{FF2B5EF4-FFF2-40B4-BE49-F238E27FC236}">
                <ns2:creationId id="{6A1F24CB-30FC-441A-B4CA-CD8B17C5B73E}"/>
              </a:ext>
            </a:extLst>
          </p:cNvPr>
          <p:cNvSpPr>
            <a:spLocks noGrp="1"/>
          </p:cNvSpPr>
          <p:nvPr/>
        </p:nvSpPr>
        <p:spPr>
          <a:xfrm>
            <a:off x="495300" y="9486900"/>
            <a:ext cx="17297400"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부록의 화면에 남아 있는 옛 번호/제목은 원본 자료의 표기입니다. 현재 슬라이드 위치는 README와 manifest에서 확인할 수 있습니다.</a:t>
            </a:r>
            <a:endParaRPr lang="ko-KR">
              <a:solidFill>
                <a:srgbClr val="000000"/>
              </a:solidFill>
              <a:latin typeface="Calibri"/>
              <a:ea typeface="Calibri"/>
              <a:cs typeface="Calibri"/>
            </a:endParaRPr>
          </a:p>
        </p:txBody>
      </p:sp>
      <p:sp>
        <p:nvSpPr>
          <p:cNvPr id="9" name="v6-header-title">
            <a:extLst>
              <a:ext uri="{FF2B5EF4-FFF2-40B4-BE49-F238E27FC236}">
                <ns2:creationId id="{B43EABE9-25D2-4471-AD21-697F8DC5BFF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Appendix</a:t>
            </a:r>
            <a:endParaRPr lang="ko-KR">
              <a:latin typeface="Calibri"/>
              <a:ea typeface="Calibri"/>
              <a:cs typeface="Calibri"/>
            </a:endParaRPr>
          </a:p>
        </p:txBody>
      </p:sp>
      <p:sp>
        <p:nvSpPr>
          <p:cNvPr id="10" name="v6-header-rule">
            <a:extLst>
              <a:ext uri="{FF2B5EF4-FFF2-40B4-BE49-F238E27FC236}">
                <ns2:creationId id="{6715EBBC-63C6-4893-9944-726CB39CA762}"/>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7307A11F-B922-4E61-9FA5-05429BD8DAB1}"/>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68510B6E-C7D4-4A44-BB7F-8E2E102338E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4F602726-7F4B-41BF-A81E-74FA53CF7F7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5B0CC664-7D61-4FEE-8BD7-EC76ED8BBDF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AB9B71CB-4D2E-4E22-8CDD-C6FFF077E659}"/>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6" name="v6-header-page">
            <a:extLst>
              <a:ext uri="{FF2B5EF4-FFF2-40B4-BE49-F238E27FC236}">
                <ns2:creationId id="{5CC330E4-415A-4202-9D5E-AAEEC3B6461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25 / 63</a:t>
            </a:r>
            <a:endParaRPr lang="ko-KR">
              <a:latin typeface="Calibri"/>
              <a:ea typeface="Calibri"/>
              <a:cs typeface="Calibri"/>
            </a:endParaRPr>
          </a:p>
        </p:txBody>
      </p:sp>
    </p:spTree>
    <p:extLst>
      <p:ext uri="{BB962C8B-B14F-4D97-AF65-F5344CB8AC3E}">
        <p14:creationId val="1854011846"/>
      </p:ext>
    </p:extLst>
  </p:cSld>
</p:sld>
</file>

<file path=ppt/slides/slide58.xml><?xml version="1.0" encoding="utf-8"?>
<p:sld xmlns:a="http://schemas.openxmlformats.org/drawingml/2006/main" xmlns:ns2="http://schemas.microsoft.com/office/drawing/2014/main" xmlns:p="http://schemas.openxmlformats.org/presentationml/2006/main" xmlns:p14="http://schemas.microsoft.com/office/powerpoint/2010/main">
  <p:cSld name="dp41-background-v3">
    <p:bg>
      <p:bgPr>
        <a:solidFill>
          <a:srgbClr val="FFFFFF"/>
        </a:solidFill>
      </p:bgPr>
    </p:bg>
    <p:spTree>
      <p:nvGrpSpPr>
        <p:cNvPr id="1" name=""/>
        <p:cNvGrpSpPr/>
        <p:nvPr/>
      </p:nvGrpSpPr>
      <p:grpSpPr>
        <a:xfrm/>
      </p:grpSpPr>
      <p:sp>
        <p:nvSpPr>
          <p:cNvPr id="5" name="bg-4-text">
            <a:extLst>
              <a:ext uri="{FF2B5EF4-FFF2-40B4-BE49-F238E27FC236}">
                <ns2:creationId id="{CD27A99F-F2A0-409A-9F7E-F2817EACDA7B}"/>
              </a:ext>
            </a:extLst>
          </p:cNvPr>
          <p:cNvSpPr>
            <a:spLocks noGrp="1"/>
          </p:cNvSpPr>
          <p:nvPr/>
        </p:nvSpPr>
        <p:spPr>
          <a:xfrm>
            <a:off x="495300" y="1562100"/>
            <a:ext cx="17297400" cy="11049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“매출 자료를 아까 보고서에 넣고,</a:t>
            </a:r>
            <a:endParaRPr lang="ko-KR">
              <a:solidFill>
                <a:srgbClr val="000000"/>
              </a:solidFill>
              <a:latin typeface="Calibri"/>
              <a:ea typeface="Calibri"/>
              <a:cs typeface="Calibri"/>
            </a:endParaRPr>
          </a:p>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메일은 보내지 말고 보고서 결과로 초안만 만들어줘.”</a:t>
            </a:r>
            <a:endParaRPr lang="ko-KR">
              <a:solidFill>
                <a:srgbClr val="000000"/>
              </a:solidFill>
              <a:latin typeface="Calibri"/>
              <a:ea typeface="Calibri"/>
              <a:cs typeface="Calibri"/>
            </a:endParaRPr>
          </a:p>
        </p:txBody>
      </p:sp>
      <p:graphicFrame>
        <p:nvGraphicFramePr>
          <p:cNvPr id="18" name=""/>
          <p:cNvGraphicFramePr/>
          <p:nvPr/>
        </p:nvGraphicFramePr>
        <p:xfrm>
          <a:off x="495300" y="3067050"/>
          <a:ext cx="17297400" cy="4048125"/>
        </p:xfrm>
        <a:graphic>
          <a:graphicData uri="http://schemas.openxmlformats.org/drawingml/2006/table">
            <a:tbl>
              <a:tblPr/>
              <a:tblGrid>
                <a:gridCol w="3924300"/>
                <a:gridCol w="5981700"/>
                <a:gridCol w="7391400"/>
              </a:tblGrid>
              <a:tr h="57150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말 속 표현</a:t>
                      </a:r>
                      <a:endParaRPr lang="ko-KR">
                        <a:solidFill>
                          <a:srgbClr val="000000"/>
                        </a:solidFill>
                        <a:latin typeface="Calibri"/>
                        <a:ea typeface="Calibri"/>
                        <a:cs typeface="Calibri"/>
                      </a:endParaRPr>
                    </a:p>
                  </a:txBody>
                  <a:tcPr marL="152400" marR="1143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읽어서 확인할 근거</a:t>
                      </a:r>
                      <a:endParaRPr lang="ko-KR">
                        <a:solidFill>
                          <a:srgbClr val="000000"/>
                        </a:solidFill>
                        <a:latin typeface="Calibri"/>
                        <a:ea typeface="Calibri"/>
                        <a:cs typeface="Calibri"/>
                      </a:endParaRPr>
                    </a:p>
                  </a:txBody>
                  <a:tcPr marL="152400" marR="1143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VIA가 완성할 요청 의미</a:t>
                      </a:r>
                      <a:endParaRPr lang="ko-KR">
                        <a:solidFill>
                          <a:srgbClr val="000000"/>
                        </a:solidFill>
                        <a:latin typeface="Calibri"/>
                        <a:ea typeface="Calibri"/>
                        <a:cs typeface="Calibri"/>
                      </a:endParaRPr>
                    </a:p>
                  </a:txBody>
                  <a:tcPr marL="152400" marR="114300" marT="47625" marB="47625" anchor="ctr">
                    <a:solidFill>
                      <a:srgbClr val="C6E0B4"/>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이번 자료</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앞선 자료 참조와 대화 기록</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사용할 자료와 근거 연결</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이전 요청과 현재 업무 상태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수정할 보고서 업무 연결</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보고서 결과로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두 요청의 순서와 데이터 관계</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보고서 결과와 메일 초안의 의존 관계</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보내지 말고, 초안만</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이번 지시와 유지해야 할 조건</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메일 발송 제외 조건 유지</a:t>
                      </a:r>
                      <a:endParaRPr lang="ko-KR">
                        <a:solidFill>
                          <a:srgbClr val="000000"/>
                        </a:solidFill>
                        <a:latin typeface="Calibri"/>
                        <a:ea typeface="Calibri"/>
                        <a:cs typeface="Calibri"/>
                      </a:endParaRPr>
                    </a:p>
                  </a:txBody>
                  <a:tcPr marL="152400" marR="114300" marT="47625" marB="47625" anchor="ctr">
                    <a:solidFill>
                      <a:srgbClr val="FFFFFF"/>
                    </a:solidFill>
                  </a:tcPr>
                </a:tc>
              </a:tr>
            </a:tbl>
          </a:graphicData>
        </a:graphic>
      </p:graphicFrame>
      <p:sp>
        <p:nvSpPr>
          <p:cNvPr id="7" name="bg-5-text">
            <a:extLst>
              <a:ext uri="{FF2B5EF4-FFF2-40B4-BE49-F238E27FC236}">
                <ns2:creationId id="{126C485B-A348-4301-939F-BEA2FE006E01}"/>
              </a:ext>
            </a:extLst>
          </p:cNvPr>
          <p:cNvSpPr>
            <a:spLocks noGrp="1"/>
          </p:cNvSpPr>
          <p:nvPr/>
        </p:nvSpPr>
        <p:spPr>
          <a:xfrm>
            <a:off x="495300" y="7429500"/>
            <a:ext cx="17297400" cy="476250"/>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조회 결과에 따라 뜻이 달라지고, 바뀐 뜻에 따라 다음에 읽을 자료도 달라집니다.</a:t>
            </a:r>
            <a:endParaRPr lang="ko-KR">
              <a:solidFill>
                <a:srgbClr val="000000"/>
              </a:solidFill>
              <a:latin typeface="Calibri"/>
              <a:ea typeface="Calibri"/>
              <a:cs typeface="Calibri"/>
            </a:endParaRPr>
          </a:p>
        </p:txBody>
      </p:sp>
      <p:sp>
        <p:nvSpPr>
          <p:cNvPr id="8" name="bg-6-text">
            <a:extLst>
              <a:ext uri="{FF2B5EF4-FFF2-40B4-BE49-F238E27FC236}">
                <ns2:creationId id="{CA2EEB4B-CAE5-42AF-A54C-1AFB37515F61}"/>
              </a:ext>
            </a:extLst>
          </p:cNvPr>
          <p:cNvSpPr>
            <a:spLocks noGrp="1"/>
          </p:cNvSpPr>
          <p:nvPr/>
        </p:nvSpPr>
        <p:spPr>
          <a:xfrm>
            <a:off x="495300" y="7981950"/>
            <a:ext cx="17297400" cy="3333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 연결이나 조건이 모호하면 확인합니다. VIA는 요청 의미를 연결하고, 실제 작성과 수정은 Downstream Agent가 실행합니다.</a:t>
            </a:r>
            <a:endParaRPr lang="ko-KR">
              <a:solidFill>
                <a:srgbClr val="000000"/>
              </a:solidFill>
              <a:latin typeface="Calibri"/>
              <a:ea typeface="Calibri"/>
              <a:cs typeface="Calibri"/>
            </a:endParaRPr>
          </a:p>
        </p:txBody>
      </p:sp>
      <p:sp>
        <p:nvSpPr>
          <p:cNvPr id="9" name="bg-7-footer-rule">
            <a:extLst>
              <a:ext uri="{FF2B5EF4-FFF2-40B4-BE49-F238E27FC236}">
                <ns2:creationId id="{79C91D98-FF9B-4D96-8D9F-2E865473EDD9}"/>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10" name="bg-8-text">
            <a:extLst>
              <a:ext uri="{FF2B5EF4-FFF2-40B4-BE49-F238E27FC236}">
                <ns2:creationId id="{026104B8-ED9B-4A53-B7F4-04F71CC740D2}"/>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설계 질문</a:t>
            </a:r>
            <a:endParaRPr lang="ko-KR">
              <a:solidFill>
                <a:srgbClr val="C00000"/>
              </a:solidFill>
              <a:latin typeface="Calibri"/>
              <a:ea typeface="Calibri"/>
              <a:cs typeface="Calibri"/>
            </a:endParaRPr>
          </a:p>
        </p:txBody>
      </p:sp>
      <p:sp>
        <p:nvSpPr>
          <p:cNvPr id="11" name="bg-9-text">
            <a:extLst>
              <a:ext uri="{FF2B5EF4-FFF2-40B4-BE49-F238E27FC236}">
                <ns2:creationId id="{2EB91C3B-EB09-4C8E-89E6-584890B2D329}"/>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조회와 정정이 반복되어도, 요청의 적용 범위, 순서와 조건을 어떻게 정확히 확정할까?</a:t>
            </a:r>
            <a:endParaRPr lang="ko-KR">
              <a:solidFill>
                <a:srgbClr val="000000"/>
              </a:solidFill>
              <a:latin typeface="Calibri"/>
              <a:ea typeface="Calibri"/>
              <a:cs typeface="Calibri"/>
            </a:endParaRPr>
          </a:p>
        </p:txBody>
      </p:sp>
      <p:sp>
        <p:nvSpPr>
          <p:cNvPr id="12" name="bg-10-text">
            <a:extLst>
              <a:ext uri="{FF2B5EF4-FFF2-40B4-BE49-F238E27FC236}">
                <ns2:creationId id="{65F831DE-ED19-4988-9FCE-D2EB2C9A0A5C}"/>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해석이 바뀌어도 이미 정한 조건을 보존하고, 추가 조회와 재해석에 드는 시간과 비용을 관리해야 합니다.</a:t>
            </a:r>
            <a:endParaRPr lang="ko-KR">
              <a:solidFill>
                <a:srgbClr val="000000"/>
              </a:solidFill>
              <a:latin typeface="Calibri"/>
              <a:ea typeface="Calibri"/>
              <a:cs typeface="Calibri"/>
            </a:endParaRPr>
          </a:p>
        </p:txBody>
      </p:sp>
      <p:sp>
        <p:nvSpPr>
          <p:cNvPr id="19" name="v6-header-title">
            <a:extLst>
              <a:ext uri="{FF2B5EF4-FFF2-40B4-BE49-F238E27FC236}">
                <ns2:creationId id="{4E89C658-F6E0-4173-B09F-9420166E41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해석의 진행 책임 (배경)</a:t>
            </a:r>
            <a:endParaRPr lang="ko-KR">
              <a:latin typeface="Calibri"/>
              <a:ea typeface="Calibri"/>
              <a:cs typeface="Calibri"/>
            </a:endParaRPr>
          </a:p>
        </p:txBody>
      </p:sp>
      <p:sp>
        <p:nvSpPr>
          <p:cNvPr id="20" name="v6-header-rule">
            <a:extLst>
              <a:ext uri="{FF2B5EF4-FFF2-40B4-BE49-F238E27FC236}">
                <ns2:creationId id="{2146B3E7-926C-46D9-8BEA-340FE6F4EA7E}"/>
              </a:ext>
            </a:extLst>
          </p:cNvPr>
          <p:cNvSpPr>
            <a:spLocks noGrp="1"/>
          </p:cNvSpPr>
          <p:nvPr/>
        </p:nvSpPr>
        <p:spPr>
          <a:xfrm>
            <a:off x="495300" y="990600"/>
            <a:ext cx="17335500" cy="0"/>
          </a:xfrm>
          <a:prstGeom prst="line">
            <a:avLst/>
          </a:prstGeom>
          <a:noFill/>
          <a:ln w="19050">
            <a:solidFill>
              <a:srgbClr val="A6A6A6"/>
            </a:solidFill>
          </a:ln>
        </p:spPr>
      </p:sp>
      <p:sp xmlns:a="http://schemas.openxmlformats.org/drawingml/2006/main" xmlns:ns2="http://schemas.microsoft.com/office/drawing/2014/main" xmlns:p="http://schemas.openxmlformats.org/presentationml/2006/main">
        <p:nvSpPr>
          <p:cNvPr id="21" name="v6-header-stage-0">
            <a:extLst>
              <a:ext uri="{FF2B5EF4-FFF2-40B4-BE49-F238E27FC236}">
                <ns2:creationId id="{AFB6EB32-F682-4DA3-9213-EE73262C57A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2" name="v6-header-stage-1">
            <a:extLst>
              <a:ext uri="{FF2B5EF4-FFF2-40B4-BE49-F238E27FC236}">
                <ns2:creationId id="{882C9F7D-CD92-43C4-B56A-7356568811D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stage-2">
            <a:extLst>
              <a:ext uri="{FF2B5EF4-FFF2-40B4-BE49-F238E27FC236}">
                <ns2:creationId id="{649745CF-4220-40FF-9744-2D3EBCFCF0E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4" name="v6-header-stage-3">
            <a:extLst>
              <a:ext uri="{FF2B5EF4-FFF2-40B4-BE49-F238E27FC236}">
                <ns2:creationId id="{B2F3559A-7BD6-41F9-932B-1F9A05B0B71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5" name="v6-header-stage-4">
            <a:extLst>
              <a:ext uri="{FF2B5EF4-FFF2-40B4-BE49-F238E27FC236}">
                <ns2:creationId id="{5E87C75A-9CA6-43D5-B2FB-FE5EF0FC7EC9}"/>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6" name="v6-header-page">
            <a:extLst>
              <a:ext uri="{FF2B5EF4-FFF2-40B4-BE49-F238E27FC236}">
                <ns2:creationId id="{63BB5DD1-6449-4A9D-8A6B-AF8A3F24DED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62 / 63</a:t>
            </a:r>
            <a:endParaRPr lang="ko-KR">
              <a:latin typeface="Calibri"/>
              <a:ea typeface="Calibri"/>
              <a:cs typeface="Calibri"/>
            </a:endParaRPr>
          </a:p>
        </p:txBody>
      </p:sp>
    </p:spTree>
    <p:extLst>
      <p:ext uri="{BB962C8B-B14F-4D97-AF65-F5344CB8AC3E}">
        <p14:creationId val="2083173363"/>
      </p:ext>
    </p:extLst>
  </p:cSld>
</p:sld>
</file>

<file path=ppt/slides/slide59.xml><?xml version="1.0" encoding="utf-8"?>
<p:sld xmlns:a="http://schemas.openxmlformats.org/drawingml/2006/main" xmlns:ns2="http://schemas.microsoft.com/office/drawing/2014/main" xmlns:p="http://schemas.openxmlformats.org/presentationml/2006/main" xmlns:p14="http://schemas.microsoft.com/office/powerpoint/2010/main">
  <p:cSld name="dp44-background-v3">
    <p:bg>
      <p:bgPr>
        <a:solidFill>
          <a:srgbClr val="FFFFFF"/>
        </a:solidFill>
      </p:bgPr>
    </p:bg>
    <p:spTree>
      <p:nvGrpSpPr>
        <p:cNvPr id="2" name=""/>
        <p:cNvGrpSpPr/>
        <p:nvPr/>
      </p:nvGrpSpPr>
      <p:grpSpPr>
        <a:xfrm/>
      </p:grpSpPr>
      <p:sp>
        <p:nvSpPr>
          <p:cNvPr id="3" name="dp44-background-1">
            <a:extLst>
              <a:ext uri="{FF2B5EF4-FFF2-40B4-BE49-F238E27FC236}">
                <ns2:creationId id="{CE8DDC05-2570-4FF8-A762-7DBA10453F27}"/>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정정과 업무 알림이 겹치는 대화</a:t>
            </a:r>
            <a:endParaRPr lang="ko-KR">
              <a:latin typeface="Calibri"/>
              <a:ea typeface="Calibri"/>
              <a:cs typeface="Calibri"/>
            </a:endParaRPr>
          </a:p>
        </p:txBody>
      </p:sp>
      <p:sp>
        <p:nvSpPr>
          <p:cNvPr id="4" name="dp44-background-2">
            <a:extLst>
              <a:ext uri="{FF2B5EF4-FFF2-40B4-BE49-F238E27FC236}">
                <ns2:creationId id="{07C54372-54B4-404C-92A5-335C34622406}"/>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4-background-3">
            <a:extLst>
              <a:ext uri="{FF2B5EF4-FFF2-40B4-BE49-F238E27FC236}">
                <ns2:creationId id="{DAB96BBB-B5B7-4075-9B0A-FDF815C96640}"/>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4-background-4">
            <a:extLst>
              <a:ext uri="{FF2B5EF4-FFF2-40B4-BE49-F238E27FC236}">
                <ns2:creationId id="{7398CA94-67A3-40D8-B0E5-DFF6483582D2}"/>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4-background-5">
            <a:extLst>
              <a:ext uri="{FF2B5EF4-FFF2-40B4-BE49-F238E27FC236}">
                <ns2:creationId id="{65D75D40-4B52-452E-AC53-CA1C5FE5ABBE}"/>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 여러 Agent가 보내는 입력·질문·결과를</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통제를 유지하며 어떻게 처리할까?</a:t>
            </a:r>
            <a:endParaRPr lang="ko-KR">
              <a:latin typeface="Calibri"/>
              <a:ea typeface="Calibri"/>
              <a:cs typeface="Calibri"/>
            </a:endParaRPr>
          </a:p>
        </p:txBody>
      </p:sp>
      <p:sp>
        <p:nvSpPr>
          <p:cNvPr id="8" name="dp44-background-6">
            <a:extLst>
              <a:ext uri="{FF2B5EF4-FFF2-40B4-BE49-F238E27FC236}">
                <ns2:creationId id="{088AA821-7A7A-40B5-AA61-CF33DF52A12C}"/>
              </a:ext>
            </a:extLst>
          </p:cNvPr>
          <p:cNvSpPr>
            <a:spLocks noGrp="1"/>
          </p:cNvSpPr>
          <p:nvPr/>
        </p:nvSpPr>
        <p:spPr>
          <a:xfrm>
            <a:off x="495300" y="1438275"/>
            <a:ext cx="17297400" cy="5524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VIA가 보고서를 설명하는 동안, 사용자는 “잠깐, 표부터 설명해줘”라고 고칩니다.</a:t>
            </a:r>
            <a:endParaRPr lang="ko-KR">
              <a:latin typeface="Calibri"/>
              <a:ea typeface="Calibri"/>
              <a:cs typeface="Calibri"/>
            </a:endParaRPr>
          </a:p>
        </p:txBody>
      </p:sp>
      <p:sp>
        <p:nvSpPr>
          <p:cNvPr id="9" name="dp44-background-7">
            <a:extLst>
              <a:ext uri="{FF2B5EF4-FFF2-40B4-BE49-F238E27FC236}">
                <ns2:creationId id="{7DB326D6-F9FC-4B8B-B8A0-D8AECC1E9889}"/>
              </a:ext>
            </a:extLst>
          </p:cNvPr>
          <p:cNvSpPr>
            <a:spLocks noGrp="1"/>
          </p:cNvSpPr>
          <p:nvPr/>
        </p:nvSpPr>
        <p:spPr>
          <a:xfrm>
            <a:off x="495300" y="2066925"/>
            <a:ext cx="17297400" cy="457200"/>
          </a:xfrm>
          <a:prstGeom prst="rect">
            <a:avLst/>
          </a:prstGeom>
          <a:noFill/>
          <a:ln w="0">
            <a:noFill/>
          </a:ln>
        </p:spPr>
        <p:txBody>
          <a:bodyPr wrap="none" lIns="0" tIns="0" rIns="0" bIns="0" anchor="ctr">
            <a:noAutofit/>
          </a:bodyPr>
          <a:lstStyle>
            <a:defPPr algn="l">
              <a:defRPr sz="2300" b="0" lang="ko-KR">
                <a:solidFill>
                  <a:srgbClr val="000000"/>
                </a:solidFill>
                <a:latin typeface="Calibri"/>
                <a:ea typeface="Calibri"/>
                <a:cs typeface="Calibri"/>
              </a:defRPr>
            </a:defP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그 사이 메일 업무의 질문이 오고, 정정 전 답변도 뒤늦게 준비됩니다.</a:t>
            </a:r>
            <a:endParaRPr lang="ko-KR">
              <a:latin typeface="Calibri"/>
              <a:ea typeface="Calibri"/>
              <a:cs typeface="Calibri"/>
            </a:endParaRPr>
          </a:p>
        </p:txBody>
      </p:sp>
      <p:sp>
        <p:nvSpPr>
          <p:cNvPr id="10" name="dp44-background-8">
            <a:extLst>
              <a:ext uri="{FF2B5EF4-FFF2-40B4-BE49-F238E27FC236}">
                <ns2:creationId id="{7818BEFE-AAEB-45A6-BD3E-6969B20C9029}"/>
              </a:ext>
            </a:extLst>
          </p:cNvPr>
          <p:cNvSpPr>
            <a:spLocks noGrp="1"/>
          </p:cNvSpPr>
          <p:nvPr/>
        </p:nvSpPr>
        <p:spPr>
          <a:xfrm>
            <a:off x="495300" y="31146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a:t>
            </a:r>
            <a:endParaRPr lang="ko-KR">
              <a:latin typeface="Calibri"/>
              <a:ea typeface="Calibri"/>
              <a:cs typeface="Calibri"/>
            </a:endParaRPr>
          </a:p>
        </p:txBody>
      </p:sp>
      <p:sp>
        <p:nvSpPr>
          <p:cNvPr id="11" name="dp44-background-9">
            <a:extLst>
              <a:ext uri="{FF2B5EF4-FFF2-40B4-BE49-F238E27FC236}">
                <ns2:creationId id="{E71AB901-C2F5-4080-B1C7-C6F23F96960F}"/>
              </a:ext>
            </a:extLst>
          </p:cNvPr>
          <p:cNvSpPr>
            <a:spLocks noGrp="1"/>
          </p:cNvSpPr>
          <p:nvPr/>
        </p:nvSpPr>
        <p:spPr>
          <a:xfrm>
            <a:off x="3286125" y="3333750"/>
            <a:ext cx="14335125" cy="9525"/>
          </a:xfrm>
          <a:custGeom>
            <a:pathLst>
              <a:path w="14335125" h="9525">
                <a:moveTo>
                  <a:pt x="0" y="0"/>
                </a:moveTo>
                <a:lnTo>
                  <a:pt x="14335125" y="0"/>
                </a:lnTo>
              </a:path>
            </a:pathLst>
          </a:custGeom>
          <a:noFill/>
          <a:ln w="13335">
            <a:solidFill>
              <a:srgbClr val="D0D0D0"/>
            </a:solidFill>
            <a:prstDash val="dash"/>
          </a:ln>
        </p:spPr>
      </p:sp>
      <p:sp>
        <p:nvSpPr>
          <p:cNvPr id="12" name="dp44-background-10">
            <a:extLst>
              <a:ext uri="{FF2B5EF4-FFF2-40B4-BE49-F238E27FC236}">
                <ns2:creationId id="{162F237B-0865-4583-A426-4F1D134FE523}"/>
              </a:ext>
            </a:extLst>
          </p:cNvPr>
          <p:cNvSpPr>
            <a:spLocks noGrp="1"/>
          </p:cNvSpPr>
          <p:nvPr/>
        </p:nvSpPr>
        <p:spPr>
          <a:xfrm>
            <a:off x="495300" y="39528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VIA 설명</a:t>
            </a:r>
            <a:endParaRPr lang="ko-KR">
              <a:latin typeface="Calibri"/>
              <a:ea typeface="Calibri"/>
              <a:cs typeface="Calibri"/>
            </a:endParaRPr>
          </a:p>
        </p:txBody>
      </p:sp>
      <p:sp>
        <p:nvSpPr>
          <p:cNvPr id="13" name="dp44-background-11">
            <a:extLst>
              <a:ext uri="{FF2B5EF4-FFF2-40B4-BE49-F238E27FC236}">
                <ns2:creationId id="{8966E8DE-ECDB-463D-971E-BB850FBB5011}"/>
              </a:ext>
            </a:extLst>
          </p:cNvPr>
          <p:cNvSpPr>
            <a:spLocks noGrp="1"/>
          </p:cNvSpPr>
          <p:nvPr/>
        </p:nvSpPr>
        <p:spPr>
          <a:xfrm>
            <a:off x="3286125" y="4171950"/>
            <a:ext cx="3667125" cy="9525"/>
          </a:xfrm>
          <a:custGeom>
            <a:pathLst>
              <a:path w="3667125" h="9525">
                <a:moveTo>
                  <a:pt x="0" y="0"/>
                </a:moveTo>
                <a:lnTo>
                  <a:pt x="3667125" y="0"/>
                </a:lnTo>
              </a:path>
            </a:pathLst>
          </a:custGeom>
          <a:noFill/>
          <a:ln w="13335">
            <a:solidFill>
              <a:srgbClr val="D0D0D0"/>
            </a:solidFill>
            <a:prstDash val="dash"/>
          </a:ln>
        </p:spPr>
      </p:sp>
      <p:sp>
        <p:nvSpPr>
          <p:cNvPr id="14" name="dp44-background-12">
            <a:extLst>
              <a:ext uri="{FF2B5EF4-FFF2-40B4-BE49-F238E27FC236}">
                <ns2:creationId id="{4ACEFA62-5854-40BB-ACC5-A4B8CFD37041}"/>
              </a:ext>
            </a:extLst>
          </p:cNvPr>
          <p:cNvSpPr>
            <a:spLocks noGrp="1"/>
          </p:cNvSpPr>
          <p:nvPr/>
        </p:nvSpPr>
        <p:spPr>
          <a:xfrm>
            <a:off x="495300" y="500062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a:t>
            </a:r>
            <a:endParaRPr lang="ko-KR">
              <a:latin typeface="Calibri"/>
              <a:ea typeface="Calibri"/>
              <a:cs typeface="Calibri"/>
            </a:endParaRPr>
          </a:p>
        </p:txBody>
      </p:sp>
      <p:sp>
        <p:nvSpPr>
          <p:cNvPr id="15" name="dp44-background-13">
            <a:extLst>
              <a:ext uri="{FF2B5EF4-FFF2-40B4-BE49-F238E27FC236}">
                <ns2:creationId id="{3F065FA2-0888-4052-A7E3-5D5B776AF512}"/>
              </a:ext>
            </a:extLst>
          </p:cNvPr>
          <p:cNvSpPr>
            <a:spLocks noGrp="1"/>
          </p:cNvSpPr>
          <p:nvPr/>
        </p:nvSpPr>
        <p:spPr>
          <a:xfrm>
            <a:off x="3286125" y="5219700"/>
            <a:ext cx="5381625" cy="9525"/>
          </a:xfrm>
          <a:custGeom>
            <a:pathLst>
              <a:path w="5381625" h="9525">
                <a:moveTo>
                  <a:pt x="0" y="0"/>
                </a:moveTo>
                <a:lnTo>
                  <a:pt x="5381625" y="0"/>
                </a:lnTo>
              </a:path>
            </a:pathLst>
          </a:custGeom>
          <a:noFill/>
          <a:ln w="13335">
            <a:solidFill>
              <a:srgbClr val="D0D0D0"/>
            </a:solidFill>
            <a:prstDash val="dash"/>
          </a:ln>
        </p:spPr>
      </p:sp>
      <p:sp>
        <p:nvSpPr>
          <p:cNvPr id="16" name="dp44-background-14">
            <a:extLst>
              <a:ext uri="{FF2B5EF4-FFF2-40B4-BE49-F238E27FC236}">
                <ns2:creationId id="{631F67C4-8B98-45EC-B821-7F7D1A3E6037}"/>
              </a:ext>
            </a:extLst>
          </p:cNvPr>
          <p:cNvSpPr>
            <a:spLocks noGrp="1"/>
          </p:cNvSpPr>
          <p:nvPr/>
        </p:nvSpPr>
        <p:spPr>
          <a:xfrm>
            <a:off x="495300" y="59721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이전 답변 준비</a:t>
            </a:r>
            <a:endParaRPr lang="ko-KR">
              <a:latin typeface="Calibri"/>
              <a:ea typeface="Calibri"/>
              <a:cs typeface="Calibri"/>
            </a:endParaRPr>
          </a:p>
        </p:txBody>
      </p:sp>
      <p:sp>
        <p:nvSpPr>
          <p:cNvPr id="17" name="dp44-background-15">
            <a:extLst>
              <a:ext uri="{FF2B5EF4-FFF2-40B4-BE49-F238E27FC236}">
                <ns2:creationId id="{37119E8F-2C0E-4712-839A-D8C909BB316A}"/>
              </a:ext>
            </a:extLst>
          </p:cNvPr>
          <p:cNvSpPr>
            <a:spLocks noGrp="1"/>
          </p:cNvSpPr>
          <p:nvPr/>
        </p:nvSpPr>
        <p:spPr>
          <a:xfrm>
            <a:off x="3286125" y="6191250"/>
            <a:ext cx="6715125" cy="9525"/>
          </a:xfrm>
          <a:custGeom>
            <a:pathLst>
              <a:path w="6715125" h="9525">
                <a:moveTo>
                  <a:pt x="0" y="0"/>
                </a:moveTo>
                <a:lnTo>
                  <a:pt x="6715125" y="0"/>
                </a:lnTo>
              </a:path>
            </a:pathLst>
          </a:custGeom>
          <a:noFill/>
          <a:ln w="13335">
            <a:solidFill>
              <a:srgbClr val="D0D0D0"/>
            </a:solidFill>
            <a:prstDash val="dash"/>
          </a:ln>
        </p:spPr>
      </p:sp>
      <p:sp>
        <p:nvSpPr>
          <p:cNvPr id="18" name="dp44-background-16">
            <a:extLst>
              <a:ext uri="{FF2B5EF4-FFF2-40B4-BE49-F238E27FC236}">
                <ns2:creationId id="{560749E6-1366-4B09-9419-E7A9B6ACAF15}"/>
              </a:ext>
            </a:extLst>
          </p:cNvPr>
          <p:cNvSpPr>
            <a:spLocks noGrp="1"/>
          </p:cNvSpPr>
          <p:nvPr/>
        </p:nvSpPr>
        <p:spPr>
          <a:xfrm>
            <a:off x="7048500" y="2781300"/>
            <a:ext cx="676275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표부터 설명해줘.”</a:t>
            </a:r>
            <a:endParaRPr lang="ko-KR">
              <a:latin typeface="Calibri"/>
              <a:ea typeface="Calibri"/>
              <a:cs typeface="Calibri"/>
            </a:endParaRPr>
          </a:p>
        </p:txBody>
      </p:sp>
      <p:sp>
        <p:nvSpPr>
          <p:cNvPr id="19" name="dp44-background-17">
            <a:extLst>
              <a:ext uri="{FF2B5EF4-FFF2-40B4-BE49-F238E27FC236}">
                <ns2:creationId id="{1C884BC1-718F-4AB4-AAF5-B9BCFED13050}"/>
              </a:ext>
            </a:extLst>
          </p:cNvPr>
          <p:cNvSpPr>
            <a:spLocks noGrp="1"/>
          </p:cNvSpPr>
          <p:nvPr/>
        </p:nvSpPr>
        <p:spPr>
          <a:xfrm>
            <a:off x="7096125" y="3333750"/>
            <a:ext cx="5191125" cy="9525"/>
          </a:xfrm>
          <a:custGeom>
            <a:pathLst>
              <a:path w="5191125" h="9525">
                <a:moveTo>
                  <a:pt x="0" y="0"/>
                </a:moveTo>
                <a:lnTo>
                  <a:pt x="5191125" y="0"/>
                </a:lnTo>
              </a:path>
            </a:pathLst>
          </a:custGeom>
          <a:noFill/>
          <a:ln w="76200">
            <a:solidFill>
              <a:srgbClr val="00889A"/>
            </a:solidFill>
            <a:prstDash val="solid"/>
          </a:ln>
        </p:spPr>
      </p:sp>
      <p:sp>
        <p:nvSpPr>
          <p:cNvPr id="20" name="dp44-background-18">
            <a:extLst>
              <a:ext uri="{FF2B5EF4-FFF2-40B4-BE49-F238E27FC236}">
                <ns2:creationId id="{740E1969-CAE6-45FD-8D3B-7CCD9165D18A}"/>
              </a:ext>
            </a:extLst>
          </p:cNvPr>
          <p:cNvSpPr>
            <a:spLocks noGrp="1"/>
          </p:cNvSpPr>
          <p:nvPr/>
        </p:nvSpPr>
        <p:spPr>
          <a:xfrm>
            <a:off x="3429000" y="4171950"/>
            <a:ext cx="3667125" cy="9525"/>
          </a:xfrm>
          <a:custGeom>
            <a:pathLst>
              <a:path w="3667125" h="9525">
                <a:moveTo>
                  <a:pt x="0" y="0"/>
                </a:moveTo>
                <a:lnTo>
                  <a:pt x="3667125" y="0"/>
                </a:lnTo>
              </a:path>
            </a:pathLst>
          </a:custGeom>
          <a:noFill/>
          <a:ln w="76200">
            <a:solidFill>
              <a:srgbClr val="00889A"/>
            </a:solidFill>
            <a:prstDash val="solid"/>
          </a:ln>
        </p:spPr>
      </p:sp>
      <p:sp>
        <p:nvSpPr>
          <p:cNvPr id="21" name="dp44-background-19">
            <a:extLst>
              <a:ext uri="{FF2B5EF4-FFF2-40B4-BE49-F238E27FC236}">
                <ns2:creationId id="{B5CC2A63-CA07-408B-B0D5-11953A269D49}"/>
              </a:ext>
            </a:extLst>
          </p:cNvPr>
          <p:cNvSpPr>
            <a:spLocks noGrp="1"/>
          </p:cNvSpPr>
          <p:nvPr/>
        </p:nvSpPr>
        <p:spPr>
          <a:xfrm>
            <a:off x="7096125" y="3971925"/>
            <a:ext cx="9525" cy="409575"/>
          </a:xfrm>
          <a:custGeom>
            <a:pathLst>
              <a:path w="9525" h="409575">
                <a:moveTo>
                  <a:pt x="0" y="0"/>
                </a:moveTo>
                <a:lnTo>
                  <a:pt x="0" y="409575"/>
                </a:lnTo>
              </a:path>
            </a:pathLst>
          </a:custGeom>
          <a:noFill/>
          <a:ln w="38100">
            <a:solidFill>
              <a:srgbClr val="C00000"/>
            </a:solidFill>
            <a:prstDash val="solid"/>
          </a:ln>
        </p:spPr>
      </p:sp>
      <p:sp>
        <p:nvSpPr>
          <p:cNvPr id="22" name="dp44-background-20">
            <a:extLst>
              <a:ext uri="{FF2B5EF4-FFF2-40B4-BE49-F238E27FC236}">
                <ns2:creationId id="{5D387014-A63E-4D64-A4F0-D3F2CA8B9FC2}"/>
              </a:ext>
            </a:extLst>
          </p:cNvPr>
          <p:cNvSpPr>
            <a:spLocks noGrp="1"/>
          </p:cNvSpPr>
          <p:nvPr/>
        </p:nvSpPr>
        <p:spPr>
          <a:xfrm>
            <a:off x="7429500" y="3829050"/>
            <a:ext cx="10001250" cy="5715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즉시 중단 · 입력은 계속 수신</a:t>
            </a:r>
            <a:endParaRPr lang="ko-KR">
              <a:latin typeface="Calibri"/>
              <a:ea typeface="Calibri"/>
              <a:cs typeface="Calibri"/>
            </a:endParaRPr>
          </a:p>
        </p:txBody>
      </p:sp>
      <p:sp>
        <p:nvSpPr>
          <p:cNvPr id="23" name="dp44-background-21">
            <a:extLst>
              <a:ext uri="{FF2B5EF4-FFF2-40B4-BE49-F238E27FC236}">
                <ns2:creationId id="{1964A82E-4E1F-46FB-80B2-39CCDF50B687}"/>
              </a:ext>
            </a:extLst>
          </p:cNvPr>
          <p:cNvSpPr>
            <a:spLocks noGrp="1"/>
          </p:cNvSpPr>
          <p:nvPr/>
        </p:nvSpPr>
        <p:spPr>
          <a:xfrm>
            <a:off x="3429000" y="4438650"/>
            <a:ext cx="33337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 설명 중</a:t>
            </a:r>
            <a:endParaRPr lang="ko-KR">
              <a:latin typeface="Calibri"/>
              <a:ea typeface="Calibri"/>
              <a:cs typeface="Calibri"/>
            </a:endParaRPr>
          </a:p>
        </p:txBody>
      </p:sp>
      <p:sp>
        <p:nvSpPr>
          <p:cNvPr id="24" name="dp44-background-22">
            <a:extLst>
              <a:ext uri="{FF2B5EF4-FFF2-40B4-BE49-F238E27FC236}">
                <ns2:creationId id="{E0676511-0B5F-4C84-AB75-F231BFEDE860}"/>
              </a:ext>
            </a:extLst>
          </p:cNvPr>
          <p:cNvSpPr>
            <a:spLocks noGrp="1"/>
          </p:cNvSpPr>
          <p:nvPr/>
        </p:nvSpPr>
        <p:spPr>
          <a:xfrm>
            <a:off x="8715375" y="5086350"/>
            <a:ext cx="266700" cy="266700"/>
          </a:xfrm>
          <a:prstGeom prst="ellipse">
            <a:avLst/>
          </a:prstGeom>
          <a:solidFill>
            <a:srgbClr val="FFFFFF"/>
          </a:solidFill>
          <a:ln w="19050">
            <a:solidFill>
              <a:srgbClr val="00889A"/>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44-background-23">
            <a:extLst>
              <a:ext uri="{FF2B5EF4-FFF2-40B4-BE49-F238E27FC236}">
                <ns2:creationId id="{8895A344-4513-4ACF-A1A5-C934E4717412}"/>
              </a:ext>
            </a:extLst>
          </p:cNvPr>
          <p:cNvSpPr>
            <a:spLocks noGrp="1"/>
          </p:cNvSpPr>
          <p:nvPr/>
        </p:nvSpPr>
        <p:spPr>
          <a:xfrm>
            <a:off x="8667750" y="5505450"/>
            <a:ext cx="59055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“받는 사람은 누구인가요?”</a:t>
            </a:r>
            <a:endParaRPr lang="ko-KR">
              <a:latin typeface="Calibri"/>
              <a:ea typeface="Calibri"/>
              <a:cs typeface="Calibri"/>
            </a:endParaRPr>
          </a:p>
        </p:txBody>
      </p:sp>
      <p:sp>
        <p:nvSpPr>
          <p:cNvPr id="26" name="dp44-background-24">
            <a:extLst>
              <a:ext uri="{FF2B5EF4-FFF2-40B4-BE49-F238E27FC236}">
                <ns2:creationId id="{EED3DC9F-C4B3-475B-A5BD-4749E24C2F32}"/>
              </a:ext>
            </a:extLst>
          </p:cNvPr>
          <p:cNvSpPr>
            <a:spLocks noGrp="1"/>
          </p:cNvSpPr>
          <p:nvPr/>
        </p:nvSpPr>
        <p:spPr>
          <a:xfrm>
            <a:off x="8982075" y="5219700"/>
            <a:ext cx="4638675" cy="9525"/>
          </a:xfrm>
          <a:custGeom>
            <a:pathLst>
              <a:path w="4638675" h="9525">
                <a:moveTo>
                  <a:pt x="0" y="0"/>
                </a:moveTo>
                <a:lnTo>
                  <a:pt x="4638675" y="0"/>
                </a:lnTo>
              </a:path>
            </a:pathLst>
          </a:custGeom>
          <a:noFill/>
          <a:ln w="23813">
            <a:solidFill>
              <a:srgbClr val="00889A"/>
            </a:solidFill>
            <a:prstDash val="dash"/>
          </a:ln>
        </p:spPr>
      </p:sp>
      <p:sp>
        <p:nvSpPr>
          <p:cNvPr id="27" name="dp44-background-24-arrow">
            <a:extLst>
              <a:ext uri="{FF2B5EF4-FFF2-40B4-BE49-F238E27FC236}">
                <ns2:creationId id="{E7235CF5-9449-4674-A2D8-4DC207A3046D}"/>
              </a:ext>
            </a:extLst>
          </p:cNvPr>
          <p:cNvSpPr>
            <a:spLocks noGrp="1"/>
          </p:cNvSpPr>
          <p:nvPr/>
        </p:nvSpPr>
        <p:spPr>
          <a:xfrm>
            <a:off x="13512083" y="5160335"/>
            <a:ext cx="108667" cy="118730"/>
          </a:xfrm>
          <a:custGeom>
            <a:pathLst>
              <a:path w="108667" h="118730">
                <a:moveTo>
                  <a:pt x="0" y="118730"/>
                </a:moveTo>
                <a:lnTo>
                  <a:pt x="108667" y="59365"/>
                </a:lnTo>
                <a:lnTo>
                  <a:pt x="0" y="0"/>
                </a:lnTo>
              </a:path>
            </a:pathLst>
          </a:custGeom>
          <a:noFill/>
          <a:ln w="23813">
            <a:solidFill>
              <a:srgbClr val="00889A"/>
            </a:solidFill>
            <a:prstDash val="solid"/>
          </a:ln>
        </p:spPr>
      </p:sp>
      <p:sp>
        <p:nvSpPr>
          <p:cNvPr id="28" name="dp44-background-25">
            <a:extLst>
              <a:ext uri="{FF2B5EF4-FFF2-40B4-BE49-F238E27FC236}">
                <ns2:creationId id="{62491511-CAA4-48F8-BD2B-2509C5AD3EC8}"/>
              </a:ext>
            </a:extLst>
          </p:cNvPr>
          <p:cNvSpPr>
            <a:spLocks noGrp="1"/>
          </p:cNvSpPr>
          <p:nvPr/>
        </p:nvSpPr>
        <p:spPr>
          <a:xfrm>
            <a:off x="13906500" y="4914900"/>
            <a:ext cx="3714750" cy="8191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업무로 연결</a:t>
            </a:r>
            <a:endParaRPr lang="ko-KR">
              <a:latin typeface="Calibri"/>
              <a:ea typeface="Calibri"/>
              <a:cs typeface="Calibri"/>
            </a:endParaRPr>
          </a:p>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적절한 차례에 제시</a:t>
            </a:r>
            <a:endParaRPr lang="ko-KR">
              <a:latin typeface="Calibri"/>
              <a:ea typeface="Calibri"/>
              <a:cs typeface="Calibri"/>
            </a:endParaRPr>
          </a:p>
        </p:txBody>
      </p:sp>
      <p:sp>
        <p:nvSpPr>
          <p:cNvPr id="29" name="dp44-background-26">
            <a:extLst>
              <a:ext uri="{FF2B5EF4-FFF2-40B4-BE49-F238E27FC236}">
                <ns2:creationId id="{2CF9167B-D0B4-46A6-A678-E17A7E40E11D}"/>
              </a:ext>
            </a:extLst>
          </p:cNvPr>
          <p:cNvSpPr>
            <a:spLocks noGrp="1"/>
          </p:cNvSpPr>
          <p:nvPr/>
        </p:nvSpPr>
        <p:spPr>
          <a:xfrm>
            <a:off x="10153650" y="6057900"/>
            <a:ext cx="266700" cy="266700"/>
          </a:xfrm>
          <a:prstGeom prst="ellipse">
            <a:avLst/>
          </a:prstGeom>
          <a:solidFill>
            <a:srgbClr val="FFFFFF"/>
          </a:solidFill>
          <a:ln w="19050">
            <a:solidFill>
              <a:srgbClr val="C00000"/>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30" name="dp44-background-27">
            <a:extLst>
              <a:ext uri="{FF2B5EF4-FFF2-40B4-BE49-F238E27FC236}">
                <ns2:creationId id="{88E231CE-6C3D-4757-BC69-40D8D2CE8F6F}"/>
              </a:ext>
            </a:extLst>
          </p:cNvPr>
          <p:cNvSpPr>
            <a:spLocks noGrp="1"/>
          </p:cNvSpPr>
          <p:nvPr/>
        </p:nvSpPr>
        <p:spPr>
          <a:xfrm>
            <a:off x="10420350" y="6191250"/>
            <a:ext cx="1914525" cy="9525"/>
          </a:xfrm>
          <a:custGeom>
            <a:pathLst>
              <a:path w="1914525" h="9525">
                <a:moveTo>
                  <a:pt x="0" y="0"/>
                </a:moveTo>
                <a:lnTo>
                  <a:pt x="1914525" y="0"/>
                </a:lnTo>
              </a:path>
            </a:pathLst>
          </a:custGeom>
          <a:noFill/>
          <a:ln w="23813">
            <a:solidFill>
              <a:srgbClr val="C00000"/>
            </a:solidFill>
            <a:prstDash val="solid"/>
          </a:ln>
        </p:spPr>
      </p:sp>
      <p:sp>
        <p:nvSpPr>
          <p:cNvPr id="31" name="dp44-background-27-arrow">
            <a:extLst>
              <a:ext uri="{FF2B5EF4-FFF2-40B4-BE49-F238E27FC236}">
                <ns2:creationId id="{4AB7294F-36F3-4D15-B23B-82B5EEA7B03E}"/>
              </a:ext>
            </a:extLst>
          </p:cNvPr>
          <p:cNvSpPr>
            <a:spLocks noGrp="1"/>
          </p:cNvSpPr>
          <p:nvPr/>
        </p:nvSpPr>
        <p:spPr>
          <a:xfrm>
            <a:off x="12226208" y="6131885"/>
            <a:ext cx="108667" cy="118730"/>
          </a:xfrm>
          <a:custGeom>
            <a:pathLst>
              <a:path w="108667" h="118730">
                <a:moveTo>
                  <a:pt x="0" y="118730"/>
                </a:moveTo>
                <a:lnTo>
                  <a:pt x="108667" y="59365"/>
                </a:lnTo>
                <a:lnTo>
                  <a:pt x="0" y="0"/>
                </a:lnTo>
              </a:path>
            </a:pathLst>
          </a:custGeom>
          <a:noFill/>
          <a:ln w="23813">
            <a:solidFill>
              <a:srgbClr val="C00000"/>
            </a:solidFill>
            <a:prstDash val="solid"/>
          </a:ln>
        </p:spPr>
      </p:sp>
      <p:sp>
        <p:nvSpPr>
          <p:cNvPr id="32" name="dp44-background-28">
            <a:extLst>
              <a:ext uri="{FF2B5EF4-FFF2-40B4-BE49-F238E27FC236}">
                <ns2:creationId id="{A94DD8E7-43EF-4220-B68D-C1E0457DE76D}"/>
              </a:ext>
            </a:extLst>
          </p:cNvPr>
          <p:cNvSpPr>
            <a:spLocks noGrp="1"/>
          </p:cNvSpPr>
          <p:nvPr/>
        </p:nvSpPr>
        <p:spPr>
          <a:xfrm>
            <a:off x="12573000" y="6057900"/>
            <a:ext cx="266700" cy="266700"/>
          </a:xfrm>
          <a:custGeom>
            <a:pathLst>
              <a:path w="266700" h="266700">
                <a:moveTo>
                  <a:pt x="0" y="0"/>
                </a:moveTo>
                <a:lnTo>
                  <a:pt x="266700" y="266700"/>
                </a:lnTo>
              </a:path>
            </a:pathLst>
          </a:custGeom>
          <a:noFill/>
          <a:ln w="28575">
            <a:solidFill>
              <a:srgbClr val="C00000"/>
            </a:solidFill>
            <a:prstDash val="solid"/>
          </a:ln>
        </p:spPr>
      </p:sp>
      <p:sp>
        <p:nvSpPr>
          <p:cNvPr id="33" name="dp44-background-29">
            <a:extLst>
              <a:ext uri="{FF2B5EF4-FFF2-40B4-BE49-F238E27FC236}">
                <ns2:creationId id="{C8307ADE-6355-474A-BB73-DC1693D3D226}"/>
              </a:ext>
            </a:extLst>
          </p:cNvPr>
          <p:cNvSpPr>
            <a:spLocks noGrp="1"/>
          </p:cNvSpPr>
          <p:nvPr/>
        </p:nvSpPr>
        <p:spPr>
          <a:xfrm>
            <a:off x="12573000" y="6057900"/>
            <a:ext cx="266700" cy="266700"/>
          </a:xfrm>
          <a:custGeom>
            <a:pathLst>
              <a:path w="266700" h="266700">
                <a:moveTo>
                  <a:pt x="266700" y="0"/>
                </a:moveTo>
                <a:lnTo>
                  <a:pt x="0" y="266700"/>
                </a:lnTo>
              </a:path>
            </a:pathLst>
          </a:custGeom>
          <a:noFill/>
          <a:ln w="28575">
            <a:solidFill>
              <a:srgbClr val="C00000"/>
            </a:solidFill>
            <a:prstDash val="solid"/>
          </a:ln>
        </p:spPr>
      </p:sp>
      <p:sp>
        <p:nvSpPr>
          <p:cNvPr id="34" name="dp44-background-30">
            <a:extLst>
              <a:ext uri="{FF2B5EF4-FFF2-40B4-BE49-F238E27FC236}">
                <ns2:creationId id="{2A124004-C144-44E6-B7FF-E927AC0EDAD0}"/>
              </a:ext>
            </a:extLst>
          </p:cNvPr>
          <p:cNvSpPr>
            <a:spLocks noGrp="1"/>
          </p:cNvSpPr>
          <p:nvPr/>
        </p:nvSpPr>
        <p:spPr>
          <a:xfrm>
            <a:off x="13239750" y="5972175"/>
            <a:ext cx="4381500" cy="4953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정정 전 후보는 다시 말하지 않음</a:t>
            </a:r>
            <a:endParaRPr lang="ko-KR">
              <a:latin typeface="Calibri"/>
              <a:ea typeface="Calibri"/>
              <a:cs typeface="Calibri"/>
            </a:endParaRPr>
          </a:p>
        </p:txBody>
      </p:sp>
      <p:sp>
        <p:nvSpPr>
          <p:cNvPr id="35" name="dp44-background-31">
            <a:extLst>
              <a:ext uri="{FF2B5EF4-FFF2-40B4-BE49-F238E27FC236}">
                <ns2:creationId id="{E8C8A7A4-1ECD-4310-8487-00A2726FF89C}"/>
              </a:ext>
            </a:extLst>
          </p:cNvPr>
          <p:cNvSpPr>
            <a:spLocks noGrp="1"/>
          </p:cNvSpPr>
          <p:nvPr/>
        </p:nvSpPr>
        <p:spPr>
          <a:xfrm>
            <a:off x="495300" y="6981825"/>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정정 전 답변을 다시 말하거나 메일 질문을 놓치면, 사용자의 제어가 무너집니다.</a:t>
            </a:r>
            <a:endParaRPr lang="ko-KR">
              <a:latin typeface="Calibri"/>
              <a:ea typeface="Calibri"/>
              <a:cs typeface="Calibri"/>
            </a:endParaRPr>
          </a:p>
        </p:txBody>
      </p:sp>
      <p:sp>
        <p:nvSpPr>
          <p:cNvPr id="36" name="dp44-background-32">
            <a:extLst>
              <a:ext uri="{FF2B5EF4-FFF2-40B4-BE49-F238E27FC236}">
                <ns2:creationId id="{BA6EA216-88BA-4111-B0B5-40E76ECB3921}"/>
              </a:ext>
            </a:extLst>
          </p:cNvPr>
          <p:cNvSpPr>
            <a:spLocks noGrp="1"/>
          </p:cNvSpPr>
          <p:nvPr/>
        </p:nvSpPr>
        <p:spPr>
          <a:xfrm>
            <a:off x="495300" y="7781925"/>
            <a:ext cx="17297400" cy="6096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도착 순서만으로 다음 처리를 정할 수 없습니다. 준비 완료와 실제 전달도 구별해야 합니다.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15 / 63</a:t>
            </a:r>
            <a:endParaRPr lang="ko-KR">
              <a:latin typeface="Calibri"/>
              <a:ea typeface="Calibri"/>
              <a:cs typeface="Calibri"/>
            </a:endParaRPr>
          </a:p>
        </p:txBody>
      </p:sp>
    </p:spTree>
    <p:extLst>
      <p:ext uri="{BB962C8B-B14F-4D97-AF65-F5344CB8AC3E}">
        <p14:creationId val="2049395896"/>
      </p:ext>
    </p:extLst>
  </p:cSld>
</p:sld>
</file>

<file path=ppt/slides/slide60.xml><?xml version="1.0" encoding="utf-8"?>
<p:sld xmlns:a="http://schemas.openxmlformats.org/drawingml/2006/main" xmlns:ns2="http://schemas.microsoft.com/office/drawing/2014/main" xmlns:p="http://schemas.openxmlformats.org/presentationml/2006/main" xmlns:p14="http://schemas.microsoft.com/office/powerpoint/2010/main">
  <p:cSld name="dp45-background-v3">
    <p:bg>
      <p:bgPr>
        <a:solidFill>
          <a:srgbClr val="FFFFFF"/>
        </a:solidFill>
      </p:bgPr>
    </p:bg>
    <p:spTree>
      <p:nvGrpSpPr>
        <p:cNvPr id="2" name=""/>
        <p:cNvGrpSpPr/>
        <p:nvPr/>
      </p:nvGrpSpPr>
      <p:grpSpPr>
        <a:xfrm/>
      </p:grpSpPr>
      <p:sp>
        <p:nvSpPr>
          <p:cNvPr id="3" name="dp45-background-1">
            <a:extLst>
              <a:ext uri="{FF2B5EF4-FFF2-40B4-BE49-F238E27FC236}">
                <ns2:creationId id="{5F7C7CED-F20B-4CBA-AC1D-1F48AEC67B2C}"/>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설명과 업무 결과의 재사용</a:t>
            </a:r>
            <a:endParaRPr lang="ko-KR">
              <a:latin typeface="Calibri"/>
              <a:ea typeface="Calibri"/>
              <a:cs typeface="Calibri"/>
            </a:endParaRPr>
          </a:p>
        </p:txBody>
      </p:sp>
      <p:sp>
        <p:nvSpPr>
          <p:cNvPr id="4" name="dp45-background-2">
            <a:extLst>
              <a:ext uri="{FF2B5EF4-FFF2-40B4-BE49-F238E27FC236}">
                <ns2:creationId id="{A0D6114F-5AB9-4287-AAA3-A0D1FA3C9B13}"/>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ckground-3">
            <a:extLst>
              <a:ext uri="{FF2B5EF4-FFF2-40B4-BE49-F238E27FC236}">
                <ns2:creationId id="{095DFED0-4891-451A-94ED-AA9299893A62}"/>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5-background-4">
            <a:extLst>
              <a:ext uri="{FF2B5EF4-FFF2-40B4-BE49-F238E27FC236}">
                <ns2:creationId id="{FEB46E4C-8352-48FF-B9E8-4B847CC236CF}"/>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5-background-5">
            <a:extLst>
              <a:ext uri="{FF2B5EF4-FFF2-40B4-BE49-F238E27FC236}">
                <ns2:creationId id="{D577F022-CC3D-4C81-9890-96D5F534A84C}"/>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VIA의 설명, 여러 Agent 결과와 정정·실제 전달 기록을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나중 요청에서 어떻게 다시 연결해 사용할까?</a:t>
            </a:r>
            <a:endParaRPr lang="ko-KR">
              <a:latin typeface="Calibri"/>
              <a:ea typeface="Calibri"/>
              <a:cs typeface="Calibri"/>
            </a:endParaRPr>
          </a:p>
        </p:txBody>
      </p:sp>
      <p:sp>
        <p:nvSpPr>
          <p:cNvPr id="8" name="dp45-background-6">
            <a:extLst>
              <a:ext uri="{FF2B5EF4-FFF2-40B4-BE49-F238E27FC236}">
                <ns2:creationId id="{2D9D5FAF-441C-4CAB-B7AD-B72CFCEF1CE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“지난번 네가 설명한 기준으로,</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제품 비교와 견적도 이번 제안서에 반영해줘.”</a:t>
            </a:r>
            <a:endParaRPr lang="ko-KR">
              <a:latin typeface="Calibri"/>
              <a:ea typeface="Calibri"/>
              <a:cs typeface="Calibri"/>
            </a:endParaRPr>
          </a:p>
        </p:txBody>
      </p:sp>
      <p:sp>
        <p:nvSpPr>
          <p:cNvPr id="9" name="dp45-background-7">
            <a:extLst>
              <a:ext uri="{FF2B5EF4-FFF2-40B4-BE49-F238E27FC236}">
                <ns2:creationId id="{AF55EC40-A445-4CB6-9DEB-DFAE2F45A7F4}"/>
              </a:ext>
            </a:extLst>
          </p:cNvPr>
          <p:cNvSpPr>
            <a:spLocks noGrp="1"/>
          </p:cNvSpPr>
          <p:nvPr/>
        </p:nvSpPr>
        <p:spPr>
          <a:xfrm>
            <a:off x="4953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VIA에게 들은 설명</a:t>
            </a:r>
            <a:endParaRPr lang="ko-KR">
              <a:latin typeface="Calibri"/>
              <a:ea typeface="Calibri"/>
              <a:cs typeface="Calibri"/>
            </a:endParaRPr>
          </a:p>
        </p:txBody>
      </p:sp>
      <p:sp>
        <p:nvSpPr>
          <p:cNvPr id="10" name="dp45-background-8">
            <a:extLst>
              <a:ext uri="{FF2B5EF4-FFF2-40B4-BE49-F238E27FC236}">
                <ns2:creationId id="{591D5BB8-937F-4470-9BA1-E6D5CF600839}"/>
              </a:ext>
            </a:extLst>
          </p:cNvPr>
          <p:cNvSpPr>
            <a:spLocks noGrp="1"/>
          </p:cNvSpPr>
          <p:nvPr/>
        </p:nvSpPr>
        <p:spPr>
          <a:xfrm>
            <a:off x="4953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평가 기준</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원문과 실제 전달 범위</a:t>
            </a:r>
            <a:endParaRPr lang="ko-KR">
              <a:latin typeface="Calibri"/>
              <a:ea typeface="Calibri"/>
              <a:cs typeface="Calibri"/>
            </a:endParaRPr>
          </a:p>
        </p:txBody>
      </p:sp>
      <p:sp>
        <p:nvSpPr>
          <p:cNvPr id="11" name="dp45-background-9">
            <a:extLst>
              <a:ext uri="{FF2B5EF4-FFF2-40B4-BE49-F238E27FC236}">
                <ns2:creationId id="{CB938243-58B7-4B0C-9A93-C21DD77E783D}"/>
              </a:ext>
            </a:extLst>
          </p:cNvPr>
          <p:cNvSpPr>
            <a:spLocks noGrp="1"/>
          </p:cNvSpPr>
          <p:nvPr/>
        </p:nvSpPr>
        <p:spPr>
          <a:xfrm>
            <a:off x="64389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제품 조사 Agent 결과</a:t>
            </a:r>
            <a:endParaRPr lang="ko-KR">
              <a:latin typeface="Calibri"/>
              <a:ea typeface="Calibri"/>
              <a:cs typeface="Calibri"/>
            </a:endParaRPr>
          </a:p>
        </p:txBody>
      </p:sp>
      <p:sp>
        <p:nvSpPr>
          <p:cNvPr id="12" name="dp45-background-10">
            <a:extLst>
              <a:ext uri="{FF2B5EF4-FFF2-40B4-BE49-F238E27FC236}">
                <ns2:creationId id="{7EDE7831-59AE-42B0-B168-451A7B595F2E}"/>
              </a:ext>
            </a:extLst>
          </p:cNvPr>
          <p:cNvSpPr>
            <a:spLocks noGrp="1"/>
          </p:cNvSpPr>
          <p:nvPr/>
        </p:nvSpPr>
        <p:spPr>
          <a:xfrm>
            <a:off x="64389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비교</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자료 참조</a:t>
            </a:r>
            <a:endParaRPr lang="ko-KR">
              <a:latin typeface="Calibri"/>
              <a:ea typeface="Calibri"/>
              <a:cs typeface="Calibri"/>
            </a:endParaRPr>
          </a:p>
        </p:txBody>
      </p:sp>
      <p:sp>
        <p:nvSpPr>
          <p:cNvPr id="13" name="dp45-background-11">
            <a:extLst>
              <a:ext uri="{FF2B5EF4-FFF2-40B4-BE49-F238E27FC236}">
                <ns2:creationId id="{8DD9DE5D-C9A5-4B5F-A913-E2300708D5C5}"/>
              </a:ext>
            </a:extLst>
          </p:cNvPr>
          <p:cNvSpPr>
            <a:spLocks noGrp="1"/>
          </p:cNvSpPr>
          <p:nvPr/>
        </p:nvSpPr>
        <p:spPr>
          <a:xfrm>
            <a:off x="123825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견적 Agent 결과</a:t>
            </a:r>
            <a:endParaRPr lang="ko-KR">
              <a:latin typeface="Calibri"/>
              <a:ea typeface="Calibri"/>
              <a:cs typeface="Calibri"/>
            </a:endParaRPr>
          </a:p>
        </p:txBody>
      </p:sp>
      <p:sp>
        <p:nvSpPr>
          <p:cNvPr id="14" name="dp45-background-12">
            <a:extLst>
              <a:ext uri="{FF2B5EF4-FFF2-40B4-BE49-F238E27FC236}">
                <ns2:creationId id="{5257323E-A0A5-4A7D-9F86-C5290BB9695F}"/>
              </a:ext>
            </a:extLst>
          </p:cNvPr>
          <p:cNvSpPr>
            <a:spLocks noGrp="1"/>
          </p:cNvSpPr>
          <p:nvPr/>
        </p:nvSpPr>
        <p:spPr>
          <a:xfrm>
            <a:off x="123825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버전</a:t>
            </a:r>
            <a:endParaRPr lang="ko-KR">
              <a:latin typeface="Calibri"/>
              <a:ea typeface="Calibri"/>
              <a:cs typeface="Calibri"/>
            </a:endParaRPr>
          </a:p>
        </p:txBody>
      </p:sp>
      <p:sp>
        <p:nvSpPr>
          <p:cNvPr id="15" name="dp45-background-13">
            <a:extLst>
              <a:ext uri="{FF2B5EF4-FFF2-40B4-BE49-F238E27FC236}">
                <ns2:creationId id="{9FDE953C-9335-4D9D-8CA9-71B9D69BA63E}"/>
              </a:ext>
            </a:extLst>
          </p:cNvPr>
          <p:cNvSpPr>
            <a:spLocks noGrp="1"/>
          </p:cNvSpPr>
          <p:nvPr/>
        </p:nvSpPr>
        <p:spPr>
          <a:xfrm>
            <a:off x="3200400" y="4791075"/>
            <a:ext cx="9525" cy="190500"/>
          </a:xfrm>
          <a:custGeom>
            <a:pathLst>
              <a:path w="9525" h="190500">
                <a:moveTo>
                  <a:pt x="0" y="0"/>
                </a:moveTo>
                <a:lnTo>
                  <a:pt x="0" y="190500"/>
                </a:lnTo>
              </a:path>
            </a:pathLst>
          </a:custGeom>
          <a:noFill/>
          <a:ln w="23813">
            <a:solidFill>
              <a:srgbClr val="00889A"/>
            </a:solidFill>
            <a:prstDash val="solid"/>
          </a:ln>
        </p:spPr>
      </p:sp>
      <p:sp>
        <p:nvSpPr>
          <p:cNvPr id="16" name="dp45-background-14">
            <a:extLst>
              <a:ext uri="{FF2B5EF4-FFF2-40B4-BE49-F238E27FC236}">
                <ns2:creationId id="{1BFA1A74-FF3F-49B8-9604-4F7EDA32D7A9}"/>
              </a:ext>
            </a:extLst>
          </p:cNvPr>
          <p:cNvSpPr>
            <a:spLocks noGrp="1"/>
          </p:cNvSpPr>
          <p:nvPr/>
        </p:nvSpPr>
        <p:spPr>
          <a:xfrm>
            <a:off x="3200400" y="5619750"/>
            <a:ext cx="9525" cy="142875"/>
          </a:xfrm>
          <a:custGeom>
            <a:pathLst>
              <a:path w="9525" h="142875">
                <a:moveTo>
                  <a:pt x="0" y="0"/>
                </a:moveTo>
                <a:lnTo>
                  <a:pt x="0" y="142875"/>
                </a:lnTo>
              </a:path>
            </a:pathLst>
          </a:custGeom>
          <a:noFill/>
          <a:ln w="23813">
            <a:solidFill>
              <a:srgbClr val="00889A"/>
            </a:solidFill>
            <a:prstDash val="solid"/>
          </a:ln>
        </p:spPr>
      </p:sp>
      <p:sp>
        <p:nvSpPr>
          <p:cNvPr id="17" name="dp45-background-14-arrow">
            <a:extLst>
              <a:ext uri="{FF2B5EF4-FFF2-40B4-BE49-F238E27FC236}">
                <ns2:creationId id="{22C2BFB0-D40B-4EF3-AC8A-F3EA025687BE}"/>
              </a:ext>
            </a:extLst>
          </p:cNvPr>
          <p:cNvSpPr>
            <a:spLocks noGrp="1"/>
          </p:cNvSpPr>
          <p:nvPr/>
        </p:nvSpPr>
        <p:spPr>
          <a:xfrm>
            <a:off x="31410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ckground-15">
            <a:extLst>
              <a:ext uri="{FF2B5EF4-FFF2-40B4-BE49-F238E27FC236}">
                <ns2:creationId id="{8F091913-6AB5-4CFC-BF4E-3BC144A90779}"/>
              </a:ext>
            </a:extLst>
          </p:cNvPr>
          <p:cNvSpPr>
            <a:spLocks noGrp="1"/>
          </p:cNvSpPr>
          <p:nvPr/>
        </p:nvSpPr>
        <p:spPr>
          <a:xfrm>
            <a:off x="9144000" y="4791075"/>
            <a:ext cx="9525" cy="190500"/>
          </a:xfrm>
          <a:custGeom>
            <a:pathLst>
              <a:path w="9525" h="190500">
                <a:moveTo>
                  <a:pt x="0" y="0"/>
                </a:moveTo>
                <a:lnTo>
                  <a:pt x="0" y="190500"/>
                </a:lnTo>
              </a:path>
            </a:pathLst>
          </a:custGeom>
          <a:noFill/>
          <a:ln w="23813">
            <a:solidFill>
              <a:srgbClr val="00889A"/>
            </a:solidFill>
            <a:prstDash val="solid"/>
          </a:ln>
        </p:spPr>
      </p:sp>
      <p:sp>
        <p:nvSpPr>
          <p:cNvPr id="19" name="dp45-background-16">
            <a:extLst>
              <a:ext uri="{FF2B5EF4-FFF2-40B4-BE49-F238E27FC236}">
                <ns2:creationId id="{E7C15E7C-671D-4D67-828D-8F7E82432B1F}"/>
              </a:ext>
            </a:extLst>
          </p:cNvPr>
          <p:cNvSpPr>
            <a:spLocks noGrp="1"/>
          </p:cNvSpPr>
          <p:nvPr/>
        </p:nvSpPr>
        <p:spPr>
          <a:xfrm>
            <a:off x="9144000" y="5619750"/>
            <a:ext cx="9525" cy="142875"/>
          </a:xfrm>
          <a:custGeom>
            <a:pathLst>
              <a:path w="9525" h="142875">
                <a:moveTo>
                  <a:pt x="0" y="0"/>
                </a:moveTo>
                <a:lnTo>
                  <a:pt x="0" y="142875"/>
                </a:lnTo>
              </a:path>
            </a:pathLst>
          </a:custGeom>
          <a:noFill/>
          <a:ln w="23813">
            <a:solidFill>
              <a:srgbClr val="00889A"/>
            </a:solidFill>
            <a:prstDash val="solid"/>
          </a:ln>
        </p:spPr>
      </p:sp>
      <p:sp>
        <p:nvSpPr>
          <p:cNvPr id="20" name="dp45-background-16-arrow">
            <a:extLst>
              <a:ext uri="{FF2B5EF4-FFF2-40B4-BE49-F238E27FC236}">
                <ns2:creationId id="{2479D4A1-27FA-4C0C-BE6A-EE16D3EE4ED3}"/>
              </a:ext>
            </a:extLst>
          </p:cNvPr>
          <p:cNvSpPr>
            <a:spLocks noGrp="1"/>
          </p:cNvSpPr>
          <p:nvPr/>
        </p:nvSpPr>
        <p:spPr>
          <a:xfrm>
            <a:off x="90846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ckground-17">
            <a:extLst>
              <a:ext uri="{FF2B5EF4-FFF2-40B4-BE49-F238E27FC236}">
                <ns2:creationId id="{82BBCBBA-B449-4040-8ADA-D64E3DEF592E}"/>
              </a:ext>
            </a:extLst>
          </p:cNvPr>
          <p:cNvSpPr>
            <a:spLocks noGrp="1"/>
          </p:cNvSpPr>
          <p:nvPr/>
        </p:nvSpPr>
        <p:spPr>
          <a:xfrm>
            <a:off x="15087600" y="4791075"/>
            <a:ext cx="9525" cy="190500"/>
          </a:xfrm>
          <a:custGeom>
            <a:pathLst>
              <a:path w="9525" h="190500">
                <a:moveTo>
                  <a:pt x="0" y="0"/>
                </a:moveTo>
                <a:lnTo>
                  <a:pt x="0" y="190500"/>
                </a:lnTo>
              </a:path>
            </a:pathLst>
          </a:custGeom>
          <a:noFill/>
          <a:ln w="23813">
            <a:solidFill>
              <a:srgbClr val="00889A"/>
            </a:solidFill>
            <a:prstDash val="solid"/>
          </a:ln>
        </p:spPr>
      </p:sp>
      <p:sp>
        <p:nvSpPr>
          <p:cNvPr id="22" name="dp45-background-18">
            <a:extLst>
              <a:ext uri="{FF2B5EF4-FFF2-40B4-BE49-F238E27FC236}">
                <ns2:creationId id="{A27D91E8-A42C-4882-8B5A-91AD7B344AEC}"/>
              </a:ext>
            </a:extLst>
          </p:cNvPr>
          <p:cNvSpPr>
            <a:spLocks noGrp="1"/>
          </p:cNvSpPr>
          <p:nvPr/>
        </p:nvSpPr>
        <p:spPr>
          <a:xfrm>
            <a:off x="15087600" y="5619750"/>
            <a:ext cx="9525" cy="142875"/>
          </a:xfrm>
          <a:custGeom>
            <a:pathLst>
              <a:path w="9525" h="142875">
                <a:moveTo>
                  <a:pt x="0" y="0"/>
                </a:moveTo>
                <a:lnTo>
                  <a:pt x="0" y="142875"/>
                </a:lnTo>
              </a:path>
            </a:pathLst>
          </a:custGeom>
          <a:noFill/>
          <a:ln w="23813">
            <a:solidFill>
              <a:srgbClr val="00889A"/>
            </a:solidFill>
            <a:prstDash val="solid"/>
          </a:ln>
        </p:spPr>
      </p:sp>
      <p:sp>
        <p:nvSpPr>
          <p:cNvPr id="23" name="dp45-background-18-arrow">
            <a:extLst>
              <a:ext uri="{FF2B5EF4-FFF2-40B4-BE49-F238E27FC236}">
                <ns2:creationId id="{5DB91BAC-636D-4534-AECE-D3F3AB92A1C8}"/>
              </a:ext>
            </a:extLst>
          </p:cNvPr>
          <p:cNvSpPr>
            <a:spLocks noGrp="1"/>
          </p:cNvSpPr>
          <p:nvPr/>
        </p:nvSpPr>
        <p:spPr>
          <a:xfrm>
            <a:off x="150282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4" name="dp45-background-19">
            <a:extLst>
              <a:ext uri="{FF2B5EF4-FFF2-40B4-BE49-F238E27FC236}">
                <ns2:creationId id="{E531A2B0-D5D2-4778-86D4-C9FF042FE0DC}"/>
              </a:ext>
            </a:extLst>
          </p:cNvPr>
          <p:cNvSpPr>
            <a:spLocks noGrp="1"/>
          </p:cNvSpPr>
          <p:nvPr/>
        </p:nvSpPr>
        <p:spPr>
          <a:xfrm>
            <a:off x="495300" y="5095875"/>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그 뒤 “가격은 비교에서 빼줘”라고 조건을 고쳤습니다.</a:t>
            </a:r>
            <a:endParaRPr lang="ko-KR">
              <a:latin typeface="Calibri"/>
              <a:ea typeface="Calibri"/>
              <a:cs typeface="Calibri"/>
            </a:endParaRPr>
          </a:p>
        </p:txBody>
      </p:sp>
      <p:sp>
        <p:nvSpPr>
          <p:cNvPr id="25" name="dp45-background-20">
            <a:extLst>
              <a:ext uri="{FF2B5EF4-FFF2-40B4-BE49-F238E27FC236}">
                <ns2:creationId id="{8104608E-55D4-45C5-94CE-9564E558EA6D}"/>
              </a:ext>
            </a:extLst>
          </p:cNvPr>
          <p:cNvSpPr>
            <a:spLocks noGrp="1"/>
          </p:cNvSpPr>
          <p:nvPr/>
        </p:nvSpPr>
        <p:spPr>
          <a:xfrm>
            <a:off x="495300" y="5972175"/>
            <a:ext cx="17297400" cy="1038225"/>
          </a:xfrm>
          <a:prstGeom prst="rect">
            <a:avLst/>
          </a:prstGeom>
          <a:solidFill>
            <a:srgbClr val="F2F2F2"/>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요청의 과거 맥락</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전달한 기준 · 정정한 조건 · 사용 가능한 결과</a:t>
            </a:r>
            <a:endParaRPr lang="ko-KR">
              <a:latin typeface="Calibri"/>
              <a:ea typeface="Calibri"/>
              <a:cs typeface="Calibri"/>
            </a:endParaRPr>
          </a:p>
        </p:txBody>
      </p:sp>
      <p:sp>
        <p:nvSpPr>
          <p:cNvPr id="26" name="dp45-background-21">
            <a:extLst>
              <a:ext uri="{FF2B5EF4-FFF2-40B4-BE49-F238E27FC236}">
                <ns2:creationId id="{7D1DF454-6BA7-4CCD-8EF2-DF09D257940B}"/>
              </a:ext>
            </a:extLst>
          </p:cNvPr>
          <p:cNvSpPr>
            <a:spLocks noGrp="1"/>
          </p:cNvSpPr>
          <p:nvPr/>
        </p:nvSpPr>
        <p:spPr>
          <a:xfrm>
            <a:off x="495300" y="7305675"/>
            <a:ext cx="172974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옛 조건이나 전달하지 않은 설명을 쓰면, 이번 업무를 다른 뜻으로 맡기게 됩니다.</a:t>
            </a:r>
            <a:endParaRPr lang="ko-KR">
              <a:latin typeface="Calibri"/>
              <a:ea typeface="Calibri"/>
              <a:cs typeface="Calibri"/>
            </a:endParaRPr>
          </a:p>
        </p:txBody>
      </p:sp>
      <p:sp>
        <p:nvSpPr>
          <p:cNvPr id="27" name="dp45-background-22">
            <a:extLst>
              <a:ext uri="{FF2B5EF4-FFF2-40B4-BE49-F238E27FC236}">
                <ns2:creationId id="{5686EFEB-90D1-47DA-AEF5-55B6FA590BBF}"/>
              </a:ext>
            </a:extLst>
          </p:cNvPr>
          <p:cNvSpPr>
            <a:spLocks noGrp="1"/>
          </p:cNvSpPr>
          <p:nvPr/>
        </p:nvSpPr>
        <p:spPr>
          <a:xfrm>
            <a:off x="495300" y="7972425"/>
            <a:ext cx="17297400" cy="4572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기록이 여러 곳에 흩어져 있고, 수정·삭제 후 사용할 수 있는 범위도 바뀝니다.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17 / 63</a:t>
            </a:r>
            <a:endParaRPr lang="ko-KR">
              <a:latin typeface="Calibri"/>
              <a:ea typeface="Calibri"/>
              <a:cs typeface="Calibri"/>
            </a:endParaRPr>
          </a:p>
        </p:txBody>
      </p:sp>
    </p:spTree>
    <p:extLst>
      <p:ext uri="{BB962C8B-B14F-4D97-AF65-F5344CB8AC3E}">
        <p14:creationId val="1495495048"/>
      </p:ext>
    </p:extLst>
  </p:cSld>
</p:sld>
</file>

<file path=ppt/slides/slide61.xml><?xml version="1.0" encoding="utf-8"?>
<p:sld xmlns:a="http://schemas.openxmlformats.org/drawingml/2006/main" xmlns:ns2="http://schemas.microsoft.com/office/drawing/2014/main" xmlns:p="http://schemas.openxmlformats.org/presentationml/2006/main" xmlns:p14="http://schemas.microsoft.com/office/powerpoint/2010/main">
  <p:cSld name="dp42-background-v3">
    <p:bg>
      <p:bgPr>
        <a:solidFill>
          <a:srgbClr val="FFFFFF"/>
        </a:solidFill>
      </p:bgPr>
    </p:bg>
    <p:spTree>
      <p:nvGrpSpPr>
        <p:cNvPr id="2" name=""/>
        <p:cNvGrpSpPr/>
        <p:nvPr/>
      </p:nvGrpSpPr>
      <p:grpSpPr>
        <a:xfrm/>
      </p:grpSpPr>
      <p:sp>
        <p:nvSpPr>
          <p:cNvPr id="3" name="dp42-background-1">
            <a:extLst>
              <a:ext uri="{FF2B5EF4-FFF2-40B4-BE49-F238E27FC236}">
                <ns2:creationId id="{43251260-BC78-43C2-B7E2-1D9B16080FF8}"/>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요청이 끝나도 이어지는 보고서 업무</a:t>
            </a:r>
            <a:endParaRPr lang="ko-KR">
              <a:latin typeface="Calibri"/>
              <a:ea typeface="Calibri"/>
              <a:cs typeface="Calibri"/>
            </a:endParaRPr>
          </a:p>
        </p:txBody>
      </p:sp>
      <p:sp>
        <p:nvSpPr>
          <p:cNvPr id="4" name="dp42-background-2">
            <a:extLst>
              <a:ext uri="{FF2B5EF4-FFF2-40B4-BE49-F238E27FC236}">
                <ns2:creationId id="{9D731AFB-513D-4F45-81F6-270C02DF60DF}"/>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2-background-3">
            <a:extLst>
              <a:ext uri="{FF2B5EF4-FFF2-40B4-BE49-F238E27FC236}">
                <ns2:creationId id="{4F0267F2-FE87-4DC7-B361-31AC1E63196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2-background-4">
            <a:extLst>
              <a:ext uri="{FF2B5EF4-FFF2-40B4-BE49-F238E27FC236}">
                <ns2:creationId id="{F5DB5862-B69A-4C1D-B0CF-9B9FC288D6BA}"/>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2-background-5">
            <a:extLst>
              <a:ext uri="{FF2B5EF4-FFF2-40B4-BE49-F238E27FC236}">
                <ns2:creationId id="{92068C70-52B9-42D3-A028-A4D06C93ACE9}"/>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대화·요청·질문·업무·실행의 서로 다른 수명을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어떻게 관리하고 연결할까?</a:t>
            </a:r>
            <a:endParaRPr lang="ko-KR">
              <a:latin typeface="Calibri"/>
              <a:ea typeface="Calibri"/>
              <a:cs typeface="Calibri"/>
            </a:endParaRPr>
          </a:p>
        </p:txBody>
      </p:sp>
      <p:sp>
        <p:nvSpPr>
          <p:cNvPr id="8" name="dp42-background-6">
            <a:extLst>
              <a:ext uri="{FF2B5EF4-FFF2-40B4-BE49-F238E27FC236}">
                <ns2:creationId id="{B600B758-81EC-4714-83BF-3658C2B74A1F}"/>
              </a:ext>
            </a:extLst>
          </p:cNvPr>
          <p:cNvSpPr>
            <a:spLocks noGrp="1"/>
          </p:cNvSpPr>
          <p:nvPr/>
        </p:nvSpPr>
        <p:spPr>
          <a:xfrm>
            <a:off x="495300" y="1428750"/>
            <a:ext cx="17297400" cy="552450"/>
          </a:xfrm>
          <a:prstGeom prst="rect">
            <a:avLst/>
          </a:prstGeom>
          <a:noFill/>
          <a:ln w="0">
            <a:noFill/>
          </a:ln>
        </p:spPr>
        <p:txBody>
          <a:bodyPr wrap="none" lIns="0" tIns="0" rIns="0" bIns="0" anchor="ctr">
            <a:noAutofit/>
          </a:bodyPr>
          <a:lstStyle>
            <a:defPPr algn="l">
              <a:defRPr sz="2600" b="1" lang="ko-KR">
                <a:solidFill>
                  <a:srgbClr val="000000"/>
                </a:solidFill>
                <a:latin typeface="Calibri"/>
                <a:ea typeface="Calibri"/>
                <a:cs typeface="Calibri"/>
              </a:defRPr>
            </a:defP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만들어줘”를 전달한 뒤에도, 보고서 작성은 계속됩니다.</a:t>
            </a:r>
            <a:endParaRPr lang="ko-KR">
              <a:latin typeface="Calibri"/>
              <a:ea typeface="Calibri"/>
              <a:cs typeface="Calibri"/>
            </a:endParaRPr>
          </a:p>
        </p:txBody>
      </p:sp>
      <p:sp>
        <p:nvSpPr>
          <p:cNvPr id="9" name="dp42-background-7">
            <a:extLst>
              <a:ext uri="{FF2B5EF4-FFF2-40B4-BE49-F238E27FC236}">
                <ns2:creationId id="{7AE03D0C-C5FB-4AE1-B0C2-012DCEDA2282}"/>
              </a:ext>
            </a:extLst>
          </p:cNvPr>
          <p:cNvSpPr>
            <a:spLocks noGrp="1"/>
          </p:cNvSpPr>
          <p:nvPr/>
        </p:nvSpPr>
        <p:spPr>
          <a:xfrm>
            <a:off x="495300" y="2047875"/>
            <a:ext cx="17297400" cy="5524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“어디까지 했어?”는 새 요청이고, 완료 후 “결론만 고쳐줘”는 같은 업무의 새 실행이 될 수 있습니다.</a:t>
            </a:r>
            <a:endParaRPr lang="ko-KR">
              <a:latin typeface="Calibri"/>
              <a:ea typeface="Calibri"/>
              <a:cs typeface="Calibri"/>
            </a:endParaRPr>
          </a:p>
        </p:txBody>
      </p:sp>
      <p:sp>
        <p:nvSpPr>
          <p:cNvPr id="10" name="dp42-background-8">
            <a:extLst>
              <a:ext uri="{FF2B5EF4-FFF2-40B4-BE49-F238E27FC236}">
                <ns2:creationId id="{BD5ECB9E-2F96-4383-A872-6333E5EE84C7}"/>
              </a:ext>
            </a:extLst>
          </p:cNvPr>
          <p:cNvSpPr>
            <a:spLocks noGrp="1"/>
          </p:cNvSpPr>
          <p:nvPr/>
        </p:nvSpPr>
        <p:spPr>
          <a:xfrm>
            <a:off x="26384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만들어줘”</a:t>
            </a:r>
            <a:endParaRPr lang="ko-KR">
              <a:latin typeface="Calibri"/>
              <a:ea typeface="Calibri"/>
              <a:cs typeface="Calibri"/>
            </a:endParaRPr>
          </a:p>
        </p:txBody>
      </p:sp>
      <p:sp>
        <p:nvSpPr>
          <p:cNvPr id="11" name="dp42-background-9">
            <a:extLst>
              <a:ext uri="{FF2B5EF4-FFF2-40B4-BE49-F238E27FC236}">
                <ns2:creationId id="{4D76B90B-392D-4A07-834F-428D02A68BCD}"/>
              </a:ext>
            </a:extLst>
          </p:cNvPr>
          <p:cNvSpPr>
            <a:spLocks noGrp="1"/>
          </p:cNvSpPr>
          <p:nvPr/>
        </p:nvSpPr>
        <p:spPr>
          <a:xfrm>
            <a:off x="26384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접수 확인</a:t>
            </a:r>
            <a:endParaRPr lang="ko-KR">
              <a:latin typeface="Calibri"/>
              <a:ea typeface="Calibri"/>
              <a:cs typeface="Calibri"/>
            </a:endParaRPr>
          </a:p>
        </p:txBody>
      </p:sp>
      <p:sp>
        <p:nvSpPr>
          <p:cNvPr id="12" name="dp42-background-10">
            <a:extLst>
              <a:ext uri="{FF2B5EF4-FFF2-40B4-BE49-F238E27FC236}">
                <ns2:creationId id="{6923F097-6D5F-40E4-9B40-F4D6AE557B74}"/>
              </a:ext>
            </a:extLst>
          </p:cNvPr>
          <p:cNvSpPr>
            <a:spLocks noGrp="1"/>
          </p:cNvSpPr>
          <p:nvPr/>
        </p:nvSpPr>
        <p:spPr>
          <a:xfrm>
            <a:off x="65436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“어디까지 했어?”</a:t>
            </a:r>
            <a:endParaRPr lang="ko-KR">
              <a:latin typeface="Calibri"/>
              <a:ea typeface="Calibri"/>
              <a:cs typeface="Calibri"/>
            </a:endParaRPr>
          </a:p>
        </p:txBody>
      </p:sp>
      <p:sp>
        <p:nvSpPr>
          <p:cNvPr id="13" name="dp42-background-11">
            <a:extLst>
              <a:ext uri="{FF2B5EF4-FFF2-40B4-BE49-F238E27FC236}">
                <ns2:creationId id="{84EA782C-341A-48B3-995D-F8F26DC61642}"/>
              </a:ext>
            </a:extLst>
          </p:cNvPr>
          <p:cNvSpPr>
            <a:spLocks noGrp="1"/>
          </p:cNvSpPr>
          <p:nvPr/>
        </p:nvSpPr>
        <p:spPr>
          <a:xfrm>
            <a:off x="65436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상태로 답변</a:t>
            </a:r>
            <a:endParaRPr lang="ko-KR">
              <a:latin typeface="Calibri"/>
              <a:ea typeface="Calibri"/>
              <a:cs typeface="Calibri"/>
            </a:endParaRPr>
          </a:p>
        </p:txBody>
      </p:sp>
      <p:sp>
        <p:nvSpPr>
          <p:cNvPr id="14" name="dp42-background-12">
            <a:extLst>
              <a:ext uri="{FF2B5EF4-FFF2-40B4-BE49-F238E27FC236}">
                <ns2:creationId id="{246B5CE0-0224-48DB-BE9E-48CF4D67327A}"/>
              </a:ext>
            </a:extLst>
          </p:cNvPr>
          <p:cNvSpPr>
            <a:spLocks noGrp="1"/>
          </p:cNvSpPr>
          <p:nvPr/>
        </p:nvSpPr>
        <p:spPr>
          <a:xfrm>
            <a:off x="104489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Voice 끄기</a:t>
            </a:r>
            <a:endParaRPr lang="ko-KR">
              <a:latin typeface="Calibri"/>
              <a:ea typeface="Calibri"/>
              <a:cs typeface="Calibri"/>
            </a:endParaRPr>
          </a:p>
        </p:txBody>
      </p:sp>
      <p:sp>
        <p:nvSpPr>
          <p:cNvPr id="15" name="dp42-background-13">
            <a:extLst>
              <a:ext uri="{FF2B5EF4-FFF2-40B4-BE49-F238E27FC236}">
                <ns2:creationId id="{C73DD279-A4ED-45F5-9252-CA8BF75A806A}"/>
              </a:ext>
            </a:extLst>
          </p:cNvPr>
          <p:cNvSpPr>
            <a:spLocks noGrp="1"/>
          </p:cNvSpPr>
          <p:nvPr/>
        </p:nvSpPr>
        <p:spPr>
          <a:xfrm>
            <a:off x="104489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업무·대기 질문 유지</a:t>
            </a:r>
            <a:endParaRPr lang="ko-KR">
              <a:latin typeface="Calibri"/>
              <a:ea typeface="Calibri"/>
              <a:cs typeface="Calibri"/>
            </a:endParaRPr>
          </a:p>
        </p:txBody>
      </p:sp>
      <p:sp>
        <p:nvSpPr>
          <p:cNvPr id="16" name="dp42-background-14">
            <a:extLst>
              <a:ext uri="{FF2B5EF4-FFF2-40B4-BE49-F238E27FC236}">
                <ns2:creationId id="{4F22964C-B007-475E-BFB8-937B93F6B3A9}"/>
              </a:ext>
            </a:extLst>
          </p:cNvPr>
          <p:cNvSpPr>
            <a:spLocks noGrp="1"/>
          </p:cNvSpPr>
          <p:nvPr/>
        </p:nvSpPr>
        <p:spPr>
          <a:xfrm>
            <a:off x="143541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“결론만 고쳐줘”</a:t>
            </a:r>
            <a:endParaRPr lang="ko-KR">
              <a:latin typeface="Calibri"/>
              <a:ea typeface="Calibri"/>
              <a:cs typeface="Calibri"/>
            </a:endParaRPr>
          </a:p>
        </p:txBody>
      </p:sp>
      <p:sp>
        <p:nvSpPr>
          <p:cNvPr id="17" name="dp42-background-15">
            <a:extLst>
              <a:ext uri="{FF2B5EF4-FFF2-40B4-BE49-F238E27FC236}">
                <ns2:creationId id="{E2C3C66D-FD66-42A2-8445-63F5FFBB4C79}"/>
              </a:ext>
            </a:extLst>
          </p:cNvPr>
          <p:cNvSpPr>
            <a:spLocks noGrp="1"/>
          </p:cNvSpPr>
          <p:nvPr/>
        </p:nvSpPr>
        <p:spPr>
          <a:xfrm>
            <a:off x="143541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완료 후</a:t>
            </a:r>
            <a:endParaRPr lang="ko-KR">
              <a:latin typeface="Calibri"/>
              <a:ea typeface="Calibri"/>
              <a:cs typeface="Calibri"/>
            </a:endParaRPr>
          </a:p>
        </p:txBody>
      </p:sp>
      <p:sp>
        <p:nvSpPr>
          <p:cNvPr id="18" name="dp42-background-16">
            <a:extLst>
              <a:ext uri="{FF2B5EF4-FFF2-40B4-BE49-F238E27FC236}">
                <ns2:creationId id="{1031E806-33E2-4ADF-92D2-64B70325358F}"/>
              </a:ext>
            </a:extLst>
          </p:cNvPr>
          <p:cNvSpPr>
            <a:spLocks noGrp="1"/>
          </p:cNvSpPr>
          <p:nvPr/>
        </p:nvSpPr>
        <p:spPr>
          <a:xfrm>
            <a:off x="495300" y="421957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대화</a:t>
            </a:r>
            <a:endParaRPr lang="ko-KR">
              <a:latin typeface="Calibri"/>
              <a:ea typeface="Calibri"/>
              <a:cs typeface="Calibri"/>
            </a:endParaRPr>
          </a:p>
        </p:txBody>
      </p:sp>
      <p:sp>
        <p:nvSpPr>
          <p:cNvPr id="19" name="dp42-background-17">
            <a:extLst>
              <a:ext uri="{FF2B5EF4-FFF2-40B4-BE49-F238E27FC236}">
                <ns2:creationId id="{96DD9D71-B355-443F-9CA4-97DA962DEE4A}"/>
              </a:ext>
            </a:extLst>
          </p:cNvPr>
          <p:cNvSpPr>
            <a:spLocks noGrp="1"/>
          </p:cNvSpPr>
          <p:nvPr/>
        </p:nvSpPr>
        <p:spPr>
          <a:xfrm>
            <a:off x="495300" y="4914900"/>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개별 요청</a:t>
            </a:r>
            <a:endParaRPr lang="ko-KR">
              <a:latin typeface="Calibri"/>
              <a:ea typeface="Calibri"/>
              <a:cs typeface="Calibri"/>
            </a:endParaRPr>
          </a:p>
        </p:txBody>
      </p:sp>
      <p:sp>
        <p:nvSpPr>
          <p:cNvPr id="20" name="dp42-background-18">
            <a:extLst>
              <a:ext uri="{FF2B5EF4-FFF2-40B4-BE49-F238E27FC236}">
                <ns2:creationId id="{BCE08429-4E32-4EAF-926F-651AEEBFEFB8}"/>
              </a:ext>
            </a:extLst>
          </p:cNvPr>
          <p:cNvSpPr>
            <a:spLocks noGrp="1"/>
          </p:cNvSpPr>
          <p:nvPr/>
        </p:nvSpPr>
        <p:spPr>
          <a:xfrm>
            <a:off x="495300" y="56483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업무</a:t>
            </a:r>
            <a:endParaRPr lang="ko-KR">
              <a:latin typeface="Calibri"/>
              <a:ea typeface="Calibri"/>
              <a:cs typeface="Calibri"/>
            </a:endParaRPr>
          </a:p>
        </p:txBody>
      </p:sp>
      <p:sp>
        <p:nvSpPr>
          <p:cNvPr id="21" name="dp42-background-19">
            <a:extLst>
              <a:ext uri="{FF2B5EF4-FFF2-40B4-BE49-F238E27FC236}">
                <ns2:creationId id="{BE58DE30-B591-469D-9682-50AED16124AF}"/>
              </a:ext>
            </a:extLst>
          </p:cNvPr>
          <p:cNvSpPr>
            <a:spLocks noGrp="1"/>
          </p:cNvSpPr>
          <p:nvPr/>
        </p:nvSpPr>
        <p:spPr>
          <a:xfrm>
            <a:off x="495300" y="64484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외부 실행</a:t>
            </a:r>
            <a:endParaRPr lang="ko-KR">
              <a:latin typeface="Calibri"/>
              <a:ea typeface="Calibri"/>
              <a:cs typeface="Calibri"/>
            </a:endParaRPr>
          </a:p>
        </p:txBody>
      </p:sp>
      <p:sp>
        <p:nvSpPr>
          <p:cNvPr id="22" name="dp42-background-20">
            <a:extLst>
              <a:ext uri="{FF2B5EF4-FFF2-40B4-BE49-F238E27FC236}">
                <ns2:creationId id="{9BDC3F42-7610-4093-B6C6-3370E0746F39}"/>
              </a:ext>
            </a:extLst>
          </p:cNvPr>
          <p:cNvSpPr>
            <a:spLocks noGrp="1"/>
          </p:cNvSpPr>
          <p:nvPr/>
        </p:nvSpPr>
        <p:spPr>
          <a:xfrm>
            <a:off x="3238500" y="4429125"/>
            <a:ext cx="14097000" cy="9525"/>
          </a:xfrm>
          <a:custGeom>
            <a:pathLst>
              <a:path w="14097000" h="9525">
                <a:moveTo>
                  <a:pt x="0" y="0"/>
                </a:moveTo>
                <a:lnTo>
                  <a:pt x="14097000" y="0"/>
                </a:lnTo>
              </a:path>
            </a:pathLst>
          </a:custGeom>
          <a:noFill/>
          <a:ln w="47625">
            <a:solidFill>
              <a:srgbClr val="00889A"/>
            </a:solidFill>
            <a:prstDash val="solid"/>
          </a:ln>
        </p:spPr>
      </p:sp>
      <p:sp>
        <p:nvSpPr>
          <p:cNvPr id="23" name="dp42-background-21">
            <a:extLst>
              <a:ext uri="{FF2B5EF4-FFF2-40B4-BE49-F238E27FC236}">
                <ns2:creationId id="{84C8E5C5-1FA1-4CFD-B72B-584A97077212}"/>
              </a:ext>
            </a:extLst>
          </p:cNvPr>
          <p:cNvSpPr>
            <a:spLocks noGrp="1"/>
          </p:cNvSpPr>
          <p:nvPr/>
        </p:nvSpPr>
        <p:spPr>
          <a:xfrm>
            <a:off x="8258175" y="4105275"/>
            <a:ext cx="76200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Voice를 꺼도 기록과 연결은 유지</a:t>
            </a:r>
            <a:endParaRPr lang="ko-KR">
              <a:latin typeface="Calibri"/>
              <a:ea typeface="Calibri"/>
              <a:cs typeface="Calibri"/>
            </a:endParaRPr>
          </a:p>
        </p:txBody>
      </p:sp>
      <p:sp>
        <p:nvSpPr>
          <p:cNvPr id="24" name="dp42-background-22">
            <a:extLst>
              <a:ext uri="{FF2B5EF4-FFF2-40B4-BE49-F238E27FC236}">
                <ns2:creationId id="{2BE70C54-18F1-4B71-9DA5-E0EB1CC9FBB2}"/>
              </a:ext>
            </a:extLst>
          </p:cNvPr>
          <p:cNvSpPr>
            <a:spLocks noGrp="1"/>
          </p:cNvSpPr>
          <p:nvPr/>
        </p:nvSpPr>
        <p:spPr>
          <a:xfrm>
            <a:off x="3238500" y="5124450"/>
            <a:ext cx="2000250" cy="9525"/>
          </a:xfrm>
          <a:custGeom>
            <a:pathLst>
              <a:path w="2000250" h="9525">
                <a:moveTo>
                  <a:pt x="0" y="0"/>
                </a:moveTo>
                <a:lnTo>
                  <a:pt x="2000250" y="0"/>
                </a:lnTo>
              </a:path>
            </a:pathLst>
          </a:custGeom>
          <a:noFill/>
          <a:ln w="66675">
            <a:solidFill>
              <a:srgbClr val="00889A"/>
            </a:solidFill>
            <a:prstDash val="solid"/>
          </a:ln>
        </p:spPr>
      </p:sp>
      <p:sp>
        <p:nvSpPr>
          <p:cNvPr id="25" name="dp42-background-23">
            <a:extLst>
              <a:ext uri="{FF2B5EF4-FFF2-40B4-BE49-F238E27FC236}">
                <ns2:creationId id="{416BA5B9-B928-47D7-8CDA-A23D1A747188}"/>
              </a:ext>
            </a:extLst>
          </p:cNvPr>
          <p:cNvSpPr>
            <a:spLocks noGrp="1"/>
          </p:cNvSpPr>
          <p:nvPr/>
        </p:nvSpPr>
        <p:spPr>
          <a:xfrm>
            <a:off x="7143750" y="5124450"/>
            <a:ext cx="2000250" cy="9525"/>
          </a:xfrm>
          <a:custGeom>
            <a:pathLst>
              <a:path w="2000250" h="9525">
                <a:moveTo>
                  <a:pt x="0" y="0"/>
                </a:moveTo>
                <a:lnTo>
                  <a:pt x="2000250" y="0"/>
                </a:lnTo>
              </a:path>
            </a:pathLst>
          </a:custGeom>
          <a:noFill/>
          <a:ln w="66675">
            <a:solidFill>
              <a:srgbClr val="00889A"/>
            </a:solidFill>
            <a:prstDash val="solid"/>
          </a:ln>
        </p:spPr>
      </p:sp>
      <p:sp>
        <p:nvSpPr>
          <p:cNvPr id="26" name="dp42-background-24">
            <a:extLst>
              <a:ext uri="{FF2B5EF4-FFF2-40B4-BE49-F238E27FC236}">
                <ns2:creationId id="{835A8733-61FD-4AF3-974A-C14ED24CDAD6}"/>
              </a:ext>
            </a:extLst>
          </p:cNvPr>
          <p:cNvSpPr>
            <a:spLocks noGrp="1"/>
          </p:cNvSpPr>
          <p:nvPr/>
        </p:nvSpPr>
        <p:spPr>
          <a:xfrm>
            <a:off x="14954250" y="5124450"/>
            <a:ext cx="2095500" cy="9525"/>
          </a:xfrm>
          <a:custGeom>
            <a:pathLst>
              <a:path w="2095500" h="9525">
                <a:moveTo>
                  <a:pt x="0" y="0"/>
                </a:moveTo>
                <a:lnTo>
                  <a:pt x="2095500" y="0"/>
                </a:lnTo>
              </a:path>
            </a:pathLst>
          </a:custGeom>
          <a:noFill/>
          <a:ln w="66675">
            <a:solidFill>
              <a:srgbClr val="00889A"/>
            </a:solidFill>
            <a:prstDash val="solid"/>
          </a:ln>
        </p:spPr>
      </p:sp>
      <p:sp>
        <p:nvSpPr>
          <p:cNvPr id="27" name="dp42-background-25">
            <a:extLst>
              <a:ext uri="{FF2B5EF4-FFF2-40B4-BE49-F238E27FC236}">
                <ns2:creationId id="{B942062C-AB50-461D-B951-5BE244BC2C01}"/>
              </a:ext>
            </a:extLst>
          </p:cNvPr>
          <p:cNvSpPr>
            <a:spLocks noGrp="1"/>
          </p:cNvSpPr>
          <p:nvPr/>
        </p:nvSpPr>
        <p:spPr>
          <a:xfrm>
            <a:off x="3143250" y="5276850"/>
            <a:ext cx="2857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위임 처리 종료</a:t>
            </a:r>
            <a:endParaRPr lang="ko-KR">
              <a:latin typeface="Calibri"/>
              <a:ea typeface="Calibri"/>
              <a:cs typeface="Calibri"/>
            </a:endParaRPr>
          </a:p>
        </p:txBody>
      </p:sp>
      <p:sp>
        <p:nvSpPr>
          <p:cNvPr id="28" name="dp42-background-26">
            <a:extLst>
              <a:ext uri="{FF2B5EF4-FFF2-40B4-BE49-F238E27FC236}">
                <ns2:creationId id="{BA561B67-3A4C-4C95-9AE0-9E66E7CAD3C2}"/>
              </a:ext>
            </a:extLst>
          </p:cNvPr>
          <p:cNvSpPr>
            <a:spLocks noGrp="1"/>
          </p:cNvSpPr>
          <p:nvPr/>
        </p:nvSpPr>
        <p:spPr>
          <a:xfrm>
            <a:off x="7143750" y="5276850"/>
            <a:ext cx="3238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새 작성 실행 없음</a:t>
            </a:r>
            <a:endParaRPr lang="ko-KR">
              <a:latin typeface="Calibri"/>
              <a:ea typeface="Calibri"/>
              <a:cs typeface="Calibri"/>
            </a:endParaRPr>
          </a:p>
        </p:txBody>
      </p:sp>
      <p:sp>
        <p:nvSpPr>
          <p:cNvPr id="29" name="dp42-background-27">
            <a:extLst>
              <a:ext uri="{FF2B5EF4-FFF2-40B4-BE49-F238E27FC236}">
                <ns2:creationId id="{9A7DE419-E9AC-4025-8B4A-557E92482F75}"/>
              </a:ext>
            </a:extLst>
          </p:cNvPr>
          <p:cNvSpPr>
            <a:spLocks noGrp="1"/>
          </p:cNvSpPr>
          <p:nvPr/>
        </p:nvSpPr>
        <p:spPr>
          <a:xfrm>
            <a:off x="3238500" y="5857875"/>
            <a:ext cx="14097000" cy="9525"/>
          </a:xfrm>
          <a:custGeom>
            <a:pathLst>
              <a:path w="14097000" h="9525">
                <a:moveTo>
                  <a:pt x="0" y="0"/>
                </a:moveTo>
                <a:lnTo>
                  <a:pt x="14097000" y="0"/>
                </a:lnTo>
              </a:path>
            </a:pathLst>
          </a:custGeom>
          <a:noFill/>
          <a:ln w="66675">
            <a:solidFill>
              <a:srgbClr val="00889A"/>
            </a:solidFill>
            <a:prstDash val="solid"/>
          </a:ln>
        </p:spPr>
      </p:sp>
      <p:sp>
        <p:nvSpPr>
          <p:cNvPr id="30" name="dp42-background-28">
            <a:extLst>
              <a:ext uri="{FF2B5EF4-FFF2-40B4-BE49-F238E27FC236}">
                <ns2:creationId id="{E783094D-E63D-447E-987A-912626E1C354}"/>
              </a:ext>
            </a:extLst>
          </p:cNvPr>
          <p:cNvSpPr>
            <a:spLocks noGrp="1"/>
          </p:cNvSpPr>
          <p:nvPr/>
        </p:nvSpPr>
        <p:spPr>
          <a:xfrm>
            <a:off x="12477750" y="6086475"/>
            <a:ext cx="4762500" cy="3810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같은 보고서 업무로 연결</a:t>
            </a:r>
            <a:endParaRPr lang="ko-KR">
              <a:latin typeface="Calibri"/>
              <a:ea typeface="Calibri"/>
              <a:cs typeface="Calibri"/>
            </a:endParaRPr>
          </a:p>
        </p:txBody>
      </p:sp>
      <p:sp>
        <p:nvSpPr>
          <p:cNvPr id="31" name="dp42-background-29">
            <a:extLst>
              <a:ext uri="{FF2B5EF4-FFF2-40B4-BE49-F238E27FC236}">
                <ns2:creationId id="{4C3F8402-0E5E-44DB-A3DD-08BC3098F652}"/>
              </a:ext>
            </a:extLst>
          </p:cNvPr>
          <p:cNvSpPr>
            <a:spLocks noGrp="1"/>
          </p:cNvSpPr>
          <p:nvPr/>
        </p:nvSpPr>
        <p:spPr>
          <a:xfrm>
            <a:off x="3238500" y="6657975"/>
            <a:ext cx="10096500" cy="9525"/>
          </a:xfrm>
          <a:custGeom>
            <a:pathLst>
              <a:path w="10096500" h="9525">
                <a:moveTo>
                  <a:pt x="0" y="0"/>
                </a:moveTo>
                <a:lnTo>
                  <a:pt x="10096500" y="0"/>
                </a:lnTo>
              </a:path>
            </a:pathLst>
          </a:custGeom>
          <a:noFill/>
          <a:ln w="66675">
            <a:solidFill>
              <a:srgbClr val="00889A"/>
            </a:solidFill>
            <a:prstDash val="solid"/>
          </a:ln>
        </p:spPr>
      </p:sp>
      <p:sp>
        <p:nvSpPr>
          <p:cNvPr id="32" name="dp42-background-30">
            <a:extLst>
              <a:ext uri="{FF2B5EF4-FFF2-40B4-BE49-F238E27FC236}">
                <ns2:creationId id="{0E8C210B-96B8-4CCD-BC30-3EEFB80F7096}"/>
              </a:ext>
            </a:extLst>
          </p:cNvPr>
          <p:cNvSpPr>
            <a:spLocks noGrp="1"/>
          </p:cNvSpPr>
          <p:nvPr/>
        </p:nvSpPr>
        <p:spPr>
          <a:xfrm>
            <a:off x="14906625" y="6657975"/>
            <a:ext cx="2428875" cy="9525"/>
          </a:xfrm>
          <a:custGeom>
            <a:pathLst>
              <a:path w="2428875" h="9525">
                <a:moveTo>
                  <a:pt x="0" y="0"/>
                </a:moveTo>
                <a:lnTo>
                  <a:pt x="2428875" y="0"/>
                </a:lnTo>
              </a:path>
            </a:pathLst>
          </a:custGeom>
          <a:noFill/>
          <a:ln w="66675">
            <a:solidFill>
              <a:srgbClr val="00889A"/>
            </a:solidFill>
            <a:prstDash val="solid"/>
          </a:ln>
        </p:spPr>
      </p:sp>
      <p:sp>
        <p:nvSpPr>
          <p:cNvPr id="33" name="dp42-background-31">
            <a:extLst>
              <a:ext uri="{FF2B5EF4-FFF2-40B4-BE49-F238E27FC236}">
                <ns2:creationId id="{C8A589E1-4F2C-4D90-AD9F-6EF320E15BDF}"/>
              </a:ext>
            </a:extLst>
          </p:cNvPr>
          <p:cNvSpPr>
            <a:spLocks noGrp="1"/>
          </p:cNvSpPr>
          <p:nvPr/>
        </p:nvSpPr>
        <p:spPr>
          <a:xfrm>
            <a:off x="3238500" y="6819900"/>
            <a:ext cx="295275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실행</a:t>
            </a:r>
            <a:endParaRPr lang="ko-KR">
              <a:latin typeface="Calibri"/>
              <a:ea typeface="Calibri"/>
              <a:cs typeface="Calibri"/>
            </a:endParaRPr>
          </a:p>
        </p:txBody>
      </p:sp>
      <p:sp>
        <p:nvSpPr>
          <p:cNvPr id="34" name="dp42-background-32">
            <a:extLst>
              <a:ext uri="{FF2B5EF4-FFF2-40B4-BE49-F238E27FC236}">
                <ns2:creationId id="{7805750A-A44F-4FE5-9FFB-933470F459AB}"/>
              </a:ext>
            </a:extLst>
          </p:cNvPr>
          <p:cNvSpPr>
            <a:spLocks noGrp="1"/>
          </p:cNvSpPr>
          <p:nvPr/>
        </p:nvSpPr>
        <p:spPr>
          <a:xfrm>
            <a:off x="14906625" y="6819900"/>
            <a:ext cx="24765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수정 실행</a:t>
            </a:r>
            <a:endParaRPr lang="ko-KR">
              <a:latin typeface="Calibri"/>
              <a:ea typeface="Calibri"/>
              <a:cs typeface="Calibri"/>
            </a:endParaRPr>
          </a:p>
        </p:txBody>
      </p:sp>
      <p:sp>
        <p:nvSpPr>
          <p:cNvPr id="35" name="dp42-background-33">
            <a:extLst>
              <a:ext uri="{FF2B5EF4-FFF2-40B4-BE49-F238E27FC236}">
                <ns2:creationId id="{38859A0B-55E8-4342-8F92-968A42F9809B}"/>
              </a:ext>
            </a:extLst>
          </p:cNvPr>
          <p:cNvSpPr>
            <a:spLocks noGrp="1"/>
          </p:cNvSpPr>
          <p:nvPr/>
        </p:nvSpPr>
        <p:spPr>
          <a:xfrm>
            <a:off x="10096500" y="7143750"/>
            <a:ext cx="4381500" cy="704850"/>
          </a:xfrm>
          <a:prstGeom prst="rect">
            <a:avLst/>
          </a:prstGeom>
          <a:solidFill>
            <a:srgbClr val="F2F2F2"/>
          </a:solidFill>
          <a:ln w="19050">
            <a:solidFill>
              <a:srgbClr val="A6A6A6"/>
            </a:solidFill>
          </a:ln>
        </p:spPr>
        <p:txBody>
          <a:bodyPr wrap="none" lIns="133350" tIns="0" rIns="13335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대기 질문 유지</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답변·만료로 종료</a:t>
            </a:r>
            <a:endParaRPr lang="ko-KR">
              <a:latin typeface="Calibri"/>
              <a:ea typeface="Calibri"/>
              <a:cs typeface="Calibri"/>
            </a:endParaRPr>
          </a:p>
        </p:txBody>
      </p:sp>
      <p:sp>
        <p:nvSpPr>
          <p:cNvPr id="36" name="dp42-background-34">
            <a:extLst>
              <a:ext uri="{FF2B5EF4-FFF2-40B4-BE49-F238E27FC236}">
                <ns2:creationId id="{FB586576-F7E8-4A34-A686-32F755793A50}"/>
              </a:ext>
            </a:extLst>
          </p:cNvPr>
          <p:cNvSpPr>
            <a:spLocks noGrp="1"/>
          </p:cNvSpPr>
          <p:nvPr/>
        </p:nvSpPr>
        <p:spPr>
          <a:xfrm>
            <a:off x="495300" y="799147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요청·Voice 종료를 업무 종료로 다루면, 연결을 잃거나 같은 작성을 다시 시작할 수 있습니다.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20 / 63</a:t>
            </a:r>
            <a:endParaRPr lang="ko-KR">
              <a:latin typeface="Calibri"/>
              <a:ea typeface="Calibri"/>
              <a:cs typeface="Calibri"/>
            </a:endParaRPr>
          </a:p>
        </p:txBody>
      </p:sp>
    </p:spTree>
    <p:extLst>
      <p:ext uri="{BB962C8B-B14F-4D97-AF65-F5344CB8AC3E}">
        <p14:creationId val="569017057"/>
      </p:ext>
    </p:extLst>
  </p:cSld>
</p:sld>
</file>

<file path=ppt/slides/slide62.xml><?xml version="1.0" encoding="utf-8"?>
<p:sld xmlns:a="http://schemas.openxmlformats.org/drawingml/2006/main" xmlns:ns2="http://schemas.microsoft.com/office/drawing/2014/main" xmlns:p="http://schemas.openxmlformats.org/presentationml/2006/main" xmlns:p14="http://schemas.microsoft.com/office/powerpoint/2010/main">
  <p:cSld name="dp45-basic-v8">
    <p:bg>
      <p:bgPr>
        <a:solidFill>
          <a:srgbClr val="FFFFFF"/>
        </a:solidFill>
      </p:bgPr>
    </p:bg>
    <p:spTree>
      <p:nvGrpSpPr>
        <p:cNvPr id="2" name=""/>
        <p:cNvGrpSpPr/>
        <p:nvPr/>
      </p:nvGrpSpPr>
      <p:grpSpPr>
        <a:xfrm/>
      </p:grpSpPr>
      <p:sp>
        <p:nvSpPr>
          <p:cNvPr id="3" name="dp45-basic-structures-1">
            <a:extLst>
              <a:ext uri="{FF2B5EF4-FFF2-40B4-BE49-F238E27FC236}">
                <ns2:creationId id="{D0FF8B1D-FAD1-45AC-B3AD-ACF9A4D2D184}"/>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기본 구조와 보완 택틱</a:t>
            </a:r>
            <a:endParaRPr lang="ko-KR">
              <a:latin typeface="Calibri"/>
              <a:ea typeface="Calibri"/>
              <a:cs typeface="Calibri"/>
            </a:endParaRPr>
          </a:p>
        </p:txBody>
      </p:sp>
      <p:sp>
        <p:nvSpPr>
          <p:cNvPr id="4" name="dp45-basic-structures-2">
            <a:extLst>
              <a:ext uri="{FF2B5EF4-FFF2-40B4-BE49-F238E27FC236}">
                <ns2:creationId id="{D894727F-D71A-4F9D-8719-7DCA8F64440E}"/>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sic-structures-3">
            <a:extLst>
              <a:ext uri="{FF2B5EF4-FFF2-40B4-BE49-F238E27FC236}">
                <ns2:creationId id="{CF6FA5E5-D74D-42E8-A0F5-D6008D64B429}"/>
              </a:ext>
            </a:extLst>
          </p:cNvPr>
          <p:cNvSpPr>
            <a:spLocks noGrp="1"/>
          </p:cNvSpPr>
          <p:nvPr/>
        </p:nvSpPr>
        <p:spPr>
          <a:xfrm>
            <a:off x="495300" y="1466850"/>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같은 과거 기록과 같은 현재 요청을 사용합니다.</a:t>
            </a:r>
            <a:endParaRPr lang="ko-KR">
              <a:latin typeface="Calibri"/>
              <a:ea typeface="Calibri"/>
              <a:cs typeface="Calibri"/>
            </a:endParaRPr>
          </a:p>
        </p:txBody>
      </p:sp>
      <p:sp>
        <p:nvSpPr>
          <p:cNvPr id="6" name="dp45-basic-structures-4">
            <a:extLst>
              <a:ext uri="{FF2B5EF4-FFF2-40B4-BE49-F238E27FC236}">
                <ns2:creationId id="{437864D2-6196-457D-99D3-07279D4D5589}"/>
              </a:ext>
            </a:extLst>
          </p:cNvPr>
          <p:cNvSpPr>
            <a:spLocks noGrp="1"/>
          </p:cNvSpPr>
          <p:nvPr/>
        </p:nvSpPr>
        <p:spPr>
          <a:xfrm>
            <a:off x="495300" y="2171700"/>
            <a:ext cx="8382000" cy="590550"/>
          </a:xfrm>
          <a:prstGeom prst="rect">
            <a:avLst/>
          </a:prstGeom>
          <a:solidFill>
            <a:srgbClr val="E8EEF5"/>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필요할 때 원본에서 구성</a:t>
            </a:r>
            <a:endParaRPr lang="ko-KR">
              <a:latin typeface="Calibri"/>
              <a:ea typeface="Calibri"/>
              <a:cs typeface="Calibri"/>
            </a:endParaRPr>
          </a:p>
        </p:txBody>
      </p:sp>
      <p:sp>
        <p:nvSpPr>
          <p:cNvPr id="7" name="dp45-basic-structures-5">
            <a:extLst>
              <a:ext uri="{FF2B5EF4-FFF2-40B4-BE49-F238E27FC236}">
                <ns2:creationId id="{20E65FC2-A43F-46FE-99F6-EEC015326A00}"/>
              </a:ext>
            </a:extLst>
          </p:cNvPr>
          <p:cNvSpPr>
            <a:spLocks noGrp="1"/>
          </p:cNvSpPr>
          <p:nvPr/>
        </p:nvSpPr>
        <p:spPr>
          <a:xfrm>
            <a:off x="9353550" y="2171700"/>
            <a:ext cx="8439150" cy="590550"/>
          </a:xfrm>
          <a:prstGeom prst="rect">
            <a:avLst/>
          </a:prstGeom>
          <a:solidFill>
            <a:srgbClr val="FFF6D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가공한 과거 기억을 유지해 조회</a:t>
            </a:r>
            <a:endParaRPr lang="ko-KR">
              <a:latin typeface="Calibri"/>
              <a:ea typeface="Calibri"/>
              <a:cs typeface="Calibri"/>
            </a:endParaRPr>
          </a:p>
        </p:txBody>
      </p:sp>
      <p:sp>
        <p:nvSpPr>
          <p:cNvPr id="8" name="dp45-basic-structures-6">
            <a:extLst>
              <a:ext uri="{FF2B5EF4-FFF2-40B4-BE49-F238E27FC236}">
                <ns2:creationId id="{3C10165A-AD11-4DDA-B65D-90832BADAB95}"/>
              </a:ext>
            </a:extLst>
          </p:cNvPr>
          <p:cNvSpPr>
            <a:spLocks noGrp="1"/>
          </p:cNvSpPr>
          <p:nvPr/>
        </p:nvSpPr>
        <p:spPr>
          <a:xfrm>
            <a:off x="106680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9" name="dp45-basic-structures-7">
            <a:extLst>
              <a:ext uri="{FF2B5EF4-FFF2-40B4-BE49-F238E27FC236}">
                <ns2:creationId id="{5ABDF119-C787-4706-A713-0D3720F0C032}"/>
              </a:ext>
            </a:extLst>
          </p:cNvPr>
          <p:cNvSpPr>
            <a:spLocks noGrp="1"/>
          </p:cNvSpPr>
          <p:nvPr/>
        </p:nvSpPr>
        <p:spPr>
          <a:xfrm>
            <a:off x="992505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10" name="dp45-basic-structures-8">
            <a:extLst>
              <a:ext uri="{FF2B5EF4-FFF2-40B4-BE49-F238E27FC236}">
                <ns2:creationId id="{20ADE678-4CBA-43AA-BF75-9BA8C70D4E57}"/>
              </a:ext>
            </a:extLst>
          </p:cNvPr>
          <p:cNvSpPr>
            <a:spLocks noGrp="1"/>
          </p:cNvSpPr>
          <p:nvPr/>
        </p:nvSpPr>
        <p:spPr>
          <a:xfrm>
            <a:off x="4686300" y="3762375"/>
            <a:ext cx="9525" cy="581025"/>
          </a:xfrm>
          <a:custGeom>
            <a:pathLst>
              <a:path w="9525" h="581025">
                <a:moveTo>
                  <a:pt x="0" y="0"/>
                </a:moveTo>
                <a:lnTo>
                  <a:pt x="0" y="581025"/>
                </a:lnTo>
              </a:path>
            </a:pathLst>
          </a:custGeom>
          <a:noFill/>
          <a:ln w="23813">
            <a:solidFill>
              <a:srgbClr val="00889A"/>
            </a:solidFill>
            <a:prstDash val="solid"/>
          </a:ln>
        </p:spPr>
      </p:sp>
      <p:sp>
        <p:nvSpPr>
          <p:cNvPr id="11" name="dp45-basic-structures-8-arrow">
            <a:extLst>
              <a:ext uri="{FF2B5EF4-FFF2-40B4-BE49-F238E27FC236}">
                <ns2:creationId id="{838D86F2-EBF2-4C67-AA18-1B713944212E}"/>
              </a:ext>
            </a:extLst>
          </p:cNvPr>
          <p:cNvSpPr>
            <a:spLocks noGrp="1"/>
          </p:cNvSpPr>
          <p:nvPr/>
        </p:nvSpPr>
        <p:spPr>
          <a:xfrm>
            <a:off x="4626935" y="423473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2" name="dp45-basic-structures-9">
            <a:extLst>
              <a:ext uri="{FF2B5EF4-FFF2-40B4-BE49-F238E27FC236}">
                <ns2:creationId id="{96616369-92D1-4A0A-A590-3860EB0159CA}"/>
              </a:ext>
            </a:extLst>
          </p:cNvPr>
          <p:cNvSpPr>
            <a:spLocks noGrp="1"/>
          </p:cNvSpPr>
          <p:nvPr/>
        </p:nvSpPr>
        <p:spPr>
          <a:xfrm>
            <a:off x="1066800" y="4467225"/>
            <a:ext cx="7239000" cy="81915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요청에 필요한 맥락 구성</a:t>
            </a:r>
            <a:endParaRPr lang="ko-KR">
              <a:latin typeface="Calibri"/>
              <a:ea typeface="Calibri"/>
              <a:cs typeface="Calibri"/>
            </a:endParaRPr>
          </a:p>
        </p:txBody>
      </p:sp>
      <p:sp>
        <p:nvSpPr>
          <p:cNvPr id="13" name="dp45-basic-structures-10">
            <a:extLst>
              <a:ext uri="{FF2B5EF4-FFF2-40B4-BE49-F238E27FC236}">
                <ns2:creationId id="{2DFCD498-DA8C-4A45-A902-8701CE04D2D8}"/>
              </a:ext>
            </a:extLst>
          </p:cNvPr>
          <p:cNvSpPr>
            <a:spLocks noGrp="1"/>
          </p:cNvSpPr>
          <p:nvPr/>
        </p:nvSpPr>
        <p:spPr>
          <a:xfrm>
            <a:off x="4686300" y="5286375"/>
            <a:ext cx="9525" cy="409575"/>
          </a:xfrm>
          <a:custGeom>
            <a:pathLst>
              <a:path w="9525" h="409575">
                <a:moveTo>
                  <a:pt x="0" y="0"/>
                </a:moveTo>
                <a:lnTo>
                  <a:pt x="0" y="409575"/>
                </a:lnTo>
              </a:path>
            </a:pathLst>
          </a:custGeom>
          <a:noFill/>
          <a:ln w="23813">
            <a:solidFill>
              <a:srgbClr val="00889A"/>
            </a:solidFill>
            <a:prstDash val="solid"/>
          </a:ln>
        </p:spPr>
      </p:sp>
      <p:sp>
        <p:nvSpPr>
          <p:cNvPr id="14" name="dp45-basic-structures-10-arrow">
            <a:extLst>
              <a:ext uri="{FF2B5EF4-FFF2-40B4-BE49-F238E27FC236}">
                <ns2:creationId id="{74DA7C39-573F-40D1-8342-D8AFA256510F}"/>
              </a:ext>
            </a:extLst>
          </p:cNvPr>
          <p:cNvSpPr>
            <a:spLocks noGrp="1"/>
          </p:cNvSpPr>
          <p:nvPr/>
        </p:nvSpPr>
        <p:spPr>
          <a:xfrm>
            <a:off x="4626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5" name="dp45-basic-structures-11">
            <a:extLst>
              <a:ext uri="{FF2B5EF4-FFF2-40B4-BE49-F238E27FC236}">
                <ns2:creationId id="{7D9D489C-BD6C-4B25-ABE9-0704B18895D8}"/>
              </a:ext>
            </a:extLst>
          </p:cNvPr>
          <p:cNvSpPr>
            <a:spLocks noGrp="1"/>
          </p:cNvSpPr>
          <p:nvPr/>
        </p:nvSpPr>
        <p:spPr>
          <a:xfrm>
            <a:off x="1066800" y="5848350"/>
            <a:ext cx="7239000" cy="4286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요청의 근거로 반환</a:t>
            </a:r>
            <a:endParaRPr lang="ko-KR">
              <a:latin typeface="Calibri"/>
              <a:ea typeface="Calibri"/>
              <a:cs typeface="Calibri"/>
            </a:endParaRPr>
          </a:p>
        </p:txBody>
      </p:sp>
      <p:sp>
        <p:nvSpPr>
          <p:cNvPr id="16" name="dp45-basic-structures-12">
            <a:extLst>
              <a:ext uri="{FF2B5EF4-FFF2-40B4-BE49-F238E27FC236}">
                <ns2:creationId id="{3BB1E30D-646E-49D9-BF24-28EAD14BF3A2}"/>
              </a:ext>
            </a:extLst>
          </p:cNvPr>
          <p:cNvSpPr>
            <a:spLocks noGrp="1"/>
          </p:cNvSpPr>
          <p:nvPr/>
        </p:nvSpPr>
        <p:spPr>
          <a:xfrm>
            <a:off x="13544550" y="3762375"/>
            <a:ext cx="9525" cy="514350"/>
          </a:xfrm>
          <a:custGeom>
            <a:pathLst>
              <a:path w="9525" h="514350">
                <a:moveTo>
                  <a:pt x="0" y="0"/>
                </a:moveTo>
                <a:lnTo>
                  <a:pt x="0" y="514350"/>
                </a:lnTo>
              </a:path>
            </a:pathLst>
          </a:custGeom>
          <a:noFill/>
          <a:ln w="23813">
            <a:solidFill>
              <a:srgbClr val="00889A"/>
            </a:solidFill>
            <a:prstDash val="solid"/>
          </a:ln>
        </p:spPr>
      </p:sp>
      <p:sp>
        <p:nvSpPr>
          <p:cNvPr id="17" name="dp45-basic-structures-12-arrow">
            <a:extLst>
              <a:ext uri="{FF2B5EF4-FFF2-40B4-BE49-F238E27FC236}">
                <ns2:creationId id="{79B1B887-8526-4E81-A2B9-A66802C5BC4B}"/>
              </a:ext>
            </a:extLst>
          </p:cNvPr>
          <p:cNvSpPr>
            <a:spLocks noGrp="1"/>
          </p:cNvSpPr>
          <p:nvPr/>
        </p:nvSpPr>
        <p:spPr>
          <a:xfrm>
            <a:off x="13485185" y="41680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sic-structures-13">
            <a:extLst>
              <a:ext uri="{FF2B5EF4-FFF2-40B4-BE49-F238E27FC236}">
                <ns2:creationId id="{B7AB5D33-DD2C-4A95-AC47-A0C6EC30F64B}"/>
              </a:ext>
            </a:extLst>
          </p:cNvPr>
          <p:cNvSpPr>
            <a:spLocks noGrp="1"/>
          </p:cNvSpPr>
          <p:nvPr/>
        </p:nvSpPr>
        <p:spPr>
          <a:xfrm>
            <a:off x="9925050" y="4371975"/>
            <a:ext cx="7239000" cy="76200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가공한 과거 기억 생산·유지</a:t>
            </a:r>
            <a:endParaRPr lang="ko-KR">
              <a:latin typeface="Calibri"/>
              <a:ea typeface="Calibri"/>
              <a:cs typeface="Calibri"/>
            </a:endParaRPr>
          </a:p>
        </p:txBody>
      </p:sp>
      <p:sp>
        <p:nvSpPr>
          <p:cNvPr id="19" name="dp45-basic-structures-14">
            <a:extLst>
              <a:ext uri="{FF2B5EF4-FFF2-40B4-BE49-F238E27FC236}">
                <ns2:creationId id="{2D2DDDEB-CA95-46DE-A433-942B05DA18D9}"/>
              </a:ext>
            </a:extLst>
          </p:cNvPr>
          <p:cNvSpPr>
            <a:spLocks noGrp="1"/>
          </p:cNvSpPr>
          <p:nvPr/>
        </p:nvSpPr>
        <p:spPr>
          <a:xfrm>
            <a:off x="13544550" y="5133975"/>
            <a:ext cx="9525" cy="419100"/>
          </a:xfrm>
          <a:custGeom>
            <a:pathLst>
              <a:path w="9525" h="419100">
                <a:moveTo>
                  <a:pt x="0" y="0"/>
                </a:moveTo>
                <a:lnTo>
                  <a:pt x="0" y="419100"/>
                </a:lnTo>
              </a:path>
            </a:pathLst>
          </a:custGeom>
          <a:noFill/>
          <a:ln w="23813">
            <a:solidFill>
              <a:srgbClr val="00889A"/>
            </a:solidFill>
            <a:prstDash val="solid"/>
          </a:ln>
        </p:spPr>
      </p:sp>
      <p:sp>
        <p:nvSpPr>
          <p:cNvPr id="20" name="dp45-basic-structures-14-arrow">
            <a:extLst>
              <a:ext uri="{FF2B5EF4-FFF2-40B4-BE49-F238E27FC236}">
                <ns2:creationId id="{B8716FFE-C07F-4023-82A6-C312B719C404}"/>
              </a:ext>
            </a:extLst>
          </p:cNvPr>
          <p:cNvSpPr>
            <a:spLocks noGrp="1"/>
          </p:cNvSpPr>
          <p:nvPr/>
        </p:nvSpPr>
        <p:spPr>
          <a:xfrm>
            <a:off x="13485185" y="544440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sic-structures-15">
            <a:extLst>
              <a:ext uri="{FF2B5EF4-FFF2-40B4-BE49-F238E27FC236}">
                <ns2:creationId id="{C945E429-F773-4124-97E5-E98937A885D8}"/>
              </a:ext>
            </a:extLst>
          </p:cNvPr>
          <p:cNvSpPr>
            <a:spLocks noGrp="1"/>
          </p:cNvSpPr>
          <p:nvPr/>
        </p:nvSpPr>
        <p:spPr>
          <a:xfrm>
            <a:off x="9925050" y="5753100"/>
            <a:ext cx="7239000" cy="52387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요청이 필요한 기억을 조회</a:t>
            </a:r>
            <a:endParaRPr lang="ko-KR">
              <a:latin typeface="Calibri"/>
              <a:ea typeface="Calibri"/>
              <a:cs typeface="Calibri"/>
            </a:endParaRPr>
          </a:p>
        </p:txBody>
      </p:sp>
      <p:sp>
        <p:nvSpPr>
          <p:cNvPr id="22" name="dp45-basic-structures-16">
            <a:extLst>
              <a:ext uri="{FF2B5EF4-FFF2-40B4-BE49-F238E27FC236}">
                <ns2:creationId id="{117C51F7-CAF8-44A3-BE06-A2BA4B9BC96B}"/>
              </a:ext>
            </a:extLst>
          </p:cNvPr>
          <p:cNvSpPr>
            <a:spLocks noGrp="1"/>
          </p:cNvSpPr>
          <p:nvPr/>
        </p:nvSpPr>
        <p:spPr>
          <a:xfrm>
            <a:off x="495300" y="6705600"/>
            <a:ext cx="17297400" cy="9525"/>
          </a:xfrm>
          <a:custGeom>
            <a:pathLst>
              <a:path w="17297400" h="9525">
                <a:moveTo>
                  <a:pt x="0" y="0"/>
                </a:moveTo>
                <a:lnTo>
                  <a:pt x="17297400" y="0"/>
                </a:lnTo>
              </a:path>
            </a:pathLst>
          </a:custGeom>
          <a:noFill/>
          <a:ln w="14288">
            <a:solidFill>
              <a:srgbClr val="A6A6A6"/>
            </a:solidFill>
            <a:prstDash val="solid"/>
          </a:ln>
        </p:spPr>
      </p:sp>
      <p:sp>
        <p:nvSpPr>
          <p:cNvPr id="23" name="dp45-basic-structures-17">
            <a:extLst>
              <a:ext uri="{FF2B5EF4-FFF2-40B4-BE49-F238E27FC236}">
                <ns2:creationId id="{96B3064B-127C-4EF4-BA5C-0D0DCB5558E6}"/>
              </a:ext>
            </a:extLst>
          </p:cNvPr>
          <p:cNvSpPr>
            <a:spLocks noGrp="1"/>
          </p:cNvSpPr>
          <p:nvPr/>
        </p:nvSpPr>
        <p:spPr>
          <a:xfrm>
            <a:off x="495300" y="6924675"/>
            <a:ext cx="17297400" cy="42862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구조를 보완하는 택틱</a:t>
            </a:r>
            <a:endParaRPr lang="ko-KR">
              <a:latin typeface="Calibri"/>
              <a:ea typeface="Calibri"/>
              <a:cs typeface="Calibri"/>
            </a:endParaRPr>
          </a:p>
        </p:txBody>
      </p:sp>
      <p:sp>
        <p:nvSpPr>
          <p:cNvPr id="24" name="dp45-basic-structures-18">
            <a:extLst>
              <a:ext uri="{FF2B5EF4-FFF2-40B4-BE49-F238E27FC236}">
                <ns2:creationId id="{8E096910-128A-41FD-A7E7-97B75D0F5582}"/>
              </a:ext>
            </a:extLst>
          </p:cNvPr>
          <p:cNvSpPr>
            <a:spLocks noGrp="1"/>
          </p:cNvSpPr>
          <p:nvPr/>
        </p:nvSpPr>
        <p:spPr>
          <a:xfrm>
            <a:off x="495300" y="7515225"/>
            <a:ext cx="83820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  요약·색인·cache와 부분 갱신</a:t>
            </a:r>
            <a:endParaRPr lang="ko-KR">
              <a:latin typeface="Calibri"/>
              <a:ea typeface="Calibri"/>
              <a:cs typeface="Calibri"/>
            </a:endParaRPr>
          </a:p>
        </p:txBody>
      </p:sp>
      <p:sp>
        <p:nvSpPr>
          <p:cNvPr id="25" name="dp45-basic-structures-19">
            <a:extLst>
              <a:ext uri="{FF2B5EF4-FFF2-40B4-BE49-F238E27FC236}">
                <ns2:creationId id="{78A89E72-E699-4053-A791-44EDAA74FF57}"/>
              </a:ext>
            </a:extLst>
          </p:cNvPr>
          <p:cNvSpPr>
            <a:spLocks noGrp="1"/>
          </p:cNvSpPr>
          <p:nvPr/>
        </p:nvSpPr>
        <p:spPr>
          <a:xfrm>
            <a:off x="9353550" y="7515225"/>
            <a:ext cx="843915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B  생산 범위 선택·증분 갱신·무효화</a:t>
            </a:r>
            <a:endParaRPr lang="ko-KR">
              <a:latin typeface="Calibri"/>
              <a:ea typeface="Calibri"/>
              <a:cs typeface="Calibri"/>
            </a:endParaRPr>
          </a:p>
        </p:txBody>
      </p:sp>
      <p:sp>
        <p:nvSpPr>
          <p:cNvPr id="26" name="dp45-basic-structures-20">
            <a:extLst>
              <a:ext uri="{FF2B5EF4-FFF2-40B4-BE49-F238E27FC236}">
                <ns2:creationId id="{386E3795-3381-4C20-B47E-AA293213E5A1}"/>
              </a:ext>
            </a:extLst>
          </p:cNvPr>
          <p:cNvSpPr>
            <a:spLocks noGrp="1"/>
          </p:cNvSpPr>
          <p:nvPr/>
        </p:nvSpPr>
        <p:spPr>
          <a:xfrm>
            <a:off x="495300" y="826770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수정·삭제와 실제 전달 범위 반영은 양안 공통 요구입니다.</a:t>
            </a:r>
            <a:endParaRPr lang="ko-KR">
              <a:latin typeface="Calibri"/>
              <a:ea typeface="Calibri"/>
              <a:cs typeface="Calibri"/>
            </a:endParaRPr>
          </a:p>
        </p:txBody>
      </p:sp>
      <p:sp>
        <p:nvSpPr>
          <p:cNvPr id="27" name="dp45-basic-structures-21">
            <a:extLst>
              <a:ext uri="{FF2B5EF4-FFF2-40B4-BE49-F238E27FC236}">
                <ns2:creationId id="{48041E13-81C2-4AB5-BEF4-60850E322F72}"/>
              </a:ext>
            </a:extLst>
          </p:cNvPr>
          <p:cNvSpPr>
            <a:spLocks noGrp="1"/>
          </p:cNvSpPr>
          <p:nvPr/>
        </p:nvSpPr>
        <p:spPr>
          <a:xfrm>
            <a:off x="495300" y="8991600"/>
            <a:ext cx="17297400" cy="571500"/>
          </a:xfrm>
          <a:prstGeom prst="rect">
            <a:avLst/>
          </a:prstGeom>
          <a:noFill/>
          <a:ln w="0">
            <a:noFill/>
          </a:ln>
        </p:spPr>
        <p:txBody>
          <a:bodyPr wrap="none" lIns="0" tIns="0" rIns="0" bIns="0" anchor="ctr">
            <a:noAutofit/>
          </a:bodyPr>
          <a:lstStyle>
            <a:defPPr algn="l">
              <a:defRPr sz="2100" b="0" lang="ko-KR">
                <a:solidFill>
                  <a:srgbClr val="000000"/>
                </a:solidFill>
                <a:latin typeface="Calibri"/>
                <a:ea typeface="Calibri"/>
                <a:cs typeface="Calibri"/>
              </a:defRPr>
            </a:defP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A의 구성 비용과 B의 생산·유지 비용을, 첫 사용·반복·정정 이후 장면에서 비교합니다.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18 / 63</a:t>
            </a:r>
            <a:endParaRPr lang="ko-KR">
              <a:latin typeface="Calibri"/>
              <a:ea typeface="Calibri"/>
              <a:cs typeface="Calibri"/>
            </a:endParaRPr>
          </a:p>
        </p:txBody>
      </p:sp>
    </p:spTree>
    <p:extLst>
      <p:ext uri="{BB962C8B-B14F-4D97-AF65-F5344CB8AC3E}">
        <p14:creationId val="134507861"/>
      </p:ext>
    </p:extLst>
  </p:cSld>
</p:sld>
</file>

<file path=ppt/slides/slide63.xml><?xml version="1.0" encoding="utf-8"?>
<p:sld xmlns:a="http://schemas.openxmlformats.org/drawingml/2006/main" xmlns:ns2="http://schemas.microsoft.com/office/drawing/2014/main" xmlns:p="http://schemas.openxmlformats.org/presentationml/2006/main" xmlns:p14="http://schemas.microsoft.com/office/powerpoint/2010/main">
  <p:cSld name="screen-grounding-background-v8">
    <p:bg>
      <p:bgPr>
        <a:solidFill>
          <a:srgbClr val="FFFFFF"/>
        </a:solidFill>
      </p:bgPr>
    </p:bg>
    <p:spTree>
      <p:nvGrpSpPr>
        <p:cNvPr id="2" name=""/>
        <p:cNvGrpSpPr/>
        <p:nvPr/>
      </p:nvGrpSpPr>
      <p:grpSpPr>
        <a:xfrm/>
      </p:grpSpPr>
      <p:sp>
        <p:nvSpPr>
          <p:cNvPr id="3" name="screen-voice-grounding-background-1">
            <a:extLst>
              <a:ext uri="{FF2B5EF4-FFF2-40B4-BE49-F238E27FC236}">
                <ns2:creationId id="{90729CC9-555A-48BC-8E7C-C8D1FD46612D}"/>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화면과 음성 지칭의 결합 (문제)</a:t>
            </a:r>
            <a:endParaRPr lang="ko-KR">
              <a:latin typeface="Calibri"/>
              <a:ea typeface="Calibri"/>
              <a:cs typeface="Calibri"/>
            </a:endParaRPr>
          </a:p>
        </p:txBody>
      </p:sp>
      <p:sp>
        <p:nvSpPr>
          <p:cNvPr id="4" name="screen-voice-grounding-background-2">
            <a:extLst>
              <a:ext uri="{FF2B5EF4-FFF2-40B4-BE49-F238E27FC236}">
                <ns2:creationId id="{FD01AB21-7F54-4901-8D29-594C61663B47}"/>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screen-voice-grounding-background-3">
            <a:extLst>
              <a:ext uri="{FF2B5EF4-FFF2-40B4-BE49-F238E27FC236}">
                <ns2:creationId id="{94E94543-51A5-4FE4-A4A2-6097BB1ADA0A}"/>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screen-voice-grounding-background-4">
            <a:extLst>
              <a:ext uri="{FF2B5EF4-FFF2-40B4-BE49-F238E27FC236}">
                <ns2:creationId id="{26EEB88B-40D3-41D1-959E-11B0E7502BF7}"/>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screen-voice-grounding-background-5">
            <a:extLst>
              <a:ext uri="{FF2B5EF4-FFF2-40B4-BE49-F238E27FC236}">
                <ns2:creationId id="{C88D40C9-3CE3-401C-B094-AD14916DB960}"/>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말과 손동작을 당시 화면에 연결해,</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사용자가 뜻한 대상을 어떻게 찾을까?</a:t>
            </a:r>
            <a:endParaRPr lang="ko-KR">
              <a:latin typeface="Calibri"/>
              <a:ea typeface="Calibri"/>
              <a:cs typeface="Calibri"/>
            </a:endParaRPr>
          </a:p>
        </p:txBody>
      </p:sp>
      <p:sp>
        <p:nvSpPr>
          <p:cNvPr id="8" name="screen-voice-grounding-background-6">
            <a:extLst>
              <a:ext uri="{FF2B5EF4-FFF2-40B4-BE49-F238E27FC236}">
                <ns2:creationId id="{755195CA-5C8F-430B-80E9-2A76C36F4729}"/>
              </a:ext>
            </a:extLst>
          </p:cNvPr>
          <p:cNvSpPr>
            <a:spLocks noGrp="1"/>
          </p:cNvSpPr>
          <p:nvPr/>
        </p:nvSpPr>
        <p:spPr>
          <a:xfrm>
            <a:off x="495300" y="1419225"/>
            <a:ext cx="17297400" cy="600075"/>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표를 가리켜 “이 표와…”라고 말하고, 화면을 바꿔 “…저 표를 비교해줘”라고 이어 갑니다.</a:t>
            </a:r>
            <a:endParaRPr lang="ko-KR">
              <a:latin typeface="Calibri"/>
              <a:ea typeface="Calibri"/>
              <a:cs typeface="Calibri"/>
            </a:endParaRPr>
          </a:p>
        </p:txBody>
      </p:sp>
      <p:sp>
        <p:nvSpPr>
          <p:cNvPr id="9" name="screen-voice-grounding-background-7">
            <a:extLst>
              <a:ext uri="{FF2B5EF4-FFF2-40B4-BE49-F238E27FC236}">
                <ns2:creationId id="{1A577844-5DB8-417B-A8BD-2974A73F1261}"/>
              </a:ext>
            </a:extLst>
          </p:cNvPr>
          <p:cNvSpPr>
            <a:spLocks noGrp="1"/>
          </p:cNvSpPr>
          <p:nvPr/>
        </p:nvSpPr>
        <p:spPr>
          <a:xfrm>
            <a:off x="4953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1</a:t>
            </a:r>
            <a:endParaRPr lang="ko-KR">
              <a:latin typeface="Calibri"/>
              <a:ea typeface="Calibri"/>
              <a:cs typeface="Calibri"/>
            </a:endParaRPr>
          </a:p>
        </p:txBody>
      </p:sp>
      <p:sp>
        <p:nvSpPr>
          <p:cNvPr id="10" name="screen-voice-grounding-background-8">
            <a:extLst>
              <a:ext uri="{FF2B5EF4-FFF2-40B4-BE49-F238E27FC236}">
                <ns2:creationId id="{F9D35411-C34A-4204-9412-9FC64DE9F988}"/>
              </a:ext>
            </a:extLst>
          </p:cNvPr>
          <p:cNvSpPr>
            <a:spLocks noGrp="1"/>
          </p:cNvSpPr>
          <p:nvPr/>
        </p:nvSpPr>
        <p:spPr>
          <a:xfrm>
            <a:off x="64389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2</a:t>
            </a:r>
            <a:endParaRPr lang="ko-KR">
              <a:latin typeface="Calibri"/>
              <a:ea typeface="Calibri"/>
              <a:cs typeface="Calibri"/>
            </a:endParaRPr>
          </a:p>
        </p:txBody>
      </p:sp>
      <p:sp>
        <p:nvSpPr>
          <p:cNvPr id="11" name="screen-voice-grounding-background-9">
            <a:extLst>
              <a:ext uri="{FF2B5EF4-FFF2-40B4-BE49-F238E27FC236}">
                <ns2:creationId id="{31A36706-D554-4E56-8943-A680D01A0DB9}"/>
              </a:ext>
            </a:extLst>
          </p:cNvPr>
          <p:cNvSpPr>
            <a:spLocks noGrp="1"/>
          </p:cNvSpPr>
          <p:nvPr/>
        </p:nvSpPr>
        <p:spPr>
          <a:xfrm>
            <a:off x="123825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전사가 도착한 순간</a:t>
            </a:r>
            <a:endParaRPr lang="ko-KR">
              <a:latin typeface="Calibri"/>
              <a:ea typeface="Calibri"/>
              <a:cs typeface="Calibri"/>
            </a:endParaRPr>
          </a:p>
        </p:txBody>
      </p:sp>
      <p:sp>
        <p:nvSpPr>
          <p:cNvPr id="12" name="screen-voice-grounding-background-10">
            <a:extLst>
              <a:ext uri="{FF2B5EF4-FFF2-40B4-BE49-F238E27FC236}">
                <ns2:creationId id="{3AED1F5E-3A15-4132-BF3C-ED700347317A}"/>
              </a:ext>
            </a:extLst>
          </p:cNvPr>
          <p:cNvSpPr>
            <a:spLocks noGrp="1"/>
          </p:cNvSpPr>
          <p:nvPr/>
        </p:nvSpPr>
        <p:spPr>
          <a:xfrm>
            <a:off x="4953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A의 화면</a:t>
            </a:r>
            <a:endParaRPr lang="ko-KR">
              <a:latin typeface="Calibri"/>
              <a:ea typeface="Calibri"/>
              <a:cs typeface="Calibri"/>
            </a:endParaRPr>
          </a:p>
        </p:txBody>
      </p:sp>
      <p:sp>
        <p:nvSpPr>
          <p:cNvPr id="13" name="screen-voice-grounding-background-11">
            <a:extLst>
              <a:ext uri="{FF2B5EF4-FFF2-40B4-BE49-F238E27FC236}">
                <ns2:creationId id="{CC93A8B2-0510-4F1A-8EC1-EFA3E404C431}"/>
              </a:ext>
            </a:extLst>
          </p:cNvPr>
          <p:cNvSpPr>
            <a:spLocks noGrp="1"/>
          </p:cNvSpPr>
          <p:nvPr/>
        </p:nvSpPr>
        <p:spPr>
          <a:xfrm>
            <a:off x="64389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B의 화면</a:t>
            </a:r>
            <a:endParaRPr lang="ko-KR">
              <a:latin typeface="Calibri"/>
              <a:ea typeface="Calibri"/>
              <a:cs typeface="Calibri"/>
            </a:endParaRPr>
          </a:p>
        </p:txBody>
      </p:sp>
      <p:sp>
        <p:nvSpPr>
          <p:cNvPr id="14" name="screen-voice-grounding-background-12">
            <a:extLst>
              <a:ext uri="{FF2B5EF4-FFF2-40B4-BE49-F238E27FC236}">
                <ns2:creationId id="{3334D68D-9117-4F11-A34E-FE62F6322298}"/>
              </a:ext>
            </a:extLst>
          </p:cNvPr>
          <p:cNvSpPr>
            <a:spLocks noGrp="1"/>
          </p:cNvSpPr>
          <p:nvPr/>
        </p:nvSpPr>
        <p:spPr>
          <a:xfrm>
            <a:off x="123825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문서 B의 화면</a:t>
            </a:r>
            <a:endParaRPr lang="ko-KR">
              <a:latin typeface="Calibri"/>
              <a:ea typeface="Calibri"/>
              <a:cs typeface="Calibri"/>
            </a:endParaRPr>
          </a:p>
        </p:txBody>
      </p:sp>
      <p:sp>
        <p:nvSpPr>
          <p:cNvPr id="15" name="screen-voice-grounding-background-13">
            <a:extLst>
              <a:ext uri="{FF2B5EF4-FFF2-40B4-BE49-F238E27FC236}">
                <ns2:creationId id="{E1AF0620-654B-44C6-88BC-6752DFF919F8}"/>
              </a:ext>
            </a:extLst>
          </p:cNvPr>
          <p:cNvSpPr>
            <a:spLocks noGrp="1"/>
          </p:cNvSpPr>
          <p:nvPr/>
        </p:nvSpPr>
        <p:spPr>
          <a:xfrm>
            <a:off x="762000" y="3857625"/>
            <a:ext cx="4876800" cy="1457325"/>
          </a:xfrm>
          <a:prstGeom prst="rect">
            <a:avLst/>
          </a:prstGeom>
          <a:solidFill>
            <a:srgbClr val="FFFFFF"/>
          </a:solidFill>
          <a:ln w="19050">
            <a:solidFill>
              <a:srgbClr val="00889A"/>
            </a:solidFill>
          </a:ln>
        </p:spPr>
        <p:txBody>
          <a:bodyPr wrap="none" lIns="133350" tIns="0" rIns="133350" bIns="0" anchor="ctr">
            <a:noAutofit/>
          </a:bodyPr>
          <a:lstStyle>
            <a:defPPr algn="ctr">
              <a:defRPr sz="2500" b="1" lang="ko-KR">
                <a:solidFill>
                  <a:srgbClr val="000000"/>
                </a:solidFill>
                <a:latin typeface="Calibri"/>
                <a:ea typeface="Calibri"/>
                <a:cs typeface="Calibri"/>
              </a:defRPr>
            </a:defP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첫 표</a:t>
            </a:r>
            <a:endParaRPr lang="ko-KR">
              <a:latin typeface="Calibri"/>
              <a:ea typeface="Calibri"/>
              <a:cs typeface="Calibri"/>
            </a:endParaRPr>
          </a:p>
        </p:txBody>
      </p:sp>
      <p:sp>
        <p:nvSpPr>
          <p:cNvPr id="16" name="screen-voice-grounding-background-14">
            <a:extLst>
              <a:ext uri="{FF2B5EF4-FFF2-40B4-BE49-F238E27FC236}">
                <ns2:creationId id="{CB8EA97D-27C3-404D-9459-446CF7AE95D2}"/>
              </a:ext>
            </a:extLst>
          </p:cNvPr>
          <p:cNvSpPr>
            <a:spLocks noGrp="1"/>
          </p:cNvSpPr>
          <p:nvPr/>
        </p:nvSpPr>
        <p:spPr>
          <a:xfrm>
            <a:off x="6705600" y="38004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둘째 표</a:t>
            </a:r>
            <a:endParaRPr lang="ko-KR">
              <a:latin typeface="Calibri"/>
              <a:ea typeface="Calibri"/>
              <a:cs typeface="Calibri"/>
            </a:endParaRPr>
          </a:p>
        </p:txBody>
      </p:sp>
      <p:sp>
        <p:nvSpPr>
          <p:cNvPr id="17" name="screen-voice-grounding-background-15">
            <a:extLst>
              <a:ext uri="{FF2B5EF4-FFF2-40B4-BE49-F238E27FC236}">
                <ns2:creationId id="{EDED4D3B-B5B5-4C91-AD1D-1ED0B3995001}"/>
              </a:ext>
            </a:extLst>
          </p:cNvPr>
          <p:cNvSpPr>
            <a:spLocks noGrp="1"/>
          </p:cNvSpPr>
          <p:nvPr/>
        </p:nvSpPr>
        <p:spPr>
          <a:xfrm>
            <a:off x="6705600" y="49053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아래 표</a:t>
            </a:r>
            <a:endParaRPr lang="ko-KR">
              <a:latin typeface="Calibri"/>
              <a:ea typeface="Calibri"/>
              <a:cs typeface="Calibri"/>
            </a:endParaRPr>
          </a:p>
        </p:txBody>
      </p:sp>
      <p:sp>
        <p:nvSpPr>
          <p:cNvPr id="18" name="screen-voice-grounding-background-16">
            <a:extLst>
              <a:ext uri="{FF2B5EF4-FFF2-40B4-BE49-F238E27FC236}">
                <ns2:creationId id="{9507291D-A144-40BF-AE30-CCBB1D979EBB}"/>
              </a:ext>
            </a:extLst>
          </p:cNvPr>
          <p:cNvSpPr>
            <a:spLocks noGrp="1"/>
          </p:cNvSpPr>
          <p:nvPr/>
        </p:nvSpPr>
        <p:spPr>
          <a:xfrm>
            <a:off x="12649200" y="38004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둘째 표</a:t>
            </a:r>
            <a:endParaRPr lang="ko-KR">
              <a:latin typeface="Calibri"/>
              <a:ea typeface="Calibri"/>
              <a:cs typeface="Calibri"/>
            </a:endParaRPr>
          </a:p>
        </p:txBody>
      </p:sp>
      <p:sp>
        <p:nvSpPr>
          <p:cNvPr id="19" name="screen-voice-grounding-background-17">
            <a:extLst>
              <a:ext uri="{FF2B5EF4-FFF2-40B4-BE49-F238E27FC236}">
                <ns2:creationId id="{DA933010-EA47-46F2-A3C6-46ADFD227918}"/>
              </a:ext>
            </a:extLst>
          </p:cNvPr>
          <p:cNvSpPr>
            <a:spLocks noGrp="1"/>
          </p:cNvSpPr>
          <p:nvPr/>
        </p:nvSpPr>
        <p:spPr>
          <a:xfrm>
            <a:off x="12649200" y="49053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정정한 아래 표</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선택 범위</a:t>
            </a:r>
            <a:endParaRPr lang="ko-KR">
              <a:latin typeface="Calibri"/>
              <a:ea typeface="Calibri"/>
              <a:cs typeface="Calibri"/>
            </a:endParaRPr>
          </a:p>
        </p:txBody>
      </p:sp>
      <p:sp>
        <p:nvSpPr>
          <p:cNvPr id="20" name="screen-voice-grounding-background-18">
            <a:extLst>
              <a:ext uri="{FF2B5EF4-FFF2-40B4-BE49-F238E27FC236}">
                <ns2:creationId id="{F27BBFE9-D23F-4EB1-A287-640A04A44E71}"/>
              </a:ext>
            </a:extLst>
          </p:cNvPr>
          <p:cNvSpPr>
            <a:spLocks noGrp="1"/>
          </p:cNvSpPr>
          <p:nvPr/>
        </p:nvSpPr>
        <p:spPr>
          <a:xfrm>
            <a:off x="1419225" y="4810125"/>
            <a:ext cx="771525" cy="695325"/>
          </a:xfrm>
          <a:custGeom>
            <a:pathLst>
              <a:path w="771525" h="695325">
                <a:moveTo>
                  <a:pt x="0" y="695325"/>
                </a:moveTo>
                <a:lnTo>
                  <a:pt x="419100" y="447675"/>
                </a:lnTo>
                <a:lnTo>
                  <a:pt x="771525" y="0"/>
                </a:lnTo>
              </a:path>
            </a:pathLst>
          </a:custGeom>
          <a:noFill/>
          <a:ln w="23813">
            <a:solidFill>
              <a:srgbClr val="00889A"/>
            </a:solidFill>
            <a:prstDash val="solid"/>
          </a:ln>
        </p:spPr>
      </p:sp>
      <p:sp>
        <p:nvSpPr>
          <p:cNvPr id="21" name="screen-voice-grounding-background-18-arrow">
            <a:extLst>
              <a:ext uri="{FF2B5EF4-FFF2-40B4-BE49-F238E27FC236}">
                <ns2:creationId id="{CDDBB1E5-E183-41E3-AB77-773A47492576}"/>
              </a:ext>
            </a:extLst>
          </p:cNvPr>
          <p:cNvSpPr>
            <a:spLocks noGrp="1"/>
          </p:cNvSpPr>
          <p:nvPr/>
        </p:nvSpPr>
        <p:spPr>
          <a:xfrm>
            <a:off x="2076888" y="4810125"/>
            <a:ext cx="113862" cy="122104"/>
          </a:xfrm>
          <a:custGeom>
            <a:pathLst>
              <a:path w="113862" h="122104">
                <a:moveTo>
                  <a:pt x="93290" y="122104"/>
                </a:moveTo>
                <a:lnTo>
                  <a:pt x="113862" y="0"/>
                </a:lnTo>
                <a:lnTo>
                  <a:pt x="0" y="48663"/>
                </a:lnTo>
              </a:path>
            </a:pathLst>
          </a:custGeom>
          <a:noFill/>
          <a:ln w="23813">
            <a:solidFill>
              <a:srgbClr val="00889A"/>
            </a:solidFill>
            <a:prstDash val="solid"/>
          </a:ln>
        </p:spPr>
      </p:sp>
      <p:sp>
        <p:nvSpPr>
          <p:cNvPr id="22" name="screen-voice-grounding-background-19">
            <a:extLst>
              <a:ext uri="{FF2B5EF4-FFF2-40B4-BE49-F238E27FC236}">
                <ns2:creationId id="{5933FB94-649E-4596-B5C8-AD0F18B5C09F}"/>
              </a:ext>
            </a:extLst>
          </p:cNvPr>
          <p:cNvSpPr>
            <a:spLocks noGrp="1"/>
          </p:cNvSpPr>
          <p:nvPr/>
        </p:nvSpPr>
        <p:spPr>
          <a:xfrm>
            <a:off x="6572250" y="4238625"/>
            <a:ext cx="666750" cy="523875"/>
          </a:xfrm>
          <a:custGeom>
            <a:pathLst>
              <a:path w="666750" h="523875">
                <a:moveTo>
                  <a:pt x="0" y="523875"/>
                </a:moveTo>
                <a:lnTo>
                  <a:pt x="333375" y="238125"/>
                </a:lnTo>
                <a:lnTo>
                  <a:pt x="666750" y="0"/>
                </a:lnTo>
              </a:path>
            </a:pathLst>
          </a:custGeom>
          <a:noFill/>
          <a:ln w="23813">
            <a:solidFill>
              <a:srgbClr val="00889A"/>
            </a:solidFill>
            <a:prstDash val="solid"/>
          </a:ln>
        </p:spPr>
      </p:sp>
      <p:sp>
        <p:nvSpPr>
          <p:cNvPr id="23" name="screen-voice-grounding-background-19-arrow">
            <a:extLst>
              <a:ext uri="{FF2B5EF4-FFF2-40B4-BE49-F238E27FC236}">
                <ns2:creationId id="{94012786-963A-454F-9947-9A39193BF7A3}"/>
              </a:ext>
            </a:extLst>
          </p:cNvPr>
          <p:cNvSpPr>
            <a:spLocks noGrp="1"/>
          </p:cNvSpPr>
          <p:nvPr/>
        </p:nvSpPr>
        <p:spPr>
          <a:xfrm>
            <a:off x="7116069" y="4238625"/>
            <a:ext cx="122931" cy="111468"/>
          </a:xfrm>
          <a:custGeom>
            <a:pathLst>
              <a:path w="122931" h="111468">
                <a:moveTo>
                  <a:pt x="69010" y="111468"/>
                </a:moveTo>
                <a:lnTo>
                  <a:pt x="122931" y="0"/>
                </a:lnTo>
                <a:lnTo>
                  <a:pt x="0" y="14854"/>
                </a:lnTo>
              </a:path>
            </a:pathLst>
          </a:custGeom>
          <a:noFill/>
          <a:ln w="23813">
            <a:solidFill>
              <a:srgbClr val="00889A"/>
            </a:solidFill>
            <a:prstDash val="solid"/>
          </a:ln>
        </p:spPr>
      </p:sp>
      <p:sp>
        <p:nvSpPr>
          <p:cNvPr id="24" name="screen-voice-grounding-background-20">
            <a:extLst>
              <a:ext uri="{FF2B5EF4-FFF2-40B4-BE49-F238E27FC236}">
                <ns2:creationId id="{9853ED97-537C-435C-9409-EC0A87F88DB7}"/>
              </a:ext>
            </a:extLst>
          </p:cNvPr>
          <p:cNvSpPr>
            <a:spLocks noGrp="1"/>
          </p:cNvSpPr>
          <p:nvPr/>
        </p:nvSpPr>
        <p:spPr>
          <a:xfrm>
            <a:off x="12525375" y="5286375"/>
            <a:ext cx="666750" cy="523875"/>
          </a:xfrm>
          <a:custGeom>
            <a:pathLst>
              <a:path w="666750" h="523875">
                <a:moveTo>
                  <a:pt x="0" y="523875"/>
                </a:moveTo>
                <a:lnTo>
                  <a:pt x="333375" y="285750"/>
                </a:lnTo>
                <a:lnTo>
                  <a:pt x="666750" y="0"/>
                </a:lnTo>
              </a:path>
            </a:pathLst>
          </a:custGeom>
          <a:noFill/>
          <a:ln w="23813">
            <a:solidFill>
              <a:srgbClr val="00889A"/>
            </a:solidFill>
            <a:prstDash val="solid"/>
          </a:ln>
        </p:spPr>
      </p:sp>
      <p:sp>
        <p:nvSpPr>
          <p:cNvPr id="25" name="screen-voice-grounding-background-20-arrow">
            <a:extLst>
              <a:ext uri="{FF2B5EF4-FFF2-40B4-BE49-F238E27FC236}">
                <ns2:creationId id="{84E96253-26D1-4207-A0DF-CEBC2ECEDB51}"/>
              </a:ext>
            </a:extLst>
          </p:cNvPr>
          <p:cNvSpPr>
            <a:spLocks noGrp="1"/>
          </p:cNvSpPr>
          <p:nvPr/>
        </p:nvSpPr>
        <p:spPr>
          <a:xfrm>
            <a:off x="13070985" y="5286375"/>
            <a:ext cx="121140" cy="115792"/>
          </a:xfrm>
          <a:custGeom>
            <a:pathLst>
              <a:path w="121140" h="115792">
                <a:moveTo>
                  <a:pt x="77268" y="115792"/>
                </a:moveTo>
                <a:lnTo>
                  <a:pt x="121140" y="0"/>
                </a:lnTo>
                <a:lnTo>
                  <a:pt x="0" y="25646"/>
                </a:lnTo>
              </a:path>
            </a:pathLst>
          </a:custGeom>
          <a:noFill/>
          <a:ln w="23813">
            <a:solidFill>
              <a:srgbClr val="00889A"/>
            </a:solidFill>
            <a:prstDash val="solid"/>
          </a:ln>
        </p:spPr>
      </p:sp>
      <p:sp>
        <p:nvSpPr>
          <p:cNvPr id="26" name="screen-voice-grounding-background-21">
            <a:extLst>
              <a:ext uri="{FF2B5EF4-FFF2-40B4-BE49-F238E27FC236}">
                <ns2:creationId id="{938D2821-8B5B-4CD5-8FBF-A7F938006ADD}"/>
              </a:ext>
            </a:extLst>
          </p:cNvPr>
          <p:cNvSpPr>
            <a:spLocks noGrp="1"/>
          </p:cNvSpPr>
          <p:nvPr/>
        </p:nvSpPr>
        <p:spPr>
          <a:xfrm>
            <a:off x="762000" y="5734050"/>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pointer로 첫 표 지시</a:t>
            </a:r>
            <a:endParaRPr lang="ko-KR">
              <a:latin typeface="Calibri"/>
              <a:ea typeface="Calibri"/>
              <a:cs typeface="Calibri"/>
            </a:endParaRPr>
          </a:p>
        </p:txBody>
      </p:sp>
      <p:sp>
        <p:nvSpPr>
          <p:cNvPr id="27" name="screen-voice-grounding-background-22">
            <a:extLst>
              <a:ext uri="{FF2B5EF4-FFF2-40B4-BE49-F238E27FC236}">
                <ns2:creationId id="{3D94DA35-BF0D-4C4F-BC3F-E64E8F933C51}"/>
              </a:ext>
            </a:extLst>
          </p:cNvPr>
          <p:cNvSpPr>
            <a:spLocks noGrp="1"/>
          </p:cNvSpPr>
          <p:nvPr/>
        </p:nvSpPr>
        <p:spPr>
          <a:xfrm>
            <a:off x="6705600" y="5895975"/>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다른 창의 표로 이동</a:t>
            </a:r>
            <a:endParaRPr lang="ko-KR">
              <a:latin typeface="Calibri"/>
              <a:ea typeface="Calibri"/>
              <a:cs typeface="Calibri"/>
            </a:endParaRPr>
          </a:p>
        </p:txBody>
      </p:sp>
      <p:sp>
        <p:nvSpPr>
          <p:cNvPr id="28" name="screen-voice-grounding-background-23">
            <a:extLst>
              <a:ext uri="{FF2B5EF4-FFF2-40B4-BE49-F238E27FC236}">
                <ns2:creationId id="{44578C9B-1776-48A0-A3AB-183FE385AA99}"/>
              </a:ext>
            </a:extLst>
          </p:cNvPr>
          <p:cNvSpPr>
            <a:spLocks noGrp="1"/>
          </p:cNvSpPr>
          <p:nvPr/>
        </p:nvSpPr>
        <p:spPr>
          <a:xfrm>
            <a:off x="12649200" y="5895975"/>
            <a:ext cx="4876800" cy="4191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첫 표는 이미 보이지 않음</a:t>
            </a:r>
            <a:endParaRPr lang="ko-KR">
              <a:latin typeface="Calibri"/>
              <a:ea typeface="Calibri"/>
              <a:cs typeface="Calibri"/>
            </a:endParaRPr>
          </a:p>
        </p:txBody>
      </p:sp>
      <p:sp>
        <p:nvSpPr>
          <p:cNvPr id="29" name="screen-voice-grounding-background-24">
            <a:extLst>
              <a:ext uri="{FF2B5EF4-FFF2-40B4-BE49-F238E27FC236}">
                <ns2:creationId id="{AE8E4E65-A063-41F8-887A-ED9441962B79}"/>
              </a:ext>
            </a:extLst>
          </p:cNvPr>
          <p:cNvSpPr>
            <a:spLocks noGrp="1"/>
          </p:cNvSpPr>
          <p:nvPr/>
        </p:nvSpPr>
        <p:spPr>
          <a:xfrm>
            <a:off x="5905500" y="4562475"/>
            <a:ext cx="342900" cy="9525"/>
          </a:xfrm>
          <a:custGeom>
            <a:pathLst>
              <a:path w="342900" h="9525">
                <a:moveTo>
                  <a:pt x="0" y="0"/>
                </a:moveTo>
                <a:lnTo>
                  <a:pt x="342900" y="0"/>
                </a:lnTo>
              </a:path>
            </a:pathLst>
          </a:custGeom>
          <a:noFill/>
          <a:ln w="23813">
            <a:solidFill>
              <a:srgbClr val="A6A6A6"/>
            </a:solidFill>
            <a:prstDash val="solid"/>
          </a:ln>
        </p:spPr>
      </p:sp>
      <p:sp>
        <p:nvSpPr>
          <p:cNvPr id="30" name="screen-voice-grounding-background-24-arrow">
            <a:extLst>
              <a:ext uri="{FF2B5EF4-FFF2-40B4-BE49-F238E27FC236}">
                <ns2:creationId id="{AEAB695E-C295-4D40-A963-5E45704F56C1}"/>
              </a:ext>
            </a:extLst>
          </p:cNvPr>
          <p:cNvSpPr>
            <a:spLocks noGrp="1"/>
          </p:cNvSpPr>
          <p:nvPr/>
        </p:nvSpPr>
        <p:spPr>
          <a:xfrm>
            <a:off x="61397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1" name="screen-voice-grounding-background-25">
            <a:extLst>
              <a:ext uri="{FF2B5EF4-FFF2-40B4-BE49-F238E27FC236}">
                <ns2:creationId id="{E62849C0-4F31-4418-91C6-32DB5DDD5D0F}"/>
              </a:ext>
            </a:extLst>
          </p:cNvPr>
          <p:cNvSpPr>
            <a:spLocks noGrp="1"/>
          </p:cNvSpPr>
          <p:nvPr/>
        </p:nvSpPr>
        <p:spPr>
          <a:xfrm>
            <a:off x="11849100" y="4562475"/>
            <a:ext cx="342900" cy="9525"/>
          </a:xfrm>
          <a:custGeom>
            <a:pathLst>
              <a:path w="342900" h="9525">
                <a:moveTo>
                  <a:pt x="0" y="0"/>
                </a:moveTo>
                <a:lnTo>
                  <a:pt x="342900" y="0"/>
                </a:lnTo>
              </a:path>
            </a:pathLst>
          </a:custGeom>
          <a:noFill/>
          <a:ln w="23813">
            <a:solidFill>
              <a:srgbClr val="A6A6A6"/>
            </a:solidFill>
            <a:prstDash val="solid"/>
          </a:ln>
        </p:spPr>
      </p:sp>
      <p:sp>
        <p:nvSpPr>
          <p:cNvPr id="32" name="screen-voice-grounding-background-25-arrow">
            <a:extLst>
              <a:ext uri="{FF2B5EF4-FFF2-40B4-BE49-F238E27FC236}">
                <ns2:creationId id="{FC9EBFC7-C292-4FCC-9406-B21CA0C99DA6}"/>
              </a:ext>
            </a:extLst>
          </p:cNvPr>
          <p:cNvSpPr>
            <a:spLocks noGrp="1"/>
          </p:cNvSpPr>
          <p:nvPr/>
        </p:nvSpPr>
        <p:spPr>
          <a:xfrm>
            <a:off x="120833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3" name="screen-voice-grounding-background-26">
            <a:extLst>
              <a:ext uri="{FF2B5EF4-FFF2-40B4-BE49-F238E27FC236}">
                <ns2:creationId id="{532B40B5-9EBC-4C20-A535-CA1AD3712FBA}"/>
              </a:ext>
            </a:extLst>
          </p:cNvPr>
          <p:cNvSpPr>
            <a:spLocks noGrp="1"/>
          </p:cNvSpPr>
          <p:nvPr/>
        </p:nvSpPr>
        <p:spPr>
          <a:xfrm>
            <a:off x="495300" y="6667500"/>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“아니, 여기.”로 정정하면 선택 범위와 바꿀 지칭도 다시 연결해야 합니다.</a:t>
            </a:r>
            <a:endParaRPr lang="ko-KR">
              <a:latin typeface="Calibri"/>
              <a:ea typeface="Calibri"/>
              <a:cs typeface="Calibri"/>
            </a:endParaRPr>
          </a:p>
        </p:txBody>
      </p:sp>
      <p:sp>
        <p:nvSpPr>
          <p:cNvPr id="34" name="screen-voice-grounding-background-27">
            <a:extLst>
              <a:ext uri="{FF2B5EF4-FFF2-40B4-BE49-F238E27FC236}">
                <ns2:creationId id="{2173ACFF-EE3F-4BE9-8E6E-B53882E763C9}"/>
              </a:ext>
            </a:extLst>
          </p:cNvPr>
          <p:cNvSpPr>
            <a:spLocks noGrp="1"/>
          </p:cNvSpPr>
          <p:nvPr/>
        </p:nvSpPr>
        <p:spPr>
          <a:xfrm>
            <a:off x="495300" y="72961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근거: 말한 구간, 당시 화면, pointer 경로와 선택 범위</a:t>
            </a:r>
            <a:endParaRPr lang="ko-KR">
              <a:latin typeface="Calibri"/>
              <a:ea typeface="Calibri"/>
              <a:cs typeface="Calibri"/>
            </a:endParaRPr>
          </a:p>
        </p:txBody>
      </p:sp>
      <p:sp>
        <p:nvSpPr>
          <p:cNvPr id="35" name="screen-voice-grounding-background-28">
            <a:extLst>
              <a:ext uri="{FF2B5EF4-FFF2-40B4-BE49-F238E27FC236}">
                <ns2:creationId id="{CD01FA75-8B72-4B31-A73F-A9EBD93DE754}"/>
              </a:ext>
            </a:extLst>
          </p:cNvPr>
          <p:cNvSpPr>
            <a:spLocks noGrp="1"/>
          </p:cNvSpPr>
          <p:nvPr/>
        </p:nvSpPr>
        <p:spPr>
          <a:xfrm>
            <a:off x="495300" y="797242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마지막 화면만 쓰면 첫 표를 잃고, 시각이 겹친다는 이유만으로 대상을 정하면 틀릴 수 있습니다.</a:t>
            </a:r>
            <a:endParaRPr lang="ko-KR">
              <a:latin typeface="Calibri"/>
              <a:ea typeface="Calibri"/>
              <a:cs typeface="Calibri"/>
            </a:endParaRPr>
          </a:p>
        </p:txBody>
      </p:sp>
      <p:sp>
        <p:nvSpPr>
          <p:cNvPr id="36" name="screen-voice-grounding-background-29">
            <a:extLst>
              <a:ext uri="{FF2B5EF4-FFF2-40B4-BE49-F238E27FC236}">
                <ns2:creationId id="{C9E36569-675C-4138-8CE4-C55FCA896229}"/>
              </a:ext>
            </a:extLst>
          </p:cNvPr>
          <p:cNvSpPr>
            <a:spLocks noGrp="1"/>
          </p:cNvSpPr>
          <p:nvPr/>
        </p:nvSpPr>
        <p:spPr>
          <a:xfrm>
            <a:off x="495300" y="9848850"/>
            <a:ext cx="172974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새 주제 탐색 · 번호와 A/B 미정</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22 / 63</a:t>
            </a:r>
            <a:endParaRPr lang="ko-KR">
              <a:latin typeface="Calibri"/>
              <a:ea typeface="Calibri"/>
              <a:cs typeface="Calibri"/>
            </a:endParaRPr>
          </a:p>
        </p:txBody>
      </p:sp>
    </p:spTree>
    <p:extLst>
      <p:ext uri="{BB962C8B-B14F-4D97-AF65-F5344CB8AC3E}">
        <p14:creationId val="5161078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63</ns0:Slides>
  <ns0:Notes>63</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2026-10-11T13:29:11.1160000Z</ns2:created>
  <ns2:modified xsi:type="dcterms:W3CDTF">2026-10-11T13:29:11.1160000Z</ns2:modified>
  <dc:language>ko-KR</dc:language>
</ns0:coreProperties>
</file>