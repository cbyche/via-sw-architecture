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989499b2a4d49" /><Relationship Type="http://schemas.openxmlformats.org/officeDocument/2006/relationships/extended-properties" Target="/docProps/app.xml" Id="Rdec37f97ddd04a83" /><Relationship Type="http://schemas.openxmlformats.org/officeDocument/2006/relationships/officeDocument" Target="/ppt/presentation.xml" Id="R50a60838b83b44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48b0a5948e4811"/>
  </p:sldMasterIdLst>
  <p:notesMasterIdLst>
    <p:notesMasterId xmlns:r="http://schemas.openxmlformats.org/officeDocument/2006/relationships" r:id="R1c95dd63539d45e4"/>
  </p:notesMasterIdLst>
  <p:sldIdLst>
    <p:sldId xmlns:r="http://schemas.openxmlformats.org/officeDocument/2006/relationships" id="256" r:id="R55dec31765894479"/>
    <p:sldId xmlns:r="http://schemas.openxmlformats.org/officeDocument/2006/relationships" id="257" r:id="R7bc998f8b8a3459f"/>
    <p:sldId xmlns:r="http://schemas.openxmlformats.org/officeDocument/2006/relationships" id="258" r:id="Re1baeed197454cec"/>
    <p:sldId xmlns:r="http://schemas.openxmlformats.org/officeDocument/2006/relationships" id="259" r:id="R1438c34304104339"/>
    <p:sldId xmlns:r="http://schemas.openxmlformats.org/officeDocument/2006/relationships" id="260" r:id="Rc51998d4ceff4ed5"/>
    <p:sldId xmlns:r="http://schemas.openxmlformats.org/officeDocument/2006/relationships" id="261" r:id="R51c29051ffbe4c3d"/>
    <p:sldId xmlns:r="http://schemas.openxmlformats.org/officeDocument/2006/relationships" id="262" r:id="Rdb1df0e2e486449b"/>
    <p:sldId xmlns:r="http://schemas.openxmlformats.org/officeDocument/2006/relationships" id="263" r:id="Rd29f44e58b494cd9"/>
    <p:sldId xmlns:r="http://schemas.openxmlformats.org/officeDocument/2006/relationships" id="264" r:id="R4ec7180e41fc40f9"/>
    <p:sldId xmlns:r="http://schemas.openxmlformats.org/officeDocument/2006/relationships" id="265" r:id="Rd1963aa2af4449d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54a5d1336a4c8a" /><Relationship Type="http://schemas.openxmlformats.org/officeDocument/2006/relationships/slideMaster" Target="/ppt/slideMasters/slideMaster1.xml" Id="Re448b0a5948e4811" /><Relationship Type="http://schemas.openxmlformats.org/officeDocument/2006/relationships/notesMaster" Target="/ppt/notesMasters/notesMaster1.xml" Id="R1c95dd63539d45e4" /><Relationship Type="http://schemas.openxmlformats.org/officeDocument/2006/relationships/presProps" Target="/ppt/presProps.xml" Id="R6eb8d2961a5a4524" /><Relationship Type="http://schemas.openxmlformats.org/officeDocument/2006/relationships/tableStyles" Target="/ppt/tableStyles.xml" Id="R8e5c4d73fd6e45d7" /><Relationship Type="http://schemas.openxmlformats.org/officeDocument/2006/relationships/slide" Target="/ppt/slides/slide1.xml" Id="R55dec31765894479" /><Relationship Type="http://schemas.openxmlformats.org/officeDocument/2006/relationships/slide" Target="/ppt/slides/slide2.xml" Id="R7bc998f8b8a3459f" /><Relationship Type="http://schemas.openxmlformats.org/officeDocument/2006/relationships/slide" Target="/ppt/slides/slide3.xml" Id="Re1baeed197454cec" /><Relationship Type="http://schemas.openxmlformats.org/officeDocument/2006/relationships/slide" Target="/ppt/slides/slide4.xml" Id="R1438c34304104339" /><Relationship Type="http://schemas.openxmlformats.org/officeDocument/2006/relationships/slide" Target="/ppt/slides/slide5.xml" Id="Rc51998d4ceff4ed5" /><Relationship Type="http://schemas.openxmlformats.org/officeDocument/2006/relationships/slide" Target="/ppt/slides/slide6.xml" Id="R51c29051ffbe4c3d" /><Relationship Type="http://schemas.openxmlformats.org/officeDocument/2006/relationships/slide" Target="/ppt/slides/slide7.xml" Id="Rdb1df0e2e486449b" /><Relationship Type="http://schemas.openxmlformats.org/officeDocument/2006/relationships/slide" Target="/ppt/slides/slide8.xml" Id="Rd29f44e58b494cd9" /><Relationship Type="http://schemas.openxmlformats.org/officeDocument/2006/relationships/slide" Target="/ppt/slides/slide9.xml" Id="R4ec7180e41fc40f9" /><Relationship Type="http://schemas.openxmlformats.org/officeDocument/2006/relationships/slide" Target="/ppt/slides/slide10.xml" Id="Rd1963aa2af4449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507cc9e4446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a1d711ac74fc1" /><Relationship Type="http://schemas.openxmlformats.org/officeDocument/2006/relationships/notesMaster" Target="/ppt/notesMasters/notesMaster1.xml" Id="R1c7dcc4d7788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c165ebaace41cb" /><Relationship Type="http://schemas.openxmlformats.org/officeDocument/2006/relationships/notesMaster" Target="/ppt/notesMasters/notesMaster1.xml" Id="R35a7d42b931745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24a5a27cd438e" /><Relationship Type="http://schemas.openxmlformats.org/officeDocument/2006/relationships/notesMaster" Target="/ppt/notesMasters/notesMaster1.xml" Id="R3b55873edff341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3eafaedf6d46ee" /><Relationship Type="http://schemas.openxmlformats.org/officeDocument/2006/relationships/notesMaster" Target="/ppt/notesMasters/notesMaster1.xml" Id="R7bbe6c4a8cca47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5bea67541e4959" /><Relationship Type="http://schemas.openxmlformats.org/officeDocument/2006/relationships/notesMaster" Target="/ppt/notesMasters/notesMaster1.xml" Id="R85b18f3013c6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bcea9e9534e32" /><Relationship Type="http://schemas.openxmlformats.org/officeDocument/2006/relationships/notesMaster" Target="/ppt/notesMasters/notesMaster1.xml" Id="R4248f8429df5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e24df99f5f4bf6" /><Relationship Type="http://schemas.openxmlformats.org/officeDocument/2006/relationships/notesMaster" Target="/ppt/notesMasters/notesMaster1.xml" Id="Rfdd63cf136284a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1cf309dd9445c9" /><Relationship Type="http://schemas.openxmlformats.org/officeDocument/2006/relationships/notesMaster" Target="/ppt/notesMasters/notesMaster1.xml" Id="Rc685d512452b43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38fbc79dfc4123" /><Relationship Type="http://schemas.openxmlformats.org/officeDocument/2006/relationships/notesMaster" Target="/ppt/notesMasters/notesMaster1.xml" Id="R332cbef5b6c741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2bb9af80db47fe" /><Relationship Type="http://schemas.openxmlformats.org/officeDocument/2006/relationships/notesMaster" Target="/ppt/notesMasters/notesMaster1.xml" Id="Rae44b00ea0824a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04-41. 기능 정확성을 위한 VIA Request 해석 설계</a:t>
            </a:r>
          </a:p>
          <a:p xmlns:a="http://schemas.openxmlformats.org/drawingml/2006/main">
            <a:r>
              <a:t>https://github.com/cbyche/via-sw-architecture/blob/main/docs/architecture/12-decisions/decision-packages/04-41-request-resolution-control.md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https://github.com/cbyche/via-sw-architecture/blob/main/docs/architecture/12-decisions/decision-packages/diagrams/dp41-background.svg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04-41. 기능 정확성을 위한 VIA Request 해석 설계</a:t>
            </a:r>
          </a:p>
          <a:p xmlns:a="http://schemas.openxmlformats.org/drawingml/2006/main">
            <a:r>
              <a:t>https://github.com/cbyche/via-sw-architecture/blob/main/docs/architecture/12-decisions/decision-packages/04-41-request-resolution-control.md</a:t>
            </a:r>
          </a:p>
          <a:p xmlns:a="http://schemas.openxmlformats.org/drawingml/2006/main">
            <a:r>
              <a:t>https://github.com/cbyche/via-sw-architecture/blob/main/docs/presentations_files/dp-comparison/dp41-comparison.svg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V-04는 평균 반응시간, V-05는 평균 VIA 처리시간이다. V-05는 외부 작업이나 사용자 답변만 기다리는 구간을 제외한다. 기존 시간 수치는 평균 시간의 형식 예시이며 p95 측정값을 변환한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04-42. 변경 용이성을 위한 VIA Conversation과 Task 관리 설계</a:t>
            </a:r>
          </a:p>
          <a:p xmlns:a="http://schemas.openxmlformats.org/drawingml/2006/main">
            <a:r>
              <a:t>https://github.com/cbyche/via-sw-architecture/blob/main/docs/architecture/12-decisions/decision-packages/04-42-lifecycle-ownership.md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https://github.com/cbyche/via-sw-architecture/blob/main/docs/architecture/12-decisions/decision-packages/diagrams/dp42-background.svg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04-42. 변경 용이성을 위한 VIA Conversation과 Task 관리 설계</a:t>
            </a:r>
          </a:p>
          <a:p xmlns:a="http://schemas.openxmlformats.org/drawingml/2006/main">
            <a:r>
              <a:t>https://github.com/cbyche/via-sw-architecture/blob/main/docs/architecture/12-decisions/decision-packages/04-42-lifecycle-ownership.md</a:t>
            </a:r>
          </a:p>
          <a:p xmlns:a="http://schemas.openxmlformats.org/drawingml/2006/main">
            <a:r>
              <a:t>https://github.com/cbyche/via-sw-architecture/blob/main/docs/presentations_files/dp-comparison/dp42-comparison.svg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V-04는 평균 반응시간, V-05는 평균 VIA 처리시간이다. V-05는 외부 작업이나 사용자 답변만 기다리는 구간을 제외한다. 기존 시간 수치는 평균 시간의 형식 예시이며 p95 측정값을 변환한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04-43. 기능 정확성을 위한 VIA Request 의미 판단 설계</a:t>
            </a:r>
          </a:p>
          <a:p xmlns:a="http://schemas.openxmlformats.org/drawingml/2006/main">
            <a:r>
              <a:t>https://github.com/cbyche/via-sw-architecture/blob/main/docs/architecture/12-decisions/decision-packages/04-43-request-interpretation.md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https://github.com/cbyche/via-sw-architecture/blob/main/docs/architecture/12-decisions/decision-packages/diagrams/dp43-background.svg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04-43. 기능 정확성을 위한 VIA Request 의미 판단 설계</a:t>
            </a:r>
          </a:p>
          <a:p xmlns:a="http://schemas.openxmlformats.org/drawingml/2006/main">
            <a:r>
              <a:t>https://github.com/cbyche/via-sw-architecture/blob/main/docs/architecture/12-decisions/decision-packages/04-43-request-interpretation.md</a:t>
            </a:r>
          </a:p>
          <a:p xmlns:a="http://schemas.openxmlformats.org/drawingml/2006/main">
            <a:r>
              <a:t>https://github.com/cbyche/via-sw-architecture/blob/main/docs/presentations_files/dp-comparison/dp43-comparison.svg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V-04는 평균 반응시간, V-05는 평균 VIA 처리시간이다. V-05는 외부 작업이나 사용자 답변만 기다리는 구간을 제외한다. 기존 시간 수치는 평균 시간의 형식 예시이며 p95 측정값을 변환한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04-44. 반응성을 위한 VIA 지속 입력과 Response 전달 설계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https://github.com/cbyche/via-sw-architecture/blob/main/docs/architecture/12-decisions/decision-packages/diagrams/dp44-background.svg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04-44. 반응성을 위한 VIA 지속 입력과 Response 전달 설계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  <a:p xmlns:a="http://schemas.openxmlformats.org/drawingml/2006/main">
            <a:r>
              <a:t>https://github.com/cbyche/via-sw-architecture/blob/main/docs/presentations_files/dp-comparison/dp44-comparison.svg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V-04는 평균 반응시간, V-05는 평균 VIA 처리시간이다. V-05는 외부 작업이나 사용자 답변만 기다리는 구간을 제외한다. 기존 시간 수치는 평균 시간의 형식 예시이며 p95 측정값을 변환한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04-45. 기능 정확성을 위한 VIA 기억과 Context 제공 설계</a:t>
            </a:r>
          </a:p>
          <a:p xmlns:a="http://schemas.openxmlformats.org/drawingml/2006/main">
            <a:r>
              <a:t>https://github.com/cbyche/via-sw-architecture/blob/main/docs/architecture/12-decisions/decision-packages/04-45-memory-and-context.md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https://github.com/cbyche/via-sw-architecture/blob/main/docs/architecture/12-decisions/decision-packages/diagrams/dp45-background.svg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04-45. 기능 정확성을 위한 VIA 기억과 Context 제공 설계</a:t>
            </a:r>
          </a:p>
          <a:p xmlns:a="http://schemas.openxmlformats.org/drawingml/2006/main">
            <a:r>
              <a:t>https://github.com/cbyche/via-sw-architecture/blob/main/docs/architecture/12-decisions/decision-packages/04-45-memory-and-context.md</a:t>
            </a:r>
          </a:p>
          <a:p xmlns:a="http://schemas.openxmlformats.org/drawingml/2006/main">
            <a:r>
              <a:t>https://github.com/cbyche/via-sw-architecture/blob/main/docs/presentations_files/dp-comparison/dp45-comparison.svg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V-04는 평균 반응시간, V-05는 평균 VIA 처리시간이다. V-05는 외부 작업이나 사용자 답변만 기다리는 구간을 제외한다. 기존 시간 수치는 평균 시간의 형식 예시이며 p95 측정값을 변환한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94e8972fe4c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2adaae37144c04" /><Relationship Type="http://schemas.openxmlformats.org/officeDocument/2006/relationships/slideLayout" Target="/ppt/slideLayouts/slideLayout1.xml" Id="Rd3dd066a9333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d066a9333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1a85f0ac743de" /><Relationship Type="http://schemas.openxmlformats.org/officeDocument/2006/relationships/notesSlide" Target="/ppt/notesSlides/notesSlide1.xml" Id="R3d66858f99a64e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f8610d9f14bb3" /><Relationship Type="http://schemas.openxmlformats.org/officeDocument/2006/relationships/notesSlide" Target="/ppt/notesSlides/notesSlide2.xml" Id="Rde09939497614a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326854d84c57" /><Relationship Type="http://schemas.openxmlformats.org/officeDocument/2006/relationships/notesSlide" Target="/ppt/notesSlides/notesSlide3.xml" Id="Rd39f3df3472c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1ab0dee6542de" /><Relationship Type="http://schemas.openxmlformats.org/officeDocument/2006/relationships/notesSlide" Target="/ppt/notesSlides/notesSlide4.xml" Id="R4be8ee6cff5a4b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17f4af78d40dd" /><Relationship Type="http://schemas.openxmlformats.org/officeDocument/2006/relationships/notesSlide" Target="/ppt/notesSlides/notesSlide5.xml" Id="Rce3ffa16137045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3abe816214645" /><Relationship Type="http://schemas.openxmlformats.org/officeDocument/2006/relationships/notesSlide" Target="/ppt/notesSlides/notesSlide6.xml" Id="R10f166bd7a7f48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ae978d92f41c0" /><Relationship Type="http://schemas.openxmlformats.org/officeDocument/2006/relationships/notesSlide" Target="/ppt/notesSlides/notesSlide7.xml" Id="R4452e016deec41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b590aedac4181" /><Relationship Type="http://schemas.openxmlformats.org/officeDocument/2006/relationships/notesSlide" Target="/ppt/notesSlides/notesSlide8.xml" Id="R82bb5ecfe033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76eb39255414f" /><Relationship Type="http://schemas.openxmlformats.org/officeDocument/2006/relationships/notesSlide" Target="/ppt/notesSlides/notesSlide9.xml" Id="R860cf461984246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1262893474832" /><Relationship Type="http://schemas.openxmlformats.org/officeDocument/2006/relationships/notesSlide" Target="/ppt/notesSlides/notesSlide10.xml" Id="R1452487424004b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dp41-background / n1">
            <a:extLst xmlns:a="http://schemas.openxmlformats.org/drawingml/2006/main">
              <a:ext uri="{FF2B5EF4-FFF2-40B4-BE49-F238E27FC236}">
                <a16:creationId xmlns:a16="http://schemas.microsoft.com/office/drawing/2014/main" id="{2F750FA5-CFA7-4E3B-8334-2CA266EC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1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E822022F-A82E-49C7-930F-2A9C971A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1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57CF2929-1009-407F-8ABD-27BC033C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04-41</a:t>
            </a:r>
          </a:p>
        </p:txBody>
      </p:sp>
      <p:sp>
        <p:nvSpPr>
          <p:cNvPr id="4" name="dp41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F203382E-C866-45C9-9E75-936DF666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04-41. 기능 정확성을 위한 VIA Request 해석 설계</a:t>
            </a:r>
          </a:p>
        </p:txBody>
      </p:sp>
      <p:sp>
        <p:nvSpPr>
          <p:cNvPr id="5" name="dp41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C276E4F1-FF6F-4649-9DF3-7782C246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1-background / n6">
            <a:extLst xmlns:a="http://schemas.openxmlformats.org/drawingml/2006/main">
              <a:ext uri="{FF2B5EF4-FFF2-40B4-BE49-F238E27FC236}">
                <a16:creationId xmlns:a16="http://schemas.microsoft.com/office/drawing/2014/main" id="{9457FD82-DAA1-41A9-A758-244224C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1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72572179-2665-41DD-B8EA-C4C16A3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선택한 표와 이전 보고서의 오연결 위험</a:t>
            </a:r>
          </a:p>
        </p:txBody>
      </p:sp>
      <p:sp>
        <p:nvSpPr>
          <p:cNvPr id="8" name="dp41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12869250-7A02-460C-A021-7A9A1ED1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1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285BAC07-E410-4BD2-A86E-0902AD05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1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211ACE7A-27FE-421F-84C4-60F1E1C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1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E29C385D-CCC5-4EDA-BD59-CDB48BD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1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2900B15B-4857-42F2-8FDD-5C49800C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정보 조회와 의미 완성의 진행 책임 설계</a:t>
            </a:r>
          </a:p>
        </p:txBody>
      </p:sp>
      <p:sp>
        <p:nvSpPr>
          <p:cNvPr id="13" name="dp41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4EABCE91-D3C3-49A5-8DE2-EDFC0BC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기능 지원 범위 / 반응성</a:t>
            </a:r>
          </a:p>
        </p:txBody>
      </p:sp>
      <p:sp>
        <p:nvSpPr>
          <p:cNvPr id="14" name="dp41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34B067B1-855A-4D36-B440-0767B24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1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79472DF6-626D-4F22-A0F2-189D9A09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57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 표를 아까 보고서에 넣고, 메일은 초안만 만들어.”</a:t>
            </a:r>
          </a:p>
        </p:txBody>
      </p:sp>
      <p:sp>
        <p:nvSpPr>
          <p:cNvPr id="16" name="dp41-background / n16">
            <a:extLst xmlns:a="http://schemas.openxmlformats.org/drawingml/2006/main">
              <a:ext uri="{FF2B5EF4-FFF2-40B4-BE49-F238E27FC236}">
                <a16:creationId xmlns:a16="http://schemas.microsoft.com/office/drawing/2014/main" id="{941B2A04-C299-4DC6-AD54-7E49D640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57275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1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22A069F6-4521-41E4-92FD-81575317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98488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 화면과 VIA 기록 / 설명용 가상 화면</a:t>
            </a:r>
          </a:p>
        </p:txBody>
      </p:sp>
      <p:sp>
        <p:nvSpPr>
          <p:cNvPr id="18" name="dp41-background / n18">
            <a:extLst xmlns:a="http://schemas.openxmlformats.org/drawingml/2006/main">
              <a:ext uri="{FF2B5EF4-FFF2-40B4-BE49-F238E27FC236}">
                <a16:creationId xmlns:a16="http://schemas.microsoft.com/office/drawing/2014/main" id="{EB764629-9919-4069-8F5A-17ED199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54102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9" name="dp41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A1B6628D-906F-4EAD-B3D0-3F2F5151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048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매출 현황.xlsx</a:t>
            </a:r>
          </a:p>
        </p:txBody>
      </p:sp>
      <p:sp>
        <p:nvSpPr>
          <p:cNvPr id="20" name="dp41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645D9ABB-D548-4EC1-8C2A-D1102A6F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5048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선택 범위 A1:D4</a:t>
            </a:r>
          </a:p>
        </p:txBody>
      </p:sp>
      <p:sp>
        <p:nvSpPr>
          <p:cNvPr id="21" name="dp41-background / n21">
            <a:extLst xmlns:a="http://schemas.openxmlformats.org/drawingml/2006/main">
              <a:ext uri="{FF2B5EF4-FFF2-40B4-BE49-F238E27FC236}">
                <a16:creationId xmlns:a16="http://schemas.microsoft.com/office/drawing/2014/main" id="{20B82432-EAA6-4C41-BD90-CE882603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02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22" name="dp41-background / n22">
            <a:extLst xmlns:a="http://schemas.openxmlformats.org/drawingml/2006/main">
              <a:ext uri="{FF2B5EF4-FFF2-40B4-BE49-F238E27FC236}">
                <a16:creationId xmlns:a16="http://schemas.microsoft.com/office/drawing/2014/main" id="{D1BC0E15-69A1-4F56-9CFA-B0BB603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029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p41-background / n23 / path">
            <a:extLst xmlns:a="http://schemas.openxmlformats.org/drawingml/2006/main">
              <a:ext uri="{FF2B5EF4-FFF2-40B4-BE49-F238E27FC236}">
                <a16:creationId xmlns:a16="http://schemas.microsoft.com/office/drawing/2014/main" id="{3380CF4D-6623-4653-A6E7-ECF9E61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4" name="dp41-background / n24 / path">
            <a:extLst xmlns:a="http://schemas.openxmlformats.org/drawingml/2006/main">
              <a:ext uri="{FF2B5EF4-FFF2-40B4-BE49-F238E27FC236}">
                <a16:creationId xmlns:a16="http://schemas.microsoft.com/office/drawing/2014/main" id="{09A4D510-B610-4FC6-B25A-D8FAD91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5" name="dp41-background / n25 / path">
            <a:extLst xmlns:a="http://schemas.openxmlformats.org/drawingml/2006/main">
              <a:ext uri="{FF2B5EF4-FFF2-40B4-BE49-F238E27FC236}">
                <a16:creationId xmlns:a16="http://schemas.microsoft.com/office/drawing/2014/main" id="{497093D9-1A2E-4706-B923-5BC1AC5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dp41-background / n26 / path">
            <a:extLst xmlns:a="http://schemas.openxmlformats.org/drawingml/2006/main">
              <a:ext uri="{FF2B5EF4-FFF2-40B4-BE49-F238E27FC236}">
                <a16:creationId xmlns:a16="http://schemas.microsoft.com/office/drawing/2014/main" id="{6BC2F6D2-CC91-4DE6-8CFB-3F374AE5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dp41-background / n27 / path">
            <a:extLst xmlns:a="http://schemas.openxmlformats.org/drawingml/2006/main">
              <a:ext uri="{FF2B5EF4-FFF2-40B4-BE49-F238E27FC236}">
                <a16:creationId xmlns:a16="http://schemas.microsoft.com/office/drawing/2014/main" id="{C4E00F42-89B6-4BEF-B7A0-3829153C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29275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8" name="dp41-background / n28 / path">
            <a:extLst xmlns:a="http://schemas.openxmlformats.org/drawingml/2006/main">
              <a:ext uri="{FF2B5EF4-FFF2-40B4-BE49-F238E27FC236}">
                <a16:creationId xmlns:a16="http://schemas.microsoft.com/office/drawing/2014/main" id="{BDD71EC5-8E2E-4A35-B88A-C978ECF4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9" name="dp41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CF9F92F3-CE3E-496A-943A-0B77AC6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30" name="dp41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F9158218-A1B6-42BE-9C8E-E3B3BC3C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1분기</a:t>
            </a:r>
          </a:p>
        </p:txBody>
      </p:sp>
      <p:sp>
        <p:nvSpPr>
          <p:cNvPr id="31" name="dp41-background / n31 / text 1">
            <a:extLst xmlns:a="http://schemas.openxmlformats.org/drawingml/2006/main">
              <a:ext uri="{FF2B5EF4-FFF2-40B4-BE49-F238E27FC236}">
                <a16:creationId xmlns:a16="http://schemas.microsoft.com/office/drawing/2014/main" id="{12AC331E-45B3-4186-A7E0-3E2A1BC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2분기</a:t>
            </a:r>
          </a:p>
        </p:txBody>
      </p:sp>
      <p:sp>
        <p:nvSpPr>
          <p:cNvPr id="32" name="dp41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DC9770C4-9B81-4D9E-8792-E51A844E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33" name="dp41-background / n33 / text 1">
            <a:extLst xmlns:a="http://schemas.openxmlformats.org/drawingml/2006/main">
              <a:ext uri="{FF2B5EF4-FFF2-40B4-BE49-F238E27FC236}">
                <a16:creationId xmlns:a16="http://schemas.microsoft.com/office/drawing/2014/main" id="{A3E4563E-A04C-4DDC-8163-5AD6517D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A</a:t>
            </a:r>
          </a:p>
        </p:txBody>
      </p:sp>
      <p:sp>
        <p:nvSpPr>
          <p:cNvPr id="34" name="dp41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5A294E2C-6471-4C9C-AD35-E01361E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35" name="dp41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1D2EE00F-741A-4972-9FE6-775A88C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36" name="dp41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4A6E5630-E807-447C-A250-BC2603B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37" name="dp41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EDC737C1-97A7-4426-AFD7-6027700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B</a:t>
            </a:r>
          </a:p>
        </p:txBody>
      </p:sp>
      <p:sp>
        <p:nvSpPr>
          <p:cNvPr id="38" name="dp41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CA9BE088-CC58-4FFB-874C-C25CAB98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80</a:t>
            </a:r>
          </a:p>
        </p:txBody>
      </p:sp>
      <p:sp>
        <p:nvSpPr>
          <p:cNvPr id="39" name="dp41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E985D066-4A21-4341-9EE8-0DB5ED5E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40" name="dp41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5A5A7FC2-3771-4388-AFA0-38D4FD5B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41" name="dp41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4872C281-8C17-402F-AD89-4BB65839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42" name="dp41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F4F48665-9967-433B-A865-D3230CD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43" name="dp41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0519EDBC-74D4-4BD6-85AC-BACBDC9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44" name="dp41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CEB63D73-9EA9-49D3-9064-33057384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440</a:t>
            </a:r>
          </a:p>
        </p:txBody>
      </p:sp>
      <p:sp>
        <p:nvSpPr>
          <p:cNvPr id="45" name="dp41-background / n45">
            <a:extLst xmlns:a="http://schemas.openxmlformats.org/drawingml/2006/main">
              <a:ext uri="{FF2B5EF4-FFF2-40B4-BE49-F238E27FC236}">
                <a16:creationId xmlns:a16="http://schemas.microsoft.com/office/drawing/2014/main" id="{E5BA8024-CC36-41C0-A797-BB80981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46482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46" name="dp41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D861BB66-FA6A-4B22-B9BD-85036515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2672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Request와 Task 후보</a:t>
            </a:r>
          </a:p>
        </p:txBody>
      </p:sp>
      <p:sp>
        <p:nvSpPr>
          <p:cNvPr id="47" name="dp41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13D90BF3-139A-44E8-8702-00CB4B4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2672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예산 보고서 Task</a:t>
            </a:r>
          </a:p>
        </p:txBody>
      </p:sp>
      <p:sp>
        <p:nvSpPr>
          <p:cNvPr id="48" name="dp41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2A533904-4C7D-4656-9821-4421CF0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“예산 보고서 만들어줘” / 진행 중</a:t>
            </a:r>
          </a:p>
        </p:txBody>
      </p:sp>
      <p:sp>
        <p:nvSpPr>
          <p:cNvPr id="49" name="dp41-background / n49 / path">
            <a:extLst xmlns:a="http://schemas.openxmlformats.org/drawingml/2006/main">
              <a:ext uri="{FF2B5EF4-FFF2-40B4-BE49-F238E27FC236}">
                <a16:creationId xmlns:a16="http://schemas.microsoft.com/office/drawing/2014/main" id="{3CE7C7AF-1944-41ED-B85C-CD1C37B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267200" cy="953"/>
          </a:xfrm>
          <a:custGeom xmlns:a="http://schemas.openxmlformats.org/drawingml/2006/main">
            <a:pathLst>
              <a:path w="4267200" h="953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50" name="dp41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490C1CFC-29FC-4675-B5E9-A4F64852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05425"/>
            <a:ext cx="42672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실적 보고서 Task</a:t>
            </a:r>
          </a:p>
        </p:txBody>
      </p:sp>
      <p:sp>
        <p:nvSpPr>
          <p:cNvPr id="51" name="dp41-background / n51 / text 1">
            <a:extLst xmlns:a="http://schemas.openxmlformats.org/drawingml/2006/main">
              <a:ext uri="{FF2B5EF4-FFF2-40B4-BE49-F238E27FC236}">
                <a16:creationId xmlns:a16="http://schemas.microsoft.com/office/drawing/2014/main" id="{8B020B83-A11E-4145-897E-E4D635DE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8642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“실적 보고서 만들어줘” / 진행 중</a:t>
            </a:r>
          </a:p>
        </p:txBody>
      </p:sp>
      <p:sp>
        <p:nvSpPr>
          <p:cNvPr id="52" name="dp41-background / n52 / text 1">
            <a:extLst xmlns:a="http://schemas.openxmlformats.org/drawingml/2006/main">
              <a:ext uri="{FF2B5EF4-FFF2-40B4-BE49-F238E27FC236}">
                <a16:creationId xmlns:a16="http://schemas.microsoft.com/office/drawing/2014/main" id="{7BF1B7E9-199F-412B-BA81-C4364AB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34125"/>
            <a:ext cx="42672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연결할 Task 미확정</a:t>
            </a:r>
          </a:p>
        </p:txBody>
      </p:sp>
      <p:sp>
        <p:nvSpPr>
          <p:cNvPr id="53" name="dp41-background / n53">
            <a:extLst xmlns:a="http://schemas.openxmlformats.org/drawingml/2006/main">
              <a:ext uri="{FF2B5EF4-FFF2-40B4-BE49-F238E27FC236}">
                <a16:creationId xmlns:a16="http://schemas.microsoft.com/office/drawing/2014/main" id="{D132E4FB-ED9A-4595-B25D-DEFAED76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10572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p41-background / n54 / text 1">
            <a:extLst xmlns:a="http://schemas.openxmlformats.org/drawingml/2006/main">
              <a:ext uri="{FF2B5EF4-FFF2-40B4-BE49-F238E27FC236}">
                <a16:creationId xmlns:a16="http://schemas.microsoft.com/office/drawing/2014/main" id="{DA68E72B-DAD6-4D90-B6D9-98F07A99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72375"/>
            <a:ext cx="101727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Request의 고정 조건 / 초안 작성, 발송 제외</a:t>
            </a:r>
          </a:p>
        </p:txBody>
      </p:sp>
      <p:sp>
        <p:nvSpPr>
          <p:cNvPr id="55" name="dp41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8EC2F10E-64ED-4755-B0E7-84B554B8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선택 자료의 확인</a:t>
            </a:r>
          </a:p>
        </p:txBody>
      </p:sp>
      <p:sp>
        <p:nvSpPr>
          <p:cNvPr id="56" name="dp41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34E49B81-BC75-429B-943F-6C4FF37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 정보와 Referent 범위 확인</a:t>
            </a:r>
          </a:p>
        </p:txBody>
      </p:sp>
      <p:sp>
        <p:nvSpPr>
          <p:cNvPr id="57" name="dp41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92A2EF61-9EE8-4963-AC60-CF7313C4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관련 Task의 구분</a:t>
            </a:r>
          </a:p>
        </p:txBody>
      </p:sp>
      <p:sp>
        <p:nvSpPr>
          <p:cNvPr id="58" name="dp41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48B439B3-0314-459D-B479-F2281FF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Request와 현재 Task 상태 확인</a:t>
            </a:r>
          </a:p>
        </p:txBody>
      </p:sp>
      <p:sp>
        <p:nvSpPr>
          <p:cNvPr id="59" name="dp41-background / n59 / text 1">
            <a:extLst xmlns:a="http://schemas.openxmlformats.org/drawingml/2006/main">
              <a:ext uri="{FF2B5EF4-FFF2-40B4-BE49-F238E27FC236}">
                <a16:creationId xmlns:a16="http://schemas.microsoft.com/office/drawing/2014/main" id="{47D7930B-A5F6-4E63-B94D-225721E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정보 보완과 조건 유지</a:t>
            </a:r>
          </a:p>
        </p:txBody>
      </p:sp>
      <p:sp>
        <p:nvSpPr>
          <p:cNvPr id="60" name="dp41-background / n60 / text 1">
            <a:extLst xmlns:a="http://schemas.openxmlformats.org/drawingml/2006/main">
              <a:ext uri="{FF2B5EF4-FFF2-40B4-BE49-F238E27FC236}">
                <a16:creationId xmlns:a16="http://schemas.microsoft.com/office/drawing/2014/main" id="{2545999D-1A6D-4AF6-BBB9-61AF2ADA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미확정 Task의 Clarification과</a:t>
            </a:r>
          </a:p>
        </p:txBody>
      </p:sp>
      <p:sp>
        <p:nvSpPr>
          <p:cNvPr id="61" name="dp41-background / n60 / text 2">
            <a:extLst xmlns:a="http://schemas.openxmlformats.org/drawingml/2006/main">
              <a:ext uri="{FF2B5EF4-FFF2-40B4-BE49-F238E27FC236}">
                <a16:creationId xmlns:a16="http://schemas.microsoft.com/office/drawing/2014/main" id="{E3ACE246-9825-48BD-B1E4-6BC30CD8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초안 조건의 보존</a:t>
            </a:r>
          </a:p>
        </p:txBody>
      </p:sp>
    </p:spTree>
    <p:extLst>
      <p:ext uri="{BB962C8B-B14F-4D97-AF65-F5344CB8AC3E}">
        <p14:creationId xmlns:p14="http://schemas.microsoft.com/office/powerpoint/2010/main" val="75135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1-comparison / n1">
            <a:extLst xmlns:a="http://schemas.openxmlformats.org/drawingml/2006/main">
              <a:ext uri="{FF2B5EF4-FFF2-40B4-BE49-F238E27FC236}">
                <a16:creationId xmlns:a16="http://schemas.microsoft.com/office/drawing/2014/main" id="{481DFF2B-2011-407E-AFD2-B61D58D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1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15188058-6CCA-4D47-B56C-5D63EE8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1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1F88A83D-B4F6-4819-880C-6BBAB309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1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6F4156B3-47B3-43F7-BD36-DC8A3CE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04-41. 기능 정확성을 위한 VIA Request 해석 설계</a:t>
            </a:r>
          </a:p>
        </p:txBody>
      </p:sp>
      <p:sp>
        <p:nvSpPr>
          <p:cNvPr id="5" name="dp41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75DE8357-796D-40B6-AB92-7365BCD2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1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E338882D-5B18-4BAD-B36D-ABF5487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 표를 아까 보고서에 넣고, 메일은 초안만 만들어.” / 보고서 Task 후보 2개</a:t>
            </a:r>
          </a:p>
        </p:txBody>
      </p:sp>
      <p:sp>
        <p:nvSpPr>
          <p:cNvPr id="7" name="dp41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8B334328-DC18-48C9-BCB1-DFA84853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1-comparison / n8">
            <a:extLst xmlns:a="http://schemas.openxmlformats.org/drawingml/2006/main">
              <a:ext uri="{FF2B5EF4-FFF2-40B4-BE49-F238E27FC236}">
                <a16:creationId xmlns:a16="http://schemas.microsoft.com/office/drawing/2014/main" id="{63B3AD71-DA6C-4A9D-8D1B-6371D39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1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EB2EACE6-8BD4-4CAF-BB03-CC420E4A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1-comparison / n10">
            <a:extLst xmlns:a="http://schemas.openxmlformats.org/drawingml/2006/main">
              <a:ext uri="{FF2B5EF4-FFF2-40B4-BE49-F238E27FC236}">
                <a16:creationId xmlns:a16="http://schemas.microsoft.com/office/drawing/2014/main" id="{4846EAE8-99EB-4E94-A944-B0E6EE93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1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32CCCC49-BE70-405E-A7CE-A7B22ABB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1-comparison / n12">
            <a:extLst xmlns:a="http://schemas.openxmlformats.org/drawingml/2006/main">
              <a:ext uri="{FF2B5EF4-FFF2-40B4-BE49-F238E27FC236}">
                <a16:creationId xmlns:a16="http://schemas.microsoft.com/office/drawing/2014/main" id="{7376FC26-4F26-4E5E-93E0-BA65C165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1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A280BADD-517C-4AEA-96F5-093F92E5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1-comparison / n14">
            <a:extLst xmlns:a="http://schemas.openxmlformats.org/drawingml/2006/main">
              <a:ext uri="{FF2B5EF4-FFF2-40B4-BE49-F238E27FC236}">
                <a16:creationId xmlns:a16="http://schemas.microsoft.com/office/drawing/2014/main" id="{82028B01-3DF3-4175-A38A-3A02750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1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A6903DB6-3180-4F70-BC98-83EE0D0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1-comparison / n16">
            <a:extLst xmlns:a="http://schemas.openxmlformats.org/drawingml/2006/main">
              <a:ext uri="{FF2B5EF4-FFF2-40B4-BE49-F238E27FC236}">
                <a16:creationId xmlns:a16="http://schemas.microsoft.com/office/drawing/2014/main" id="{B059CAE8-B9DF-481B-8DC7-DC6B642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1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5570403B-D4FC-499A-BA92-D5BBFDE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1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E0D0AA41-F458-4A32-8F77-59E7F95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1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20E167BF-F333-4EEC-B6F3-E5BE0D6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1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6C3C5F73-2655-4ADC-AF98-C3016FA3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1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86E9140A-E887-4299-9CB8-F55DF821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모델 중심 ReAct 해석</a:t>
            </a:r>
          </a:p>
        </p:txBody>
      </p:sp>
      <p:sp>
        <p:nvSpPr>
          <p:cNvPr id="22" name="dp41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5784A4D4-C298-468D-9C9C-BEAE1DB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열린 관계 표현의 지원 확대, 지원율 100% (기능 완전성 ↑)</a:t>
            </a:r>
          </a:p>
        </p:txBody>
      </p:sp>
      <p:sp>
        <p:nvSpPr>
          <p:cNvPr id="23" name="dp41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F7024C87-B8C4-4B58-8AA5-2626FCB7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새 관계의 코드 변경 축소, 평균 2.0개 (변경 용이성 ↑)</a:t>
            </a:r>
          </a:p>
        </p:txBody>
      </p:sp>
      <p:sp>
        <p:nvSpPr>
          <p:cNvPr id="24" name="dp41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DE345947-BC9D-4F32-A869-867130F6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반복 조회와 모델 재판단으로 평균 VIA 처리시간 6.0 s (요청 완료 신속성 ↓)</a:t>
            </a:r>
          </a:p>
        </p:txBody>
      </p:sp>
      <p:sp>
        <p:nvSpPr>
          <p:cNvPr id="25" name="dp41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92930C52-996F-46A6-9F30-91971D08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V-03 기능 완전성</a:t>
            </a:r>
          </a:p>
        </p:txBody>
      </p:sp>
      <p:sp>
        <p:nvSpPr>
          <p:cNvPr id="26" name="dp41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FD03A4FA-7085-4511-B0B2-2B9A9EB9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1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D79AD781-5851-4A0F-8AE2-8F861B2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28" name="dp41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9E131C76-6427-4728-960E-398DECAF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기능 지원 달성률 ↑</a:t>
            </a:r>
          </a:p>
        </p:txBody>
      </p:sp>
      <p:sp>
        <p:nvSpPr>
          <p:cNvPr id="29" name="dp41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32B96B9B-499F-40CE-95A5-54342E6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1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634B92B6-66D6-45AA-AC73-38DF208F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1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E1C8DD7B-6BA3-4847-BDF8-D47386A6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6.0 s</a:t>
            </a:r>
          </a:p>
        </p:txBody>
      </p:sp>
      <p:sp>
        <p:nvSpPr>
          <p:cNvPr id="32" name="dp41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D4A807D1-0706-4967-8722-708D4F3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33" name="dp41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80B34EC5-0DA9-44AE-93FF-FED465DC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4" name="dp41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704F2662-E7FC-4170-873F-4A2815F2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1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8E91F772-31EE-4A89-B052-D47B271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2.0개</a:t>
            </a:r>
          </a:p>
        </p:txBody>
      </p:sp>
      <p:sp>
        <p:nvSpPr>
          <p:cNvPr id="36" name="dp41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6A0092EE-FF0C-4A2A-AD69-C99C147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7" name="dp41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F7A67FAC-08BE-45F2-94E9-6C39599D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모델 틀 생성과 코드 중심 의미 완성</a:t>
            </a:r>
          </a:p>
        </p:txBody>
      </p:sp>
      <p:sp>
        <p:nvSpPr>
          <p:cNvPr id="38" name="dp41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652595AE-1185-443C-B7AC-01160D4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지원 관계의 코드 결합으로 평균 VIA 처리시간 4.5 s (요청 완료 신속성 ↑)</a:t>
            </a:r>
          </a:p>
        </p:txBody>
      </p:sp>
      <p:sp>
        <p:nvSpPr>
          <p:cNvPr id="39" name="dp41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9268B912-293C-45F9-83D0-70CCAAC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유한 표현 체계 밖 관계의 지원 제한, 지원율 87.2% (기능 완전성 ↓)</a:t>
            </a:r>
          </a:p>
        </p:txBody>
      </p:sp>
      <p:sp>
        <p:nvSpPr>
          <p:cNvPr id="40" name="dp41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64AB405E-D8AA-465F-925B-1E7E7CCD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새 관계의 틀과 결합 규칙 확장, 평균 4.0개 (변경 용이성 ↓)</a:t>
            </a:r>
          </a:p>
        </p:txBody>
      </p:sp>
      <p:sp>
        <p:nvSpPr>
          <p:cNvPr id="41" name="dp41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0446C830-2F9B-4432-B346-B7D65DAA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V-03 기능 완전성</a:t>
            </a:r>
          </a:p>
        </p:txBody>
      </p:sp>
      <p:sp>
        <p:nvSpPr>
          <p:cNvPr id="42" name="dp41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30384F9C-B7BB-4A35-B54D-158FB4EE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1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2B52E425-8994-4486-8D0F-8CF7F1A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87.2%</a:t>
            </a:r>
          </a:p>
        </p:txBody>
      </p:sp>
      <p:sp>
        <p:nvSpPr>
          <p:cNvPr id="44" name="dp41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D0B90EF9-C450-4D57-A3A6-96B822B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기능 지원 달성률 ↑</a:t>
            </a:r>
          </a:p>
        </p:txBody>
      </p:sp>
      <p:sp>
        <p:nvSpPr>
          <p:cNvPr id="45" name="dp41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81320AD8-7CF7-42FD-8D57-109C3A11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1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427B7DC8-EA27-4190-BAA2-B6264E0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1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2612B19D-8498-4BDB-A433-3AF8D14C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4.5 s</a:t>
            </a:r>
          </a:p>
        </p:txBody>
      </p:sp>
      <p:sp>
        <p:nvSpPr>
          <p:cNvPr id="48" name="dp41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FF8316DA-9053-4E64-BC8A-4C20A0AB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49" name="dp41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C63905E3-8E70-43EB-BFC4-CF0F3C0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50" name="dp41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7C8FD434-D47E-4FEC-BAA6-5AB3015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●○○</a:t>
            </a:r>
          </a:p>
        </p:txBody>
      </p:sp>
      <p:sp>
        <p:nvSpPr>
          <p:cNvPr id="51" name="dp41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24B65D00-D377-45E4-8C32-474EAC7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52" name="dp41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C8AB8B28-9271-4388-993E-1B6ED3F1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3" name="dp41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6A5A57A5-4E85-4D35-BF45-CA2A6DB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열린 관계 표현 포함 / 시간 비교는 양안 지원 범위의 같은 Request</a:t>
            </a:r>
          </a:p>
        </p:txBody>
      </p:sp>
      <p:sp>
        <p:nvSpPr>
          <p:cNvPr id="54" name="dp41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B5DE2163-DD16-4B75-9A1F-34D8FD4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1-comparison / n54">
            <a:extLst xmlns:a="http://schemas.openxmlformats.org/drawingml/2006/main">
              <a:ext uri="{FF2B5EF4-FFF2-40B4-BE49-F238E27FC236}">
                <a16:creationId xmlns:a16="http://schemas.microsoft.com/office/drawing/2014/main" id="{406E5B87-3F65-4EF5-8450-25917AE5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1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110F8199-4861-42DC-A590-B3CAC4D1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7" name="dp41-comparison / n56">
            <a:extLst xmlns:a="http://schemas.openxmlformats.org/drawingml/2006/main">
              <a:ext uri="{FF2B5EF4-FFF2-40B4-BE49-F238E27FC236}">
                <a16:creationId xmlns:a16="http://schemas.microsoft.com/office/drawing/2014/main" id="{A85CEE9D-5BCA-4ECE-B15F-E9E03E4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1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8C07109B-94D6-4CA5-98D3-E7A13066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9" name="dp41-comparison / n58">
            <a:extLst xmlns:a="http://schemas.openxmlformats.org/drawingml/2006/main">
              <a:ext uri="{FF2B5EF4-FFF2-40B4-BE49-F238E27FC236}">
                <a16:creationId xmlns:a16="http://schemas.microsoft.com/office/drawing/2014/main" id="{D38458E4-CA3B-4C49-BB91-45EA0DA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1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580F5070-5886-4C04-AA7B-2BE5184C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61" name="dp41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9FF92A3E-772E-4711-BA42-28B32EE4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2" name="dp41-comparison / n64 / arrow">
            <a:extLst xmlns:a="http://schemas.openxmlformats.org/drawingml/2006/main">
              <a:ext uri="{FF2B5EF4-FFF2-40B4-BE49-F238E27FC236}">
                <a16:creationId xmlns:a16="http://schemas.microsoft.com/office/drawing/2014/main" id="{CBA62480-CCA8-4D35-89A9-C18CA150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3" name="dp41-comparison / n67">
            <a:extLst xmlns:a="http://schemas.openxmlformats.org/drawingml/2006/main">
              <a:ext uri="{FF2B5EF4-FFF2-40B4-BE49-F238E27FC236}">
                <a16:creationId xmlns:a16="http://schemas.microsoft.com/office/drawing/2014/main" id="{9ED8E5B4-225F-4997-927E-1DFC89CE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09950"/>
            <a:ext cx="55626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1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A38D7818-2097-45B7-88BD-51A7D6A6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05200"/>
            <a:ext cx="5314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65" name="dp41-comparison / n69">
            <a:extLst xmlns:a="http://schemas.openxmlformats.org/drawingml/2006/main">
              <a:ext uri="{FF2B5EF4-FFF2-40B4-BE49-F238E27FC236}">
                <a16:creationId xmlns:a16="http://schemas.microsoft.com/office/drawing/2014/main" id="{66CEA164-D3DA-4D5D-AA77-3EA8DFC0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2314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1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9C0A4D1E-3E87-455A-A300-5DD7A03B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624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ReAct 해석 제어기</a:t>
            </a:r>
          </a:p>
        </p:txBody>
      </p:sp>
      <p:sp>
        <p:nvSpPr>
          <p:cNvPr id="67" name="dp41-comparison / n71">
            <a:extLst xmlns:a="http://schemas.openxmlformats.org/drawingml/2006/main">
              <a:ext uri="{FF2B5EF4-FFF2-40B4-BE49-F238E27FC236}">
                <a16:creationId xmlns:a16="http://schemas.microsoft.com/office/drawing/2014/main" id="{47B096EF-ED73-48D6-B914-3A2F8CCD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8" name="dp41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CA8D6667-D6FD-43F0-9D8F-0DFA5A7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읽기 도구 실행기</a:t>
            </a:r>
          </a:p>
        </p:txBody>
      </p:sp>
      <p:sp>
        <p:nvSpPr>
          <p:cNvPr id="69" name="dp41-comparison / n73">
            <a:extLst xmlns:a="http://schemas.openxmlformats.org/drawingml/2006/main">
              <a:ext uri="{FF2B5EF4-FFF2-40B4-BE49-F238E27FC236}">
                <a16:creationId xmlns:a16="http://schemas.microsoft.com/office/drawing/2014/main" id="{D761AD53-0F6E-433C-BF05-2798429A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24450"/>
            <a:ext cx="2314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70" name="dp41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E80B0449-C4AC-4555-9866-51BBF8F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의미 제안 검증기</a:t>
            </a:r>
          </a:p>
        </p:txBody>
      </p:sp>
      <p:sp>
        <p:nvSpPr>
          <p:cNvPr id="71" name="dp41-comparison / n75">
            <a:extLst xmlns:a="http://schemas.openxmlformats.org/drawingml/2006/main">
              <a:ext uri="{FF2B5EF4-FFF2-40B4-BE49-F238E27FC236}">
                <a16:creationId xmlns:a16="http://schemas.microsoft.com/office/drawing/2014/main" id="{863112F2-D0A7-4835-9D3C-61322297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2371725" cy="4953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2" name="dp41-comparison / n76 / text 1">
            <a:extLst xmlns:a="http://schemas.openxmlformats.org/drawingml/2006/main">
              <a:ext uri="{FF2B5EF4-FFF2-40B4-BE49-F238E27FC236}">
                <a16:creationId xmlns:a16="http://schemas.microsoft.com/office/drawing/2014/main" id="{3F55400D-4B7E-40A5-8E3F-0C8161D2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48275"/>
            <a:ext cx="22002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임시 해석 상태</a:t>
            </a:r>
          </a:p>
        </p:txBody>
      </p:sp>
      <p:sp>
        <p:nvSpPr>
          <p:cNvPr id="73" name="dp41-comparison / n77 / path">
            <a:extLst xmlns:a="http://schemas.openxmlformats.org/drawingml/2006/main">
              <a:ext uri="{FF2B5EF4-FFF2-40B4-BE49-F238E27FC236}">
                <a16:creationId xmlns:a16="http://schemas.microsoft.com/office/drawing/2014/main" id="{4410C6B7-62B6-4C76-80F5-1D5A06CE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3038475"/>
            <a:ext cx="2719388" cy="819150"/>
          </a:xfrm>
          <a:custGeom xmlns:a="http://schemas.openxmlformats.org/drawingml/2006/main">
            <a:pathLst>
              <a:path w="2719388" h="819150">
                <a:moveTo>
                  <a:pt x="2719388" y="0"/>
                </a:moveTo>
                <a:lnTo>
                  <a:pt x="2719388" y="247650"/>
                </a:lnTo>
                <a:lnTo>
                  <a:pt x="4763" y="247650"/>
                </a:lnTo>
                <a:lnTo>
                  <a:pt x="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1-comparison / n77 / arrow">
            <a:extLst xmlns:a="http://schemas.openxmlformats.org/drawingml/2006/main">
              <a:ext uri="{FF2B5EF4-FFF2-40B4-BE49-F238E27FC236}">
                <a16:creationId xmlns:a16="http://schemas.microsoft.com/office/drawing/2014/main" id="{A458DD24-1792-455E-8915-AAE2A27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71" y="3735201"/>
            <a:ext cx="121916" cy="122424"/>
          </a:xfrm>
          <a:custGeom xmlns:a="http://schemas.openxmlformats.org/drawingml/2006/main">
            <a:pathLst>
              <a:path w="121916" h="122424">
                <a:moveTo>
                  <a:pt x="0" y="0"/>
                </a:moveTo>
                <a:lnTo>
                  <a:pt x="59942" y="122424"/>
                </a:lnTo>
                <a:lnTo>
                  <a:pt x="121916" y="1016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1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9FC8D403-0982-4E01-9822-E0C9A07A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6" name="dp41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BB788C78-FFE5-4FCE-9900-C7F57F74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39300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1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6246B6F7-BFE9-4108-ADAB-E9900F3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91000"/>
            <a:ext cx="495300" cy="953"/>
          </a:xfrm>
          <a:custGeom xmlns:a="http://schemas.openxmlformats.org/drawingml/2006/main">
            <a:pathLst>
              <a:path w="495300" h="953">
                <a:moveTo>
                  <a:pt x="495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8" name="dp41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B2935109-FD3D-45A2-B724-3A05E78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300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1-comparison / n84 / path">
            <a:extLst xmlns:a="http://schemas.openxmlformats.org/drawingml/2006/main">
              <a:ext uri="{FF2B5EF4-FFF2-40B4-BE49-F238E27FC236}">
                <a16:creationId xmlns:a16="http://schemas.microsoft.com/office/drawing/2014/main" id="{552CEB3A-1928-43E7-A255-63080DB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4314825"/>
            <a:ext cx="953" cy="809625"/>
          </a:xfrm>
          <a:custGeom xmlns:a="http://schemas.openxmlformats.org/drawingml/2006/main">
            <a:pathLst>
              <a:path w="953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0" name="dp41-comparison / n84 / arrow">
            <a:extLst xmlns:a="http://schemas.openxmlformats.org/drawingml/2006/main">
              <a:ext uri="{FF2B5EF4-FFF2-40B4-BE49-F238E27FC236}">
                <a16:creationId xmlns:a16="http://schemas.microsoft.com/office/drawing/2014/main" id="{048742E6-E047-4D73-9CF4-35728796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3" y="50025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1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E4C689AD-4D83-451A-837A-F24A85D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863" y="4314825"/>
            <a:ext cx="953" cy="771525"/>
          </a:xfrm>
          <a:custGeom xmlns:a="http://schemas.openxmlformats.org/drawingml/2006/main">
            <a:pathLst>
              <a:path w="953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2" name="dp41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190B0A4B-F9EE-40F5-B198-E397475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903" y="4964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3" name="dp41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9F03194E-DCAF-4F5C-BD73-8C9B452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86225"/>
            <a:ext cx="495300" cy="1247775"/>
          </a:xfrm>
          <a:custGeom xmlns:a="http://schemas.openxmlformats.org/drawingml/2006/main">
            <a:pathLst>
              <a:path w="495300" h="1247775">
                <a:moveTo>
                  <a:pt x="495300" y="1247775"/>
                </a:moveTo>
                <a:lnTo>
                  <a:pt x="228600" y="1247775"/>
                </a:lnTo>
                <a:lnTo>
                  <a:pt x="228600" y="190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4" name="dp41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3EB7FF1E-6712-47C9-AEF2-58534E0A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86225"/>
            <a:ext cx="132687" cy="124882"/>
          </a:xfrm>
          <a:custGeom xmlns:a="http://schemas.openxmlformats.org/drawingml/2006/main">
            <a:pathLst>
              <a:path w="132687" h="124882">
                <a:moveTo>
                  <a:pt x="132687" y="31221"/>
                </a:moveTo>
                <a:lnTo>
                  <a:pt x="0" y="0"/>
                </a:lnTo>
                <a:lnTo>
                  <a:pt x="54636" y="12488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1-comparison / n91 / path">
            <a:extLst xmlns:a="http://schemas.openxmlformats.org/drawingml/2006/main">
              <a:ext uri="{FF2B5EF4-FFF2-40B4-BE49-F238E27FC236}">
                <a16:creationId xmlns:a16="http://schemas.microsoft.com/office/drawing/2014/main" id="{3D1C7B81-58F4-4AA9-809D-91789788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86225"/>
            <a:ext cx="104775" cy="1257300"/>
          </a:xfrm>
          <a:custGeom xmlns:a="http://schemas.openxmlformats.org/drawingml/2006/main">
            <a:pathLst>
              <a:path w="104775" h="1257300">
                <a:moveTo>
                  <a:pt x="104775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6" name="dp41-comparison / n91 / arrow">
            <a:extLst xmlns:a="http://schemas.openxmlformats.org/drawingml/2006/main">
              <a:ext uri="{FF2B5EF4-FFF2-40B4-BE49-F238E27FC236}">
                <a16:creationId xmlns:a16="http://schemas.microsoft.com/office/drawing/2014/main" id="{2B37961F-CBC7-4401-BE5F-A53394B5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" y="4025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7" name="dp41-comparison / n92 / path">
            <a:extLst xmlns:a="http://schemas.openxmlformats.org/drawingml/2006/main">
              <a:ext uri="{FF2B5EF4-FFF2-40B4-BE49-F238E27FC236}">
                <a16:creationId xmlns:a16="http://schemas.microsoft.com/office/drawing/2014/main" id="{ED2BB3BD-C88B-4364-B33F-A1E88E31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2857500"/>
            <a:ext cx="4500563" cy="1000125"/>
          </a:xfrm>
          <a:custGeom xmlns:a="http://schemas.openxmlformats.org/drawingml/2006/main">
            <a:pathLst>
              <a:path w="4500563" h="1000125">
                <a:moveTo>
                  <a:pt x="0" y="1000125"/>
                </a:moveTo>
                <a:lnTo>
                  <a:pt x="4763" y="885825"/>
                </a:lnTo>
                <a:lnTo>
                  <a:pt x="4338638" y="885825"/>
                </a:lnTo>
                <a:lnTo>
                  <a:pt x="4338638" y="0"/>
                </a:lnTo>
                <a:lnTo>
                  <a:pt x="4500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88" name="dp41-comparison / n92 / arrow">
            <a:extLst xmlns:a="http://schemas.openxmlformats.org/drawingml/2006/main">
              <a:ext uri="{FF2B5EF4-FFF2-40B4-BE49-F238E27FC236}">
                <a16:creationId xmlns:a16="http://schemas.microsoft.com/office/drawing/2014/main" id="{50E790F1-810F-48A2-B647-A88907B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0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9" name="dp41-comparison / n95">
            <a:extLst xmlns:a="http://schemas.openxmlformats.org/drawingml/2006/main">
              <a:ext uri="{FF2B5EF4-FFF2-40B4-BE49-F238E27FC236}">
                <a16:creationId xmlns:a16="http://schemas.microsoft.com/office/drawing/2014/main" id="{465CFC95-E8B1-45E5-BD2C-BAD1DCC4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67200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0" name="dp41-comparison / n96 / text 1">
            <a:extLst xmlns:a="http://schemas.openxmlformats.org/drawingml/2006/main">
              <a:ext uri="{FF2B5EF4-FFF2-40B4-BE49-F238E27FC236}">
                <a16:creationId xmlns:a16="http://schemas.microsoft.com/office/drawing/2014/main" id="{64B91E01-B936-4057-99E0-9D3E12C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510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91" name="dp41-comparison / n97">
            <a:extLst xmlns:a="http://schemas.openxmlformats.org/drawingml/2006/main">
              <a:ext uri="{FF2B5EF4-FFF2-40B4-BE49-F238E27FC236}">
                <a16:creationId xmlns:a16="http://schemas.microsoft.com/office/drawing/2014/main" id="{DCE95558-140A-4240-A912-7630C8F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10175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2" name="dp41-comparison / n98 / text 1">
            <a:extLst xmlns:a="http://schemas.openxmlformats.org/drawingml/2006/main">
              <a:ext uri="{FF2B5EF4-FFF2-40B4-BE49-F238E27FC236}">
                <a16:creationId xmlns:a16="http://schemas.microsoft.com/office/drawing/2014/main" id="{33A222A9-2B2D-4EB0-A0FD-2DD88D6A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3995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93" name="dp41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59969B0F-0AFC-4944-A00A-2AF6B573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657725"/>
            <a:ext cx="953" cy="552450"/>
          </a:xfrm>
          <a:custGeom xmlns:a="http://schemas.openxmlformats.org/drawingml/2006/main">
            <a:pathLst>
              <a:path w="953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4" name="dp41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24BB8D37-C179-4C50-A512-05CFD69A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565" y="46577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5" name="dp41-comparison / n104 / path">
            <a:extLst xmlns:a="http://schemas.openxmlformats.org/drawingml/2006/main">
              <a:ext uri="{FF2B5EF4-FFF2-40B4-BE49-F238E27FC236}">
                <a16:creationId xmlns:a16="http://schemas.microsoft.com/office/drawing/2014/main" id="{094FDD53-EB1A-428C-B8B9-37E669DE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86225"/>
            <a:ext cx="457200" cy="323850"/>
          </a:xfrm>
          <a:custGeom xmlns:a="http://schemas.openxmlformats.org/drawingml/2006/main">
            <a:pathLst>
              <a:path w="457200" h="323850">
                <a:moveTo>
                  <a:pt x="0" y="0"/>
                </a:moveTo>
                <a:lnTo>
                  <a:pt x="295275" y="0"/>
                </a:lnTo>
                <a:lnTo>
                  <a:pt x="295275" y="323850"/>
                </a:lnTo>
                <a:lnTo>
                  <a:pt x="457200" y="3190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6" name="dp41-comparison / n104 / arrow">
            <a:extLst xmlns:a="http://schemas.openxmlformats.org/drawingml/2006/main">
              <a:ext uri="{FF2B5EF4-FFF2-40B4-BE49-F238E27FC236}">
                <a16:creationId xmlns:a16="http://schemas.microsoft.com/office/drawing/2014/main" id="{387176F0-B9D0-46B7-8D73-3C01A5D8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66" y="4347963"/>
            <a:ext cx="123659" cy="121867"/>
          </a:xfrm>
          <a:custGeom xmlns:a="http://schemas.openxmlformats.org/drawingml/2006/main">
            <a:pathLst>
              <a:path w="123659" h="121867">
                <a:moveTo>
                  <a:pt x="3584" y="121867"/>
                </a:moveTo>
                <a:lnTo>
                  <a:pt x="123659" y="573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7" name="dp41-comparison / n105 / path">
            <a:extLst xmlns:a="http://schemas.openxmlformats.org/drawingml/2006/main">
              <a:ext uri="{FF2B5EF4-FFF2-40B4-BE49-F238E27FC236}">
                <a16:creationId xmlns:a16="http://schemas.microsoft.com/office/drawing/2014/main" id="{25850F77-2367-4A28-BE56-57CBF73D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00525"/>
            <a:ext cx="457200" cy="357188"/>
          </a:xfrm>
          <a:custGeom xmlns:a="http://schemas.openxmlformats.org/drawingml/2006/main">
            <a:pathLst>
              <a:path w="457200" h="357188">
                <a:moveTo>
                  <a:pt x="457200" y="357188"/>
                </a:moveTo>
                <a:lnTo>
                  <a:pt x="371475" y="352425"/>
                </a:lnTo>
                <a:lnTo>
                  <a:pt x="3714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8" name="dp41-comparison / n105 / arrow">
            <a:extLst xmlns:a="http://schemas.openxmlformats.org/drawingml/2006/main">
              <a:ext uri="{FF2B5EF4-FFF2-40B4-BE49-F238E27FC236}">
                <a16:creationId xmlns:a16="http://schemas.microsoft.com/office/drawing/2014/main" id="{B139B2D5-752D-4684-A157-8A594C0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395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9" name="dp41-comparison / n108">
            <a:extLst xmlns:a="http://schemas.openxmlformats.org/drawingml/2006/main">
              <a:ext uri="{FF2B5EF4-FFF2-40B4-BE49-F238E27FC236}">
                <a16:creationId xmlns:a16="http://schemas.microsoft.com/office/drawing/2014/main" id="{E96FD9DE-F731-48EF-B9BF-5295945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0" name="dp41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916A9235-07F2-4D68-9405-E070CEA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01" name="dp41-comparison / n110">
            <a:extLst xmlns:a="http://schemas.openxmlformats.org/drawingml/2006/main">
              <a:ext uri="{FF2B5EF4-FFF2-40B4-BE49-F238E27FC236}">
                <a16:creationId xmlns:a16="http://schemas.microsoft.com/office/drawing/2014/main" id="{D131C00A-9F0A-409A-B2CB-4632E1A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2" name="dp41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E6501E9A-029D-41AA-8FE8-8CEA35A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03" name="dp41-comparison / n112">
            <a:extLst xmlns:a="http://schemas.openxmlformats.org/drawingml/2006/main">
              <a:ext uri="{FF2B5EF4-FFF2-40B4-BE49-F238E27FC236}">
                <a16:creationId xmlns:a16="http://schemas.microsoft.com/office/drawing/2014/main" id="{27816F1E-DBA5-4F14-B581-F0BC57EA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4" name="dp41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DEEB2D69-59A9-477B-A75E-B82259A4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05" name="dp41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CCE68EC7-6E7D-4862-B582-A87C5BB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62600"/>
            <a:ext cx="109538" cy="962025"/>
          </a:xfrm>
          <a:custGeom xmlns:a="http://schemas.openxmlformats.org/drawingml/2006/main">
            <a:pathLst>
              <a:path w="109538" h="962025">
                <a:moveTo>
                  <a:pt x="109538" y="0"/>
                </a:moveTo>
                <a:lnTo>
                  <a:pt x="104775" y="571500"/>
                </a:lnTo>
                <a:lnTo>
                  <a:pt x="0" y="571500"/>
                </a:lnTo>
                <a:lnTo>
                  <a:pt x="0" y="962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6" name="dp41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F16D1127-87F6-4C31-B5CE-45D0EE73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7" name="dp41-comparison / n115 / path">
            <a:extLst xmlns:a="http://schemas.openxmlformats.org/drawingml/2006/main">
              <a:ext uri="{FF2B5EF4-FFF2-40B4-BE49-F238E27FC236}">
                <a16:creationId xmlns:a16="http://schemas.microsoft.com/office/drawing/2014/main" id="{B1E389C4-5D38-49D8-83BF-88064E5E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08" name="dp41-comparison / n115 / arrow">
            <a:extLst xmlns:a="http://schemas.openxmlformats.org/drawingml/2006/main">
              <a:ext uri="{FF2B5EF4-FFF2-40B4-BE49-F238E27FC236}">
                <a16:creationId xmlns:a16="http://schemas.microsoft.com/office/drawing/2014/main" id="{CED5681A-E5EF-418C-B655-D74927A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09" name="dp41-comparison / n116 / path">
            <a:extLst xmlns:a="http://schemas.openxmlformats.org/drawingml/2006/main">
              <a:ext uri="{FF2B5EF4-FFF2-40B4-BE49-F238E27FC236}">
                <a16:creationId xmlns:a16="http://schemas.microsoft.com/office/drawing/2014/main" id="{6E7CA418-EC54-40A8-A067-44EAA4C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0" name="dp41-comparison / n116 / arrow">
            <a:extLst xmlns:a="http://schemas.openxmlformats.org/drawingml/2006/main">
              <a:ext uri="{FF2B5EF4-FFF2-40B4-BE49-F238E27FC236}">
                <a16:creationId xmlns:a16="http://schemas.microsoft.com/office/drawing/2014/main" id="{1CFC9398-6FD0-4A0F-8E25-630BC804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1" name="dp41-comparison / n60">
            <a:extLst xmlns:a="http://schemas.openxmlformats.org/drawingml/2006/main">
              <a:ext uri="{FF2B5EF4-FFF2-40B4-BE49-F238E27FC236}">
                <a16:creationId xmlns:a16="http://schemas.microsoft.com/office/drawing/2014/main" id="{59E09B66-311B-4CEA-B4B0-B49D98CE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1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6F7842D4-D860-4856-850D-6802C290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13" name="dp41-comparison / n62">
            <a:extLst xmlns:a="http://schemas.openxmlformats.org/drawingml/2006/main">
              <a:ext uri="{FF2B5EF4-FFF2-40B4-BE49-F238E27FC236}">
                <a16:creationId xmlns:a16="http://schemas.microsoft.com/office/drawing/2014/main" id="{543EA747-C798-4128-856F-F499214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1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A3582A98-0E5D-4567-89E0-83E72AB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115" name="dp41-comparison / n65">
            <a:extLst xmlns:a="http://schemas.openxmlformats.org/drawingml/2006/main">
              <a:ext uri="{FF2B5EF4-FFF2-40B4-BE49-F238E27FC236}">
                <a16:creationId xmlns:a16="http://schemas.microsoft.com/office/drawing/2014/main" id="{3C04A598-16BA-44E3-9258-FBCA8E5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1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46D7949B-A39D-486D-A8B5-D8CBAFFA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117" name="dp41-comparison / n78">
            <a:extLst xmlns:a="http://schemas.openxmlformats.org/drawingml/2006/main">
              <a:ext uri="{FF2B5EF4-FFF2-40B4-BE49-F238E27FC236}">
                <a16:creationId xmlns:a16="http://schemas.microsoft.com/office/drawing/2014/main" id="{9694A7A3-D41E-4A86-AB4C-CA66309F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2730246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1-comparison / n79 / text 1">
            <a:extLst xmlns:a="http://schemas.openxmlformats.org/drawingml/2006/main">
              <a:ext uri="{FF2B5EF4-FFF2-40B4-BE49-F238E27FC236}">
                <a16:creationId xmlns:a16="http://schemas.microsoft.com/office/drawing/2014/main" id="{C67CE1BE-B442-4DFC-BC9B-937258D3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4762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모델의 읽기 선택과 의미 제안</a:t>
            </a:r>
          </a:p>
        </p:txBody>
      </p:sp>
      <p:sp>
        <p:nvSpPr>
          <p:cNvPr id="119" name="dp41-comparison / n82">
            <a:extLst xmlns:a="http://schemas.openxmlformats.org/drawingml/2006/main">
              <a:ext uri="{FF2B5EF4-FFF2-40B4-BE49-F238E27FC236}">
                <a16:creationId xmlns:a16="http://schemas.microsoft.com/office/drawing/2014/main" id="{5E0E149E-3C1E-4366-8DB0-2AFFC080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48175"/>
            <a:ext cx="3214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1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B775250C-E8FF-4A9C-BF6B-07F4F45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57700"/>
            <a:ext cx="5095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허용 읽기 → 정보 반환 → 모델 재판단</a:t>
            </a:r>
          </a:p>
        </p:txBody>
      </p:sp>
      <p:sp>
        <p:nvSpPr>
          <p:cNvPr id="121" name="dp41-comparison / n85">
            <a:extLst xmlns:a="http://schemas.openxmlformats.org/drawingml/2006/main">
              <a:ext uri="{FF2B5EF4-FFF2-40B4-BE49-F238E27FC236}">
                <a16:creationId xmlns:a16="http://schemas.microsoft.com/office/drawing/2014/main" id="{1EBEC6BB-F602-4AF9-81FF-A2167C12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72025"/>
            <a:ext cx="184118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1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2FC037C0-D60F-4739-99F9-5E8C830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781550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의미 제안 / 부분 수정</a:t>
            </a:r>
          </a:p>
        </p:txBody>
      </p:sp>
      <p:sp>
        <p:nvSpPr>
          <p:cNvPr id="123" name="dp41-comparison / n89">
            <a:extLst xmlns:a="http://schemas.openxmlformats.org/drawingml/2006/main">
              <a:ext uri="{FF2B5EF4-FFF2-40B4-BE49-F238E27FC236}">
                <a16:creationId xmlns:a16="http://schemas.microsoft.com/office/drawing/2014/main" id="{A6271D8C-340B-4935-8A1D-C29784F9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648325"/>
            <a:ext cx="18653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1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F4CA25F4-A276-4B59-9EF6-4C95E88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333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읽기 영수증과 원본 버전</a:t>
            </a:r>
          </a:p>
        </p:txBody>
      </p:sp>
      <p:sp>
        <p:nvSpPr>
          <p:cNvPr id="125" name="dp41-comparison / n93">
            <a:extLst xmlns:a="http://schemas.openxmlformats.org/drawingml/2006/main">
              <a:ext uri="{FF2B5EF4-FFF2-40B4-BE49-F238E27FC236}">
                <a16:creationId xmlns:a16="http://schemas.microsoft.com/office/drawing/2014/main" id="{E426C197-B5E1-4045-89FD-08CAA09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3197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1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8570E52A-DC1C-465A-AFEE-40F800D4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모델 호출과 반환</a:t>
            </a:r>
          </a:p>
        </p:txBody>
      </p:sp>
      <p:sp>
        <p:nvSpPr>
          <p:cNvPr id="127" name="dp41-comparison / n99">
            <a:extLst xmlns:a="http://schemas.openxmlformats.org/drawingml/2006/main">
              <a:ext uri="{FF2B5EF4-FFF2-40B4-BE49-F238E27FC236}">
                <a16:creationId xmlns:a16="http://schemas.microsoft.com/office/drawing/2014/main" id="{F150BEA7-8971-44DA-92C8-91476CF2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95825"/>
            <a:ext cx="171297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p41-comparison / n100 / text 1">
            <a:extLst xmlns:a="http://schemas.openxmlformats.org/drawingml/2006/main">
              <a:ext uri="{FF2B5EF4-FFF2-40B4-BE49-F238E27FC236}">
                <a16:creationId xmlns:a16="http://schemas.microsoft.com/office/drawing/2014/main" id="{C2FAC9FF-B047-4FF1-8102-01EC89B6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0535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화면과 과거 정보</a:t>
            </a:r>
          </a:p>
        </p:txBody>
      </p:sp>
      <p:sp>
        <p:nvSpPr>
          <p:cNvPr id="129" name="dp41-comparison / n100 / text 2">
            <a:extLst xmlns:a="http://schemas.openxmlformats.org/drawingml/2006/main">
              <a:ext uri="{FF2B5EF4-FFF2-40B4-BE49-F238E27FC236}">
                <a16:creationId xmlns:a16="http://schemas.microsoft.com/office/drawing/2014/main" id="{9732692C-082F-4C2F-85D6-014DF59E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8823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권한과 조회 범위</a:t>
            </a:r>
          </a:p>
        </p:txBody>
      </p:sp>
      <p:sp>
        <p:nvSpPr>
          <p:cNvPr id="130" name="dp41-comparison / n101">
            <a:extLst xmlns:a="http://schemas.openxmlformats.org/drawingml/2006/main">
              <a:ext uri="{FF2B5EF4-FFF2-40B4-BE49-F238E27FC236}">
                <a16:creationId xmlns:a16="http://schemas.microsoft.com/office/drawing/2014/main" id="{497D5BB6-1AFC-49BA-82D8-5EE56F8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76900"/>
            <a:ext cx="13685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1-comparison / n102 / text 1">
            <a:extLst xmlns:a="http://schemas.openxmlformats.org/drawingml/2006/main">
              <a:ext uri="{FF2B5EF4-FFF2-40B4-BE49-F238E27FC236}">
                <a16:creationId xmlns:a16="http://schemas.microsoft.com/office/drawing/2014/main" id="{769BC05B-1695-4307-B8BB-0E12B168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86425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후보와 버전</a:t>
            </a:r>
          </a:p>
        </p:txBody>
      </p:sp>
      <p:sp>
        <p:nvSpPr>
          <p:cNvPr id="132" name="dp41-comparison / n106">
            <a:extLst xmlns:a="http://schemas.openxmlformats.org/drawingml/2006/main">
              <a:ext uri="{FF2B5EF4-FFF2-40B4-BE49-F238E27FC236}">
                <a16:creationId xmlns:a16="http://schemas.microsoft.com/office/drawing/2014/main" id="{881470FB-FE6F-403F-8655-DFF3C49B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76675"/>
            <a:ext cx="173736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p41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BE989A25-8B0D-47B8-BB18-B078562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1952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허용 읽기 / 버전 반환</a:t>
            </a:r>
          </a:p>
        </p:txBody>
      </p:sp>
      <p:sp>
        <p:nvSpPr>
          <p:cNvPr id="134" name="dp41-comparison / n117">
            <a:extLst xmlns:a="http://schemas.openxmlformats.org/drawingml/2006/main">
              <a:ext uri="{FF2B5EF4-FFF2-40B4-BE49-F238E27FC236}">
                <a16:creationId xmlns:a16="http://schemas.microsoft.com/office/drawing/2014/main" id="{62E0A25E-549F-4250-9AF2-8BF41CA5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p41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109540C5-5B27-4DA5-AF50-3B5DD4E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136" name="dp41-comparison / n119">
            <a:extLst xmlns:a="http://schemas.openxmlformats.org/drawingml/2006/main">
              <a:ext uri="{FF2B5EF4-FFF2-40B4-BE49-F238E27FC236}">
                <a16:creationId xmlns:a16="http://schemas.microsoft.com/office/drawing/2014/main" id="{8F92A09C-0492-48EC-90AC-320D912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p41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61D989BB-4996-412A-B0EB-66A7BC4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138" name="dp41-comparison / n121">
            <a:extLst xmlns:a="http://schemas.openxmlformats.org/drawingml/2006/main">
              <a:ext uri="{FF2B5EF4-FFF2-40B4-BE49-F238E27FC236}">
                <a16:creationId xmlns:a16="http://schemas.microsoft.com/office/drawing/2014/main" id="{4BD1DBC4-CC3E-44E1-A01E-F64CD8B2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p41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B963761D-3CD7-48D0-ADD1-D471D3A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140" name="dp41-comparison / n123">
            <a:extLst xmlns:a="http://schemas.openxmlformats.org/drawingml/2006/main">
              <a:ext uri="{FF2B5EF4-FFF2-40B4-BE49-F238E27FC236}">
                <a16:creationId xmlns:a16="http://schemas.microsoft.com/office/drawing/2014/main" id="{90D6B9E3-51BB-4F0D-B43A-E77CC3D5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p41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6FA79A9F-DD8C-4073-A024-339524EF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  <p:sp>
        <p:nvSpPr>
          <p:cNvPr id="142" name="dp41-comparison / n125">
            <a:extLst xmlns:a="http://schemas.openxmlformats.org/drawingml/2006/main">
              <a:ext uri="{FF2B5EF4-FFF2-40B4-BE49-F238E27FC236}">
                <a16:creationId xmlns:a16="http://schemas.microsoft.com/office/drawing/2014/main" id="{06C1F398-FDD0-4E87-874A-2CAF3687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3" name="dp41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17DE7968-E3CC-4C6B-939B-FF6C52C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44" name="dp41-comparison / n127">
            <a:extLst xmlns:a="http://schemas.openxmlformats.org/drawingml/2006/main">
              <a:ext uri="{FF2B5EF4-FFF2-40B4-BE49-F238E27FC236}">
                <a16:creationId xmlns:a16="http://schemas.microsoft.com/office/drawing/2014/main" id="{662A70CF-D852-40B7-9C23-F11457B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5" name="dp41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816CAD7D-4447-435F-AA71-5F43D1D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46" name="dp41-comparison / n129">
            <a:extLst xmlns:a="http://schemas.openxmlformats.org/drawingml/2006/main">
              <a:ext uri="{FF2B5EF4-FFF2-40B4-BE49-F238E27FC236}">
                <a16:creationId xmlns:a16="http://schemas.microsoft.com/office/drawing/2014/main" id="{BF5EA495-9A09-4745-BBB3-BB7474B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7" name="dp41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64E82EB6-2E15-42AA-B2A6-86F4E74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48" name="dp41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A4399D49-9F4A-4BBC-AA8A-4273876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9" name="dp41-comparison / n135 / arrow">
            <a:extLst xmlns:a="http://schemas.openxmlformats.org/drawingml/2006/main">
              <a:ext uri="{FF2B5EF4-FFF2-40B4-BE49-F238E27FC236}">
                <a16:creationId xmlns:a16="http://schemas.microsoft.com/office/drawing/2014/main" id="{FB6687AE-8E7C-4627-AA5E-7AA156B7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2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0" name="dp41-comparison / n138">
            <a:extLst xmlns:a="http://schemas.openxmlformats.org/drawingml/2006/main">
              <a:ext uri="{FF2B5EF4-FFF2-40B4-BE49-F238E27FC236}">
                <a16:creationId xmlns:a16="http://schemas.microsoft.com/office/drawing/2014/main" id="{A34E1570-00FC-4E11-94F5-EA8FE6D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67200"/>
            <a:ext cx="55626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1" name="dp41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32CFA209-0EBE-455A-B8C4-57AD71A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62450"/>
            <a:ext cx="5314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Request Resolution Engine</a:t>
            </a:r>
          </a:p>
        </p:txBody>
      </p:sp>
      <p:sp>
        <p:nvSpPr>
          <p:cNvPr id="152" name="dp41-comparison / n140">
            <a:extLst xmlns:a="http://schemas.openxmlformats.org/drawingml/2006/main">
              <a:ext uri="{FF2B5EF4-FFF2-40B4-BE49-F238E27FC236}">
                <a16:creationId xmlns:a16="http://schemas.microsoft.com/office/drawing/2014/main" id="{92690D7B-68B4-4025-83A8-7D9CCA69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09950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3" name="dp41-comparison / n141 / text 1">
            <a:extLst xmlns:a="http://schemas.openxmlformats.org/drawingml/2006/main">
              <a:ext uri="{FF2B5EF4-FFF2-40B4-BE49-F238E27FC236}">
                <a16:creationId xmlns:a16="http://schemas.microsoft.com/office/drawing/2014/main" id="{44C1CEDD-36DD-4C46-9EE1-47B858F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00438"/>
            <a:ext cx="5010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54" name="dp41-comparison / n142">
            <a:extLst xmlns:a="http://schemas.openxmlformats.org/drawingml/2006/main">
              <a:ext uri="{FF2B5EF4-FFF2-40B4-BE49-F238E27FC236}">
                <a16:creationId xmlns:a16="http://schemas.microsoft.com/office/drawing/2014/main" id="{95E5B543-F121-4F7D-B38A-C4A9912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38675"/>
            <a:ext cx="2314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5" name="dp41-comparison / n143 / text 1">
            <a:extLst xmlns:a="http://schemas.openxmlformats.org/drawingml/2006/main">
              <a:ext uri="{FF2B5EF4-FFF2-40B4-BE49-F238E27FC236}">
                <a16:creationId xmlns:a16="http://schemas.microsoft.com/office/drawing/2014/main" id="{6F60FC0B-F602-4E09-8229-1253F067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30591"/>
            <a:ext cx="214312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미해결 항목 처리기</a:t>
            </a:r>
          </a:p>
        </p:txBody>
      </p:sp>
      <p:sp>
        <p:nvSpPr>
          <p:cNvPr id="156" name="dp41-comparison / n144">
            <a:extLst xmlns:a="http://schemas.openxmlformats.org/drawingml/2006/main">
              <a:ext uri="{FF2B5EF4-FFF2-40B4-BE49-F238E27FC236}">
                <a16:creationId xmlns:a16="http://schemas.microsoft.com/office/drawing/2014/main" id="{7A34BA12-C5DB-4222-8542-5D8A5FE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638675"/>
            <a:ext cx="2371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7" name="dp41-comparison / n145 / text 1">
            <a:extLst xmlns:a="http://schemas.openxmlformats.org/drawingml/2006/main">
              <a:ext uri="{FF2B5EF4-FFF2-40B4-BE49-F238E27FC236}">
                <a16:creationId xmlns:a16="http://schemas.microsoft.com/office/drawing/2014/main" id="{B76F6D8E-F962-4E59-A1B5-977FEF7F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730591"/>
            <a:ext cx="2200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관계 결합기</a:t>
            </a:r>
          </a:p>
        </p:txBody>
      </p:sp>
      <p:sp>
        <p:nvSpPr>
          <p:cNvPr id="158" name="dp41-comparison / n146">
            <a:extLst xmlns:a="http://schemas.openxmlformats.org/drawingml/2006/main">
              <a:ext uri="{FF2B5EF4-FFF2-40B4-BE49-F238E27FC236}">
                <a16:creationId xmlns:a16="http://schemas.microsoft.com/office/drawing/2014/main" id="{73169A2D-322C-42CA-8150-640AD5C7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334000"/>
            <a:ext cx="312420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9" name="dp41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C04F9608-00B9-4014-B2AF-B251923E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959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요청 해석 상태</a:t>
            </a:r>
          </a:p>
        </p:txBody>
      </p:sp>
      <p:sp>
        <p:nvSpPr>
          <p:cNvPr id="160" name="dp41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A2520DE4-9F56-4D5C-88EC-4BB04A88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3038475"/>
            <a:ext cx="1285875" cy="371475"/>
          </a:xfrm>
          <a:custGeom xmlns:a="http://schemas.openxmlformats.org/drawingml/2006/main">
            <a:pathLst>
              <a:path w="1285875" h="371475">
                <a:moveTo>
                  <a:pt x="1285875" y="0"/>
                </a:moveTo>
                <a:lnTo>
                  <a:pt x="1285875" y="247650"/>
                </a:lnTo>
                <a:lnTo>
                  <a:pt x="0" y="24765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1" name="dp41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8D1E3774-C7CC-4632-9C71-728B07E4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715" y="32880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2" name="dp41-comparison / n151 / path">
            <a:extLst xmlns:a="http://schemas.openxmlformats.org/drawingml/2006/main">
              <a:ext uri="{FF2B5EF4-FFF2-40B4-BE49-F238E27FC236}">
                <a16:creationId xmlns:a16="http://schemas.microsoft.com/office/drawing/2014/main" id="{A3A3988A-0A22-4A7E-8B60-25C0AB1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38575"/>
            <a:ext cx="1438275" cy="800100"/>
          </a:xfrm>
          <a:custGeom xmlns:a="http://schemas.openxmlformats.org/drawingml/2006/main">
            <a:pathLst>
              <a:path w="1438275" h="800100">
                <a:moveTo>
                  <a:pt x="1438275" y="0"/>
                </a:moveTo>
                <a:lnTo>
                  <a:pt x="1438275" y="323850"/>
                </a:lnTo>
                <a:lnTo>
                  <a:pt x="0" y="323850"/>
                </a:lnTo>
                <a:lnTo>
                  <a:pt x="4763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3" name="dp41-comparison / n151 / arrow">
            <a:extLst xmlns:a="http://schemas.openxmlformats.org/drawingml/2006/main">
              <a:ext uri="{FF2B5EF4-FFF2-40B4-BE49-F238E27FC236}">
                <a16:creationId xmlns:a16="http://schemas.microsoft.com/office/drawing/2014/main" id="{EA3EE190-4D1E-4520-83D8-6CCCAF9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986" y="4516152"/>
            <a:ext cx="121914" cy="122523"/>
          </a:xfrm>
          <a:custGeom xmlns:a="http://schemas.openxmlformats.org/drawingml/2006/main">
            <a:pathLst>
              <a:path w="121914" h="122523">
                <a:moveTo>
                  <a:pt x="0" y="1219"/>
                </a:moveTo>
                <a:lnTo>
                  <a:pt x="62176" y="122523"/>
                </a:lnTo>
                <a:lnTo>
                  <a:pt x="12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4" name="dp41-comparison / n154 / path">
            <a:extLst xmlns:a="http://schemas.openxmlformats.org/drawingml/2006/main">
              <a:ext uri="{FF2B5EF4-FFF2-40B4-BE49-F238E27FC236}">
                <a16:creationId xmlns:a16="http://schemas.microsoft.com/office/drawing/2014/main" id="{F39F9281-AF0D-4B0C-BF14-2EFADFC6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48225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5" name="dp41-comparison / n154 / arrow">
            <a:extLst xmlns:a="http://schemas.openxmlformats.org/drawingml/2006/main">
              <a:ext uri="{FF2B5EF4-FFF2-40B4-BE49-F238E27FC236}">
                <a16:creationId xmlns:a16="http://schemas.microsoft.com/office/drawing/2014/main" id="{B304BDDE-AFA1-4BAF-B254-10E0A43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830" y="4787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6" name="dp41-comparison / n157 / path">
            <a:extLst xmlns:a="http://schemas.openxmlformats.org/drawingml/2006/main">
              <a:ext uri="{FF2B5EF4-FFF2-40B4-BE49-F238E27FC236}">
                <a16:creationId xmlns:a16="http://schemas.microsoft.com/office/drawing/2014/main" id="{06E43694-D856-4008-A7D0-42863F4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57775"/>
            <a:ext cx="476250" cy="276225"/>
          </a:xfrm>
          <a:custGeom xmlns:a="http://schemas.openxmlformats.org/drawingml/2006/main">
            <a:pathLst>
              <a:path w="476250" h="276225">
                <a:moveTo>
                  <a:pt x="4763" y="0"/>
                </a:moveTo>
                <a:lnTo>
                  <a:pt x="0" y="171450"/>
                </a:lnTo>
                <a:lnTo>
                  <a:pt x="476250" y="171450"/>
                </a:lnTo>
                <a:lnTo>
                  <a:pt x="4762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7" name="dp41-comparison / n157 / arrow">
            <a:extLst xmlns:a="http://schemas.openxmlformats.org/drawingml/2006/main">
              <a:ext uri="{FF2B5EF4-FFF2-40B4-BE49-F238E27FC236}">
                <a16:creationId xmlns:a16="http://schemas.microsoft.com/office/drawing/2014/main" id="{6A471339-72AF-4328-A91F-41084003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690" y="5212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8" name="dp41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2F058457-7C6D-4A4C-A533-266FB72D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5057775"/>
            <a:ext cx="442913" cy="276225"/>
          </a:xfrm>
          <a:custGeom xmlns:a="http://schemas.openxmlformats.org/drawingml/2006/main">
            <a:pathLst>
              <a:path w="442913" h="276225">
                <a:moveTo>
                  <a:pt x="442913" y="0"/>
                </a:moveTo>
                <a:lnTo>
                  <a:pt x="438150" y="171450"/>
                </a:lnTo>
                <a:lnTo>
                  <a:pt x="0" y="171450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9" name="dp41-comparison / n158 / arrow">
            <a:extLst xmlns:a="http://schemas.openxmlformats.org/drawingml/2006/main">
              <a:ext uri="{FF2B5EF4-FFF2-40B4-BE49-F238E27FC236}">
                <a16:creationId xmlns:a16="http://schemas.microsoft.com/office/drawing/2014/main" id="{45F227FF-45D2-43AD-AD87-8D6B9707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0740" y="5212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0" name="dp41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CD7EE26A-E8D7-4F87-BF0A-8B7961B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24263"/>
            <a:ext cx="104775" cy="1223963"/>
          </a:xfrm>
          <a:custGeom xmlns:a="http://schemas.openxmlformats.org/drawingml/2006/main">
            <a:pathLst>
              <a:path w="104775" h="1223963">
                <a:moveTo>
                  <a:pt x="104775" y="1223963"/>
                </a:moveTo>
                <a:lnTo>
                  <a:pt x="0" y="1223963"/>
                </a:lnTo>
                <a:lnTo>
                  <a:pt x="0" y="4763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71" name="dp41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385B4672-3BAD-4420-97F8-57CE54F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313" y="3568901"/>
            <a:ext cx="124562" cy="121794"/>
          </a:xfrm>
          <a:custGeom xmlns:a="http://schemas.openxmlformats.org/drawingml/2006/main">
            <a:pathLst>
              <a:path w="124562" h="121794">
                <a:moveTo>
                  <a:pt x="5536" y="121794"/>
                </a:moveTo>
                <a:lnTo>
                  <a:pt x="124562" y="553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2" name="dp41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27E881D7-75E5-448C-8BE6-9AEAAEDD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2857500"/>
            <a:ext cx="476250" cy="771525"/>
          </a:xfrm>
          <a:custGeom xmlns:a="http://schemas.openxmlformats.org/drawingml/2006/main">
            <a:pathLst>
              <a:path w="476250" h="771525">
                <a:moveTo>
                  <a:pt x="0" y="766763"/>
                </a:moveTo>
                <a:lnTo>
                  <a:pt x="323850" y="771525"/>
                </a:lnTo>
                <a:lnTo>
                  <a:pt x="323850" y="0"/>
                </a:ln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3" name="dp41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F269248B-0437-4CBB-873D-2A84E304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8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4" name="dp41-comparison / n163">
            <a:extLst xmlns:a="http://schemas.openxmlformats.org/drawingml/2006/main">
              <a:ext uri="{FF2B5EF4-FFF2-40B4-BE49-F238E27FC236}">
                <a16:creationId xmlns:a16="http://schemas.microsoft.com/office/drawing/2014/main" id="{2BAE111D-2442-458C-9937-9229D390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4267200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5" name="dp41-comparison / n164 / text 1">
            <a:extLst xmlns:a="http://schemas.openxmlformats.org/drawingml/2006/main">
              <a:ext uri="{FF2B5EF4-FFF2-40B4-BE49-F238E27FC236}">
                <a16:creationId xmlns:a16="http://schemas.microsoft.com/office/drawing/2014/main" id="{C79413A7-0849-4890-9F41-59404E7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3510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76" name="dp41-comparison / n165">
            <a:extLst xmlns:a="http://schemas.openxmlformats.org/drawingml/2006/main">
              <a:ext uri="{FF2B5EF4-FFF2-40B4-BE49-F238E27FC236}">
                <a16:creationId xmlns:a16="http://schemas.microsoft.com/office/drawing/2014/main" id="{88C9F64D-4FE1-455F-AEF8-1E08A1B6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5210175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7" name="dp41-comparison / n166 / text 1">
            <a:extLst xmlns:a="http://schemas.openxmlformats.org/drawingml/2006/main">
              <a:ext uri="{FF2B5EF4-FFF2-40B4-BE49-F238E27FC236}">
                <a16:creationId xmlns:a16="http://schemas.microsoft.com/office/drawing/2014/main" id="{7480322D-3332-44FB-92D4-69A0FF2B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293995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78" name="dp41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864A5C51-BCF2-4E75-96AA-4098A80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275" y="4657725"/>
            <a:ext cx="953" cy="552450"/>
          </a:xfrm>
          <a:custGeom xmlns:a="http://schemas.openxmlformats.org/drawingml/2006/main">
            <a:pathLst>
              <a:path w="953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9" name="dp41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66865492-F2EA-466F-873D-596AD1F4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315" y="46577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80" name="dp41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F8C597D5-C8C1-42A7-970B-5D9A7856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405313"/>
            <a:ext cx="4486275" cy="728663"/>
          </a:xfrm>
          <a:custGeom xmlns:a="http://schemas.openxmlformats.org/drawingml/2006/main">
            <a:pathLst>
              <a:path w="4486275" h="728663">
                <a:moveTo>
                  <a:pt x="4763" y="652463"/>
                </a:moveTo>
                <a:lnTo>
                  <a:pt x="0" y="728663"/>
                </a:lnTo>
                <a:lnTo>
                  <a:pt x="4324350" y="728663"/>
                </a:lnTo>
                <a:lnTo>
                  <a:pt x="4324350" y="4763"/>
                </a:lnTo>
                <a:lnTo>
                  <a:pt x="448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1" name="dp41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6825693B-B0A7-4ACD-BDBB-0ECEE150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016" y="4347963"/>
            <a:ext cx="123659" cy="121867"/>
          </a:xfrm>
          <a:custGeom xmlns:a="http://schemas.openxmlformats.org/drawingml/2006/main">
            <a:pathLst>
              <a:path w="123659" h="121867">
                <a:moveTo>
                  <a:pt x="3584" y="121867"/>
                </a:moveTo>
                <a:lnTo>
                  <a:pt x="123659" y="573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2" name="dp41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726CE4BF-796F-4E42-BE01-A1A7955C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552950"/>
            <a:ext cx="457200" cy="485775"/>
          </a:xfrm>
          <a:custGeom xmlns:a="http://schemas.openxmlformats.org/drawingml/2006/main">
            <a:pathLst>
              <a:path w="457200" h="485775">
                <a:moveTo>
                  <a:pt x="457200" y="4763"/>
                </a:moveTo>
                <a:lnTo>
                  <a:pt x="371475" y="0"/>
                </a:lnTo>
                <a:lnTo>
                  <a:pt x="371475" y="466725"/>
                </a:ln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83" name="dp41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65D1416B-D045-428A-B8E2-489E9E3F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971601"/>
            <a:ext cx="124882" cy="121760"/>
          </a:xfrm>
          <a:custGeom xmlns:a="http://schemas.openxmlformats.org/drawingml/2006/main">
            <a:pathLst>
              <a:path w="124882" h="121760">
                <a:moveTo>
                  <a:pt x="118638" y="0"/>
                </a:moveTo>
                <a:lnTo>
                  <a:pt x="0" y="67124"/>
                </a:lnTo>
                <a:lnTo>
                  <a:pt x="124882" y="12176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4" name="dp41-comparison / n176">
            <a:extLst xmlns:a="http://schemas.openxmlformats.org/drawingml/2006/main">
              <a:ext uri="{FF2B5EF4-FFF2-40B4-BE49-F238E27FC236}">
                <a16:creationId xmlns:a16="http://schemas.microsoft.com/office/drawing/2014/main" id="{C1BA6167-8B75-465B-B90E-91F7147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5" name="dp41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8D718F88-DADC-49AC-BA22-5901DE9A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6" name="dp41-comparison / n178">
            <a:extLst xmlns:a="http://schemas.openxmlformats.org/drawingml/2006/main">
              <a:ext uri="{FF2B5EF4-FFF2-40B4-BE49-F238E27FC236}">
                <a16:creationId xmlns:a16="http://schemas.microsoft.com/office/drawing/2014/main" id="{62281E21-D0FA-43CC-AE61-1062D30A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7" name="dp41-comparison / n179 / text 1">
            <a:extLst xmlns:a="http://schemas.openxmlformats.org/drawingml/2006/main">
              <a:ext uri="{FF2B5EF4-FFF2-40B4-BE49-F238E27FC236}">
                <a16:creationId xmlns:a16="http://schemas.microsoft.com/office/drawing/2014/main" id="{C39B9506-747F-4392-9741-2179708C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88" name="dp41-comparison / n180">
            <a:extLst xmlns:a="http://schemas.openxmlformats.org/drawingml/2006/main">
              <a:ext uri="{FF2B5EF4-FFF2-40B4-BE49-F238E27FC236}">
                <a16:creationId xmlns:a16="http://schemas.microsoft.com/office/drawing/2014/main" id="{D4CF3EC2-8449-49FF-924D-709C773F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9" name="dp41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BF49BBE8-271E-4874-A349-792A3EB3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90" name="dp41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0CE90795-9AB8-4CC4-9872-45688B61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057775"/>
            <a:ext cx="2947988" cy="1466850"/>
          </a:xfrm>
          <a:custGeom xmlns:a="http://schemas.openxmlformats.org/drawingml/2006/main">
            <a:pathLst>
              <a:path w="2947988" h="1466850">
                <a:moveTo>
                  <a:pt x="2947988" y="0"/>
                </a:moveTo>
                <a:lnTo>
                  <a:pt x="2943225" y="1076325"/>
                </a:lnTo>
                <a:lnTo>
                  <a:pt x="0" y="1076325"/>
                </a:ln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1" name="dp41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9AD87B7D-4ACD-4990-B6F4-867ED8E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66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2" name="dp41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AC1A0205-59D4-409A-8364-266173A6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3" name="dp41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EE258609-AF4C-4CD6-99DF-EEA1FE51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4" name="dp41-comparison / n184 / path">
            <a:extLst xmlns:a="http://schemas.openxmlformats.org/drawingml/2006/main">
              <a:ext uri="{FF2B5EF4-FFF2-40B4-BE49-F238E27FC236}">
                <a16:creationId xmlns:a16="http://schemas.microsoft.com/office/drawing/2014/main" id="{D04C9FDF-B8F4-415D-B104-CA3EDD46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5" name="dp41-comparison / n184 / arrow">
            <a:extLst xmlns:a="http://schemas.openxmlformats.org/drawingml/2006/main">
              <a:ext uri="{FF2B5EF4-FFF2-40B4-BE49-F238E27FC236}">
                <a16:creationId xmlns:a16="http://schemas.microsoft.com/office/drawing/2014/main" id="{DE4EF924-92EF-4A54-83C8-002B734B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5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6" name="dp41-comparison / n131">
            <a:extLst xmlns:a="http://schemas.openxmlformats.org/drawingml/2006/main">
              <a:ext uri="{FF2B5EF4-FFF2-40B4-BE49-F238E27FC236}">
                <a16:creationId xmlns:a16="http://schemas.microsoft.com/office/drawing/2014/main" id="{1A681052-2CD6-43AD-95B9-6ADBFAD0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p41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DD8DA310-0B53-4F5F-8E14-DF6260E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98" name="dp41-comparison / n133">
            <a:extLst xmlns:a="http://schemas.openxmlformats.org/drawingml/2006/main">
              <a:ext uri="{FF2B5EF4-FFF2-40B4-BE49-F238E27FC236}">
                <a16:creationId xmlns:a16="http://schemas.microsoft.com/office/drawing/2014/main" id="{DB7F405A-F50E-4A6E-8D52-A7F2180C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p41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49DE43E4-D999-4B32-9922-24EE7CD7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200" name="dp41-comparison / n136">
            <a:extLst xmlns:a="http://schemas.openxmlformats.org/drawingml/2006/main">
              <a:ext uri="{FF2B5EF4-FFF2-40B4-BE49-F238E27FC236}">
                <a16:creationId xmlns:a16="http://schemas.microsoft.com/office/drawing/2014/main" id="{650F78A8-CD43-4531-B94A-F71D21FE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p41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F93751A4-5BBD-4A3F-9F27-3780628D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202" name="dp41-comparison / n149">
            <a:extLst xmlns:a="http://schemas.openxmlformats.org/drawingml/2006/main">
              <a:ext uri="{FF2B5EF4-FFF2-40B4-BE49-F238E27FC236}">
                <a16:creationId xmlns:a16="http://schemas.microsoft.com/office/drawing/2014/main" id="{7CA2EE15-4312-4EA4-84EB-57ED81D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76575"/>
            <a:ext cx="2387346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p41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AC4AF2DC-BAEE-4023-A520-4246369D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86100"/>
            <a:ext cx="4857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모델의 유한 요청 틀 생성</a:t>
            </a:r>
          </a:p>
        </p:txBody>
      </p:sp>
      <p:sp>
        <p:nvSpPr>
          <p:cNvPr id="204" name="dp41-comparison / n152">
            <a:extLst xmlns:a="http://schemas.openxmlformats.org/drawingml/2006/main">
              <a:ext uri="{FF2B5EF4-FFF2-40B4-BE49-F238E27FC236}">
                <a16:creationId xmlns:a16="http://schemas.microsoft.com/office/drawing/2014/main" id="{BEB18462-AB44-42F7-BA8A-963142F7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33825"/>
            <a:ext cx="424738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p41-comparison / n153 / text 1">
            <a:extLst xmlns:a="http://schemas.openxmlformats.org/drawingml/2006/main">
              <a:ext uri="{FF2B5EF4-FFF2-40B4-BE49-F238E27FC236}">
                <a16:creationId xmlns:a16="http://schemas.microsoft.com/office/drawing/2014/main" id="{C096013F-65C4-4DF4-9804-42D2F913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43350"/>
            <a:ext cx="5038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목표 / Referent 조건 / 관계 / 금지 / 미해결 항목</a:t>
            </a:r>
          </a:p>
        </p:txBody>
      </p:sp>
      <p:sp>
        <p:nvSpPr>
          <p:cNvPr id="206" name="dp41-comparison / n155">
            <a:extLst xmlns:a="http://schemas.openxmlformats.org/drawingml/2006/main">
              <a:ext uri="{FF2B5EF4-FFF2-40B4-BE49-F238E27FC236}">
                <a16:creationId xmlns:a16="http://schemas.microsoft.com/office/drawing/2014/main" id="{10F569FE-0BB7-412D-803B-2C814C87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162550"/>
            <a:ext cx="24353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p41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E30B978A-1318-467E-9249-EE886A59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5172075"/>
            <a:ext cx="2743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코드의 조회 일정과 관계 결합</a:t>
            </a:r>
          </a:p>
        </p:txBody>
      </p:sp>
      <p:sp>
        <p:nvSpPr>
          <p:cNvPr id="208" name="dp41-comparison / n160">
            <a:extLst xmlns:a="http://schemas.openxmlformats.org/drawingml/2006/main">
              <a:ext uri="{FF2B5EF4-FFF2-40B4-BE49-F238E27FC236}">
                <a16:creationId xmlns:a16="http://schemas.microsoft.com/office/drawing/2014/main" id="{2BC5F154-EAA2-4975-8C76-2FCA3B76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934075"/>
            <a:ext cx="383609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p41-comparison / n161 / text 1">
            <a:extLst xmlns:a="http://schemas.openxmlformats.org/drawingml/2006/main">
              <a:ext uri="{FF2B5EF4-FFF2-40B4-BE49-F238E27FC236}">
                <a16:creationId xmlns:a16="http://schemas.microsoft.com/office/drawing/2014/main" id="{25CEB21E-BD0D-4EEA-BA57-6E3DA59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5000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필요한 부분의 모델 재해석 / 틀 밖 관계의 보류</a:t>
            </a:r>
          </a:p>
        </p:txBody>
      </p:sp>
      <p:sp>
        <p:nvSpPr>
          <p:cNvPr id="210" name="dp41-comparison / n167">
            <a:extLst xmlns:a="http://schemas.openxmlformats.org/drawingml/2006/main">
              <a:ext uri="{FF2B5EF4-FFF2-40B4-BE49-F238E27FC236}">
                <a16:creationId xmlns:a16="http://schemas.microsoft.com/office/drawing/2014/main" id="{450CC873-46CE-432C-98CE-D121BFD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4695825"/>
            <a:ext cx="171297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p41-comparison / n168 / text 1">
            <a:extLst xmlns:a="http://schemas.openxmlformats.org/drawingml/2006/main">
              <a:ext uri="{FF2B5EF4-FFF2-40B4-BE49-F238E27FC236}">
                <a16:creationId xmlns:a16="http://schemas.microsoft.com/office/drawing/2014/main" id="{8C948A2B-82B5-43A5-B061-6037EB88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70535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화면과 과거 정보</a:t>
            </a:r>
          </a:p>
        </p:txBody>
      </p:sp>
      <p:sp>
        <p:nvSpPr>
          <p:cNvPr id="212" name="dp41-comparison / n168 / text 2">
            <a:extLst xmlns:a="http://schemas.openxmlformats.org/drawingml/2006/main">
              <a:ext uri="{FF2B5EF4-FFF2-40B4-BE49-F238E27FC236}">
                <a16:creationId xmlns:a16="http://schemas.microsoft.com/office/drawing/2014/main" id="{4B311891-DF2D-4BCA-890E-302CAF8D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88823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권한과 조회 범위</a:t>
            </a:r>
          </a:p>
        </p:txBody>
      </p:sp>
      <p:sp>
        <p:nvSpPr>
          <p:cNvPr id="213" name="dp41-comparison / n169">
            <a:extLst xmlns:a="http://schemas.openxmlformats.org/drawingml/2006/main">
              <a:ext uri="{FF2B5EF4-FFF2-40B4-BE49-F238E27FC236}">
                <a16:creationId xmlns:a16="http://schemas.microsoft.com/office/drawing/2014/main" id="{3C3581B6-8CE7-4586-8FA7-272F1BD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5676900"/>
            <a:ext cx="13685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1-comparison / n170 / text 1">
            <a:extLst xmlns:a="http://schemas.openxmlformats.org/drawingml/2006/main">
              <a:ext uri="{FF2B5EF4-FFF2-40B4-BE49-F238E27FC236}">
                <a16:creationId xmlns:a16="http://schemas.microsoft.com/office/drawing/2014/main" id="{F63C2E48-4327-43C9-8777-8A2376A7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686425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후보와 버전</a:t>
            </a:r>
          </a:p>
        </p:txBody>
      </p:sp>
      <p:sp>
        <p:nvSpPr>
          <p:cNvPr id="215" name="dp41-comparison / n174">
            <a:extLst xmlns:a="http://schemas.openxmlformats.org/drawingml/2006/main">
              <a:ext uri="{FF2B5EF4-FFF2-40B4-BE49-F238E27FC236}">
                <a16:creationId xmlns:a16="http://schemas.microsoft.com/office/drawing/2014/main" id="{9DE14028-A0CE-425E-870B-A6D1B44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876675"/>
            <a:ext cx="173736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1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2F489D9C-4090-49C6-8E14-C799C72F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886200"/>
            <a:ext cx="1952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허용 읽기 / 버전 반환</a:t>
            </a:r>
          </a:p>
        </p:txBody>
      </p:sp>
      <p:sp>
        <p:nvSpPr>
          <p:cNvPr id="217" name="dp41-comparison / n185">
            <a:extLst xmlns:a="http://schemas.openxmlformats.org/drawingml/2006/main">
              <a:ext uri="{FF2B5EF4-FFF2-40B4-BE49-F238E27FC236}">
                <a16:creationId xmlns:a16="http://schemas.microsoft.com/office/drawing/2014/main" id="{5780FDE8-12A1-48F0-AD0E-BD59DBA6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1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980BD2D3-6958-4443-B899-D511491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219" name="dp41-comparison / n187">
            <a:extLst xmlns:a="http://schemas.openxmlformats.org/drawingml/2006/main">
              <a:ext uri="{FF2B5EF4-FFF2-40B4-BE49-F238E27FC236}">
                <a16:creationId xmlns:a16="http://schemas.microsoft.com/office/drawing/2014/main" id="{3C04CC1C-C132-4DE7-B785-99A0B05B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1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996903B2-8F7A-4F90-9A12-2583C4C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221" name="dp41-comparison / n189">
            <a:extLst xmlns:a="http://schemas.openxmlformats.org/drawingml/2006/main">
              <a:ext uri="{FF2B5EF4-FFF2-40B4-BE49-F238E27FC236}">
                <a16:creationId xmlns:a16="http://schemas.microsoft.com/office/drawing/2014/main" id="{87DBCE7E-9C80-49AB-9B40-9ADD8CA4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1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D392245F-98AE-4A93-AD76-39A17783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223" name="dp41-comparison / n191">
            <a:extLst xmlns:a="http://schemas.openxmlformats.org/drawingml/2006/main">
              <a:ext uri="{FF2B5EF4-FFF2-40B4-BE49-F238E27FC236}">
                <a16:creationId xmlns:a16="http://schemas.microsoft.com/office/drawing/2014/main" id="{1DB63D8D-ADB3-4356-9B27-3BFDF764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1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D32E805B-16F3-49B4-88BA-EA09F709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</p:spTree>
    <p:extLst>
      <p:ext uri="{BB962C8B-B14F-4D97-AF65-F5344CB8AC3E}">
        <p14:creationId xmlns:p14="http://schemas.microsoft.com/office/powerpoint/2010/main" val="1890737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dp42-background / n1">
            <a:extLst xmlns:a="http://schemas.openxmlformats.org/drawingml/2006/main">
              <a:ext uri="{FF2B5EF4-FFF2-40B4-BE49-F238E27FC236}">
                <a16:creationId xmlns:a16="http://schemas.microsoft.com/office/drawing/2014/main" id="{5B0AC2BE-7376-43DC-B898-372C501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2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9AF0FE33-6082-44C5-B42C-97EE1CA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2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FC44F4AA-5A2D-4A48-AD37-5339E1FF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04-42</a:t>
            </a:r>
          </a:p>
        </p:txBody>
      </p:sp>
      <p:sp>
        <p:nvSpPr>
          <p:cNvPr id="4" name="dp42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C6B93838-0A41-40AF-B483-EDB2B36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04-42. 변경 용이성을 위한 VIA Conversation과 Task 관리 설계</a:t>
            </a:r>
          </a:p>
        </p:txBody>
      </p:sp>
      <p:sp>
        <p:nvSpPr>
          <p:cNvPr id="5" name="dp42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A13CC3F9-9924-4A82-AFCC-13D6CE25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2-background / n6">
            <a:extLst xmlns:a="http://schemas.openxmlformats.org/drawingml/2006/main">
              <a:ext uri="{FF2B5EF4-FFF2-40B4-BE49-F238E27FC236}">
                <a16:creationId xmlns:a16="http://schemas.microsoft.com/office/drawing/2014/main" id="{C4F7B30A-6CC9-4B8F-A033-365B9CA4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2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7FBD9250-9AB9-4B51-8772-C605BE2E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완료와 Task 완료의 혼동 위험</a:t>
            </a:r>
          </a:p>
        </p:txBody>
      </p:sp>
      <p:sp>
        <p:nvSpPr>
          <p:cNvPr id="8" name="dp42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7F0D16E3-B00C-49E3-97D3-BF25C752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2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9121972D-D806-442A-B739-54747A8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2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E964EEE9-B06D-4E91-8CA1-0EF9E421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2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E57E12A6-84B1-4C92-B5C6-28DB8FC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2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64B3A99A-967D-4B24-8DA4-D9C02CC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Conversation과 Task 상태의 관리 책임 및 실행 경계 설계</a:t>
            </a:r>
          </a:p>
        </p:txBody>
      </p:sp>
      <p:sp>
        <p:nvSpPr>
          <p:cNvPr id="13" name="dp42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5DECD741-E578-431F-87DB-EC07C78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77350"/>
            <a:ext cx="15392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Delegation / Downstream Agent에 작업 전달     Agent Execution / 개별 작업 실행</a:t>
            </a:r>
          </a:p>
        </p:txBody>
      </p:sp>
      <p:sp>
        <p:nvSpPr>
          <p:cNvPr id="14" name="dp42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67045F7C-48A9-4950-BABC-83B5809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변경 용이성 / 복구성</a:t>
            </a:r>
          </a:p>
        </p:txBody>
      </p:sp>
      <p:sp>
        <p:nvSpPr>
          <p:cNvPr id="15" name="dp42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5AFEE1C3-E071-46FD-B14B-D77E545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6" name="dp42-background / n16">
            <a:extLst xmlns:a="http://schemas.openxmlformats.org/drawingml/2006/main">
              <a:ext uri="{FF2B5EF4-FFF2-40B4-BE49-F238E27FC236}">
                <a16:creationId xmlns:a16="http://schemas.microsoft.com/office/drawing/2014/main" id="{EB5DAD7E-1860-42FE-A83F-843184F6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2-background / n17">
            <a:extLst xmlns:a="http://schemas.openxmlformats.org/drawingml/2006/main">
              <a:ext uri="{FF2B5EF4-FFF2-40B4-BE49-F238E27FC236}">
                <a16:creationId xmlns:a16="http://schemas.microsoft.com/office/drawing/2014/main" id="{881D34D7-AC7D-4E98-AAF0-5D6A28B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p42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83C5CEAD-5265-4B8C-A65D-061AC7CA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7239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Conversation / 입력과 Response 기록</a:t>
            </a:r>
          </a:p>
        </p:txBody>
      </p:sp>
      <p:sp>
        <p:nvSpPr>
          <p:cNvPr id="19" name="dp42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68F04FC2-409F-4600-96EF-B315BC69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7622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User Turn / 한 번의 발화</a:t>
            </a:r>
          </a:p>
        </p:txBody>
      </p:sp>
      <p:sp>
        <p:nvSpPr>
          <p:cNvPr id="20" name="dp42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97891374-13B2-462C-ADBA-A5F2A7BF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처음 발화</a:t>
            </a:r>
          </a:p>
        </p:txBody>
      </p:sp>
      <p:sp>
        <p:nvSpPr>
          <p:cNvPr id="21" name="dp42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56BBD748-3B81-485D-97BB-33D4813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“이번 달 매출보고서</a:t>
            </a:r>
          </a:p>
        </p:txBody>
      </p:sp>
      <p:sp>
        <p:nvSpPr>
          <p:cNvPr id="22" name="dp42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1B76F875-AEF8-418A-BE1E-CBB1C9C3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만들어주고, 내일 회의 안내</a:t>
            </a:r>
          </a:p>
        </p:txBody>
      </p:sp>
      <p:sp>
        <p:nvSpPr>
          <p:cNvPr id="23" name="dp42-background / n21 / text 3">
            <a:extLst xmlns:a="http://schemas.openxmlformats.org/drawingml/2006/main">
              <a:ext uri="{FF2B5EF4-FFF2-40B4-BE49-F238E27FC236}">
                <a16:creationId xmlns:a16="http://schemas.microsoft.com/office/drawing/2014/main" id="{B167A05F-5D7F-4765-9209-C4FC793C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초안도 만들어줘.”</a:t>
            </a:r>
          </a:p>
        </p:txBody>
      </p:sp>
      <p:sp>
        <p:nvSpPr>
          <p:cNvPr id="24" name="dp42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0822CDDD-FE6E-4BC3-94F5-CC31865A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2개</a:t>
            </a:r>
          </a:p>
        </p:txBody>
      </p:sp>
      <p:sp>
        <p:nvSpPr>
          <p:cNvPr id="25" name="dp42-background / n23 / text 1">
            <a:extLst xmlns:a="http://schemas.openxmlformats.org/drawingml/2006/main">
              <a:ext uri="{FF2B5EF4-FFF2-40B4-BE49-F238E27FC236}">
                <a16:creationId xmlns:a16="http://schemas.microsoft.com/office/drawing/2014/main" id="{743E18B0-5809-43F0-956E-E5B4192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잠시 뒤 / 진행 확인</a:t>
            </a:r>
          </a:p>
        </p:txBody>
      </p:sp>
      <p:sp>
        <p:nvSpPr>
          <p:cNvPr id="26" name="dp42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0F8D6151-69CF-4353-97B7-476A253F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어디까지</a:t>
            </a:r>
          </a:p>
        </p:txBody>
      </p:sp>
      <p:sp>
        <p:nvSpPr>
          <p:cNvPr id="27" name="dp42-background / n24 / text 2">
            <a:extLst xmlns:a="http://schemas.openxmlformats.org/drawingml/2006/main">
              <a:ext uri="{FF2B5EF4-FFF2-40B4-BE49-F238E27FC236}">
                <a16:creationId xmlns:a16="http://schemas.microsoft.com/office/drawing/2014/main" id="{D38E396E-D332-43DA-A57F-E371119D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됐어?”</a:t>
            </a:r>
          </a:p>
        </p:txBody>
      </p:sp>
      <p:sp>
        <p:nvSpPr>
          <p:cNvPr id="28" name="dp42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7AB310A0-B8A7-488C-8C16-49D4BACC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1개</a:t>
            </a:r>
          </a:p>
        </p:txBody>
      </p:sp>
      <p:sp>
        <p:nvSpPr>
          <p:cNvPr id="29" name="dp42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1D60E3A2-2E11-485C-8985-53276509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완료 후 / 수정</a:t>
            </a:r>
          </a:p>
        </p:txBody>
      </p:sp>
      <p:sp>
        <p:nvSpPr>
          <p:cNvPr id="30" name="dp42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906DC43D-2CC9-405E-9793-F0D1A188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“결론 부분만 짧게</a:t>
            </a:r>
          </a:p>
        </p:txBody>
      </p:sp>
      <p:sp>
        <p:nvSpPr>
          <p:cNvPr id="31" name="dp42-background / n27 / text 2">
            <a:extLst xmlns:a="http://schemas.openxmlformats.org/drawingml/2006/main">
              <a:ext uri="{FF2B5EF4-FFF2-40B4-BE49-F238E27FC236}">
                <a16:creationId xmlns:a16="http://schemas.microsoft.com/office/drawing/2014/main" id="{1541FB4A-C4F3-48E1-B89F-ABF1D153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바꿔줘.”</a:t>
            </a:r>
          </a:p>
        </p:txBody>
      </p:sp>
      <p:sp>
        <p:nvSpPr>
          <p:cNvPr id="32" name="dp42-background / n28 / text 1">
            <a:extLst xmlns:a="http://schemas.openxmlformats.org/drawingml/2006/main">
              <a:ext uri="{FF2B5EF4-FFF2-40B4-BE49-F238E27FC236}">
                <a16:creationId xmlns:a16="http://schemas.microsoft.com/office/drawing/2014/main" id="{C6F5EB90-EF2A-4B43-AB15-E4702AAC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1개</a:t>
            </a:r>
          </a:p>
        </p:txBody>
      </p:sp>
      <p:sp>
        <p:nvSpPr>
          <p:cNvPr id="33" name="dp42-background / n29 / path">
            <a:extLst xmlns:a="http://schemas.openxmlformats.org/drawingml/2006/main">
              <a:ext uri="{FF2B5EF4-FFF2-40B4-BE49-F238E27FC236}">
                <a16:creationId xmlns:a16="http://schemas.microsoft.com/office/drawing/2014/main" id="{1F546D5B-2B02-4FEE-93B2-2701737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09925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4" name="dp42-background / n29 / arrow">
            <a:extLst xmlns:a="http://schemas.openxmlformats.org/drawingml/2006/main">
              <a:ext uri="{FF2B5EF4-FFF2-40B4-BE49-F238E27FC236}">
                <a16:creationId xmlns:a16="http://schemas.microsoft.com/office/drawing/2014/main" id="{08B349B4-B3AF-4E20-9938-93DF1802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1489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35" name="dp42-background / n30 / path">
            <a:extLst xmlns:a="http://schemas.openxmlformats.org/drawingml/2006/main">
              <a:ext uri="{FF2B5EF4-FFF2-40B4-BE49-F238E27FC236}">
                <a16:creationId xmlns:a16="http://schemas.microsoft.com/office/drawing/2014/main" id="{7C644948-1103-4A99-BB7E-2D0748AC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6" name="dp42-background / n30 / arrow">
            <a:extLst xmlns:a="http://schemas.openxmlformats.org/drawingml/2006/main">
              <a:ext uri="{FF2B5EF4-FFF2-40B4-BE49-F238E27FC236}">
                <a16:creationId xmlns:a16="http://schemas.microsoft.com/office/drawing/2014/main" id="{6E7A066F-1B33-4BCD-81B7-891CB0F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1489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37" name="dp42-background / n31">
            <a:extLst xmlns:a="http://schemas.openxmlformats.org/drawingml/2006/main">
              <a:ext uri="{FF2B5EF4-FFF2-40B4-BE49-F238E27FC236}">
                <a16:creationId xmlns:a16="http://schemas.microsoft.com/office/drawing/2014/main" id="{25FF0F9E-23E8-4DBF-8C31-3E40562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p42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F526E7D3-D7F5-4EC3-A1DD-552725B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1238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작성</a:t>
            </a:r>
          </a:p>
        </p:txBody>
      </p:sp>
      <p:sp>
        <p:nvSpPr>
          <p:cNvPr id="39" name="dp42-background / n33">
            <a:extLst xmlns:a="http://schemas.openxmlformats.org/drawingml/2006/main">
              <a:ext uri="{FF2B5EF4-FFF2-40B4-BE49-F238E27FC236}">
                <a16:creationId xmlns:a16="http://schemas.microsoft.com/office/drawing/2014/main" id="{106FC803-AB89-49B0-B0DF-1F9B147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p42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51C2FDA7-B546-4A49-80ED-3B7117F8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00575"/>
            <a:ext cx="12192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</a:t>
            </a:r>
          </a:p>
        </p:txBody>
      </p:sp>
      <p:sp>
        <p:nvSpPr>
          <p:cNvPr id="41" name="dp42-background / n35">
            <a:extLst xmlns:a="http://schemas.openxmlformats.org/drawingml/2006/main">
              <a:ext uri="{FF2B5EF4-FFF2-40B4-BE49-F238E27FC236}">
                <a16:creationId xmlns:a16="http://schemas.microsoft.com/office/drawing/2014/main" id="{A05F2459-34C2-484F-9876-B6807FB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434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p42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DB414A5E-F7DF-43F2-85E8-D56A557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00575"/>
            <a:ext cx="2762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진행 확인</a:t>
            </a:r>
          </a:p>
        </p:txBody>
      </p:sp>
      <p:sp>
        <p:nvSpPr>
          <p:cNvPr id="43" name="dp42-background / n37">
            <a:extLst xmlns:a="http://schemas.openxmlformats.org/drawingml/2006/main">
              <a:ext uri="{FF2B5EF4-FFF2-40B4-BE49-F238E27FC236}">
                <a16:creationId xmlns:a16="http://schemas.microsoft.com/office/drawing/2014/main" id="{C8A767D0-5EE2-4318-87C7-50C74F0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434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p42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7E46444F-0461-4C71-9BED-59B0729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00575"/>
            <a:ext cx="2762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결론 수정</a:t>
            </a:r>
          </a:p>
        </p:txBody>
      </p:sp>
      <p:sp>
        <p:nvSpPr>
          <p:cNvPr id="45" name="dp42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6CB282D6-F170-41A9-81E1-82C64B5D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Downstream Agent 접수 확인 후</a:t>
            </a:r>
          </a:p>
        </p:txBody>
      </p:sp>
      <p:sp>
        <p:nvSpPr>
          <p:cNvPr id="46" name="dp42-background / n39 / text 2">
            <a:extLst xmlns:a="http://schemas.openxmlformats.org/drawingml/2006/main">
              <a:ext uri="{FF2B5EF4-FFF2-40B4-BE49-F238E27FC236}">
                <a16:creationId xmlns:a16="http://schemas.microsoft.com/office/drawing/2014/main" id="{8B38FD2E-9CF0-4963-BA34-C43F39B6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47" name="dp42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1EA622A9-ABB8-4C0C-A910-7D09EA2A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상태 답변 후</a:t>
            </a:r>
          </a:p>
        </p:txBody>
      </p:sp>
      <p:sp>
        <p:nvSpPr>
          <p:cNvPr id="48" name="dp42-background / n40 / text 2">
            <a:extLst xmlns:a="http://schemas.openxmlformats.org/drawingml/2006/main">
              <a:ext uri="{FF2B5EF4-FFF2-40B4-BE49-F238E27FC236}">
                <a16:creationId xmlns:a16="http://schemas.microsoft.com/office/drawing/2014/main" id="{7A46D826-38C8-4ECE-8834-D60ADC61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49" name="dp42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08F2A02A-76E7-45B4-9CF4-93E8190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Downstream Agent 수정 접수 후</a:t>
            </a:r>
          </a:p>
        </p:txBody>
      </p:sp>
      <p:sp>
        <p:nvSpPr>
          <p:cNvPr id="50" name="dp42-background / n41 / text 2">
            <a:extLst xmlns:a="http://schemas.openxmlformats.org/drawingml/2006/main">
              <a:ext uri="{FF2B5EF4-FFF2-40B4-BE49-F238E27FC236}">
                <a16:creationId xmlns:a16="http://schemas.microsoft.com/office/drawing/2014/main" id="{3C7CB342-E099-4B11-A5DF-54EADD1A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51" name="dp42-background / n42">
            <a:extLst xmlns:a="http://schemas.openxmlformats.org/drawingml/2006/main">
              <a:ext uri="{FF2B5EF4-FFF2-40B4-BE49-F238E27FC236}">
                <a16:creationId xmlns:a16="http://schemas.microsoft.com/office/drawing/2014/main" id="{85B7EC9D-830B-48A6-BD9D-9D7B6213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52" name="dp42-background / n43">
            <a:extLst xmlns:a="http://schemas.openxmlformats.org/drawingml/2006/main">
              <a:ext uri="{FF2B5EF4-FFF2-40B4-BE49-F238E27FC236}">
                <a16:creationId xmlns:a16="http://schemas.microsoft.com/office/drawing/2014/main" id="{150F8551-1096-43BC-BBF9-38E202CA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95975"/>
            <a:ext cx="32575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p42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80509A27-FC33-48E8-B028-F634D67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9052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보고서 Task</a:t>
            </a:r>
          </a:p>
        </p:txBody>
      </p:sp>
      <p:sp>
        <p:nvSpPr>
          <p:cNvPr id="54" name="dp42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2260E5AE-4473-4F41-A596-6F92397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00700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/ 목표, 상태와 결과의 추적</a:t>
            </a:r>
          </a:p>
        </p:txBody>
      </p:sp>
      <p:sp>
        <p:nvSpPr>
          <p:cNvPr id="55" name="dp42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EFC04705-0DAA-4061-88C3-003AD3AC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생성 후 Delegation</a:t>
            </a:r>
          </a:p>
        </p:txBody>
      </p:sp>
      <p:sp>
        <p:nvSpPr>
          <p:cNvPr id="56" name="dp42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0A05DF17-3042-4F42-A456-5633D4F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Execution 1</a:t>
            </a:r>
          </a:p>
        </p:txBody>
      </p:sp>
      <p:sp>
        <p:nvSpPr>
          <p:cNvPr id="57" name="dp42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4ABDFBAC-5031-407E-BB63-EB698502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작성 시작</a:t>
            </a:r>
          </a:p>
        </p:txBody>
      </p:sp>
      <p:sp>
        <p:nvSpPr>
          <p:cNvPr id="58" name="dp42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AD5B099B-A0A1-4C83-8C45-9AE84950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3885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Task와 실행 계속</a:t>
            </a:r>
          </a:p>
        </p:txBody>
      </p:sp>
      <p:sp>
        <p:nvSpPr>
          <p:cNvPr id="59" name="dp42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DA1F8B96-7474-4453-95AA-3BF16F8F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865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상태 조회 / 새 실행 없음</a:t>
            </a:r>
          </a:p>
        </p:txBody>
      </p:sp>
      <p:sp>
        <p:nvSpPr>
          <p:cNvPr id="60" name="dp42-background / n51 / text 1">
            <a:extLst xmlns:a="http://schemas.openxmlformats.org/drawingml/2006/main">
              <a:ext uri="{FF2B5EF4-FFF2-40B4-BE49-F238E27FC236}">
                <a16:creationId xmlns:a16="http://schemas.microsoft.com/office/drawing/2014/main" id="{CA4F1138-DC24-4526-BFBC-031C0BD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721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작성 종료 후 수정 Delegation</a:t>
            </a:r>
          </a:p>
        </p:txBody>
      </p:sp>
      <p:sp>
        <p:nvSpPr>
          <p:cNvPr id="61" name="dp42-background / n52 / text 1">
            <a:extLst xmlns:a="http://schemas.openxmlformats.org/drawingml/2006/main">
              <a:ext uri="{FF2B5EF4-FFF2-40B4-BE49-F238E27FC236}">
                <a16:creationId xmlns:a16="http://schemas.microsoft.com/office/drawing/2014/main" id="{597837BD-1461-41C3-8DE2-0F5D01A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32460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Agent Execution 2 시작</a:t>
            </a:r>
          </a:p>
        </p:txBody>
      </p:sp>
      <p:sp>
        <p:nvSpPr>
          <p:cNvPr id="62" name="dp42-background / n53 / text 1">
            <a:extLst xmlns:a="http://schemas.openxmlformats.org/drawingml/2006/main">
              <a:ext uri="{FF2B5EF4-FFF2-40B4-BE49-F238E27FC236}">
                <a16:creationId xmlns:a16="http://schemas.microsoft.com/office/drawing/2014/main" id="{976647A7-A063-4DDE-A6F6-E8AA1397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484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같은 Task의 결론 수정</a:t>
            </a:r>
          </a:p>
        </p:txBody>
      </p:sp>
      <p:sp>
        <p:nvSpPr>
          <p:cNvPr id="63" name="dp42-background / n54">
            <a:extLst xmlns:a="http://schemas.openxmlformats.org/drawingml/2006/main">
              <a:ext uri="{FF2B5EF4-FFF2-40B4-BE49-F238E27FC236}">
                <a16:creationId xmlns:a16="http://schemas.microsoft.com/office/drawing/2014/main" id="{2810EF63-9445-45A3-92F2-60520A1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572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64" name="dp42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B25D2406-9E98-4A79-90A4-7FACAA1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101727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65" name="dp42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993644E4-919B-41D6-A6E8-086361E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Delegation / 초안 작성 시작</a:t>
            </a:r>
          </a:p>
        </p:txBody>
      </p:sp>
      <p:sp>
        <p:nvSpPr>
          <p:cNvPr id="66" name="dp42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14685032-6445-4827-83E9-4878AB8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67" name="dp42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537BE1FF-9164-4EC2-9BC4-F9E6D0B7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962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초안 완료 / 결과 보관</a:t>
            </a:r>
          </a:p>
        </p:txBody>
      </p:sp>
      <p:sp>
        <p:nvSpPr>
          <p:cNvPr id="68" name="dp42-background / n59 / text 1">
            <a:extLst xmlns:a="http://schemas.openxmlformats.org/drawingml/2006/main">
              <a:ext uri="{FF2B5EF4-FFF2-40B4-BE49-F238E27FC236}">
                <a16:creationId xmlns:a16="http://schemas.microsoft.com/office/drawing/2014/main" id="{447A0E29-8878-413D-9F66-BC396898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962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완료 상태와 결과 유지</a:t>
            </a:r>
          </a:p>
        </p:txBody>
      </p:sp>
      <p:sp>
        <p:nvSpPr>
          <p:cNvPr id="69" name="dp42-background / n60 / path">
            <a:extLst xmlns:a="http://schemas.openxmlformats.org/drawingml/2006/main">
              <a:ext uri="{FF2B5EF4-FFF2-40B4-BE49-F238E27FC236}">
                <a16:creationId xmlns:a16="http://schemas.microsoft.com/office/drawing/2014/main" id="{31FC70B3-6CD0-4918-8C55-A12A715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953" cy="2057400"/>
          </a:xfrm>
          <a:custGeom xmlns:a="http://schemas.openxmlformats.org/drawingml/2006/main">
            <a:pathLst>
              <a:path w="953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0" name="dp42-background / n61 / path">
            <a:extLst xmlns:a="http://schemas.openxmlformats.org/drawingml/2006/main">
              <a:ext uri="{FF2B5EF4-FFF2-40B4-BE49-F238E27FC236}">
                <a16:creationId xmlns:a16="http://schemas.microsoft.com/office/drawing/2014/main" id="{C60AFA45-5E66-4E49-BA0F-5F858ADD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34075"/>
            <a:ext cx="953" cy="847725"/>
          </a:xfrm>
          <a:custGeom xmlns:a="http://schemas.openxmlformats.org/drawingml/2006/main">
            <a:pathLst>
              <a:path w="953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1" name="dp42-background / n62 / path">
            <a:extLst xmlns:a="http://schemas.openxmlformats.org/drawingml/2006/main">
              <a:ext uri="{FF2B5EF4-FFF2-40B4-BE49-F238E27FC236}">
                <a16:creationId xmlns:a16="http://schemas.microsoft.com/office/drawing/2014/main" id="{97D7D91E-2A7D-4889-ABE7-CC28CC98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524750"/>
            <a:ext cx="953" cy="571500"/>
          </a:xfrm>
          <a:custGeom xmlns:a="http://schemas.openxmlformats.org/drawingml/2006/main"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2" name="dp42-background / n63 / path">
            <a:extLst xmlns:a="http://schemas.openxmlformats.org/drawingml/2006/main">
              <a:ext uri="{FF2B5EF4-FFF2-40B4-BE49-F238E27FC236}">
                <a16:creationId xmlns:a16="http://schemas.microsoft.com/office/drawing/2014/main" id="{FBA2B682-3193-4ADA-8CA8-ABDA9ED5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76575"/>
            <a:ext cx="953" cy="2057400"/>
          </a:xfrm>
          <a:custGeom xmlns:a="http://schemas.openxmlformats.org/drawingml/2006/main">
            <a:pathLst>
              <a:path w="953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3" name="dp42-background / n64 / path">
            <a:extLst xmlns:a="http://schemas.openxmlformats.org/drawingml/2006/main">
              <a:ext uri="{FF2B5EF4-FFF2-40B4-BE49-F238E27FC236}">
                <a16:creationId xmlns:a16="http://schemas.microsoft.com/office/drawing/2014/main" id="{9D4F470C-BD67-4522-BDA2-EEC47AB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34075"/>
            <a:ext cx="953" cy="847725"/>
          </a:xfrm>
          <a:custGeom xmlns:a="http://schemas.openxmlformats.org/drawingml/2006/main">
            <a:pathLst>
              <a:path w="953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4" name="dp42-background / n65 / path">
            <a:extLst xmlns:a="http://schemas.openxmlformats.org/drawingml/2006/main">
              <a:ext uri="{FF2B5EF4-FFF2-40B4-BE49-F238E27FC236}">
                <a16:creationId xmlns:a16="http://schemas.microsoft.com/office/drawing/2014/main" id="{F6F87A6D-C966-4C2A-B577-FCCC6D5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524750"/>
            <a:ext cx="953" cy="571500"/>
          </a:xfrm>
          <a:custGeom xmlns:a="http://schemas.openxmlformats.org/drawingml/2006/main"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5" name="dp42-background / n66 / text 1">
            <a:extLst xmlns:a="http://schemas.openxmlformats.org/drawingml/2006/main">
              <a:ext uri="{FF2B5EF4-FFF2-40B4-BE49-F238E27FC236}">
                <a16:creationId xmlns:a16="http://schemas.microsoft.com/office/drawing/2014/main" id="{F4E2D1CA-A84D-491C-80EE-CD77F59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서로 다른 완료 시점</a:t>
            </a:r>
          </a:p>
        </p:txBody>
      </p:sp>
      <p:sp>
        <p:nvSpPr>
          <p:cNvPr id="76" name="dp42-background / n67 / text 1">
            <a:extLst xmlns:a="http://schemas.openxmlformats.org/drawingml/2006/main">
              <a:ext uri="{FF2B5EF4-FFF2-40B4-BE49-F238E27FC236}">
                <a16:creationId xmlns:a16="http://schemas.microsoft.com/office/drawing/2014/main" id="{58FABE28-ED53-4D8C-B612-B126D75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접수와 답변 완료, Task 목표 완료의 구분</a:t>
            </a:r>
          </a:p>
        </p:txBody>
      </p:sp>
      <p:sp>
        <p:nvSpPr>
          <p:cNvPr id="77" name="dp42-background / n68 / text 1">
            <a:extLst xmlns:a="http://schemas.openxmlformats.org/drawingml/2006/main">
              <a:ext uri="{FF2B5EF4-FFF2-40B4-BE49-F238E27FC236}">
                <a16:creationId xmlns:a16="http://schemas.microsoft.com/office/drawing/2014/main" id="{2527BD17-4B59-4906-AEB0-646E8C90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후속 Request와 실행 연결</a:t>
            </a:r>
          </a:p>
        </p:txBody>
      </p:sp>
      <p:sp>
        <p:nvSpPr>
          <p:cNvPr id="78" name="dp42-background / n69 / text 1">
            <a:extLst xmlns:a="http://schemas.openxmlformats.org/drawingml/2006/main">
              <a:ext uri="{FF2B5EF4-FFF2-40B4-BE49-F238E27FC236}">
                <a16:creationId xmlns:a16="http://schemas.microsoft.com/office/drawing/2014/main" id="{DEE133E7-8679-476F-A740-482297C1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같은 Task의 상태 조회와 새 수정 실행 연결</a:t>
            </a:r>
          </a:p>
        </p:txBody>
      </p:sp>
      <p:sp>
        <p:nvSpPr>
          <p:cNvPr id="79" name="dp42-background / n70 / text 1">
            <a:extLst xmlns:a="http://schemas.openxmlformats.org/drawingml/2006/main">
              <a:ext uri="{FF2B5EF4-FFF2-40B4-BE49-F238E27FC236}">
                <a16:creationId xmlns:a16="http://schemas.microsoft.com/office/drawing/2014/main" id="{AA913CE3-464E-4B5C-9B68-0558F3E1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관리 책임과 복구 범위</a:t>
            </a:r>
          </a:p>
        </p:txBody>
      </p:sp>
      <p:sp>
        <p:nvSpPr>
          <p:cNvPr id="80" name="dp42-background / n71 / text 1">
            <a:extLst xmlns:a="http://schemas.openxmlformats.org/drawingml/2006/main">
              <a:ext uri="{FF2B5EF4-FFF2-40B4-BE49-F238E27FC236}">
                <a16:creationId xmlns:a16="http://schemas.microsoft.com/office/drawing/2014/main" id="{409E9F79-803A-4518-AECC-CAD7153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기록과 상태의 관리 경계 및 중단 후 복구</a:t>
            </a:r>
          </a:p>
        </p:txBody>
      </p:sp>
    </p:spTree>
    <p:extLst>
      <p:ext uri="{BB962C8B-B14F-4D97-AF65-F5344CB8AC3E}">
        <p14:creationId xmlns:p14="http://schemas.microsoft.com/office/powerpoint/2010/main" val="1405310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dp42-comparison / n1">
            <a:extLst xmlns:a="http://schemas.openxmlformats.org/drawingml/2006/main">
              <a:ext uri="{FF2B5EF4-FFF2-40B4-BE49-F238E27FC236}">
                <a16:creationId xmlns:a16="http://schemas.microsoft.com/office/drawing/2014/main" id="{0EA8F296-96EB-4435-B8C5-4D369E81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2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95A90374-6CB8-4B31-B8C6-D80829BC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2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69A1D21E-194C-4157-8D46-494C52E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2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06AB76A6-E021-4420-8AD5-6FA4E06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04-42. 변경 용이성을 위한 VIA Conversation과 Task 관리 설계</a:t>
            </a:r>
          </a:p>
        </p:txBody>
      </p:sp>
      <p:sp>
        <p:nvSpPr>
          <p:cNvPr id="5" name="dp42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72164A4A-9CDD-4C49-B7A5-275513A8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2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655494ED-4CFE-45D8-86B9-17F9731A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보고서와 메일 Request 접수 → Task 추적 → 같은 보고서 Task의 후속 수정</a:t>
            </a:r>
          </a:p>
        </p:txBody>
      </p:sp>
      <p:sp>
        <p:nvSpPr>
          <p:cNvPr id="7" name="dp42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DC00A45D-7256-4AB8-9423-EA5EC09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2-comparison / n8">
            <a:extLst xmlns:a="http://schemas.openxmlformats.org/drawingml/2006/main">
              <a:ext uri="{FF2B5EF4-FFF2-40B4-BE49-F238E27FC236}">
                <a16:creationId xmlns:a16="http://schemas.microsoft.com/office/drawing/2014/main" id="{8AF56213-60E0-4A4E-B238-2712683A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2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FD623406-6294-4C7E-85B8-74340C5A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2-comparison / n10">
            <a:extLst xmlns:a="http://schemas.openxmlformats.org/drawingml/2006/main">
              <a:ext uri="{FF2B5EF4-FFF2-40B4-BE49-F238E27FC236}">
                <a16:creationId xmlns:a16="http://schemas.microsoft.com/office/drawing/2014/main" id="{9398B450-1CC2-4A10-928F-98A1B2D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2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152B213E-52F4-497F-A046-931972B1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2-comparison / n12">
            <a:extLst xmlns:a="http://schemas.openxmlformats.org/drawingml/2006/main">
              <a:ext uri="{FF2B5EF4-FFF2-40B4-BE49-F238E27FC236}">
                <a16:creationId xmlns:a16="http://schemas.microsoft.com/office/drawing/2014/main" id="{DFECCBDF-64A3-4A73-ACE0-290EBB7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2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798A5679-BFB4-4768-8F6F-80F8A44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2-comparison / n14">
            <a:extLst xmlns:a="http://schemas.openxmlformats.org/drawingml/2006/main">
              <a:ext uri="{FF2B5EF4-FFF2-40B4-BE49-F238E27FC236}">
                <a16:creationId xmlns:a16="http://schemas.microsoft.com/office/drawing/2014/main" id="{C02EBB64-F97D-4A9F-9262-6AC3574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2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42DDE0E8-9466-4AA4-8BF7-FB69444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2-comparison / n16">
            <a:extLst xmlns:a="http://schemas.openxmlformats.org/drawingml/2006/main">
              <a:ext uri="{FF2B5EF4-FFF2-40B4-BE49-F238E27FC236}">
                <a16:creationId xmlns:a16="http://schemas.microsoft.com/office/drawing/2014/main" id="{D3D71BDD-8919-409E-B0C1-FE912FBE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2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330EA140-A877-4F71-ACFB-823667C2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2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6299BD06-1531-4A84-916E-06BE864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2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71D9F459-9CA2-404F-9725-520727C3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2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10E890BD-4A2A-4389-9667-178273FE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2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C75B6446-B0A2-43D2-B929-AF9F0A3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모듈형 통합 VIA Core</a:t>
            </a:r>
          </a:p>
        </p:txBody>
      </p:sp>
      <p:sp>
        <p:nvSpPr>
          <p:cNvPr id="22" name="dp42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B789ECE5-83A6-41BF-8651-D53E44C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관련 상태의 공동 확정으로 평균 VIA 처리시간 3.2 s (요청 완료 신속성 ↑)</a:t>
            </a:r>
          </a:p>
        </p:txBody>
      </p:sp>
      <p:sp>
        <p:nvSpPr>
          <p:cNvPr id="23" name="dp42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CA980BB4-21C9-478F-ABB7-237AAC6B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추가 서비스 heap 축소로 전체 메모리 13.2 GB (메모리 효율성 ↑)</a:t>
            </a:r>
          </a:p>
        </p:txBody>
      </p:sp>
      <p:sp>
        <p:nvSpPr>
          <p:cNvPr id="24" name="dp42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379EF01A-B0D9-42FC-A58E-09D37351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공동 저장과 복구 경로의 변경 전파, 평균 4.0개 (변경 용이성 ↓)</a:t>
            </a:r>
          </a:p>
        </p:txBody>
      </p:sp>
      <p:sp>
        <p:nvSpPr>
          <p:cNvPr id="25" name="dp42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7FE0ED92-505A-41A0-9C35-BAFDC260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26" name="dp42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205EF013-B2E7-487B-B47D-46F593D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2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8A24AE0E-649B-41F3-AB4D-FD4CEB1C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3.2 s</a:t>
            </a:r>
          </a:p>
        </p:txBody>
      </p:sp>
      <p:sp>
        <p:nvSpPr>
          <p:cNvPr id="28" name="dp42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E2683C13-26AD-4B7F-B01D-DE0F2C03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29" name="dp42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5D0EDA3D-1301-43F7-9FE9-5848C88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0" name="dp42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2A659EDE-2370-4BD7-BC32-BF67FA4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2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F787B5D3-1CB4-4CCF-8393-95ABFB00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2" name="dp42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13B0CE13-C8CE-4D76-ACFD-83F9CE16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3" name="dp42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F05CBD9F-58DA-4604-A337-B3C7E01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4" name="dp42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73EF20BA-DAB4-4819-9106-E9BC588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2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B69ED06E-957B-41FF-BCB4-0E2B58F0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13.2 GB</a:t>
            </a:r>
          </a:p>
        </p:txBody>
      </p:sp>
      <p:sp>
        <p:nvSpPr>
          <p:cNvPr id="36" name="dp42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B1E0D106-BFB6-4813-8D9E-795A2F4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7" name="dp42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44CCE7D8-1C29-4D4E-9F56-9B817AAF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독립 대화 서비스와 업무 서비스</a:t>
            </a:r>
          </a:p>
        </p:txBody>
      </p:sp>
      <p:sp>
        <p:nvSpPr>
          <p:cNvPr id="38" name="dp42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B2A28C1F-6074-4050-A635-F33742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업무 상태와 실행 경계의 독립 변경, 평균 2.5개 (변경 용이성 ↑)</a:t>
            </a:r>
          </a:p>
        </p:txBody>
      </p:sp>
      <p:sp>
        <p:nvSpPr>
          <p:cNvPr id="39" name="dp42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5C029CC9-B9FD-49DA-9CE3-90BFD3F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명령 접수와 대화 반영의 왕복으로 평균 VIA 처리시간 3.8 s (요청 완료 신속성 ↓)</a:t>
            </a:r>
          </a:p>
        </p:txBody>
      </p:sp>
      <p:sp>
        <p:nvSpPr>
          <p:cNvPr id="40" name="dp42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EE4F8D6B-E19B-438B-987D-A7FA2B1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별도 heap과 대기열로 전체 메모리 13.6 GB (메모리 효율성 ↓)</a:t>
            </a:r>
          </a:p>
        </p:txBody>
      </p:sp>
      <p:sp>
        <p:nvSpPr>
          <p:cNvPr id="41" name="dp42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4005B423-DE8D-428E-B583-F2DBD7EF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2" name="dp42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F852EB0F-3C5A-4F58-93C0-E42D5957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2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5DE36D8B-1579-4480-A035-2F645914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3.8 s</a:t>
            </a:r>
          </a:p>
        </p:txBody>
      </p:sp>
      <p:sp>
        <p:nvSpPr>
          <p:cNvPr id="44" name="dp42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03F903DF-DE13-4E53-A2FC-22F5F971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45" name="dp42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CF161681-1DED-4045-94FE-15E77C2F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46" name="dp42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BAE90A45-C374-45FB-A7AC-3D9ABCC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2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0EAEF730-35D4-4BC0-B2B0-168ECC6F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2.5개</a:t>
            </a:r>
          </a:p>
        </p:txBody>
      </p:sp>
      <p:sp>
        <p:nvSpPr>
          <p:cNvPr id="48" name="dp42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F4164872-D2E1-4083-ACE6-47E9EEB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49" name="dp42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186DD1D7-6FA8-42BB-8F3D-01393AD3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0" name="dp42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70CB4166-C11D-4579-9B41-177F72E9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1" name="dp42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747848A5-E4FC-4345-BF81-C19F295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13.6 GB</a:t>
            </a:r>
          </a:p>
        </p:txBody>
      </p:sp>
      <p:sp>
        <p:nvSpPr>
          <p:cNvPr id="52" name="dp42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27B1F025-9299-47BA-B525-5A1BB1A6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3" name="dp42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44C39647-DF17-4019-B314-AA826FE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업무 저장과 실행 수명의 독립 변경 / 일반 Agent adapter 변경은 제외</a:t>
            </a:r>
          </a:p>
        </p:txBody>
      </p:sp>
      <p:sp>
        <p:nvSpPr>
          <p:cNvPr id="54" name="dp42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8B7C73CC-B5B9-4EC7-8D4D-11372CD1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2-comparison / n58 / path">
            <a:extLst xmlns:a="http://schemas.openxmlformats.org/drawingml/2006/main">
              <a:ext uri="{FF2B5EF4-FFF2-40B4-BE49-F238E27FC236}">
                <a16:creationId xmlns:a16="http://schemas.microsoft.com/office/drawing/2014/main" id="{FDB5D038-7083-492F-A730-B9F9C24D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6" name="dp42-comparison / n63 / path">
            <a:extLst xmlns:a="http://schemas.openxmlformats.org/drawingml/2006/main">
              <a:ext uri="{FF2B5EF4-FFF2-40B4-BE49-F238E27FC236}">
                <a16:creationId xmlns:a16="http://schemas.microsoft.com/office/drawing/2014/main" id="{E89B28AB-CC48-4C87-9FB1-A233453D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7" name="dp42-comparison / n66 / path">
            <a:extLst xmlns:a="http://schemas.openxmlformats.org/drawingml/2006/main">
              <a:ext uri="{FF2B5EF4-FFF2-40B4-BE49-F238E27FC236}">
                <a16:creationId xmlns:a16="http://schemas.microsoft.com/office/drawing/2014/main" id="{1F61EF73-77C3-4DD8-AAFA-BD291CDC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8" name="dp42-comparison / n71 / path">
            <a:extLst xmlns:a="http://schemas.openxmlformats.org/drawingml/2006/main">
              <a:ext uri="{FF2B5EF4-FFF2-40B4-BE49-F238E27FC236}">
                <a16:creationId xmlns:a16="http://schemas.microsoft.com/office/drawing/2014/main" id="{E7B2D203-8FE4-4F2E-9607-C2ED1C1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9" name="dp42-comparison / n76 / path">
            <a:extLst xmlns:a="http://schemas.openxmlformats.org/drawingml/2006/main">
              <a:ext uri="{FF2B5EF4-FFF2-40B4-BE49-F238E27FC236}">
                <a16:creationId xmlns:a16="http://schemas.microsoft.com/office/drawing/2014/main" id="{5E30B1BC-4E20-48B0-85EC-6306A385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3810000" cy="953"/>
          </a:xfrm>
          <a:custGeom xmlns:a="http://schemas.openxmlformats.org/drawingml/2006/main">
            <a:pathLst>
              <a:path w="3810000" h="953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0" name="dp42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F00CB23F-3B3D-4CF7-9ACF-DE7A3D13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2247900" cy="953"/>
          </a:xfrm>
          <a:custGeom xmlns:a="http://schemas.openxmlformats.org/drawingml/2006/main">
            <a:pathLst>
              <a:path w="2247900" h="953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1" name="dp42-comparison / n84">
            <a:extLst xmlns:a="http://schemas.openxmlformats.org/drawingml/2006/main">
              <a:ext uri="{FF2B5EF4-FFF2-40B4-BE49-F238E27FC236}">
                <a16:creationId xmlns:a16="http://schemas.microsoft.com/office/drawing/2014/main" id="{9E474B11-EF2A-4A8D-B7CB-CCB16A0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67175"/>
            <a:ext cx="7800975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2" name="dp42-comparison / n85 / text 1">
            <a:extLst xmlns:a="http://schemas.openxmlformats.org/drawingml/2006/main">
              <a:ext uri="{FF2B5EF4-FFF2-40B4-BE49-F238E27FC236}">
                <a16:creationId xmlns:a16="http://schemas.microsoft.com/office/drawing/2014/main" id="{33A1AF96-0AD5-48EE-B7DC-3BFFA51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62425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VIA Core</a:t>
            </a:r>
          </a:p>
        </p:txBody>
      </p:sp>
      <p:sp>
        <p:nvSpPr>
          <p:cNvPr id="63" name="dp42-comparison / n88">
            <a:extLst xmlns:a="http://schemas.openxmlformats.org/drawingml/2006/main">
              <a:ext uri="{FF2B5EF4-FFF2-40B4-BE49-F238E27FC236}">
                <a16:creationId xmlns:a16="http://schemas.microsoft.com/office/drawing/2014/main" id="{0BA272FA-C51F-4D54-84FD-B89DF817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4342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2-comparison / n89 / text 1">
            <a:extLst xmlns:a="http://schemas.openxmlformats.org/drawingml/2006/main">
              <a:ext uri="{FF2B5EF4-FFF2-40B4-BE49-F238E27FC236}">
                <a16:creationId xmlns:a16="http://schemas.microsoft.com/office/drawing/2014/main" id="{2B9DDE73-5FBC-4F36-B0D7-2C7854E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19625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대화 처리기</a:t>
            </a:r>
          </a:p>
        </p:txBody>
      </p:sp>
      <p:sp>
        <p:nvSpPr>
          <p:cNvPr id="65" name="dp42-comparison / n90">
            <a:extLst xmlns:a="http://schemas.openxmlformats.org/drawingml/2006/main">
              <a:ext uri="{FF2B5EF4-FFF2-40B4-BE49-F238E27FC236}">
                <a16:creationId xmlns:a16="http://schemas.microsoft.com/office/drawing/2014/main" id="{AD42BD37-5003-42DF-B6E1-85A2D5C9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43425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2-comparison / n91 / text 1">
            <a:extLst xmlns:a="http://schemas.openxmlformats.org/drawingml/2006/main">
              <a:ext uri="{FF2B5EF4-FFF2-40B4-BE49-F238E27FC236}">
                <a16:creationId xmlns:a16="http://schemas.microsoft.com/office/drawing/2014/main" id="{FDB9EEE8-F28C-4E96-95D0-BBC73F1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260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업무 관리기</a:t>
            </a:r>
          </a:p>
        </p:txBody>
      </p:sp>
      <p:sp>
        <p:nvSpPr>
          <p:cNvPr id="67" name="dp42-comparison / n92">
            <a:extLst xmlns:a="http://schemas.openxmlformats.org/drawingml/2006/main">
              <a:ext uri="{FF2B5EF4-FFF2-40B4-BE49-F238E27FC236}">
                <a16:creationId xmlns:a16="http://schemas.microsoft.com/office/drawing/2014/main" id="{E55A5F25-9F3A-4E4B-887C-16A7595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292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8" name="dp42-comparison / n93 / text 1">
            <a:extLst xmlns:a="http://schemas.openxmlformats.org/drawingml/2006/main">
              <a:ext uri="{FF2B5EF4-FFF2-40B4-BE49-F238E27FC236}">
                <a16:creationId xmlns:a16="http://schemas.microsoft.com/office/drawing/2014/main" id="{1D081DD5-777A-471C-AA02-C2958D37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511641"/>
            <a:ext cx="19716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트랜잭션 관리자</a:t>
            </a:r>
          </a:p>
        </p:txBody>
      </p:sp>
      <p:sp>
        <p:nvSpPr>
          <p:cNvPr id="69" name="dp42-comparison / n94">
            <a:extLst xmlns:a="http://schemas.openxmlformats.org/drawingml/2006/main">
              <a:ext uri="{FF2B5EF4-FFF2-40B4-BE49-F238E27FC236}">
                <a16:creationId xmlns:a16="http://schemas.microsoft.com/office/drawing/2014/main" id="{F255CC18-2593-46BA-9170-D5BBD50C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10300"/>
            <a:ext cx="2924175" cy="4572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0" name="dp42-comparison / n95 / text 1">
            <a:extLst xmlns:a="http://schemas.openxmlformats.org/drawingml/2006/main">
              <a:ext uri="{FF2B5EF4-FFF2-40B4-BE49-F238E27FC236}">
                <a16:creationId xmlns:a16="http://schemas.microsoft.com/office/drawing/2014/main" id="{C01AA4FA-4F53-42C8-A4D8-A9190DCD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372225"/>
            <a:ext cx="27527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통합 상태 저장소</a:t>
            </a:r>
          </a:p>
        </p:txBody>
      </p:sp>
      <p:sp>
        <p:nvSpPr>
          <p:cNvPr id="71" name="dp42-comparison / n100 / path">
            <a:extLst xmlns:a="http://schemas.openxmlformats.org/drawingml/2006/main">
              <a:ext uri="{FF2B5EF4-FFF2-40B4-BE49-F238E27FC236}">
                <a16:creationId xmlns:a16="http://schemas.microsoft.com/office/drawing/2014/main" id="{D043A251-A603-4447-818B-44F627D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2133600" cy="953"/>
          </a:xfrm>
          <a:custGeom xmlns:a="http://schemas.openxmlformats.org/drawingml/2006/main">
            <a:pathLst>
              <a:path w="2133600" h="953">
                <a:moveTo>
                  <a:pt x="0" y="0"/>
                </a:moveTo>
                <a:lnTo>
                  <a:pt x="213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2" name="dp42-comparison / n100 / arrow">
            <a:extLst xmlns:a="http://schemas.openxmlformats.org/drawingml/2006/main">
              <a:ext uri="{FF2B5EF4-FFF2-40B4-BE49-F238E27FC236}">
                <a16:creationId xmlns:a16="http://schemas.microsoft.com/office/drawing/2014/main" id="{97DC80B4-B884-4C86-A213-B50389BF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46824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2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DCC1F9E0-4CA7-4E7A-BB2E-B5A0F30A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43475"/>
            <a:ext cx="2671763" cy="485775"/>
          </a:xfrm>
          <a:custGeom xmlns:a="http://schemas.openxmlformats.org/drawingml/2006/main">
            <a:pathLst>
              <a:path w="2671763" h="485775">
                <a:moveTo>
                  <a:pt x="0" y="0"/>
                </a:moveTo>
                <a:lnTo>
                  <a:pt x="0" y="381000"/>
                </a:lnTo>
                <a:lnTo>
                  <a:pt x="2667000" y="381000"/>
                </a:lnTo>
                <a:lnTo>
                  <a:pt x="2671763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2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2F982DBC-0551-4D00-9A66-A9DF8658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79" y="5304688"/>
            <a:ext cx="121794" cy="124562"/>
          </a:xfrm>
          <a:custGeom xmlns:a="http://schemas.openxmlformats.org/drawingml/2006/main">
            <a:pathLst>
              <a:path w="121794" h="124562">
                <a:moveTo>
                  <a:pt x="0" y="5536"/>
                </a:moveTo>
                <a:lnTo>
                  <a:pt x="66433" y="124562"/>
                </a:lnTo>
                <a:lnTo>
                  <a:pt x="121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2-comparison / n104 / path">
            <a:extLst xmlns:a="http://schemas.openxmlformats.org/drawingml/2006/main">
              <a:ext uri="{FF2B5EF4-FFF2-40B4-BE49-F238E27FC236}">
                <a16:creationId xmlns:a16="http://schemas.microsoft.com/office/drawing/2014/main" id="{E2CE8F72-130D-48ED-9975-371671F2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43475"/>
            <a:ext cx="2095500" cy="1047750"/>
          </a:xfrm>
          <a:custGeom xmlns:a="http://schemas.openxmlformats.org/drawingml/2006/main">
            <a:pathLst>
              <a:path w="2095500" h="1047750">
                <a:moveTo>
                  <a:pt x="2095500" y="0"/>
                </a:moveTo>
                <a:lnTo>
                  <a:pt x="2095500" y="1047750"/>
                </a:lnTo>
                <a:lnTo>
                  <a:pt x="0" y="1047750"/>
                </a:lnTo>
                <a:lnTo>
                  <a:pt x="4763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6" name="dp42-comparison / n104 / arrow">
            <a:extLst xmlns:a="http://schemas.openxmlformats.org/drawingml/2006/main">
              <a:ext uri="{FF2B5EF4-FFF2-40B4-BE49-F238E27FC236}">
                <a16:creationId xmlns:a16="http://schemas.microsoft.com/office/drawing/2014/main" id="{693ED598-B142-4103-856F-2D6AD39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095" y="5829300"/>
            <a:ext cx="121867" cy="123659"/>
          </a:xfrm>
          <a:custGeom xmlns:a="http://schemas.openxmlformats.org/drawingml/2006/main">
            <a:pathLst>
              <a:path w="121867" h="123659">
                <a:moveTo>
                  <a:pt x="121867" y="123659"/>
                </a:moveTo>
                <a:lnTo>
                  <a:pt x="64518" y="0"/>
                </a:lnTo>
                <a:lnTo>
                  <a:pt x="0" y="120075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2-comparison / n105 / path">
            <a:extLst xmlns:a="http://schemas.openxmlformats.org/drawingml/2006/main">
              <a:ext uri="{FF2B5EF4-FFF2-40B4-BE49-F238E27FC236}">
                <a16:creationId xmlns:a16="http://schemas.microsoft.com/office/drawing/2014/main" id="{6C303744-EA67-4CF6-9385-154FFA99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8293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9525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8" name="dp42-comparison / n105 / arrow">
            <a:extLst xmlns:a="http://schemas.openxmlformats.org/drawingml/2006/main">
              <a:ext uri="{FF2B5EF4-FFF2-40B4-BE49-F238E27FC236}">
                <a16:creationId xmlns:a16="http://schemas.microsoft.com/office/drawing/2014/main" id="{CB83C610-29B3-48BE-B1FE-D3C5CA4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49" y="6086895"/>
            <a:ext cx="121882" cy="123405"/>
          </a:xfrm>
          <a:custGeom xmlns:a="http://schemas.openxmlformats.org/drawingml/2006/main">
            <a:pathLst>
              <a:path w="121882" h="123405">
                <a:moveTo>
                  <a:pt x="0" y="3047"/>
                </a:moveTo>
                <a:lnTo>
                  <a:pt x="63988" y="123405"/>
                </a:lnTo>
                <a:lnTo>
                  <a:pt x="1218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2-comparison / n110 / path">
            <a:extLst xmlns:a="http://schemas.openxmlformats.org/drawingml/2006/main">
              <a:ext uri="{FF2B5EF4-FFF2-40B4-BE49-F238E27FC236}">
                <a16:creationId xmlns:a16="http://schemas.microsoft.com/office/drawing/2014/main" id="{FE5021D2-33FF-4DD8-B20B-41CDA2E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43475"/>
            <a:ext cx="657225" cy="1495425"/>
          </a:xfrm>
          <a:custGeom xmlns:a="http://schemas.openxmlformats.org/drawingml/2006/main">
            <a:pathLst>
              <a:path w="657225" h="1495425">
                <a:moveTo>
                  <a:pt x="0" y="1495425"/>
                </a:moveTo>
                <a:lnTo>
                  <a:pt x="657225" y="1495425"/>
                </a:lnTo>
                <a:lnTo>
                  <a:pt x="657225" y="0"/>
                </a:ln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0" name="dp42-comparison / n110 / arrow">
            <a:extLst xmlns:a="http://schemas.openxmlformats.org/drawingml/2006/main">
              <a:ext uri="{FF2B5EF4-FFF2-40B4-BE49-F238E27FC236}">
                <a16:creationId xmlns:a16="http://schemas.microsoft.com/office/drawing/2014/main" id="{A6B88421-FFBC-4976-BDF9-E12A82E7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825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2-comparison / n113">
            <a:extLst xmlns:a="http://schemas.openxmlformats.org/drawingml/2006/main">
              <a:ext uri="{FF2B5EF4-FFF2-40B4-BE49-F238E27FC236}">
                <a16:creationId xmlns:a16="http://schemas.microsoft.com/office/drawing/2014/main" id="{48A4AB72-9840-487A-8CB1-0CCBEFF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9723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2-comparison / n114 / text 1">
            <a:extLst xmlns:a="http://schemas.openxmlformats.org/drawingml/2006/main">
              <a:ext uri="{FF2B5EF4-FFF2-40B4-BE49-F238E27FC236}">
                <a16:creationId xmlns:a16="http://schemas.microsoft.com/office/drawing/2014/main" id="{19FC8763-FC81-4B22-ABD1-647A5C6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7046595"/>
            <a:ext cx="1828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</p:txBody>
      </p:sp>
      <p:sp>
        <p:nvSpPr>
          <p:cNvPr id="83" name="dp42-comparison / n115">
            <a:extLst xmlns:a="http://schemas.openxmlformats.org/drawingml/2006/main">
              <a:ext uri="{FF2B5EF4-FFF2-40B4-BE49-F238E27FC236}">
                <a16:creationId xmlns:a16="http://schemas.microsoft.com/office/drawing/2014/main" id="{C152D90C-69DE-4A57-8229-E7A31847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972300"/>
            <a:ext cx="2352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4" name="dp42-comparison / n116 / text 1">
            <a:extLst xmlns:a="http://schemas.openxmlformats.org/drawingml/2006/main">
              <a:ext uri="{FF2B5EF4-FFF2-40B4-BE49-F238E27FC236}">
                <a16:creationId xmlns:a16="http://schemas.microsoft.com/office/drawing/2014/main" id="{9A8D802A-7FFC-4552-B0E5-6239B161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46595"/>
            <a:ext cx="21812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Downstream Agent</a:t>
            </a:r>
          </a:p>
        </p:txBody>
      </p:sp>
      <p:sp>
        <p:nvSpPr>
          <p:cNvPr id="85" name="dp42-comparison / n117">
            <a:extLst xmlns:a="http://schemas.openxmlformats.org/drawingml/2006/main">
              <a:ext uri="{FF2B5EF4-FFF2-40B4-BE49-F238E27FC236}">
                <a16:creationId xmlns:a16="http://schemas.microsoft.com/office/drawing/2014/main" id="{2C7731C2-5C32-4F6E-AF7E-D12AA719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972300"/>
            <a:ext cx="1666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6" name="dp42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4030C6BE-89CA-436B-8D41-1E11A2E4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7052786"/>
            <a:ext cx="14954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87" name="dp42-comparison / n119 / path">
            <a:extLst xmlns:a="http://schemas.openxmlformats.org/drawingml/2006/main">
              <a:ext uri="{FF2B5EF4-FFF2-40B4-BE49-F238E27FC236}">
                <a16:creationId xmlns:a16="http://schemas.microsoft.com/office/drawing/2014/main" id="{F5EB4B6F-E225-41AB-B006-A5AEB14E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43450"/>
            <a:ext cx="5705475" cy="2419350"/>
          </a:xfrm>
          <a:custGeom xmlns:a="http://schemas.openxmlformats.org/drawingml/2006/main">
            <a:pathLst>
              <a:path w="5705475" h="2419350">
                <a:moveTo>
                  <a:pt x="5410200" y="0"/>
                </a:moveTo>
                <a:lnTo>
                  <a:pt x="5705475" y="0"/>
                </a:lnTo>
                <a:lnTo>
                  <a:pt x="5705475" y="2133600"/>
                </a:lnTo>
                <a:lnTo>
                  <a:pt x="133350" y="2133600"/>
                </a:lnTo>
                <a:lnTo>
                  <a:pt x="133350" y="2419350"/>
                </a:lnTo>
                <a:lnTo>
                  <a:pt x="0" y="24145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8" name="dp42-comparison / n119 / arrow">
            <a:extLst xmlns:a="http://schemas.openxmlformats.org/drawingml/2006/main">
              <a:ext uri="{FF2B5EF4-FFF2-40B4-BE49-F238E27FC236}">
                <a16:creationId xmlns:a16="http://schemas.microsoft.com/office/drawing/2014/main" id="{82B158AD-13E3-42C1-B6D6-7991FECA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01468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24018" y="0"/>
                </a:moveTo>
                <a:lnTo>
                  <a:pt x="0" y="56570"/>
                </a:lnTo>
                <a:lnTo>
                  <a:pt x="119667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9" name="dp42-comparison / n120 / path">
            <a:extLst xmlns:a="http://schemas.openxmlformats.org/drawingml/2006/main">
              <a:ext uri="{FF2B5EF4-FFF2-40B4-BE49-F238E27FC236}">
                <a16:creationId xmlns:a16="http://schemas.microsoft.com/office/drawing/2014/main" id="{0EA49CD6-B882-47BA-89F8-C86C8040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57750"/>
            <a:ext cx="6581775" cy="2114550"/>
          </a:xfrm>
          <a:custGeom xmlns:a="http://schemas.openxmlformats.org/drawingml/2006/main">
            <a:pathLst>
              <a:path w="6581775" h="2114550">
                <a:moveTo>
                  <a:pt x="0" y="2114550"/>
                </a:moveTo>
                <a:lnTo>
                  <a:pt x="0" y="2038350"/>
                </a:lnTo>
                <a:lnTo>
                  <a:pt x="6581775" y="2038350"/>
                </a:lnTo>
                <a:lnTo>
                  <a:pt x="6581775" y="0"/>
                </a:lnTo>
                <a:lnTo>
                  <a:pt x="6410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0" name="dp42-comparison / n120 / arrow">
            <a:extLst xmlns:a="http://schemas.openxmlformats.org/drawingml/2006/main">
              <a:ext uri="{FF2B5EF4-FFF2-40B4-BE49-F238E27FC236}">
                <a16:creationId xmlns:a16="http://schemas.microsoft.com/office/drawing/2014/main" id="{88B3C190-BA82-41A6-863C-8468166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967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1" name="dp42-comparison / n121 / path">
            <a:extLst xmlns:a="http://schemas.openxmlformats.org/drawingml/2006/main">
              <a:ext uri="{FF2B5EF4-FFF2-40B4-BE49-F238E27FC236}">
                <a16:creationId xmlns:a16="http://schemas.microsoft.com/office/drawing/2014/main" id="{B15DC62E-ACA7-4C8A-9FAA-01D91325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081838"/>
            <a:ext cx="923925" cy="953"/>
          </a:xfrm>
          <a:custGeom xmlns:a="http://schemas.openxmlformats.org/drawingml/2006/main">
            <a:pathLst>
              <a:path w="923925" h="953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2" name="dp42-comparison / n121 / arrow">
            <a:extLst xmlns:a="http://schemas.openxmlformats.org/drawingml/2006/main">
              <a:ext uri="{FF2B5EF4-FFF2-40B4-BE49-F238E27FC236}">
                <a16:creationId xmlns:a16="http://schemas.microsoft.com/office/drawing/2014/main" id="{302D60DE-3E0D-4204-9CD0-173DEB8D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70208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3" name="dp42-comparison / n122 / path">
            <a:extLst xmlns:a="http://schemas.openxmlformats.org/drawingml/2006/main">
              <a:ext uri="{FF2B5EF4-FFF2-40B4-BE49-F238E27FC236}">
                <a16:creationId xmlns:a16="http://schemas.microsoft.com/office/drawing/2014/main" id="{462C3D21-4F11-46C0-A359-8E792B72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253288"/>
            <a:ext cx="923925" cy="953"/>
          </a:xfrm>
          <a:custGeom xmlns:a="http://schemas.openxmlformats.org/drawingml/2006/main">
            <a:pathLst>
              <a:path w="923925" h="953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4" name="dp42-comparison / n122 / arrow">
            <a:extLst xmlns:a="http://schemas.openxmlformats.org/drawingml/2006/main">
              <a:ext uri="{FF2B5EF4-FFF2-40B4-BE49-F238E27FC236}">
                <a16:creationId xmlns:a16="http://schemas.microsoft.com/office/drawing/2014/main" id="{FEE2D41E-9D86-45DD-9E33-2A5ADAB9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9232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5" name="dp42-comparison / n54">
            <a:extLst xmlns:a="http://schemas.openxmlformats.org/drawingml/2006/main">
              <a:ext uri="{FF2B5EF4-FFF2-40B4-BE49-F238E27FC236}">
                <a16:creationId xmlns:a16="http://schemas.microsoft.com/office/drawing/2014/main" id="{024CB102-1CA1-427B-B8D6-06B55769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49630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p42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4EA1931B-6FAC-4806-8E04-43C7739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9825"/>
            <a:ext cx="7810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C1 최초 R1 보고서와 R2 메일 → 후속 R3 “보고서만 상반기로”</a:t>
            </a:r>
          </a:p>
        </p:txBody>
      </p:sp>
      <p:sp>
        <p:nvSpPr>
          <p:cNvPr id="97" name="dp42-comparison / n56">
            <a:extLst xmlns:a="http://schemas.openxmlformats.org/drawingml/2006/main">
              <a:ext uri="{FF2B5EF4-FFF2-40B4-BE49-F238E27FC236}">
                <a16:creationId xmlns:a16="http://schemas.microsoft.com/office/drawing/2014/main" id="{E4335E05-8E06-41E6-93AF-098B3B2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05100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p42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7A0C598D-8478-4B34-8085-EA1E6714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Conversation C1</a:t>
            </a:r>
          </a:p>
        </p:txBody>
      </p:sp>
      <p:sp>
        <p:nvSpPr>
          <p:cNvPr id="99" name="dp42-comparison / n59">
            <a:extLst xmlns:a="http://schemas.openxmlformats.org/drawingml/2006/main">
              <a:ext uri="{FF2B5EF4-FFF2-40B4-BE49-F238E27FC236}">
                <a16:creationId xmlns:a16="http://schemas.microsoft.com/office/drawing/2014/main" id="{AD5B3F2E-C4F1-4CF8-BC4C-07E857D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17129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p42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4829FA9C-2502-422F-85B3-E3F18A7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9557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대화 기록과 연결 유지</a:t>
            </a:r>
          </a:p>
        </p:txBody>
      </p:sp>
      <p:sp>
        <p:nvSpPr>
          <p:cNvPr id="101" name="dp42-comparison / n61">
            <a:extLst xmlns:a="http://schemas.openxmlformats.org/drawingml/2006/main">
              <a:ext uri="{FF2B5EF4-FFF2-40B4-BE49-F238E27FC236}">
                <a16:creationId xmlns:a16="http://schemas.microsoft.com/office/drawing/2014/main" id="{6CDF85A3-BF74-45A1-89B6-BF1A6E6D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195453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p42-comparison / n62 / text 1">
            <a:extLst xmlns:a="http://schemas.openxmlformats.org/drawingml/2006/main">
              <a:ext uri="{FF2B5EF4-FFF2-40B4-BE49-F238E27FC236}">
                <a16:creationId xmlns:a16="http://schemas.microsoft.com/office/drawing/2014/main" id="{A5EBA571-5208-461D-908B-E718FB53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R1 / R2 / R3</a:t>
            </a:r>
          </a:p>
        </p:txBody>
      </p:sp>
      <p:sp>
        <p:nvSpPr>
          <p:cNvPr id="103" name="dp42-comparison / n64">
            <a:extLst xmlns:a="http://schemas.openxmlformats.org/drawingml/2006/main">
              <a:ext uri="{FF2B5EF4-FFF2-40B4-BE49-F238E27FC236}">
                <a16:creationId xmlns:a16="http://schemas.microsoft.com/office/drawing/2014/main" id="{E4B3BCE4-474A-4957-99B5-0DA0876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1481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2-comparison / n65 / text 1">
            <a:extLst xmlns:a="http://schemas.openxmlformats.org/drawingml/2006/main">
              <a:ext uri="{FF2B5EF4-FFF2-40B4-BE49-F238E27FC236}">
                <a16:creationId xmlns:a16="http://schemas.microsoft.com/office/drawing/2014/main" id="{5BE60948-1AB9-4E30-B9ED-8CCBB01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R1 / R2 접수 완료</a:t>
            </a:r>
          </a:p>
        </p:txBody>
      </p:sp>
      <p:sp>
        <p:nvSpPr>
          <p:cNvPr id="105" name="dp42-comparison / n67">
            <a:extLst xmlns:a="http://schemas.openxmlformats.org/drawingml/2006/main">
              <a:ext uri="{FF2B5EF4-FFF2-40B4-BE49-F238E27FC236}">
                <a16:creationId xmlns:a16="http://schemas.microsoft.com/office/drawing/2014/main" id="{7A4B2028-80AB-4867-9A09-A85F6ADF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43225"/>
            <a:ext cx="10393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2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766A66BA-64F0-4282-9AD2-DD71AB9F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52750"/>
            <a:ext cx="2066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R3 후속 수정</a:t>
            </a:r>
          </a:p>
        </p:txBody>
      </p:sp>
      <p:sp>
        <p:nvSpPr>
          <p:cNvPr id="107" name="dp42-comparison / n69">
            <a:extLst xmlns:a="http://schemas.openxmlformats.org/drawingml/2006/main">
              <a:ext uri="{FF2B5EF4-FFF2-40B4-BE49-F238E27FC236}">
                <a16:creationId xmlns:a16="http://schemas.microsoft.com/office/drawing/2014/main" id="{A967538A-E4AB-47BA-A947-43300A7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12031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2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30E22955-83B7-4814-B624-768AAE3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9087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T1 / T2</a:t>
            </a:r>
          </a:p>
        </p:txBody>
      </p:sp>
      <p:sp>
        <p:nvSpPr>
          <p:cNvPr id="109" name="dp42-comparison / n72">
            <a:extLst xmlns:a="http://schemas.openxmlformats.org/drawingml/2006/main">
              <a:ext uri="{FF2B5EF4-FFF2-40B4-BE49-F238E27FC236}">
                <a16:creationId xmlns:a16="http://schemas.microsoft.com/office/drawing/2014/main" id="{660C65BD-809E-4936-B629-BC904EC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62300"/>
            <a:ext cx="242011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2-comparison / n73 / text 1">
            <a:extLst xmlns:a="http://schemas.openxmlformats.org/drawingml/2006/main">
              <a:ext uri="{FF2B5EF4-FFF2-40B4-BE49-F238E27FC236}">
                <a16:creationId xmlns:a16="http://schemas.microsoft.com/office/drawing/2014/main" id="{6B8FE7A6-2924-44CA-96CC-D85F669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보고서 T1 수정 / 메일 T2 계속</a:t>
            </a:r>
          </a:p>
        </p:txBody>
      </p:sp>
      <p:sp>
        <p:nvSpPr>
          <p:cNvPr id="111" name="dp42-comparison / n74">
            <a:extLst xmlns:a="http://schemas.openxmlformats.org/drawingml/2006/main">
              <a:ext uri="{FF2B5EF4-FFF2-40B4-BE49-F238E27FC236}">
                <a16:creationId xmlns:a16="http://schemas.microsoft.com/office/drawing/2014/main" id="{3B28250F-0F08-4F9A-B2A2-D7A313AD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1947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2-comparison / n75 / text 1">
            <a:extLst xmlns:a="http://schemas.openxmlformats.org/drawingml/2006/main">
              <a:ext uri="{FF2B5EF4-FFF2-40B4-BE49-F238E27FC236}">
                <a16:creationId xmlns:a16="http://schemas.microsoft.com/office/drawing/2014/main" id="{42163AE0-F249-4EF6-AAEA-413ADEF5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113" name="dp42-comparison / n77">
            <a:extLst xmlns:a="http://schemas.openxmlformats.org/drawingml/2006/main">
              <a:ext uri="{FF2B5EF4-FFF2-40B4-BE49-F238E27FC236}">
                <a16:creationId xmlns:a16="http://schemas.microsoft.com/office/drawing/2014/main" id="{EF807A07-6AB1-4858-B9EF-950A06F9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00425"/>
            <a:ext cx="223723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2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D422C518-30B4-4EDA-8620-2143B063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35814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T1: X1 종료 → X2 / T2: Y1</a:t>
            </a:r>
          </a:p>
        </p:txBody>
      </p:sp>
      <p:sp>
        <p:nvSpPr>
          <p:cNvPr id="115" name="dp42-comparison / n79">
            <a:extLst xmlns:a="http://schemas.openxmlformats.org/drawingml/2006/main">
              <a:ext uri="{FF2B5EF4-FFF2-40B4-BE49-F238E27FC236}">
                <a16:creationId xmlns:a16="http://schemas.microsoft.com/office/drawing/2014/main" id="{45EBB9A8-1B1E-474D-9C33-CEDC395F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68180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2-comparison / n80 / text 1">
            <a:extLst xmlns:a="http://schemas.openxmlformats.org/drawingml/2006/main">
              <a:ext uri="{FF2B5EF4-FFF2-40B4-BE49-F238E27FC236}">
                <a16:creationId xmlns:a16="http://schemas.microsoft.com/office/drawing/2014/main" id="{3255C7D4-A6DA-4C7D-A701-63046EB6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671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질문 Q1</a:t>
            </a:r>
          </a:p>
        </p:txBody>
      </p:sp>
      <p:sp>
        <p:nvSpPr>
          <p:cNvPr id="117" name="dp42-comparison / n82">
            <a:extLst xmlns:a="http://schemas.openxmlformats.org/drawingml/2006/main">
              <a:ext uri="{FF2B5EF4-FFF2-40B4-BE49-F238E27FC236}">
                <a16:creationId xmlns:a16="http://schemas.microsoft.com/office/drawing/2014/main" id="{62F5CFB3-56B2-45A2-8272-DC11B7FE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1914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2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4B13E33E-61BB-471E-B984-BCA7837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48075"/>
            <a:ext cx="2019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제시 → 답변 연결 → 해소</a:t>
            </a:r>
          </a:p>
        </p:txBody>
      </p:sp>
      <p:sp>
        <p:nvSpPr>
          <p:cNvPr id="119" name="dp42-comparison / n86">
            <a:extLst xmlns:a="http://schemas.openxmlformats.org/drawingml/2006/main">
              <a:ext uri="{FF2B5EF4-FFF2-40B4-BE49-F238E27FC236}">
                <a16:creationId xmlns:a16="http://schemas.microsoft.com/office/drawing/2014/main" id="{EDDDFDA6-7750-478F-81D2-9523BAA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283864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2-comparison / n87 / text 1">
            <a:extLst xmlns:a="http://schemas.openxmlformats.org/drawingml/2006/main">
              <a:ext uri="{FF2B5EF4-FFF2-40B4-BE49-F238E27FC236}">
                <a16:creationId xmlns:a16="http://schemas.microsoft.com/office/drawing/2014/main" id="{2638301F-A6A3-4FC2-AD70-34BD735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5572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실행 경계 / 모듈별 처리 책임</a:t>
            </a:r>
          </a:p>
        </p:txBody>
      </p:sp>
      <p:sp>
        <p:nvSpPr>
          <p:cNvPr id="121" name="dp42-comparison / n96">
            <a:extLst xmlns:a="http://schemas.openxmlformats.org/drawingml/2006/main">
              <a:ext uri="{FF2B5EF4-FFF2-40B4-BE49-F238E27FC236}">
                <a16:creationId xmlns:a16="http://schemas.microsoft.com/office/drawing/2014/main" id="{294C8DB3-7662-486D-8CB9-FA1DF45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29200"/>
            <a:ext cx="19027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2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19857AB2-45F2-42D7-B62B-EF6D6D1C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3872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C1 / R1~R3 / Q1 연결</a:t>
            </a:r>
          </a:p>
        </p:txBody>
      </p:sp>
      <p:sp>
        <p:nvSpPr>
          <p:cNvPr id="123" name="dp42-comparison / n98">
            <a:extLst xmlns:a="http://schemas.openxmlformats.org/drawingml/2006/main">
              <a:ext uri="{FF2B5EF4-FFF2-40B4-BE49-F238E27FC236}">
                <a16:creationId xmlns:a16="http://schemas.microsoft.com/office/drawing/2014/main" id="{0E0208E7-B679-408E-BC43-45D624C3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180879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2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47AA085D-EED0-486B-98EE-1119D90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725"/>
            <a:ext cx="2714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T1 / T2 / Q1 / 명령</a:t>
            </a:r>
          </a:p>
        </p:txBody>
      </p:sp>
      <p:sp>
        <p:nvSpPr>
          <p:cNvPr id="125" name="dp42-comparison / n101">
            <a:extLst xmlns:a="http://schemas.openxmlformats.org/drawingml/2006/main">
              <a:ext uri="{FF2B5EF4-FFF2-40B4-BE49-F238E27FC236}">
                <a16:creationId xmlns:a16="http://schemas.microsoft.com/office/drawing/2014/main" id="{754778A9-5A4B-42D4-A589-1EB7498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142341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2-comparison / n102 / text 1">
            <a:extLst xmlns:a="http://schemas.openxmlformats.org/drawingml/2006/main">
              <a:ext uri="{FF2B5EF4-FFF2-40B4-BE49-F238E27FC236}">
                <a16:creationId xmlns:a16="http://schemas.microsoft.com/office/drawing/2014/main" id="{BC0BB7A9-CA17-47CD-894D-F6BC982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17240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1 검증 변경 제안</a:t>
            </a:r>
          </a:p>
        </p:txBody>
      </p:sp>
      <p:sp>
        <p:nvSpPr>
          <p:cNvPr id="127" name="dp42-comparison / n106">
            <a:extLst xmlns:a="http://schemas.openxmlformats.org/drawingml/2006/main">
              <a:ext uri="{FF2B5EF4-FFF2-40B4-BE49-F238E27FC236}">
                <a16:creationId xmlns:a16="http://schemas.microsoft.com/office/drawing/2014/main" id="{1F7035B9-B9B3-4D48-B5B1-D68A194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00700"/>
            <a:ext cx="184556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p42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E71265B6-82DA-458C-AD4B-9F129E3C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0225"/>
            <a:ext cx="26574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답변 연결과 명령의</a:t>
            </a:r>
          </a:p>
        </p:txBody>
      </p:sp>
      <p:sp>
        <p:nvSpPr>
          <p:cNvPr id="129" name="dp42-comparison / n107 / text 2">
            <a:extLst xmlns:a="http://schemas.openxmlformats.org/drawingml/2006/main">
              <a:ext uri="{FF2B5EF4-FFF2-40B4-BE49-F238E27FC236}">
                <a16:creationId xmlns:a16="http://schemas.microsoft.com/office/drawing/2014/main" id="{6C5739E0-4D0F-4616-9A8E-2B63069A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15965"/>
            <a:ext cx="26574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하나의 로컬 확정</a:t>
            </a:r>
          </a:p>
        </p:txBody>
      </p:sp>
      <p:sp>
        <p:nvSpPr>
          <p:cNvPr id="130" name="dp42-comparison / n108">
            <a:extLst xmlns:a="http://schemas.openxmlformats.org/drawingml/2006/main">
              <a:ext uri="{FF2B5EF4-FFF2-40B4-BE49-F238E27FC236}">
                <a16:creationId xmlns:a16="http://schemas.microsoft.com/office/drawing/2014/main" id="{BD2D5BCD-8A82-4B85-838A-C415255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34025"/>
            <a:ext cx="1319784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2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850645E3-E363-4092-BADA-C9C23311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43550"/>
            <a:ext cx="18288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모델과 네트워크</a:t>
            </a:r>
          </a:p>
        </p:txBody>
      </p:sp>
      <p:sp>
        <p:nvSpPr>
          <p:cNvPr id="132" name="dp42-comparison / n109 / text 2">
            <a:extLst xmlns:a="http://schemas.openxmlformats.org/drawingml/2006/main">
              <a:ext uri="{FF2B5EF4-FFF2-40B4-BE49-F238E27FC236}">
                <a16:creationId xmlns:a16="http://schemas.microsoft.com/office/drawing/2014/main" id="{187AD95D-0168-413E-BF4B-AE26260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26430"/>
            <a:ext cx="18288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대기 밖 트랜잭션</a:t>
            </a:r>
          </a:p>
        </p:txBody>
      </p:sp>
      <p:sp>
        <p:nvSpPr>
          <p:cNvPr id="133" name="dp42-comparison / n111">
            <a:extLst xmlns:a="http://schemas.openxmlformats.org/drawingml/2006/main">
              <a:ext uri="{FF2B5EF4-FFF2-40B4-BE49-F238E27FC236}">
                <a16:creationId xmlns:a16="http://schemas.microsoft.com/office/drawing/2014/main" id="{B126789F-97A3-4422-AF52-D1C3E4DA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105525"/>
            <a:ext cx="126149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p42-comparison / n112 / text 1">
            <a:extLst xmlns:a="http://schemas.openxmlformats.org/drawingml/2006/main">
              <a:ext uri="{FF2B5EF4-FFF2-40B4-BE49-F238E27FC236}">
                <a16:creationId xmlns:a16="http://schemas.microsoft.com/office/drawing/2014/main" id="{6F1CEB8A-8624-4E9B-AA80-3260F91D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6115050"/>
            <a:ext cx="1809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3 저장 후 전송</a:t>
            </a:r>
          </a:p>
        </p:txBody>
      </p:sp>
      <p:sp>
        <p:nvSpPr>
          <p:cNvPr id="135" name="dp42-comparison / n123">
            <a:extLst xmlns:a="http://schemas.openxmlformats.org/drawingml/2006/main">
              <a:ext uri="{FF2B5EF4-FFF2-40B4-BE49-F238E27FC236}">
                <a16:creationId xmlns:a16="http://schemas.microsoft.com/office/drawing/2014/main" id="{0F25CB76-0686-4194-A930-E40C7023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961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p42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5B273FCE-E9EE-4CA4-AD12-295FCA3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90562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137" name="dp42-comparison / n125">
            <a:extLst xmlns:a="http://schemas.openxmlformats.org/drawingml/2006/main">
              <a:ext uri="{FF2B5EF4-FFF2-40B4-BE49-F238E27FC236}">
                <a16:creationId xmlns:a16="http://schemas.microsoft.com/office/drawing/2014/main" id="{F94448C4-9137-4E73-B6A5-42D8E7C1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334250"/>
            <a:ext cx="244449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p42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24D40A88-C307-4A55-A509-F3C8D0F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43775"/>
            <a:ext cx="3619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 / X1 질문 / X2 결과</a:t>
            </a:r>
          </a:p>
        </p:txBody>
      </p:sp>
      <p:sp>
        <p:nvSpPr>
          <p:cNvPr id="139" name="dp42-comparison / n127">
            <a:extLst xmlns:a="http://schemas.openxmlformats.org/drawingml/2006/main">
              <a:ext uri="{FF2B5EF4-FFF2-40B4-BE49-F238E27FC236}">
                <a16:creationId xmlns:a16="http://schemas.microsoft.com/office/drawing/2014/main" id="{5DFCDBF6-AD70-48BB-A334-DDBB36D0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343775"/>
            <a:ext cx="1152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p42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95849045-1921-4B4D-9AF8-24762A6E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3533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</a:t>
            </a:r>
          </a:p>
        </p:txBody>
      </p:sp>
      <p:sp>
        <p:nvSpPr>
          <p:cNvPr id="141" name="dp42-comparison / n129">
            <a:extLst xmlns:a="http://schemas.openxmlformats.org/drawingml/2006/main">
              <a:ext uri="{FF2B5EF4-FFF2-40B4-BE49-F238E27FC236}">
                <a16:creationId xmlns:a16="http://schemas.microsoft.com/office/drawing/2014/main" id="{B7022353-60B7-457F-8B55-765677B4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800850"/>
            <a:ext cx="7762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p42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07AC123D-3419-412F-9F6F-02849810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810375"/>
            <a:ext cx="2190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Core 소속</a:t>
            </a:r>
          </a:p>
        </p:txBody>
      </p:sp>
      <p:sp>
        <p:nvSpPr>
          <p:cNvPr id="143" name="dp42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4634DB70-0689-403B-935C-EA27EE3A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0512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4" name="dp42-comparison / n140 / path">
            <a:extLst xmlns:a="http://schemas.openxmlformats.org/drawingml/2006/main">
              <a:ext uri="{FF2B5EF4-FFF2-40B4-BE49-F238E27FC236}">
                <a16:creationId xmlns:a16="http://schemas.microsoft.com/office/drawing/2014/main" id="{C31717C0-3A25-4132-9310-37B56AB7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5" name="dp42-comparison / n143 / path">
            <a:extLst xmlns:a="http://schemas.openxmlformats.org/drawingml/2006/main">
              <a:ext uri="{FF2B5EF4-FFF2-40B4-BE49-F238E27FC236}">
                <a16:creationId xmlns:a16="http://schemas.microsoft.com/office/drawing/2014/main" id="{0AAF2156-3F32-48CE-83D2-30158AB0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6" name="dp42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2EC69222-B283-4DB0-833E-0182F3E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8137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7" name="dp42-comparison / n153 / path">
            <a:extLst xmlns:a="http://schemas.openxmlformats.org/drawingml/2006/main">
              <a:ext uri="{FF2B5EF4-FFF2-40B4-BE49-F238E27FC236}">
                <a16:creationId xmlns:a16="http://schemas.microsoft.com/office/drawing/2014/main" id="{9A603C00-375B-4ED1-BDE0-BDBAA4A9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619500"/>
            <a:ext cx="3810000" cy="953"/>
          </a:xfrm>
          <a:custGeom xmlns:a="http://schemas.openxmlformats.org/drawingml/2006/main">
            <a:pathLst>
              <a:path w="3810000" h="953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8" name="dp42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4A757E82-EBA7-4648-B894-F22564B9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857625"/>
            <a:ext cx="2247900" cy="953"/>
          </a:xfrm>
          <a:custGeom xmlns:a="http://schemas.openxmlformats.org/drawingml/2006/main">
            <a:pathLst>
              <a:path w="2247900" h="953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9" name="dp42-comparison / n161">
            <a:extLst xmlns:a="http://schemas.openxmlformats.org/drawingml/2006/main">
              <a:ext uri="{FF2B5EF4-FFF2-40B4-BE49-F238E27FC236}">
                <a16:creationId xmlns:a16="http://schemas.microsoft.com/office/drawing/2014/main" id="{6BC085E9-02CD-4FDF-B4B7-E2495604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67175"/>
            <a:ext cx="3371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0" name="dp42-comparison / n162 / text 1">
            <a:extLst xmlns:a="http://schemas.openxmlformats.org/drawingml/2006/main">
              <a:ext uri="{FF2B5EF4-FFF2-40B4-BE49-F238E27FC236}">
                <a16:creationId xmlns:a16="http://schemas.microsoft.com/office/drawing/2014/main" id="{815C1670-21DF-4020-B4FA-638425D9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62425"/>
            <a:ext cx="31242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서비스</a:t>
            </a:r>
          </a:p>
        </p:txBody>
      </p:sp>
      <p:sp>
        <p:nvSpPr>
          <p:cNvPr id="151" name="dp42-comparison / n163">
            <a:extLst xmlns:a="http://schemas.openxmlformats.org/drawingml/2006/main">
              <a:ext uri="{FF2B5EF4-FFF2-40B4-BE49-F238E27FC236}">
                <a16:creationId xmlns:a16="http://schemas.microsoft.com/office/drawing/2014/main" id="{156EB7DC-D9E6-4D77-93D0-64927E80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67175"/>
            <a:ext cx="3838575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2" name="dp42-comparison / n164 / text 1">
            <a:extLst xmlns:a="http://schemas.openxmlformats.org/drawingml/2006/main">
              <a:ext uri="{FF2B5EF4-FFF2-40B4-BE49-F238E27FC236}">
                <a16:creationId xmlns:a16="http://schemas.microsoft.com/office/drawing/2014/main" id="{9A654188-5386-4726-954A-DE5A227A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162425"/>
            <a:ext cx="35909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업무 서비스</a:t>
            </a:r>
          </a:p>
        </p:txBody>
      </p:sp>
      <p:sp>
        <p:nvSpPr>
          <p:cNvPr id="153" name="dp42-comparison / n169">
            <a:extLst xmlns:a="http://schemas.openxmlformats.org/drawingml/2006/main">
              <a:ext uri="{FF2B5EF4-FFF2-40B4-BE49-F238E27FC236}">
                <a16:creationId xmlns:a16="http://schemas.microsoft.com/office/drawing/2014/main" id="{AC32CBDE-0A8E-40BA-A7E2-14DE5A21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43425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4" name="dp42-comparison / n170 / text 1">
            <a:extLst xmlns:a="http://schemas.openxmlformats.org/drawingml/2006/main">
              <a:ext uri="{FF2B5EF4-FFF2-40B4-BE49-F238E27FC236}">
                <a16:creationId xmlns:a16="http://schemas.microsoft.com/office/drawing/2014/main" id="{E6360D85-94D4-4A2E-8387-642FF3F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1962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처리기</a:t>
            </a:r>
          </a:p>
        </p:txBody>
      </p:sp>
      <p:sp>
        <p:nvSpPr>
          <p:cNvPr id="155" name="dp42-comparison / n171">
            <a:extLst xmlns:a="http://schemas.openxmlformats.org/drawingml/2006/main">
              <a:ext uri="{FF2B5EF4-FFF2-40B4-BE49-F238E27FC236}">
                <a16:creationId xmlns:a16="http://schemas.microsoft.com/office/drawing/2014/main" id="{2496E4AF-3116-490A-B235-7C2781C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45434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6" name="dp42-comparison / n172 / text 1">
            <a:extLst xmlns:a="http://schemas.openxmlformats.org/drawingml/2006/main">
              <a:ext uri="{FF2B5EF4-FFF2-40B4-BE49-F238E27FC236}">
                <a16:creationId xmlns:a16="http://schemas.microsoft.com/office/drawing/2014/main" id="{02881DE7-4AD0-4789-85C8-E41433E1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619625"/>
            <a:ext cx="3295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업무 관리기</a:t>
            </a:r>
          </a:p>
        </p:txBody>
      </p:sp>
      <p:sp>
        <p:nvSpPr>
          <p:cNvPr id="157" name="dp42-comparison / n173">
            <a:extLst xmlns:a="http://schemas.openxmlformats.org/drawingml/2006/main">
              <a:ext uri="{FF2B5EF4-FFF2-40B4-BE49-F238E27FC236}">
                <a16:creationId xmlns:a16="http://schemas.microsoft.com/office/drawing/2014/main" id="{2F26F584-6DA2-450B-A333-B4BF2A21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115050"/>
            <a:ext cx="2990850" cy="5429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8" name="dp42-comparison / n174 / text 1">
            <a:extLst xmlns:a="http://schemas.openxmlformats.org/drawingml/2006/main">
              <a:ext uri="{FF2B5EF4-FFF2-40B4-BE49-F238E27FC236}">
                <a16:creationId xmlns:a16="http://schemas.microsoft.com/office/drawing/2014/main" id="{66335A52-6670-4F19-ACE2-B080576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276975"/>
            <a:ext cx="2819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대화 상태 저장소</a:t>
            </a:r>
          </a:p>
        </p:txBody>
      </p:sp>
      <p:sp>
        <p:nvSpPr>
          <p:cNvPr id="159" name="dp42-comparison / n175">
            <a:extLst xmlns:a="http://schemas.openxmlformats.org/drawingml/2006/main">
              <a:ext uri="{FF2B5EF4-FFF2-40B4-BE49-F238E27FC236}">
                <a16:creationId xmlns:a16="http://schemas.microsoft.com/office/drawing/2014/main" id="{DD23B4B5-29B1-4991-86D0-1BD36A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6115050"/>
            <a:ext cx="3467100" cy="5429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0" name="dp42-comparison / n176 / text 1">
            <a:extLst xmlns:a="http://schemas.openxmlformats.org/drawingml/2006/main">
              <a:ext uri="{FF2B5EF4-FFF2-40B4-BE49-F238E27FC236}">
                <a16:creationId xmlns:a16="http://schemas.microsoft.com/office/drawing/2014/main" id="{DAC59941-197B-4BE5-B619-6383FD74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276975"/>
            <a:ext cx="32956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업무 상태 저장소</a:t>
            </a:r>
          </a:p>
        </p:txBody>
      </p:sp>
      <p:sp>
        <p:nvSpPr>
          <p:cNvPr id="161" name="dp42-comparison / n181 / path">
            <a:extLst xmlns:a="http://schemas.openxmlformats.org/drawingml/2006/main">
              <a:ext uri="{FF2B5EF4-FFF2-40B4-BE49-F238E27FC236}">
                <a16:creationId xmlns:a16="http://schemas.microsoft.com/office/drawing/2014/main" id="{354DF819-6F7E-4F48-8AB3-270DEFD6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943475"/>
            <a:ext cx="953" cy="1171575"/>
          </a:xfrm>
          <a:custGeom xmlns:a="http://schemas.openxmlformats.org/drawingml/2006/main">
            <a:pathLst>
              <a:path w="953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2" name="dp42-comparison / n181 / arrow">
            <a:extLst xmlns:a="http://schemas.openxmlformats.org/drawingml/2006/main">
              <a:ext uri="{FF2B5EF4-FFF2-40B4-BE49-F238E27FC236}">
                <a16:creationId xmlns:a16="http://schemas.microsoft.com/office/drawing/2014/main" id="{0C2CAFA7-E9AE-4A19-BBF5-F3F398D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15" y="59931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3" name="dp42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6055F894-E582-4902-B403-1BB43676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4943475"/>
            <a:ext cx="953" cy="1171575"/>
          </a:xfrm>
          <a:custGeom xmlns:a="http://schemas.openxmlformats.org/drawingml/2006/main">
            <a:pathLst>
              <a:path w="953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4" name="dp42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99821AC8-B81E-4447-9365-E5F90B28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4815" y="59931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5" name="dp42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36558425-2883-40D4-97E5-E03108C3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743450"/>
            <a:ext cx="962025" cy="953"/>
          </a:xfrm>
          <a:custGeom xmlns:a="http://schemas.openxmlformats.org/drawingml/2006/main">
            <a:pathLst>
              <a:path w="962025" h="953">
                <a:moveTo>
                  <a:pt x="0" y="0"/>
                </a:moveTo>
                <a:lnTo>
                  <a:pt x="96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6" name="dp42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A40639E4-6C85-4C76-8B88-53B093D8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305" y="46824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7" name="dp42-comparison / n186 / path">
            <a:extLst xmlns:a="http://schemas.openxmlformats.org/drawingml/2006/main">
              <a:ext uri="{FF2B5EF4-FFF2-40B4-BE49-F238E27FC236}">
                <a16:creationId xmlns:a16="http://schemas.microsoft.com/office/drawing/2014/main" id="{5588A880-B6A2-492E-A4B7-EEEC4D2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943475"/>
            <a:ext cx="2457450" cy="1447800"/>
          </a:xfrm>
          <a:custGeom xmlns:a="http://schemas.openxmlformats.org/drawingml/2006/main">
            <a:pathLst>
              <a:path w="2457450" h="1447800">
                <a:moveTo>
                  <a:pt x="2457450" y="1443038"/>
                </a:moveTo>
                <a:lnTo>
                  <a:pt x="2019300" y="1447800"/>
                </a:lnTo>
                <a:lnTo>
                  <a:pt x="20193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8" name="dp42-comparison / n186 / arrow">
            <a:extLst xmlns:a="http://schemas.openxmlformats.org/drawingml/2006/main">
              <a:ext uri="{FF2B5EF4-FFF2-40B4-BE49-F238E27FC236}">
                <a16:creationId xmlns:a16="http://schemas.microsoft.com/office/drawing/2014/main" id="{05592D64-CFB2-470E-BD1E-4DBBE79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15" y="4943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9" name="dp42-comparison / n193">
            <a:extLst xmlns:a="http://schemas.openxmlformats.org/drawingml/2006/main">
              <a:ext uri="{FF2B5EF4-FFF2-40B4-BE49-F238E27FC236}">
                <a16:creationId xmlns:a16="http://schemas.microsoft.com/office/drawing/2014/main" id="{0AC548AC-F699-4A27-82DB-70B37F39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723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0" name="dp42-comparison / n194 / text 1">
            <a:extLst xmlns:a="http://schemas.openxmlformats.org/drawingml/2006/main">
              <a:ext uri="{FF2B5EF4-FFF2-40B4-BE49-F238E27FC236}">
                <a16:creationId xmlns:a16="http://schemas.microsoft.com/office/drawing/2014/main" id="{38333B10-7130-4EB3-9F1B-36E9B1F4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7046595"/>
            <a:ext cx="1828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</p:txBody>
      </p:sp>
      <p:sp>
        <p:nvSpPr>
          <p:cNvPr id="171" name="dp42-comparison / n195">
            <a:extLst xmlns:a="http://schemas.openxmlformats.org/drawingml/2006/main">
              <a:ext uri="{FF2B5EF4-FFF2-40B4-BE49-F238E27FC236}">
                <a16:creationId xmlns:a16="http://schemas.microsoft.com/office/drawing/2014/main" id="{62AA05FE-465D-4C05-A089-C6195580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972300"/>
            <a:ext cx="2352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2" name="dp42-comparison / n196 / text 1">
            <a:extLst xmlns:a="http://schemas.openxmlformats.org/drawingml/2006/main">
              <a:ext uri="{FF2B5EF4-FFF2-40B4-BE49-F238E27FC236}">
                <a16:creationId xmlns:a16="http://schemas.microsoft.com/office/drawing/2014/main" id="{894E419D-47C1-4568-A3EC-51D63B4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046595"/>
            <a:ext cx="21812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Downstream Agent</a:t>
            </a:r>
          </a:p>
        </p:txBody>
      </p:sp>
      <p:sp>
        <p:nvSpPr>
          <p:cNvPr id="173" name="dp42-comparison / n197">
            <a:extLst xmlns:a="http://schemas.openxmlformats.org/drawingml/2006/main">
              <a:ext uri="{FF2B5EF4-FFF2-40B4-BE49-F238E27FC236}">
                <a16:creationId xmlns:a16="http://schemas.microsoft.com/office/drawing/2014/main" id="{CBA4A9A6-37B3-4291-B709-6EE3677D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972300"/>
            <a:ext cx="1666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4" name="dp42-comparison / n198 / text 1">
            <a:extLst xmlns:a="http://schemas.openxmlformats.org/drawingml/2006/main">
              <a:ext uri="{FF2B5EF4-FFF2-40B4-BE49-F238E27FC236}">
                <a16:creationId xmlns:a16="http://schemas.microsoft.com/office/drawing/2014/main" id="{C28C7A04-4C85-45AB-A97E-89A913BA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7052786"/>
            <a:ext cx="14954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75" name="dp42-comparison / n199 / path">
            <a:extLst xmlns:a="http://schemas.openxmlformats.org/drawingml/2006/main">
              <a:ext uri="{FF2B5EF4-FFF2-40B4-BE49-F238E27FC236}">
                <a16:creationId xmlns:a16="http://schemas.microsoft.com/office/drawing/2014/main" id="{E190EE4F-D7DA-4A3A-A9ED-DA76519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743450"/>
            <a:ext cx="5705475" cy="2419350"/>
          </a:xfrm>
          <a:custGeom xmlns:a="http://schemas.openxmlformats.org/drawingml/2006/main">
            <a:pathLst>
              <a:path w="5705475" h="2419350">
                <a:moveTo>
                  <a:pt x="5438775" y="0"/>
                </a:moveTo>
                <a:lnTo>
                  <a:pt x="5705475" y="0"/>
                </a:lnTo>
                <a:lnTo>
                  <a:pt x="5705475" y="2133600"/>
                </a:lnTo>
                <a:lnTo>
                  <a:pt x="133350" y="2133600"/>
                </a:lnTo>
                <a:lnTo>
                  <a:pt x="133350" y="2419350"/>
                </a:lnTo>
                <a:lnTo>
                  <a:pt x="0" y="24145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6" name="dp42-comparison / n199 / arrow">
            <a:extLst xmlns:a="http://schemas.openxmlformats.org/drawingml/2006/main">
              <a:ext uri="{FF2B5EF4-FFF2-40B4-BE49-F238E27FC236}">
                <a16:creationId xmlns:a16="http://schemas.microsoft.com/office/drawing/2014/main" id="{D23FE6F0-3AE7-45FA-A04A-D7A906C5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01468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24018" y="0"/>
                </a:moveTo>
                <a:lnTo>
                  <a:pt x="0" y="56570"/>
                </a:lnTo>
                <a:lnTo>
                  <a:pt x="119667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7" name="dp42-comparison / n200 / path">
            <a:extLst xmlns:a="http://schemas.openxmlformats.org/drawingml/2006/main">
              <a:ext uri="{FF2B5EF4-FFF2-40B4-BE49-F238E27FC236}">
                <a16:creationId xmlns:a16="http://schemas.microsoft.com/office/drawing/2014/main" id="{2FEA9115-E0D2-4A28-AA69-441F51F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857750"/>
            <a:ext cx="6581775" cy="2114550"/>
          </a:xfrm>
          <a:custGeom xmlns:a="http://schemas.openxmlformats.org/drawingml/2006/main">
            <a:pathLst>
              <a:path w="6581775" h="2114550">
                <a:moveTo>
                  <a:pt x="0" y="2114550"/>
                </a:moveTo>
                <a:lnTo>
                  <a:pt x="0" y="2038350"/>
                </a:lnTo>
                <a:lnTo>
                  <a:pt x="6581775" y="2038350"/>
                </a:lnTo>
                <a:lnTo>
                  <a:pt x="6581775" y="0"/>
                </a:lnTo>
                <a:lnTo>
                  <a:pt x="643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8" name="dp42-comparison / n200 / arrow">
            <a:extLst xmlns:a="http://schemas.openxmlformats.org/drawingml/2006/main">
              <a:ext uri="{FF2B5EF4-FFF2-40B4-BE49-F238E27FC236}">
                <a16:creationId xmlns:a16="http://schemas.microsoft.com/office/drawing/2014/main" id="{C48CF238-B8AE-46E9-A5E7-4B5E564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7967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9" name="dp42-comparison / n201 / path">
            <a:extLst xmlns:a="http://schemas.openxmlformats.org/drawingml/2006/main">
              <a:ext uri="{FF2B5EF4-FFF2-40B4-BE49-F238E27FC236}">
                <a16:creationId xmlns:a16="http://schemas.microsoft.com/office/drawing/2014/main" id="{607A6E45-09BE-4C19-AB89-6BBCD06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081838"/>
            <a:ext cx="923925" cy="953"/>
          </a:xfrm>
          <a:custGeom xmlns:a="http://schemas.openxmlformats.org/drawingml/2006/main">
            <a:pathLst>
              <a:path w="923925" h="953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0" name="dp42-comparison / n201 / arrow">
            <a:extLst xmlns:a="http://schemas.openxmlformats.org/drawingml/2006/main">
              <a:ext uri="{FF2B5EF4-FFF2-40B4-BE49-F238E27FC236}">
                <a16:creationId xmlns:a16="http://schemas.microsoft.com/office/drawing/2014/main" id="{0E938302-8C3E-4F52-A720-D02043D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555" y="70208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1" name="dp42-comparison / n202 / path">
            <a:extLst xmlns:a="http://schemas.openxmlformats.org/drawingml/2006/main">
              <a:ext uri="{FF2B5EF4-FFF2-40B4-BE49-F238E27FC236}">
                <a16:creationId xmlns:a16="http://schemas.microsoft.com/office/drawing/2014/main" id="{C57F4282-FCFE-4EAE-ADD6-AFBEBF9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253288"/>
            <a:ext cx="923925" cy="953"/>
          </a:xfrm>
          <a:custGeom xmlns:a="http://schemas.openxmlformats.org/drawingml/2006/main">
            <a:pathLst>
              <a:path w="923925" h="953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2" name="dp42-comparison / n202 / arrow">
            <a:extLst xmlns:a="http://schemas.openxmlformats.org/drawingml/2006/main">
              <a:ext uri="{FF2B5EF4-FFF2-40B4-BE49-F238E27FC236}">
                <a16:creationId xmlns:a16="http://schemas.microsoft.com/office/drawing/2014/main" id="{ADE32E53-A2AC-4CFA-8CFC-F25406C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9232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83" name="dp42-comparison / n131">
            <a:extLst xmlns:a="http://schemas.openxmlformats.org/drawingml/2006/main">
              <a:ext uri="{FF2B5EF4-FFF2-40B4-BE49-F238E27FC236}">
                <a16:creationId xmlns:a16="http://schemas.microsoft.com/office/drawing/2014/main" id="{94BF36A1-B0A6-481A-9353-28F0A960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49630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p42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AE962721-B132-4C33-8408-6AA41FDB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9825"/>
            <a:ext cx="7810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C1 최초 R1 보고서와 R2 메일 → 후속 R3 “보고서만 상반기로”</a:t>
            </a:r>
          </a:p>
        </p:txBody>
      </p:sp>
      <p:sp>
        <p:nvSpPr>
          <p:cNvPr id="185" name="dp42-comparison / n133">
            <a:extLst xmlns:a="http://schemas.openxmlformats.org/drawingml/2006/main">
              <a:ext uri="{FF2B5EF4-FFF2-40B4-BE49-F238E27FC236}">
                <a16:creationId xmlns:a16="http://schemas.microsoft.com/office/drawing/2014/main" id="{2DB3C4DF-682E-473A-8E0E-C6275C0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p42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A729CF82-627F-44FF-A59F-372A45B3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146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Conversation C1</a:t>
            </a:r>
          </a:p>
        </p:txBody>
      </p:sp>
      <p:sp>
        <p:nvSpPr>
          <p:cNvPr id="187" name="dp42-comparison / n136">
            <a:extLst xmlns:a="http://schemas.openxmlformats.org/drawingml/2006/main">
              <a:ext uri="{FF2B5EF4-FFF2-40B4-BE49-F238E27FC236}">
                <a16:creationId xmlns:a16="http://schemas.microsoft.com/office/drawing/2014/main" id="{93CC03CA-2251-4592-99E0-2024E593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86050"/>
            <a:ext cx="17129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p42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F35C3FD1-E69E-4F50-8C30-CBE415E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9557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기록과 연결 유지</a:t>
            </a:r>
          </a:p>
        </p:txBody>
      </p:sp>
      <p:sp>
        <p:nvSpPr>
          <p:cNvPr id="189" name="dp42-comparison / n138">
            <a:extLst xmlns:a="http://schemas.openxmlformats.org/drawingml/2006/main">
              <a:ext uri="{FF2B5EF4-FFF2-40B4-BE49-F238E27FC236}">
                <a16:creationId xmlns:a16="http://schemas.microsoft.com/office/drawing/2014/main" id="{4A6E4039-52D8-41BB-808E-0C183F78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195453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p42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DE5042FD-894B-46FF-B2D8-2F286A8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R1 / R2 / R3</a:t>
            </a:r>
          </a:p>
        </p:txBody>
      </p:sp>
      <p:sp>
        <p:nvSpPr>
          <p:cNvPr id="191" name="dp42-comparison / n141">
            <a:extLst xmlns:a="http://schemas.openxmlformats.org/drawingml/2006/main">
              <a:ext uri="{FF2B5EF4-FFF2-40B4-BE49-F238E27FC236}">
                <a16:creationId xmlns:a16="http://schemas.microsoft.com/office/drawing/2014/main" id="{29D28751-0068-4C50-8F68-A31D5D5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924175"/>
            <a:ext cx="1481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p42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DC2CB3E5-FD2B-4C38-9F1D-030AC5A0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337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R1 / R2 접수 완료</a:t>
            </a:r>
          </a:p>
        </p:txBody>
      </p:sp>
      <p:sp>
        <p:nvSpPr>
          <p:cNvPr id="193" name="dp42-comparison / n144">
            <a:extLst xmlns:a="http://schemas.openxmlformats.org/drawingml/2006/main">
              <a:ext uri="{FF2B5EF4-FFF2-40B4-BE49-F238E27FC236}">
                <a16:creationId xmlns:a16="http://schemas.microsoft.com/office/drawing/2014/main" id="{5EC1F6DA-B249-4B7C-961D-0ABEEEB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2943225"/>
            <a:ext cx="10393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2-comparison / n145 / text 1">
            <a:extLst xmlns:a="http://schemas.openxmlformats.org/drawingml/2006/main">
              <a:ext uri="{FF2B5EF4-FFF2-40B4-BE49-F238E27FC236}">
                <a16:creationId xmlns:a16="http://schemas.microsoft.com/office/drawing/2014/main" id="{27959ACA-0620-4683-998E-EF512B2B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952750"/>
            <a:ext cx="2066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R3 후속 수정</a:t>
            </a:r>
          </a:p>
        </p:txBody>
      </p:sp>
      <p:sp>
        <p:nvSpPr>
          <p:cNvPr id="195" name="dp42-comparison / n146">
            <a:extLst xmlns:a="http://schemas.openxmlformats.org/drawingml/2006/main">
              <a:ext uri="{FF2B5EF4-FFF2-40B4-BE49-F238E27FC236}">
                <a16:creationId xmlns:a16="http://schemas.microsoft.com/office/drawing/2014/main" id="{C3B8DBF0-32D6-41CC-8F9F-26082AC4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12031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2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D87F78E7-5F61-47F9-AC64-AFF287A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9087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T1 / T2</a:t>
            </a:r>
          </a:p>
        </p:txBody>
      </p:sp>
      <p:sp>
        <p:nvSpPr>
          <p:cNvPr id="197" name="dp42-comparison / n149">
            <a:extLst xmlns:a="http://schemas.openxmlformats.org/drawingml/2006/main">
              <a:ext uri="{FF2B5EF4-FFF2-40B4-BE49-F238E27FC236}">
                <a16:creationId xmlns:a16="http://schemas.microsoft.com/office/drawing/2014/main" id="{6A8ADEC4-DFE3-47F0-B805-B42C2CA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62300"/>
            <a:ext cx="242011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2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C924D050-C132-4576-8D01-142D70B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7182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보고서 T1 수정 / 메일 T2 계속</a:t>
            </a:r>
          </a:p>
        </p:txBody>
      </p:sp>
      <p:sp>
        <p:nvSpPr>
          <p:cNvPr id="199" name="dp42-comparison / n151">
            <a:extLst xmlns:a="http://schemas.openxmlformats.org/drawingml/2006/main">
              <a:ext uri="{FF2B5EF4-FFF2-40B4-BE49-F238E27FC236}">
                <a16:creationId xmlns:a16="http://schemas.microsoft.com/office/drawing/2014/main" id="{941FF686-FBFC-4B63-B4E6-85F7D49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1947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2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5B56D4C7-C049-49CC-9186-34F20FCC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201" name="dp42-comparison / n154">
            <a:extLst xmlns:a="http://schemas.openxmlformats.org/drawingml/2006/main">
              <a:ext uri="{FF2B5EF4-FFF2-40B4-BE49-F238E27FC236}">
                <a16:creationId xmlns:a16="http://schemas.microsoft.com/office/drawing/2014/main" id="{572DAF50-2E4A-46E6-9FFB-D6DD086B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400425"/>
            <a:ext cx="223723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2-comparison / n155 / text 1">
            <a:extLst xmlns:a="http://schemas.openxmlformats.org/drawingml/2006/main">
              <a:ext uri="{FF2B5EF4-FFF2-40B4-BE49-F238E27FC236}">
                <a16:creationId xmlns:a16="http://schemas.microsoft.com/office/drawing/2014/main" id="{5FACA1FA-2BDB-4C59-8542-7904763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09950"/>
            <a:ext cx="35814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T1: X1 종료 → X2 / T2: Y1</a:t>
            </a:r>
          </a:p>
        </p:txBody>
      </p:sp>
      <p:sp>
        <p:nvSpPr>
          <p:cNvPr id="203" name="dp42-comparison / n156">
            <a:extLst xmlns:a="http://schemas.openxmlformats.org/drawingml/2006/main">
              <a:ext uri="{FF2B5EF4-FFF2-40B4-BE49-F238E27FC236}">
                <a16:creationId xmlns:a16="http://schemas.microsoft.com/office/drawing/2014/main" id="{38986244-51C4-47CD-917F-AD65D03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57600"/>
            <a:ext cx="68180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2-comparison / n157 / text 1">
            <a:extLst xmlns:a="http://schemas.openxmlformats.org/drawingml/2006/main">
              <a:ext uri="{FF2B5EF4-FFF2-40B4-BE49-F238E27FC236}">
                <a16:creationId xmlns:a16="http://schemas.microsoft.com/office/drawing/2014/main" id="{7268A6F3-A0DD-43F6-820B-0C172551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671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질문 Q1</a:t>
            </a:r>
          </a:p>
        </p:txBody>
      </p:sp>
      <p:sp>
        <p:nvSpPr>
          <p:cNvPr id="205" name="dp42-comparison / n159">
            <a:extLst xmlns:a="http://schemas.openxmlformats.org/drawingml/2006/main">
              <a:ext uri="{FF2B5EF4-FFF2-40B4-BE49-F238E27FC236}">
                <a16:creationId xmlns:a16="http://schemas.microsoft.com/office/drawing/2014/main" id="{AF2BEE68-19B5-4C44-90C5-055B626B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638550"/>
            <a:ext cx="1914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2-comparison / n160 / text 1">
            <a:extLst xmlns:a="http://schemas.openxmlformats.org/drawingml/2006/main">
              <a:ext uri="{FF2B5EF4-FFF2-40B4-BE49-F238E27FC236}">
                <a16:creationId xmlns:a16="http://schemas.microsoft.com/office/drawing/2014/main" id="{05BDF86F-CB4F-49AF-B3FB-0669DA35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48075"/>
            <a:ext cx="2019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제시 → 답변 연결 → 해소</a:t>
            </a:r>
          </a:p>
        </p:txBody>
      </p:sp>
      <p:sp>
        <p:nvSpPr>
          <p:cNvPr id="207" name="dp42-comparison / n165">
            <a:extLst xmlns:a="http://schemas.openxmlformats.org/drawingml/2006/main">
              <a:ext uri="{FF2B5EF4-FFF2-40B4-BE49-F238E27FC236}">
                <a16:creationId xmlns:a16="http://schemas.microsoft.com/office/drawing/2014/main" id="{0A2866D5-1E92-49E1-ADBE-E2BDA96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181475"/>
            <a:ext cx="11673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p42-comparison / n166 / text 1">
            <a:extLst xmlns:a="http://schemas.openxmlformats.org/drawingml/2006/main">
              <a:ext uri="{FF2B5EF4-FFF2-40B4-BE49-F238E27FC236}">
                <a16:creationId xmlns:a16="http://schemas.microsoft.com/office/drawing/2014/main" id="{E0EC6CB4-5AC8-4D44-9E99-B0F962F1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0"/>
            <a:ext cx="1638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독립 실행 경계</a:t>
            </a:r>
          </a:p>
        </p:txBody>
      </p:sp>
      <p:sp>
        <p:nvSpPr>
          <p:cNvPr id="209" name="dp42-comparison / n167">
            <a:extLst xmlns:a="http://schemas.openxmlformats.org/drawingml/2006/main">
              <a:ext uri="{FF2B5EF4-FFF2-40B4-BE49-F238E27FC236}">
                <a16:creationId xmlns:a16="http://schemas.microsoft.com/office/drawing/2014/main" id="{0D51365C-304B-48B8-A1DB-C9D91B99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181475"/>
            <a:ext cx="11673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p42-comparison / n168 / text 1">
            <a:extLst xmlns:a="http://schemas.openxmlformats.org/drawingml/2006/main">
              <a:ext uri="{FF2B5EF4-FFF2-40B4-BE49-F238E27FC236}">
                <a16:creationId xmlns:a16="http://schemas.microsoft.com/office/drawing/2014/main" id="{3C9CD3BE-7406-4B4F-9ED5-F84138F5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191000"/>
            <a:ext cx="18954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독립 실행 경계</a:t>
            </a:r>
          </a:p>
        </p:txBody>
      </p:sp>
      <p:sp>
        <p:nvSpPr>
          <p:cNvPr id="211" name="dp42-comparison / n177">
            <a:extLst xmlns:a="http://schemas.openxmlformats.org/drawingml/2006/main">
              <a:ext uri="{FF2B5EF4-FFF2-40B4-BE49-F238E27FC236}">
                <a16:creationId xmlns:a16="http://schemas.microsoft.com/office/drawing/2014/main" id="{11E5BE7D-0120-4986-AC75-4DD799B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29200"/>
            <a:ext cx="19027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p42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5FD27981-C16D-4A56-AAF6-7326E4DA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38725"/>
            <a:ext cx="29337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C1 / R1~R3 / Q1 연결</a:t>
            </a:r>
          </a:p>
        </p:txBody>
      </p:sp>
      <p:sp>
        <p:nvSpPr>
          <p:cNvPr id="213" name="dp42-comparison / n179">
            <a:extLst xmlns:a="http://schemas.openxmlformats.org/drawingml/2006/main">
              <a:ext uri="{FF2B5EF4-FFF2-40B4-BE49-F238E27FC236}">
                <a16:creationId xmlns:a16="http://schemas.microsoft.com/office/drawing/2014/main" id="{4C6FDA1B-EF21-4C75-8B0D-45A6BAFE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029200"/>
            <a:ext cx="242411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2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982D342E-FA9F-49C6-9CF3-F64C45B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038725"/>
            <a:ext cx="3286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T1 / T2 / Q1 / command ID</a:t>
            </a:r>
          </a:p>
        </p:txBody>
      </p:sp>
      <p:sp>
        <p:nvSpPr>
          <p:cNvPr id="215" name="dp42-comparison / n184">
            <a:extLst xmlns:a="http://schemas.openxmlformats.org/drawingml/2006/main">
              <a:ext uri="{FF2B5EF4-FFF2-40B4-BE49-F238E27FC236}">
                <a16:creationId xmlns:a16="http://schemas.microsoft.com/office/drawing/2014/main" id="{B06F4BB9-0189-4DB8-A1BC-BB7B413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448175"/>
            <a:ext cx="58788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2-comparison / n185 / text 1">
            <a:extLst xmlns:a="http://schemas.openxmlformats.org/drawingml/2006/main">
              <a:ext uri="{FF2B5EF4-FFF2-40B4-BE49-F238E27FC236}">
                <a16:creationId xmlns:a16="http://schemas.microsoft.com/office/drawing/2014/main" id="{5FE5AEEE-2A4A-4109-878F-4D631E6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4457700"/>
            <a:ext cx="1162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1 명령</a:t>
            </a:r>
          </a:p>
        </p:txBody>
      </p:sp>
      <p:sp>
        <p:nvSpPr>
          <p:cNvPr id="217" name="dp42-comparison / n187">
            <a:extLst xmlns:a="http://schemas.openxmlformats.org/drawingml/2006/main">
              <a:ext uri="{FF2B5EF4-FFF2-40B4-BE49-F238E27FC236}">
                <a16:creationId xmlns:a16="http://schemas.microsoft.com/office/drawing/2014/main" id="{121CC4B5-383A-4FB7-B0F9-8A615380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381625"/>
            <a:ext cx="2287905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2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96A47774-2F22-4DD3-8616-A128D37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5391150"/>
            <a:ext cx="32575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업무의 로컬 접수와 확정</a:t>
            </a:r>
          </a:p>
        </p:txBody>
      </p:sp>
      <p:sp>
        <p:nvSpPr>
          <p:cNvPr id="219" name="dp42-comparison / n189">
            <a:extLst xmlns:a="http://schemas.openxmlformats.org/drawingml/2006/main">
              <a:ext uri="{FF2B5EF4-FFF2-40B4-BE49-F238E27FC236}">
                <a16:creationId xmlns:a16="http://schemas.microsoft.com/office/drawing/2014/main" id="{0BCCA884-7F68-430D-AD3C-CE7CBAF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00700"/>
            <a:ext cx="2174748" cy="407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2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7344ED68-CC97-42FE-AD44-128177A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61022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3 내부 접수의 대화 반영</a:t>
            </a:r>
          </a:p>
        </p:txBody>
      </p:sp>
      <p:sp>
        <p:nvSpPr>
          <p:cNvPr id="221" name="dp42-comparison / n190 / text 2">
            <a:extLst xmlns:a="http://schemas.openxmlformats.org/drawingml/2006/main">
              <a:ext uri="{FF2B5EF4-FFF2-40B4-BE49-F238E27FC236}">
                <a16:creationId xmlns:a16="http://schemas.microsoft.com/office/drawing/2014/main" id="{C4D3F83A-5475-400E-90CA-8E98644D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80453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같은 command ID의 재시도</a:t>
            </a:r>
          </a:p>
        </p:txBody>
      </p:sp>
      <p:sp>
        <p:nvSpPr>
          <p:cNvPr id="222" name="dp42-comparison / n191">
            <a:extLst xmlns:a="http://schemas.openxmlformats.org/drawingml/2006/main">
              <a:ext uri="{FF2B5EF4-FFF2-40B4-BE49-F238E27FC236}">
                <a16:creationId xmlns:a16="http://schemas.microsoft.com/office/drawing/2014/main" id="{BAAA78BE-E3F0-48CD-8633-AA6DCF6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5791200"/>
            <a:ext cx="2243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p42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9761ACB5-AB9C-4E75-BEC0-33B1251E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800725"/>
            <a:ext cx="33909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Agent 접수와 별도 사실</a:t>
            </a:r>
          </a:p>
        </p:txBody>
      </p:sp>
      <p:sp>
        <p:nvSpPr>
          <p:cNvPr id="224" name="dp42-comparison / n203">
            <a:extLst xmlns:a="http://schemas.openxmlformats.org/drawingml/2006/main">
              <a:ext uri="{FF2B5EF4-FFF2-40B4-BE49-F238E27FC236}">
                <a16:creationId xmlns:a16="http://schemas.microsoft.com/office/drawing/2014/main" id="{4313E032-7F9C-4144-8243-D399FA2D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8961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p42-comparison / n204 / text 1">
            <a:extLst xmlns:a="http://schemas.openxmlformats.org/drawingml/2006/main">
              <a:ext uri="{FF2B5EF4-FFF2-40B4-BE49-F238E27FC236}">
                <a16:creationId xmlns:a16="http://schemas.microsoft.com/office/drawing/2014/main" id="{222733E1-3663-490A-AFF5-C64FA01E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90562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226" name="dp42-comparison / n205">
            <a:extLst xmlns:a="http://schemas.openxmlformats.org/drawingml/2006/main">
              <a:ext uri="{FF2B5EF4-FFF2-40B4-BE49-F238E27FC236}">
                <a16:creationId xmlns:a16="http://schemas.microsoft.com/office/drawing/2014/main" id="{3E97FED4-2D23-4D95-A919-589C3B3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334250"/>
            <a:ext cx="244449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p42-comparison / n206 / text 1">
            <a:extLst xmlns:a="http://schemas.openxmlformats.org/drawingml/2006/main">
              <a:ext uri="{FF2B5EF4-FFF2-40B4-BE49-F238E27FC236}">
                <a16:creationId xmlns:a16="http://schemas.microsoft.com/office/drawing/2014/main" id="{E1446994-C80F-4386-9624-10F395AA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343775"/>
            <a:ext cx="3619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 / X1 질문 / X2 결과</a:t>
            </a:r>
          </a:p>
        </p:txBody>
      </p:sp>
      <p:sp>
        <p:nvSpPr>
          <p:cNvPr id="228" name="dp42-comparison / n207">
            <a:extLst xmlns:a="http://schemas.openxmlformats.org/drawingml/2006/main">
              <a:ext uri="{FF2B5EF4-FFF2-40B4-BE49-F238E27FC236}">
                <a16:creationId xmlns:a16="http://schemas.microsoft.com/office/drawing/2014/main" id="{8FCCC723-7F82-4DD0-9E3F-BB25B56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7343775"/>
            <a:ext cx="1152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p42-comparison / n208 / text 1">
            <a:extLst xmlns:a="http://schemas.openxmlformats.org/drawingml/2006/main">
              <a:ext uri="{FF2B5EF4-FFF2-40B4-BE49-F238E27FC236}">
                <a16:creationId xmlns:a16="http://schemas.microsoft.com/office/drawing/2014/main" id="{555F5BC3-5D97-4E5B-B224-6FF644D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73533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</a:t>
            </a:r>
          </a:p>
        </p:txBody>
      </p:sp>
      <p:sp>
        <p:nvSpPr>
          <p:cNvPr id="230" name="dp42-comparison / n209">
            <a:extLst xmlns:a="http://schemas.openxmlformats.org/drawingml/2006/main">
              <a:ext uri="{FF2B5EF4-FFF2-40B4-BE49-F238E27FC236}">
                <a16:creationId xmlns:a16="http://schemas.microsoft.com/office/drawing/2014/main" id="{2E323E10-7BFE-47B6-A55B-52FB9B4F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6800850"/>
            <a:ext cx="12420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p42-comparison / n210 / text 1">
            <a:extLst xmlns:a="http://schemas.openxmlformats.org/drawingml/2006/main">
              <a:ext uri="{FF2B5EF4-FFF2-40B4-BE49-F238E27FC236}">
                <a16:creationId xmlns:a16="http://schemas.microsoft.com/office/drawing/2014/main" id="{69542BCC-7A6C-4FB6-915F-8A1D389D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810375"/>
            <a:ext cx="2190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업무 서비스 소속</a:t>
            </a:r>
          </a:p>
        </p:txBody>
      </p:sp>
    </p:spTree>
    <p:extLst>
      <p:ext uri="{BB962C8B-B14F-4D97-AF65-F5344CB8AC3E}">
        <p14:creationId xmlns:p14="http://schemas.microsoft.com/office/powerpoint/2010/main" val="582895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dp43-background / n1">
            <a:extLst xmlns:a="http://schemas.openxmlformats.org/drawingml/2006/main">
              <a:ext uri="{FF2B5EF4-FFF2-40B4-BE49-F238E27FC236}">
                <a16:creationId xmlns:a16="http://schemas.microsoft.com/office/drawing/2014/main" id="{1C3F0BA1-04FB-488F-A13E-71B20B7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3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B0BB050C-F73E-456D-8B54-EC2CBC37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3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25E33868-4AD6-4F81-B726-032B1B96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04-43</a:t>
            </a:r>
          </a:p>
        </p:txBody>
      </p:sp>
      <p:sp>
        <p:nvSpPr>
          <p:cNvPr id="4" name="dp43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DA9D0980-B055-4DC4-A508-8023747B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04-43. 기능 정확성을 위한 VIA Request 의미 판단 설계</a:t>
            </a:r>
          </a:p>
        </p:txBody>
      </p:sp>
      <p:sp>
        <p:nvSpPr>
          <p:cNvPr id="5" name="dp43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7D36BE27-3591-4419-87FC-D4685E5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3-background / n6">
            <a:extLst xmlns:a="http://schemas.openxmlformats.org/drawingml/2006/main">
              <a:ext uri="{FF2B5EF4-FFF2-40B4-BE49-F238E27FC236}">
                <a16:creationId xmlns:a16="http://schemas.microsoft.com/office/drawing/2014/main" id="{27F871BF-EFCE-4FC9-BB8E-1F160EC8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3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7B11054E-CB21-44D2-AC82-C261D7B5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정정에 따른 관련 참조 오류와 기존 조건 누락 위험</a:t>
            </a:r>
          </a:p>
        </p:txBody>
      </p:sp>
      <p:sp>
        <p:nvSpPr>
          <p:cNvPr id="8" name="dp43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E5238B2D-BBC6-4919-BF52-810E7DB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3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5458452B-A429-4344-AC10-081BECF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3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5F06329A-3684-42ED-890D-BC05E7A6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3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3548E38E-2C54-4A0B-8283-694D2B36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3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BDF9B584-955B-4C8B-BFD8-63027C8E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연관된 의미 판단의 생산 책임과 조정 방식 설계</a:t>
            </a:r>
          </a:p>
        </p:txBody>
      </p:sp>
      <p:sp>
        <p:nvSpPr>
          <p:cNvPr id="13" name="dp43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F918681E-22CC-49BD-9FA3-048753C6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기능 지원 범위 / 변경 용이성</a:t>
            </a:r>
          </a:p>
        </p:txBody>
      </p:sp>
      <p:sp>
        <p:nvSpPr>
          <p:cNvPr id="14" name="dp43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4982E2C0-115D-48DF-883B-4A568481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3-background / n15">
            <a:extLst xmlns:a="http://schemas.openxmlformats.org/drawingml/2006/main">
              <a:ext uri="{FF2B5EF4-FFF2-40B4-BE49-F238E27FC236}">
                <a16:creationId xmlns:a16="http://schemas.microsoft.com/office/drawing/2014/main" id="{5E4CBFFA-5C3A-45DC-B258-B3CD7C1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143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p43-background / n16">
            <a:extLst xmlns:a="http://schemas.openxmlformats.org/drawingml/2006/main">
              <a:ext uri="{FF2B5EF4-FFF2-40B4-BE49-F238E27FC236}">
                <a16:creationId xmlns:a16="http://schemas.microsoft.com/office/drawing/2014/main" id="{808E3FE5-9C21-442E-8D92-044320F2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49720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p43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E33EEB9E-34EA-402B-9519-78F4CC66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진행 중인 두 Task의 조건 지정</a:t>
            </a:r>
          </a:p>
        </p:txBody>
      </p:sp>
      <p:sp>
        <p:nvSpPr>
          <p:cNvPr id="18" name="dp43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5B3A2F59-7EAB-409E-ABE9-F5DAD1A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4762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PDF로, 메일에는</a:t>
            </a:r>
          </a:p>
        </p:txBody>
      </p:sp>
      <p:sp>
        <p:nvSpPr>
          <p:cNvPr id="19" name="dp43-background / n18 / text 2">
            <a:extLst xmlns:a="http://schemas.openxmlformats.org/drawingml/2006/main">
              <a:ext uri="{FF2B5EF4-FFF2-40B4-BE49-F238E27FC236}">
                <a16:creationId xmlns:a16="http://schemas.microsoft.com/office/drawing/2014/main" id="{AEEFF921-596E-4602-A005-C9404F2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62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그 보고서의 결론을 넣어줘.”</a:t>
            </a:r>
          </a:p>
        </p:txBody>
      </p:sp>
      <p:sp>
        <p:nvSpPr>
          <p:cNvPr id="20" name="dp43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F70893C8-E752-4BC1-9A35-7291EDF1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76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/ PDF 조건과 메일 내용</a:t>
            </a:r>
          </a:p>
        </p:txBody>
      </p:sp>
      <p:sp>
        <p:nvSpPr>
          <p:cNvPr id="21" name="dp43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E8E11094-B9B3-405D-B1C0-C1C5982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4591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잠시 뒤 / 메일 내용 정정</a:t>
            </a:r>
          </a:p>
        </p:txBody>
      </p:sp>
      <p:sp>
        <p:nvSpPr>
          <p:cNvPr id="22" name="dp43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3B970818-AAD4-4CA8-8215-B73204DB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45910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“메일에는 결론 대신</a:t>
            </a:r>
          </a:p>
        </p:txBody>
      </p:sp>
      <p:sp>
        <p:nvSpPr>
          <p:cNvPr id="23" name="dp43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38C3DF4D-BEE7-454A-9AC5-998738E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5910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표만 넣어줘.”</a:t>
            </a:r>
          </a:p>
        </p:txBody>
      </p:sp>
      <p:sp>
        <p:nvSpPr>
          <p:cNvPr id="24" name="dp43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862D8AB8-8498-4C2C-85E9-DEBFBB99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45910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/ 메일 내용 교체</a:t>
            </a:r>
          </a:p>
        </p:txBody>
      </p:sp>
      <p:sp>
        <p:nvSpPr>
          <p:cNvPr id="25" name="dp43-background / n23 / path">
            <a:extLst xmlns:a="http://schemas.openxmlformats.org/drawingml/2006/main">
              <a:ext uri="{FF2B5EF4-FFF2-40B4-BE49-F238E27FC236}">
                <a16:creationId xmlns:a16="http://schemas.microsoft.com/office/drawing/2014/main" id="{0FBDDADA-C76C-49C3-B5A6-72EEBCED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28600" cy="953"/>
          </a:xfrm>
          <a:custGeom xmlns:a="http://schemas.openxmlformats.org/drawingml/2006/main"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6" name="dp43-background / n23 / arrow">
            <a:extLst xmlns:a="http://schemas.openxmlformats.org/drawingml/2006/main">
              <a:ext uri="{FF2B5EF4-FFF2-40B4-BE49-F238E27FC236}">
                <a16:creationId xmlns:a16="http://schemas.microsoft.com/office/drawing/2014/main" id="{F57DBCAD-60F0-498E-93CE-7F38359B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32346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7" name="dp43-background / n24">
            <a:extLst xmlns:a="http://schemas.openxmlformats.org/drawingml/2006/main">
              <a:ext uri="{FF2B5EF4-FFF2-40B4-BE49-F238E27FC236}">
                <a16:creationId xmlns:a16="http://schemas.microsoft.com/office/drawing/2014/main" id="{A39115F4-21D2-4F74-A73C-50B7E390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1943100"/>
          </a:xfrm>
          <a:custGeom xmlns:a="http://schemas.openxmlformats.org/drawingml/2006/main">
            <a:pathLst>
              <a:path w="2857500" h="1943100">
                <a:moveTo>
                  <a:pt x="0" y="0"/>
                </a:moveTo>
                <a:lnTo>
                  <a:pt x="2686050" y="0"/>
                </a:lnTo>
                <a:lnTo>
                  <a:pt x="2857500" y="171450"/>
                </a:lnTo>
                <a:lnTo>
                  <a:pt x="2857500" y="1943100"/>
                </a:lnTo>
                <a:lnTo>
                  <a:pt x="0" y="1943100"/>
                </a:lnTo>
                <a:close/>
              </a:path>
            </a:pathLst>
          </a:custGeom>
          <a:solidFill xmlns:a="http://schemas.openxmlformats.org/drawingml/2006/main">
            <a:srgbClr val="F3F7F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8" name="dp43-background / n24 / fold">
            <a:extLst xmlns:a="http://schemas.openxmlformats.org/drawingml/2006/main">
              <a:ext uri="{FF2B5EF4-FFF2-40B4-BE49-F238E27FC236}">
                <a16:creationId xmlns:a16="http://schemas.microsoft.com/office/drawing/2014/main" id="{0563F6FF-6C1D-4616-9A67-8238C38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9" name="dp43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810C1AC0-BE1B-4069-91A8-4301748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24765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Task</a:t>
            </a:r>
          </a:p>
        </p:txBody>
      </p:sp>
      <p:sp>
        <p:nvSpPr>
          <p:cNvPr id="30" name="dp43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228A9345-A344-404D-B373-25903CB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24765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PDF 조건 유지</a:t>
            </a:r>
          </a:p>
        </p:txBody>
      </p:sp>
      <p:sp>
        <p:nvSpPr>
          <p:cNvPr id="31" name="dp43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D53911A0-6AE9-4F47-B8BB-126A2F5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4765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결과 / 결론과 표</a:t>
            </a:r>
          </a:p>
        </p:txBody>
      </p:sp>
      <p:sp>
        <p:nvSpPr>
          <p:cNvPr id="32" name="dp43-background / n28">
            <a:extLst xmlns:a="http://schemas.openxmlformats.org/drawingml/2006/main">
              <a:ext uri="{FF2B5EF4-FFF2-40B4-BE49-F238E27FC236}">
                <a16:creationId xmlns:a16="http://schemas.microsoft.com/office/drawing/2014/main" id="{028095C6-41C5-4A69-ABC6-2FF20D3B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019550" cy="1943100"/>
          </a:xfrm>
          <a:custGeom xmlns:a="http://schemas.openxmlformats.org/drawingml/2006/main">
            <a:pathLst>
              <a:path w="4019550" h="1943100">
                <a:moveTo>
                  <a:pt x="0" y="0"/>
                </a:moveTo>
                <a:lnTo>
                  <a:pt x="3848100" y="0"/>
                </a:lnTo>
                <a:lnTo>
                  <a:pt x="4019550" y="171450"/>
                </a:lnTo>
                <a:lnTo>
                  <a:pt x="4019550" y="1943100"/>
                </a:lnTo>
                <a:lnTo>
                  <a:pt x="0" y="1943100"/>
                </a:lnTo>
                <a:close/>
              </a:path>
            </a:pathLst>
          </a:custGeom>
          <a:solidFill xmlns:a="http://schemas.openxmlformats.org/drawingml/2006/main">
            <a:srgbClr val="F3F6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33" name="dp43-background / n28 / fold">
            <a:extLst xmlns:a="http://schemas.openxmlformats.org/drawingml/2006/main">
              <a:ext uri="{FF2B5EF4-FFF2-40B4-BE49-F238E27FC236}">
                <a16:creationId xmlns:a16="http://schemas.microsoft.com/office/drawing/2014/main" id="{8035911C-4DD0-40F3-9E27-5710AE9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3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34" name="dp43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3F9A1543-6C00-4AB3-941C-B3BDB4F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57725"/>
            <a:ext cx="36385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35" name="dp43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E058559D-7699-4809-BE64-6BD2C3A3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14925"/>
            <a:ext cx="36385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기존 / 보고서 결론</a:t>
            </a:r>
          </a:p>
        </p:txBody>
      </p:sp>
      <p:sp>
        <p:nvSpPr>
          <p:cNvPr id="36" name="dp43-background / n31 / path">
            <a:extLst xmlns:a="http://schemas.openxmlformats.org/drawingml/2006/main">
              <a:ext uri="{FF2B5EF4-FFF2-40B4-BE49-F238E27FC236}">
                <a16:creationId xmlns:a16="http://schemas.microsoft.com/office/drawing/2014/main" id="{DBE98FF1-5905-413B-B398-F4FE4C3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67325"/>
            <a:ext cx="1666875" cy="953"/>
          </a:xfrm>
          <a:custGeom xmlns:a="http://schemas.openxmlformats.org/drawingml/2006/main">
            <a:pathLst>
              <a:path w="1666875" h="953">
                <a:moveTo>
                  <a:pt x="0" y="0"/>
                </a:moveTo>
                <a:lnTo>
                  <a:pt x="166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37" name="dp43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261C6EAD-7EC2-4898-AE8C-2B41811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62625"/>
            <a:ext cx="3638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같은 보고서의 표만 사용</a:t>
            </a:r>
          </a:p>
        </p:txBody>
      </p:sp>
      <p:sp>
        <p:nvSpPr>
          <p:cNvPr id="38" name="dp43-background / n33 / path">
            <a:extLst xmlns:a="http://schemas.openxmlformats.org/drawingml/2006/main">
              <a:ext uri="{FF2B5EF4-FFF2-40B4-BE49-F238E27FC236}">
                <a16:creationId xmlns:a16="http://schemas.microsoft.com/office/drawing/2014/main" id="{BCF6BF12-FF36-4ABE-AEAC-C91AF1C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05450"/>
            <a:ext cx="3333750" cy="953"/>
          </a:xfrm>
          <a:custGeom xmlns:a="http://schemas.openxmlformats.org/drawingml/2006/main">
            <a:pathLst>
              <a:path w="3333750" h="953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39" name="dp43-background / n33 / arrow">
            <a:extLst xmlns:a="http://schemas.openxmlformats.org/drawingml/2006/main">
              <a:ext uri="{FF2B5EF4-FFF2-40B4-BE49-F238E27FC236}">
                <a16:creationId xmlns:a16="http://schemas.microsoft.com/office/drawing/2014/main" id="{19EEA388-405A-4AAB-82F1-9474B83A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54140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087E8B"/>
            </a:solidFill>
            <a:prstDash val="solid"/>
          </a:ln>
        </p:spPr>
      </p:sp>
      <p:sp>
        <p:nvSpPr>
          <p:cNvPr id="40" name="dp43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F0F61E1F-5DEC-494B-897F-A5AEDBFF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14875"/>
            <a:ext cx="30670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메일의 보고서 참조 변경</a:t>
            </a:r>
          </a:p>
        </p:txBody>
      </p:sp>
      <p:sp>
        <p:nvSpPr>
          <p:cNvPr id="41" name="dp43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7AB5531B-AAF9-433C-B353-799113D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962650"/>
            <a:ext cx="30670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결과 준비 후 사용</a:t>
            </a:r>
          </a:p>
        </p:txBody>
      </p:sp>
      <p:sp>
        <p:nvSpPr>
          <p:cNvPr id="42" name="dp43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9C73DA9A-90D9-41AB-89AC-D7C7BF51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057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시 함께 맞춰야 할 판단</a:t>
            </a:r>
          </a:p>
        </p:txBody>
      </p:sp>
      <p:sp>
        <p:nvSpPr>
          <p:cNvPr id="43" name="dp43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ACDC01EA-6E8E-4EA7-9646-3A8471E8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Referent</a:t>
            </a:r>
          </a:p>
        </p:txBody>
      </p:sp>
      <p:sp>
        <p:nvSpPr>
          <p:cNvPr id="44" name="dp43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2FFD5D37-54B9-47C7-A168-2A607C67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같은 보고서의 표</a:t>
            </a:r>
          </a:p>
        </p:txBody>
      </p:sp>
      <p:sp>
        <p:nvSpPr>
          <p:cNvPr id="45" name="dp43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7FA7D2DB-78F0-42D8-95CD-07FA40E8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Association</a:t>
            </a:r>
          </a:p>
        </p:txBody>
      </p:sp>
      <p:sp>
        <p:nvSpPr>
          <p:cNvPr id="46" name="dp43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F6988305-8A92-4A2B-A82B-1883693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47" name="dp43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E29B9894-91D2-442B-A9EF-F24B1856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범위</a:t>
            </a:r>
          </a:p>
        </p:txBody>
      </p:sp>
      <p:sp>
        <p:nvSpPr>
          <p:cNvPr id="48" name="dp43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804C3592-15BE-400A-A619-B96ABA3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내용만 교체</a:t>
            </a:r>
          </a:p>
        </p:txBody>
      </p:sp>
      <p:sp>
        <p:nvSpPr>
          <p:cNvPr id="49" name="dp43-background / n43 / path">
            <a:extLst xmlns:a="http://schemas.openxmlformats.org/drawingml/2006/main">
              <a:ext uri="{FF2B5EF4-FFF2-40B4-BE49-F238E27FC236}">
                <a16:creationId xmlns:a16="http://schemas.microsoft.com/office/drawing/2014/main" id="{2ECCAD5C-6504-4F9D-9C95-6ADC12F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800975"/>
            <a:ext cx="419100" cy="953"/>
          </a:xfrm>
          <a:custGeom xmlns:a="http://schemas.openxmlformats.org/drawingml/2006/main">
            <a:pathLst>
              <a:path w="419100" h="953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50" name="dp43-background / n44 / path">
            <a:extLst xmlns:a="http://schemas.openxmlformats.org/drawingml/2006/main">
              <a:ext uri="{FF2B5EF4-FFF2-40B4-BE49-F238E27FC236}">
                <a16:creationId xmlns:a16="http://schemas.microsoft.com/office/drawing/2014/main" id="{EBBFFFE6-776F-4BD2-9B36-C05C641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800975"/>
            <a:ext cx="438150" cy="953"/>
          </a:xfrm>
          <a:custGeom xmlns:a="http://schemas.openxmlformats.org/drawingml/2006/main">
            <a:pathLst>
              <a:path w="438150" h="953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51" name="dp43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D2CF120A-494A-42C8-9153-19C65E8B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의도와 처리 방향</a:t>
            </a:r>
          </a:p>
        </p:txBody>
      </p:sp>
      <p:sp>
        <p:nvSpPr>
          <p:cNvPr id="52" name="dp43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31B5E0C1-FB2D-47EE-815A-6120D6FF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요청 목표와 Delegation 및 자료 대기의 판단</a:t>
            </a:r>
          </a:p>
        </p:txBody>
      </p:sp>
      <p:sp>
        <p:nvSpPr>
          <p:cNvPr id="53" name="dp43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541E0EBD-F58C-4FEA-9DE1-F69D3A90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Referent와 Task Association</a:t>
            </a:r>
          </a:p>
        </p:txBody>
      </p:sp>
      <p:sp>
        <p:nvSpPr>
          <p:cNvPr id="54" name="dp43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AB108A70-98D8-49AD-B47D-BE60E10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자료와 관련 Task 및 결과 사용 관계의 일치</a:t>
            </a:r>
          </a:p>
        </p:txBody>
      </p:sp>
      <p:sp>
        <p:nvSpPr>
          <p:cNvPr id="55" name="dp43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3CF65620-EC77-437B-80FB-8A3DA579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정정 범위와 기존 조건</a:t>
            </a:r>
          </a:p>
        </p:txBody>
      </p:sp>
      <p:sp>
        <p:nvSpPr>
          <p:cNvPr id="56" name="dp43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3FC8BFC5-6732-45D6-A514-387C9938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메일 내용만 교체하고 PDF 조건 유지</a:t>
            </a:r>
          </a:p>
        </p:txBody>
      </p:sp>
    </p:spTree>
    <p:extLst>
      <p:ext uri="{BB962C8B-B14F-4D97-AF65-F5344CB8AC3E}">
        <p14:creationId xmlns:p14="http://schemas.microsoft.com/office/powerpoint/2010/main" val="870779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dp43-comparison / n1">
            <a:extLst xmlns:a="http://schemas.openxmlformats.org/drawingml/2006/main">
              <a:ext uri="{FF2B5EF4-FFF2-40B4-BE49-F238E27FC236}">
                <a16:creationId xmlns:a16="http://schemas.microsoft.com/office/drawing/2014/main" id="{752C11FE-9CE4-4038-AD75-C88E25C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3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5649D3D5-54C7-45FC-9D03-B20D39A6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3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BBE287E1-5700-43DA-A202-2927C26B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3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D72DCAC6-573C-4D33-9951-58DC6A43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04-43. 기능 정확성을 위한 VIA Request 의미 판단 설계</a:t>
            </a:r>
          </a:p>
        </p:txBody>
      </p:sp>
      <p:sp>
        <p:nvSpPr>
          <p:cNvPr id="5" name="dp43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E894549A-A098-414B-B0E4-B7CD22F9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3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583477BC-CB32-414D-B08C-141568BF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PDF로, 메일에는 결론을 넣어줘.” → “메일에는 결론 대신 표만 넣어줘.”</a:t>
            </a:r>
          </a:p>
        </p:txBody>
      </p:sp>
      <p:sp>
        <p:nvSpPr>
          <p:cNvPr id="7" name="dp43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FC14E3F0-5C6C-432B-A0C3-1C565DC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3-comparison / n8">
            <a:extLst xmlns:a="http://schemas.openxmlformats.org/drawingml/2006/main">
              <a:ext uri="{FF2B5EF4-FFF2-40B4-BE49-F238E27FC236}">
                <a16:creationId xmlns:a16="http://schemas.microsoft.com/office/drawing/2014/main" id="{CD2F886E-8A6B-44BD-B507-6692B65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3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43398CAC-FA2F-4732-A83B-F4E0C60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3-comparison / n10">
            <a:extLst xmlns:a="http://schemas.openxmlformats.org/drawingml/2006/main">
              <a:ext uri="{FF2B5EF4-FFF2-40B4-BE49-F238E27FC236}">
                <a16:creationId xmlns:a16="http://schemas.microsoft.com/office/drawing/2014/main" id="{AC6B799B-1F9D-4C1B-BFD8-FAA824C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3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F4CCECAA-1412-49F9-8E78-71E5656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3-comparison / n12">
            <a:extLst xmlns:a="http://schemas.openxmlformats.org/drawingml/2006/main">
              <a:ext uri="{FF2B5EF4-FFF2-40B4-BE49-F238E27FC236}">
                <a16:creationId xmlns:a16="http://schemas.microsoft.com/office/drawing/2014/main" id="{6BACCEC2-77D1-4BBA-8FC2-0C52A82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3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21E99072-3B0F-4A88-BDA4-74D9912F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3-comparison / n14">
            <a:extLst xmlns:a="http://schemas.openxmlformats.org/drawingml/2006/main">
              <a:ext uri="{FF2B5EF4-FFF2-40B4-BE49-F238E27FC236}">
                <a16:creationId xmlns:a16="http://schemas.microsoft.com/office/drawing/2014/main" id="{599282EE-2093-4E3E-964B-4FCBEE9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3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A7F8964F-1487-49BD-8272-5C1E2C26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3-comparison / n16">
            <a:extLst xmlns:a="http://schemas.openxmlformats.org/drawingml/2006/main">
              <a:ext uri="{FF2B5EF4-FFF2-40B4-BE49-F238E27FC236}">
                <a16:creationId xmlns:a16="http://schemas.microsoft.com/office/drawing/2014/main" id="{261B6023-7EB6-499F-827A-AE96AD2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3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6900550C-3AE6-4E7B-AEA4-2073B21C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3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AC7097CA-F067-4DB2-BF9B-9931BB9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3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37095C75-55B5-4170-9E48-FA42078E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3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DAB52E32-CBBF-4E62-A241-8E1579B9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3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DE404323-A6E1-42DB-A4B0-716BA622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통합 의미 생산</a:t>
            </a:r>
          </a:p>
        </p:txBody>
      </p:sp>
      <p:sp>
        <p:nvSpPr>
          <p:cNvPr id="22" name="dp43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BF6B3E76-63D4-4410-A443-EF288FA6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관련 의미의 공동 판단으로 정확 처리율 94% (기능 정확성 ↑)</a:t>
            </a:r>
          </a:p>
        </p:txBody>
      </p:sp>
      <p:sp>
        <p:nvSpPr>
          <p:cNvPr id="23" name="dp43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A9319085-3900-470D-A9F8-6002ADB3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부분 제안 간 교환 축소로 평균 VIA 처리시간 5.5 s (요청 완료 신속성 ↑)</a:t>
            </a:r>
          </a:p>
        </p:txBody>
      </p:sp>
      <p:sp>
        <p:nvSpPr>
          <p:cNvPr id="24" name="dp43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F219A6B7-C60E-4545-BFC7-8698056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통합 의미 생산 계약의 변경 전파, 평균 4.0개 (변경 용이성 ↓)</a:t>
            </a:r>
          </a:p>
        </p:txBody>
      </p:sp>
      <p:sp>
        <p:nvSpPr>
          <p:cNvPr id="25" name="dp43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45129B85-4CD0-48D6-95E2-12034CE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26" name="dp43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A60C2DC7-E53D-4113-8DD9-817CF6C4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3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45320B88-F50D-45BE-B7CE-09EBC81D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28" name="dp43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0F8D5BEB-0AC5-40FD-99EA-B2AB2BEC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29" name="dp43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141D77A6-A93B-416B-9265-1B3B418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3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BDAACD0E-2D89-47DE-9363-F8D6AF01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1" name="dp43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B18644A9-8831-4549-B6A4-3DA8FCF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5.5 s</a:t>
            </a:r>
          </a:p>
        </p:txBody>
      </p:sp>
      <p:sp>
        <p:nvSpPr>
          <p:cNvPr id="32" name="dp43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4A25E445-8463-4EF5-8FAC-427A7D48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33" name="dp43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D9F253E6-8B85-42A4-938E-0D4770E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4" name="dp43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0F51B664-6CC1-4414-8080-766B5E1F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●○○</a:t>
            </a:r>
          </a:p>
        </p:txBody>
      </p:sp>
      <p:sp>
        <p:nvSpPr>
          <p:cNvPr id="35" name="dp43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1EB33D7E-6FF2-406B-8EF9-70E28CC2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6" name="dp43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89F01636-EC55-42F3-BEAE-F8F54CCA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7" name="dp43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9BE6368A-AAD4-4C72-BAF8-C70281AB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 기능별 의미 생산과 코드 조정</a:t>
            </a:r>
          </a:p>
        </p:txBody>
      </p:sp>
      <p:sp>
        <p:nvSpPr>
          <p:cNvPr id="38" name="dp43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2B56E8EC-9D7B-4DF5-87C7-B871318C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특정 기능의 생산 책임 분리로 변경 평균 2.0개 (변경 용이성 ↑)</a:t>
            </a:r>
          </a:p>
        </p:txBody>
      </p:sp>
      <p:sp>
        <p:nvSpPr>
          <p:cNvPr id="39" name="dp43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A9750558-3F67-4AB3-A387-E6261DB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부분 의미 불일치와 오류 전파로 정확 처리율 91% (기능 정확성 ↓)</a:t>
            </a:r>
          </a:p>
        </p:txBody>
      </p:sp>
      <p:sp>
        <p:nvSpPr>
          <p:cNvPr id="40" name="dp43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1112E896-3445-42BF-9959-7CD11C45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제안 교환과 재판단으로 평균 VIA 처리시간 7.2 s (요청 완료 신속성 ↓)</a:t>
            </a:r>
          </a:p>
        </p:txBody>
      </p:sp>
      <p:sp>
        <p:nvSpPr>
          <p:cNvPr id="41" name="dp43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495B86FF-D6D0-42F9-855F-CC46588A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42" name="dp43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9C67F054-6882-43A9-9D0B-12D5F3C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3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892CF96E-3B99-4804-9D9D-D0ACA0A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91%</a:t>
            </a:r>
          </a:p>
        </p:txBody>
      </p:sp>
      <p:sp>
        <p:nvSpPr>
          <p:cNvPr id="44" name="dp43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E5CA45A4-5A15-4968-8E23-4DDA6633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45" name="dp43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A8519DBD-AC81-4088-AE6E-E8A4F420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3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8DDF5DFF-009C-4E43-A624-599DBC3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7" name="dp43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3D7FC988-9D19-42A2-B332-333761AA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7.2 s</a:t>
            </a:r>
          </a:p>
        </p:txBody>
      </p:sp>
      <p:sp>
        <p:nvSpPr>
          <p:cNvPr id="48" name="dp43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FBD074F1-57B4-40C3-B68D-12D0B10F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49" name="dp43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157576E9-020B-46F7-8EB1-F5A066AD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50" name="dp43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E03DEBC2-CAF4-4C30-9793-CBC166A2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51" name="dp43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8983DDF7-FB6A-491C-979E-B8D1DCEB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2.0개</a:t>
            </a:r>
          </a:p>
        </p:txBody>
      </p:sp>
      <p:sp>
        <p:nvSpPr>
          <p:cNvPr id="52" name="dp43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2FE33788-C320-45C8-9701-FFBBD674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3" name="dp43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20256962-D503-4AF4-866E-1F1DB3C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교차 의미 정정 / 특정 지칭 기능의 독립 변경 / 동일한 공유 Omni</a:t>
            </a:r>
          </a:p>
        </p:txBody>
      </p:sp>
      <p:sp>
        <p:nvSpPr>
          <p:cNvPr id="54" name="dp43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5667A9A1-19B5-4E52-A349-FD28329A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3-comparison / n54">
            <a:extLst xmlns:a="http://schemas.openxmlformats.org/drawingml/2006/main">
              <a:ext uri="{FF2B5EF4-FFF2-40B4-BE49-F238E27FC236}">
                <a16:creationId xmlns:a16="http://schemas.microsoft.com/office/drawing/2014/main" id="{53FAE47B-6296-43D4-AD0A-2BFE6D4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3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3C84344E-63E6-4FA6-A932-085B069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7" name="dp43-comparison / n56">
            <a:extLst xmlns:a="http://schemas.openxmlformats.org/drawingml/2006/main">
              <a:ext uri="{FF2B5EF4-FFF2-40B4-BE49-F238E27FC236}">
                <a16:creationId xmlns:a16="http://schemas.microsoft.com/office/drawing/2014/main" id="{BB44E3BC-8837-42B9-BF1D-AE225A0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3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EB2D2783-60E8-41DE-9BDA-E2CB4485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9" name="dp43-comparison / n58">
            <a:extLst xmlns:a="http://schemas.openxmlformats.org/drawingml/2006/main">
              <a:ext uri="{FF2B5EF4-FFF2-40B4-BE49-F238E27FC236}">
                <a16:creationId xmlns:a16="http://schemas.microsoft.com/office/drawing/2014/main" id="{63D28277-8695-4E88-8760-5CD48E1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3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7833878A-2940-4AA5-AF73-3C1D5241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61" name="dp43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C5F9A868-424D-4190-8D18-8B83A4BA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2" name="dp43-comparison / n64 / arrow">
            <a:extLst xmlns:a="http://schemas.openxmlformats.org/drawingml/2006/main">
              <a:ext uri="{FF2B5EF4-FFF2-40B4-BE49-F238E27FC236}">
                <a16:creationId xmlns:a16="http://schemas.microsoft.com/office/drawing/2014/main" id="{4381442E-D5D6-4DEA-9D98-9E4D6065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3" name="dp43-comparison / n69">
            <a:extLst xmlns:a="http://schemas.openxmlformats.org/drawingml/2006/main">
              <a:ext uri="{FF2B5EF4-FFF2-40B4-BE49-F238E27FC236}">
                <a16:creationId xmlns:a16="http://schemas.microsoft.com/office/drawing/2014/main" id="{CA36CCA3-760A-44D7-9670-AEFA77CF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78200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3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61DA30DC-E872-4648-A450-1069C14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05200"/>
            <a:ext cx="75723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65" name="dp43-comparison / n71">
            <a:extLst xmlns:a="http://schemas.openxmlformats.org/drawingml/2006/main">
              <a:ext uri="{FF2B5EF4-FFF2-40B4-BE49-F238E27FC236}">
                <a16:creationId xmlns:a16="http://schemas.microsoft.com/office/drawing/2014/main" id="{04E36EE1-84B4-44E7-8474-456F5476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14775"/>
            <a:ext cx="527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3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450936B9-F8FD-4197-BCEE-9B92EAD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13359"/>
            <a:ext cx="5105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Integrated Semantic Interpreter</a:t>
            </a:r>
          </a:p>
        </p:txBody>
      </p:sp>
      <p:sp>
        <p:nvSpPr>
          <p:cNvPr id="67" name="dp43-comparison / n73">
            <a:extLst xmlns:a="http://schemas.openxmlformats.org/drawingml/2006/main">
              <a:ext uri="{FF2B5EF4-FFF2-40B4-BE49-F238E27FC236}">
                <a16:creationId xmlns:a16="http://schemas.microsoft.com/office/drawing/2014/main" id="{3E27D0EB-AD36-4A75-8A2B-83B1B53B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95875"/>
            <a:ext cx="3124200" cy="5048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3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5ADC78A8-380D-4F54-BC0E-BA5A36A1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25780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Interpretation Attempt State</a:t>
            </a:r>
          </a:p>
        </p:txBody>
      </p:sp>
      <p:sp>
        <p:nvSpPr>
          <p:cNvPr id="69" name="dp43-comparison / n75 / path">
            <a:extLst xmlns:a="http://schemas.openxmlformats.org/drawingml/2006/main">
              <a:ext uri="{FF2B5EF4-FFF2-40B4-BE49-F238E27FC236}">
                <a16:creationId xmlns:a16="http://schemas.microsoft.com/office/drawing/2014/main" id="{20394446-A246-41D2-8F76-C54BB9F3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38475"/>
            <a:ext cx="1133475" cy="876300"/>
          </a:xfrm>
          <a:custGeom xmlns:a="http://schemas.openxmlformats.org/drawingml/2006/main">
            <a:pathLst>
              <a:path w="1133475" h="876300">
                <a:moveTo>
                  <a:pt x="1133475" y="0"/>
                </a:moveTo>
                <a:lnTo>
                  <a:pt x="1133475" y="266700"/>
                </a:lnTo>
                <a:lnTo>
                  <a:pt x="0" y="266700"/>
                </a:lnTo>
                <a:lnTo>
                  <a:pt x="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0" name="dp43-comparison / n75 / arrow">
            <a:extLst xmlns:a="http://schemas.openxmlformats.org/drawingml/2006/main">
              <a:ext uri="{FF2B5EF4-FFF2-40B4-BE49-F238E27FC236}">
                <a16:creationId xmlns:a16="http://schemas.microsoft.com/office/drawing/2014/main" id="{A7E5AC05-89DF-4E9C-861D-3DBC7993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7928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1" name="dp43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D95C7BD9-527A-4849-8180-B15CB7A4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71975"/>
            <a:ext cx="9525" cy="723900"/>
          </a:xfrm>
          <a:custGeom xmlns:a="http://schemas.openxmlformats.org/drawingml/2006/main">
            <a:pathLst>
              <a:path w="9525" h="723900">
                <a:moveTo>
                  <a:pt x="9525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2" name="dp43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5CA3848B-501F-434C-A4B3-39B26283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949" y="4973164"/>
            <a:ext cx="121909" cy="122711"/>
          </a:xfrm>
          <a:custGeom xmlns:a="http://schemas.openxmlformats.org/drawingml/2006/main">
            <a:pathLst>
              <a:path w="121909" h="122711">
                <a:moveTo>
                  <a:pt x="0" y="0"/>
                </a:moveTo>
                <a:lnTo>
                  <a:pt x="59351" y="122711"/>
                </a:lnTo>
                <a:lnTo>
                  <a:pt x="121909" y="1604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3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30C84677-5BD8-4AA4-A94A-32FEA8F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1266825" cy="1209675"/>
          </a:xfrm>
          <a:custGeom xmlns:a="http://schemas.openxmlformats.org/drawingml/2006/main">
            <a:pathLst>
              <a:path w="1266825" h="1209675">
                <a:moveTo>
                  <a:pt x="1266825" y="1204913"/>
                </a:moveTo>
                <a:lnTo>
                  <a:pt x="0" y="1209675"/>
                </a:lnTo>
                <a:lnTo>
                  <a:pt x="0" y="0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4" name="dp43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3147545E-44DF-40DF-8A8E-9198B15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824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3-comparison / n84 / path">
            <a:extLst xmlns:a="http://schemas.openxmlformats.org/drawingml/2006/main">
              <a:ext uri="{FF2B5EF4-FFF2-40B4-BE49-F238E27FC236}">
                <a16:creationId xmlns:a16="http://schemas.microsoft.com/office/drawing/2014/main" id="{2ACA8C4F-CA3A-472D-8B20-F6E6B24F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1114425" cy="1104900"/>
          </a:xfrm>
          <a:custGeom xmlns:a="http://schemas.openxmlformats.org/drawingml/2006/main">
            <a:pathLst>
              <a:path w="1114425" h="1104900">
                <a:moveTo>
                  <a:pt x="0" y="1104900"/>
                </a:moveTo>
                <a:lnTo>
                  <a:pt x="1114425" y="1104900"/>
                </a:lnTo>
                <a:lnTo>
                  <a:pt x="1114425" y="266700"/>
                </a:lnTo>
                <a:lnTo>
                  <a:pt x="304800" y="266700"/>
                </a:ln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76" name="dp43-comparison / n84 / arrow">
            <a:extLst xmlns:a="http://schemas.openxmlformats.org/drawingml/2006/main">
              <a:ext uri="{FF2B5EF4-FFF2-40B4-BE49-F238E27FC236}">
                <a16:creationId xmlns:a16="http://schemas.microsoft.com/office/drawing/2014/main" id="{4F929E9C-D443-44BA-A4A9-B8EE162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038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77" name="dp43-comparison / n87">
            <a:extLst xmlns:a="http://schemas.openxmlformats.org/drawingml/2006/main">
              <a:ext uri="{FF2B5EF4-FFF2-40B4-BE49-F238E27FC236}">
                <a16:creationId xmlns:a16="http://schemas.microsoft.com/office/drawing/2014/main" id="{9BE2A312-9018-43CC-BFB4-D5F3E8D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8" name="dp43-comparison / n88 / text 1">
            <a:extLst xmlns:a="http://schemas.openxmlformats.org/drawingml/2006/main">
              <a:ext uri="{FF2B5EF4-FFF2-40B4-BE49-F238E27FC236}">
                <a16:creationId xmlns:a16="http://schemas.microsoft.com/office/drawing/2014/main" id="{448ECA21-1E5C-4DB6-8EC4-AB74FEAF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79" name="dp43-comparison / n89">
            <a:extLst xmlns:a="http://schemas.openxmlformats.org/drawingml/2006/main">
              <a:ext uri="{FF2B5EF4-FFF2-40B4-BE49-F238E27FC236}">
                <a16:creationId xmlns:a16="http://schemas.microsoft.com/office/drawing/2014/main" id="{7B6FDDB8-7B1C-40DE-B03B-514844B7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0" name="dp43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8EAFD1B1-2460-4E6C-B422-F936F94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81" name="dp43-comparison / n91">
            <a:extLst xmlns:a="http://schemas.openxmlformats.org/drawingml/2006/main">
              <a:ext uri="{FF2B5EF4-FFF2-40B4-BE49-F238E27FC236}">
                <a16:creationId xmlns:a16="http://schemas.microsoft.com/office/drawing/2014/main" id="{18B98A5F-0CBD-4F2C-A691-F7D34C9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3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E14912D0-77B9-42B1-8E35-56272FF6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83" name="dp43-comparison / n93 / path">
            <a:extLst xmlns:a="http://schemas.openxmlformats.org/drawingml/2006/main">
              <a:ext uri="{FF2B5EF4-FFF2-40B4-BE49-F238E27FC236}">
                <a16:creationId xmlns:a16="http://schemas.microsoft.com/office/drawing/2014/main" id="{0A6BC700-63F8-490F-A4FF-45E0673E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600700"/>
            <a:ext cx="2638425" cy="923925"/>
          </a:xfrm>
          <a:custGeom xmlns:a="http://schemas.openxmlformats.org/drawingml/2006/main">
            <a:pathLst>
              <a:path w="2638425" h="923925">
                <a:moveTo>
                  <a:pt x="2638425" y="0"/>
                </a:moveTo>
                <a:lnTo>
                  <a:pt x="2638425" y="857250"/>
                </a:lnTo>
                <a:lnTo>
                  <a:pt x="0" y="857250"/>
                </a:lnTo>
                <a:lnTo>
                  <a:pt x="0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4" name="dp43-comparison / n93 / arrow">
            <a:extLst xmlns:a="http://schemas.openxmlformats.org/drawingml/2006/main">
              <a:ext uri="{FF2B5EF4-FFF2-40B4-BE49-F238E27FC236}">
                <a16:creationId xmlns:a16="http://schemas.microsoft.com/office/drawing/2014/main" id="{E47A1D48-E84E-46B9-ADCF-60E67F09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3-comparison / n94 / path">
            <a:extLst xmlns:a="http://schemas.openxmlformats.org/drawingml/2006/main">
              <a:ext uri="{FF2B5EF4-FFF2-40B4-BE49-F238E27FC236}">
                <a16:creationId xmlns:a16="http://schemas.microsoft.com/office/drawing/2014/main" id="{498CA570-D927-48A0-9A3A-03B7F1F1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86" name="dp43-comparison / n94 / arrow">
            <a:extLst xmlns:a="http://schemas.openxmlformats.org/drawingml/2006/main">
              <a:ext uri="{FF2B5EF4-FFF2-40B4-BE49-F238E27FC236}">
                <a16:creationId xmlns:a16="http://schemas.microsoft.com/office/drawing/2014/main" id="{ECD29B80-C0A5-4DEA-AE95-17662603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7" name="dp43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F00B1AE8-F681-4039-BEA2-6A961EE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8" name="dp43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9CE7ECAD-EB42-48A4-8C9C-37ABF5EA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9" name="dp43-comparison / n60">
            <a:extLst xmlns:a="http://schemas.openxmlformats.org/drawingml/2006/main">
              <a:ext uri="{FF2B5EF4-FFF2-40B4-BE49-F238E27FC236}">
                <a16:creationId xmlns:a16="http://schemas.microsoft.com/office/drawing/2014/main" id="{08FE30BF-7245-4D09-B305-8A16A91B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p43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D61028AD-3A82-4EB5-9705-B18F173F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91" name="dp43-comparison / n62">
            <a:extLst xmlns:a="http://schemas.openxmlformats.org/drawingml/2006/main">
              <a:ext uri="{FF2B5EF4-FFF2-40B4-BE49-F238E27FC236}">
                <a16:creationId xmlns:a16="http://schemas.microsoft.com/office/drawing/2014/main" id="{66D53FF8-873E-4EF4-9655-74BB8307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p43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3B0581D8-504D-48D2-874E-5E50D5A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93" name="dp43-comparison / n65">
            <a:extLst xmlns:a="http://schemas.openxmlformats.org/drawingml/2006/main">
              <a:ext uri="{FF2B5EF4-FFF2-40B4-BE49-F238E27FC236}">
                <a16:creationId xmlns:a16="http://schemas.microsoft.com/office/drawing/2014/main" id="{5CCC10C6-E769-4F27-9906-108C146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p43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AC2D5116-7D48-4D9F-B26C-B5456500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95" name="dp43-comparison / n67">
            <a:extLst xmlns:a="http://schemas.openxmlformats.org/drawingml/2006/main">
              <a:ext uri="{FF2B5EF4-FFF2-40B4-BE49-F238E27FC236}">
                <a16:creationId xmlns:a16="http://schemas.microsoft.com/office/drawing/2014/main" id="{0A290A26-132E-40D3-9920-C716A26C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95625"/>
            <a:ext cx="49834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p43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4FA5E56C-5A05-411F-8151-FE201D4D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533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읽기: Context Manager 정보 / Task Manager의 Task 후보</a:t>
            </a:r>
          </a:p>
        </p:txBody>
      </p:sp>
      <p:sp>
        <p:nvSpPr>
          <p:cNvPr id="97" name="dp43-comparison / n76">
            <a:extLst xmlns:a="http://schemas.openxmlformats.org/drawingml/2006/main">
              <a:ext uri="{FF2B5EF4-FFF2-40B4-BE49-F238E27FC236}">
                <a16:creationId xmlns:a16="http://schemas.microsoft.com/office/drawing/2014/main" id="{79753337-7397-41B3-8CC5-A9195088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467225"/>
            <a:ext cx="4531805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p43-comparison / n77 / text 1">
            <a:extLst xmlns:a="http://schemas.openxmlformats.org/drawingml/2006/main">
              <a:ext uri="{FF2B5EF4-FFF2-40B4-BE49-F238E27FC236}">
                <a16:creationId xmlns:a16="http://schemas.microsoft.com/office/drawing/2014/main" id="{28D64D39-6074-4390-845D-B0306048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76750"/>
            <a:ext cx="7153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F1 의도 / F2 Referent / F3 Task Association</a:t>
            </a:r>
          </a:p>
        </p:txBody>
      </p:sp>
      <p:sp>
        <p:nvSpPr>
          <p:cNvPr id="99" name="dp43-comparison / n78">
            <a:extLst xmlns:a="http://schemas.openxmlformats.org/drawingml/2006/main">
              <a:ext uri="{FF2B5EF4-FFF2-40B4-BE49-F238E27FC236}">
                <a16:creationId xmlns:a16="http://schemas.microsoft.com/office/drawing/2014/main" id="{729B94A1-0DE4-443C-93D3-65042B8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24400"/>
            <a:ext cx="4510088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p43-comparison / n79 / text 1">
            <a:extLst xmlns:a="http://schemas.openxmlformats.org/drawingml/2006/main">
              <a:ext uri="{FF2B5EF4-FFF2-40B4-BE49-F238E27FC236}">
                <a16:creationId xmlns:a16="http://schemas.microsoft.com/office/drawing/2014/main" id="{FAEEE5A8-B07E-49A4-9266-FA65FDC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33925"/>
            <a:ext cx="7153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F4 Request 관계 / F5 정정 범위 / F6 처리 방향</a:t>
            </a:r>
          </a:p>
        </p:txBody>
      </p:sp>
      <p:sp>
        <p:nvSpPr>
          <p:cNvPr id="101" name="dp43-comparison / n82">
            <a:extLst xmlns:a="http://schemas.openxmlformats.org/drawingml/2006/main">
              <a:ext uri="{FF2B5EF4-FFF2-40B4-BE49-F238E27FC236}">
                <a16:creationId xmlns:a16="http://schemas.microsoft.com/office/drawing/2014/main" id="{8BF08E20-955E-4F0B-BCE0-2F49FCC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76900"/>
            <a:ext cx="425386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p43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3BEFBA20-5F93-4098-B4EB-5F89782A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86425"/>
            <a:ext cx="7410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조건 유지와 부분 갱신 / 검색과 전문 보조 허용</a:t>
            </a:r>
          </a:p>
        </p:txBody>
      </p:sp>
      <p:sp>
        <p:nvSpPr>
          <p:cNvPr id="103" name="dp43-comparison / n85">
            <a:extLst xmlns:a="http://schemas.openxmlformats.org/drawingml/2006/main">
              <a:ext uri="{FF2B5EF4-FFF2-40B4-BE49-F238E27FC236}">
                <a16:creationId xmlns:a16="http://schemas.microsoft.com/office/drawing/2014/main" id="{EBA8DB79-41E3-4A26-A937-620F496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000750"/>
            <a:ext cx="64657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3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5CC59D6C-4EA7-404D-A5C5-A0C858E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010275"/>
            <a:ext cx="7715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정정: F2와 F5 재판단 → F4 갱신 / Task Association은 입력 전제가 아닌 결과</a:t>
            </a:r>
          </a:p>
        </p:txBody>
      </p:sp>
      <p:sp>
        <p:nvSpPr>
          <p:cNvPr id="105" name="dp43-comparison / n96">
            <a:extLst xmlns:a="http://schemas.openxmlformats.org/drawingml/2006/main">
              <a:ext uri="{FF2B5EF4-FFF2-40B4-BE49-F238E27FC236}">
                <a16:creationId xmlns:a16="http://schemas.microsoft.com/office/drawing/2014/main" id="{19D97E9F-C5F9-4329-A392-6B904D6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3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0D32ECBD-23EE-47AD-8B93-1ABBECB7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107" name="dp43-comparison / n98">
            <a:extLst xmlns:a="http://schemas.openxmlformats.org/drawingml/2006/main">
              <a:ext uri="{FF2B5EF4-FFF2-40B4-BE49-F238E27FC236}">
                <a16:creationId xmlns:a16="http://schemas.microsoft.com/office/drawing/2014/main" id="{3E39EF76-71E0-40C2-8FC5-D79E3E14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3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3CE1D289-D72C-4853-90B3-6E8E02EF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109" name="dp43-comparison / n100">
            <a:extLst xmlns:a="http://schemas.openxmlformats.org/drawingml/2006/main">
              <a:ext uri="{FF2B5EF4-FFF2-40B4-BE49-F238E27FC236}">
                <a16:creationId xmlns:a16="http://schemas.microsoft.com/office/drawing/2014/main" id="{96532A3B-CFAB-4A89-83FA-43722FB2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3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2EB5D3A3-0EDF-4301-8276-3F259C4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111" name="dp43-comparison / n102">
            <a:extLst xmlns:a="http://schemas.openxmlformats.org/drawingml/2006/main">
              <a:ext uri="{FF2B5EF4-FFF2-40B4-BE49-F238E27FC236}">
                <a16:creationId xmlns:a16="http://schemas.microsoft.com/office/drawing/2014/main" id="{6A478A18-77AB-453F-8865-2489B32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3-comparison / n103 / text 1">
            <a:extLst xmlns:a="http://schemas.openxmlformats.org/drawingml/2006/main">
              <a:ext uri="{FF2B5EF4-FFF2-40B4-BE49-F238E27FC236}">
                <a16:creationId xmlns:a16="http://schemas.microsoft.com/office/drawing/2014/main" id="{B5F07185-72EF-42AF-B714-759E476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  <p:sp>
        <p:nvSpPr>
          <p:cNvPr id="113" name="dp43-comparison / n104">
            <a:extLst xmlns:a="http://schemas.openxmlformats.org/drawingml/2006/main">
              <a:ext uri="{FF2B5EF4-FFF2-40B4-BE49-F238E27FC236}">
                <a16:creationId xmlns:a16="http://schemas.microsoft.com/office/drawing/2014/main" id="{6C8EAFCB-133A-4C8F-AED4-F390C9BF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4" name="dp43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0C8406D2-A8FE-4923-A779-004C187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15" name="dp43-comparison / n106">
            <a:extLst xmlns:a="http://schemas.openxmlformats.org/drawingml/2006/main">
              <a:ext uri="{FF2B5EF4-FFF2-40B4-BE49-F238E27FC236}">
                <a16:creationId xmlns:a16="http://schemas.microsoft.com/office/drawing/2014/main" id="{5EAA04F5-ED5D-49AC-B264-5660B0A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6" name="dp43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281794DE-C156-41A2-8D0A-236DC2E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17" name="dp43-comparison / n108">
            <a:extLst xmlns:a="http://schemas.openxmlformats.org/drawingml/2006/main">
              <a:ext uri="{FF2B5EF4-FFF2-40B4-BE49-F238E27FC236}">
                <a16:creationId xmlns:a16="http://schemas.microsoft.com/office/drawing/2014/main" id="{68B30078-AB6D-42EA-AF14-03A57CD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8" name="dp43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F1A4DB7D-C8B1-4605-9C56-AB5B1D77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19" name="dp43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65663122-463B-4E0E-9FE9-E4D64499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20" name="dp43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7ED89E65-BE77-4E56-B465-57DFA337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2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21" name="dp43-comparison / n119">
            <a:extLst xmlns:a="http://schemas.openxmlformats.org/drawingml/2006/main">
              <a:ext uri="{FF2B5EF4-FFF2-40B4-BE49-F238E27FC236}">
                <a16:creationId xmlns:a16="http://schemas.microsoft.com/office/drawing/2014/main" id="{2E7C8F11-3F5C-402A-BF6F-C42FA12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78200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22" name="dp43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05BC9BC0-0B1D-451E-A68D-24A4DD13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05200"/>
            <a:ext cx="75723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23" name="dp43-comparison / n121">
            <a:extLst xmlns:a="http://schemas.openxmlformats.org/drawingml/2006/main">
              <a:ext uri="{FF2B5EF4-FFF2-40B4-BE49-F238E27FC236}">
                <a16:creationId xmlns:a16="http://schemas.microsoft.com/office/drawing/2014/main" id="{E3BC99D6-B426-4A8C-8B3D-773F58C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867150"/>
            <a:ext cx="22860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24" name="dp43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88DA7C91-0E53-4E7B-B406-CC0BD880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329113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Interpretation</a:t>
            </a:r>
          </a:p>
        </p:txBody>
      </p:sp>
      <p:sp>
        <p:nvSpPr>
          <p:cNvPr id="125" name="dp43-comparison / n122 / text 2">
            <a:extLst xmlns:a="http://schemas.openxmlformats.org/drawingml/2006/main">
              <a:ext uri="{FF2B5EF4-FFF2-40B4-BE49-F238E27FC236}">
                <a16:creationId xmlns:a16="http://schemas.microsoft.com/office/drawing/2014/main" id="{084F730F-56A0-4801-909F-765BE41B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576763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Coordinator</a:t>
            </a:r>
          </a:p>
        </p:txBody>
      </p:sp>
      <p:sp>
        <p:nvSpPr>
          <p:cNvPr id="126" name="dp43-comparison / n123">
            <a:extLst xmlns:a="http://schemas.openxmlformats.org/drawingml/2006/main">
              <a:ext uri="{FF2B5EF4-FFF2-40B4-BE49-F238E27FC236}">
                <a16:creationId xmlns:a16="http://schemas.microsoft.com/office/drawing/2014/main" id="{7F059C42-25F6-45A7-836E-2D333B4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400675"/>
            <a:ext cx="228600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7" name="dp43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453FFAB1-55A0-4936-BF36-C1B829EB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562600"/>
            <a:ext cx="21145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Partial Interpretation Ledger</a:t>
            </a:r>
          </a:p>
        </p:txBody>
      </p:sp>
      <p:sp>
        <p:nvSpPr>
          <p:cNvPr id="128" name="dp43-comparison / n125">
            <a:extLst xmlns:a="http://schemas.openxmlformats.org/drawingml/2006/main">
              <a:ext uri="{FF2B5EF4-FFF2-40B4-BE49-F238E27FC236}">
                <a16:creationId xmlns:a16="http://schemas.microsoft.com/office/drawing/2014/main" id="{B65F46F3-CBD0-4A7D-A5BD-A2C30A26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29" name="dp43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5D1DE5EF-0BE4-4182-9304-E03B08A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86143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Intent</a:t>
            </a:r>
          </a:p>
        </p:txBody>
      </p:sp>
      <p:sp>
        <p:nvSpPr>
          <p:cNvPr id="130" name="dp43-comparison / n126 / text 2">
            <a:extLst xmlns:a="http://schemas.openxmlformats.org/drawingml/2006/main">
              <a:ext uri="{FF2B5EF4-FFF2-40B4-BE49-F238E27FC236}">
                <a16:creationId xmlns:a16="http://schemas.microsoft.com/office/drawing/2014/main" id="{DA3A5A66-9ABD-4FB9-ABAD-672D9C46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7193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31" name="dp43-comparison / n129 / path">
            <a:extLst xmlns:a="http://schemas.openxmlformats.org/drawingml/2006/main">
              <a:ext uri="{FF2B5EF4-FFF2-40B4-BE49-F238E27FC236}">
                <a16:creationId xmlns:a16="http://schemas.microsoft.com/office/drawing/2014/main" id="{2199EFE8-5F4E-4302-9631-F78CB4B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86213"/>
            <a:ext cx="342900" cy="19050"/>
          </a:xfrm>
          <a:custGeom xmlns:a="http://schemas.openxmlformats.org/drawingml/2006/main">
            <a:pathLst>
              <a:path w="342900" h="19050">
                <a:moveTo>
                  <a:pt x="0" y="0"/>
                </a:moveTo>
                <a:lnTo>
                  <a:pt x="3429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32" name="dp43-comparison / n129 / arrow">
            <a:extLst xmlns:a="http://schemas.openxmlformats.org/drawingml/2006/main">
              <a:ext uri="{FF2B5EF4-FFF2-40B4-BE49-F238E27FC236}">
                <a16:creationId xmlns:a16="http://schemas.microsoft.com/office/drawing/2014/main" id="{5556A396-3C3D-43A7-B2F0-F782249D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036" y="3937633"/>
            <a:ext cx="125114" cy="121732"/>
          </a:xfrm>
          <a:custGeom xmlns:a="http://schemas.openxmlformats.org/drawingml/2006/main">
            <a:pathLst>
              <a:path w="125114" h="121732">
                <a:moveTo>
                  <a:pt x="0" y="121732"/>
                </a:moveTo>
                <a:lnTo>
                  <a:pt x="125114" y="67629"/>
                </a:lnTo>
                <a:lnTo>
                  <a:pt x="6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3" name="dp43-comparison / n130 / path">
            <a:extLst xmlns:a="http://schemas.openxmlformats.org/drawingml/2006/main">
              <a:ext uri="{FF2B5EF4-FFF2-40B4-BE49-F238E27FC236}">
                <a16:creationId xmlns:a16="http://schemas.microsoft.com/office/drawing/2014/main" id="{387CEED5-1405-4A55-BABD-B4233594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57663"/>
            <a:ext cx="342900" cy="19050"/>
          </a:xfrm>
          <a:custGeom xmlns:a="http://schemas.openxmlformats.org/drawingml/2006/main">
            <a:pathLst>
              <a:path w="342900" h="19050">
                <a:moveTo>
                  <a:pt x="34290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34" name="dp43-comparison / n130 / arrow">
            <a:extLst xmlns:a="http://schemas.openxmlformats.org/drawingml/2006/main">
              <a:ext uri="{FF2B5EF4-FFF2-40B4-BE49-F238E27FC236}">
                <a16:creationId xmlns:a16="http://schemas.microsoft.com/office/drawing/2014/main" id="{D78F2D75-6501-410D-97D1-7387E8A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03559"/>
            <a:ext cx="125114" cy="121732"/>
          </a:xfrm>
          <a:custGeom xmlns:a="http://schemas.openxmlformats.org/drawingml/2006/main">
            <a:pathLst>
              <a:path w="125114" h="121732">
                <a:moveTo>
                  <a:pt x="125114" y="0"/>
                </a:moveTo>
                <a:lnTo>
                  <a:pt x="0" y="54103"/>
                </a:lnTo>
                <a:lnTo>
                  <a:pt x="118351" y="12173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5" name="dp43-comparison / n131">
            <a:extLst xmlns:a="http://schemas.openxmlformats.org/drawingml/2006/main">
              <a:ext uri="{FF2B5EF4-FFF2-40B4-BE49-F238E27FC236}">
                <a16:creationId xmlns:a16="http://schemas.microsoft.com/office/drawing/2014/main" id="{26E91B7F-B4C2-44C3-99AB-4066C4F6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243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36" name="dp43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79B9FAC5-E38B-405A-9612-912F6E9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23911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Referent Resolver</a:t>
            </a:r>
          </a:p>
        </p:txBody>
      </p:sp>
      <p:sp>
        <p:nvSpPr>
          <p:cNvPr id="137" name="dp43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7AC62403-EE89-4335-96A5-9702B22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9103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15240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38" name="dp43-comparison / n135 / arrow">
            <a:extLst xmlns:a="http://schemas.openxmlformats.org/drawingml/2006/main">
              <a:ext uri="{FF2B5EF4-FFF2-40B4-BE49-F238E27FC236}">
                <a16:creationId xmlns:a16="http://schemas.microsoft.com/office/drawing/2014/main" id="{D6B9E93A-5D39-4308-93F3-DEBF40E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3980" y="4484848"/>
            <a:ext cx="136170" cy="111412"/>
          </a:xfrm>
          <a:custGeom xmlns:a="http://schemas.openxmlformats.org/drawingml/2006/main">
            <a:pathLst>
              <a:path w="136170" h="111412">
                <a:moveTo>
                  <a:pt x="49516" y="111412"/>
                </a:moveTo>
                <a:lnTo>
                  <a:pt x="136170" y="619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9" name="dp43-comparison / n136 / path">
            <a:extLst xmlns:a="http://schemas.openxmlformats.org/drawingml/2006/main">
              <a:ext uri="{FF2B5EF4-FFF2-40B4-BE49-F238E27FC236}">
                <a16:creationId xmlns:a16="http://schemas.microsoft.com/office/drawing/2014/main" id="{6DDF8958-BB5B-42B8-83D3-6B79771A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624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3429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40" name="dp43-comparison / n136 / arrow">
            <a:extLst xmlns:a="http://schemas.openxmlformats.org/drawingml/2006/main">
              <a:ext uri="{FF2B5EF4-FFF2-40B4-BE49-F238E27FC236}">
                <a16:creationId xmlns:a16="http://schemas.microsoft.com/office/drawing/2014/main" id="{D6D7957B-E483-491F-9D16-28813A5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709665"/>
            <a:ext cx="136170" cy="111412"/>
          </a:xfrm>
          <a:custGeom xmlns:a="http://schemas.openxmlformats.org/drawingml/2006/main">
            <a:pathLst>
              <a:path w="136170" h="111412">
                <a:moveTo>
                  <a:pt x="86654" y="0"/>
                </a:moveTo>
                <a:lnTo>
                  <a:pt x="0" y="105222"/>
                </a:lnTo>
                <a:lnTo>
                  <a:pt x="136170" y="11141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1" name="dp43-comparison / n137">
            <a:extLst xmlns:a="http://schemas.openxmlformats.org/drawingml/2006/main">
              <a:ext uri="{FF2B5EF4-FFF2-40B4-BE49-F238E27FC236}">
                <a16:creationId xmlns:a16="http://schemas.microsoft.com/office/drawing/2014/main" id="{9AE9F8BD-A968-42BA-9D5B-66FDC586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1816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42" name="dp43-comparison / n138 / text 1">
            <a:extLst xmlns:a="http://schemas.openxmlformats.org/drawingml/2006/main">
              <a:ext uri="{FF2B5EF4-FFF2-40B4-BE49-F238E27FC236}">
                <a16:creationId xmlns:a16="http://schemas.microsoft.com/office/drawing/2014/main" id="{F9963F89-494E-48AE-BFFC-5D9BEE9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7588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Association</a:t>
            </a:r>
          </a:p>
        </p:txBody>
      </p:sp>
      <p:sp>
        <p:nvSpPr>
          <p:cNvPr id="143" name="dp43-comparison / n138 / text 2">
            <a:extLst xmlns:a="http://schemas.openxmlformats.org/drawingml/2006/main">
              <a:ext uri="{FF2B5EF4-FFF2-40B4-BE49-F238E27FC236}">
                <a16:creationId xmlns:a16="http://schemas.microsoft.com/office/drawing/2014/main" id="{0F27899C-1D81-4006-BADD-730B09AB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8638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Resolver</a:t>
            </a:r>
          </a:p>
        </p:txBody>
      </p:sp>
      <p:sp>
        <p:nvSpPr>
          <p:cNvPr id="144" name="dp43-comparison / n141 / path">
            <a:extLst xmlns:a="http://schemas.openxmlformats.org/drawingml/2006/main">
              <a:ext uri="{FF2B5EF4-FFF2-40B4-BE49-F238E27FC236}">
                <a16:creationId xmlns:a16="http://schemas.microsoft.com/office/drawing/2014/main" id="{1E11DD39-1219-4442-A97A-A06A70B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976813"/>
            <a:ext cx="342900" cy="323850"/>
          </a:xfrm>
          <a:custGeom xmlns:a="http://schemas.openxmlformats.org/drawingml/2006/main">
            <a:pathLst>
              <a:path w="342900" h="323850">
                <a:moveTo>
                  <a:pt x="0" y="32385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45" name="dp43-comparison / n141 / arrow">
            <a:extLst xmlns:a="http://schemas.openxmlformats.org/drawingml/2006/main">
              <a:ext uri="{FF2B5EF4-FFF2-40B4-BE49-F238E27FC236}">
                <a16:creationId xmlns:a16="http://schemas.microsoft.com/office/drawing/2014/main" id="{B90D18D9-D5A5-4A84-AE78-A7E6CF98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6" y="4976813"/>
            <a:ext cx="130494" cy="128032"/>
          </a:xfrm>
          <a:custGeom xmlns:a="http://schemas.openxmlformats.org/drawingml/2006/main">
            <a:pathLst>
              <a:path w="130494" h="128032">
                <a:moveTo>
                  <a:pt x="83713" y="128032"/>
                </a:moveTo>
                <a:lnTo>
                  <a:pt x="130494" y="0"/>
                </a:lnTo>
                <a:lnTo>
                  <a:pt x="0" y="39394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6" name="dp43-comparison / n142 / path">
            <a:extLst xmlns:a="http://schemas.openxmlformats.org/drawingml/2006/main">
              <a:ext uri="{FF2B5EF4-FFF2-40B4-BE49-F238E27FC236}">
                <a16:creationId xmlns:a16="http://schemas.microsoft.com/office/drawing/2014/main" id="{75ABBD38-0E8D-4BCD-B123-2498095A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148263"/>
            <a:ext cx="342900" cy="323850"/>
          </a:xfrm>
          <a:custGeom xmlns:a="http://schemas.openxmlformats.org/drawingml/2006/main">
            <a:pathLst>
              <a:path w="342900" h="323850">
                <a:moveTo>
                  <a:pt x="34290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47" name="dp43-comparison / n142 / arrow">
            <a:extLst xmlns:a="http://schemas.openxmlformats.org/drawingml/2006/main">
              <a:ext uri="{FF2B5EF4-FFF2-40B4-BE49-F238E27FC236}">
                <a16:creationId xmlns:a16="http://schemas.microsoft.com/office/drawing/2014/main" id="{14C3BDB4-7BE2-4605-9198-BF35948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344081"/>
            <a:ext cx="130494" cy="128032"/>
          </a:xfrm>
          <a:custGeom xmlns:a="http://schemas.openxmlformats.org/drawingml/2006/main">
            <a:pathLst>
              <a:path w="130494" h="128032">
                <a:moveTo>
                  <a:pt x="46781" y="0"/>
                </a:moveTo>
                <a:lnTo>
                  <a:pt x="0" y="128032"/>
                </a:lnTo>
                <a:lnTo>
                  <a:pt x="130494" y="88637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8" name="dp43-comparison / n143">
            <a:extLst xmlns:a="http://schemas.openxmlformats.org/drawingml/2006/main">
              <a:ext uri="{FF2B5EF4-FFF2-40B4-BE49-F238E27FC236}">
                <a16:creationId xmlns:a16="http://schemas.microsoft.com/office/drawing/2014/main" id="{F035ECA2-96F5-4594-95B1-7F77F9AD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49" name="dp43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22DC9E35-48BF-4FCA-84F2-F6C4E12B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386143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Relation</a:t>
            </a:r>
          </a:p>
        </p:txBody>
      </p:sp>
      <p:sp>
        <p:nvSpPr>
          <p:cNvPr id="150" name="dp43-comparison / n144 / text 2">
            <a:extLst xmlns:a="http://schemas.openxmlformats.org/drawingml/2006/main">
              <a:ext uri="{FF2B5EF4-FFF2-40B4-BE49-F238E27FC236}">
                <a16:creationId xmlns:a16="http://schemas.microsoft.com/office/drawing/2014/main" id="{0484AC22-449C-46FE-9407-711DA53C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07193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51" name="dp43-comparison / n147 / path">
            <a:extLst xmlns:a="http://schemas.openxmlformats.org/drawingml/2006/main">
              <a:ext uri="{FF2B5EF4-FFF2-40B4-BE49-F238E27FC236}">
                <a16:creationId xmlns:a16="http://schemas.microsoft.com/office/drawing/2014/main" id="{123058D4-1EEA-4C5F-9FFF-781A738F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3986213"/>
            <a:ext cx="323850" cy="19050"/>
          </a:xfrm>
          <a:custGeom xmlns:a="http://schemas.openxmlformats.org/drawingml/2006/main">
            <a:pathLst>
              <a:path w="323850" h="19050">
                <a:moveTo>
                  <a:pt x="32385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52" name="dp43-comparison / n147 / arrow">
            <a:extLst xmlns:a="http://schemas.openxmlformats.org/drawingml/2006/main">
              <a:ext uri="{FF2B5EF4-FFF2-40B4-BE49-F238E27FC236}">
                <a16:creationId xmlns:a16="http://schemas.microsoft.com/office/drawing/2014/main" id="{2F175E49-CEC4-40E0-80CF-3D1894E1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3937248"/>
            <a:ext cx="125289" cy="121710"/>
          </a:xfrm>
          <a:custGeom xmlns:a="http://schemas.openxmlformats.org/drawingml/2006/main">
            <a:pathLst>
              <a:path w="125289" h="121710">
                <a:moveTo>
                  <a:pt x="118130" y="0"/>
                </a:moveTo>
                <a:lnTo>
                  <a:pt x="0" y="68014"/>
                </a:lnTo>
                <a:lnTo>
                  <a:pt x="125289" y="12171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53" name="dp43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7FC9D395-E132-4C06-B2F5-90DDD387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157663"/>
            <a:ext cx="323850" cy="19050"/>
          </a:xfrm>
          <a:custGeom xmlns:a="http://schemas.openxmlformats.org/drawingml/2006/main">
            <a:pathLst>
              <a:path w="323850" h="19050">
                <a:moveTo>
                  <a:pt x="0" y="190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54" name="dp43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646DA743-BDFC-44B1-AC4D-EB882236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711" y="4103967"/>
            <a:ext cx="125289" cy="121710"/>
          </a:xfrm>
          <a:custGeom xmlns:a="http://schemas.openxmlformats.org/drawingml/2006/main">
            <a:pathLst>
              <a:path w="125289" h="121710">
                <a:moveTo>
                  <a:pt x="7159" y="121710"/>
                </a:moveTo>
                <a:lnTo>
                  <a:pt x="125289" y="5369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55" name="dp43-comparison / n149">
            <a:extLst xmlns:a="http://schemas.openxmlformats.org/drawingml/2006/main">
              <a:ext uri="{FF2B5EF4-FFF2-40B4-BE49-F238E27FC236}">
                <a16:creationId xmlns:a16="http://schemas.microsoft.com/office/drawing/2014/main" id="{48CDA06A-7270-4CDF-A8D6-138A454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5243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56" name="dp43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5FEAEA05-90E6-4F6C-815A-143E3AA5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518660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Revision</a:t>
            </a:r>
          </a:p>
        </p:txBody>
      </p:sp>
      <p:sp>
        <p:nvSpPr>
          <p:cNvPr id="157" name="dp43-comparison / n150 / text 2">
            <a:extLst xmlns:a="http://schemas.openxmlformats.org/drawingml/2006/main">
              <a:ext uri="{FF2B5EF4-FFF2-40B4-BE49-F238E27FC236}">
                <a16:creationId xmlns:a16="http://schemas.microsoft.com/office/drawing/2014/main" id="{81F3C362-F7AE-4D7C-88C2-B529C07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729163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58" name="dp43-comparison / n153 / path">
            <a:extLst xmlns:a="http://schemas.openxmlformats.org/drawingml/2006/main">
              <a:ext uri="{FF2B5EF4-FFF2-40B4-BE49-F238E27FC236}">
                <a16:creationId xmlns:a16="http://schemas.microsoft.com/office/drawing/2014/main" id="{4E2FC978-574E-48D4-AAB0-9D2D59C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491038"/>
            <a:ext cx="323850" cy="152400"/>
          </a:xfrm>
          <a:custGeom xmlns:a="http://schemas.openxmlformats.org/drawingml/2006/main">
            <a:pathLst>
              <a:path w="323850" h="152400">
                <a:moveTo>
                  <a:pt x="32385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59" name="dp43-comparison / n153 / arrow">
            <a:extLst xmlns:a="http://schemas.openxmlformats.org/drawingml/2006/main">
              <a:ext uri="{FF2B5EF4-FFF2-40B4-BE49-F238E27FC236}">
                <a16:creationId xmlns:a16="http://schemas.microsoft.com/office/drawing/2014/main" id="{1D0215B4-46DB-4FD6-80D4-B610681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487793"/>
            <a:ext cx="136272" cy="110315"/>
          </a:xfrm>
          <a:custGeom xmlns:a="http://schemas.openxmlformats.org/drawingml/2006/main">
            <a:pathLst>
              <a:path w="136272" h="110315">
                <a:moveTo>
                  <a:pt x="136272" y="0"/>
                </a:moveTo>
                <a:lnTo>
                  <a:pt x="0" y="3245"/>
                </a:lnTo>
                <a:lnTo>
                  <a:pt x="84359" y="110315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0" name="dp43-comparison / n154 / path">
            <a:extLst xmlns:a="http://schemas.openxmlformats.org/drawingml/2006/main">
              <a:ext uri="{FF2B5EF4-FFF2-40B4-BE49-F238E27FC236}">
                <a16:creationId xmlns:a16="http://schemas.microsoft.com/office/drawing/2014/main" id="{9871F664-43B9-41F7-91FD-E24D2DA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662488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61" name="dp43-comparison / n154 / arrow">
            <a:extLst xmlns:a="http://schemas.openxmlformats.org/drawingml/2006/main">
              <a:ext uri="{FF2B5EF4-FFF2-40B4-BE49-F238E27FC236}">
                <a16:creationId xmlns:a16="http://schemas.microsoft.com/office/drawing/2014/main" id="{B7440049-44EB-46F4-83C7-FBBEBB1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728" y="4707817"/>
            <a:ext cx="136272" cy="110315"/>
          </a:xfrm>
          <a:custGeom xmlns:a="http://schemas.openxmlformats.org/drawingml/2006/main">
            <a:pathLst>
              <a:path w="136272" h="110315">
                <a:moveTo>
                  <a:pt x="0" y="110315"/>
                </a:moveTo>
                <a:lnTo>
                  <a:pt x="136272" y="107071"/>
                </a:lnTo>
                <a:lnTo>
                  <a:pt x="51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2" name="dp43-comparison / n155">
            <a:extLst xmlns:a="http://schemas.openxmlformats.org/drawingml/2006/main">
              <a:ext uri="{FF2B5EF4-FFF2-40B4-BE49-F238E27FC236}">
                <a16:creationId xmlns:a16="http://schemas.microsoft.com/office/drawing/2014/main" id="{19B73148-4593-4AF6-BC0D-2C7B8879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816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63" name="dp43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39D4E314-DA44-4CD7-975E-DF6E04F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517588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Handling</a:t>
            </a:r>
          </a:p>
        </p:txBody>
      </p:sp>
      <p:sp>
        <p:nvSpPr>
          <p:cNvPr id="164" name="dp43-comparison / n156 / text 2">
            <a:extLst xmlns:a="http://schemas.openxmlformats.org/drawingml/2006/main">
              <a:ext uri="{FF2B5EF4-FFF2-40B4-BE49-F238E27FC236}">
                <a16:creationId xmlns:a16="http://schemas.microsoft.com/office/drawing/2014/main" id="{BBA82E72-035C-4E52-BE91-67C89133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538638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65" name="dp43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5A3899E1-C05C-4D1B-A15B-B3E9BFD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76813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323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66" name="dp43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FF504282-64BF-4E21-A1AD-35D828F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76813"/>
            <a:ext cx="129316" cy="129316"/>
          </a:xfrm>
          <a:custGeom xmlns:a="http://schemas.openxmlformats.org/drawingml/2006/main">
            <a:pathLst>
              <a:path w="129316" h="129316">
                <a:moveTo>
                  <a:pt x="129316" y="43105"/>
                </a:moveTo>
                <a:lnTo>
                  <a:pt x="0" y="0"/>
                </a:lnTo>
                <a:lnTo>
                  <a:pt x="43105" y="129316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7" name="dp43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18568359-10AF-47C7-B5E3-3720AC3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148263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0"/>
                </a:moveTo>
                <a:lnTo>
                  <a:pt x="3238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68" name="dp43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F79F9162-112D-4F8A-9B6D-1BF1208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684" y="5342797"/>
            <a:ext cx="129316" cy="129316"/>
          </a:xfrm>
          <a:custGeom xmlns:a="http://schemas.openxmlformats.org/drawingml/2006/main">
            <a:pathLst>
              <a:path w="129316" h="129316">
                <a:moveTo>
                  <a:pt x="0" y="86210"/>
                </a:moveTo>
                <a:lnTo>
                  <a:pt x="129316" y="129316"/>
                </a:lnTo>
                <a:lnTo>
                  <a:pt x="86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9" name="dp43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AD3428DA-31DA-43C8-B37D-E1D86C5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038475"/>
            <a:ext cx="1247775" cy="828675"/>
          </a:xfrm>
          <a:custGeom xmlns:a="http://schemas.openxmlformats.org/drawingml/2006/main">
            <a:pathLst>
              <a:path w="1247775" h="828675">
                <a:moveTo>
                  <a:pt x="1104900" y="0"/>
                </a:moveTo>
                <a:lnTo>
                  <a:pt x="1104900" y="266700"/>
                </a:lnTo>
                <a:lnTo>
                  <a:pt x="1247775" y="266700"/>
                </a:lnTo>
                <a:lnTo>
                  <a:pt x="1247775" y="781050"/>
                </a:lnTo>
                <a:lnTo>
                  <a:pt x="0" y="781050"/>
                </a:ln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70" name="dp43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6BCA8BF6-AC41-4889-8A47-AEB236FD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0" y="37452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71" name="dp43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FD3E3216-E1CA-4999-86A3-3A380F10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8637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72" name="dp43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2F1B8553-0EB6-40A0-B640-BC707D86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0" y="52787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73" name="dp43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8B6DA79D-0D0D-43A2-ADE6-0EB0C275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38475"/>
            <a:ext cx="7791450" cy="742950"/>
          </a:xfrm>
          <a:custGeom xmlns:a="http://schemas.openxmlformats.org/drawingml/2006/main">
            <a:pathLst>
              <a:path w="7791450" h="742950">
                <a:moveTo>
                  <a:pt x="0" y="742950"/>
                </a:moveTo>
                <a:lnTo>
                  <a:pt x="7791450" y="742950"/>
                </a:lnTo>
                <a:lnTo>
                  <a:pt x="7791450" y="266700"/>
                </a:lnTo>
                <a:lnTo>
                  <a:pt x="6743700" y="266700"/>
                </a:lnTo>
                <a:lnTo>
                  <a:pt x="6743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4" name="dp43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F05097C5-9743-4D3E-B4DA-66BC3A9C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6840" y="3038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5" name="dp43-comparison / n164 / path">
            <a:extLst xmlns:a="http://schemas.openxmlformats.org/drawingml/2006/main">
              <a:ext uri="{FF2B5EF4-FFF2-40B4-BE49-F238E27FC236}">
                <a16:creationId xmlns:a16="http://schemas.microsoft.com/office/drawing/2014/main" id="{14DCDF6E-C10D-4FFC-895F-A7625A31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290513"/>
          </a:xfrm>
          <a:custGeom xmlns:a="http://schemas.openxmlformats.org/drawingml/2006/main">
            <a:pathLst>
              <a:path w="95250" h="290513">
                <a:moveTo>
                  <a:pt x="95250" y="290513"/>
                </a:moveTo>
                <a:lnTo>
                  <a:pt x="0" y="29051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6" name="dp43-comparison / n165 / path">
            <a:extLst xmlns:a="http://schemas.openxmlformats.org/drawingml/2006/main">
              <a:ext uri="{FF2B5EF4-FFF2-40B4-BE49-F238E27FC236}">
                <a16:creationId xmlns:a16="http://schemas.microsoft.com/office/drawing/2014/main" id="{F9DA3547-D3D5-471C-9B40-88BE784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947738"/>
          </a:xfrm>
          <a:custGeom xmlns:a="http://schemas.openxmlformats.org/drawingml/2006/main">
            <a:pathLst>
              <a:path w="95250" h="947738">
                <a:moveTo>
                  <a:pt x="95250" y="947738"/>
                </a:moveTo>
                <a:lnTo>
                  <a:pt x="0" y="9477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7" name="dp43-comparison / n166 / path">
            <a:extLst xmlns:a="http://schemas.openxmlformats.org/drawingml/2006/main">
              <a:ext uri="{FF2B5EF4-FFF2-40B4-BE49-F238E27FC236}">
                <a16:creationId xmlns:a16="http://schemas.microsoft.com/office/drawing/2014/main" id="{09EA6E15-E014-4E72-AE09-0E0755D3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1604963"/>
          </a:xfrm>
          <a:custGeom xmlns:a="http://schemas.openxmlformats.org/drawingml/2006/main">
            <a:pathLst>
              <a:path w="95250" h="1604963">
                <a:moveTo>
                  <a:pt x="95250" y="1604963"/>
                </a:moveTo>
                <a:lnTo>
                  <a:pt x="0" y="160496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8" name="dp43-comparison / n167 / path">
            <a:extLst xmlns:a="http://schemas.openxmlformats.org/drawingml/2006/main">
              <a:ext uri="{FF2B5EF4-FFF2-40B4-BE49-F238E27FC236}">
                <a16:creationId xmlns:a16="http://schemas.microsoft.com/office/drawing/2014/main" id="{FBD166D8-658B-49DD-9831-1E2B966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290513"/>
          </a:xfrm>
          <a:custGeom xmlns:a="http://schemas.openxmlformats.org/drawingml/2006/main">
            <a:pathLst>
              <a:path w="247650" h="290513">
                <a:moveTo>
                  <a:pt x="0" y="290513"/>
                </a:moveTo>
                <a:lnTo>
                  <a:pt x="247650" y="290513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9" name="dp43-comparison / n168 / path">
            <a:extLst xmlns:a="http://schemas.openxmlformats.org/drawingml/2006/main">
              <a:ext uri="{FF2B5EF4-FFF2-40B4-BE49-F238E27FC236}">
                <a16:creationId xmlns:a16="http://schemas.microsoft.com/office/drawing/2014/main" id="{9902EC1F-0781-46A1-A59F-9D31A92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947738"/>
          </a:xfrm>
          <a:custGeom xmlns:a="http://schemas.openxmlformats.org/drawingml/2006/main">
            <a:pathLst>
              <a:path w="247650" h="947738">
                <a:moveTo>
                  <a:pt x="0" y="947738"/>
                </a:moveTo>
                <a:lnTo>
                  <a:pt x="247650" y="947738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0" name="dp43-comparison / n169 / path">
            <a:extLst xmlns:a="http://schemas.openxmlformats.org/drawingml/2006/main">
              <a:ext uri="{FF2B5EF4-FFF2-40B4-BE49-F238E27FC236}">
                <a16:creationId xmlns:a16="http://schemas.microsoft.com/office/drawing/2014/main" id="{34277156-DDC4-4E3C-A000-6BF5EC04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1604963"/>
          </a:xfrm>
          <a:custGeom xmlns:a="http://schemas.openxmlformats.org/drawingml/2006/main">
            <a:pathLst>
              <a:path w="247650" h="1604963">
                <a:moveTo>
                  <a:pt x="0" y="1604963"/>
                </a:moveTo>
                <a:lnTo>
                  <a:pt x="247650" y="1604963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1" name="dp43-comparison / n176">
            <a:extLst xmlns:a="http://schemas.openxmlformats.org/drawingml/2006/main">
              <a:ext uri="{FF2B5EF4-FFF2-40B4-BE49-F238E27FC236}">
                <a16:creationId xmlns:a16="http://schemas.microsoft.com/office/drawing/2014/main" id="{DE3D01E6-D438-4B03-9E13-DF6BE8A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2" name="dp43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89CD453C-68FC-44BE-9BB5-A623DC0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3" name="dp43-comparison / n178">
            <a:extLst xmlns:a="http://schemas.openxmlformats.org/drawingml/2006/main">
              <a:ext uri="{FF2B5EF4-FFF2-40B4-BE49-F238E27FC236}">
                <a16:creationId xmlns:a16="http://schemas.microsoft.com/office/drawing/2014/main" id="{B6BD2104-EE43-4BD2-B2A4-41E54E4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3-comparison / n179 / text 1">
            <a:extLst xmlns:a="http://schemas.openxmlformats.org/drawingml/2006/main">
              <a:ext uri="{FF2B5EF4-FFF2-40B4-BE49-F238E27FC236}">
                <a16:creationId xmlns:a16="http://schemas.microsoft.com/office/drawing/2014/main" id="{77DE3E8F-C63A-4F56-A3FF-32683FF0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85" name="dp43-comparison / n180">
            <a:extLst xmlns:a="http://schemas.openxmlformats.org/drawingml/2006/main">
              <a:ext uri="{FF2B5EF4-FFF2-40B4-BE49-F238E27FC236}">
                <a16:creationId xmlns:a16="http://schemas.microsoft.com/office/drawing/2014/main" id="{441929B0-0E7F-4EB6-AF60-163D790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6" name="dp43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3F6172F5-CD91-4EB4-A627-583ED715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87" name="dp43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3D2B7B61-6ED3-4126-86EA-4C182641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810250"/>
            <a:ext cx="2676525" cy="714375"/>
          </a:xfrm>
          <a:custGeom xmlns:a="http://schemas.openxmlformats.org/drawingml/2006/main">
            <a:pathLst>
              <a:path w="2676525" h="714375">
                <a:moveTo>
                  <a:pt x="2676525" y="0"/>
                </a:moveTo>
                <a:lnTo>
                  <a:pt x="2676525" y="647700"/>
                </a:lnTo>
                <a:lnTo>
                  <a:pt x="0" y="647700"/>
                </a:ln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88" name="dp43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19942F11-8850-4395-AD09-D5352D30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66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89" name="dp43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2F8604A7-C113-4ABA-B0B1-6655E073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0" name="dp43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BD98D0CE-8F78-43F4-9DDC-FBEF28D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1" name="dp43-comparison / n184 / path">
            <a:extLst xmlns:a="http://schemas.openxmlformats.org/drawingml/2006/main">
              <a:ext uri="{FF2B5EF4-FFF2-40B4-BE49-F238E27FC236}">
                <a16:creationId xmlns:a16="http://schemas.microsoft.com/office/drawing/2014/main" id="{DCE4621D-9986-4593-A7C5-F302BFD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92" name="dp43-comparison / n184 / arrow">
            <a:extLst xmlns:a="http://schemas.openxmlformats.org/drawingml/2006/main">
              <a:ext uri="{FF2B5EF4-FFF2-40B4-BE49-F238E27FC236}">
                <a16:creationId xmlns:a16="http://schemas.microsoft.com/office/drawing/2014/main" id="{C05904FC-7AED-46D0-AA2E-FDACBC39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5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93" name="dp43-comparison / n110">
            <a:extLst xmlns:a="http://schemas.openxmlformats.org/drawingml/2006/main">
              <a:ext uri="{FF2B5EF4-FFF2-40B4-BE49-F238E27FC236}">
                <a16:creationId xmlns:a16="http://schemas.microsoft.com/office/drawing/2014/main" id="{0B1EA7E3-B3CE-41FC-A1C3-1E58CB8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3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3C87519A-9202-4DD3-B9D0-6DFE6E62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95" name="dp43-comparison / n112">
            <a:extLst xmlns:a="http://schemas.openxmlformats.org/drawingml/2006/main">
              <a:ext uri="{FF2B5EF4-FFF2-40B4-BE49-F238E27FC236}">
                <a16:creationId xmlns:a16="http://schemas.microsoft.com/office/drawing/2014/main" id="{2865E067-472F-4B5F-B3C7-857CDEBF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3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B1FC7973-C33B-4F4D-8591-5506C5F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197" name="dp43-comparison / n115">
            <a:extLst xmlns:a="http://schemas.openxmlformats.org/drawingml/2006/main">
              <a:ext uri="{FF2B5EF4-FFF2-40B4-BE49-F238E27FC236}">
                <a16:creationId xmlns:a16="http://schemas.microsoft.com/office/drawing/2014/main" id="{A5812BED-B0C8-467D-B95C-53DC96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3-comparison / n116 / text 1">
            <a:extLst xmlns:a="http://schemas.openxmlformats.org/drawingml/2006/main">
              <a:ext uri="{FF2B5EF4-FFF2-40B4-BE49-F238E27FC236}">
                <a16:creationId xmlns:a16="http://schemas.microsoft.com/office/drawing/2014/main" id="{0EFC7D9A-B19D-484D-9434-0611B26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199" name="dp43-comparison / n117">
            <a:extLst xmlns:a="http://schemas.openxmlformats.org/drawingml/2006/main">
              <a:ext uri="{FF2B5EF4-FFF2-40B4-BE49-F238E27FC236}">
                <a16:creationId xmlns:a16="http://schemas.microsoft.com/office/drawing/2014/main" id="{FAA5B199-18BA-4099-8203-E71986C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49834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3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6880F3F3-44F7-4CC9-AE29-DD7CC1A7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05150"/>
            <a:ext cx="533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읽기: Context Manager 정보 / Task Manager의 Task 후보</a:t>
            </a:r>
          </a:p>
        </p:txBody>
      </p:sp>
      <p:sp>
        <p:nvSpPr>
          <p:cNvPr id="201" name="dp43-comparison / n127">
            <a:extLst xmlns:a="http://schemas.openxmlformats.org/drawingml/2006/main">
              <a:ext uri="{FF2B5EF4-FFF2-40B4-BE49-F238E27FC236}">
                <a16:creationId xmlns:a16="http://schemas.microsoft.com/office/drawing/2014/main" id="{A0BFA687-F005-4F40-A2EE-F8A0E023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86250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3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8671E2AE-BA6D-453E-A1B8-C07D761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9577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F1 목표와 완료 조건</a:t>
            </a:r>
          </a:p>
        </p:txBody>
      </p:sp>
      <p:sp>
        <p:nvSpPr>
          <p:cNvPr id="203" name="dp43-comparison / n133">
            <a:extLst xmlns:a="http://schemas.openxmlformats.org/drawingml/2006/main">
              <a:ext uri="{FF2B5EF4-FFF2-40B4-BE49-F238E27FC236}">
                <a16:creationId xmlns:a16="http://schemas.microsoft.com/office/drawing/2014/main" id="{61933DFB-9C5D-4B1E-90DD-43E5DE3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3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34CB8928-9A5D-4983-8875-22E0FAFD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F2 표와 결론의 범위</a:t>
            </a:r>
          </a:p>
        </p:txBody>
      </p:sp>
      <p:sp>
        <p:nvSpPr>
          <p:cNvPr id="205" name="dp43-comparison / n139">
            <a:extLst xmlns:a="http://schemas.openxmlformats.org/drawingml/2006/main">
              <a:ext uri="{FF2B5EF4-FFF2-40B4-BE49-F238E27FC236}">
                <a16:creationId xmlns:a16="http://schemas.microsoft.com/office/drawing/2014/main" id="{2165F73B-0BA4-483D-AE53-5A930C56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00700"/>
            <a:ext cx="22679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3-comparison / n140 / text 1">
            <a:extLst xmlns:a="http://schemas.openxmlformats.org/drawingml/2006/main">
              <a:ext uri="{FF2B5EF4-FFF2-40B4-BE49-F238E27FC236}">
                <a16:creationId xmlns:a16="http://schemas.microsoft.com/office/drawing/2014/main" id="{35B909AE-42C3-46BE-A388-19768058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022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F3 Conversation / Task 연결</a:t>
            </a:r>
          </a:p>
        </p:txBody>
      </p:sp>
      <p:sp>
        <p:nvSpPr>
          <p:cNvPr id="207" name="dp43-comparison / n145">
            <a:extLst xmlns:a="http://schemas.openxmlformats.org/drawingml/2006/main">
              <a:ext uri="{FF2B5EF4-FFF2-40B4-BE49-F238E27FC236}">
                <a16:creationId xmlns:a16="http://schemas.microsoft.com/office/drawing/2014/main" id="{AE149B54-C162-42FD-AD5A-AB51C415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286250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p43-comparison / n146 / text 1">
            <a:extLst xmlns:a="http://schemas.openxmlformats.org/drawingml/2006/main">
              <a:ext uri="{FF2B5EF4-FFF2-40B4-BE49-F238E27FC236}">
                <a16:creationId xmlns:a16="http://schemas.microsoft.com/office/drawing/2014/main" id="{C592090D-C7C8-4061-9E74-3AC47D8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29577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F4 조건과 의존 관계</a:t>
            </a:r>
          </a:p>
        </p:txBody>
      </p:sp>
      <p:sp>
        <p:nvSpPr>
          <p:cNvPr id="209" name="dp43-comparison / n151">
            <a:extLst xmlns:a="http://schemas.openxmlformats.org/drawingml/2006/main">
              <a:ext uri="{FF2B5EF4-FFF2-40B4-BE49-F238E27FC236}">
                <a16:creationId xmlns:a16="http://schemas.microsoft.com/office/drawing/2014/main" id="{5CDA68A4-AE70-4540-A883-80D033E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943475"/>
            <a:ext cx="170211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p43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A62FB9E0-E99B-40BA-98A1-1B60C320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953000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F5 PDF 유지 / 결론→표</a:t>
            </a:r>
          </a:p>
        </p:txBody>
      </p:sp>
      <p:sp>
        <p:nvSpPr>
          <p:cNvPr id="211" name="dp43-comparison / n157">
            <a:extLst xmlns:a="http://schemas.openxmlformats.org/drawingml/2006/main">
              <a:ext uri="{FF2B5EF4-FFF2-40B4-BE49-F238E27FC236}">
                <a16:creationId xmlns:a16="http://schemas.microsoft.com/office/drawing/2014/main" id="{CF924BE2-6BFE-4972-9EA8-6B8ED38D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600700"/>
            <a:ext cx="22221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p43-comparison / n158 / text 1">
            <a:extLst xmlns:a="http://schemas.openxmlformats.org/drawingml/2006/main">
              <a:ext uri="{FF2B5EF4-FFF2-40B4-BE49-F238E27FC236}">
                <a16:creationId xmlns:a16="http://schemas.microsoft.com/office/drawing/2014/main" id="{F2764998-A2C7-4FEA-A2B1-BC4402A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61022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F6 Delegation / 질문 / 대기</a:t>
            </a:r>
          </a:p>
        </p:txBody>
      </p:sp>
      <p:sp>
        <p:nvSpPr>
          <p:cNvPr id="213" name="dp43-comparison / n170">
            <a:extLst xmlns:a="http://schemas.openxmlformats.org/drawingml/2006/main">
              <a:ext uri="{FF2B5EF4-FFF2-40B4-BE49-F238E27FC236}">
                <a16:creationId xmlns:a16="http://schemas.microsoft.com/office/drawing/2014/main" id="{96691383-6FB8-487F-8EA9-73B944B4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514725"/>
            <a:ext cx="26422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3-comparison / n171 / text 1">
            <a:extLst xmlns:a="http://schemas.openxmlformats.org/drawingml/2006/main">
              <a:ext uri="{FF2B5EF4-FFF2-40B4-BE49-F238E27FC236}">
                <a16:creationId xmlns:a16="http://schemas.microsoft.com/office/drawing/2014/main" id="{D7A38A8D-278B-4F86-B5E4-4DA1AB3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524250"/>
            <a:ext cx="49625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각 F1~F6 생산자의 모델 호출 / 반환</a:t>
            </a:r>
          </a:p>
        </p:txBody>
      </p:sp>
      <p:sp>
        <p:nvSpPr>
          <p:cNvPr id="215" name="dp43-comparison / n172">
            <a:extLst xmlns:a="http://schemas.openxmlformats.org/drawingml/2006/main">
              <a:ext uri="{FF2B5EF4-FFF2-40B4-BE49-F238E27FC236}">
                <a16:creationId xmlns:a16="http://schemas.microsoft.com/office/drawing/2014/main" id="{5AD8D1FD-B3F8-4E91-8771-916C26B0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810250"/>
            <a:ext cx="546201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3-comparison / n173 / text 1">
            <a:extLst xmlns:a="http://schemas.openxmlformats.org/drawingml/2006/main">
              <a:ext uri="{FF2B5EF4-FFF2-40B4-BE49-F238E27FC236}">
                <a16:creationId xmlns:a16="http://schemas.microsoft.com/office/drawing/2014/main" id="{521E531F-AC24-4E6E-BB01-C077845E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19775"/>
            <a:ext cx="75057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실선 제안 / 점선 원생산자 재판단 / Coordinator의 의미 덮어쓰기 금지</a:t>
            </a:r>
          </a:p>
        </p:txBody>
      </p:sp>
      <p:sp>
        <p:nvSpPr>
          <p:cNvPr id="217" name="dp43-comparison / n174">
            <a:extLst xmlns:a="http://schemas.openxmlformats.org/drawingml/2006/main">
              <a:ext uri="{FF2B5EF4-FFF2-40B4-BE49-F238E27FC236}">
                <a16:creationId xmlns:a16="http://schemas.microsoft.com/office/drawing/2014/main" id="{A23591C7-4CE2-4D24-9F3E-D2809DA7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00750"/>
            <a:ext cx="64657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3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E34EE5AE-AC9B-4D19-8B87-6B970202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010275"/>
            <a:ext cx="7715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정정: F2와 F5 재판단 → F4 갱신 / Task Association은 입력 전제가 아닌 결과</a:t>
            </a:r>
          </a:p>
        </p:txBody>
      </p:sp>
      <p:sp>
        <p:nvSpPr>
          <p:cNvPr id="219" name="dp43-comparison / n185">
            <a:extLst xmlns:a="http://schemas.openxmlformats.org/drawingml/2006/main">
              <a:ext uri="{FF2B5EF4-FFF2-40B4-BE49-F238E27FC236}">
                <a16:creationId xmlns:a16="http://schemas.microsoft.com/office/drawing/2014/main" id="{79762F7B-F83A-4C4F-9E9F-72366C9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3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24FBF736-D5DD-47EC-9650-A32CA262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221" name="dp43-comparison / n187">
            <a:extLst xmlns:a="http://schemas.openxmlformats.org/drawingml/2006/main">
              <a:ext uri="{FF2B5EF4-FFF2-40B4-BE49-F238E27FC236}">
                <a16:creationId xmlns:a16="http://schemas.microsoft.com/office/drawing/2014/main" id="{9450D773-4BFC-4660-9502-10257B20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3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73818E1F-E1E7-4AD0-8228-72BA678D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223" name="dp43-comparison / n189">
            <a:extLst xmlns:a="http://schemas.openxmlformats.org/drawingml/2006/main">
              <a:ext uri="{FF2B5EF4-FFF2-40B4-BE49-F238E27FC236}">
                <a16:creationId xmlns:a16="http://schemas.microsoft.com/office/drawing/2014/main" id="{B273148B-6F3D-4B43-885E-1F66F9EF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3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4814ECB0-7685-4411-A86D-E801153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225" name="dp43-comparison / n191">
            <a:extLst xmlns:a="http://schemas.openxmlformats.org/drawingml/2006/main">
              <a:ext uri="{FF2B5EF4-FFF2-40B4-BE49-F238E27FC236}">
                <a16:creationId xmlns:a16="http://schemas.microsoft.com/office/drawing/2014/main" id="{ACAE57F9-77E4-4EC4-9DA0-0A4A411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p43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68AF9F0B-B725-48AC-A2A6-89306F5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</p:spTree>
    <p:extLst>
      <p:ext uri="{BB962C8B-B14F-4D97-AF65-F5344CB8AC3E}">
        <p14:creationId xmlns:p14="http://schemas.microsoft.com/office/powerpoint/2010/main" val="284974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dp44-background / n1">
            <a:extLst xmlns:a="http://schemas.openxmlformats.org/drawingml/2006/main">
              <a:ext uri="{FF2B5EF4-FFF2-40B4-BE49-F238E27FC236}">
                <a16:creationId xmlns:a16="http://schemas.microsoft.com/office/drawing/2014/main" id="{C2BD9434-27DF-4B7B-BA0B-77679EF2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697398C0-60E3-43D4-926F-D399909D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4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C89E1116-7200-4855-BC67-A6E83E4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04-44</a:t>
            </a:r>
          </a:p>
        </p:txBody>
      </p:sp>
      <p:sp>
        <p:nvSpPr>
          <p:cNvPr id="4" name="dp44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23A06095-1FCC-4988-B87F-C97E3731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04-44. 반응성을 위한 VIA 지속 입력과 Response 전달 설계</a:t>
            </a:r>
          </a:p>
        </p:txBody>
      </p:sp>
      <p:sp>
        <p:nvSpPr>
          <p:cNvPr id="5" name="dp44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EB6CA3C8-D745-4E6D-8603-ABB1F41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4-background / n6">
            <a:extLst xmlns:a="http://schemas.openxmlformats.org/drawingml/2006/main">
              <a:ext uri="{FF2B5EF4-FFF2-40B4-BE49-F238E27FC236}">
                <a16:creationId xmlns:a16="http://schemas.microsoft.com/office/drawing/2014/main" id="{E3B75314-43AE-484C-B02F-486E7C41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4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CDBF834D-D0D6-4C3F-AFD2-87217497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누락과 현재 대화에 맞지 않는 Response 전달 위험</a:t>
            </a:r>
          </a:p>
        </p:txBody>
      </p:sp>
      <p:sp>
        <p:nvSpPr>
          <p:cNvPr id="8" name="dp44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B8E53E79-06D1-47D8-8FAF-209635F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4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D58032F8-B5B7-460E-823B-3FEFA15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4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796B0C38-5C4B-4BFF-91EE-D4282DF2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4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A696B4D5-6419-4CA6-896C-00407D9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4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00735014-8841-48DA-8A2E-EBAA98DB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겹친 사건의 후속 실행과 전달을 이어가는 실행 구조 설계</a:t>
            </a:r>
          </a:p>
        </p:txBody>
      </p:sp>
      <p:sp>
        <p:nvSpPr>
          <p:cNvPr id="13" name="dp44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9D2121EF-55D2-43AC-95F3-6DBDA2A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반응성 / 기능 정확성 / 자원 활용성</a:t>
            </a:r>
          </a:p>
        </p:txBody>
      </p:sp>
      <p:sp>
        <p:nvSpPr>
          <p:cNvPr id="14" name="dp44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9369537E-CCD8-494C-A49B-A5C93011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4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DC4141BC-4F1E-4ED3-8908-5B475300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처음 / “보고서 내용 설명해주고, 내일 회의 안내 메일 초안도 만들어줘.”</a:t>
            </a:r>
          </a:p>
        </p:txBody>
      </p:sp>
      <p:sp>
        <p:nvSpPr>
          <p:cNvPr id="16" name="dp44-background / n16 / text 1">
            <a:extLst xmlns:a="http://schemas.openxmlformats.org/drawingml/2006/main">
              <a:ext uri="{FF2B5EF4-FFF2-40B4-BE49-F238E27FC236}">
                <a16:creationId xmlns:a16="http://schemas.microsoft.com/office/drawing/2014/main" id="{6AC2DEE8-F838-4490-AB61-D6DE4AD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처리 시작</a:t>
            </a:r>
          </a:p>
        </p:txBody>
      </p:sp>
      <p:sp>
        <p:nvSpPr>
          <p:cNvPr id="17" name="dp44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51A42C92-073F-4D49-962A-9548B283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설명 도중 / 두 사건 도착</a:t>
            </a:r>
          </a:p>
        </p:txBody>
      </p:sp>
      <p:sp>
        <p:nvSpPr>
          <p:cNvPr id="18" name="dp44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DD244035-9994-45A6-BDA7-E0D4E84D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발화 해석 후</a:t>
            </a:r>
          </a:p>
        </p:txBody>
      </p:sp>
      <p:sp>
        <p:nvSpPr>
          <p:cNvPr id="19" name="dp44-background / n19 / path">
            <a:extLst xmlns:a="http://schemas.openxmlformats.org/drawingml/2006/main">
              <a:ext uri="{FF2B5EF4-FFF2-40B4-BE49-F238E27FC236}">
                <a16:creationId xmlns:a16="http://schemas.microsoft.com/office/drawing/2014/main" id="{BE1E38DD-9CF4-4209-B5EE-9D29528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05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0" name="dp44-background / n19 / arrow">
            <a:extLst xmlns:a="http://schemas.openxmlformats.org/drawingml/2006/main">
              <a:ext uri="{FF2B5EF4-FFF2-40B4-BE49-F238E27FC236}">
                <a16:creationId xmlns:a16="http://schemas.microsoft.com/office/drawing/2014/main" id="{88AEF358-C119-44FC-8FEF-584C56AF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44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1" name="dp44-background / n20 / path">
            <a:extLst xmlns:a="http://schemas.openxmlformats.org/drawingml/2006/main">
              <a:ext uri="{FF2B5EF4-FFF2-40B4-BE49-F238E27FC236}">
                <a16:creationId xmlns:a16="http://schemas.microsoft.com/office/drawing/2014/main" id="{B7C0A9D1-0EB7-4D87-AE69-2621F68C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05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2" name="dp44-background / n20 / arrow">
            <a:extLst xmlns:a="http://schemas.openxmlformats.org/drawingml/2006/main">
              <a:ext uri="{FF2B5EF4-FFF2-40B4-BE49-F238E27FC236}">
                <a16:creationId xmlns:a16="http://schemas.microsoft.com/office/drawing/2014/main" id="{CBD0FEFA-05B1-42E1-BCF8-93AF0ED6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044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3" name="dp44-background / n21">
            <a:extLst xmlns:a="http://schemas.openxmlformats.org/drawingml/2006/main">
              <a:ext uri="{FF2B5EF4-FFF2-40B4-BE49-F238E27FC236}">
                <a16:creationId xmlns:a16="http://schemas.microsoft.com/office/drawing/2014/main" id="{AD46D7EC-51E5-4A65-88F2-E2FDFE3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p44-background / n22">
            <a:extLst xmlns:a="http://schemas.openxmlformats.org/drawingml/2006/main">
              <a:ext uri="{FF2B5EF4-FFF2-40B4-BE49-F238E27FC236}">
                <a16:creationId xmlns:a16="http://schemas.microsoft.com/office/drawing/2014/main" id="{9534CFCA-DA4F-4336-A081-2BC9BE3B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p44-background / n23">
            <a:extLst xmlns:a="http://schemas.openxmlformats.org/drawingml/2006/main">
              <a:ext uri="{FF2B5EF4-FFF2-40B4-BE49-F238E27FC236}">
                <a16:creationId xmlns:a16="http://schemas.microsoft.com/office/drawing/2014/main" id="{D406E611-C69B-480A-A9BE-C4ED8277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p44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FB41B38C-4177-487A-BEE6-EFEC6DB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Response</a:t>
            </a:r>
          </a:p>
        </p:txBody>
      </p:sp>
      <p:sp>
        <p:nvSpPr>
          <p:cNvPr id="27" name="dp44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D2DA11FC-A659-4C3E-871E-027CF646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설명 중</a:t>
            </a:r>
          </a:p>
        </p:txBody>
      </p:sp>
      <p:sp>
        <p:nvSpPr>
          <p:cNvPr id="28" name="dp44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6AC8B0D1-5AAD-4FBE-847C-2C058682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 발화 계속 수신</a:t>
            </a:r>
          </a:p>
        </p:txBody>
      </p:sp>
      <p:sp>
        <p:nvSpPr>
          <p:cNvPr id="29" name="dp44-background / n27 / path">
            <a:extLst xmlns:a="http://schemas.openxmlformats.org/drawingml/2006/main">
              <a:ext uri="{FF2B5EF4-FFF2-40B4-BE49-F238E27FC236}">
                <a16:creationId xmlns:a16="http://schemas.microsoft.com/office/drawing/2014/main" id="{77C67DE1-6DC8-4C15-BED1-6FC4177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953" cy="76200"/>
          </a:xfrm>
          <a:custGeom xmlns:a="http://schemas.openxmlformats.org/drawingml/2006/main"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0" name="dp44-background / n28 / path">
            <a:extLst xmlns:a="http://schemas.openxmlformats.org/drawingml/2006/main">
              <a:ext uri="{FF2B5EF4-FFF2-40B4-BE49-F238E27FC236}">
                <a16:creationId xmlns:a16="http://schemas.microsoft.com/office/drawing/2014/main" id="{2CE636DE-BAC7-4699-B054-1128962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3395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1" name="dp44-background / n29 / path">
            <a:extLst xmlns:a="http://schemas.openxmlformats.org/drawingml/2006/main">
              <a:ext uri="{FF2B5EF4-FFF2-40B4-BE49-F238E27FC236}">
                <a16:creationId xmlns:a16="http://schemas.microsoft.com/office/drawing/2014/main" id="{A918FBD1-087A-44E4-9EA6-BBE092B8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48225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2" name="dp44-background / n30 / path">
            <a:extLst xmlns:a="http://schemas.openxmlformats.org/drawingml/2006/main">
              <a:ext uri="{FF2B5EF4-FFF2-40B4-BE49-F238E27FC236}">
                <a16:creationId xmlns:a16="http://schemas.microsoft.com/office/drawing/2014/main" id="{D38F6CF8-20BF-42BF-873A-56B25DB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62525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3" name="dp44-background / n31 / path">
            <a:extLst xmlns:a="http://schemas.openxmlformats.org/drawingml/2006/main">
              <a:ext uri="{FF2B5EF4-FFF2-40B4-BE49-F238E27FC236}">
                <a16:creationId xmlns:a16="http://schemas.microsoft.com/office/drawing/2014/main" id="{CEF7F3C7-275A-4B00-AA97-BF4FD973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895850"/>
            <a:ext cx="953" cy="171450"/>
          </a:xfrm>
          <a:custGeom xmlns:a="http://schemas.openxmlformats.org/drawingml/2006/main">
            <a:pathLst>
              <a:path w="953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4" name="dp44-background / n32 / path">
            <a:extLst xmlns:a="http://schemas.openxmlformats.org/drawingml/2006/main">
              <a:ext uri="{FF2B5EF4-FFF2-40B4-BE49-F238E27FC236}">
                <a16:creationId xmlns:a16="http://schemas.microsoft.com/office/drawing/2014/main" id="{388F6B07-BB86-47D0-AF0D-2A9A8E4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81575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5" name="dp44-background / n33 / text 1">
            <a:extLst xmlns:a="http://schemas.openxmlformats.org/drawingml/2006/main">
              <a:ext uri="{FF2B5EF4-FFF2-40B4-BE49-F238E27FC236}">
                <a16:creationId xmlns:a16="http://schemas.microsoft.com/office/drawing/2014/main" id="{4290A0A1-7416-4051-A5EE-3AD053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새 User Turn</a:t>
            </a:r>
          </a:p>
        </p:txBody>
      </p:sp>
      <p:sp>
        <p:nvSpPr>
          <p:cNvPr id="36" name="dp44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F5EA3651-7EE0-4320-A9C9-8F8585A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“잠깐, 표부터</a:t>
            </a:r>
          </a:p>
        </p:txBody>
      </p:sp>
      <p:sp>
        <p:nvSpPr>
          <p:cNvPr id="37" name="dp44-background / n34 / text 2">
            <a:extLst xmlns:a="http://schemas.openxmlformats.org/drawingml/2006/main">
              <a:ext uri="{FF2B5EF4-FFF2-40B4-BE49-F238E27FC236}">
                <a16:creationId xmlns:a16="http://schemas.microsoft.com/office/drawing/2014/main" id="{0FFC5D3C-1447-45B9-8462-6C60BD5B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설명해줘.”</a:t>
            </a:r>
          </a:p>
        </p:txBody>
      </p:sp>
      <p:sp>
        <p:nvSpPr>
          <p:cNvPr id="38" name="dp44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BFF5696F-7E6E-473B-8585-A440C397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음성 중단과 발화 해석</a:t>
            </a:r>
          </a:p>
        </p:txBody>
      </p:sp>
      <p:sp>
        <p:nvSpPr>
          <p:cNvPr id="39" name="dp44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1839ED68-F7D6-4A68-8F22-57CCE04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Request의 Response</a:t>
            </a:r>
          </a:p>
        </p:txBody>
      </p:sp>
      <p:sp>
        <p:nvSpPr>
          <p:cNvPr id="40" name="dp44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5C0DD948-BE86-492F-A5DF-68B83973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52875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표 설명으로 전환</a:t>
            </a:r>
          </a:p>
        </p:txBody>
      </p:sp>
      <p:sp>
        <p:nvSpPr>
          <p:cNvPr id="41" name="dp44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4A31DACA-5E74-4D0C-A41F-07356EC5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Text 및 음성 전달</a:t>
            </a:r>
          </a:p>
        </p:txBody>
      </p:sp>
      <p:sp>
        <p:nvSpPr>
          <p:cNvPr id="42" name="dp44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9CD6FBDC-B518-4F55-B320-C2693CD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 / Downstream Agent의 작업 실행</a:t>
            </a:r>
          </a:p>
        </p:txBody>
      </p:sp>
      <p:sp>
        <p:nvSpPr>
          <p:cNvPr id="43" name="dp44-background / n40">
            <a:extLst xmlns:a="http://schemas.openxmlformats.org/drawingml/2006/main">
              <a:ext uri="{FF2B5EF4-FFF2-40B4-BE49-F238E27FC236}">
                <a16:creationId xmlns:a16="http://schemas.microsoft.com/office/drawing/2014/main" id="{69FF8100-9BE0-42B9-AD6F-E1B970F8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p44-background / n41">
            <a:extLst xmlns:a="http://schemas.openxmlformats.org/drawingml/2006/main">
              <a:ext uri="{FF2B5EF4-FFF2-40B4-BE49-F238E27FC236}">
                <a16:creationId xmlns:a16="http://schemas.microsoft.com/office/drawing/2014/main" id="{206CCF54-E2E3-453F-A5FB-A67E66F9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p44-background / n42">
            <a:extLst xmlns:a="http://schemas.openxmlformats.org/drawingml/2006/main">
              <a:ext uri="{FF2B5EF4-FFF2-40B4-BE49-F238E27FC236}">
                <a16:creationId xmlns:a16="http://schemas.microsoft.com/office/drawing/2014/main" id="{5B726E1B-5737-4486-977C-4C4E1F3D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p44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E6D6A09E-14A5-4457-A6C2-D4C7F97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Delegation 후 초안 작성</a:t>
            </a:r>
          </a:p>
        </p:txBody>
      </p:sp>
      <p:sp>
        <p:nvSpPr>
          <p:cNvPr id="47" name="dp44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964BCB4B-63A0-4AC8-84E9-A0E538C9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 진행 중</a:t>
            </a:r>
          </a:p>
        </p:txBody>
      </p:sp>
      <p:sp>
        <p:nvSpPr>
          <p:cNvPr id="48" name="dp44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6824E766-D28A-4860-AD42-E7AF040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메일 Task의 질문 도착</a:t>
            </a:r>
          </a:p>
        </p:txBody>
      </p:sp>
      <p:sp>
        <p:nvSpPr>
          <p:cNvPr id="49" name="dp44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AE7FA1C9-F8B5-449E-9B6A-070128FA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8655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“받는 사람은</a:t>
            </a:r>
          </a:p>
        </p:txBody>
      </p:sp>
      <p:sp>
        <p:nvSpPr>
          <p:cNvPr id="50" name="dp44-background / n46 / text 2">
            <a:extLst xmlns:a="http://schemas.openxmlformats.org/drawingml/2006/main">
              <a:ext uri="{FF2B5EF4-FFF2-40B4-BE49-F238E27FC236}">
                <a16:creationId xmlns:a16="http://schemas.microsoft.com/office/drawing/2014/main" id="{848DE22D-4815-449A-9F82-803F99C0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0104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누구인가요?”</a:t>
            </a:r>
          </a:p>
        </p:txBody>
      </p:sp>
      <p:sp>
        <p:nvSpPr>
          <p:cNvPr id="51" name="dp44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B3B64BEE-24D1-413A-87A7-BF9CEEE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표 설명 후 메일 질문 전달</a:t>
            </a:r>
          </a:p>
        </p:txBody>
      </p:sp>
      <p:sp>
        <p:nvSpPr>
          <p:cNvPr id="52" name="dp44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F27AAB36-CFD6-460B-9D50-EE6300F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865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“메일 초안의 받는 사람은</a:t>
            </a:r>
          </a:p>
        </p:txBody>
      </p:sp>
      <p:sp>
        <p:nvSpPr>
          <p:cNvPr id="53" name="dp44-background / n48 / text 2">
            <a:extLst xmlns:a="http://schemas.openxmlformats.org/drawingml/2006/main">
              <a:ext uri="{FF2B5EF4-FFF2-40B4-BE49-F238E27FC236}">
                <a16:creationId xmlns:a16="http://schemas.microsoft.com/office/drawing/2014/main" id="{4CB72122-2902-4065-BC50-4FCFC48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97230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누구인가요?”</a:t>
            </a:r>
          </a:p>
        </p:txBody>
      </p:sp>
      <p:sp>
        <p:nvSpPr>
          <p:cNvPr id="54" name="dp44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1DE4D451-6D17-437A-BF25-050BD02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7533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 / 답변 대기</a:t>
            </a:r>
          </a:p>
        </p:txBody>
      </p:sp>
      <p:sp>
        <p:nvSpPr>
          <p:cNvPr id="55" name="dp44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E649A26F-9333-46AB-B463-B05D04AC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676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음성 중단 / Task 취소 의도 확인은 별도</a:t>
            </a:r>
          </a:p>
        </p:txBody>
      </p:sp>
      <p:sp>
        <p:nvSpPr>
          <p:cNvPr id="56" name="dp44-background / n51 / path">
            <a:extLst xmlns:a="http://schemas.openxmlformats.org/drawingml/2006/main">
              <a:ext uri="{FF2B5EF4-FFF2-40B4-BE49-F238E27FC236}">
                <a16:creationId xmlns:a16="http://schemas.microsoft.com/office/drawing/2014/main" id="{1A60103B-5380-4F12-91F0-FCF027C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953" cy="4610100"/>
          </a:xfrm>
          <a:custGeom xmlns:a="http://schemas.openxmlformats.org/drawingml/2006/main">
            <a:pathLst>
              <a:path w="953" h="4610100">
                <a:moveTo>
                  <a:pt x="0" y="0"/>
                </a:moveTo>
                <a:lnTo>
                  <a:pt x="0" y="4610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57" name="dp44-background / n52 / path">
            <a:extLst xmlns:a="http://schemas.openxmlformats.org/drawingml/2006/main">
              <a:ext uri="{FF2B5EF4-FFF2-40B4-BE49-F238E27FC236}">
                <a16:creationId xmlns:a16="http://schemas.microsoft.com/office/drawing/2014/main" id="{8A0472CB-664D-4B85-B83E-DCA2A35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953" cy="4610100"/>
          </a:xfrm>
          <a:custGeom xmlns:a="http://schemas.openxmlformats.org/drawingml/2006/main">
            <a:pathLst>
              <a:path w="953" h="4610100">
                <a:moveTo>
                  <a:pt x="0" y="0"/>
                </a:moveTo>
                <a:lnTo>
                  <a:pt x="0" y="4610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58" name="dp44-background / n53 / text 1">
            <a:extLst xmlns:a="http://schemas.openxmlformats.org/drawingml/2006/main">
              <a:ext uri="{FF2B5EF4-FFF2-40B4-BE49-F238E27FC236}">
                <a16:creationId xmlns:a16="http://schemas.microsoft.com/office/drawing/2014/main" id="{4E491D5B-FB63-4739-A0B6-2CF17F54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수신과 중단의 우선 처리</a:t>
            </a:r>
          </a:p>
        </p:txBody>
      </p:sp>
      <p:sp>
        <p:nvSpPr>
          <p:cNvPr id="59" name="dp44-background / n54 / text 1">
            <a:extLst xmlns:a="http://schemas.openxmlformats.org/drawingml/2006/main">
              <a:ext uri="{FF2B5EF4-FFF2-40B4-BE49-F238E27FC236}">
                <a16:creationId xmlns:a16="http://schemas.microsoft.com/office/drawing/2014/main" id="{124233E0-661F-4CC9-B796-93F85E46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긴 해석 중에도 새 발화의 수신과 음성 중단</a:t>
            </a:r>
          </a:p>
        </p:txBody>
      </p:sp>
      <p:sp>
        <p:nvSpPr>
          <p:cNvPr id="60" name="dp44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653BBE0A-0BBA-4A31-91AE-6B523EC9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후속 실행과 대기 상태</a:t>
            </a:r>
          </a:p>
        </p:txBody>
      </p:sp>
      <p:sp>
        <p:nvSpPr>
          <p:cNvPr id="61" name="dp44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A49DF117-8B24-4AFC-A1B1-CD5F255B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Request와 메일 질문의 처리 연결</a:t>
            </a:r>
          </a:p>
        </p:txBody>
      </p:sp>
      <p:sp>
        <p:nvSpPr>
          <p:cNvPr id="62" name="dp44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F5AEC011-28B1-4377-BF10-C174FE9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현재성 확인과 실제 전달</a:t>
            </a:r>
          </a:p>
        </p:txBody>
      </p:sp>
      <p:sp>
        <p:nvSpPr>
          <p:cNvPr id="63" name="dp44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6BFF5248-90D6-4F98-ADA5-28D14684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전 Response 보류와 전달 차례 결정</a:t>
            </a:r>
          </a:p>
        </p:txBody>
      </p:sp>
    </p:spTree>
    <p:extLst>
      <p:ext uri="{BB962C8B-B14F-4D97-AF65-F5344CB8AC3E}">
        <p14:creationId xmlns:p14="http://schemas.microsoft.com/office/powerpoint/2010/main" val="354178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dp44-comparison / n1">
            <a:extLst xmlns:a="http://schemas.openxmlformats.org/drawingml/2006/main">
              <a:ext uri="{FF2B5EF4-FFF2-40B4-BE49-F238E27FC236}">
                <a16:creationId xmlns:a16="http://schemas.microsoft.com/office/drawing/2014/main" id="{F3D16838-D5DC-47BF-B744-5522E063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89A9AF3C-4CF2-4676-BDD4-BB172AB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4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7164CF4D-460E-4E97-8778-7F6557E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4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EAA79870-08EE-425E-AE54-A714D94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04-44. 반응성을 위한 VIA 지속 입력과 Response 전달 설계</a:t>
            </a:r>
          </a:p>
        </p:txBody>
      </p:sp>
      <p:sp>
        <p:nvSpPr>
          <p:cNvPr id="5" name="dp44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FAF732FA-788C-4DCE-8A06-128F60DF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4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5645E30C-B29D-4955-8960-8D2D283F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설명 도중 새 발화와 메일 질문 도착 / 표 설명 후 메일 질문 전달</a:t>
            </a:r>
          </a:p>
        </p:txBody>
      </p:sp>
      <p:sp>
        <p:nvSpPr>
          <p:cNvPr id="7" name="dp44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05F96F1A-38AC-4173-8E60-599FEA1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4-comparison / n8 / text 1">
            <a:extLst xmlns:a="http://schemas.openxmlformats.org/drawingml/2006/main">
              <a:ext uri="{FF2B5EF4-FFF2-40B4-BE49-F238E27FC236}">
                <a16:creationId xmlns:a16="http://schemas.microsoft.com/office/drawing/2014/main" id="{CD45CE29-AB9F-42A7-B013-B830DE1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0200"/>
            <a:ext cx="145732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양안 공통: Agent Gateway ↔ Downstream Agent / Model Access ↔ 공유 Omni 1벌</a:t>
            </a:r>
          </a:p>
        </p:txBody>
      </p:sp>
      <p:sp>
        <p:nvSpPr>
          <p:cNvPr id="9" name="dp44-comparison / n9">
            <a:extLst xmlns:a="http://schemas.openxmlformats.org/drawingml/2006/main">
              <a:ext uri="{FF2B5EF4-FFF2-40B4-BE49-F238E27FC236}">
                <a16:creationId xmlns:a16="http://schemas.microsoft.com/office/drawing/2014/main" id="{96FDB1F7-439E-4CCA-B73D-CA21BF6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0" name="dp44-comparison / n10 / text 1">
            <a:extLst xmlns:a="http://schemas.openxmlformats.org/drawingml/2006/main">
              <a:ext uri="{FF2B5EF4-FFF2-40B4-BE49-F238E27FC236}">
                <a16:creationId xmlns:a16="http://schemas.microsoft.com/office/drawing/2014/main" id="{83014DB7-1590-4487-ADE4-5F30FBEE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1" name="dp44-comparison / n11">
            <a:extLst xmlns:a="http://schemas.openxmlformats.org/drawingml/2006/main">
              <a:ext uri="{FF2B5EF4-FFF2-40B4-BE49-F238E27FC236}">
                <a16:creationId xmlns:a16="http://schemas.microsoft.com/office/drawing/2014/main" id="{118DC5EA-7426-42E4-8D13-60763A51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2" name="dp44-comparison / n12 / text 1">
            <a:extLst xmlns:a="http://schemas.openxmlformats.org/drawingml/2006/main">
              <a:ext uri="{FF2B5EF4-FFF2-40B4-BE49-F238E27FC236}">
                <a16:creationId xmlns:a16="http://schemas.microsoft.com/office/drawing/2014/main" id="{084541F9-1145-4A95-85A4-8DEB0095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3" name="dp44-comparison / n13">
            <a:extLst xmlns:a="http://schemas.openxmlformats.org/drawingml/2006/main">
              <a:ext uri="{FF2B5EF4-FFF2-40B4-BE49-F238E27FC236}">
                <a16:creationId xmlns:a16="http://schemas.microsoft.com/office/drawing/2014/main" id="{6212B6B4-5434-43DE-B943-52A4E3E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4" name="dp44-comparison / n14 / text 1">
            <a:extLst xmlns:a="http://schemas.openxmlformats.org/drawingml/2006/main">
              <a:ext uri="{FF2B5EF4-FFF2-40B4-BE49-F238E27FC236}">
                <a16:creationId xmlns:a16="http://schemas.microsoft.com/office/drawing/2014/main" id="{C2809311-1F90-420D-AE61-CE1D0645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5" name="dp44-comparison / n15">
            <a:extLst xmlns:a="http://schemas.openxmlformats.org/drawingml/2006/main">
              <a:ext uri="{FF2B5EF4-FFF2-40B4-BE49-F238E27FC236}">
                <a16:creationId xmlns:a16="http://schemas.microsoft.com/office/drawing/2014/main" id="{F0570BA9-1F2D-46CD-BF3F-116448E7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6" name="dp44-comparison / n16 / text 1">
            <a:extLst xmlns:a="http://schemas.openxmlformats.org/drawingml/2006/main">
              <a:ext uri="{FF2B5EF4-FFF2-40B4-BE49-F238E27FC236}">
                <a16:creationId xmlns:a16="http://schemas.microsoft.com/office/drawing/2014/main" id="{3BDCAEE0-DCFC-4F6B-9562-42D3DA7E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7" name="dp44-comparison / n17">
            <a:extLst xmlns:a="http://schemas.openxmlformats.org/drawingml/2006/main">
              <a:ext uri="{FF2B5EF4-FFF2-40B4-BE49-F238E27FC236}">
                <a16:creationId xmlns:a16="http://schemas.microsoft.com/office/drawing/2014/main" id="{09E9FA33-51FA-4B68-BD79-761F5A1B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8" name="dp44-comparison / n18 / text 1">
            <a:extLst xmlns:a="http://schemas.openxmlformats.org/drawingml/2006/main">
              <a:ext uri="{FF2B5EF4-FFF2-40B4-BE49-F238E27FC236}">
                <a16:creationId xmlns:a16="http://schemas.microsoft.com/office/drawing/2014/main" id="{4D20E35F-4529-41C2-BB09-417B4A40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9" name="dp44-comparison / n18 / text 2">
            <a:extLst xmlns:a="http://schemas.openxmlformats.org/drawingml/2006/main">
              <a:ext uri="{FF2B5EF4-FFF2-40B4-BE49-F238E27FC236}">
                <a16:creationId xmlns:a16="http://schemas.microsoft.com/office/drawing/2014/main" id="{25A80A11-EED5-42BE-87B4-454D0FBA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20" name="dp44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3FB04C48-8053-404F-BFF7-FDF011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4-comparison / n20 / path">
            <a:extLst xmlns:a="http://schemas.openxmlformats.org/drawingml/2006/main">
              <a:ext uri="{FF2B5EF4-FFF2-40B4-BE49-F238E27FC236}">
                <a16:creationId xmlns:a16="http://schemas.microsoft.com/office/drawing/2014/main" id="{48DAA395-CF74-4351-BA46-98D1877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2" name="dp44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17DE9637-089C-4337-8144-B23EA0C7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중앙 비동기 Orchestration</a:t>
            </a:r>
          </a:p>
        </p:txBody>
      </p:sp>
      <p:sp>
        <p:nvSpPr>
          <p:cNvPr id="23" name="dp44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7E1339DB-58AE-4B8C-98F9-A9AEDBAB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집중된 실행 상태로 전체 메모리 13.3 GB (메모리 효율성 ↑)</a:t>
            </a:r>
          </a:p>
        </p:txBody>
      </p:sp>
      <p:sp>
        <p:nvSpPr>
          <p:cNvPr id="24" name="dp44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5699E828-5733-48AF-AD5A-1D9152D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반환 회수와 재배정으로 평균 반응시간 0.85 s (응답 신속성 ↓)</a:t>
            </a:r>
          </a:p>
        </p:txBody>
      </p:sp>
      <p:sp>
        <p:nvSpPr>
          <p:cNvPr id="25" name="dp44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331D32B6-004C-48D9-999D-5F5C047F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교차 사건의 중앙 전이 변경, 평균 4.0개 (변경 용이성 ↓)</a:t>
            </a:r>
          </a:p>
        </p:txBody>
      </p:sp>
      <p:sp>
        <p:nvSpPr>
          <p:cNvPr id="26" name="dp44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3FD28B9A-71AE-43F1-A41F-6D72F64F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V-04 응답 신속성</a:t>
            </a:r>
          </a:p>
        </p:txBody>
      </p:sp>
      <p:sp>
        <p:nvSpPr>
          <p:cNvPr id="27" name="dp44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8C15FF30-380B-47A2-8635-9E5828B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28" name="dp44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B8BD817B-645E-4C56-A03D-31B2D0E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0.85 s</a:t>
            </a:r>
          </a:p>
        </p:txBody>
      </p:sp>
      <p:sp>
        <p:nvSpPr>
          <p:cNvPr id="29" name="dp44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24CB3D90-54FF-4935-B157-4CEF82B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반응시간 ↓</a:t>
            </a:r>
          </a:p>
        </p:txBody>
      </p:sp>
      <p:sp>
        <p:nvSpPr>
          <p:cNvPr id="30" name="dp44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822A8F9D-311F-43BD-AC28-71F97FBD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1" name="dp44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CAF3CF20-0EEB-449A-A7AD-E8A6593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2" name="dp44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920C62BB-576C-41E4-BE48-5FDBE6AA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3" name="dp44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E49B4C06-B64D-4C84-9EFF-2499599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4" name="dp44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0786F171-C245-4C63-8A85-1EFEDD56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5" name="dp44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BAFDDF40-CFC3-47F7-978E-CC1004B4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6" name="dp44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D726B355-E49F-467A-A566-1D88AD9F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13.3 GB</a:t>
            </a:r>
          </a:p>
        </p:txBody>
      </p:sp>
      <p:sp>
        <p:nvSpPr>
          <p:cNvPr id="37" name="dp44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2E2E51EA-76F2-4E1B-8809-AC53D8A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8" name="dp44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B58029A5-60DD-4E12-AB6A-EBC97CF0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반응형 Dataflow 실행</a:t>
            </a:r>
          </a:p>
        </p:txBody>
      </p:sp>
      <p:sp>
        <p:nvSpPr>
          <p:cNvPr id="39" name="dp44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C1C7B028-9C88-4ABB-B0C0-81BA306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사건의 직접 활성화로 평균 반응시간 0.62 s (응답 신속성 ↑)</a:t>
            </a:r>
          </a:p>
        </p:txBody>
      </p:sp>
      <p:sp>
        <p:nvSpPr>
          <p:cNvPr id="40" name="dp44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05661F79-D40B-4E1E-9078-306DF74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동일 schema 안의 단계 조합 변경, 평균 2.5개 (변경 용이성 ↑)</a:t>
            </a:r>
          </a:p>
        </p:txBody>
      </p:sp>
      <p:sp>
        <p:nvSpPr>
          <p:cNvPr id="41" name="dp44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2C5A20EB-A747-4AF7-A130-E8760C7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다수 window와 buffer로 전체 메모리 13.8 GB (메모리 효율성 ↓)</a:t>
            </a:r>
          </a:p>
        </p:txBody>
      </p:sp>
      <p:sp>
        <p:nvSpPr>
          <p:cNvPr id="42" name="dp44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0394660E-DFEE-43CB-8138-C1E3E556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V-04 응답 신속성</a:t>
            </a:r>
          </a:p>
        </p:txBody>
      </p:sp>
      <p:sp>
        <p:nvSpPr>
          <p:cNvPr id="43" name="dp44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8BD0F50A-8EEA-4A88-8609-F4F5E07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4" name="dp44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724AF191-008F-4220-886A-BA09E24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0.62 s</a:t>
            </a:r>
          </a:p>
        </p:txBody>
      </p:sp>
      <p:sp>
        <p:nvSpPr>
          <p:cNvPr id="45" name="dp44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717D5197-EF94-4F7D-9F64-06CB2FEC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반응시간 ↓</a:t>
            </a:r>
          </a:p>
        </p:txBody>
      </p:sp>
      <p:sp>
        <p:nvSpPr>
          <p:cNvPr id="46" name="dp44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039FA49F-4BE8-4B49-A303-0FFEAE4A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47" name="dp44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87394860-15A7-4C1C-A844-2429A464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8" name="dp44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F69CDE7D-AB05-4E1A-B0E1-0EF61CB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2.5개</a:t>
            </a:r>
          </a:p>
        </p:txBody>
      </p:sp>
      <p:sp>
        <p:nvSpPr>
          <p:cNvPr id="49" name="dp44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B1B22778-5F3B-44E8-AD12-12A45195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0" name="dp44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E34DAFDE-08B9-4910-87F8-D234332C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1" name="dp44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9510FF0A-2A51-4CED-B57B-1A8BD10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2" name="dp44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6DB39B05-E8B5-4A98-8689-DF5D3E06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13.8 GB</a:t>
            </a:r>
          </a:p>
        </p:txBody>
      </p:sp>
      <p:sp>
        <p:nvSpPr>
          <p:cNvPr id="53" name="dp44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4E283F95-41F5-4D3D-956D-0EB18106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4" name="dp44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772972B4-9A9A-4DBD-9260-E2B83E0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여러 사건의 집중 도착 / 양안의 입력 수신과 로컬 음성 중단은 동일</a:t>
            </a:r>
          </a:p>
        </p:txBody>
      </p:sp>
      <p:sp>
        <p:nvSpPr>
          <p:cNvPr id="55" name="dp44-comparison / n54 / text 1">
            <a:extLst xmlns:a="http://schemas.openxmlformats.org/drawingml/2006/main">
              <a:ext uri="{FF2B5EF4-FFF2-40B4-BE49-F238E27FC236}">
                <a16:creationId xmlns:a16="http://schemas.microsoft.com/office/drawing/2014/main" id="{D189FA6F-023A-43F3-8C96-B2275B7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6" name="dp44-comparison / n55">
            <a:extLst xmlns:a="http://schemas.openxmlformats.org/drawingml/2006/main">
              <a:ext uri="{FF2B5EF4-FFF2-40B4-BE49-F238E27FC236}">
                <a16:creationId xmlns:a16="http://schemas.microsoft.com/office/drawing/2014/main" id="{9D8B36E5-BCB3-4086-AEF6-E44A14DC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7" name="dp44-comparison / n56 / text 1">
            <a:extLst xmlns:a="http://schemas.openxmlformats.org/drawingml/2006/main">
              <a:ext uri="{FF2B5EF4-FFF2-40B4-BE49-F238E27FC236}">
                <a16:creationId xmlns:a16="http://schemas.microsoft.com/office/drawing/2014/main" id="{082E99AD-FB2D-4DB0-9484-3ED67F96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8" name="dp44-comparison / n57">
            <a:extLst xmlns:a="http://schemas.openxmlformats.org/drawingml/2006/main">
              <a:ext uri="{FF2B5EF4-FFF2-40B4-BE49-F238E27FC236}">
                <a16:creationId xmlns:a16="http://schemas.microsoft.com/office/drawing/2014/main" id="{0E33E2B1-BA52-4414-A761-87AF24B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9" name="dp44-comparison / n58 / text 1">
            <a:extLst xmlns:a="http://schemas.openxmlformats.org/drawingml/2006/main">
              <a:ext uri="{FF2B5EF4-FFF2-40B4-BE49-F238E27FC236}">
                <a16:creationId xmlns:a16="http://schemas.microsoft.com/office/drawing/2014/main" id="{59DC4562-4F72-44F7-8275-B1539F18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Control Gate</a:t>
            </a:r>
          </a:p>
        </p:txBody>
      </p:sp>
      <p:sp>
        <p:nvSpPr>
          <p:cNvPr id="60" name="dp44-comparison / n59">
            <a:extLst xmlns:a="http://schemas.openxmlformats.org/drawingml/2006/main">
              <a:ext uri="{FF2B5EF4-FFF2-40B4-BE49-F238E27FC236}">
                <a16:creationId xmlns:a16="http://schemas.microsoft.com/office/drawing/2014/main" id="{0922B42B-4545-4AF0-B551-2848F338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1952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1" name="dp44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91CAE0FD-BF1B-46C2-B2FC-B75696D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55570"/>
            <a:ext cx="1781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62" name="dp44-comparison / n61 / path">
            <a:extLst xmlns:a="http://schemas.openxmlformats.org/drawingml/2006/main">
              <a:ext uri="{FF2B5EF4-FFF2-40B4-BE49-F238E27FC236}">
                <a16:creationId xmlns:a16="http://schemas.microsoft.com/office/drawing/2014/main" id="{D34BCCFA-0B82-4208-B128-0A723C78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3" name="dp44-comparison / n61 / arrow">
            <a:extLst xmlns:a="http://schemas.openxmlformats.org/drawingml/2006/main">
              <a:ext uri="{FF2B5EF4-FFF2-40B4-BE49-F238E27FC236}">
                <a16:creationId xmlns:a16="http://schemas.microsoft.com/office/drawing/2014/main" id="{FA6491DD-71FB-40A1-9BBD-4068482F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355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4" name="dp44-comparison / n62 / path">
            <a:extLst xmlns:a="http://schemas.openxmlformats.org/drawingml/2006/main">
              <a:ext uri="{FF2B5EF4-FFF2-40B4-BE49-F238E27FC236}">
                <a16:creationId xmlns:a16="http://schemas.microsoft.com/office/drawing/2014/main" id="{9B37FF69-4059-46DD-8B21-59E65DC2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5" name="dp44-comparison / n62 / arrow">
            <a:extLst xmlns:a="http://schemas.openxmlformats.org/drawingml/2006/main">
              <a:ext uri="{FF2B5EF4-FFF2-40B4-BE49-F238E27FC236}">
                <a16:creationId xmlns:a16="http://schemas.microsoft.com/office/drawing/2014/main" id="{E05E8E1F-A1DD-483F-9EA6-540558A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6" name="dp44-comparison / n69">
            <a:extLst xmlns:a="http://schemas.openxmlformats.org/drawingml/2006/main">
              <a:ext uri="{FF2B5EF4-FFF2-40B4-BE49-F238E27FC236}">
                <a16:creationId xmlns:a16="http://schemas.microsoft.com/office/drawing/2014/main" id="{A23DEDBC-8039-480C-A4F5-E835AC4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67100"/>
            <a:ext cx="30480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7" name="dp44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917EAEDD-3094-470E-9A6B-0FE23C9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8003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Interaction Orchestrator</a:t>
            </a:r>
          </a:p>
        </p:txBody>
      </p:sp>
      <p:sp>
        <p:nvSpPr>
          <p:cNvPr id="68" name="dp44-comparison / n71">
            <a:extLst xmlns:a="http://schemas.openxmlformats.org/drawingml/2006/main">
              <a:ext uri="{FF2B5EF4-FFF2-40B4-BE49-F238E27FC236}">
                <a16:creationId xmlns:a16="http://schemas.microsoft.com/office/drawing/2014/main" id="{A5A45357-4EC8-4CAD-8ABA-C529420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67100"/>
            <a:ext cx="1952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9" name="dp44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AC7928DF-676A-483D-AA30-E9DFC4F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62350"/>
            <a:ext cx="17049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70" name="dp44-comparison / n73">
            <a:extLst xmlns:a="http://schemas.openxmlformats.org/drawingml/2006/main">
              <a:ext uri="{FF2B5EF4-FFF2-40B4-BE49-F238E27FC236}">
                <a16:creationId xmlns:a16="http://schemas.microsoft.com/office/drawing/2014/main" id="{CB4FAB0B-7968-439E-8707-03ED56C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10025"/>
            <a:ext cx="2686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71" name="dp44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A56CE2DD-1F71-4C06-8535-49D684C4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6229"/>
            <a:ext cx="25146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Dialogue Dispatcher</a:t>
            </a:r>
          </a:p>
        </p:txBody>
      </p:sp>
      <p:sp>
        <p:nvSpPr>
          <p:cNvPr id="72" name="dp44-comparison / n75">
            <a:extLst xmlns:a="http://schemas.openxmlformats.org/drawingml/2006/main">
              <a:ext uri="{FF2B5EF4-FFF2-40B4-BE49-F238E27FC236}">
                <a16:creationId xmlns:a16="http://schemas.microsoft.com/office/drawing/2014/main" id="{FE6D8E55-5AC4-459D-BA69-02266FC8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72075"/>
            <a:ext cx="2686050" cy="5334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3" name="dp44-comparison / n76 / text 1">
            <a:extLst xmlns:a="http://schemas.openxmlformats.org/drawingml/2006/main">
              <a:ext uri="{FF2B5EF4-FFF2-40B4-BE49-F238E27FC236}">
                <a16:creationId xmlns:a16="http://schemas.microsoft.com/office/drawing/2014/main" id="{390FA87E-A0F2-4ADC-91C4-CA5FDEA7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34000"/>
            <a:ext cx="25146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Dialogue Progress State</a:t>
            </a:r>
          </a:p>
        </p:txBody>
      </p:sp>
      <p:sp>
        <p:nvSpPr>
          <p:cNvPr id="74" name="dp44-comparison / n77">
            <a:extLst xmlns:a="http://schemas.openxmlformats.org/drawingml/2006/main">
              <a:ext uri="{FF2B5EF4-FFF2-40B4-BE49-F238E27FC236}">
                <a16:creationId xmlns:a16="http://schemas.microsoft.com/office/drawing/2014/main" id="{88CD81EC-9D60-40D2-8A4F-D67BFBD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002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5" name="dp44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9E9972DD-31B2-41D0-A199-27A6000E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2242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76" name="dp44-comparison / n79">
            <a:extLst xmlns:a="http://schemas.openxmlformats.org/drawingml/2006/main">
              <a:ext uri="{FF2B5EF4-FFF2-40B4-BE49-F238E27FC236}">
                <a16:creationId xmlns:a16="http://schemas.microsoft.com/office/drawing/2014/main" id="{A6DC24F2-EC8B-4F32-925A-F6DF96CB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2305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7" name="dp44-comparison / n80 / text 1">
            <a:extLst xmlns:a="http://schemas.openxmlformats.org/drawingml/2006/main">
              <a:ext uri="{FF2B5EF4-FFF2-40B4-BE49-F238E27FC236}">
                <a16:creationId xmlns:a16="http://schemas.microsoft.com/office/drawing/2014/main" id="{7E869F92-FFB4-4AE1-AD97-E864FD94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22595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Voice Runtime</a:t>
            </a:r>
          </a:p>
        </p:txBody>
      </p:sp>
      <p:sp>
        <p:nvSpPr>
          <p:cNvPr id="78" name="dp44-comparison / n81">
            <a:extLst xmlns:a="http://schemas.openxmlformats.org/drawingml/2006/main">
              <a:ext uri="{FF2B5EF4-FFF2-40B4-BE49-F238E27FC236}">
                <a16:creationId xmlns:a16="http://schemas.microsoft.com/office/drawing/2014/main" id="{ABDFB4D1-2BE2-4A17-A7D7-38803D4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10025"/>
            <a:ext cx="1628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9" name="dp44-comparison / n82 / text 1">
            <a:extLst xmlns:a="http://schemas.openxmlformats.org/drawingml/2006/main">
              <a:ext uri="{FF2B5EF4-FFF2-40B4-BE49-F238E27FC236}">
                <a16:creationId xmlns:a16="http://schemas.microsoft.com/office/drawing/2014/main" id="{A7503739-B5F9-4F5C-B184-C1C78A70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23360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</a:t>
            </a:r>
          </a:p>
        </p:txBody>
      </p:sp>
      <p:sp>
        <p:nvSpPr>
          <p:cNvPr id="80" name="dp44-comparison / n82 / text 2">
            <a:extLst xmlns:a="http://schemas.openxmlformats.org/drawingml/2006/main">
              <a:ext uri="{FF2B5EF4-FFF2-40B4-BE49-F238E27FC236}">
                <a16:creationId xmlns:a16="http://schemas.microsoft.com/office/drawing/2014/main" id="{060D6DFF-8B31-4A2B-899D-137D28B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3863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Composer</a:t>
            </a:r>
          </a:p>
        </p:txBody>
      </p:sp>
      <p:sp>
        <p:nvSpPr>
          <p:cNvPr id="81" name="dp44-comparison / n83">
            <a:extLst xmlns:a="http://schemas.openxmlformats.org/drawingml/2006/main">
              <a:ext uri="{FF2B5EF4-FFF2-40B4-BE49-F238E27FC236}">
                <a16:creationId xmlns:a16="http://schemas.microsoft.com/office/drawing/2014/main" id="{6E3BB959-F272-4ACC-9B94-A7099323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72075"/>
            <a:ext cx="1628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4-comparison / n84 / text 1">
            <a:extLst xmlns:a="http://schemas.openxmlformats.org/drawingml/2006/main">
              <a:ext uri="{FF2B5EF4-FFF2-40B4-BE49-F238E27FC236}">
                <a16:creationId xmlns:a16="http://schemas.microsoft.com/office/drawing/2014/main" id="{6DDBC558-0CE9-4E87-A60B-12EAC730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85410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</a:t>
            </a:r>
          </a:p>
        </p:txBody>
      </p:sp>
      <p:sp>
        <p:nvSpPr>
          <p:cNvPr id="83" name="dp44-comparison / n84 / text 2">
            <a:extLst xmlns:a="http://schemas.openxmlformats.org/drawingml/2006/main">
              <a:ext uri="{FF2B5EF4-FFF2-40B4-BE49-F238E27FC236}">
                <a16:creationId xmlns:a16="http://schemas.microsoft.com/office/drawing/2014/main" id="{1FA1F961-DE52-4602-A0B7-7C702AEC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95913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84" name="dp44-comparison / n85">
            <a:extLst xmlns:a="http://schemas.openxmlformats.org/drawingml/2006/main">
              <a:ext uri="{FF2B5EF4-FFF2-40B4-BE49-F238E27FC236}">
                <a16:creationId xmlns:a16="http://schemas.microsoft.com/office/drawing/2014/main" id="{1B46C5DE-D514-4E7D-92E6-1ED4FE4B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67400"/>
            <a:ext cx="1628775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5" name="dp44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F7BC1BAF-C973-43F7-AF4B-A48CDE9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29325"/>
            <a:ext cx="14573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Outbox</a:t>
            </a:r>
          </a:p>
        </p:txBody>
      </p:sp>
      <p:sp>
        <p:nvSpPr>
          <p:cNvPr id="86" name="dp44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E14D5603-D8CA-4ED5-A3E2-99C8E19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43225"/>
            <a:ext cx="142875" cy="1066800"/>
          </a:xfrm>
          <a:custGeom xmlns:a="http://schemas.openxmlformats.org/drawingml/2006/main">
            <a:pathLst>
              <a:path w="142875" h="1066800">
                <a:moveTo>
                  <a:pt x="142875" y="0"/>
                </a:moveTo>
                <a:lnTo>
                  <a:pt x="142875" y="390525"/>
                </a:lnTo>
                <a:lnTo>
                  <a:pt x="0" y="390525"/>
                </a:ln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7" name="dp44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B25171B8-4B9D-4ACA-8290-7546B548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965" y="38881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8" name="dp44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D4C827CF-621F-40AE-AABA-4295483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43225"/>
            <a:ext cx="2428875" cy="1066800"/>
          </a:xfrm>
          <a:custGeom xmlns:a="http://schemas.openxmlformats.org/drawingml/2006/main">
            <a:pathLst>
              <a:path w="2428875" h="1066800">
                <a:moveTo>
                  <a:pt x="2414588" y="0"/>
                </a:moveTo>
                <a:lnTo>
                  <a:pt x="2428875" y="342900"/>
                </a:lnTo>
                <a:lnTo>
                  <a:pt x="1181100" y="342900"/>
                </a:lnTo>
                <a:lnTo>
                  <a:pt x="1181100" y="895350"/>
                </a:lnTo>
                <a:lnTo>
                  <a:pt x="0" y="895350"/>
                </a:ln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9" name="dp44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1AD64E29-634E-4CC5-AFD9-7F4E26D0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215" y="38881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0" name="dp44-comparison / n89 / path">
            <a:extLst xmlns:a="http://schemas.openxmlformats.org/drawingml/2006/main">
              <a:ext uri="{FF2B5EF4-FFF2-40B4-BE49-F238E27FC236}">
                <a16:creationId xmlns:a16="http://schemas.microsoft.com/office/drawing/2014/main" id="{F0A62240-5C45-4104-813D-ACC8594A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38613"/>
            <a:ext cx="285750" cy="953"/>
          </a:xfrm>
          <a:custGeom xmlns:a="http://schemas.openxmlformats.org/drawingml/2006/main">
            <a:pathLst>
              <a:path w="285750" h="953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1" name="dp44-comparison / n89 / arrow">
            <a:extLst xmlns:a="http://schemas.openxmlformats.org/drawingml/2006/main">
              <a:ext uri="{FF2B5EF4-FFF2-40B4-BE49-F238E27FC236}">
                <a16:creationId xmlns:a16="http://schemas.microsoft.com/office/drawing/2014/main" id="{44D05C34-77C2-4AEE-9326-E67903D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776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2" name="dp44-comparison / n90 / path">
            <a:extLst xmlns:a="http://schemas.openxmlformats.org/drawingml/2006/main">
              <a:ext uri="{FF2B5EF4-FFF2-40B4-BE49-F238E27FC236}">
                <a16:creationId xmlns:a16="http://schemas.microsoft.com/office/drawing/2014/main" id="{3168BEE9-A75C-4E78-A188-22D064A5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38638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3" name="dp44-comparison / n90 / arrow">
            <a:extLst xmlns:a="http://schemas.openxmlformats.org/drawingml/2006/main">
              <a:ext uri="{FF2B5EF4-FFF2-40B4-BE49-F238E27FC236}">
                <a16:creationId xmlns:a16="http://schemas.microsoft.com/office/drawing/2014/main" id="{27ADFFA8-C90B-4D15-827E-1910C6D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42776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4" name="dp44-comparison / n91 / path">
            <a:extLst xmlns:a="http://schemas.openxmlformats.org/drawingml/2006/main">
              <a:ext uri="{FF2B5EF4-FFF2-40B4-BE49-F238E27FC236}">
                <a16:creationId xmlns:a16="http://schemas.microsoft.com/office/drawing/2014/main" id="{14FB2D4A-B9BC-4E10-AB25-C9EDB0CC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8613"/>
            <a:ext cx="733425" cy="953"/>
          </a:xfrm>
          <a:custGeom xmlns:a="http://schemas.openxmlformats.org/drawingml/2006/main">
            <a:pathLst>
              <a:path w="733425" h="953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5" name="dp44-comparison / n91 / arrow">
            <a:extLst xmlns:a="http://schemas.openxmlformats.org/drawingml/2006/main">
              <a:ext uri="{FF2B5EF4-FFF2-40B4-BE49-F238E27FC236}">
                <a16:creationId xmlns:a16="http://schemas.microsoft.com/office/drawing/2014/main" id="{04989477-3A67-4407-8C4E-4004BB7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40776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6" name="dp44-comparison / n92 / path">
            <a:extLst xmlns:a="http://schemas.openxmlformats.org/drawingml/2006/main">
              <a:ext uri="{FF2B5EF4-FFF2-40B4-BE49-F238E27FC236}">
                <a16:creationId xmlns:a16="http://schemas.microsoft.com/office/drawing/2014/main" id="{8042FE53-3F18-4E3C-8E4E-19C55F4F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8638"/>
            <a:ext cx="733425" cy="953"/>
          </a:xfrm>
          <a:custGeom xmlns:a="http://schemas.openxmlformats.org/drawingml/2006/main">
            <a:pathLst>
              <a:path w="733425" h="953">
                <a:moveTo>
                  <a:pt x="733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7" name="dp44-comparison / n92 / arrow">
            <a:extLst xmlns:a="http://schemas.openxmlformats.org/drawingml/2006/main">
              <a:ext uri="{FF2B5EF4-FFF2-40B4-BE49-F238E27FC236}">
                <a16:creationId xmlns:a16="http://schemas.microsoft.com/office/drawing/2014/main" id="{99674110-0285-4DDB-A2EA-A6AD66B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776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8" name="dp44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94DCADE1-ED88-4CCF-B6A9-4D4EA819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57700"/>
            <a:ext cx="953" cy="714375"/>
          </a:xfrm>
          <a:custGeom xmlns:a="http://schemas.openxmlformats.org/drawingml/2006/main">
            <a:pathLst>
              <a:path w="953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9" name="dp44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7908BEA0-54F2-41D7-8E36-4B854861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0501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0" name="dp44-comparison / n96 / path">
            <a:extLst xmlns:a="http://schemas.openxmlformats.org/drawingml/2006/main">
              <a:ext uri="{FF2B5EF4-FFF2-40B4-BE49-F238E27FC236}">
                <a16:creationId xmlns:a16="http://schemas.microsoft.com/office/drawing/2014/main" id="{BB1C18BD-0C34-44A4-BB68-FAEB6775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57700"/>
            <a:ext cx="953" cy="714375"/>
          </a:xfrm>
          <a:custGeom xmlns:a="http://schemas.openxmlformats.org/drawingml/2006/main">
            <a:pathLst>
              <a:path w="953" h="714375">
                <a:moveTo>
                  <a:pt x="0" y="714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101" name="dp44-comparison / n96 / arrow">
            <a:extLst xmlns:a="http://schemas.openxmlformats.org/drawingml/2006/main">
              <a:ext uri="{FF2B5EF4-FFF2-40B4-BE49-F238E27FC236}">
                <a16:creationId xmlns:a16="http://schemas.microsoft.com/office/drawing/2014/main" id="{C83CFBCB-9FC2-4514-AC7F-DDC967F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44577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2" name="dp44-comparison / n99 / path">
            <a:extLst xmlns:a="http://schemas.openxmlformats.org/drawingml/2006/main">
              <a:ext uri="{FF2B5EF4-FFF2-40B4-BE49-F238E27FC236}">
                <a16:creationId xmlns:a16="http://schemas.microsoft.com/office/drawing/2014/main" id="{DE60428C-E831-477D-AE99-84B0169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733425" cy="1157288"/>
          </a:xfrm>
          <a:custGeom xmlns:a="http://schemas.openxmlformats.org/drawingml/2006/main">
            <a:pathLst>
              <a:path w="733425" h="1157288">
                <a:moveTo>
                  <a:pt x="0" y="166688"/>
                </a:moveTo>
                <a:lnTo>
                  <a:pt x="361950" y="0"/>
                </a:lnTo>
                <a:lnTo>
                  <a:pt x="361950" y="1152525"/>
                </a:lnTo>
                <a:lnTo>
                  <a:pt x="733425" y="11572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3" name="dp44-comparison / n99 / arrow">
            <a:extLst xmlns:a="http://schemas.openxmlformats.org/drawingml/2006/main">
              <a:ext uri="{FF2B5EF4-FFF2-40B4-BE49-F238E27FC236}">
                <a16:creationId xmlns:a16="http://schemas.microsoft.com/office/drawing/2014/main" id="{97E1ADD7-19E1-403E-A596-60A7CF21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684" y="5333395"/>
            <a:ext cx="122691" cy="121910"/>
          </a:xfrm>
          <a:custGeom xmlns:a="http://schemas.openxmlformats.org/drawingml/2006/main">
            <a:pathLst>
              <a:path w="122691" h="121910">
                <a:moveTo>
                  <a:pt x="0" y="121910"/>
                </a:moveTo>
                <a:lnTo>
                  <a:pt x="122691" y="62518"/>
                </a:lnTo>
                <a:lnTo>
                  <a:pt x="1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4" name="dp44-comparison / n102 / path">
            <a:extLst xmlns:a="http://schemas.openxmlformats.org/drawingml/2006/main">
              <a:ext uri="{FF2B5EF4-FFF2-40B4-BE49-F238E27FC236}">
                <a16:creationId xmlns:a16="http://schemas.microsoft.com/office/drawing/2014/main" id="{56DA9580-04DD-4565-9E67-42D3C07D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561975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5" name="dp44-comparison / n102 / arrow">
            <a:extLst xmlns:a="http://schemas.openxmlformats.org/drawingml/2006/main">
              <a:ext uri="{FF2B5EF4-FFF2-40B4-BE49-F238E27FC236}">
                <a16:creationId xmlns:a16="http://schemas.microsoft.com/office/drawing/2014/main" id="{3C4D5941-0976-4D0E-B5E8-0A1781DA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03" y="5745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6" name="dp44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AFC905DF-000F-44C2-A66E-2BA8887D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953" cy="990600"/>
          </a:xfrm>
          <a:custGeom xmlns:a="http://schemas.openxmlformats.org/drawingml/2006/main">
            <a:pathLst>
              <a:path w="953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7" name="dp44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7C7015F5-10DC-48A7-BBE3-27379307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44577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8" name="dp44-comparison / n108">
            <a:extLst xmlns:a="http://schemas.openxmlformats.org/drawingml/2006/main">
              <a:ext uri="{FF2B5EF4-FFF2-40B4-BE49-F238E27FC236}">
                <a16:creationId xmlns:a16="http://schemas.microsoft.com/office/drawing/2014/main" id="{5B2BDC7B-C78D-4168-98A8-B681824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600825"/>
            <a:ext cx="2190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9" name="dp44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DD615513-8121-41E5-95D5-1DF53EB9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671786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Turn-Taking Control</a:t>
            </a:r>
          </a:p>
        </p:txBody>
      </p:sp>
      <p:sp>
        <p:nvSpPr>
          <p:cNvPr id="110" name="dp44-comparison / n110">
            <a:extLst xmlns:a="http://schemas.openxmlformats.org/drawingml/2006/main">
              <a:ext uri="{FF2B5EF4-FFF2-40B4-BE49-F238E27FC236}">
                <a16:creationId xmlns:a16="http://schemas.microsoft.com/office/drawing/2014/main" id="{5B6EC0D0-F3B4-4647-8E58-C4E8F70E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600825"/>
            <a:ext cx="1990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1" name="dp44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44CDBBAC-30BE-4012-90B1-E16231B1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665595"/>
            <a:ext cx="18192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Channel I/O</a:t>
            </a:r>
          </a:p>
        </p:txBody>
      </p:sp>
      <p:sp>
        <p:nvSpPr>
          <p:cNvPr id="112" name="dp44-comparison / n112">
            <a:extLst xmlns:a="http://schemas.openxmlformats.org/drawingml/2006/main">
              <a:ext uri="{FF2B5EF4-FFF2-40B4-BE49-F238E27FC236}">
                <a16:creationId xmlns:a16="http://schemas.microsoft.com/office/drawing/2014/main" id="{3428598E-FDBA-4ACA-A864-D8B405F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600825"/>
            <a:ext cx="1981200" cy="4191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3" name="dp44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EC7669CC-9434-421C-BCA7-9C04DDA3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62750"/>
            <a:ext cx="1809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Playback State</a:t>
            </a:r>
          </a:p>
        </p:txBody>
      </p:sp>
      <p:sp>
        <p:nvSpPr>
          <p:cNvPr id="114" name="dp44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6C7EA25C-43E4-4B02-831E-5330735E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19750"/>
            <a:ext cx="4595813" cy="1157288"/>
          </a:xfrm>
          <a:custGeom xmlns:a="http://schemas.openxmlformats.org/drawingml/2006/main">
            <a:pathLst>
              <a:path w="4595813" h="1157288">
                <a:moveTo>
                  <a:pt x="4595813" y="0"/>
                </a:moveTo>
                <a:lnTo>
                  <a:pt x="4591050" y="857250"/>
                </a:lnTo>
                <a:lnTo>
                  <a:pt x="133350" y="857250"/>
                </a:lnTo>
                <a:lnTo>
                  <a:pt x="133350" y="1152525"/>
                </a:lnTo>
                <a:lnTo>
                  <a:pt x="0" y="11572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5" name="dp44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D7469B3C-B665-434F-B7E9-BFF76261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711765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19667" y="0"/>
                </a:moveTo>
                <a:lnTo>
                  <a:pt x="0" y="65273"/>
                </a:lnTo>
                <a:lnTo>
                  <a:pt x="124018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6" name="dp44-comparison / n115 / path">
            <a:extLst xmlns:a="http://schemas.openxmlformats.org/drawingml/2006/main">
              <a:ext uri="{FF2B5EF4-FFF2-40B4-BE49-F238E27FC236}">
                <a16:creationId xmlns:a16="http://schemas.microsoft.com/office/drawing/2014/main" id="{04CF7661-8CEE-4EC3-B757-ADA68928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57688"/>
            <a:ext cx="4181475" cy="2243138"/>
          </a:xfrm>
          <a:custGeom xmlns:a="http://schemas.openxmlformats.org/drawingml/2006/main">
            <a:pathLst>
              <a:path w="4181475" h="2243138">
                <a:moveTo>
                  <a:pt x="4181475" y="2243138"/>
                </a:moveTo>
                <a:lnTo>
                  <a:pt x="4171950" y="2071688"/>
                </a:lnTo>
                <a:lnTo>
                  <a:pt x="0" y="2071688"/>
                </a:lnTo>
                <a:lnTo>
                  <a:pt x="0" y="4763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117" name="dp44-comparison / n115 / arrow">
            <a:extLst xmlns:a="http://schemas.openxmlformats.org/drawingml/2006/main">
              <a:ext uri="{FF2B5EF4-FFF2-40B4-BE49-F238E27FC236}">
                <a16:creationId xmlns:a16="http://schemas.microsoft.com/office/drawing/2014/main" id="{1633A7ED-60E5-4D7C-9EB1-033436B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548" y="4301856"/>
            <a:ext cx="124352" cy="121814"/>
          </a:xfrm>
          <a:custGeom xmlns:a="http://schemas.openxmlformats.org/drawingml/2006/main">
            <a:pathLst>
              <a:path w="124352" h="121814">
                <a:moveTo>
                  <a:pt x="5076" y="121814"/>
                </a:moveTo>
                <a:lnTo>
                  <a:pt x="124352" y="558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8" name="dp44-comparison / n118 / path">
            <a:extLst xmlns:a="http://schemas.openxmlformats.org/drawingml/2006/main">
              <a:ext uri="{FF2B5EF4-FFF2-40B4-BE49-F238E27FC236}">
                <a16:creationId xmlns:a16="http://schemas.microsoft.com/office/drawing/2014/main" id="{E17B49B3-5744-4543-A5AD-6110561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777038"/>
            <a:ext cx="704850" cy="953"/>
          </a:xfrm>
          <a:custGeom xmlns:a="http://schemas.openxmlformats.org/drawingml/2006/main">
            <a:pathLst>
              <a:path w="704850" h="953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9" name="dp44-comparison / n118 / arrow">
            <a:extLst xmlns:a="http://schemas.openxmlformats.org/drawingml/2006/main">
              <a:ext uri="{FF2B5EF4-FFF2-40B4-BE49-F238E27FC236}">
                <a16:creationId xmlns:a16="http://schemas.microsoft.com/office/drawing/2014/main" id="{13EFA317-DDCF-4660-B466-C1E21E2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67160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20" name="dp44-comparison / n119 / path">
            <a:extLst xmlns:a="http://schemas.openxmlformats.org/drawingml/2006/main">
              <a:ext uri="{FF2B5EF4-FFF2-40B4-BE49-F238E27FC236}">
                <a16:creationId xmlns:a16="http://schemas.microsoft.com/office/drawing/2014/main" id="{847D8480-4002-4DC3-94BE-4F92323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777038"/>
            <a:ext cx="742950" cy="33338"/>
          </a:xfrm>
          <a:custGeom xmlns:a="http://schemas.openxmlformats.org/drawingml/2006/main">
            <a:pathLst>
              <a:path w="742950" h="33338">
                <a:moveTo>
                  <a:pt x="0" y="0"/>
                </a:moveTo>
                <a:lnTo>
                  <a:pt x="742950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21" name="dp44-comparison / n119 / arrow">
            <a:extLst xmlns:a="http://schemas.openxmlformats.org/drawingml/2006/main">
              <a:ext uri="{FF2B5EF4-FFF2-40B4-BE49-F238E27FC236}">
                <a16:creationId xmlns:a16="http://schemas.microsoft.com/office/drawing/2014/main" id="{DAF41AEC-365E-4E7F-838D-C84EC72D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945" y="6744011"/>
            <a:ext cx="124530" cy="121797"/>
          </a:xfrm>
          <a:custGeom xmlns:a="http://schemas.openxmlformats.org/drawingml/2006/main">
            <a:pathLst>
              <a:path w="124530" h="121797">
                <a:moveTo>
                  <a:pt x="0" y="121797"/>
                </a:moveTo>
                <a:lnTo>
                  <a:pt x="124530" y="66364"/>
                </a:lnTo>
                <a:lnTo>
                  <a:pt x="5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22" name="dp44-comparison / n120 / path">
            <a:extLst xmlns:a="http://schemas.openxmlformats.org/drawingml/2006/main">
              <a:ext uri="{FF2B5EF4-FFF2-40B4-BE49-F238E27FC236}">
                <a16:creationId xmlns:a16="http://schemas.microsoft.com/office/drawing/2014/main" id="{D6835B13-4461-4D81-B6A0-4AC5129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5495925"/>
            <a:ext cx="3957638" cy="1104900"/>
          </a:xfrm>
          <a:custGeom xmlns:a="http://schemas.openxmlformats.org/drawingml/2006/main">
            <a:pathLst>
              <a:path w="3957638" h="1104900">
                <a:moveTo>
                  <a:pt x="0" y="1104900"/>
                </a:moveTo>
                <a:lnTo>
                  <a:pt x="4763" y="990600"/>
                </a:lnTo>
                <a:lnTo>
                  <a:pt x="3957638" y="990600"/>
                </a:lnTo>
                <a:lnTo>
                  <a:pt x="3957638" y="0"/>
                </a:lnTo>
                <a:lnTo>
                  <a:pt x="3709988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23" name="dp44-comparison / n120 / arrow">
            <a:extLst xmlns:a="http://schemas.openxmlformats.org/drawingml/2006/main">
              <a:ext uri="{FF2B5EF4-FFF2-40B4-BE49-F238E27FC236}">
                <a16:creationId xmlns:a16="http://schemas.microsoft.com/office/drawing/2014/main" id="{8F84AB4F-5FF2-4F6F-AFAD-0AD000F1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37395"/>
            <a:ext cx="123070" cy="121897"/>
          </a:xfrm>
          <a:custGeom xmlns:a="http://schemas.openxmlformats.org/drawingml/2006/main">
            <a:pathLst>
              <a:path w="123070" h="121897">
                <a:moveTo>
                  <a:pt x="120725" y="0"/>
                </a:moveTo>
                <a:lnTo>
                  <a:pt x="0" y="63293"/>
                </a:lnTo>
                <a:lnTo>
                  <a:pt x="123070" y="121897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24" name="dp44-comparison / n63">
            <a:extLst xmlns:a="http://schemas.openxmlformats.org/drawingml/2006/main">
              <a:ext uri="{FF2B5EF4-FFF2-40B4-BE49-F238E27FC236}">
                <a16:creationId xmlns:a16="http://schemas.microsoft.com/office/drawing/2014/main" id="{496DBB50-1C56-4C5D-B5F7-61FA7707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90850"/>
            <a:ext cx="432511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p44-comparison / n64 / text 1">
            <a:extLst xmlns:a="http://schemas.openxmlformats.org/drawingml/2006/main">
              <a:ext uri="{FF2B5EF4-FFF2-40B4-BE49-F238E27FC236}">
                <a16:creationId xmlns:a16="http://schemas.microsoft.com/office/drawing/2014/main" id="{817238DB-148B-42C5-B2EC-7F521E19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00375"/>
            <a:ext cx="5514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u2: 즉시 output fence / 미전송 효과 hold</a:t>
            </a:r>
          </a:p>
        </p:txBody>
      </p:sp>
      <p:sp>
        <p:nvSpPr>
          <p:cNvPr id="126" name="dp44-comparison / n65">
            <a:extLst xmlns:a="http://schemas.openxmlformats.org/drawingml/2006/main">
              <a:ext uri="{FF2B5EF4-FFF2-40B4-BE49-F238E27FC236}">
                <a16:creationId xmlns:a16="http://schemas.microsoft.com/office/drawing/2014/main" id="{4BE1BE37-3803-4516-B6B3-52CB49A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90850"/>
            <a:ext cx="1313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p44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8D5F324B-95F9-4BE8-B942-8F3F8B86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1924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확인된 Q1 / r1</a:t>
            </a:r>
          </a:p>
        </p:txBody>
      </p:sp>
      <p:sp>
        <p:nvSpPr>
          <p:cNvPr id="128" name="dp44-comparison / n67">
            <a:extLst xmlns:a="http://schemas.openxmlformats.org/drawingml/2006/main">
              <a:ext uri="{FF2B5EF4-FFF2-40B4-BE49-F238E27FC236}">
                <a16:creationId xmlns:a16="http://schemas.microsoft.com/office/drawing/2014/main" id="{52128A14-D442-4541-8C3C-64C33D5B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81250"/>
            <a:ext cx="443522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p44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80ECF361-E613-47FD-B01E-F4A1A07D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90775"/>
            <a:ext cx="7705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P1 설명 중 u2 “잠깐, 표부터” + 메일 Task의 Q1 질문</a:t>
            </a:r>
          </a:p>
        </p:txBody>
      </p:sp>
      <p:sp>
        <p:nvSpPr>
          <p:cNvPr id="130" name="dp44-comparison / n93">
            <a:extLst xmlns:a="http://schemas.openxmlformats.org/drawingml/2006/main">
              <a:ext uri="{FF2B5EF4-FFF2-40B4-BE49-F238E27FC236}">
                <a16:creationId xmlns:a16="http://schemas.microsoft.com/office/drawing/2014/main" id="{FFFF2E74-C7E0-4F10-8EAA-44515B3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62475"/>
            <a:ext cx="393001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4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2EA202FB-BE18-46E0-9ED2-C4D0503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72000"/>
            <a:ext cx="5381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의미와 후보의 반환 회수 / 다음 처리의 재배정</a:t>
            </a:r>
          </a:p>
        </p:txBody>
      </p:sp>
      <p:sp>
        <p:nvSpPr>
          <p:cNvPr id="132" name="dp44-comparison / n97">
            <a:extLst xmlns:a="http://schemas.openxmlformats.org/drawingml/2006/main">
              <a:ext uri="{FF2B5EF4-FFF2-40B4-BE49-F238E27FC236}">
                <a16:creationId xmlns:a16="http://schemas.microsoft.com/office/drawing/2014/main" id="{989239AC-DBFF-4C50-86BA-3496340F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218846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p44-comparison / n98 / text 1">
            <a:extLst xmlns:a="http://schemas.openxmlformats.org/drawingml/2006/main">
              <a:ext uri="{FF2B5EF4-FFF2-40B4-BE49-F238E27FC236}">
                <a16:creationId xmlns:a16="http://schemas.microsoft.com/office/drawing/2014/main" id="{782BB767-4F19-4B7F-B1BA-D9E3036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86325"/>
            <a:ext cx="26003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대기 ID / revision / 후보</a:t>
            </a:r>
          </a:p>
        </p:txBody>
      </p:sp>
      <p:sp>
        <p:nvSpPr>
          <p:cNvPr id="134" name="dp44-comparison / n100">
            <a:extLst xmlns:a="http://schemas.openxmlformats.org/drawingml/2006/main">
              <a:ext uri="{FF2B5EF4-FFF2-40B4-BE49-F238E27FC236}">
                <a16:creationId xmlns:a16="http://schemas.microsoft.com/office/drawing/2014/main" id="{EB4C2295-A017-4899-849C-8ACCDE2D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76775"/>
            <a:ext cx="158534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p44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95F5A1FD-1F34-46A7-871A-2017A233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19145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2 현재 검사와 게시</a:t>
            </a:r>
          </a:p>
        </p:txBody>
      </p:sp>
      <p:sp>
        <p:nvSpPr>
          <p:cNvPr id="136" name="dp44-comparison / n104">
            <a:extLst xmlns:a="http://schemas.openxmlformats.org/drawingml/2006/main">
              <a:ext uri="{FF2B5EF4-FFF2-40B4-BE49-F238E27FC236}">
                <a16:creationId xmlns:a16="http://schemas.microsoft.com/office/drawing/2014/main" id="{8226B30A-657B-4CD7-8912-62C65472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62550"/>
            <a:ext cx="17861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p44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98AD542E-0841-4E6B-A95B-F939704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72075"/>
            <a:ext cx="22955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승인 Direct 후보 통과</a:t>
            </a:r>
          </a:p>
        </p:txBody>
      </p:sp>
      <p:sp>
        <p:nvSpPr>
          <p:cNvPr id="138" name="dp44-comparison / n106">
            <a:extLst xmlns:a="http://schemas.openxmlformats.org/drawingml/2006/main">
              <a:ext uri="{FF2B5EF4-FFF2-40B4-BE49-F238E27FC236}">
                <a16:creationId xmlns:a16="http://schemas.microsoft.com/office/drawing/2014/main" id="{A61CAA45-F55A-4464-B6B2-66612CE1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791200"/>
            <a:ext cx="21061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p44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B113C744-5E88-4655-B6FF-CF8309F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00725"/>
            <a:ext cx="28003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후속 처리의 중앙 상태 유지</a:t>
            </a:r>
          </a:p>
        </p:txBody>
      </p:sp>
      <p:sp>
        <p:nvSpPr>
          <p:cNvPr id="140" name="dp44-comparison / n116">
            <a:extLst xmlns:a="http://schemas.openxmlformats.org/drawingml/2006/main">
              <a:ext uri="{FF2B5EF4-FFF2-40B4-BE49-F238E27FC236}">
                <a16:creationId xmlns:a16="http://schemas.microsoft.com/office/drawing/2014/main" id="{824A861F-98FA-4083-8218-32F53FEC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172325"/>
            <a:ext cx="38458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p44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75B74519-4AE9-403D-86F1-0DC965AE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181850"/>
            <a:ext cx="46958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실제 전달 후 receipt → 게시 상태와 대기 연결</a:t>
            </a:r>
          </a:p>
        </p:txBody>
      </p:sp>
      <p:sp>
        <p:nvSpPr>
          <p:cNvPr id="142" name="dp44-comparison / n121">
            <a:extLst xmlns:a="http://schemas.openxmlformats.org/drawingml/2006/main">
              <a:ext uri="{FF2B5EF4-FFF2-40B4-BE49-F238E27FC236}">
                <a16:creationId xmlns:a16="http://schemas.microsoft.com/office/drawing/2014/main" id="{BA1727FE-2433-4EF3-B919-985EB6C4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305550"/>
            <a:ext cx="3810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p44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467A0318-2A71-4494-AA0F-C50664D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315075"/>
            <a:ext cx="4895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Interaction Manager / 표시와 재생의 실제 경계</a:t>
            </a:r>
          </a:p>
        </p:txBody>
      </p:sp>
      <p:sp>
        <p:nvSpPr>
          <p:cNvPr id="144" name="dp44-comparison / n123">
            <a:extLst xmlns:a="http://schemas.openxmlformats.org/drawingml/2006/main">
              <a:ext uri="{FF2B5EF4-FFF2-40B4-BE49-F238E27FC236}">
                <a16:creationId xmlns:a16="http://schemas.microsoft.com/office/drawing/2014/main" id="{C24B9A03-FDF5-4933-8503-76EDF0AA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72350"/>
            <a:ext cx="6373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p44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F144EF57-1817-4A7A-B575-DCFE22BE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81875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Q1 제시 확인 후 Publication Control → Request Controller의 focus 갱신</a:t>
            </a:r>
          </a:p>
        </p:txBody>
      </p:sp>
      <p:sp>
        <p:nvSpPr>
          <p:cNvPr id="146" name="dp44-comparison / n125">
            <a:extLst xmlns:a="http://schemas.openxmlformats.org/drawingml/2006/main">
              <a:ext uri="{FF2B5EF4-FFF2-40B4-BE49-F238E27FC236}">
                <a16:creationId xmlns:a16="http://schemas.microsoft.com/office/drawing/2014/main" id="{86AFB6DF-E202-4A91-80E3-02A69AFE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7" name="dp44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94094046-BEC7-487F-AB5C-77DB0D3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48" name="dp44-comparison / n127">
            <a:extLst xmlns:a="http://schemas.openxmlformats.org/drawingml/2006/main">
              <a:ext uri="{FF2B5EF4-FFF2-40B4-BE49-F238E27FC236}">
                <a16:creationId xmlns:a16="http://schemas.microsoft.com/office/drawing/2014/main" id="{1E1D1A15-CA0B-4B0E-ACC9-C7F1E809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9" name="dp44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9300E17F-496F-4514-92CF-FB7AD8AD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Control Gate</a:t>
            </a:r>
          </a:p>
        </p:txBody>
      </p:sp>
      <p:sp>
        <p:nvSpPr>
          <p:cNvPr id="150" name="dp44-comparison / n129">
            <a:extLst xmlns:a="http://schemas.openxmlformats.org/drawingml/2006/main">
              <a:ext uri="{FF2B5EF4-FFF2-40B4-BE49-F238E27FC236}">
                <a16:creationId xmlns:a16="http://schemas.microsoft.com/office/drawing/2014/main" id="{4EE74602-F9C8-42F4-9712-5421D84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590800"/>
            <a:ext cx="1952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51" name="dp44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7EA255AE-F6B0-4A0E-9F10-E0399FE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2655570"/>
            <a:ext cx="1781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52" name="dp44-comparison / n131 / path">
            <a:extLst xmlns:a="http://schemas.openxmlformats.org/drawingml/2006/main">
              <a:ext uri="{FF2B5EF4-FFF2-40B4-BE49-F238E27FC236}">
                <a16:creationId xmlns:a16="http://schemas.microsoft.com/office/drawing/2014/main" id="{8F2562B0-6FE6-4CB1-9E30-4558BF7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3" name="dp44-comparison / n131 / arrow">
            <a:extLst xmlns:a="http://schemas.openxmlformats.org/drawingml/2006/main">
              <a:ext uri="{FF2B5EF4-FFF2-40B4-BE49-F238E27FC236}">
                <a16:creationId xmlns:a16="http://schemas.microsoft.com/office/drawing/2014/main" id="{64447B80-4E4E-4459-B1AF-875E45D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1105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4" name="dp44-comparison / n132 / path">
            <a:extLst xmlns:a="http://schemas.openxmlformats.org/drawingml/2006/main">
              <a:ext uri="{FF2B5EF4-FFF2-40B4-BE49-F238E27FC236}">
                <a16:creationId xmlns:a16="http://schemas.microsoft.com/office/drawing/2014/main" id="{86691DD8-CA6C-4FB2-9DE9-7C51946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5" name="dp44-comparison / n132 / arrow">
            <a:extLst xmlns:a="http://schemas.openxmlformats.org/drawingml/2006/main">
              <a:ext uri="{FF2B5EF4-FFF2-40B4-BE49-F238E27FC236}">
                <a16:creationId xmlns:a16="http://schemas.microsoft.com/office/drawing/2014/main" id="{4B4DE932-0D52-4010-BBCF-B11C7691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0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6" name="dp44-comparison / n139">
            <a:extLst xmlns:a="http://schemas.openxmlformats.org/drawingml/2006/main">
              <a:ext uri="{FF2B5EF4-FFF2-40B4-BE49-F238E27FC236}">
                <a16:creationId xmlns:a16="http://schemas.microsoft.com/office/drawing/2014/main" id="{C60A1FCC-4D07-421F-BC65-EF0AC84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78009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7" name="dp44-comparison / n140 / text 1">
            <a:extLst xmlns:a="http://schemas.openxmlformats.org/drawingml/2006/main">
              <a:ext uri="{FF2B5EF4-FFF2-40B4-BE49-F238E27FC236}">
                <a16:creationId xmlns:a16="http://schemas.microsoft.com/office/drawing/2014/main" id="{EE757D80-BD99-40CB-BC33-EDE27CE9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6710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Reactive Interaction Runtime</a:t>
            </a:r>
          </a:p>
        </p:txBody>
      </p:sp>
      <p:sp>
        <p:nvSpPr>
          <p:cNvPr id="158" name="dp44-comparison / n141">
            <a:extLst xmlns:a="http://schemas.openxmlformats.org/drawingml/2006/main">
              <a:ext uri="{FF2B5EF4-FFF2-40B4-BE49-F238E27FC236}">
                <a16:creationId xmlns:a16="http://schemas.microsoft.com/office/drawing/2014/main" id="{C36E2A01-BC8D-4543-BF4D-4AE36860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3857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9" name="dp44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428EDED7-611F-4657-82EF-0690EEB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33349"/>
            <a:ext cx="21621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Input Resolution Stage</a:t>
            </a:r>
          </a:p>
        </p:txBody>
      </p:sp>
      <p:sp>
        <p:nvSpPr>
          <p:cNvPr id="160" name="dp44-comparison / n143">
            <a:extLst xmlns:a="http://schemas.openxmlformats.org/drawingml/2006/main">
              <a:ext uri="{FF2B5EF4-FFF2-40B4-BE49-F238E27FC236}">
                <a16:creationId xmlns:a16="http://schemas.microsoft.com/office/drawing/2014/main" id="{E13C63B2-C2E4-4F8D-8940-5F585F76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400550"/>
            <a:ext cx="2333625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1" name="dp44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F42E41CB-8FF5-4A27-95EE-983E269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62475"/>
            <a:ext cx="2162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Window</a:t>
            </a:r>
          </a:p>
        </p:txBody>
      </p:sp>
      <p:sp>
        <p:nvSpPr>
          <p:cNvPr id="162" name="dp44-comparison / n145">
            <a:extLst xmlns:a="http://schemas.openxmlformats.org/drawingml/2006/main">
              <a:ext uri="{FF2B5EF4-FFF2-40B4-BE49-F238E27FC236}">
                <a16:creationId xmlns:a16="http://schemas.microsoft.com/office/drawing/2014/main" id="{93EA7310-9C00-47C9-94C8-BEE20BA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383857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63" name="dp44-comparison / n146 / text 1">
            <a:extLst xmlns:a="http://schemas.openxmlformats.org/drawingml/2006/main">
              <a:ext uri="{FF2B5EF4-FFF2-40B4-BE49-F238E27FC236}">
                <a16:creationId xmlns:a16="http://schemas.microsoft.com/office/drawing/2014/main" id="{961EF41D-3511-4892-9E57-8FDBB3A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927158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Task Notice Stage</a:t>
            </a:r>
          </a:p>
        </p:txBody>
      </p:sp>
      <p:sp>
        <p:nvSpPr>
          <p:cNvPr id="164" name="dp44-comparison / n147">
            <a:extLst xmlns:a="http://schemas.openxmlformats.org/drawingml/2006/main">
              <a:ext uri="{FF2B5EF4-FFF2-40B4-BE49-F238E27FC236}">
                <a16:creationId xmlns:a16="http://schemas.microsoft.com/office/drawing/2014/main" id="{E1D5643A-F2A6-4C2B-B93F-4BA6544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4400550"/>
            <a:ext cx="23050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5" name="dp44-comparison / n148 / text 1">
            <a:extLst xmlns:a="http://schemas.openxmlformats.org/drawingml/2006/main">
              <a:ext uri="{FF2B5EF4-FFF2-40B4-BE49-F238E27FC236}">
                <a16:creationId xmlns:a16="http://schemas.microsoft.com/office/drawing/2014/main" id="{BA0933AC-B2DF-4348-87A3-3D669F24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562475"/>
            <a:ext cx="2133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Notice Window</a:t>
            </a:r>
          </a:p>
        </p:txBody>
      </p:sp>
      <p:sp>
        <p:nvSpPr>
          <p:cNvPr id="166" name="dp44-comparison / n149">
            <a:extLst xmlns:a="http://schemas.openxmlformats.org/drawingml/2006/main">
              <a:ext uri="{FF2B5EF4-FFF2-40B4-BE49-F238E27FC236}">
                <a16:creationId xmlns:a16="http://schemas.microsoft.com/office/drawing/2014/main" id="{DE13442A-90CB-476A-8781-70CA88E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1054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67" name="dp44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A1A67158-8C0B-4F42-A87D-AF46212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0350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68" name="dp44-comparison / n151">
            <a:extLst xmlns:a="http://schemas.openxmlformats.org/drawingml/2006/main">
              <a:ext uri="{FF2B5EF4-FFF2-40B4-BE49-F238E27FC236}">
                <a16:creationId xmlns:a16="http://schemas.microsoft.com/office/drawing/2014/main" id="{8B9B7E29-843D-4BE0-A4B3-BC3D0DE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62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69" name="dp44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FE8008D4-CBD0-40B6-A72E-F82BB4B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36920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Voice Runtime</a:t>
            </a:r>
          </a:p>
        </p:txBody>
      </p:sp>
      <p:sp>
        <p:nvSpPr>
          <p:cNvPr id="170" name="dp44-comparison / n153">
            <a:extLst xmlns:a="http://schemas.openxmlformats.org/drawingml/2006/main">
              <a:ext uri="{FF2B5EF4-FFF2-40B4-BE49-F238E27FC236}">
                <a16:creationId xmlns:a16="http://schemas.microsoft.com/office/drawing/2014/main" id="{22D8CA9D-C70D-400B-9137-6FCE8370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510540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1" name="dp44-comparison / n154 / text 1">
            <a:extLst xmlns:a="http://schemas.openxmlformats.org/drawingml/2006/main">
              <a:ext uri="{FF2B5EF4-FFF2-40B4-BE49-F238E27FC236}">
                <a16:creationId xmlns:a16="http://schemas.microsoft.com/office/drawing/2014/main" id="{0F43A1C0-59B8-4CA8-BBCC-C2FC8FA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203508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Composer</a:t>
            </a:r>
          </a:p>
        </p:txBody>
      </p:sp>
      <p:sp>
        <p:nvSpPr>
          <p:cNvPr id="172" name="dp44-comparison / n155">
            <a:extLst xmlns:a="http://schemas.openxmlformats.org/drawingml/2006/main">
              <a:ext uri="{FF2B5EF4-FFF2-40B4-BE49-F238E27FC236}">
                <a16:creationId xmlns:a16="http://schemas.microsoft.com/office/drawing/2014/main" id="{93662DC3-694D-49C0-8A4A-1039859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1054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73" name="dp44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1A3B67E1-5CE6-4F1B-B83A-F963810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203508"/>
            <a:ext cx="19335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Publication Join</a:t>
            </a:r>
          </a:p>
        </p:txBody>
      </p:sp>
      <p:sp>
        <p:nvSpPr>
          <p:cNvPr id="174" name="dp44-comparison / n157">
            <a:extLst xmlns:a="http://schemas.openxmlformats.org/drawingml/2006/main">
              <a:ext uri="{FF2B5EF4-FFF2-40B4-BE49-F238E27FC236}">
                <a16:creationId xmlns:a16="http://schemas.microsoft.com/office/drawing/2014/main" id="{66222953-A621-45C7-81F6-5F1E095E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724525"/>
            <a:ext cx="2105025" cy="381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5" name="dp44-comparison / n158 / text 1">
            <a:extLst xmlns:a="http://schemas.openxmlformats.org/drawingml/2006/main">
              <a:ext uri="{FF2B5EF4-FFF2-40B4-BE49-F238E27FC236}">
                <a16:creationId xmlns:a16="http://schemas.microsoft.com/office/drawing/2014/main" id="{2A66733E-F1D6-4082-9428-E395FBC7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886450"/>
            <a:ext cx="19335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Window</a:t>
            </a:r>
          </a:p>
        </p:txBody>
      </p:sp>
      <p:sp>
        <p:nvSpPr>
          <p:cNvPr id="176" name="dp44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2E6B9A7A-8EE1-4B1A-B0C8-D59F3789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943225"/>
            <a:ext cx="2733675" cy="895350"/>
          </a:xfrm>
          <a:custGeom xmlns:a="http://schemas.openxmlformats.org/drawingml/2006/main">
            <a:pathLst>
              <a:path w="2733675" h="895350">
                <a:moveTo>
                  <a:pt x="2733675" y="0"/>
                </a:moveTo>
                <a:lnTo>
                  <a:pt x="2733675" y="323850"/>
                </a:lnTo>
                <a:lnTo>
                  <a:pt x="0" y="323850"/>
                </a:lnTo>
                <a:lnTo>
                  <a:pt x="4763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7" name="dp44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5B0122F0-6A28-43B7-A87B-9D15553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664" y="3716151"/>
            <a:ext cx="121916" cy="122424"/>
          </a:xfrm>
          <a:custGeom xmlns:a="http://schemas.openxmlformats.org/drawingml/2006/main">
            <a:pathLst>
              <a:path w="121916" h="122424">
                <a:moveTo>
                  <a:pt x="0" y="1016"/>
                </a:moveTo>
                <a:lnTo>
                  <a:pt x="61974" y="122424"/>
                </a:lnTo>
                <a:lnTo>
                  <a:pt x="1219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8" name="dp44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9A99AF67-5F6A-4BC6-ABC2-5825AC9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943225"/>
            <a:ext cx="371475" cy="895350"/>
          </a:xfrm>
          <a:custGeom xmlns:a="http://schemas.openxmlformats.org/drawingml/2006/main">
            <a:pathLst>
              <a:path w="371475" h="895350">
                <a:moveTo>
                  <a:pt x="366713" y="0"/>
                </a:moveTo>
                <a:lnTo>
                  <a:pt x="371475" y="333375"/>
                </a:lnTo>
                <a:lnTo>
                  <a:pt x="0" y="333375"/>
                </a:lnTo>
                <a:lnTo>
                  <a:pt x="0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9" name="dp44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836A3457-295C-4821-95F7-5CA9003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37166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0" name="dp44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DEEAC8D5-A900-4EB2-B1D6-005BF8E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23862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1" name="dp44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1B82E99B-3E49-49A1-B147-389D53FE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42786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2" name="dp44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985236A0-4940-4646-89D2-079ACD41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772025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3" name="dp44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5866182E-0F48-4A06-93FC-ECE03DD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4983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4" name="dp44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1F5A71C5-2827-440F-AC60-DA8E1BDA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23862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5" name="dp44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2E7A0BB6-AB5A-403F-9F75-3C938BAB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42786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6" name="dp44-comparison / n164 / path">
            <a:extLst xmlns:a="http://schemas.openxmlformats.org/drawingml/2006/main">
              <a:ext uri="{FF2B5EF4-FFF2-40B4-BE49-F238E27FC236}">
                <a16:creationId xmlns:a16="http://schemas.microsoft.com/office/drawing/2014/main" id="{EE19C8DC-9962-4422-B8B3-D1B6145C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772025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7" name="dp44-comparison / n164 / arrow">
            <a:extLst xmlns:a="http://schemas.openxmlformats.org/drawingml/2006/main">
              <a:ext uri="{FF2B5EF4-FFF2-40B4-BE49-F238E27FC236}">
                <a16:creationId xmlns:a16="http://schemas.microsoft.com/office/drawing/2014/main" id="{FF74C3E0-C38E-458F-BE62-0CAD465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4983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8" name="dp44-comparison / n165 / path">
            <a:extLst xmlns:a="http://schemas.openxmlformats.org/drawingml/2006/main">
              <a:ext uri="{FF2B5EF4-FFF2-40B4-BE49-F238E27FC236}">
                <a16:creationId xmlns:a16="http://schemas.microsoft.com/office/drawing/2014/main" id="{B0135410-A873-4AF2-831C-8F91ABE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229225"/>
            <a:ext cx="361950" cy="953"/>
          </a:xfrm>
          <a:custGeom xmlns:a="http://schemas.openxmlformats.org/drawingml/2006/main">
            <a:pathLst>
              <a:path w="361950" h="953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9" name="dp44-comparison / n165 / arrow">
            <a:extLst xmlns:a="http://schemas.openxmlformats.org/drawingml/2006/main">
              <a:ext uri="{FF2B5EF4-FFF2-40B4-BE49-F238E27FC236}">
                <a16:creationId xmlns:a16="http://schemas.microsoft.com/office/drawing/2014/main" id="{4478019E-FD84-4F31-B9CE-628BB651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480" y="5168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0" name="dp44-comparison / n166 / path">
            <a:extLst xmlns:a="http://schemas.openxmlformats.org/drawingml/2006/main">
              <a:ext uri="{FF2B5EF4-FFF2-40B4-BE49-F238E27FC236}">
                <a16:creationId xmlns:a16="http://schemas.microsoft.com/office/drawing/2014/main" id="{C3EBBBF9-B1ED-4FAB-9FDC-68E67FF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314950"/>
            <a:ext cx="3009900" cy="314325"/>
          </a:xfrm>
          <a:custGeom xmlns:a="http://schemas.openxmlformats.org/drawingml/2006/main">
            <a:pathLst>
              <a:path w="3009900" h="314325">
                <a:moveTo>
                  <a:pt x="4763" y="209550"/>
                </a:moveTo>
                <a:lnTo>
                  <a:pt x="0" y="314325"/>
                </a:lnTo>
                <a:lnTo>
                  <a:pt x="2876550" y="314325"/>
                </a:lnTo>
                <a:lnTo>
                  <a:pt x="2876550" y="0"/>
                </a:lnTo>
                <a:lnTo>
                  <a:pt x="3009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1" name="dp44-comparison / n166 / arrow">
            <a:extLst xmlns:a="http://schemas.openxmlformats.org/drawingml/2006/main">
              <a:ext uri="{FF2B5EF4-FFF2-40B4-BE49-F238E27FC236}">
                <a16:creationId xmlns:a16="http://schemas.microsoft.com/office/drawing/2014/main" id="{09A1EB66-CC3A-4E20-8FFF-1360076D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355" y="52539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2" name="dp44-comparison / n167 / path">
            <a:extLst xmlns:a="http://schemas.openxmlformats.org/drawingml/2006/main">
              <a:ext uri="{FF2B5EF4-FFF2-40B4-BE49-F238E27FC236}">
                <a16:creationId xmlns:a16="http://schemas.microsoft.com/office/drawing/2014/main" id="{8B14A3D0-8555-475B-BFB1-4718B59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5524500"/>
            <a:ext cx="953" cy="238125"/>
          </a:xfrm>
          <a:custGeom xmlns:a="http://schemas.openxmlformats.org/drawingml/2006/main">
            <a:pathLst>
              <a:path w="953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3" name="dp44-comparison / n167 / arrow">
            <a:extLst xmlns:a="http://schemas.openxmlformats.org/drawingml/2006/main">
              <a:ext uri="{FF2B5EF4-FFF2-40B4-BE49-F238E27FC236}">
                <a16:creationId xmlns:a16="http://schemas.microsoft.com/office/drawing/2014/main" id="{20EA3549-5556-41D1-A844-BFDA8492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55245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4" name="dp44-comparison / n170 / path">
            <a:extLst xmlns:a="http://schemas.openxmlformats.org/drawingml/2006/main">
              <a:ext uri="{FF2B5EF4-FFF2-40B4-BE49-F238E27FC236}">
                <a16:creationId xmlns:a16="http://schemas.microsoft.com/office/drawing/2014/main" id="{25846C18-9E7B-45DB-843F-BA828C7C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229225"/>
            <a:ext cx="323850" cy="953"/>
          </a:xfrm>
          <a:custGeom xmlns:a="http://schemas.openxmlformats.org/drawingml/2006/main">
            <a:pathLst>
              <a:path w="323850" h="953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5" name="dp44-comparison / n170 / arrow">
            <a:extLst xmlns:a="http://schemas.openxmlformats.org/drawingml/2006/main">
              <a:ext uri="{FF2B5EF4-FFF2-40B4-BE49-F238E27FC236}">
                <a16:creationId xmlns:a16="http://schemas.microsoft.com/office/drawing/2014/main" id="{A4D4CCAF-EDD2-42AE-8866-02B53945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168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6" name="dp44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C1C11056-6685-4DC3-94EA-F8BF8BE2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5524500"/>
            <a:ext cx="953" cy="200025"/>
          </a:xfrm>
          <a:custGeom xmlns:a="http://schemas.openxmlformats.org/drawingml/2006/main"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7" name="dp44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9FC306A3-094F-42C7-8915-28C89FE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953" y="56026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8" name="dp44-comparison / n176 / path">
            <a:extLst xmlns:a="http://schemas.openxmlformats.org/drawingml/2006/main">
              <a:ext uri="{FF2B5EF4-FFF2-40B4-BE49-F238E27FC236}">
                <a16:creationId xmlns:a16="http://schemas.microsoft.com/office/drawing/2014/main" id="{F46CA174-4782-4B98-B831-4A4BDABF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76650"/>
            <a:ext cx="1414463" cy="1428750"/>
          </a:xfrm>
          <a:custGeom xmlns:a="http://schemas.openxmlformats.org/drawingml/2006/main">
            <a:pathLst>
              <a:path w="1414463" h="1428750">
                <a:moveTo>
                  <a:pt x="1414463" y="1428750"/>
                </a:moveTo>
                <a:lnTo>
                  <a:pt x="1409700" y="0"/>
                </a:lnTo>
                <a:lnTo>
                  <a:pt x="209550" y="0"/>
                </a:lnTo>
                <a:lnTo>
                  <a:pt x="209550" y="457200"/>
                </a:ln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99" name="dp44-comparison / n176 / arrow">
            <a:extLst xmlns:a="http://schemas.openxmlformats.org/drawingml/2006/main">
              <a:ext uri="{FF2B5EF4-FFF2-40B4-BE49-F238E27FC236}">
                <a16:creationId xmlns:a16="http://schemas.microsoft.com/office/drawing/2014/main" id="{8B87A89C-9A41-4CE3-A4C8-F3903055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28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00" name="dp44-comparison / n181">
            <a:extLst xmlns:a="http://schemas.openxmlformats.org/drawingml/2006/main">
              <a:ext uri="{FF2B5EF4-FFF2-40B4-BE49-F238E27FC236}">
                <a16:creationId xmlns:a16="http://schemas.microsoft.com/office/drawing/2014/main" id="{478126FF-199D-4602-B9C9-65197FDC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6477000"/>
            <a:ext cx="2305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1" name="dp44-comparison / n182 / text 1">
            <a:extLst xmlns:a="http://schemas.openxmlformats.org/drawingml/2006/main">
              <a:ext uri="{FF2B5EF4-FFF2-40B4-BE49-F238E27FC236}">
                <a16:creationId xmlns:a16="http://schemas.microsoft.com/office/drawing/2014/main" id="{1EAD4AB6-012D-4BB6-ADD7-D17051F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5798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Control</a:t>
            </a:r>
          </a:p>
        </p:txBody>
      </p:sp>
      <p:sp>
        <p:nvSpPr>
          <p:cNvPr id="202" name="dp44-comparison / n183">
            <a:extLst xmlns:a="http://schemas.openxmlformats.org/drawingml/2006/main">
              <a:ext uri="{FF2B5EF4-FFF2-40B4-BE49-F238E27FC236}">
                <a16:creationId xmlns:a16="http://schemas.microsoft.com/office/drawing/2014/main" id="{6D8CA8A5-0ACF-4EF7-A2CB-14B39A11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7000875"/>
            <a:ext cx="23050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3" name="dp44-comparison / n184 / text 1">
            <a:extLst xmlns:a="http://schemas.openxmlformats.org/drawingml/2006/main">
              <a:ext uri="{FF2B5EF4-FFF2-40B4-BE49-F238E27FC236}">
                <a16:creationId xmlns:a16="http://schemas.microsoft.com/office/drawing/2014/main" id="{CD1B0B00-EC89-4245-B5AA-5D3CF3F0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7162800"/>
            <a:ext cx="2133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Outbox</a:t>
            </a:r>
          </a:p>
        </p:txBody>
      </p:sp>
      <p:sp>
        <p:nvSpPr>
          <p:cNvPr id="204" name="dp44-comparison / n185">
            <a:extLst xmlns:a="http://schemas.openxmlformats.org/drawingml/2006/main">
              <a:ext uri="{FF2B5EF4-FFF2-40B4-BE49-F238E27FC236}">
                <a16:creationId xmlns:a16="http://schemas.microsoft.com/office/drawing/2014/main" id="{36C68A11-176D-475D-82A9-E3E5ABE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47700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5" name="dp44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C6C60C55-D0EF-45B8-B542-78C41961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6562249"/>
            <a:ext cx="21526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Turn-Taking Control</a:t>
            </a:r>
          </a:p>
        </p:txBody>
      </p:sp>
      <p:sp>
        <p:nvSpPr>
          <p:cNvPr id="206" name="dp44-comparison / n187">
            <a:extLst xmlns:a="http://schemas.openxmlformats.org/drawingml/2006/main">
              <a:ext uri="{FF2B5EF4-FFF2-40B4-BE49-F238E27FC236}">
                <a16:creationId xmlns:a16="http://schemas.microsoft.com/office/drawing/2014/main" id="{A4934EDC-CD1B-427A-B927-87EFED81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4770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7" name="dp44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F09E1154-BF84-4F8D-8496-E4061719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556058"/>
            <a:ext cx="1905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Channel I/O</a:t>
            </a:r>
          </a:p>
        </p:txBody>
      </p:sp>
      <p:sp>
        <p:nvSpPr>
          <p:cNvPr id="208" name="dp44-comparison / n189">
            <a:extLst xmlns:a="http://schemas.openxmlformats.org/drawingml/2006/main">
              <a:ext uri="{FF2B5EF4-FFF2-40B4-BE49-F238E27FC236}">
                <a16:creationId xmlns:a16="http://schemas.microsoft.com/office/drawing/2014/main" id="{D3F8653E-5A47-4018-9A5F-2D27050B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000875"/>
            <a:ext cx="20764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9" name="dp44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607AFEBD-EB6E-4E85-B033-1037D56D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7162800"/>
            <a:ext cx="1905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Playback State</a:t>
            </a:r>
          </a:p>
        </p:txBody>
      </p:sp>
      <p:sp>
        <p:nvSpPr>
          <p:cNvPr id="210" name="dp44-comparison / n191 / path">
            <a:extLst xmlns:a="http://schemas.openxmlformats.org/drawingml/2006/main">
              <a:ext uri="{FF2B5EF4-FFF2-40B4-BE49-F238E27FC236}">
                <a16:creationId xmlns:a16="http://schemas.microsoft.com/office/drawing/2014/main" id="{F2B6A5D7-A3BD-4BC3-90F7-416B04C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314950"/>
            <a:ext cx="1476375" cy="1162050"/>
          </a:xfrm>
          <a:custGeom xmlns:a="http://schemas.openxmlformats.org/drawingml/2006/main">
            <a:pathLst>
              <a:path w="1476375" h="1162050">
                <a:moveTo>
                  <a:pt x="0" y="0"/>
                </a:moveTo>
                <a:lnTo>
                  <a:pt x="114300" y="0"/>
                </a:lnTo>
                <a:lnTo>
                  <a:pt x="114300" y="1038225"/>
                </a:lnTo>
                <a:lnTo>
                  <a:pt x="1476375" y="1038225"/>
                </a:lnTo>
                <a:lnTo>
                  <a:pt x="1476375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1" name="dp44-comparison / n191 / arrow">
            <a:extLst xmlns:a="http://schemas.openxmlformats.org/drawingml/2006/main">
              <a:ext uri="{FF2B5EF4-FFF2-40B4-BE49-F238E27FC236}">
                <a16:creationId xmlns:a16="http://schemas.microsoft.com/office/drawing/2014/main" id="{6565D94C-2931-44F6-A59F-979599AA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6355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2" name="dp44-comparison / n194 / path">
            <a:extLst xmlns:a="http://schemas.openxmlformats.org/drawingml/2006/main">
              <a:ext uri="{FF2B5EF4-FFF2-40B4-BE49-F238E27FC236}">
                <a16:creationId xmlns:a16="http://schemas.microsoft.com/office/drawing/2014/main" id="{DE42CFF3-C7F0-4731-858F-18C0B39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905625"/>
            <a:ext cx="953" cy="95250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3" name="dp44-comparison / n194 / arrow">
            <a:extLst xmlns:a="http://schemas.openxmlformats.org/drawingml/2006/main">
              <a:ext uri="{FF2B5EF4-FFF2-40B4-BE49-F238E27FC236}">
                <a16:creationId xmlns:a16="http://schemas.microsoft.com/office/drawing/2014/main" id="{2E1A6BD9-AC5C-4EDF-96EA-E9B6CA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6878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4" name="dp44-comparison / n195 / path">
            <a:extLst xmlns:a="http://schemas.openxmlformats.org/drawingml/2006/main">
              <a:ext uri="{FF2B5EF4-FFF2-40B4-BE49-F238E27FC236}">
                <a16:creationId xmlns:a16="http://schemas.microsoft.com/office/drawing/2014/main" id="{C9F3C285-DD18-47C4-9336-C2DEE05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372225"/>
            <a:ext cx="2981325" cy="319088"/>
          </a:xfrm>
          <a:custGeom xmlns:a="http://schemas.openxmlformats.org/drawingml/2006/main">
            <a:pathLst>
              <a:path w="2981325" h="319088">
                <a:moveTo>
                  <a:pt x="2981325" y="319088"/>
                </a:moveTo>
                <a:lnTo>
                  <a:pt x="2781300" y="314325"/>
                </a:lnTo>
                <a:lnTo>
                  <a:pt x="2781300" y="0"/>
                </a:lnTo>
                <a:lnTo>
                  <a:pt x="133350" y="0"/>
                </a:lnTo>
                <a:lnTo>
                  <a:pt x="133350" y="295275"/>
                </a:ln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5" name="dp44-comparison / n195 / arrow">
            <a:extLst xmlns:a="http://schemas.openxmlformats.org/drawingml/2006/main">
              <a:ext uri="{FF2B5EF4-FFF2-40B4-BE49-F238E27FC236}">
                <a16:creationId xmlns:a16="http://schemas.microsoft.com/office/drawing/2014/main" id="{E57EB6D2-3610-4627-B3F5-B0DE07E3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0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6" name="dp44-comparison / n196 / path">
            <a:extLst xmlns:a="http://schemas.openxmlformats.org/drawingml/2006/main">
              <a:ext uri="{FF2B5EF4-FFF2-40B4-BE49-F238E27FC236}">
                <a16:creationId xmlns:a16="http://schemas.microsoft.com/office/drawing/2014/main" id="{F377EF52-681E-4AE9-BFEE-796EBB2F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858000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7" name="dp44-comparison / n196 / arrow">
            <a:extLst xmlns:a="http://schemas.openxmlformats.org/drawingml/2006/main">
              <a:ext uri="{FF2B5EF4-FFF2-40B4-BE49-F238E27FC236}">
                <a16:creationId xmlns:a16="http://schemas.microsoft.com/office/drawing/2014/main" id="{6E1509BA-6544-45FF-AF55-431EC465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765" y="6878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8" name="dp44-comparison / n197 / path">
            <a:extLst xmlns:a="http://schemas.openxmlformats.org/drawingml/2006/main">
              <a:ext uri="{FF2B5EF4-FFF2-40B4-BE49-F238E27FC236}">
                <a16:creationId xmlns:a16="http://schemas.microsoft.com/office/drawing/2014/main" id="{ACD1B538-9E1C-4735-8285-F55D5CAA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391150"/>
            <a:ext cx="1181100" cy="1876425"/>
          </a:xfrm>
          <a:custGeom xmlns:a="http://schemas.openxmlformats.org/drawingml/2006/main">
            <a:pathLst>
              <a:path w="1181100" h="1876425">
                <a:moveTo>
                  <a:pt x="1181100" y="1609725"/>
                </a:moveTo>
                <a:lnTo>
                  <a:pt x="0" y="1876425"/>
                </a:lnTo>
                <a:lnTo>
                  <a:pt x="0" y="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219" name="dp44-comparison / n197 / arrow">
            <a:extLst xmlns:a="http://schemas.openxmlformats.org/drawingml/2006/main">
              <a:ext uri="{FF2B5EF4-FFF2-40B4-BE49-F238E27FC236}">
                <a16:creationId xmlns:a16="http://schemas.microsoft.com/office/drawing/2014/main" id="{142C4715-2243-48F9-BBC3-A3BB8AC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480" y="5330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20" name="dp44-comparison / n200 / path">
            <a:extLst xmlns:a="http://schemas.openxmlformats.org/drawingml/2006/main">
              <a:ext uri="{FF2B5EF4-FFF2-40B4-BE49-F238E27FC236}">
                <a16:creationId xmlns:a16="http://schemas.microsoft.com/office/drawing/2014/main" id="{4DF9D49E-4DB2-4774-8CEE-604DFD45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67500"/>
            <a:ext cx="590550" cy="953"/>
          </a:xfrm>
          <a:custGeom xmlns:a="http://schemas.openxmlformats.org/drawingml/2006/main">
            <a:pathLst>
              <a:path w="590550" h="953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21" name="dp44-comparison / n200 / arrow">
            <a:extLst xmlns:a="http://schemas.openxmlformats.org/drawingml/2006/main">
              <a:ext uri="{FF2B5EF4-FFF2-40B4-BE49-F238E27FC236}">
                <a16:creationId xmlns:a16="http://schemas.microsoft.com/office/drawing/2014/main" id="{AFAA5286-2BAA-44CD-8635-F6C90A04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580" y="660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22" name="dp44-comparison / n201 / path">
            <a:extLst xmlns:a="http://schemas.openxmlformats.org/drawingml/2006/main">
              <a:ext uri="{FF2B5EF4-FFF2-40B4-BE49-F238E27FC236}">
                <a16:creationId xmlns:a16="http://schemas.microsoft.com/office/drawing/2014/main" id="{962CAB6A-3661-4A8C-A108-7F24B51D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438900"/>
            <a:ext cx="3933825" cy="366713"/>
          </a:xfrm>
          <a:custGeom xmlns:a="http://schemas.openxmlformats.org/drawingml/2006/main">
            <a:pathLst>
              <a:path w="3933825" h="366713">
                <a:moveTo>
                  <a:pt x="0" y="38100"/>
                </a:moveTo>
                <a:lnTo>
                  <a:pt x="0" y="0"/>
                </a:lnTo>
                <a:lnTo>
                  <a:pt x="3933825" y="0"/>
                </a:lnTo>
                <a:lnTo>
                  <a:pt x="3933825" y="361950"/>
                </a:lnTo>
                <a:lnTo>
                  <a:pt x="3657600" y="366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223" name="dp44-comparison / n201 / arrow">
            <a:extLst xmlns:a="http://schemas.openxmlformats.org/drawingml/2006/main">
              <a:ext uri="{FF2B5EF4-FFF2-40B4-BE49-F238E27FC236}">
                <a16:creationId xmlns:a16="http://schemas.microsoft.com/office/drawing/2014/main" id="{DFB00C62-3345-4B72-9B9E-A8B46152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6742560"/>
            <a:ext cx="122953" cy="121902"/>
          </a:xfrm>
          <a:custGeom xmlns:a="http://schemas.openxmlformats.org/drawingml/2006/main">
            <a:pathLst>
              <a:path w="122953" h="121902">
                <a:moveTo>
                  <a:pt x="120851" y="0"/>
                </a:moveTo>
                <a:lnTo>
                  <a:pt x="0" y="63053"/>
                </a:lnTo>
                <a:lnTo>
                  <a:pt x="122953" y="12190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24" name="dp44-comparison / n133">
            <a:extLst xmlns:a="http://schemas.openxmlformats.org/drawingml/2006/main">
              <a:ext uri="{FF2B5EF4-FFF2-40B4-BE49-F238E27FC236}">
                <a16:creationId xmlns:a16="http://schemas.microsoft.com/office/drawing/2014/main" id="{EDE9E37C-EEE4-47C2-9589-A3CE639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90850"/>
            <a:ext cx="432511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p44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3E5DE5C2-F183-45B5-81D4-9BC81E0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0375"/>
            <a:ext cx="5514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u2: 즉시 output fence / 미전송 효과 hold</a:t>
            </a:r>
          </a:p>
        </p:txBody>
      </p:sp>
      <p:sp>
        <p:nvSpPr>
          <p:cNvPr id="226" name="dp44-comparison / n135">
            <a:extLst xmlns:a="http://schemas.openxmlformats.org/drawingml/2006/main">
              <a:ext uri="{FF2B5EF4-FFF2-40B4-BE49-F238E27FC236}">
                <a16:creationId xmlns:a16="http://schemas.microsoft.com/office/drawing/2014/main" id="{293AB092-B656-4F61-B7F9-DD581333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990850"/>
            <a:ext cx="1313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p44-comparison / n136 / text 1">
            <a:extLst xmlns:a="http://schemas.openxmlformats.org/drawingml/2006/main">
              <a:ext uri="{FF2B5EF4-FFF2-40B4-BE49-F238E27FC236}">
                <a16:creationId xmlns:a16="http://schemas.microsoft.com/office/drawing/2014/main" id="{FD80FD09-355B-4D8A-ADBA-9FE96046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3000375"/>
            <a:ext cx="1924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확인된 Q1 / r1</a:t>
            </a:r>
          </a:p>
        </p:txBody>
      </p:sp>
      <p:sp>
        <p:nvSpPr>
          <p:cNvPr id="228" name="dp44-comparison / n137">
            <a:extLst xmlns:a="http://schemas.openxmlformats.org/drawingml/2006/main">
              <a:ext uri="{FF2B5EF4-FFF2-40B4-BE49-F238E27FC236}">
                <a16:creationId xmlns:a16="http://schemas.microsoft.com/office/drawing/2014/main" id="{DB27D09A-DAE2-415C-9826-CECF3B2E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0"/>
            <a:ext cx="443522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p44-comparison / n138 / text 1">
            <a:extLst xmlns:a="http://schemas.openxmlformats.org/drawingml/2006/main">
              <a:ext uri="{FF2B5EF4-FFF2-40B4-BE49-F238E27FC236}">
                <a16:creationId xmlns:a16="http://schemas.microsoft.com/office/drawing/2014/main" id="{BE19F966-2BCA-4DA5-8C4A-5CD0043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90775"/>
            <a:ext cx="7705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P1 설명 중 u2 “잠깐, 표부터” + 메일 Task의 Q1 질문</a:t>
            </a:r>
          </a:p>
        </p:txBody>
      </p:sp>
      <p:sp>
        <p:nvSpPr>
          <p:cNvPr id="230" name="dp44-comparison / n168">
            <a:extLst xmlns:a="http://schemas.openxmlformats.org/drawingml/2006/main">
              <a:ext uri="{FF2B5EF4-FFF2-40B4-BE49-F238E27FC236}">
                <a16:creationId xmlns:a16="http://schemas.microsoft.com/office/drawing/2014/main" id="{F3F6A595-6806-4273-8C6F-95784CB5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562600"/>
            <a:ext cx="2295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p44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8CCE2E26-3328-4A1C-B72B-97DB7335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5572125"/>
            <a:ext cx="22574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승인 Direct 후보의 재생성 생략</a:t>
            </a:r>
          </a:p>
        </p:txBody>
      </p:sp>
      <p:sp>
        <p:nvSpPr>
          <p:cNvPr id="232" name="dp44-comparison / n172">
            <a:extLst xmlns:a="http://schemas.openxmlformats.org/drawingml/2006/main">
              <a:ext uri="{FF2B5EF4-FFF2-40B4-BE49-F238E27FC236}">
                <a16:creationId xmlns:a16="http://schemas.microsoft.com/office/drawing/2014/main" id="{79F22024-F27A-468E-9AEB-0DB651D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48225"/>
            <a:ext cx="231076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p44-comparison / n173 / text 1">
            <a:extLst xmlns:a="http://schemas.openxmlformats.org/drawingml/2006/main">
              <a:ext uri="{FF2B5EF4-FFF2-40B4-BE49-F238E27FC236}">
                <a16:creationId xmlns:a16="http://schemas.microsoft.com/office/drawing/2014/main" id="{D2143978-ECF5-41CF-8BA9-85DED68F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857750"/>
            <a:ext cx="4857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typed 사건의 직접 활성화</a:t>
            </a:r>
          </a:p>
        </p:txBody>
      </p:sp>
      <p:sp>
        <p:nvSpPr>
          <p:cNvPr id="234" name="dp44-comparison / n174">
            <a:extLst xmlns:a="http://schemas.openxmlformats.org/drawingml/2006/main">
              <a:ext uri="{FF2B5EF4-FFF2-40B4-BE49-F238E27FC236}">
                <a16:creationId xmlns:a16="http://schemas.microsoft.com/office/drawing/2014/main" id="{59F36E7F-1FAA-49BB-8A92-78495EF0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4848225"/>
            <a:ext cx="157886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p44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85EA1F12-53D5-4BCC-ADB3-F65D7D2B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4857750"/>
            <a:ext cx="22764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236" name="dp44-comparison / n177">
            <a:extLst xmlns:a="http://schemas.openxmlformats.org/drawingml/2006/main">
              <a:ext uri="{FF2B5EF4-FFF2-40B4-BE49-F238E27FC236}">
                <a16:creationId xmlns:a16="http://schemas.microsoft.com/office/drawing/2014/main" id="{FD4FDB5F-2048-4D99-B967-AFFECD6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5762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p44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8104E51E-F75E-4E4E-B2EE-B34BF325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867150"/>
            <a:ext cx="20574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credit / cancel</a:t>
            </a:r>
          </a:p>
        </p:txBody>
      </p:sp>
      <p:sp>
        <p:nvSpPr>
          <p:cNvPr id="238" name="dp44-comparison / n179">
            <a:extLst xmlns:a="http://schemas.openxmlformats.org/drawingml/2006/main">
              <a:ext uri="{FF2B5EF4-FFF2-40B4-BE49-F238E27FC236}">
                <a16:creationId xmlns:a16="http://schemas.microsoft.com/office/drawing/2014/main" id="{8274AC7A-6AE8-4074-8D2F-DE55D733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295775"/>
            <a:ext cx="2051304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p44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6005EA0A-A21F-48DC-8C55-2338B381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30530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admission</a:t>
            </a:r>
          </a:p>
        </p:txBody>
      </p:sp>
      <p:sp>
        <p:nvSpPr>
          <p:cNvPr id="240" name="dp44-comparison / n180 / text 2">
            <a:extLst xmlns:a="http://schemas.openxmlformats.org/drawingml/2006/main">
              <a:ext uri="{FF2B5EF4-FFF2-40B4-BE49-F238E27FC236}">
                <a16:creationId xmlns:a16="http://schemas.microsoft.com/office/drawing/2014/main" id="{58C5607B-68E6-4023-B39F-B550A417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48818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버전 / 과거 receipt</a:t>
            </a:r>
          </a:p>
        </p:txBody>
      </p:sp>
      <p:sp>
        <p:nvSpPr>
          <p:cNvPr id="241" name="dp44-comparison / n192">
            <a:extLst xmlns:a="http://schemas.openxmlformats.org/drawingml/2006/main">
              <a:ext uri="{FF2B5EF4-FFF2-40B4-BE49-F238E27FC236}">
                <a16:creationId xmlns:a16="http://schemas.microsoft.com/office/drawing/2014/main" id="{C7C143FC-8812-44B4-A174-E04AA8BF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6191250"/>
            <a:ext cx="24955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p44-comparison / n193 / text 1">
            <a:extLst xmlns:a="http://schemas.openxmlformats.org/drawingml/2006/main">
              <a:ext uri="{FF2B5EF4-FFF2-40B4-BE49-F238E27FC236}">
                <a16:creationId xmlns:a16="http://schemas.microsoft.com/office/drawing/2014/main" id="{CC8AA8C3-FA0F-4E2E-BBF3-5DBCA7AA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6200775"/>
            <a:ext cx="24574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2 Response Manager의 현재 검사</a:t>
            </a:r>
          </a:p>
        </p:txBody>
      </p:sp>
      <p:sp>
        <p:nvSpPr>
          <p:cNvPr id="243" name="dp44-comparison / n198">
            <a:extLst xmlns:a="http://schemas.openxmlformats.org/drawingml/2006/main">
              <a:ext uri="{FF2B5EF4-FFF2-40B4-BE49-F238E27FC236}">
                <a16:creationId xmlns:a16="http://schemas.microsoft.com/office/drawing/2014/main" id="{06386501-AD39-438F-BF0B-649B88C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991350"/>
            <a:ext cx="2420112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p44-comparison / n199 / text 1">
            <a:extLst xmlns:a="http://schemas.openxmlformats.org/drawingml/2006/main">
              <a:ext uri="{FF2B5EF4-FFF2-40B4-BE49-F238E27FC236}">
                <a16:creationId xmlns:a16="http://schemas.microsoft.com/office/drawing/2014/main" id="{26FD0DC1-6F62-464C-BFEC-79496466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000875"/>
            <a:ext cx="2543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전달 후 snapshot</a:t>
            </a:r>
          </a:p>
        </p:txBody>
      </p:sp>
      <p:sp>
        <p:nvSpPr>
          <p:cNvPr id="245" name="dp44-comparison / n199 / text 2">
            <a:extLst xmlns:a="http://schemas.openxmlformats.org/drawingml/2006/main">
              <a:ext uri="{FF2B5EF4-FFF2-40B4-BE49-F238E27FC236}">
                <a16:creationId xmlns:a16="http://schemas.microsoft.com/office/drawing/2014/main" id="{F1FE18D9-0806-42BB-AB78-970FA262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183755"/>
            <a:ext cx="2543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자기 receipt의 선행 대기 금지</a:t>
            </a:r>
          </a:p>
        </p:txBody>
      </p:sp>
      <p:sp>
        <p:nvSpPr>
          <p:cNvPr id="246" name="dp44-comparison / n202">
            <a:extLst xmlns:a="http://schemas.openxmlformats.org/drawingml/2006/main">
              <a:ext uri="{FF2B5EF4-FFF2-40B4-BE49-F238E27FC236}">
                <a16:creationId xmlns:a16="http://schemas.microsoft.com/office/drawing/2014/main" id="{FCB3D772-2A86-4BB4-AA2C-34B81435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191250"/>
            <a:ext cx="3810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p44-comparison / n203 / text 1">
            <a:extLst xmlns:a="http://schemas.openxmlformats.org/drawingml/2006/main">
              <a:ext uri="{FF2B5EF4-FFF2-40B4-BE49-F238E27FC236}">
                <a16:creationId xmlns:a16="http://schemas.microsoft.com/office/drawing/2014/main" id="{6040F82B-1DB8-4D54-988D-F87D15F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200775"/>
            <a:ext cx="4895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Interaction Manager / 표시와 재생의 실제 경계</a:t>
            </a:r>
          </a:p>
        </p:txBody>
      </p:sp>
      <p:sp>
        <p:nvSpPr>
          <p:cNvPr id="248" name="dp44-comparison / n204">
            <a:extLst xmlns:a="http://schemas.openxmlformats.org/drawingml/2006/main">
              <a:ext uri="{FF2B5EF4-FFF2-40B4-BE49-F238E27FC236}">
                <a16:creationId xmlns:a16="http://schemas.microsoft.com/office/drawing/2014/main" id="{ED5EA110-2CCC-4BEB-A684-F046492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72350"/>
            <a:ext cx="6373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p44-comparison / n205 / text 1">
            <a:extLst xmlns:a="http://schemas.openxmlformats.org/drawingml/2006/main">
              <a:ext uri="{FF2B5EF4-FFF2-40B4-BE49-F238E27FC236}">
                <a16:creationId xmlns:a16="http://schemas.microsoft.com/office/drawing/2014/main" id="{47839FD9-4DD3-4164-9CBA-6A02917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381875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Q1 제시 확인 후 Publication Control → Request Controller의 focus 갱신</a:t>
            </a:r>
          </a:p>
        </p:txBody>
      </p:sp>
    </p:spTree>
    <p:extLst>
      <p:ext uri="{BB962C8B-B14F-4D97-AF65-F5344CB8AC3E}">
        <p14:creationId xmlns:p14="http://schemas.microsoft.com/office/powerpoint/2010/main" val="1843519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dp45-background / n1">
            <a:extLst xmlns:a="http://schemas.openxmlformats.org/drawingml/2006/main">
              <a:ext uri="{FF2B5EF4-FFF2-40B4-BE49-F238E27FC236}">
                <a16:creationId xmlns:a16="http://schemas.microsoft.com/office/drawing/2014/main" id="{B3C5A22E-DBF3-40B6-A6D2-CEF895C3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5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04167A61-7C41-4087-B6BB-61DBF4FA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5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05DA0017-4A39-42BE-B695-039B9868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04-45</a:t>
            </a:r>
          </a:p>
        </p:txBody>
      </p:sp>
      <p:sp>
        <p:nvSpPr>
          <p:cNvPr id="4" name="dp45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E5819512-9435-4CFD-8CA8-1E06EEC5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04-45. 기능 정확성을 위한 VIA 기억과 Context 제공 설계</a:t>
            </a:r>
          </a:p>
        </p:txBody>
      </p:sp>
      <p:sp>
        <p:nvSpPr>
          <p:cNvPr id="5" name="dp45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45E68A3A-20D8-4A82-A085-78CB399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5-background / n6">
            <a:extLst xmlns:a="http://schemas.openxmlformats.org/drawingml/2006/main">
              <a:ext uri="{FF2B5EF4-FFF2-40B4-BE49-F238E27FC236}">
                <a16:creationId xmlns:a16="http://schemas.microsoft.com/office/drawing/2014/main" id="{0E60C652-D961-459E-B293-87996CE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5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4E52E218-0C25-4C24-8AC1-349D0457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과거 정정의 누락과 유효하지 않은 결과 재사용 위험</a:t>
            </a:r>
          </a:p>
        </p:txBody>
      </p:sp>
      <p:sp>
        <p:nvSpPr>
          <p:cNvPr id="8" name="dp45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2D4C96BD-8B22-4C1F-9678-2BBD92F3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5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4B9F93A2-D7E1-4C62-A8B7-2B112640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5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78E638DC-2793-45E0-A3B7-D43D3E67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5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69DF9BE7-DE8F-49F4-AF1A-A656EDE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5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A2072077-AE1C-4B00-B824-5CEDABD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과거 기록을 연결한 Context의 생산, 조회와 갱신 책임 설계</a:t>
            </a:r>
          </a:p>
        </p:txBody>
      </p:sp>
      <p:sp>
        <p:nvSpPr>
          <p:cNvPr id="13" name="dp45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6061139B-8F60-4BDD-9F9D-F2D0ECD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77350"/>
            <a:ext cx="15392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과거 정보 참조 / 장기 User Memory 등록은 별도 사용자 지시</a:t>
            </a:r>
          </a:p>
        </p:txBody>
      </p:sp>
      <p:sp>
        <p:nvSpPr>
          <p:cNvPr id="14" name="dp45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9C4A80B8-DC20-4D47-B366-C0CBFC87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반응성 / 자원 활용성</a:t>
            </a:r>
          </a:p>
        </p:txBody>
      </p:sp>
      <p:sp>
        <p:nvSpPr>
          <p:cNvPr id="15" name="dp45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F4669B49-C7BD-486E-9BDF-6EAB7C73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6" name="dp45-background / n16 / text 1">
            <a:extLst xmlns:a="http://schemas.openxmlformats.org/drawingml/2006/main">
              <a:ext uri="{FF2B5EF4-FFF2-40B4-BE49-F238E27FC236}">
                <a16:creationId xmlns:a16="http://schemas.microsoft.com/office/drawing/2014/main" id="{25EEDCE8-78D3-48B3-9F85-F32B1368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57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지난번 / 서로 연결해야 할 세 종류의 기록</a:t>
            </a:r>
          </a:p>
        </p:txBody>
      </p:sp>
      <p:sp>
        <p:nvSpPr>
          <p:cNvPr id="17" name="dp45-background / n17">
            <a:extLst xmlns:a="http://schemas.openxmlformats.org/drawingml/2006/main">
              <a:ext uri="{FF2B5EF4-FFF2-40B4-BE49-F238E27FC236}">
                <a16:creationId xmlns:a16="http://schemas.microsoft.com/office/drawing/2014/main" id="{AC467906-DCB6-432F-97A0-6F02770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8" name="dp45-background / n17 / fold">
            <a:extLst xmlns:a="http://schemas.openxmlformats.org/drawingml/2006/main">
              <a:ext uri="{FF2B5EF4-FFF2-40B4-BE49-F238E27FC236}">
                <a16:creationId xmlns:a16="http://schemas.microsoft.com/office/drawing/2014/main" id="{0C9F906C-0908-485D-98D9-106B0806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9" name="dp45-background / n18">
            <a:extLst xmlns:a="http://schemas.openxmlformats.org/drawingml/2006/main">
              <a:ext uri="{FF2B5EF4-FFF2-40B4-BE49-F238E27FC236}">
                <a16:creationId xmlns:a16="http://schemas.microsoft.com/office/drawing/2014/main" id="{CF4A7330-00E3-4EC0-A455-B0F7A663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0" name="dp45-background / n18 / fold">
            <a:extLst xmlns:a="http://schemas.openxmlformats.org/drawingml/2006/main">
              <a:ext uri="{FF2B5EF4-FFF2-40B4-BE49-F238E27FC236}">
                <a16:creationId xmlns:a16="http://schemas.microsoft.com/office/drawing/2014/main" id="{12BC2638-7AD8-4A29-9C8F-DC849B6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1" name="dp45-background / n19">
            <a:extLst xmlns:a="http://schemas.openxmlformats.org/drawingml/2006/main">
              <a:ext uri="{FF2B5EF4-FFF2-40B4-BE49-F238E27FC236}">
                <a16:creationId xmlns:a16="http://schemas.microsoft.com/office/drawing/2014/main" id="{E15A3297-9B9A-42D2-B38D-4B0DCD1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2" name="dp45-background / n19 / fold">
            <a:extLst xmlns:a="http://schemas.openxmlformats.org/drawingml/2006/main">
              <a:ext uri="{FF2B5EF4-FFF2-40B4-BE49-F238E27FC236}">
                <a16:creationId xmlns:a16="http://schemas.microsoft.com/office/drawing/2014/main" id="{A441B5E3-EC90-4948-B734-B8BBF7FD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3" name="dp45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4733E12F-94AD-4B75-8CED-7B1077F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정정 Request</a:t>
            </a:r>
          </a:p>
        </p:txBody>
      </p:sp>
      <p:sp>
        <p:nvSpPr>
          <p:cNvPr id="24" name="dp45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E8F29CB8-42C0-4895-97C3-6BA3FA2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“결론 먼저,</a:t>
            </a:r>
          </a:p>
        </p:txBody>
      </p:sp>
      <p:sp>
        <p:nvSpPr>
          <p:cNvPr id="25" name="dp45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17FCFDF4-D66F-4E87-91FB-21E0FF4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짧은 문장으로</a:t>
            </a:r>
          </a:p>
        </p:txBody>
      </p:sp>
      <p:sp>
        <p:nvSpPr>
          <p:cNvPr id="26" name="dp45-background / n21 / text 3">
            <a:extLst xmlns:a="http://schemas.openxmlformats.org/drawingml/2006/main">
              <a:ext uri="{FF2B5EF4-FFF2-40B4-BE49-F238E27FC236}">
                <a16:creationId xmlns:a16="http://schemas.microsoft.com/office/drawing/2014/main" id="{7AF9391D-1B23-4AC6-BCC2-B1184E6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바꿔줘.”</a:t>
            </a:r>
          </a:p>
        </p:txBody>
      </p:sp>
      <p:sp>
        <p:nvSpPr>
          <p:cNvPr id="27" name="dp45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32DD6755-83AA-4134-89F0-1A8FDB24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사용자가 고친 내용</a:t>
            </a:r>
          </a:p>
        </p:txBody>
      </p:sp>
      <p:sp>
        <p:nvSpPr>
          <p:cNvPr id="28" name="dp45-background / n23 / text 1">
            <a:extLst xmlns:a="http://schemas.openxmlformats.org/drawingml/2006/main">
              <a:ext uri="{FF2B5EF4-FFF2-40B4-BE49-F238E27FC236}">
                <a16:creationId xmlns:a16="http://schemas.microsoft.com/office/drawing/2014/main" id="{CD9347E3-5658-495A-833A-023379B2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051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수정 전후 결과</a:t>
            </a:r>
          </a:p>
        </p:txBody>
      </p:sp>
      <p:sp>
        <p:nvSpPr>
          <p:cNvPr id="29" name="dp45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C02BCFC5-9128-4A7C-ACCE-CCEF7D6D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수정 전</a:t>
            </a:r>
          </a:p>
        </p:txBody>
      </p:sp>
      <p:sp>
        <p:nvSpPr>
          <p:cNvPr id="30" name="dp45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E7A32D93-023C-433B-86C7-25B700B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624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배경 설명 … 결론</a:t>
            </a:r>
          </a:p>
        </p:txBody>
      </p:sp>
      <p:sp>
        <p:nvSpPr>
          <p:cNvPr id="31" name="dp45-background / n26 / path">
            <a:extLst xmlns:a="http://schemas.openxmlformats.org/drawingml/2006/main">
              <a:ext uri="{FF2B5EF4-FFF2-40B4-BE49-F238E27FC236}">
                <a16:creationId xmlns:a16="http://schemas.microsoft.com/office/drawing/2014/main" id="{7CA86585-757F-4915-BDF9-BB791CC5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81525"/>
            <a:ext cx="2952750" cy="953"/>
          </a:xfrm>
          <a:custGeom xmlns:a="http://schemas.openxmlformats.org/drawingml/2006/main">
            <a:pathLst>
              <a:path w="2952750" h="953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2" name="dp45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CB08A86C-0EE5-4E08-A103-800D907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수정 후</a:t>
            </a:r>
          </a:p>
        </p:txBody>
      </p:sp>
      <p:sp>
        <p:nvSpPr>
          <p:cNvPr id="33" name="dp45-background / n28 / text 1">
            <a:extLst xmlns:a="http://schemas.openxmlformats.org/drawingml/2006/main">
              <a:ext uri="{FF2B5EF4-FFF2-40B4-BE49-F238E27FC236}">
                <a16:creationId xmlns:a16="http://schemas.microsoft.com/office/drawing/2014/main" id="{B46F41DC-45E5-449E-9895-5F16DB5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결론 먼저 / 짧은 문장</a:t>
            </a:r>
          </a:p>
        </p:txBody>
      </p:sp>
      <p:sp>
        <p:nvSpPr>
          <p:cNvPr id="34" name="dp45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25775180-BD1A-4A9D-B371-A86272BD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051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실제 전달 기록</a:t>
            </a:r>
          </a:p>
        </p:txBody>
      </p:sp>
      <p:sp>
        <p:nvSpPr>
          <p:cNvPr id="35" name="dp45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911C4CC1-1E33-43A5-AB8C-FAD14B1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2952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수정 후 결과 전달</a:t>
            </a:r>
          </a:p>
        </p:txBody>
      </p:sp>
      <p:sp>
        <p:nvSpPr>
          <p:cNvPr id="36" name="dp45-background / n31 / text 1">
            <a:extLst xmlns:a="http://schemas.openxmlformats.org/drawingml/2006/main">
              <a:ext uri="{FF2B5EF4-FFF2-40B4-BE49-F238E27FC236}">
                <a16:creationId xmlns:a16="http://schemas.microsoft.com/office/drawing/2014/main" id="{DDE1AF63-C10E-4612-8141-2B40282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7677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어느 결과 버전을</a:t>
            </a:r>
          </a:p>
        </p:txBody>
      </p:sp>
      <p:sp>
        <p:nvSpPr>
          <p:cNvPr id="37" name="dp45-background / n31 / text 2">
            <a:extLst xmlns:a="http://schemas.openxmlformats.org/drawingml/2006/main">
              <a:ext uri="{FF2B5EF4-FFF2-40B4-BE49-F238E27FC236}">
                <a16:creationId xmlns:a16="http://schemas.microsoft.com/office/drawing/2014/main" id="{B2AB04DC-B49C-414B-997E-B499F93E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006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실제로 받았는지 확인</a:t>
            </a:r>
          </a:p>
        </p:txBody>
      </p:sp>
      <p:sp>
        <p:nvSpPr>
          <p:cNvPr id="38" name="dp45-background / n32 / path">
            <a:extLst xmlns:a="http://schemas.openxmlformats.org/drawingml/2006/main">
              <a:ext uri="{FF2B5EF4-FFF2-40B4-BE49-F238E27FC236}">
                <a16:creationId xmlns:a16="http://schemas.microsoft.com/office/drawing/2014/main" id="{BB87CA2F-344E-47C3-84D8-BC025423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86275"/>
            <a:ext cx="114300" cy="953"/>
          </a:xfrm>
          <a:custGeom xmlns:a="http://schemas.openxmlformats.org/drawingml/2006/main"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9" name="dp45-background / n32 / arrow">
            <a:extLst xmlns:a="http://schemas.openxmlformats.org/drawingml/2006/main">
              <a:ext uri="{FF2B5EF4-FFF2-40B4-BE49-F238E27FC236}">
                <a16:creationId xmlns:a16="http://schemas.microsoft.com/office/drawing/2014/main" id="{36B71C07-451A-4BCA-8293-541C2138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455" y="44253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0" name="dp45-background / n33 / path">
            <a:extLst xmlns:a="http://schemas.openxmlformats.org/drawingml/2006/main">
              <a:ext uri="{FF2B5EF4-FFF2-40B4-BE49-F238E27FC236}">
                <a16:creationId xmlns:a16="http://schemas.microsoft.com/office/drawing/2014/main" id="{BB7434D2-44D0-4C6F-8A9D-09BCF21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486275"/>
            <a:ext cx="114300" cy="953"/>
          </a:xfrm>
          <a:custGeom xmlns:a="http://schemas.openxmlformats.org/drawingml/2006/main"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41" name="dp45-background / n33 / arrow">
            <a:extLst xmlns:a="http://schemas.openxmlformats.org/drawingml/2006/main">
              <a:ext uri="{FF2B5EF4-FFF2-40B4-BE49-F238E27FC236}">
                <a16:creationId xmlns:a16="http://schemas.microsoft.com/office/drawing/2014/main" id="{A72FBB6B-D85B-4428-B6DE-142BF7B6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955" y="44253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2" name="dp45-background / n34 / path">
            <a:extLst xmlns:a="http://schemas.openxmlformats.org/drawingml/2006/main">
              <a:ext uri="{FF2B5EF4-FFF2-40B4-BE49-F238E27FC236}">
                <a16:creationId xmlns:a16="http://schemas.microsoft.com/office/drawing/2014/main" id="{4A6F8AE4-01ED-4E5F-851C-727329A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924550"/>
            <a:ext cx="7239000" cy="228600"/>
          </a:xfrm>
          <a:custGeom xmlns:a="http://schemas.openxmlformats.org/drawingml/2006/main">
            <a:pathLst>
              <a:path w="7239000" h="228600">
                <a:moveTo>
                  <a:pt x="0" y="0"/>
                </a:moveTo>
                <a:lnTo>
                  <a:pt x="0" y="228600"/>
                </a:lnTo>
                <a:lnTo>
                  <a:pt x="7239000" y="228600"/>
                </a:lnTo>
                <a:lnTo>
                  <a:pt x="723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3" name="dp45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A195D75E-3B26-4068-92AD-BE20EFB7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7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이번 / 새 보고서의 Request</a:t>
            </a:r>
          </a:p>
        </p:txBody>
      </p:sp>
      <p:sp>
        <p:nvSpPr>
          <p:cNvPr id="44" name="dp45-background / n36">
            <a:extLst xmlns:a="http://schemas.openxmlformats.org/drawingml/2006/main">
              <a:ext uri="{FF2B5EF4-FFF2-40B4-BE49-F238E27FC236}">
                <a16:creationId xmlns:a16="http://schemas.microsoft.com/office/drawing/2014/main" id="{2AA769A6-7292-4621-A48D-5AB22F5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43700"/>
            <a:ext cx="10572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p45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F0B57127-3D95-4682-9BF8-A6628875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34200"/>
            <a:ext cx="10191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“지난번에 내가 고친 표현 방식으로 이번 보고서도 정리해줘.”</a:t>
            </a:r>
          </a:p>
        </p:txBody>
      </p:sp>
      <p:sp>
        <p:nvSpPr>
          <p:cNvPr id="46" name="dp45-background / n38">
            <a:extLst xmlns:a="http://schemas.openxmlformats.org/drawingml/2006/main">
              <a:ext uri="{FF2B5EF4-FFF2-40B4-BE49-F238E27FC236}">
                <a16:creationId xmlns:a16="http://schemas.microsoft.com/office/drawing/2014/main" id="{0745D80D-ED40-4789-A219-4A9DD174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24775"/>
            <a:ext cx="10572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p45-background / n39 / path">
            <a:extLst xmlns:a="http://schemas.openxmlformats.org/drawingml/2006/main">
              <a:ext uri="{FF2B5EF4-FFF2-40B4-BE49-F238E27FC236}">
                <a16:creationId xmlns:a16="http://schemas.microsoft.com/office/drawing/2014/main" id="{C9227DEC-EF4D-4492-A3B0-104095D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6153150"/>
            <a:ext cx="5457825" cy="1838325"/>
          </a:xfrm>
          <a:custGeom xmlns:a="http://schemas.openxmlformats.org/drawingml/2006/main">
            <a:pathLst>
              <a:path w="5457825" h="1838325">
                <a:moveTo>
                  <a:pt x="0" y="0"/>
                </a:moveTo>
                <a:lnTo>
                  <a:pt x="5457825" y="0"/>
                </a:lnTo>
                <a:lnTo>
                  <a:pt x="5457825" y="1838325"/>
                </a:lnTo>
                <a:lnTo>
                  <a:pt x="5286375" y="1838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48" name="dp45-background / n39 / arrow">
            <a:extLst xmlns:a="http://schemas.openxmlformats.org/drawingml/2006/main">
              <a:ext uri="{FF2B5EF4-FFF2-40B4-BE49-F238E27FC236}">
                <a16:creationId xmlns:a16="http://schemas.microsoft.com/office/drawing/2014/main" id="{E65FBCB2-4801-4E83-8CD3-360CBF7F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00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182880" y="0"/>
                </a:moveTo>
                <a:lnTo>
                  <a:pt x="0" y="91440"/>
                </a:lnTo>
                <a:lnTo>
                  <a:pt x="182880" y="18288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087E8B"/>
            </a:solidFill>
            <a:prstDash val="solid"/>
          </a:ln>
        </p:spPr>
      </p:sp>
      <p:sp>
        <p:nvSpPr>
          <p:cNvPr id="49" name="dp45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283FF86F-B0AC-4D28-B8B1-CAE4914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58125"/>
            <a:ext cx="10191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이번 Request에 연결할 과거 Context / 정정 내용, 결과 버전과 실제 전달</a:t>
            </a:r>
          </a:p>
        </p:txBody>
      </p:sp>
      <p:sp>
        <p:nvSpPr>
          <p:cNvPr id="50" name="dp45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DD561F8D-221C-4653-9862-97A8145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기록 간 관계의 복원</a:t>
            </a:r>
          </a:p>
        </p:txBody>
      </p:sp>
      <p:sp>
        <p:nvSpPr>
          <p:cNvPr id="51" name="dp45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1FE3B109-371B-4F0D-9706-6404DEFE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내용과 결과 버전 및 실제 전달의 연결</a:t>
            </a:r>
          </a:p>
        </p:txBody>
      </p:sp>
      <p:sp>
        <p:nvSpPr>
          <p:cNvPr id="52" name="dp45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DDD2A3D3-42AA-465F-AD41-AB71CF7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재사용 정보의 유효성</a:t>
            </a:r>
          </a:p>
        </p:txBody>
      </p:sp>
      <p:sp>
        <p:nvSpPr>
          <p:cNvPr id="53" name="dp45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B9DA7B08-8F29-420F-9F59-4E7CBEF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수정과 삭제 및 요약 누락의 확인</a:t>
            </a:r>
          </a:p>
        </p:txBody>
      </p:sp>
      <p:sp>
        <p:nvSpPr>
          <p:cNvPr id="54" name="dp45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DE3E7696-C7ED-4F1B-8D65-F8B1394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반복 조회와 유지 비용</a:t>
            </a:r>
          </a:p>
        </p:txBody>
      </p:sp>
      <p:sp>
        <p:nvSpPr>
          <p:cNvPr id="55" name="dp45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D6E63265-EEA1-48E1-B498-464B8504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생산과 조회 및 갱신 비용의 균형</a:t>
            </a:r>
          </a:p>
        </p:txBody>
      </p:sp>
    </p:spTree>
    <p:extLst>
      <p:ext uri="{BB962C8B-B14F-4D97-AF65-F5344CB8AC3E}">
        <p14:creationId xmlns:p14="http://schemas.microsoft.com/office/powerpoint/2010/main" val="7380156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5-comparison / n1">
            <a:extLst xmlns:a="http://schemas.openxmlformats.org/drawingml/2006/main">
              <a:ext uri="{FF2B5EF4-FFF2-40B4-BE49-F238E27FC236}">
                <a16:creationId xmlns:a16="http://schemas.microsoft.com/office/drawing/2014/main" id="{E84AFCE1-8622-49D6-94F7-AEB1B713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5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4D10D42B-48DE-47E6-BEDB-6FBACE55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5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E334A6F6-4C7A-4A10-8B5D-5D6077A9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5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6821D801-469B-43A6-AAF4-7E95D822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04-45. 기능 정확성을 위한 VIA 기억과 Context 제공 설계</a:t>
            </a:r>
          </a:p>
        </p:txBody>
      </p:sp>
      <p:sp>
        <p:nvSpPr>
          <p:cNvPr id="5" name="dp45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38F09816-7E63-4B12-A499-FF23823F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5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D91DAE4D-DEEC-40DF-8AE9-DC1D636C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“지난번에 내가 고친 표현 방식으로 이번 보고서도 정리해줘.”</a:t>
            </a:r>
          </a:p>
        </p:txBody>
      </p:sp>
      <p:sp>
        <p:nvSpPr>
          <p:cNvPr id="7" name="dp45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A3249A7B-7A31-488D-BB03-9D39B119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5-comparison / n8">
            <a:extLst xmlns:a="http://schemas.openxmlformats.org/drawingml/2006/main">
              <a:ext uri="{FF2B5EF4-FFF2-40B4-BE49-F238E27FC236}">
                <a16:creationId xmlns:a16="http://schemas.microsoft.com/office/drawing/2014/main" id="{A0AD2ABC-477B-4CF3-8370-CC34652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5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E5401152-7067-416B-A81F-0D3BD29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5-comparison / n10">
            <a:extLst xmlns:a="http://schemas.openxmlformats.org/drawingml/2006/main">
              <a:ext uri="{FF2B5EF4-FFF2-40B4-BE49-F238E27FC236}">
                <a16:creationId xmlns:a16="http://schemas.microsoft.com/office/drawing/2014/main" id="{A563A422-43FE-42E8-8FFF-9C4BFBC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5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519A7E27-50D0-492A-BB87-CFA2A9E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5-comparison / n12">
            <a:extLst xmlns:a="http://schemas.openxmlformats.org/drawingml/2006/main">
              <a:ext uri="{FF2B5EF4-FFF2-40B4-BE49-F238E27FC236}">
                <a16:creationId xmlns:a16="http://schemas.microsoft.com/office/drawing/2014/main" id="{EE802CD7-9713-41D9-B080-793201E3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5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0EFEB00C-8248-472D-9AC9-A06EBF10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5-comparison / n14">
            <a:extLst xmlns:a="http://schemas.openxmlformats.org/drawingml/2006/main">
              <a:ext uri="{FF2B5EF4-FFF2-40B4-BE49-F238E27FC236}">
                <a16:creationId xmlns:a16="http://schemas.microsoft.com/office/drawing/2014/main" id="{0D6CC8A8-9944-442D-8049-972B9D6F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5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E1BE45A0-D9F9-419B-A2FE-B2E5B6F2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5-comparison / n16">
            <a:extLst xmlns:a="http://schemas.openxmlformats.org/drawingml/2006/main">
              <a:ext uri="{FF2B5EF4-FFF2-40B4-BE49-F238E27FC236}">
                <a16:creationId xmlns:a16="http://schemas.microsoft.com/office/drawing/2014/main" id="{8F02803D-6BDF-400E-82AD-ADE0E44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5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345FDC26-DAC8-493C-A363-C7B327DE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5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D0897601-BE0A-4DFE-B554-3E52A0C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5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7B807664-1449-4169-BAAF-D83A804F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5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7EE3D8CA-471E-4B3E-8EF4-5FDAE3B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5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20F3608A-6F07-4270-9EB9-EC8CBC9F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원본 서비스 조합</a:t>
            </a:r>
          </a:p>
        </p:txBody>
      </p:sp>
      <p:sp>
        <p:nvSpPr>
          <p:cNvPr id="22" name="dp45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93C0ED6E-EB1E-4C84-A3A1-AD759034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필요한 요청 중심의 처리로 전체 메모리 13.2 GB (메모리 효율성 ↑)</a:t>
            </a:r>
          </a:p>
        </p:txBody>
      </p:sp>
      <p:sp>
        <p:nvSpPr>
          <p:cNvPr id="23" name="dp45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0AA97C3C-9F9F-45F7-87F5-23D2EEC3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반복 교차 결합의 관계 누락으로 정확 처리율 90% (기능 정확성 ↓)</a:t>
            </a:r>
          </a:p>
        </p:txBody>
      </p:sp>
      <p:sp>
        <p:nvSpPr>
          <p:cNvPr id="24" name="dp45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6B03249C-81AF-4655-8AB9-B778CA86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여러 원본 조회와 결합으로 평균 VIA 처리시간 7.0 s (요청 완료 신속성 ↓)</a:t>
            </a:r>
          </a:p>
        </p:txBody>
      </p:sp>
      <p:sp>
        <p:nvSpPr>
          <p:cNvPr id="25" name="dp45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0EF9C199-3B13-4146-8787-E485C889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26" name="dp45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596AC492-FC45-4475-AEB1-38DA3FC5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27" name="dp45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A4673C8D-D8AE-456F-8AE0-62EE9977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90%</a:t>
            </a:r>
          </a:p>
        </p:txBody>
      </p:sp>
      <p:sp>
        <p:nvSpPr>
          <p:cNvPr id="28" name="dp45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53640DD8-711B-4C37-861B-62C654E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29" name="dp45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98308876-135E-4ADC-A315-3197D44C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5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1B5531DB-3AC2-4897-9B00-F6A45101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5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0A064954-A2C0-41B9-AEBF-DDD711EC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7.0 s</a:t>
            </a:r>
          </a:p>
        </p:txBody>
      </p:sp>
      <p:sp>
        <p:nvSpPr>
          <p:cNvPr id="32" name="dp45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B5A830F4-F39B-4B7C-90AE-88F52594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33" name="dp45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EA14027E-4A97-48B8-8553-90F121B9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4" name="dp45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4BC49FBE-616A-4142-A926-710BBE17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5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9E34C094-1D3D-4ED0-A249-100FEBE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13.2 GB</a:t>
            </a:r>
          </a:p>
        </p:txBody>
      </p:sp>
      <p:sp>
        <p:nvSpPr>
          <p:cNvPr id="36" name="dp45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68B80BF2-C871-4B5C-969D-7B1D9E48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7" name="dp45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1983505F-E272-4169-920B-5D9858AD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공통 파생 기억의 생산과 조회</a:t>
            </a:r>
          </a:p>
        </p:txBody>
      </p:sp>
      <p:sp>
        <p:nvSpPr>
          <p:cNvPr id="38" name="dp45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2FC6BB90-9124-46DB-9317-A3C9A15B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검증된 과거 관계 재사용으로 정확 처리율 94% (기능 정확성 ↑)</a:t>
            </a:r>
          </a:p>
        </p:txBody>
      </p:sp>
      <p:sp>
        <p:nvSpPr>
          <p:cNvPr id="39" name="dp45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7756494C-0195-4AD0-982A-DA7CD73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원본별 교차 결합 축소로 평균 VIA 처리시간 4.5 s (요청 완료 신속성 ↑)</a:t>
            </a:r>
          </a:p>
        </p:txBody>
      </p:sp>
      <p:sp>
        <p:nvSpPr>
          <p:cNvPr id="40" name="dp45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D127CBB0-5499-49BF-AC29-07E058F8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관계 생산 session과 KV로 전체 메모리 14.0 GB (메모리 효율성 ↓)</a:t>
            </a:r>
          </a:p>
        </p:txBody>
      </p:sp>
      <p:sp>
        <p:nvSpPr>
          <p:cNvPr id="41" name="dp45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9D21D125-B678-4B88-A724-9FD1F8D7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42" name="dp45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6CB745CC-5DFA-41AB-8C6D-5978F1D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3" name="dp45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152206AD-88A7-48C6-9E55-87D32A2F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44" name="dp45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62CF6CDD-52C3-4BA8-9013-40B6431C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45" name="dp45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53A51CF1-A806-4FB5-AF2B-EA90E49B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5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74C200A2-DC06-4429-8EF8-1E14A89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5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72B0CABF-3F89-466A-9892-BF8CCAE6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4.5 s</a:t>
            </a:r>
          </a:p>
        </p:txBody>
      </p:sp>
      <p:sp>
        <p:nvSpPr>
          <p:cNvPr id="48" name="dp45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F5E24910-CC75-4818-B7EE-AE6C04B6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VIA 처리시간 ↓</a:t>
            </a:r>
          </a:p>
        </p:txBody>
      </p:sp>
      <p:sp>
        <p:nvSpPr>
          <p:cNvPr id="49" name="dp45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F98CFA9F-4708-4DB8-B9F2-3E0CF9BF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0" name="dp45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4A59B662-CDF0-4C86-8EBE-F072C699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1" name="dp45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640647FE-B138-437D-9F9E-EEED14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14.0 GB</a:t>
            </a:r>
          </a:p>
        </p:txBody>
      </p:sp>
      <p:sp>
        <p:nvSpPr>
          <p:cNvPr id="52" name="dp45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640C4C9C-83DC-4FD8-AE94-25A6A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3" name="dp45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708D7D4C-DCA0-4659-85E1-2858147B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게시 범위 안 과거 관계의 반복 재사용 / A의 index와 cache도 허용</a:t>
            </a:r>
          </a:p>
        </p:txBody>
      </p:sp>
      <p:sp>
        <p:nvSpPr>
          <p:cNvPr id="54" name="dp45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6C3AE0F7-84B6-4368-B49F-AF85498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5-comparison / n56">
            <a:extLst xmlns:a="http://schemas.openxmlformats.org/drawingml/2006/main">
              <a:ext uri="{FF2B5EF4-FFF2-40B4-BE49-F238E27FC236}">
                <a16:creationId xmlns:a16="http://schemas.microsoft.com/office/drawing/2014/main" id="{3F6C534A-03D9-449F-B93A-6CEBE38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5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0A136907-125F-4536-9BEB-61F39FA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7" name="dp45-comparison / n60">
            <a:extLst xmlns:a="http://schemas.openxmlformats.org/drawingml/2006/main">
              <a:ext uri="{FF2B5EF4-FFF2-40B4-BE49-F238E27FC236}">
                <a16:creationId xmlns:a16="http://schemas.microsoft.com/office/drawing/2014/main" id="{60826896-BDF9-49EF-AD75-6005316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5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93173856-BCF0-46F9-94D4-69AAF43B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59" name="dp45-comparison / n64">
            <a:extLst xmlns:a="http://schemas.openxmlformats.org/drawingml/2006/main">
              <a:ext uri="{FF2B5EF4-FFF2-40B4-BE49-F238E27FC236}">
                <a16:creationId xmlns:a16="http://schemas.microsoft.com/office/drawing/2014/main" id="{24294EFD-F3CD-4011-8618-EE8F9B7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5-comparison / n65 / text 1">
            <a:extLst xmlns:a="http://schemas.openxmlformats.org/drawingml/2006/main">
              <a:ext uri="{FF2B5EF4-FFF2-40B4-BE49-F238E27FC236}">
                <a16:creationId xmlns:a16="http://schemas.microsoft.com/office/drawing/2014/main" id="{AC83C6B3-F898-4C99-866A-BD2C5B75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61" name="dp45-comparison / n68">
            <a:extLst xmlns:a="http://schemas.openxmlformats.org/drawingml/2006/main">
              <a:ext uri="{FF2B5EF4-FFF2-40B4-BE49-F238E27FC236}">
                <a16:creationId xmlns:a16="http://schemas.microsoft.com/office/drawing/2014/main" id="{64692BB6-3F38-4BF5-9D8B-DA7FA636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78009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2" name="dp45-comparison / n69 / text 1">
            <a:extLst xmlns:a="http://schemas.openxmlformats.org/drawingml/2006/main">
              <a:ext uri="{FF2B5EF4-FFF2-40B4-BE49-F238E27FC236}">
                <a16:creationId xmlns:a16="http://schemas.microsoft.com/office/drawing/2014/main" id="{F6CBF60B-6636-47D8-97ED-D322C8B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63" name="dp45-comparison / n72">
            <a:extLst xmlns:a="http://schemas.openxmlformats.org/drawingml/2006/main">
              <a:ext uri="{FF2B5EF4-FFF2-40B4-BE49-F238E27FC236}">
                <a16:creationId xmlns:a16="http://schemas.microsoft.com/office/drawing/2014/main" id="{9EBFE48F-D927-43ED-8951-944339E1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24350"/>
            <a:ext cx="236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5-comparison / n73 / text 1">
            <a:extLst xmlns:a="http://schemas.openxmlformats.org/drawingml/2006/main">
              <a:ext uri="{FF2B5EF4-FFF2-40B4-BE49-F238E27FC236}">
                <a16:creationId xmlns:a16="http://schemas.microsoft.com/office/drawing/2014/main" id="{ABA6078B-2BF1-4656-A713-2159DA35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1504"/>
            <a:ext cx="2190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Context Composer</a:t>
            </a:r>
          </a:p>
        </p:txBody>
      </p:sp>
      <p:sp>
        <p:nvSpPr>
          <p:cNvPr id="65" name="dp45-comparison / n74">
            <a:extLst xmlns:a="http://schemas.openxmlformats.org/drawingml/2006/main">
              <a:ext uri="{FF2B5EF4-FFF2-40B4-BE49-F238E27FC236}">
                <a16:creationId xmlns:a16="http://schemas.microsoft.com/office/drawing/2014/main" id="{11D7881F-C437-4E40-80AC-569E1B0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81625"/>
            <a:ext cx="24765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6" name="dp45-comparison / n75 / text 1">
            <a:extLst xmlns:a="http://schemas.openxmlformats.org/drawingml/2006/main">
              <a:ext uri="{FF2B5EF4-FFF2-40B4-BE49-F238E27FC236}">
                <a16:creationId xmlns:a16="http://schemas.microsoft.com/office/drawing/2014/main" id="{224DB383-5847-41C1-A8F8-82907BC6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43550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Source View Cache</a:t>
            </a:r>
          </a:p>
        </p:txBody>
      </p:sp>
      <p:sp>
        <p:nvSpPr>
          <p:cNvPr id="67" name="dp45-comparison / n76">
            <a:extLst xmlns:a="http://schemas.openxmlformats.org/drawingml/2006/main">
              <a:ext uri="{FF2B5EF4-FFF2-40B4-BE49-F238E27FC236}">
                <a16:creationId xmlns:a16="http://schemas.microsoft.com/office/drawing/2014/main" id="{BFAE372E-6E03-4734-8FFD-90446B67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81625"/>
            <a:ext cx="22860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5-comparison / n77 / text 1">
            <a:extLst xmlns:a="http://schemas.openxmlformats.org/drawingml/2006/main">
              <a:ext uri="{FF2B5EF4-FFF2-40B4-BE49-F238E27FC236}">
                <a16:creationId xmlns:a16="http://schemas.microsoft.com/office/drawing/2014/main" id="{15683B46-F996-45D0-9F22-08CADB9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43550"/>
            <a:ext cx="2114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Evidence Set</a:t>
            </a:r>
          </a:p>
        </p:txBody>
      </p:sp>
      <p:sp>
        <p:nvSpPr>
          <p:cNvPr id="69" name="dp45-comparison / n78 / path">
            <a:extLst xmlns:a="http://schemas.openxmlformats.org/drawingml/2006/main">
              <a:ext uri="{FF2B5EF4-FFF2-40B4-BE49-F238E27FC236}">
                <a16:creationId xmlns:a16="http://schemas.microsoft.com/office/drawing/2014/main" id="{B7227C16-A21F-4AB4-A8C4-F953193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76575"/>
            <a:ext cx="2667000" cy="1247775"/>
          </a:xfrm>
          <a:custGeom xmlns:a="http://schemas.openxmlformats.org/drawingml/2006/main">
            <a:pathLst>
              <a:path w="2667000" h="1247775">
                <a:moveTo>
                  <a:pt x="2667000" y="1247775"/>
                </a:moveTo>
                <a:lnTo>
                  <a:pt x="2667000" y="552450"/>
                </a:lnTo>
                <a:lnTo>
                  <a:pt x="0" y="5524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0" name="dp45-comparison / n78 / arrow">
            <a:extLst xmlns:a="http://schemas.openxmlformats.org/drawingml/2006/main">
              <a:ext uri="{FF2B5EF4-FFF2-40B4-BE49-F238E27FC236}">
                <a16:creationId xmlns:a16="http://schemas.microsoft.com/office/drawing/2014/main" id="{68626739-B22A-46CB-9AC2-606F60FE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1" name="dp45-comparison / n79 / path">
            <a:extLst xmlns:a="http://schemas.openxmlformats.org/drawingml/2006/main">
              <a:ext uri="{FF2B5EF4-FFF2-40B4-BE49-F238E27FC236}">
                <a16:creationId xmlns:a16="http://schemas.microsoft.com/office/drawing/2014/main" id="{12A5B462-FA5F-4297-88C9-96745600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76575"/>
            <a:ext cx="2762250" cy="1247775"/>
          </a:xfrm>
          <a:custGeom xmlns:a="http://schemas.openxmlformats.org/drawingml/2006/main">
            <a:pathLst>
              <a:path w="2762250" h="1247775">
                <a:moveTo>
                  <a:pt x="0" y="0"/>
                </a:moveTo>
                <a:lnTo>
                  <a:pt x="0" y="1123950"/>
                </a:lnTo>
                <a:lnTo>
                  <a:pt x="2762250" y="1123950"/>
                </a:lnTo>
                <a:lnTo>
                  <a:pt x="276225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2" name="dp45-comparison / n79 / arrow">
            <a:extLst xmlns:a="http://schemas.openxmlformats.org/drawingml/2006/main">
              <a:ext uri="{FF2B5EF4-FFF2-40B4-BE49-F238E27FC236}">
                <a16:creationId xmlns:a16="http://schemas.microsoft.com/office/drawing/2014/main" id="{452005B5-6E27-428F-B6EB-353B4D42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5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2F7C9091-D810-4F65-80A7-294257D4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47625" cy="1247775"/>
          </a:xfrm>
          <a:custGeom xmlns:a="http://schemas.openxmlformats.org/drawingml/2006/main">
            <a:pathLst>
              <a:path w="47625" h="1247775">
                <a:moveTo>
                  <a:pt x="0" y="1247775"/>
                </a:moveTo>
                <a:lnTo>
                  <a:pt x="0" y="552450"/>
                </a:lnTo>
                <a:lnTo>
                  <a:pt x="47625" y="552450"/>
                </a:ln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5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FEDB5C12-A1EC-4C80-A2C0-35F7764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9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5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3A282AE3-7471-4A2F-ADAA-A123E8B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76575"/>
            <a:ext cx="47625" cy="1247775"/>
          </a:xfrm>
          <a:custGeom xmlns:a="http://schemas.openxmlformats.org/drawingml/2006/main">
            <a:pathLst>
              <a:path w="47625" h="1247775">
                <a:moveTo>
                  <a:pt x="0" y="0"/>
                </a:moveTo>
                <a:lnTo>
                  <a:pt x="0" y="1123950"/>
                </a:lnTo>
                <a:lnTo>
                  <a:pt x="47625" y="1123950"/>
                </a:lnTo>
                <a:lnTo>
                  <a:pt x="47625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6" name="dp45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A7ED61F9-1F85-47D1-A8EE-5BCDCD4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5-comparison / n82 / path">
            <a:extLst xmlns:a="http://schemas.openxmlformats.org/drawingml/2006/main">
              <a:ext uri="{FF2B5EF4-FFF2-40B4-BE49-F238E27FC236}">
                <a16:creationId xmlns:a16="http://schemas.microsoft.com/office/drawing/2014/main" id="{AAB96E8D-CA15-44F6-A3FB-6724799C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2762250" cy="1247775"/>
          </a:xfrm>
          <a:custGeom xmlns:a="http://schemas.openxmlformats.org/drawingml/2006/main">
            <a:pathLst>
              <a:path w="2762250" h="1247775">
                <a:moveTo>
                  <a:pt x="0" y="1247775"/>
                </a:moveTo>
                <a:lnTo>
                  <a:pt x="0" y="552450"/>
                </a:lnTo>
                <a:lnTo>
                  <a:pt x="2762250" y="552450"/>
                </a:ln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8" name="dp45-comparison / n82 / arrow">
            <a:extLst xmlns:a="http://schemas.openxmlformats.org/drawingml/2006/main">
              <a:ext uri="{FF2B5EF4-FFF2-40B4-BE49-F238E27FC236}">
                <a16:creationId xmlns:a16="http://schemas.microsoft.com/office/drawing/2014/main" id="{E51DF7CE-50B1-4BFB-924C-EC6D427D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5-comparison / n83 / path">
            <a:extLst xmlns:a="http://schemas.openxmlformats.org/drawingml/2006/main">
              <a:ext uri="{FF2B5EF4-FFF2-40B4-BE49-F238E27FC236}">
                <a16:creationId xmlns:a16="http://schemas.microsoft.com/office/drawing/2014/main" id="{0C57CB2E-2CE6-421B-9C30-08C298FE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76575"/>
            <a:ext cx="2667000" cy="1247775"/>
          </a:xfrm>
          <a:custGeom xmlns:a="http://schemas.openxmlformats.org/drawingml/2006/main">
            <a:pathLst>
              <a:path w="2667000" h="1247775">
                <a:moveTo>
                  <a:pt x="2667000" y="0"/>
                </a:moveTo>
                <a:lnTo>
                  <a:pt x="2667000" y="1123950"/>
                </a:lnTo>
                <a:lnTo>
                  <a:pt x="0" y="1123950"/>
                </a:lnTo>
                <a:lnTo>
                  <a:pt x="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0" name="dp45-comparison / n83 / arrow">
            <a:extLst xmlns:a="http://schemas.openxmlformats.org/drawingml/2006/main">
              <a:ext uri="{FF2B5EF4-FFF2-40B4-BE49-F238E27FC236}">
                <a16:creationId xmlns:a16="http://schemas.microsoft.com/office/drawing/2014/main" id="{D3BA7078-171E-4237-8422-C0BE0FF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5-comparison / n86 / path">
            <a:extLst xmlns:a="http://schemas.openxmlformats.org/drawingml/2006/main">
              <a:ext uri="{FF2B5EF4-FFF2-40B4-BE49-F238E27FC236}">
                <a16:creationId xmlns:a16="http://schemas.microsoft.com/office/drawing/2014/main" id="{544A1E0C-6E14-4A3C-8799-00A85A1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1285875" cy="857250"/>
          </a:xfrm>
          <a:custGeom xmlns:a="http://schemas.openxmlformats.org/drawingml/2006/main">
            <a:pathLst>
              <a:path w="1285875" h="857250">
                <a:moveTo>
                  <a:pt x="1285875" y="4763"/>
                </a:moveTo>
                <a:lnTo>
                  <a:pt x="0" y="0"/>
                </a:ln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2" name="dp45-comparison / n86 / arrow">
            <a:extLst xmlns:a="http://schemas.openxmlformats.org/drawingml/2006/main">
              <a:ext uri="{FF2B5EF4-FFF2-40B4-BE49-F238E27FC236}">
                <a16:creationId xmlns:a16="http://schemas.microsoft.com/office/drawing/2014/main" id="{DA147BDB-32AB-47B8-975E-6E0D0E44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5259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3" name="dp45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06E2DC32-59BE-44F1-98D0-14BC442D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33925"/>
            <a:ext cx="1228725" cy="876300"/>
          </a:xfrm>
          <a:custGeom xmlns:a="http://schemas.openxmlformats.org/drawingml/2006/main">
            <a:pathLst>
              <a:path w="1228725" h="876300">
                <a:moveTo>
                  <a:pt x="0" y="871538"/>
                </a:moveTo>
                <a:lnTo>
                  <a:pt x="1228725" y="876300"/>
                </a:lnTo>
                <a:lnTo>
                  <a:pt x="122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4" name="dp45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720F7443-E7DD-4533-8A94-56570CDF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91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5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ED310E3A-1226-4065-A8A0-A0815CE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24375"/>
            <a:ext cx="1381125" cy="857250"/>
          </a:xfrm>
          <a:custGeom xmlns:a="http://schemas.openxmlformats.org/drawingml/2006/main">
            <a:pathLst>
              <a:path w="1381125" h="857250">
                <a:moveTo>
                  <a:pt x="0" y="4763"/>
                </a:moveTo>
                <a:lnTo>
                  <a:pt x="1381125" y="0"/>
                </a:lnTo>
                <a:lnTo>
                  <a:pt x="1381125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6" name="dp45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6DBA8A69-5A69-42A6-9C1F-92D26D8E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5259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7" name="dp45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3AC911AF-2461-4AA6-8A3B-B428C7E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0838"/>
            <a:ext cx="323850" cy="2719388"/>
          </a:xfrm>
          <a:custGeom xmlns:a="http://schemas.openxmlformats.org/drawingml/2006/main">
            <a:pathLst>
              <a:path w="323850" h="2719388">
                <a:moveTo>
                  <a:pt x="123825" y="0"/>
                </a:moveTo>
                <a:lnTo>
                  <a:pt x="0" y="4763"/>
                </a:lnTo>
                <a:lnTo>
                  <a:pt x="0" y="2719388"/>
                </a:lnTo>
                <a:lnTo>
                  <a:pt x="32385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88" name="dp45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B0481FD9-F6F6-4437-BE93-084D97DF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847" y="5546302"/>
            <a:ext cx="122803" cy="121907"/>
          </a:xfrm>
          <a:custGeom xmlns:a="http://schemas.openxmlformats.org/drawingml/2006/main">
            <a:pathLst>
              <a:path w="122803" h="121907">
                <a:moveTo>
                  <a:pt x="1793" y="121907"/>
                </a:moveTo>
                <a:lnTo>
                  <a:pt x="122803" y="591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9" name="dp45-comparison / n96">
            <a:extLst xmlns:a="http://schemas.openxmlformats.org/drawingml/2006/main">
              <a:ext uri="{FF2B5EF4-FFF2-40B4-BE49-F238E27FC236}">
                <a16:creationId xmlns:a16="http://schemas.microsoft.com/office/drawing/2014/main" id="{1E393064-D4B4-46D2-BD0A-1964DB7D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353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0" name="dp45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2A23B7E1-2CAF-4EBA-B462-12B4BB2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32233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91" name="dp45-comparison / n98">
            <a:extLst xmlns:a="http://schemas.openxmlformats.org/drawingml/2006/main">
              <a:ext uri="{FF2B5EF4-FFF2-40B4-BE49-F238E27FC236}">
                <a16:creationId xmlns:a16="http://schemas.microsoft.com/office/drawing/2014/main" id="{2D4A984A-43EA-4063-BF5A-5C8EBB8B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353175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2" name="dp45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64E82293-05ED-4EA6-A440-2945F10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32233"/>
            <a:ext cx="2438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93" name="dp45-comparison / n100">
            <a:extLst xmlns:a="http://schemas.openxmlformats.org/drawingml/2006/main">
              <a:ext uri="{FF2B5EF4-FFF2-40B4-BE49-F238E27FC236}">
                <a16:creationId xmlns:a16="http://schemas.microsoft.com/office/drawing/2014/main" id="{3DB525E3-F8E8-49C9-A1B3-8E04B4C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324600"/>
            <a:ext cx="16764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4" name="dp45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87F58978-43E6-420F-98D3-D998EE4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486525"/>
            <a:ext cx="1504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User Memory</a:t>
            </a:r>
          </a:p>
        </p:txBody>
      </p:sp>
      <p:sp>
        <p:nvSpPr>
          <p:cNvPr id="95" name="dp45-comparison / n102 / path">
            <a:extLst xmlns:a="http://schemas.openxmlformats.org/drawingml/2006/main">
              <a:ext uri="{FF2B5EF4-FFF2-40B4-BE49-F238E27FC236}">
                <a16:creationId xmlns:a16="http://schemas.microsoft.com/office/drawing/2014/main" id="{583211A9-91BD-4374-BD7E-6422B58F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33925"/>
            <a:ext cx="2667000" cy="1619250"/>
          </a:xfrm>
          <a:custGeom xmlns:a="http://schemas.openxmlformats.org/drawingml/2006/main">
            <a:pathLst>
              <a:path w="2667000" h="1619250">
                <a:moveTo>
                  <a:pt x="0" y="1619250"/>
                </a:moveTo>
                <a:lnTo>
                  <a:pt x="0" y="1323975"/>
                </a:lnTo>
                <a:lnTo>
                  <a:pt x="2667000" y="1323975"/>
                </a:ln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6" name="dp45-comparison / n102 / arrow">
            <a:extLst xmlns:a="http://schemas.openxmlformats.org/drawingml/2006/main">
              <a:ext uri="{FF2B5EF4-FFF2-40B4-BE49-F238E27FC236}">
                <a16:creationId xmlns:a16="http://schemas.microsoft.com/office/drawing/2014/main" id="{4F69CFFD-3EA3-4643-8B4F-146214F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91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7" name="dp45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1C00771B-350E-47B5-909D-B9012CB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29300"/>
            <a:ext cx="5029200" cy="523875"/>
          </a:xfrm>
          <a:custGeom xmlns:a="http://schemas.openxmlformats.org/drawingml/2006/main">
            <a:pathLst>
              <a:path w="5029200" h="523875">
                <a:moveTo>
                  <a:pt x="5029200" y="0"/>
                </a:moveTo>
                <a:lnTo>
                  <a:pt x="5029200" y="485775"/>
                </a:lnTo>
                <a:lnTo>
                  <a:pt x="0" y="485775"/>
                </a:ln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8" name="dp45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50A1EEEC-7ACC-42DD-81C8-9CFD596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62312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9" name="dp45-comparison / n106 / path">
            <a:extLst xmlns:a="http://schemas.openxmlformats.org/drawingml/2006/main">
              <a:ext uri="{FF2B5EF4-FFF2-40B4-BE49-F238E27FC236}">
                <a16:creationId xmlns:a16="http://schemas.microsoft.com/office/drawing/2014/main" id="{77F3FAEF-04C0-4C4B-A21A-E3CBC14B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43675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0" name="dp45-comparison / n106 / arrow">
            <a:extLst xmlns:a="http://schemas.openxmlformats.org/drawingml/2006/main">
              <a:ext uri="{FF2B5EF4-FFF2-40B4-BE49-F238E27FC236}">
                <a16:creationId xmlns:a16="http://schemas.microsoft.com/office/drawing/2014/main" id="{1347D3B3-A853-47D6-A327-F0EB177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6482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1" name="dp45-comparison / n111 / path">
            <a:extLst xmlns:a="http://schemas.openxmlformats.org/drawingml/2006/main">
              <a:ext uri="{FF2B5EF4-FFF2-40B4-BE49-F238E27FC236}">
                <a16:creationId xmlns:a16="http://schemas.microsoft.com/office/drawing/2014/main" id="{EF4888AD-262C-45EF-82AD-6F87B5D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43675"/>
            <a:ext cx="3648075" cy="485775"/>
          </a:xfrm>
          <a:custGeom xmlns:a="http://schemas.openxmlformats.org/drawingml/2006/main">
            <a:pathLst>
              <a:path w="3648075" h="485775">
                <a:moveTo>
                  <a:pt x="0" y="0"/>
                </a:moveTo>
                <a:lnTo>
                  <a:pt x="180975" y="0"/>
                </a:lnTo>
                <a:lnTo>
                  <a:pt x="180975" y="485775"/>
                </a:lnTo>
                <a:lnTo>
                  <a:pt x="3448050" y="485775"/>
                </a:lnTo>
                <a:lnTo>
                  <a:pt x="3448050" y="0"/>
                </a:lnTo>
                <a:lnTo>
                  <a:pt x="3648075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02" name="dp45-comparison / n111 / arrow">
            <a:extLst xmlns:a="http://schemas.openxmlformats.org/drawingml/2006/main">
              <a:ext uri="{FF2B5EF4-FFF2-40B4-BE49-F238E27FC236}">
                <a16:creationId xmlns:a16="http://schemas.microsoft.com/office/drawing/2014/main" id="{6B930A78-DA0C-40EB-AAD3-1AA00D90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64" y="6484593"/>
            <a:ext cx="123336" cy="121885"/>
          </a:xfrm>
          <a:custGeom xmlns:a="http://schemas.openxmlformats.org/drawingml/2006/main">
            <a:pathLst>
              <a:path w="123336" h="121885">
                <a:moveTo>
                  <a:pt x="0" y="121885"/>
                </a:moveTo>
                <a:lnTo>
                  <a:pt x="123336" y="63845"/>
                </a:lnTo>
                <a:lnTo>
                  <a:pt x="2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03" name="dp45-comparison / n54">
            <a:extLst xmlns:a="http://schemas.openxmlformats.org/drawingml/2006/main">
              <a:ext uri="{FF2B5EF4-FFF2-40B4-BE49-F238E27FC236}">
                <a16:creationId xmlns:a16="http://schemas.microsoft.com/office/drawing/2014/main" id="{CEA9328E-70FB-47CB-8A78-A661B79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00300"/>
            <a:ext cx="597027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5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D3FDB791-4124-4396-BDDF-38121F90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09825"/>
            <a:ext cx="7800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동일 이력: D2 보고서 → R7 “짧은 문장, 결론 먼저” → D3 수정 → P4 전달</a:t>
            </a:r>
          </a:p>
        </p:txBody>
      </p:sp>
      <p:sp>
        <p:nvSpPr>
          <p:cNvPr id="105" name="dp45-comparison / n58">
            <a:extLst xmlns:a="http://schemas.openxmlformats.org/drawingml/2006/main">
              <a:ext uri="{FF2B5EF4-FFF2-40B4-BE49-F238E27FC236}">
                <a16:creationId xmlns:a16="http://schemas.microsoft.com/office/drawing/2014/main" id="{B0EF0BB5-0413-4E64-A733-E46D412C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24200"/>
            <a:ext cx="167925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5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5726DA71-5EBD-46E3-B996-DC1C80FF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R7 원문과 정정 관계</a:t>
            </a:r>
          </a:p>
        </p:txBody>
      </p:sp>
      <p:sp>
        <p:nvSpPr>
          <p:cNvPr id="107" name="dp45-comparison / n62">
            <a:extLst xmlns:a="http://schemas.openxmlformats.org/drawingml/2006/main">
              <a:ext uri="{FF2B5EF4-FFF2-40B4-BE49-F238E27FC236}">
                <a16:creationId xmlns:a16="http://schemas.microsoft.com/office/drawing/2014/main" id="{3D5FC816-F04D-4173-909B-9BD4677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24200"/>
            <a:ext cx="156914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5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1EDA5735-33A3-41A8-B126-96AFDB2F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D2 → D3 확정 결과</a:t>
            </a:r>
          </a:p>
        </p:txBody>
      </p:sp>
      <p:sp>
        <p:nvSpPr>
          <p:cNvPr id="109" name="dp45-comparison / n66">
            <a:extLst xmlns:a="http://schemas.openxmlformats.org/drawingml/2006/main">
              <a:ext uri="{FF2B5EF4-FFF2-40B4-BE49-F238E27FC236}">
                <a16:creationId xmlns:a16="http://schemas.microsoft.com/office/drawing/2014/main" id="{C5FBA206-330A-4078-878D-FC8F623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151733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5-comparison / n67 / text 1">
            <a:extLst xmlns:a="http://schemas.openxmlformats.org/drawingml/2006/main">
              <a:ext uri="{FF2B5EF4-FFF2-40B4-BE49-F238E27FC236}">
                <a16:creationId xmlns:a16="http://schemas.microsoft.com/office/drawing/2014/main" id="{69D6A640-5460-4FCD-AE5C-0EC6DC7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P4 실제 전달 기록</a:t>
            </a:r>
          </a:p>
        </p:txBody>
      </p:sp>
      <p:sp>
        <p:nvSpPr>
          <p:cNvPr id="111" name="dp45-comparison / n70">
            <a:extLst xmlns:a="http://schemas.openxmlformats.org/drawingml/2006/main">
              <a:ext uri="{FF2B5EF4-FFF2-40B4-BE49-F238E27FC236}">
                <a16:creationId xmlns:a16="http://schemas.microsoft.com/office/drawing/2014/main" id="{6104BB5F-3B69-484A-A0D4-F006BF66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365798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5-comparison / n71 / text 1">
            <a:extLst xmlns:a="http://schemas.openxmlformats.org/drawingml/2006/main">
              <a:ext uri="{FF2B5EF4-FFF2-40B4-BE49-F238E27FC236}">
                <a16:creationId xmlns:a16="http://schemas.microsoft.com/office/drawing/2014/main" id="{0E3A10C9-2B96-4D97-80DB-FD852808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1947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owner 유지 / 수정과 삭제 및 권한 철회</a:t>
            </a:r>
          </a:p>
        </p:txBody>
      </p:sp>
      <p:sp>
        <p:nvSpPr>
          <p:cNvPr id="113" name="dp45-comparison / n84">
            <a:extLst xmlns:a="http://schemas.openxmlformats.org/drawingml/2006/main">
              <a:ext uri="{FF2B5EF4-FFF2-40B4-BE49-F238E27FC236}">
                <a16:creationId xmlns:a16="http://schemas.microsoft.com/office/drawing/2014/main" id="{0BF05D20-6E64-4229-8D98-D9B3FFA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95750"/>
            <a:ext cx="414375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5-comparison / n85 / text 1">
            <a:extLst xmlns:a="http://schemas.openxmlformats.org/drawingml/2006/main">
              <a:ext uri="{FF2B5EF4-FFF2-40B4-BE49-F238E27FC236}">
                <a16:creationId xmlns:a16="http://schemas.microsoft.com/office/drawing/2014/main" id="{7EE6B30B-1843-421E-BFC8-771CB2B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05275"/>
            <a:ext cx="7572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R9의 범위 읽기 / 원문과 버전 및 누락 범위 반환</a:t>
            </a:r>
          </a:p>
        </p:txBody>
      </p:sp>
      <p:sp>
        <p:nvSpPr>
          <p:cNvPr id="115" name="dp45-comparison / n89">
            <a:extLst xmlns:a="http://schemas.openxmlformats.org/drawingml/2006/main">
              <a:ext uri="{FF2B5EF4-FFF2-40B4-BE49-F238E27FC236}">
                <a16:creationId xmlns:a16="http://schemas.microsoft.com/office/drawing/2014/main" id="{A507F64E-A1F6-4B6F-82E6-58624C1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95850"/>
            <a:ext cx="213912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5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2D9DE8D3-B245-485C-8BFE-3F10121A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905375"/>
            <a:ext cx="2619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원본별 요약과 색인 재사용</a:t>
            </a:r>
          </a:p>
        </p:txBody>
      </p:sp>
      <p:sp>
        <p:nvSpPr>
          <p:cNvPr id="117" name="dp45-comparison / n91">
            <a:extLst xmlns:a="http://schemas.openxmlformats.org/drawingml/2006/main">
              <a:ext uri="{FF2B5EF4-FFF2-40B4-BE49-F238E27FC236}">
                <a16:creationId xmlns:a16="http://schemas.microsoft.com/office/drawing/2014/main" id="{46420B56-67A9-4204-A3C7-690FF87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95850"/>
            <a:ext cx="191890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5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CCCA40C2-A759-41E2-A96C-287F6AB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05375"/>
            <a:ext cx="2266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이번 Request에 결합</a:t>
            </a:r>
          </a:p>
        </p:txBody>
      </p:sp>
      <p:sp>
        <p:nvSpPr>
          <p:cNvPr id="119" name="dp45-comparison / n93">
            <a:extLst xmlns:a="http://schemas.openxmlformats.org/drawingml/2006/main">
              <a:ext uri="{FF2B5EF4-FFF2-40B4-BE49-F238E27FC236}">
                <a16:creationId xmlns:a16="http://schemas.microsoft.com/office/drawing/2014/main" id="{3C27BF20-6D56-459A-9A35-59C3814F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48350"/>
            <a:ext cx="41452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5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47C039EB-6BAC-4061-BB5C-562000A9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57875"/>
            <a:ext cx="7334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변경의 부분 무효화 / cache 적중 시 재조합 축소</a:t>
            </a:r>
          </a:p>
        </p:txBody>
      </p:sp>
      <p:sp>
        <p:nvSpPr>
          <p:cNvPr id="121" name="dp45-comparison / n104">
            <a:extLst xmlns:a="http://schemas.openxmlformats.org/drawingml/2006/main">
              <a:ext uri="{FF2B5EF4-FFF2-40B4-BE49-F238E27FC236}">
                <a16:creationId xmlns:a16="http://schemas.microsoft.com/office/drawing/2014/main" id="{34CCF65A-8F0A-4610-83E6-ADEA6FE9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096000"/>
            <a:ext cx="42732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5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C9448656-2583-41CD-92D2-CD30664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10552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R9 조회 / Context + 출처 + 버전 + 누락 범위 반환</a:t>
            </a:r>
          </a:p>
        </p:txBody>
      </p:sp>
      <p:sp>
        <p:nvSpPr>
          <p:cNvPr id="123" name="dp45-comparison / n107">
            <a:extLst xmlns:a="http://schemas.openxmlformats.org/drawingml/2006/main">
              <a:ext uri="{FF2B5EF4-FFF2-40B4-BE49-F238E27FC236}">
                <a16:creationId xmlns:a16="http://schemas.microsoft.com/office/drawing/2014/main" id="{779CE49A-C151-434F-A28E-33ADC3E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838950"/>
            <a:ext cx="24564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5-comparison / n108 / text 1">
            <a:extLst xmlns:a="http://schemas.openxmlformats.org/drawingml/2006/main">
              <a:ext uri="{FF2B5EF4-FFF2-40B4-BE49-F238E27FC236}">
                <a16:creationId xmlns:a16="http://schemas.microsoft.com/office/drawing/2014/main" id="{EC72BF25-9E29-49CB-A651-231A5F87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848475"/>
            <a:ext cx="27717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Referent와 Task의 판단</a:t>
            </a:r>
          </a:p>
        </p:txBody>
      </p:sp>
      <p:sp>
        <p:nvSpPr>
          <p:cNvPr id="125" name="dp45-comparison / n109">
            <a:extLst xmlns:a="http://schemas.openxmlformats.org/drawingml/2006/main">
              <a:ext uri="{FF2B5EF4-FFF2-40B4-BE49-F238E27FC236}">
                <a16:creationId xmlns:a16="http://schemas.microsoft.com/office/drawing/2014/main" id="{B1ED3FD7-D4BC-449D-A1D1-E00A3A5D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829425"/>
            <a:ext cx="1580388" cy="33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5-comparison / n110 / text 1">
            <a:extLst xmlns:a="http://schemas.openxmlformats.org/drawingml/2006/main">
              <a:ext uri="{FF2B5EF4-FFF2-40B4-BE49-F238E27FC236}">
                <a16:creationId xmlns:a16="http://schemas.microsoft.com/office/drawing/2014/main" id="{099ED326-6FBF-43E4-AEF0-18007AB6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83895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Manager 소유</a:t>
            </a:r>
          </a:p>
        </p:txBody>
      </p:sp>
      <p:sp>
        <p:nvSpPr>
          <p:cNvPr id="127" name="dp45-comparison / n110 / text 2">
            <a:extLst xmlns:a="http://schemas.openxmlformats.org/drawingml/2006/main">
              <a:ext uri="{FF2B5EF4-FFF2-40B4-BE49-F238E27FC236}">
                <a16:creationId xmlns:a16="http://schemas.microsoft.com/office/drawing/2014/main" id="{1ECC200E-740F-4B43-B347-B954F2D7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9897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명시 저장과 삭제</a:t>
            </a:r>
          </a:p>
        </p:txBody>
      </p:sp>
      <p:sp>
        <p:nvSpPr>
          <p:cNvPr id="128" name="dp45-comparison / n112">
            <a:extLst xmlns:a="http://schemas.openxmlformats.org/drawingml/2006/main">
              <a:ext uri="{FF2B5EF4-FFF2-40B4-BE49-F238E27FC236}">
                <a16:creationId xmlns:a16="http://schemas.microsoft.com/office/drawing/2014/main" id="{65164BF1-6D34-409D-9202-7AE1BFC7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91375"/>
            <a:ext cx="670541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p45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2B0CE813-0D65-49BA-AE36-1853EBF4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200900"/>
            <a:ext cx="7658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사용과 채택: 현재 권한과 버전 검사 → State Store / Response 또는 Delegation</a:t>
            </a:r>
          </a:p>
        </p:txBody>
      </p:sp>
      <p:sp>
        <p:nvSpPr>
          <p:cNvPr id="130" name="dp45-comparison / n114">
            <a:extLst xmlns:a="http://schemas.openxmlformats.org/drawingml/2006/main">
              <a:ext uri="{FF2B5EF4-FFF2-40B4-BE49-F238E27FC236}">
                <a16:creationId xmlns:a16="http://schemas.microsoft.com/office/drawing/2014/main" id="{1547A2C0-F25A-4821-944F-E9009DB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00925"/>
            <a:ext cx="57454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5-comparison / n115 / text 1">
            <a:extLst xmlns:a="http://schemas.openxmlformats.org/drawingml/2006/main">
              <a:ext uri="{FF2B5EF4-FFF2-40B4-BE49-F238E27FC236}">
                <a16:creationId xmlns:a16="http://schemas.microsoft.com/office/drawing/2014/main" id="{CBD9C098-97DC-42AD-8F8A-795EC244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410450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공통: Model Access와 공유 Omni 1벌 / B의 관계 생산 session과 KV 추가</a:t>
            </a:r>
          </a:p>
        </p:txBody>
      </p:sp>
      <p:sp>
        <p:nvSpPr>
          <p:cNvPr id="132" name="dp45-comparison / n118">
            <a:extLst xmlns:a="http://schemas.openxmlformats.org/drawingml/2006/main">
              <a:ext uri="{FF2B5EF4-FFF2-40B4-BE49-F238E27FC236}">
                <a16:creationId xmlns:a16="http://schemas.microsoft.com/office/drawing/2014/main" id="{1DAC6AD2-83D3-4C13-BB86-B6D725D8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3" name="dp45-comparison / n119 / text 1">
            <a:extLst xmlns:a="http://schemas.openxmlformats.org/drawingml/2006/main">
              <a:ext uri="{FF2B5EF4-FFF2-40B4-BE49-F238E27FC236}">
                <a16:creationId xmlns:a16="http://schemas.microsoft.com/office/drawing/2014/main" id="{C6CD819A-C864-4102-90B7-083A95A9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34" name="dp45-comparison / n122">
            <a:extLst xmlns:a="http://schemas.openxmlformats.org/drawingml/2006/main">
              <a:ext uri="{FF2B5EF4-FFF2-40B4-BE49-F238E27FC236}">
                <a16:creationId xmlns:a16="http://schemas.microsoft.com/office/drawing/2014/main" id="{B79E7154-FF40-4A70-A9E6-24727052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5" name="dp45-comparison / n123 / text 1">
            <a:extLst xmlns:a="http://schemas.openxmlformats.org/drawingml/2006/main">
              <a:ext uri="{FF2B5EF4-FFF2-40B4-BE49-F238E27FC236}">
                <a16:creationId xmlns:a16="http://schemas.microsoft.com/office/drawing/2014/main" id="{00DFFDEC-3A26-4A72-B2B3-D21FB6C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36" name="dp45-comparison / n126">
            <a:extLst xmlns:a="http://schemas.openxmlformats.org/drawingml/2006/main">
              <a:ext uri="{FF2B5EF4-FFF2-40B4-BE49-F238E27FC236}">
                <a16:creationId xmlns:a16="http://schemas.microsoft.com/office/drawing/2014/main" id="{7D2CDA7A-ACA3-4585-AB19-BD365C96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7" name="dp45-comparison / n127 / text 1">
            <a:extLst xmlns:a="http://schemas.openxmlformats.org/drawingml/2006/main">
              <a:ext uri="{FF2B5EF4-FFF2-40B4-BE49-F238E27FC236}">
                <a16:creationId xmlns:a16="http://schemas.microsoft.com/office/drawing/2014/main" id="{0013E03B-CC0D-4491-9FDF-F8EEB92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138" name="dp45-comparison / n130">
            <a:extLst xmlns:a="http://schemas.openxmlformats.org/drawingml/2006/main">
              <a:ext uri="{FF2B5EF4-FFF2-40B4-BE49-F238E27FC236}">
                <a16:creationId xmlns:a16="http://schemas.microsoft.com/office/drawing/2014/main" id="{99CDC53A-5387-4A0F-A6C6-E462DEE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78009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39" name="dp45-comparison / n131 / text 1">
            <a:extLst xmlns:a="http://schemas.openxmlformats.org/drawingml/2006/main">
              <a:ext uri="{FF2B5EF4-FFF2-40B4-BE49-F238E27FC236}">
                <a16:creationId xmlns:a16="http://schemas.microsoft.com/office/drawing/2014/main" id="{20B2F694-C81C-429F-94C2-324E130B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2905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40" name="dp45-comparison / n134">
            <a:extLst xmlns:a="http://schemas.openxmlformats.org/drawingml/2006/main">
              <a:ext uri="{FF2B5EF4-FFF2-40B4-BE49-F238E27FC236}">
                <a16:creationId xmlns:a16="http://schemas.microsoft.com/office/drawing/2014/main" id="{ECDEE1A6-F04F-4C38-AF3C-ADA501F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33875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41" name="dp45-comparison / n135 / text 1">
            <a:extLst xmlns:a="http://schemas.openxmlformats.org/drawingml/2006/main">
              <a:ext uri="{FF2B5EF4-FFF2-40B4-BE49-F238E27FC236}">
                <a16:creationId xmlns:a16="http://schemas.microsoft.com/office/drawing/2014/main" id="{B156EF6A-FCF7-4223-9C4C-ACD3BA3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16266"/>
            <a:ext cx="22288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Memory Publisher</a:t>
            </a:r>
          </a:p>
        </p:txBody>
      </p:sp>
      <p:sp>
        <p:nvSpPr>
          <p:cNvPr id="142" name="dp45-comparison / n136">
            <a:extLst xmlns:a="http://schemas.openxmlformats.org/drawingml/2006/main">
              <a:ext uri="{FF2B5EF4-FFF2-40B4-BE49-F238E27FC236}">
                <a16:creationId xmlns:a16="http://schemas.microsoft.com/office/drawing/2014/main" id="{99E64C26-B6E4-4C27-911E-6177F28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295775"/>
            <a:ext cx="2667000" cy="5238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3" name="dp45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1CC0B1F7-662E-4484-A000-EBEE143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457700"/>
            <a:ext cx="2495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Episodic Memory</a:t>
            </a:r>
          </a:p>
        </p:txBody>
      </p:sp>
      <p:sp>
        <p:nvSpPr>
          <p:cNvPr id="144" name="dp45-comparison / n137 / text 2">
            <a:extLst xmlns:a="http://schemas.openxmlformats.org/drawingml/2006/main">
              <a:ext uri="{FF2B5EF4-FFF2-40B4-BE49-F238E27FC236}">
                <a16:creationId xmlns:a16="http://schemas.microsoft.com/office/drawing/2014/main" id="{43ADA1E2-554B-41F4-8C21-6ED97542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652010"/>
            <a:ext cx="2495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145" name="dp45-comparison / n138">
            <a:extLst xmlns:a="http://schemas.openxmlformats.org/drawingml/2006/main">
              <a:ext uri="{FF2B5EF4-FFF2-40B4-BE49-F238E27FC236}">
                <a16:creationId xmlns:a16="http://schemas.microsoft.com/office/drawing/2014/main" id="{7A7E4F69-51EE-4713-9CFD-F2FCC3E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33387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46" name="dp45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00A0DD05-90B2-4FF5-A8CC-54F0E6D1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4428649"/>
            <a:ext cx="15144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</p:txBody>
      </p:sp>
      <p:sp>
        <p:nvSpPr>
          <p:cNvPr id="147" name="dp45-comparison / n140 / path">
            <a:extLst xmlns:a="http://schemas.openxmlformats.org/drawingml/2006/main">
              <a:ext uri="{FF2B5EF4-FFF2-40B4-BE49-F238E27FC236}">
                <a16:creationId xmlns:a16="http://schemas.microsoft.com/office/drawing/2014/main" id="{A76BC7FD-3F99-4764-8AC7-A9B7A27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76575"/>
            <a:ext cx="200025" cy="1257300"/>
          </a:xfrm>
          <a:custGeom xmlns:a="http://schemas.openxmlformats.org/drawingml/2006/main">
            <a:pathLst>
              <a:path w="200025" h="1257300">
                <a:moveTo>
                  <a:pt x="0" y="0"/>
                </a:moveTo>
                <a:lnTo>
                  <a:pt x="0" y="619125"/>
                </a:lnTo>
                <a:lnTo>
                  <a:pt x="200025" y="619125"/>
                </a:lnTo>
                <a:lnTo>
                  <a:pt x="20002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8" name="dp45-comparison / n140 / arrow">
            <a:extLst xmlns:a="http://schemas.openxmlformats.org/drawingml/2006/main">
              <a:ext uri="{FF2B5EF4-FFF2-40B4-BE49-F238E27FC236}">
                <a16:creationId xmlns:a16="http://schemas.microsoft.com/office/drawing/2014/main" id="{34FA2E31-307B-4FE0-9298-4799D44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49" name="dp45-comparison / n141 / path">
            <a:extLst xmlns:a="http://schemas.openxmlformats.org/drawingml/2006/main">
              <a:ext uri="{FF2B5EF4-FFF2-40B4-BE49-F238E27FC236}">
                <a16:creationId xmlns:a16="http://schemas.microsoft.com/office/drawing/2014/main" id="{079F41B0-5688-4D2B-B1E8-3C11A238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76575"/>
            <a:ext cx="200025" cy="1257300"/>
          </a:xfrm>
          <a:custGeom xmlns:a="http://schemas.openxmlformats.org/drawingml/2006/main">
            <a:pathLst>
              <a:path w="200025" h="1257300">
                <a:moveTo>
                  <a:pt x="200025" y="1257300"/>
                </a:moveTo>
                <a:lnTo>
                  <a:pt x="200025" y="533400"/>
                </a:lnTo>
                <a:lnTo>
                  <a:pt x="0" y="5334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0" name="dp45-comparison / n141 / arrow">
            <a:extLst xmlns:a="http://schemas.openxmlformats.org/drawingml/2006/main">
              <a:ext uri="{FF2B5EF4-FFF2-40B4-BE49-F238E27FC236}">
                <a16:creationId xmlns:a16="http://schemas.microsoft.com/office/drawing/2014/main" id="{09A74F23-7B33-4FDE-B822-BA3ACCA0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79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1" name="dp45-comparison / n142 / path">
            <a:extLst xmlns:a="http://schemas.openxmlformats.org/drawingml/2006/main">
              <a:ext uri="{FF2B5EF4-FFF2-40B4-BE49-F238E27FC236}">
                <a16:creationId xmlns:a16="http://schemas.microsoft.com/office/drawing/2014/main" id="{DEAB76CF-E337-404C-A12F-0042EFB6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076575"/>
            <a:ext cx="2514600" cy="1257300"/>
          </a:xfrm>
          <a:custGeom xmlns:a="http://schemas.openxmlformats.org/drawingml/2006/main">
            <a:pathLst>
              <a:path w="2514600" h="1257300">
                <a:moveTo>
                  <a:pt x="2514600" y="0"/>
                </a:moveTo>
                <a:lnTo>
                  <a:pt x="2514600" y="619125"/>
                </a:lnTo>
                <a:lnTo>
                  <a:pt x="0" y="619125"/>
                </a:ln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2" name="dp45-comparison / n142 / arrow">
            <a:extLst xmlns:a="http://schemas.openxmlformats.org/drawingml/2006/main">
              <a:ext uri="{FF2B5EF4-FFF2-40B4-BE49-F238E27FC236}">
                <a16:creationId xmlns:a16="http://schemas.microsoft.com/office/drawing/2014/main" id="{113D4EC9-10DD-4890-B102-E015D652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3" name="dp45-comparison / n143 / path">
            <a:extLst xmlns:a="http://schemas.openxmlformats.org/drawingml/2006/main">
              <a:ext uri="{FF2B5EF4-FFF2-40B4-BE49-F238E27FC236}">
                <a16:creationId xmlns:a16="http://schemas.microsoft.com/office/drawing/2014/main" id="{E5FD7813-FC27-4FAE-BCA4-30A702D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076575"/>
            <a:ext cx="2514600" cy="1257300"/>
          </a:xfrm>
          <a:custGeom xmlns:a="http://schemas.openxmlformats.org/drawingml/2006/main">
            <a:pathLst>
              <a:path w="2514600" h="1257300">
                <a:moveTo>
                  <a:pt x="0" y="1257300"/>
                </a:moveTo>
                <a:lnTo>
                  <a:pt x="0" y="533400"/>
                </a:lnTo>
                <a:lnTo>
                  <a:pt x="2514600" y="533400"/>
                </a:lnTo>
                <a:lnTo>
                  <a:pt x="2514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4" name="dp45-comparison / n143 / arrow">
            <a:extLst xmlns:a="http://schemas.openxmlformats.org/drawingml/2006/main">
              <a:ext uri="{FF2B5EF4-FFF2-40B4-BE49-F238E27FC236}">
                <a16:creationId xmlns:a16="http://schemas.microsoft.com/office/drawing/2014/main" id="{52EF9178-AA4D-40A4-A720-64393466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41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5" name="dp45-comparison / n144 / path">
            <a:extLst xmlns:a="http://schemas.openxmlformats.org/drawingml/2006/main">
              <a:ext uri="{FF2B5EF4-FFF2-40B4-BE49-F238E27FC236}">
                <a16:creationId xmlns:a16="http://schemas.microsoft.com/office/drawing/2014/main" id="{C6553854-626F-47FE-A7EC-B4BA48B7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076575"/>
            <a:ext cx="5229225" cy="1257300"/>
          </a:xfrm>
          <a:custGeom xmlns:a="http://schemas.openxmlformats.org/drawingml/2006/main">
            <a:pathLst>
              <a:path w="5229225" h="1257300">
                <a:moveTo>
                  <a:pt x="5229225" y="0"/>
                </a:moveTo>
                <a:lnTo>
                  <a:pt x="5229225" y="619125"/>
                </a:lnTo>
                <a:lnTo>
                  <a:pt x="0" y="619125"/>
                </a:ln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6" name="dp45-comparison / n144 / arrow">
            <a:extLst xmlns:a="http://schemas.openxmlformats.org/drawingml/2006/main">
              <a:ext uri="{FF2B5EF4-FFF2-40B4-BE49-F238E27FC236}">
                <a16:creationId xmlns:a16="http://schemas.microsoft.com/office/drawing/2014/main" id="{D1282B36-9366-44C1-9350-C0B803C6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7" name="dp45-comparison / n145 / path">
            <a:extLst xmlns:a="http://schemas.openxmlformats.org/drawingml/2006/main">
              <a:ext uri="{FF2B5EF4-FFF2-40B4-BE49-F238E27FC236}">
                <a16:creationId xmlns:a16="http://schemas.microsoft.com/office/drawing/2014/main" id="{BAEF2026-A863-4097-854C-DCDC9D39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076575"/>
            <a:ext cx="5229225" cy="1257300"/>
          </a:xfrm>
          <a:custGeom xmlns:a="http://schemas.openxmlformats.org/drawingml/2006/main">
            <a:pathLst>
              <a:path w="5229225" h="1257300">
                <a:moveTo>
                  <a:pt x="0" y="1257300"/>
                </a:moveTo>
                <a:lnTo>
                  <a:pt x="0" y="533400"/>
                </a:lnTo>
                <a:lnTo>
                  <a:pt x="5229225" y="533400"/>
                </a:lnTo>
                <a:lnTo>
                  <a:pt x="522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8" name="dp45-comparison / n145 / arrow">
            <a:extLst xmlns:a="http://schemas.openxmlformats.org/drawingml/2006/main">
              <a:ext uri="{FF2B5EF4-FFF2-40B4-BE49-F238E27FC236}">
                <a16:creationId xmlns:a16="http://schemas.microsoft.com/office/drawing/2014/main" id="{801486F5-1B7A-45AE-B14D-8D5DAF8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9" name="dp45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BCA9857D-5419-4D15-9E46-775AB5E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533900"/>
            <a:ext cx="400050" cy="23813"/>
          </a:xfrm>
          <a:custGeom xmlns:a="http://schemas.openxmlformats.org/drawingml/2006/main">
            <a:pathLst>
              <a:path w="400050" h="23813">
                <a:moveTo>
                  <a:pt x="0" y="0"/>
                </a:moveTo>
                <a:lnTo>
                  <a:pt x="400050" y="238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0" name="dp45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5C970B24-9611-48FA-8A1C-33B5A2D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3898" y="4489616"/>
            <a:ext cx="125327" cy="121705"/>
          </a:xfrm>
          <a:custGeom xmlns:a="http://schemas.openxmlformats.org/drawingml/2006/main">
            <a:pathLst>
              <a:path w="125327" h="121705">
                <a:moveTo>
                  <a:pt x="0" y="121705"/>
                </a:moveTo>
                <a:lnTo>
                  <a:pt x="125327" y="68097"/>
                </a:lnTo>
                <a:lnTo>
                  <a:pt x="7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1" name="dp45-comparison / n149 / path">
            <a:extLst xmlns:a="http://schemas.openxmlformats.org/drawingml/2006/main">
              <a:ext uri="{FF2B5EF4-FFF2-40B4-BE49-F238E27FC236}">
                <a16:creationId xmlns:a16="http://schemas.microsoft.com/office/drawing/2014/main" id="{55C77636-EC7C-43B0-AA16-B150457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448175"/>
            <a:ext cx="257175" cy="23813"/>
          </a:xfrm>
          <a:custGeom xmlns:a="http://schemas.openxmlformats.org/drawingml/2006/main">
            <a:pathLst>
              <a:path w="257175" h="23813">
                <a:moveTo>
                  <a:pt x="257175" y="0"/>
                </a:moveTo>
                <a:lnTo>
                  <a:pt x="0" y="238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2" name="dp45-comparison / n149 / arrow">
            <a:extLst xmlns:a="http://schemas.openxmlformats.org/drawingml/2006/main">
              <a:ext uri="{FF2B5EF4-FFF2-40B4-BE49-F238E27FC236}">
                <a16:creationId xmlns:a16="http://schemas.microsoft.com/office/drawing/2014/main" id="{CC3FF7FA-A09F-485A-9BA5-6812594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400046"/>
            <a:ext cx="127021" cy="121401"/>
          </a:xfrm>
          <a:custGeom xmlns:a="http://schemas.openxmlformats.org/drawingml/2006/main">
            <a:pathLst>
              <a:path w="127021" h="121401">
                <a:moveTo>
                  <a:pt x="115780" y="0"/>
                </a:moveTo>
                <a:lnTo>
                  <a:pt x="0" y="71941"/>
                </a:lnTo>
                <a:lnTo>
                  <a:pt x="127021" y="121401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3" name="dp45-comparison / n150 / path">
            <a:extLst xmlns:a="http://schemas.openxmlformats.org/drawingml/2006/main">
              <a:ext uri="{FF2B5EF4-FFF2-40B4-BE49-F238E27FC236}">
                <a16:creationId xmlns:a16="http://schemas.microsoft.com/office/drawing/2014/main" id="{A7618DBE-0770-44AD-9227-4404071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638675"/>
            <a:ext cx="257175" cy="23813"/>
          </a:xfrm>
          <a:custGeom xmlns:a="http://schemas.openxmlformats.org/drawingml/2006/main">
            <a:pathLst>
              <a:path w="257175" h="23813">
                <a:moveTo>
                  <a:pt x="0" y="23813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4" name="dp45-comparison / n150 / arrow">
            <a:extLst xmlns:a="http://schemas.openxmlformats.org/drawingml/2006/main">
              <a:ext uri="{FF2B5EF4-FFF2-40B4-BE49-F238E27FC236}">
                <a16:creationId xmlns:a16="http://schemas.microsoft.com/office/drawing/2014/main" id="{838F3C31-9E20-4B2F-9799-216880A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379" y="4589215"/>
            <a:ext cx="127021" cy="121401"/>
          </a:xfrm>
          <a:custGeom xmlns:a="http://schemas.openxmlformats.org/drawingml/2006/main">
            <a:pathLst>
              <a:path w="127021" h="121401">
                <a:moveTo>
                  <a:pt x="11241" y="121401"/>
                </a:moveTo>
                <a:lnTo>
                  <a:pt x="127021" y="494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5" name="dp45-comparison / n155 / path">
            <a:extLst xmlns:a="http://schemas.openxmlformats.org/drawingml/2006/main">
              <a:ext uri="{FF2B5EF4-FFF2-40B4-BE49-F238E27FC236}">
                <a16:creationId xmlns:a16="http://schemas.microsoft.com/office/drawing/2014/main" id="{1E61E1EC-43EF-4CD1-BEE9-15A3931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733925"/>
            <a:ext cx="5367338" cy="676275"/>
          </a:xfrm>
          <a:custGeom xmlns:a="http://schemas.openxmlformats.org/drawingml/2006/main">
            <a:pathLst>
              <a:path w="5367338" h="676275">
                <a:moveTo>
                  <a:pt x="5367338" y="0"/>
                </a:moveTo>
                <a:lnTo>
                  <a:pt x="5362575" y="676275"/>
                </a:lnTo>
                <a:lnTo>
                  <a:pt x="0" y="6762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6" name="dp45-comparison / n155 / arrow">
            <a:extLst xmlns:a="http://schemas.openxmlformats.org/drawingml/2006/main">
              <a:ext uri="{FF2B5EF4-FFF2-40B4-BE49-F238E27FC236}">
                <a16:creationId xmlns:a16="http://schemas.microsoft.com/office/drawing/2014/main" id="{4E067E7D-BF78-4C1F-96FD-7ED2827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6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7" name="dp45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20ED2CD4-8A8F-4731-A4D4-63FEDFC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28900"/>
            <a:ext cx="6715125" cy="1905000"/>
          </a:xfrm>
          <a:custGeom xmlns:a="http://schemas.openxmlformats.org/drawingml/2006/main">
            <a:pathLst>
              <a:path w="6715125" h="1905000">
                <a:moveTo>
                  <a:pt x="6410325" y="1905000"/>
                </a:moveTo>
                <a:lnTo>
                  <a:pt x="6715125" y="1905000"/>
                </a:lnTo>
                <a:lnTo>
                  <a:pt x="6715125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68" name="dp45-comparison / n158 / arrow">
            <a:extLst xmlns:a="http://schemas.openxmlformats.org/drawingml/2006/main">
              <a:ext uri="{FF2B5EF4-FFF2-40B4-BE49-F238E27FC236}">
                <a16:creationId xmlns:a16="http://schemas.microsoft.com/office/drawing/2014/main" id="{6E787A41-7CE6-4B8B-9CD7-476F1E4D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69" name="dp45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F9BF8E52-F3B1-435D-937A-A17E0AE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67000"/>
            <a:ext cx="6581775" cy="1943100"/>
          </a:xfrm>
          <a:custGeom xmlns:a="http://schemas.openxmlformats.org/drawingml/2006/main">
            <a:pathLst>
              <a:path w="6581775" h="1943100">
                <a:moveTo>
                  <a:pt x="0" y="38100"/>
                </a:moveTo>
                <a:lnTo>
                  <a:pt x="0" y="0"/>
                </a:lnTo>
                <a:lnTo>
                  <a:pt x="6581775" y="0"/>
                </a:lnTo>
                <a:lnTo>
                  <a:pt x="6581775" y="1943100"/>
                </a:lnTo>
                <a:lnTo>
                  <a:pt x="633412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0" name="dp45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80554735-974E-45E2-9B09-20C86A2A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1" name="dp45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986BED50-E8CE-4B51-9EDD-F534378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628900"/>
            <a:ext cx="4000500" cy="1905000"/>
          </a:xfrm>
          <a:custGeom xmlns:a="http://schemas.openxmlformats.org/drawingml/2006/main">
            <a:pathLst>
              <a:path w="4000500" h="1905000">
                <a:moveTo>
                  <a:pt x="3695700" y="1905000"/>
                </a:moveTo>
                <a:lnTo>
                  <a:pt x="4000500" y="1905000"/>
                </a:lnTo>
                <a:lnTo>
                  <a:pt x="4000500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72" name="dp45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BCFB1720-4E63-48D8-A7D7-AC58999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665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3" name="dp45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CA74376D-A73E-428B-8825-8E18E49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667000"/>
            <a:ext cx="3867150" cy="1943100"/>
          </a:xfrm>
          <a:custGeom xmlns:a="http://schemas.openxmlformats.org/drawingml/2006/main">
            <a:pathLst>
              <a:path w="3867150" h="1943100">
                <a:moveTo>
                  <a:pt x="0" y="38100"/>
                </a:moveTo>
                <a:lnTo>
                  <a:pt x="0" y="0"/>
                </a:lnTo>
                <a:lnTo>
                  <a:pt x="3867150" y="0"/>
                </a:lnTo>
                <a:lnTo>
                  <a:pt x="3867150" y="1943100"/>
                </a:lnTo>
                <a:lnTo>
                  <a:pt x="3619500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4" name="dp45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CC990ACD-F5A3-43F2-A2A1-EB9BA57C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5" name="dp45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EDCBE124-EC84-4A25-ABA8-414260D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2628900"/>
            <a:ext cx="1285875" cy="1905000"/>
          </a:xfrm>
          <a:custGeom xmlns:a="http://schemas.openxmlformats.org/drawingml/2006/main">
            <a:pathLst>
              <a:path w="1285875" h="1905000">
                <a:moveTo>
                  <a:pt x="981075" y="1905000"/>
                </a:moveTo>
                <a:lnTo>
                  <a:pt x="1285875" y="1905000"/>
                </a:lnTo>
                <a:lnTo>
                  <a:pt x="1285875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76" name="dp45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08BAA620-CB38-408F-B9F4-E817DC0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290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7" name="dp45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77D316CD-92CA-4AED-87B4-B0511EA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2667000"/>
            <a:ext cx="1152525" cy="1943100"/>
          </a:xfrm>
          <a:custGeom xmlns:a="http://schemas.openxmlformats.org/drawingml/2006/main">
            <a:pathLst>
              <a:path w="1152525" h="1943100">
                <a:moveTo>
                  <a:pt x="0" y="38100"/>
                </a:moveTo>
                <a:lnTo>
                  <a:pt x="0" y="0"/>
                </a:lnTo>
                <a:lnTo>
                  <a:pt x="1152525" y="0"/>
                </a:lnTo>
                <a:lnTo>
                  <a:pt x="1152525" y="1943100"/>
                </a:lnTo>
                <a:lnTo>
                  <a:pt x="90487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8" name="dp45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4D694B5C-98D0-4241-8617-B9E0342E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9" name="dp45-comparison / n166">
            <a:extLst xmlns:a="http://schemas.openxmlformats.org/drawingml/2006/main">
              <a:ext uri="{FF2B5EF4-FFF2-40B4-BE49-F238E27FC236}">
                <a16:creationId xmlns:a16="http://schemas.microsoft.com/office/drawing/2014/main" id="{DD7D4A09-D596-46E3-80ED-4462C7E7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53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0" name="dp45-comparison / n167 / text 1">
            <a:extLst xmlns:a="http://schemas.openxmlformats.org/drawingml/2006/main">
              <a:ext uri="{FF2B5EF4-FFF2-40B4-BE49-F238E27FC236}">
                <a16:creationId xmlns:a16="http://schemas.microsoft.com/office/drawing/2014/main" id="{8754E53C-6A93-4C63-87B2-39E0782C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2233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1" name="dp45-comparison / n168">
            <a:extLst xmlns:a="http://schemas.openxmlformats.org/drawingml/2006/main">
              <a:ext uri="{FF2B5EF4-FFF2-40B4-BE49-F238E27FC236}">
                <a16:creationId xmlns:a16="http://schemas.microsoft.com/office/drawing/2014/main" id="{8920956A-9EE0-49A2-9249-4664B31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353175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2" name="dp45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6CE51FD7-BC8A-46E8-83DC-968BDEF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32233"/>
            <a:ext cx="2438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83" name="dp45-comparison / n170">
            <a:extLst xmlns:a="http://schemas.openxmlformats.org/drawingml/2006/main">
              <a:ext uri="{FF2B5EF4-FFF2-40B4-BE49-F238E27FC236}">
                <a16:creationId xmlns:a16="http://schemas.microsoft.com/office/drawing/2014/main" id="{D2A0F18A-F3C7-44BB-BA99-949663CB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324600"/>
            <a:ext cx="16764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5-comparison / n171 / text 1">
            <a:extLst xmlns:a="http://schemas.openxmlformats.org/drawingml/2006/main">
              <a:ext uri="{FF2B5EF4-FFF2-40B4-BE49-F238E27FC236}">
                <a16:creationId xmlns:a16="http://schemas.microsoft.com/office/drawing/2014/main" id="{95D2A886-28D2-4328-87C4-E847DD9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6486525"/>
            <a:ext cx="1504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User Memory</a:t>
            </a:r>
          </a:p>
        </p:txBody>
      </p:sp>
      <p:sp>
        <p:nvSpPr>
          <p:cNvPr id="185" name="dp45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A4B7609C-65FB-4DAB-B0EF-DADC3C3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733925"/>
            <a:ext cx="5519738" cy="1619250"/>
          </a:xfrm>
          <a:custGeom xmlns:a="http://schemas.openxmlformats.org/drawingml/2006/main">
            <a:pathLst>
              <a:path w="5519738" h="1619250">
                <a:moveTo>
                  <a:pt x="0" y="1619250"/>
                </a:moveTo>
                <a:lnTo>
                  <a:pt x="0" y="1323975"/>
                </a:lnTo>
                <a:lnTo>
                  <a:pt x="5514975" y="1323975"/>
                </a:lnTo>
                <a:lnTo>
                  <a:pt x="5519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6" name="dp45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6AD0FFAA-FACB-48A0-82B1-E38D51D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964" y="4733925"/>
            <a:ext cx="121919" cy="122138"/>
          </a:xfrm>
          <a:custGeom xmlns:a="http://schemas.openxmlformats.org/drawingml/2006/main">
            <a:pathLst>
              <a:path w="121919" h="122138">
                <a:moveTo>
                  <a:pt x="121919" y="122138"/>
                </a:moveTo>
                <a:lnTo>
                  <a:pt x="61398" y="0"/>
                </a:lnTo>
                <a:lnTo>
                  <a:pt x="0" y="12170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7" name="dp45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EDED424D-983C-404E-A486-1126DAC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733925"/>
            <a:ext cx="5510213" cy="1619250"/>
          </a:xfrm>
          <a:custGeom xmlns:a="http://schemas.openxmlformats.org/drawingml/2006/main">
            <a:pathLst>
              <a:path w="5510213" h="1619250">
                <a:moveTo>
                  <a:pt x="5510213" y="0"/>
                </a:moveTo>
                <a:lnTo>
                  <a:pt x="5505450" y="1581150"/>
                </a:lnTo>
                <a:lnTo>
                  <a:pt x="0" y="1581150"/>
                </a:lnTo>
                <a:lnTo>
                  <a:pt x="0" y="1619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88" name="dp45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41FE872D-9E31-4252-9BD5-41A10E1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90" y="62312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9" name="dp45-comparison / n176 / path">
            <a:extLst xmlns:a="http://schemas.openxmlformats.org/drawingml/2006/main">
              <a:ext uri="{FF2B5EF4-FFF2-40B4-BE49-F238E27FC236}">
                <a16:creationId xmlns:a16="http://schemas.microsoft.com/office/drawing/2014/main" id="{DA1D066B-7B10-4E71-A073-94ACB3C6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43675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0" name="dp45-comparison / n176 / arrow">
            <a:extLst xmlns:a="http://schemas.openxmlformats.org/drawingml/2006/main">
              <a:ext uri="{FF2B5EF4-FFF2-40B4-BE49-F238E27FC236}">
                <a16:creationId xmlns:a16="http://schemas.microsoft.com/office/drawing/2014/main" id="{2F3BD323-8928-442A-B855-62AF302E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555" y="6482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1" name="dp45-comparison / n181 / path">
            <a:extLst xmlns:a="http://schemas.openxmlformats.org/drawingml/2006/main">
              <a:ext uri="{FF2B5EF4-FFF2-40B4-BE49-F238E27FC236}">
                <a16:creationId xmlns:a16="http://schemas.microsoft.com/office/drawing/2014/main" id="{83CE84F5-CC53-4F9B-8119-76D6071C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43675"/>
            <a:ext cx="3648075" cy="485775"/>
          </a:xfrm>
          <a:custGeom xmlns:a="http://schemas.openxmlformats.org/drawingml/2006/main">
            <a:pathLst>
              <a:path w="3648075" h="485775">
                <a:moveTo>
                  <a:pt x="0" y="0"/>
                </a:moveTo>
                <a:lnTo>
                  <a:pt x="180975" y="0"/>
                </a:lnTo>
                <a:lnTo>
                  <a:pt x="180975" y="485775"/>
                </a:lnTo>
                <a:lnTo>
                  <a:pt x="3448050" y="485775"/>
                </a:lnTo>
                <a:lnTo>
                  <a:pt x="3448050" y="0"/>
                </a:lnTo>
                <a:lnTo>
                  <a:pt x="3648075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2" name="dp45-comparison / n181 / arrow">
            <a:extLst xmlns:a="http://schemas.openxmlformats.org/drawingml/2006/main">
              <a:ext uri="{FF2B5EF4-FFF2-40B4-BE49-F238E27FC236}">
                <a16:creationId xmlns:a16="http://schemas.microsoft.com/office/drawing/2014/main" id="{388B1A70-3EB5-4F92-A833-9378AC5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614" y="6484593"/>
            <a:ext cx="123336" cy="121885"/>
          </a:xfrm>
          <a:custGeom xmlns:a="http://schemas.openxmlformats.org/drawingml/2006/main">
            <a:pathLst>
              <a:path w="123336" h="121885">
                <a:moveTo>
                  <a:pt x="0" y="121885"/>
                </a:moveTo>
                <a:lnTo>
                  <a:pt x="123336" y="63845"/>
                </a:lnTo>
                <a:lnTo>
                  <a:pt x="2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3" name="dp45-comparison / n116">
            <a:extLst xmlns:a="http://schemas.openxmlformats.org/drawingml/2006/main">
              <a:ext uri="{FF2B5EF4-FFF2-40B4-BE49-F238E27FC236}">
                <a16:creationId xmlns:a16="http://schemas.microsoft.com/office/drawing/2014/main" id="{04A0178D-145A-4080-8F1C-0F0D3377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0300"/>
            <a:ext cx="597027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5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0123DB66-A25C-4F0E-841A-0849DB9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09825"/>
            <a:ext cx="7800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동일 이력: D2 보고서 → R7 “짧은 문장, 결론 먼저” → D3 수정 → P4 전달</a:t>
            </a:r>
          </a:p>
        </p:txBody>
      </p:sp>
      <p:sp>
        <p:nvSpPr>
          <p:cNvPr id="195" name="dp45-comparison / n120">
            <a:extLst xmlns:a="http://schemas.openxmlformats.org/drawingml/2006/main">
              <a:ext uri="{FF2B5EF4-FFF2-40B4-BE49-F238E27FC236}">
                <a16:creationId xmlns:a16="http://schemas.microsoft.com/office/drawing/2014/main" id="{757D32D5-4264-4591-9ADA-2E6A55ED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67925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5-comparison / n121 / text 1">
            <a:extLst xmlns:a="http://schemas.openxmlformats.org/drawingml/2006/main">
              <a:ext uri="{FF2B5EF4-FFF2-40B4-BE49-F238E27FC236}">
                <a16:creationId xmlns:a16="http://schemas.microsoft.com/office/drawing/2014/main" id="{3A452FB2-D0EF-4749-A93C-76FDBA54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R7 원문과 정정 관계</a:t>
            </a:r>
          </a:p>
        </p:txBody>
      </p:sp>
      <p:sp>
        <p:nvSpPr>
          <p:cNvPr id="197" name="dp45-comparison / n124">
            <a:extLst xmlns:a="http://schemas.openxmlformats.org/drawingml/2006/main">
              <a:ext uri="{FF2B5EF4-FFF2-40B4-BE49-F238E27FC236}">
                <a16:creationId xmlns:a16="http://schemas.microsoft.com/office/drawing/2014/main" id="{6462F0D4-F80F-40CD-A793-39C4D007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124200"/>
            <a:ext cx="156914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5-comparison / n125 / text 1">
            <a:extLst xmlns:a="http://schemas.openxmlformats.org/drawingml/2006/main">
              <a:ext uri="{FF2B5EF4-FFF2-40B4-BE49-F238E27FC236}">
                <a16:creationId xmlns:a16="http://schemas.microsoft.com/office/drawing/2014/main" id="{C8955330-57BB-4592-BD69-F4BA71E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D2 → D3 확정 결과</a:t>
            </a:r>
          </a:p>
        </p:txBody>
      </p:sp>
      <p:sp>
        <p:nvSpPr>
          <p:cNvPr id="199" name="dp45-comparison / n128">
            <a:extLst xmlns:a="http://schemas.openxmlformats.org/drawingml/2006/main">
              <a:ext uri="{FF2B5EF4-FFF2-40B4-BE49-F238E27FC236}">
                <a16:creationId xmlns:a16="http://schemas.microsoft.com/office/drawing/2014/main" id="{673A2364-DB20-465E-81CC-76D8A294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3124200"/>
            <a:ext cx="151733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5-comparison / n129 / text 1">
            <a:extLst xmlns:a="http://schemas.openxmlformats.org/drawingml/2006/main">
              <a:ext uri="{FF2B5EF4-FFF2-40B4-BE49-F238E27FC236}">
                <a16:creationId xmlns:a16="http://schemas.microsoft.com/office/drawing/2014/main" id="{8C272182-44C8-469F-81DD-DCC1E45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P4 실제 전달 기록</a:t>
            </a:r>
          </a:p>
        </p:txBody>
      </p:sp>
      <p:sp>
        <p:nvSpPr>
          <p:cNvPr id="201" name="dp45-comparison / n132">
            <a:extLst xmlns:a="http://schemas.openxmlformats.org/drawingml/2006/main">
              <a:ext uri="{FF2B5EF4-FFF2-40B4-BE49-F238E27FC236}">
                <a16:creationId xmlns:a16="http://schemas.microsoft.com/office/drawing/2014/main" id="{ECBA69CC-2525-4AA8-BE1E-7A32C1C0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365798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5-comparison / n133 / text 1">
            <a:extLst xmlns:a="http://schemas.openxmlformats.org/drawingml/2006/main">
              <a:ext uri="{FF2B5EF4-FFF2-40B4-BE49-F238E27FC236}">
                <a16:creationId xmlns:a16="http://schemas.microsoft.com/office/drawing/2014/main" id="{19E36B22-66E2-43C3-A711-ACAEBB4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1947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owner 유지 / 수정과 삭제 및 권한 철회</a:t>
            </a:r>
          </a:p>
        </p:txBody>
      </p:sp>
      <p:sp>
        <p:nvSpPr>
          <p:cNvPr id="203" name="dp45-comparison / n146">
            <a:extLst xmlns:a="http://schemas.openxmlformats.org/drawingml/2006/main">
              <a:ext uri="{FF2B5EF4-FFF2-40B4-BE49-F238E27FC236}">
                <a16:creationId xmlns:a16="http://schemas.microsoft.com/office/drawing/2014/main" id="{E70AE1B9-975A-4B1E-BE86-84832983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465543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5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719B969F-3E4A-4937-B7DD-014AA7F5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05275"/>
            <a:ext cx="7191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변경 알림 → 범위 읽기 → 원문과 버전 검사 → 관계 게시</a:t>
            </a:r>
          </a:p>
        </p:txBody>
      </p:sp>
      <p:sp>
        <p:nvSpPr>
          <p:cNvPr id="205" name="dp45-comparison / n151">
            <a:extLst xmlns:a="http://schemas.openxmlformats.org/drawingml/2006/main">
              <a:ext uri="{FF2B5EF4-FFF2-40B4-BE49-F238E27FC236}">
                <a16:creationId xmlns:a16="http://schemas.microsoft.com/office/drawing/2014/main" id="{A50A5B5B-59E6-4CB4-BB0D-5A8E2180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876800"/>
            <a:ext cx="230733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5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1785F2B1-2F9D-4B0A-8FB3-0E78AA0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886325"/>
            <a:ext cx="2705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정정 / 결과 개정 / 실제 전달</a:t>
            </a:r>
          </a:p>
        </p:txBody>
      </p:sp>
      <p:sp>
        <p:nvSpPr>
          <p:cNvPr id="207" name="dp45-comparison / n152 / text 2">
            <a:extLst xmlns:a="http://schemas.openxmlformats.org/drawingml/2006/main">
              <a:ext uri="{FF2B5EF4-FFF2-40B4-BE49-F238E27FC236}">
                <a16:creationId xmlns:a16="http://schemas.microsoft.com/office/drawing/2014/main" id="{C2D48C88-DF69-45A1-8A83-7232C970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069205"/>
            <a:ext cx="2705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출처와 coverage / 지속 상태</a:t>
            </a:r>
          </a:p>
        </p:txBody>
      </p:sp>
      <p:sp>
        <p:nvSpPr>
          <p:cNvPr id="208" name="dp45-comparison / n153">
            <a:extLst xmlns:a="http://schemas.openxmlformats.org/drawingml/2006/main">
              <a:ext uri="{FF2B5EF4-FFF2-40B4-BE49-F238E27FC236}">
                <a16:creationId xmlns:a16="http://schemas.microsoft.com/office/drawing/2014/main" id="{B6699BBB-6735-495E-A4E8-A4FA4780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4914900"/>
            <a:ext cx="14965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p45-comparison / n154 / text 1">
            <a:extLst xmlns:a="http://schemas.openxmlformats.org/drawingml/2006/main">
              <a:ext uri="{FF2B5EF4-FFF2-40B4-BE49-F238E27FC236}">
                <a16:creationId xmlns:a16="http://schemas.microsoft.com/office/drawing/2014/main" id="{7A552B23-D631-43C5-9752-D88F6CB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924425"/>
            <a:ext cx="1685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유효한 관계 조회</a:t>
            </a:r>
          </a:p>
        </p:txBody>
      </p:sp>
      <p:sp>
        <p:nvSpPr>
          <p:cNvPr id="210" name="dp45-comparison / n156">
            <a:extLst xmlns:a="http://schemas.openxmlformats.org/drawingml/2006/main">
              <a:ext uri="{FF2B5EF4-FFF2-40B4-BE49-F238E27FC236}">
                <a16:creationId xmlns:a16="http://schemas.microsoft.com/office/drawing/2014/main" id="{87767A6C-6CC6-46D4-A6EE-0ADBE595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486400"/>
            <a:ext cx="51833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p45-comparison / n157 / text 1">
            <a:extLst xmlns:a="http://schemas.openxmlformats.org/drawingml/2006/main">
              <a:ext uri="{FF2B5EF4-FFF2-40B4-BE49-F238E27FC236}">
                <a16:creationId xmlns:a16="http://schemas.microsoft.com/office/drawing/2014/main" id="{CB8DF97F-4F67-4B8F-BAE3-1FE4E1F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495925"/>
            <a:ext cx="7410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미게시 범위의 생산 요청 / 충돌 재검증 / 표현 밖 관계의 미지원</a:t>
            </a:r>
          </a:p>
        </p:txBody>
      </p:sp>
      <p:sp>
        <p:nvSpPr>
          <p:cNvPr id="212" name="dp45-comparison / n164">
            <a:extLst xmlns:a="http://schemas.openxmlformats.org/drawingml/2006/main">
              <a:ext uri="{FF2B5EF4-FFF2-40B4-BE49-F238E27FC236}">
                <a16:creationId xmlns:a16="http://schemas.microsoft.com/office/drawing/2014/main" id="{8829D084-6E65-40AB-8640-F7B40E2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72150"/>
            <a:ext cx="484327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p45-comparison / n165 / text 1">
            <a:extLst xmlns:a="http://schemas.openxmlformats.org/drawingml/2006/main">
              <a:ext uri="{FF2B5EF4-FFF2-40B4-BE49-F238E27FC236}">
                <a16:creationId xmlns:a16="http://schemas.microsoft.com/office/drawing/2014/main" id="{B3123E7F-E442-46CF-86A3-BAE1E0C3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781675"/>
            <a:ext cx="74104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모든 owner의 버전과 권한 재확인 / 수정과 삭제 즉시 사용 차단</a:t>
            </a:r>
          </a:p>
        </p:txBody>
      </p:sp>
      <p:sp>
        <p:nvSpPr>
          <p:cNvPr id="214" name="dp45-comparison / n174">
            <a:extLst xmlns:a="http://schemas.openxmlformats.org/drawingml/2006/main">
              <a:ext uri="{FF2B5EF4-FFF2-40B4-BE49-F238E27FC236}">
                <a16:creationId xmlns:a16="http://schemas.microsoft.com/office/drawing/2014/main" id="{8E1C6822-A72B-4DB3-BA35-B36EED93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96000"/>
            <a:ext cx="42732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p45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3994E93D-BD9E-4B25-92E6-1E5AB7B3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10552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R9 조회 / Context + 출처 + 버전 + 누락 범위 반환</a:t>
            </a:r>
          </a:p>
        </p:txBody>
      </p:sp>
      <p:sp>
        <p:nvSpPr>
          <p:cNvPr id="216" name="dp45-comparison / n177">
            <a:extLst xmlns:a="http://schemas.openxmlformats.org/drawingml/2006/main">
              <a:ext uri="{FF2B5EF4-FFF2-40B4-BE49-F238E27FC236}">
                <a16:creationId xmlns:a16="http://schemas.microsoft.com/office/drawing/2014/main" id="{2620F014-6958-449F-B951-96061684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6838950"/>
            <a:ext cx="24564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p45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DA74801D-07EE-427C-A4EE-3787B0F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848475"/>
            <a:ext cx="27717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Referent와 Task의 판단</a:t>
            </a:r>
          </a:p>
        </p:txBody>
      </p:sp>
      <p:sp>
        <p:nvSpPr>
          <p:cNvPr id="218" name="dp45-comparison / n179">
            <a:extLst xmlns:a="http://schemas.openxmlformats.org/drawingml/2006/main">
              <a:ext uri="{FF2B5EF4-FFF2-40B4-BE49-F238E27FC236}">
                <a16:creationId xmlns:a16="http://schemas.microsoft.com/office/drawing/2014/main" id="{50648F26-E0CD-48D4-8476-1945A9C4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829425"/>
            <a:ext cx="1580388" cy="33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p45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018F4C83-EAA4-4451-9BBF-96C72452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83895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Manager 소유</a:t>
            </a:r>
          </a:p>
        </p:txBody>
      </p:sp>
      <p:sp>
        <p:nvSpPr>
          <p:cNvPr id="220" name="dp45-comparison / n180 / text 2">
            <a:extLst xmlns:a="http://schemas.openxmlformats.org/drawingml/2006/main">
              <a:ext uri="{FF2B5EF4-FFF2-40B4-BE49-F238E27FC236}">
                <a16:creationId xmlns:a16="http://schemas.microsoft.com/office/drawing/2014/main" id="{B2E9DC08-4896-4D68-86F6-3840E4D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99897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명시 저장과 삭제</a:t>
            </a:r>
          </a:p>
        </p:txBody>
      </p:sp>
      <p:sp>
        <p:nvSpPr>
          <p:cNvPr id="221" name="dp45-comparison / n182">
            <a:extLst xmlns:a="http://schemas.openxmlformats.org/drawingml/2006/main">
              <a:ext uri="{FF2B5EF4-FFF2-40B4-BE49-F238E27FC236}">
                <a16:creationId xmlns:a16="http://schemas.microsoft.com/office/drawing/2014/main" id="{9C3A5561-AB8B-45B4-A495-DE7503B9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191375"/>
            <a:ext cx="670541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5-comparison / n183 / text 1">
            <a:extLst xmlns:a="http://schemas.openxmlformats.org/drawingml/2006/main">
              <a:ext uri="{FF2B5EF4-FFF2-40B4-BE49-F238E27FC236}">
                <a16:creationId xmlns:a16="http://schemas.microsoft.com/office/drawing/2014/main" id="{7F056BBB-03B7-43AC-815F-F476068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200900"/>
            <a:ext cx="7658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사용과 채택: 현재 권한과 버전 검사 → State Store / Response 또는 Delegation</a:t>
            </a:r>
          </a:p>
        </p:txBody>
      </p:sp>
      <p:sp>
        <p:nvSpPr>
          <p:cNvPr id="223" name="dp45-comparison / n184">
            <a:extLst xmlns:a="http://schemas.openxmlformats.org/drawingml/2006/main">
              <a:ext uri="{FF2B5EF4-FFF2-40B4-BE49-F238E27FC236}">
                <a16:creationId xmlns:a16="http://schemas.microsoft.com/office/drawing/2014/main" id="{8BF00F11-BC8B-4C29-AA40-2199504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400925"/>
            <a:ext cx="57454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5-comparison / n185 / text 1">
            <a:extLst xmlns:a="http://schemas.openxmlformats.org/drawingml/2006/main">
              <a:ext uri="{FF2B5EF4-FFF2-40B4-BE49-F238E27FC236}">
                <a16:creationId xmlns:a16="http://schemas.microsoft.com/office/drawing/2014/main" id="{72C5AA34-21BC-4596-A83E-D72F74A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410450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공통: Model Access와 공유 Omni 1벌 / B의 관계 생산 session과 KV 추가</a:t>
            </a:r>
          </a:p>
        </p:txBody>
      </p:sp>
    </p:spTree>
    <p:extLst>
      <p:ext uri="{BB962C8B-B14F-4D97-AF65-F5344CB8AC3E}">
        <p14:creationId xmlns:p14="http://schemas.microsoft.com/office/powerpoint/2010/main" val="804141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2026-10-07T05:10:32.0650000Z</dcterms:created>
  <dcterms:modified xsi:type="dcterms:W3CDTF">2026-10-07T05:10:32.0650000Z</dcterms:modified>
</coreProperties>
</file>