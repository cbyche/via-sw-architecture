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e004a03eb924e7e" /><Relationship Type="http://schemas.openxmlformats.org/officeDocument/2006/relationships/extended-properties" Target="/docProps/app.xml" Id="R64e31a4b3c1148a7" /><Relationship Type="http://schemas.openxmlformats.org/officeDocument/2006/relationships/officeDocument" Target="/ppt/presentation.xml" Id="R53bbc0bcb9d54c0b" /></Relationships>
</file>

<file path=ppt/presentation.xml><?xml version="1.0" encoding="utf-8"?>
<p:presentation xmlns:p="http://schemas.openxmlformats.org/presentationml/2006/main">
  <p:sldMasterIdLst>
    <p:sldMasterId xmlns:r="http://schemas.openxmlformats.org/officeDocument/2006/relationships" id="2147483648" r:id="R0c3c72e8465844a2"/>
  </p:sldMasterIdLst>
  <p:notesMasterIdLst>
    <p:notesMasterId xmlns:r="http://schemas.openxmlformats.org/officeDocument/2006/relationships" r:id="R5ca85e813e954014"/>
  </p:notesMasterIdLst>
  <p:sldIdLst>
    <p:sldId xmlns:r="http://schemas.openxmlformats.org/officeDocument/2006/relationships" id="266" r:id="RviaOverview"/>
    <p:sldId xmlns:r="http://schemas.openxmlformats.org/officeDocument/2006/relationships" id="256" r:id="Rd5bb284998304d72"/>
    <p:sldId xmlns:r="http://schemas.openxmlformats.org/officeDocument/2006/relationships" id="257" r:id="R28e6acf7e558438e"/>
    <p:sldId xmlns:r="http://schemas.openxmlformats.org/officeDocument/2006/relationships" id="262" r:id="Re800c95b3ccc48b2"/>
    <p:sldId xmlns:r="http://schemas.openxmlformats.org/officeDocument/2006/relationships" id="263" r:id="R0b939428bc6f4c75"/>
    <p:sldId xmlns:r="http://schemas.openxmlformats.org/officeDocument/2006/relationships" id="264" r:id="R96a9b5e32194401d"/>
    <p:sldId xmlns:r="http://schemas.openxmlformats.org/officeDocument/2006/relationships" id="265" r:id="Rd4e355067edc4ce1"/>
    <p:sldId xmlns:r="http://schemas.openxmlformats.org/officeDocument/2006/relationships" id="258" r:id="R7e9e5d353de448df"/>
    <p:sldId xmlns:r="http://schemas.openxmlformats.org/officeDocument/2006/relationships" id="259" r:id="R87d1a1c2c5fd4dbd"/>
    <p:sldId xmlns:r="http://schemas.openxmlformats.org/officeDocument/2006/relationships" id="260" r:id="R12b0e32653054459"/>
    <p:sldId xmlns:r="http://schemas.openxmlformats.org/officeDocument/2006/relationships" id="261" r:id="R31db13b4990d4952"/>
  </p:sldIdLst>
  <p:sldSz cx="18288000" cy="10287000"/>
  <p:notesSz cx="6858000" cy="9144000"/>
  <p:extLst>
    <p:ext uri="{521415D9-36F7-43E2-AB2F-B90AF26B5E84}">
      <p14:sectionLst xmlns:p14="http://schemas.microsoft.com/office/powerpoint/2010/main">
        <p14:section name="본 발표" id="{82000001-0000-4000-8000-000000000001}">
          <p14:sldIdLst>
            <p14:sldId id="266"/>
            <p14:sldId id="256"/>
            <p14:sldId id="257"/>
            <p14:sldId id="262"/>
            <p14:sldId id="263"/>
            <p14:sldId id="264"/>
            <p14:sldId id="265"/>
            <p14:sldId id="258"/>
            <p14:sldId id="259"/>
          </p14:sldIdLst>
        </p14:section>
        <p14:section name="부록 · 보충 자료" id="{82000001-0000-4000-8000-000000000002}">
          <p14:sldIdLst>
            <p14:sldId id="260"/>
            <p14:sldId id="261"/>
          </p14:sldIdLst>
        </p14:section>
      </p14:sectionLst>
    </p:ext>
  </p:ex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7dfdd6d08314bc3" /><Relationship Type="http://schemas.openxmlformats.org/officeDocument/2006/relationships/slideMaster" Target="/ppt/slideMasters/slideMaster1.xml" Id="R0c3c72e8465844a2" /><Relationship Type="http://schemas.openxmlformats.org/officeDocument/2006/relationships/notesMaster" Target="/ppt/notesMasters/notesMaster1.xml" Id="R5ca85e813e954014" /><Relationship Type="http://schemas.openxmlformats.org/officeDocument/2006/relationships/presProps" Target="/ppt/presProps.xml" Id="Rdbcc7842291b4826" /><Relationship Type="http://schemas.openxmlformats.org/officeDocument/2006/relationships/tableStyles" Target="/ppt/tableStyles.xml" Id="Rb850dac62b96484f" /><Relationship Type="http://schemas.openxmlformats.org/officeDocument/2006/relationships/slide" Target="/ppt/slides/slide1.xml" Id="Rd5bb284998304d72" /><Relationship Type="http://schemas.openxmlformats.org/officeDocument/2006/relationships/slide" Target="/ppt/slides/slide2.xml" Id="R28e6acf7e558438e" /><Relationship Type="http://schemas.openxmlformats.org/officeDocument/2006/relationships/slide" Target="/ppt/slides/slide3.xml" Id="R7e9e5d353de448df" /><Relationship Type="http://schemas.openxmlformats.org/officeDocument/2006/relationships/slide" Target="/ppt/slides/slide4.xml" Id="R87d1a1c2c5fd4dbd" /><Relationship Type="http://schemas.openxmlformats.org/officeDocument/2006/relationships/slide" Target="/ppt/slides/slide5.xml" Id="R12b0e32653054459" /><Relationship Type="http://schemas.openxmlformats.org/officeDocument/2006/relationships/slide" Target="/ppt/slides/slide6.xml" Id="R31db13b4990d4952" /><Relationship Type="http://schemas.openxmlformats.org/officeDocument/2006/relationships/slide" Target="/ppt/slides/slide7.xml" Id="Re800c95b3ccc48b2" /><Relationship Type="http://schemas.openxmlformats.org/officeDocument/2006/relationships/slide" Target="/ppt/slides/slide8.xml" Id="R0b939428bc6f4c75" /><Relationship Type="http://schemas.openxmlformats.org/officeDocument/2006/relationships/slide" Target="/ppt/slides/slide9.xml" Id="R96a9b5e32194401d" /><Relationship Type="http://schemas.openxmlformats.org/officeDocument/2006/relationships/slide" Target="/ppt/slides/slide10.xml" Id="Rd4e355067edc4ce1" /><Relationship Type="http://schemas.openxmlformats.org/officeDocument/2006/relationships/slide" Target="/ppt/slides/slide11.xml" Id="RviaOverview"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8e00c7f09bf478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8411b37618c4e8a" /><Relationship Type="http://schemas.openxmlformats.org/officeDocument/2006/relationships/notesMaster" Target="/ppt/notesMasters/notesMaster1.xml" Id="Rd94b16226d97425e" /></Relationships>
</file>

<file path=ppt/notesSlides/_rels/notesSlide2.xml.rels>&#65279;<?xml version="1.0" encoding="utf-8"?><Relationships xmlns="http://schemas.openxmlformats.org/package/2006/relationships"><Relationship Type="http://schemas.openxmlformats.org/officeDocument/2006/relationships/slide" Target="/ppt/slides/slide2.xml" Id="Rf5695a13ef524abb" /><Relationship Type="http://schemas.openxmlformats.org/officeDocument/2006/relationships/notesMaster" Target="/ppt/notesMasters/notesMaster1.xml" Id="Rf7dd7de0035d414d" /></Relationships>
</file>

<file path=ppt/notesSlides/_rels/notesSlide3.xml.rels>&#65279;<?xml version="1.0" encoding="utf-8"?><Relationships xmlns="http://schemas.openxmlformats.org/package/2006/relationships"><Relationship Type="http://schemas.openxmlformats.org/officeDocument/2006/relationships/slide" Target="/ppt/slides/slide3.xml" Id="R2930f09d8a244954" /><Relationship Type="http://schemas.openxmlformats.org/officeDocument/2006/relationships/notesMaster" Target="/ppt/notesMasters/notesMaster1.xml" Id="Rf3499972cade4e5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bea582a54c24c83" /><Relationship Type="http://schemas.openxmlformats.org/officeDocument/2006/relationships/notesMaster" Target="/ppt/notesMasters/notesMaster1.xml" Id="R24a2b618dbd7401b" /></Relationships>
</file>

<file path=ppt/notesSlides/_rels/notesSlide5.xml.rels>&#65279;<?xml version="1.0" encoding="utf-8"?><Relationships xmlns="http://schemas.openxmlformats.org/package/2006/relationships"><Relationship Type="http://schemas.openxmlformats.org/officeDocument/2006/relationships/slide" Target="/ppt/slides/slide5.xml" Id="R6a2f5f856c9d4e1f" /><Relationship Type="http://schemas.openxmlformats.org/officeDocument/2006/relationships/notesMaster" Target="/ppt/notesMasters/notesMaster1.xml" Id="R5159846335084194" /></Relationships>
</file>

<file path=ppt/notesSlides/_rels/notesSlide6.xml.rels>&#65279;<?xml version="1.0" encoding="utf-8"?><Relationships xmlns="http://schemas.openxmlformats.org/package/2006/relationships"><Relationship Type="http://schemas.openxmlformats.org/officeDocument/2006/relationships/slide" Target="/ppt/slides/slide6.xml" Id="R403412f5785a45f5" /><Relationship Type="http://schemas.openxmlformats.org/officeDocument/2006/relationships/notesMaster" Target="/ppt/notesMasters/notesMaster1.xml" Id="R21cc2a96400647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627a3ac7c4c14f76" /><Relationship Type="http://schemas.openxmlformats.org/officeDocument/2006/relationships/notesMaster" Target="/ppt/notesMasters/notesMaster1.xml" Id="Rad29ecd59eaa4ae4" /></Relationships>
</file>

<file path=ppt/notesSlides/_rels/notesSlide8.xml.rels>&#65279;<?xml version="1.0" encoding="utf-8"?><Relationships xmlns="http://schemas.openxmlformats.org/package/2006/relationships"><Relationship Type="http://schemas.openxmlformats.org/officeDocument/2006/relationships/slide" Target="/ppt/slides/slide8.xml" Id="R406046e19a934426" /><Relationship Type="http://schemas.openxmlformats.org/officeDocument/2006/relationships/notesMaster" Target="/ppt/notesMasters/notesMaster1.xml" Id="R39514067d3f64c00" /></Relationships>
</file>

<file path=ppt/notesSlides/_rels/notesSlide9.xml.rels>&#65279;<?xml version="1.0" encoding="utf-8"?><Relationships xmlns="http://schemas.openxmlformats.org/package/2006/relationships"><Relationship Type="http://schemas.openxmlformats.org/officeDocument/2006/relationships/slide" Target="/ppt/slides/slide9.xml" Id="R8b722c512a9c466b" /><Relationship Type="http://schemas.openxmlformats.org/officeDocument/2006/relationships/notesMaster" Target="/ppt/notesMasters/notesMaster1.xml" Id="R6877b8abd8454a7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a706b4d6e834580" /><Relationship Type="http://schemas.openxmlformats.org/officeDocument/2006/relationships/notesMaster" Target="/ppt/notesMasters/notesMaster1.xml" Id="R1a32d61983b14d1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125f551bf0c4525" /><Relationship Type="http://schemas.openxmlformats.org/officeDocument/2006/relationships/notesMaster" Target="/ppt/notesMasters/notesMaster1.xml" Id="R325333de3940422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사용자 요청 이해 설계</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https://github.com/cbyche/via-sw-architecture/blob/main/docs/architecture/12-decisions/decision-packages/diagrams/dp41-background.svg</a:t>
            </a:r>
          </a:p>
          <a:p xmlns:a="http://schemas.openxmlformats.org/drawingml/2006/main">
            <a:r>
              <a:t>공통 문제와 설계 고려 사항의 배경이며 특정 설계안의 선택을 뜻하지 않는다.</a:t>
            </a:r>
          </a:p>
          <a:p xmlns:a="http://schemas.openxmlformats.org/drawingml/2006/main">
            <a:r>
              <a:t>Task1은 예산 보고서, Task2는 실적 보고서 업무다. 선택한 표와 이전 업무 두 후보가 있으므로 아까라는 표현만으로 정답을 미리 결정하지 않는다. 보고서 수정 결과를 메일 초안에 사용하고 메일은 보내지 않는 조건을 유지한다. 보고서 수정과 메일 작성은 외부 업무 수행 Agent가 맡는다.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요청 이해의 모델 주도와 코드 주도 완성</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https://github.com/cbyche/via-sw-architecture/blob/main/docs/presentations_files/dp-comparison/dp41-comparison.svg</a:t>
            </a:r>
          </a:p>
          <a:p xmlns:a="http://schemas.openxmlformats.org/drawingml/2006/main">
            <a:r>
              <a:t>조건별 정성 비교 / 미선정 / 미측정</a:t>
            </a:r>
          </a:p>
          <a:p xmlns:a="http://schemas.openxmlformats.org/drawingml/2006/main">
            <a:r>
              <a:t>사용자 요청은 “이 표를 아까 보고서에 넣고, 메일은 보내지 말고 결과를 바탕으로 초안만 만들어.”이다. 결과는 표를 추가한 보고서의 결과이며 그것으로 메일 초안을 작성한다. Task1은 예산 보고서 업무, Task2는 실적 보고서 업무다. “어느 보고서인가요?”라는 질문을 실제 전달하고 사용자의 “예산 보고서” 답변을 해석한 뒤 Task1을 연결한다. 초기 입력에 정답 Task를 미리 넣지 않는다.</a:t>
            </a:r>
          </a:p>
          <a:p xmlns:a="http://schemas.openxmlformats.org/drawingml/2006/main">
            <a:r>
              <a:t>A는 모델이 조회 요청(ReadRequest)을 선택하고 조회 결과(EvidenceBundle)를 받아 재판단하여 전체 의미 제안(MeaningProposal)을 만든다. 모델 주도 해석 제어기는 클라우드 LLM을 호출하고 그 제안을 제한하여 실행하는 로컬 코드다. 모델의 다음 행동이 조회이면 도구 실행 후 근거를 받아 모델을 다시 호출한다. 이 순환은 필요한 만큼 반복하고 모델이 완성 의미나 확인 질문을 제안하면 검증 경로로 나간다. A도 정해진 형식의 출력, 부분 수정과 cache를 허용한다.</a:t>
            </a:r>
          </a:p>
          <a:p xmlns:a="http://schemas.openxmlformats.org/drawingml/2006/main">
            <a:r>
              <a:t>B는 모델이 요청 틀(RequestFrame)을 만들고 Request Interpreter 내부 Request Resolution Engine이 필요한 조회와 항목 해결, 전체 의미 결합을 결정한다. Engine은 항목 검사와 조회 결과 반영을 코드 루프로 반복한다. 조회 결과를 코드만으로 처리할 수 있으면 LLM을 호출하지 않는다. 항목 의미 해석이 필요하면 요청 틀 해석기를 통해 부분 모델 호출을 하고 그 결과를 같은 코드 루프에 돌려준다. 필요한 항목만 모델에 다시 해석시킬 수 있으므로 항상 한 번 호출로 끝나는 구조가 아니다. 전체 관계를 모델이 만들고 코드가 복사하는 경우는 순수 B가 아닌 혼합안이다. 코드로 연결했다고 의미가 항상 옳은 것은 아니다.</a:t>
            </a:r>
          </a:p>
          <a:p xmlns:a="http://schemas.openxmlformats.org/drawingml/2006/main">
            <a:r>
              <a:t>읽기 도구 실행기는 Context Manager와 Task Manager에 각각 직접 조회한다. 화면/대화 근거와 업무 후보, 출처와 조회한 자료의 변경 번호를 받는다. 문서형 도형은 교환 내용의 설명용 예시이며 Component, Module, 저장 상태 또는 확정 API schema가 아니다.</a:t>
            </a:r>
          </a:p>
          <a:p xmlns:a="http://schemas.openxmlformats.org/drawingml/2006/main">
            <a:r>
              <a:t>이 발표 그림은 사용자 발화 → Interaction Manager → Request Controller → Request Interpreter 시작 경로를 간략히 표시하고 요청 해석을 확대했다. 마름모는 제어 흐름 분기이며 Component나 Module이 아니다. 반복은 완성 의미 제안, 확인 질문 대기, 실패, 취소 또는 한도 도달에서 종료한다. 확인 질문의 실제 전달과 답변 뒤 새 해석은 공통 후속 경로다. 공통 음성 처리 내부, Model Access adapter 내부, Policy Manager 권한, Request Controller 검증/저장/채택, State Store, Response Manager 출력과 실제 전달, Task Manager/Agent Gateway 위임은 전체 MAIN에 남아 있다. 발표에서 생략은 설계 삭제가 아니다. 임시 해석 상태는 Request Interpreter, 채택 의미/질문은 Request Controller, 실제 전달 원본은 Response Manager다. 입력/자료/업무/질문이 바뀌었는지와 권한을 검사하고 저장 성공 후 채택한다.</a:t>
            </a:r>
          </a:p>
          <a:p xmlns:a="http://schemas.openxmlformats.org/drawingml/2006/main">
            <a:r>
              <a:t>revision/version은 자료나 상태의 변경 번호다. v2는 두 번째 버전이며 최신임을 보증하지 않는다. 그림은 이를 조회 시점과 자료 변경 확인으로 풀어 썼다. 자료가 바뀌면 옛 해석을 그대로 채택하지 않는 검사는 유지한다.</a:t>
            </a:r>
          </a:p>
          <a:p xmlns:a="http://schemas.openxmlformats.org/drawingml/2006/main">
            <a:r>
              <a:t>도구 조회 자체는 모델 호출이 아니다. Context 의미 가공, 응답 구성, 음성/전사, 실패/재시도/폐기된 호출의 실제 사용량도 비용에 포함한다. 조건별 trade-off는 가설이며 품질 우열을 측정하지 않았다.</a:t>
            </a:r>
          </a:p>
          <a:p xmlns:a="http://schemas.openxmlformats.org/drawingml/2006/main">
            <a:r>
              <a:t>다음 주제로 연결</a:t>
            </a:r>
          </a:p>
          <a:p xmlns:a="http://schemas.openxmlformats.org/drawingml/2006/main">
            <a:r>
              <a:t>요청을 이해하는 중에도 새 입력과 업무 알림은 계속 들어옵니다. 다음으로, 겹친 사건과 여러 처리를 이어가는 실행 구조를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변경 용이성을 위한 VIA Conversation과 Task 관리 설계</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https://github.com/cbyche/via-sw-architecture/blob/main/docs/architecture/12-decisions/decision-packages/diagrams/dp42-background.svg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변경 용이성을 위한 VIA Conversation과 Task 관리 설계</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https://github.com/cbyche/via-sw-architecture/blob/main/docs/presentations_files/dp-comparison/dp42-comparison.svg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https://github.com/cbyche/via-sw-architecture/blob/main/docs/architecture/12-decisions/decision-packages/diagrams/dp43-background.svg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https://github.com/cbyche/via-sw-architecture/blob/main/docs/presentations_files/dp-comparison/dp43-comparison.svg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반응성을 위한 VIA 지속 입력과 Response 전달 설계</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https://github.com/cbyche/via-sw-architecture/blob/main/docs/architecture/12-decisions/decision-packages/diagrams/dp44-background.svg</a:t>
            </a:r>
          </a:p>
          <a:p xmlns:a="http://schemas.openxmlformats.org/drawingml/2006/main">
            <a:r>
              <a:t>공통 문제와 설계 고려 사항의 배경이며 특정 설계안의 선택을 뜻하지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반응성을 위한 VIA 지속 입력과 Response 전달 설계</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https://github.com/cbyche/via-sw-architecture/blob/main/docs/presentations_files/dp-comparison/dp44-comparison.svg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a:p xmlns:a="http://schemas.openxmlformats.org/drawingml/2006/main">
            <a:r>
              <a:t>A 중앙 조정 방식: Request Controller 내부 Dialogue Dispatcher와 Dialogue Progress State. B 이벤트 흐름을 연결하는 방식: Request Controller 내부 Input Resolution Stage·Task Notice Stage와 Window, Response Manager 내부 Publication Join·Publication Window. 같은 정식 10개 Component와 원본 owner, 흰색/검정 공통 및 살구색/짙은 테두리 차이 표기.</a:t>
            </a:r>
          </a:p>
          <a:p xmlns:a="http://schemas.openxmlformats.org/drawingml/2006/main">
            <a:r>
              <a:t>Voice Runtime에는 Interaction Manager의 음성 입출력·즉시 중단 기능과 Model Access client가 배치된다. 동시 실행 수가 제한된 비동기 executor와 Blocking worker pool, Model Access 별도 scheduler를 사용한다. A 사건 대기열·비동기 작업·완료 반환은 실행 기반이, B 이벤트 채널·구독·단계별 수용량·취소 전달은 실행 라이브러리가 지원한다. 수치·우선순위·pool 크기는 미정이며 별도 Component·process·모델을 추가하지 않는다.</a:t>
            </a:r>
          </a:p>
          <a:p xmlns:a="http://schemas.openxmlformats.org/drawingml/2006/main">
            <a:r>
              <a:t>다음 주제로 연결</a:t>
            </a:r>
          </a:p>
          <a:p xmlns:a="http://schemas.openxmlformats.org/drawingml/2006/main">
            <a:r>
              <a:t>들어온 사건을 처리하는 데 더해, 현재 요청이 가리키는 과거 설명과 업무 결과를 연결해야 합니다. 다음으로, 여러 활동의 과거 맥락을 제공하는 방식을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기능 정확성을 위한 VIA 기억과 Context 제공 설계</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https://github.com/cbyche/via-sw-architecture/blob/main/docs/architecture/12-decisions/decision-packages/diagrams/dp45-background.svg</a:t>
            </a:r>
          </a:p>
          <a:p xmlns:a="http://schemas.openxmlformats.org/drawingml/2006/main">
            <a:r>
              <a:t>공통 문제와 설계 고려 사항의 배경이며 특정 설계안의 선택을 뜻하지 않는다.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기존 수치와 점수는 동일한 형식 예시다.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VIA 과거 근거의 요청별 구성과 공통 생산/조회</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https://github.com/cbyche/via-sw-architecture/blob/main/docs/presentations_files/dp-comparison/dp45-comparison.svg</a:t>
            </a:r>
          </a:p>
          <a:p xmlns:a="http://schemas.openxmlformats.org/drawingml/2006/main">
            <a:r>
              <a:t>조건별 정성 trade-off이며 최종 선정 또는 품질 측정이 아니다. 첫 요청, 반복 R24, 정정 직후와 표현 밖 새 관계를 구별한다.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45의 수치와 원형 점수는 조건별 정성 표로 교체했다.</a:t>
            </a:r>
          </a:p>
          <a:p xmlns:a="http://schemas.openxmlformats.org/drawingml/2006/main">
            <a:r>
              <a:t>A: Context Composer가 owner 읽기와 cache를 조합하여 직접 EvidenceBundle/receipt를 반환한다. Request Evidence Set은 요청 수명의 데이터다. B: 변경 알림, 실제 원본 읽기, 조건부 과거 의미 생산, 출처/권한/지원 종류 검증, 관계+coverage 게시, Evidence Reader의 게시 계약 소비를 나눈다. 미래 R23의 정답이나 T23 binding을 미리 생산하지 않는다.</a:t>
            </a:r>
          </a:p>
          <a:p xmlns:a="http://schemas.openxmlformats.org/drawingml/2006/main">
            <a:r>
              <a:t>NOT_COVERED는 지원 종류의 미생산으로 Publisher 생산 후 revision/상태를 반환하고 Reader가 Repository를 다시 읽는다. UNSUPPORTED_RELATION은 표현 변경 없이는 반복 생산으로 해결되지 않는다. NO_MATCH는 읽은 범위의 무일치다. DENIED/UNAVAILABLE도 분리한다. 현재 metadata 검사와 exact quote/조건/충돌 원문 확인은 남고, 원본 조합 우회는 명시적 B+다. 파생 오류 EvidenceDispute는 원본 revision 변화 없이도 차단/재검증한다. 삭제/철회 fence가 후속 정리보다 먼저이며 옛 job 게시를 거부한다.</a:t>
            </a:r>
          </a:p>
          <a:p xmlns:a="http://schemas.openxmlformats.org/drawingml/2006/main">
            <a:r>
              <a:t>첫 요청/정정 직후: B 생산/갱신 대기가 추가될 수 있다. 반복 조회: 유효 게시가 owner 교차 조합을 실제 대체하면 B 요청 경로가 줄지만 A warm 관계 cache가 같은 효과를 낼 수 있다. 새 관계/미묘한 부정/예외: A 원문 구성이 유연하나 검색 누락 가능, B 표현/추출 한계가 남는다. 정확성의 전체 우열을 고정하지 않는다.</a:t>
            </a:r>
          </a:p>
          <a:p xmlns:a="http://schemas.openxmlformats.org/drawingml/2006/main">
            <a:r>
              <a:t>전체 모델 호출: A cache 생산/유지+요청 구성/재검증, B 초기/갱신/backfill/미사용/실패 생산을 모두 포함한다. 현재 판단은 공통이고 명시 ID/위치 연결은 코드일 수 있다. 고정 우열 없음. Source 형식 변경은 adapter에 흡수할 수 있고, 관계 의미/schema 변경은 B producer/독자 호환/재생산, A cache 무효화도 함께 본다.</a:t>
            </a:r>
          </a:p>
          <a:p xmlns:a="http://schemas.openxmlformats.org/drawingml/2006/main">
            <a:r>
              <a:t>공식 Reference (본문 §9):</a:t>
            </a:r>
          </a:p>
          <a:p xmlns:a="http://schemas.openxmlformats.org/drawingml/2006/main">
            <a:r>
              <a:t>A https://docs.langchain.com/oss/python/deepagents/retrieval — 현재 질문의 원본 획득 선례. VIA Task/실제 전달/정정 계약 전체 구현 사례 아님.</a:t>
            </a:r>
          </a:p>
          <a:p xmlns:a="http://schemas.openxmlformats.org/drawingml/2006/main">
            <a:r>
              <a:t>B https://langchain-ai.github.io/langmem/background_quickstart/ 및 https://langchain-ai.github.io/langmem/reference/memory/ — 기억 생산/저장/소비 분리 선례. 자동 선호 추출을 VIA User Memory 정책으로 채택하지 않고 revision/coverage/삭제 fence는 VIA 별도 계약.</a:t>
            </a:r>
          </a:p>
          <a:p xmlns:a="http://schemas.openxmlformats.org/drawingml/2006/main">
            <a:r>
              <a:t>실행 https://langchain-ai.github.io/langmem/guides/delayed_processing/ — 대기 생산/재예약 선례. thread/지연값/배치를 채택하지 않는다.</a:t>
            </a:r>
          </a:p>
          <a:p xmlns:a="http://schemas.openxmlformats.org/drawingml/2006/main">
            <a:r>
              <a:t>연결 참고 https://docs.mem0.ai/platform/features/graph-memory — 공통 개체 연결 선례이며 typed 정정/대체/실제 전달 관계 구현 증거 아님. cloud/embedding/helper를 도입하지 않는다. 공식 사례는 VIA 성능 우위의 증거가 아니다.</a:t>
            </a:r>
          </a:p>
          <a:p xmlns:a="http://schemas.openxmlformats.org/drawingml/2006/main">
            <a:r>
              <a:t>다음 주제로 연결</a:t>
            </a:r>
          </a:p>
          <a:p xmlns:a="http://schemas.openxmlformats.org/drawingml/2006/main">
            <a:r>
              <a:t>이 연결을 유지하려면 대화·요청·업무·실행의 상태를 각자의 수명에 맞게 관리해야 합니다. 마지막으로, 서로 다른 수명과 상태 관리 책임을 설명하겠습니다.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사용자는 화면의 표를 가리키며 제안서에 넣고, 공유 메일은 초안만 만들어 달라고 합니다. VIA는 표가 무엇인지, 두 업무를 어떻게 나눌지, 초안이라는 조건을 이해해야 합니다.</a:t>
            </a:r>
          </a:p>
          <a:p xmlns:a="http://schemas.openxmlformats.org/drawingml/2006/main">
            <a:r>
              <a:t>그런데 처리가 끝나기 전에 가격을 빼 달라는 정정이 들어오고, 메일 업무에서는 수신자를 묻습니다. VIA는 각각의 업무를 연결하고, 늦게 끝난 결과도 현재 조건에서 유효한지 확인해야 합니다.</a:t>
            </a:r>
          </a:p>
          <a:p xmlns:a="http://schemas.openxmlformats.org/drawingml/2006/main">
            <a:r>
              <a:t>이어서 사용자는 VIA가 전에 설명한 기준과 제품 비교, 견적 결과를 함께 참조합니다. VIA는 실제 전달한 설명과 허용된 결과 참조를 연결하고, 분석과 제안서 작성은 업무 수행 Agent에 맡깁니다.</a:t>
            </a:r>
          </a:p>
          <a:p xmlns:a="http://schemas.openxmlformats.org/drawingml/2006/main">
            <a:r>
              <a:t>위임 요청 처리가 끝나도 대화와 업무는 이어집니다. 음성 대화가 끝난 뒤 사용자가 돌아오면 같은 업무의 진행과 결과를 연결해야 합니다.</a:t>
            </a:r>
          </a:p>
          <a:p xmlns:a="http://schemas.openxmlformats.org/drawingml/2006/main">
            <a:r>
              <a:t>먼저, 이처럼 대상과 조건이 섞인 요청을 VIA가 어떤 방식으로 이해하고 완성할지부터 설명하겠습니다.</a:t>
            </a:r>
          </a:p>
          <a:p xmlns:a="http://schemas.openxmlformats.org/drawingml/2006/main">
            <a:r>
              <a:t/>
            </a:r>
          </a:p>
          <a:p xmlns:a="http://schemas.openxmlformats.org/drawingml/2006/main">
            <a:r>
              <a:t>본 발표: 도입 → 41 → 44 → 45 → 42. 43은 부록이며 후보 자격 변경을 뜻하지 않는다. 시간축은 상대적인 설명용이며 구간 길이는 측정값이 아니다. Agent 내부 기록 전체를 보유한다고 가정하지 않는다.</a:t>
            </a:r>
          </a:p>
          <a:p xmlns:a="http://schemas.openxmlformats.org/drawingml/2006/main">
            <a:r>
              <a:t>https://github.com/cbyche/via-sw-architecture/blob/main/docs/architecture/12-decisions/decision-packages/diagrams/dp-background-overview.svg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0f07e463daf47c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786413db9a24cbc" /><Relationship Type="http://schemas.openxmlformats.org/officeDocument/2006/relationships/slideLayout" Target="/ppt/slideLayouts/slideLayout1.xml" Id="R663e5bb2ae2c485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63e5bb2ae2c485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f054bf24ee64584" /><Relationship Type="http://schemas.openxmlformats.org/officeDocument/2006/relationships/notesSlide" Target="/ppt/notesSlides/notesSlide1.xml" Id="R0fb64cd22d52437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56806d47c644c63" /><Relationship Type="http://schemas.openxmlformats.org/officeDocument/2006/relationships/notesSlide" Target="/ppt/notesSlides/notesSlide2.xml" Id="R704ed05a7b664af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b5772cdc81b41b9" /><Relationship Type="http://schemas.openxmlformats.org/officeDocument/2006/relationships/notesSlide" Target="/ppt/notesSlides/notesSlide3.xml" Id="R22430df242ca4bf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9c557a35e79434f" /><Relationship Type="http://schemas.openxmlformats.org/officeDocument/2006/relationships/notesSlide" Target="/ppt/notesSlides/notesSlide4.xml" Id="Rc06947a345af4d7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11ba80a6364412a" /><Relationship Type="http://schemas.openxmlformats.org/officeDocument/2006/relationships/notesSlide" Target="/ppt/notesSlides/notesSlide5.xml" Id="Rd7f0a3fc64b14bf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a77ea5618b7240a4" /><Relationship Type="http://schemas.openxmlformats.org/officeDocument/2006/relationships/notesSlide" Target="/ppt/notesSlides/notesSlide6.xml" Id="Rb3fad9ea5c7a401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9084e82e5dd4339" /><Relationship Type="http://schemas.openxmlformats.org/officeDocument/2006/relationships/notesSlide" Target="/ppt/notesSlides/notesSlide7.xml" Id="R73212bb7779f42a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e12008e1db1467f" /><Relationship Type="http://schemas.openxmlformats.org/officeDocument/2006/relationships/notesSlide" Target="/ppt/notesSlides/notesSlide8.xml" Id="R776926d34d01485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9b73f500e104ec9" /><Relationship Type="http://schemas.openxmlformats.org/officeDocument/2006/relationships/notesSlide" Target="/ppt/notesSlides/notesSlide9.xml" Id="Reb3935ab28774dd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66154affa0f4dd5" /><Relationship Type="http://schemas.openxmlformats.org/officeDocument/2006/relationships/notesSlide" Target="/ppt/notesSlides/notesSlide10.xml" Id="Rdf7f7506b1884c7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1502e4a4ab346a0" /><Relationship Type="http://schemas.openxmlformats.org/officeDocument/2006/relationships/notesSlide" Target="/ppt/notesSlides/notesSlide11.xml" Id="R59bf0a34ca3b4002"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3" name="dp41-background / n1">
            <a:extLst xmlns:a="http://schemas.openxmlformats.org/drawingml/2006/main">
              <a:ext uri="{FF2B5EF4-FFF2-40B4-BE49-F238E27FC236}">
                <a16:creationId xmlns:a16="http://schemas.microsoft.com/office/drawing/2014/main" id="{1A937930-9485-45F1-A98D-6B91E7B112C2}"/>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background / n2 / text 1">
            <a:extLst xmlns:a="http://schemas.openxmlformats.org/drawingml/2006/main">
              <a:ext uri="{FF2B5EF4-FFF2-40B4-BE49-F238E27FC236}">
                <a16:creationId xmlns:a16="http://schemas.microsoft.com/office/drawing/2014/main" id="{0666C81C-BA5E-4C7A-85C7-29AB3D8AF7F2}"/>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1-background / n3 / text 1">
            <a:extLst xmlns:a="http://schemas.openxmlformats.org/drawingml/2006/main">
              <a:ext uri="{FF2B5EF4-FFF2-40B4-BE49-F238E27FC236}">
                <a16:creationId xmlns:a16="http://schemas.microsoft.com/office/drawing/2014/main" id="{05C63861-B833-4679-B8D1-F58AC14C691C}"/>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04-41</a:t>
            </a:r>
          </a:p>
        </p:txBody>
      </p:sp>
      <p:sp>
        <p:nvSpPr>
          <p:cNvPr id="4" name="dp41-background / n4 / text 1">
            <a:extLst xmlns:a="http://schemas.openxmlformats.org/drawingml/2006/main">
              <a:ext uri="{FF2B5EF4-FFF2-40B4-BE49-F238E27FC236}">
                <a16:creationId xmlns:a16="http://schemas.microsoft.com/office/drawing/2014/main" id="{E04214FB-B420-4144-8E22-B3C8BEC6F5B5}"/>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04-41. VIA 사용자 요청 이해 설계</a:t>
            </a:r>
          </a:p>
        </p:txBody>
      </p:sp>
      <p:sp>
        <p:nvSpPr>
          <p:cNvPr id="5" name="dp41-background / n5 / path">
            <a:extLst xmlns:a="http://schemas.openxmlformats.org/drawingml/2006/main">
              <a:ext uri="{FF2B5EF4-FFF2-40B4-BE49-F238E27FC236}">
                <a16:creationId xmlns:a16="http://schemas.microsoft.com/office/drawing/2014/main" id="{7A14D3CB-5137-43C3-8D96-3203ABEC8A32}"/>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1-background / n6">
            <a:extLst xmlns:a="http://schemas.openxmlformats.org/drawingml/2006/main">
              <a:ext uri="{FF2B5EF4-FFF2-40B4-BE49-F238E27FC236}">
                <a16:creationId xmlns:a16="http://schemas.microsoft.com/office/drawing/2014/main" id="{471A22EC-C02C-4A55-83A6-EE77FB41528E}"/>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1-background / n7 / text 1">
            <a:extLst xmlns:a="http://schemas.openxmlformats.org/drawingml/2006/main">
              <a:ext uri="{FF2B5EF4-FFF2-40B4-BE49-F238E27FC236}">
                <a16:creationId xmlns:a16="http://schemas.microsoft.com/office/drawing/2014/main" id="{12697FDA-8691-4788-BA3D-EBFE3ED7B0D0}"/>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선택한 표와 이전 보고서의 오연결 위험</a:t>
            </a:r>
          </a:p>
        </p:txBody>
      </p:sp>
      <p:sp>
        <p:nvSpPr>
          <p:cNvPr id="8" name="dp41-background / n8 / path">
            <a:extLst xmlns:a="http://schemas.openxmlformats.org/drawingml/2006/main">
              <a:ext uri="{FF2B5EF4-FFF2-40B4-BE49-F238E27FC236}">
                <a16:creationId xmlns:a16="http://schemas.microsoft.com/office/drawing/2014/main" id="{CDB9CA3E-4537-401D-B385-22D644681089}"/>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1-background / n9 / text 1">
            <a:extLst xmlns:a="http://schemas.openxmlformats.org/drawingml/2006/main">
              <a:ext uri="{FF2B5EF4-FFF2-40B4-BE49-F238E27FC236}">
                <a16:creationId xmlns:a16="http://schemas.microsoft.com/office/drawing/2014/main" id="{24292391-A82D-4483-B8C8-ABA9F0DD62CF}"/>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1-background / n10 / path">
            <a:extLst xmlns:a="http://schemas.openxmlformats.org/drawingml/2006/main">
              <a:ext uri="{FF2B5EF4-FFF2-40B4-BE49-F238E27FC236}">
                <a16:creationId xmlns:a16="http://schemas.microsoft.com/office/drawing/2014/main" id="{A43E06DF-B36F-4FA8-9C50-C635FEAE0A12}"/>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1-background / n11 / text 1">
            <a:extLst xmlns:a="http://schemas.openxmlformats.org/drawingml/2006/main">
              <a:ext uri="{FF2B5EF4-FFF2-40B4-BE49-F238E27FC236}">
                <a16:creationId xmlns:a16="http://schemas.microsoft.com/office/drawing/2014/main" id="{5E5346CA-58D4-4582-A474-1E97681DDD0F}"/>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1-background / n12 / text 1">
            <a:extLst xmlns:a="http://schemas.openxmlformats.org/drawingml/2006/main">
              <a:ext uri="{FF2B5EF4-FFF2-40B4-BE49-F238E27FC236}">
                <a16:creationId xmlns:a16="http://schemas.microsoft.com/office/drawing/2014/main" id="{881E186B-E669-443C-B236-0C7530FA52E7}"/>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정보 조회와 의미 완성의 진행 책임 설계</a:t>
            </a:r>
          </a:p>
        </p:txBody>
      </p:sp>
      <p:sp>
        <p:nvSpPr>
          <p:cNvPr id="13" name="dp41-background / n13 / text 1">
            <a:extLst xmlns:a="http://schemas.openxmlformats.org/drawingml/2006/main">
              <a:ext uri="{FF2B5EF4-FFF2-40B4-BE49-F238E27FC236}">
                <a16:creationId xmlns:a16="http://schemas.microsoft.com/office/drawing/2014/main" id="{0D79E62A-9D18-46BF-84A3-6C13DC51F7C3}"/>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기능 지원 범위 / 반응성</a:t>
            </a:r>
          </a:p>
        </p:txBody>
      </p:sp>
      <p:sp>
        <p:nvSpPr>
          <p:cNvPr id="14" name="dp41-background / n14 / text 1">
            <a:extLst xmlns:a="http://schemas.openxmlformats.org/drawingml/2006/main">
              <a:ext uri="{FF2B5EF4-FFF2-40B4-BE49-F238E27FC236}">
                <a16:creationId xmlns:a16="http://schemas.microsoft.com/office/drawing/2014/main" id="{278FD30B-1499-4F5F-9959-A61ADB110F93}"/>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1-background / n15 / text 1">
            <a:extLst xmlns:a="http://schemas.openxmlformats.org/drawingml/2006/main">
              <a:ext uri="{FF2B5EF4-FFF2-40B4-BE49-F238E27FC236}">
                <a16:creationId xmlns:a16="http://schemas.microsoft.com/office/drawing/2014/main" id="{B6A8D6E9-846F-4E72-AC7A-950BE38DF73B}"/>
              </a:ext>
            </a:extLst>
          </p:cNvPr>
          <p:cNvSpPr>
            <a:spLocks xmlns:a="http://schemas.openxmlformats.org/drawingml/2006/main" noGrp="1"/>
          </p:cNvSpPr>
          <p:nvPr/>
        </p:nvSpPr>
        <p:spPr>
          <a:xfrm xmlns:a="http://schemas.openxmlformats.org/drawingml/2006/main">
            <a:off x="609600" y="2428875"/>
            <a:ext cx="1057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“이 표를 아까 보고서에 넣고, 메일은 보내지 말고</a:t>
            </a:r>
          </a:p>
        </p:txBody>
      </p:sp>
      <p:sp>
        <p:nvSpPr>
          <p:cNvPr id="16" name="dp41-background / n15 / text 2">
            <a:extLst xmlns:a="http://schemas.openxmlformats.org/drawingml/2006/main">
              <a:ext uri="{FF2B5EF4-FFF2-40B4-BE49-F238E27FC236}">
                <a16:creationId xmlns:a16="http://schemas.microsoft.com/office/drawing/2014/main" id="{31579B14-4F84-4154-9838-3ACDB93B3562}"/>
              </a:ext>
            </a:extLst>
          </p:cNvPr>
          <p:cNvSpPr>
            <a:spLocks xmlns:a="http://schemas.openxmlformats.org/drawingml/2006/main" noGrp="1"/>
          </p:cNvSpPr>
          <p:nvPr/>
        </p:nvSpPr>
        <p:spPr>
          <a:xfrm xmlns:a="http://schemas.openxmlformats.org/drawingml/2006/main">
            <a:off x="609600" y="2762250"/>
            <a:ext cx="1057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결과를 바탕으로 초안만 만들어.”</a:t>
            </a:r>
          </a:p>
        </p:txBody>
      </p:sp>
      <p:sp>
        <p:nvSpPr>
          <p:cNvPr id="17" name="dp41-background / n16">
            <a:extLst xmlns:a="http://schemas.openxmlformats.org/drawingml/2006/main">
              <a:ext uri="{FF2B5EF4-FFF2-40B4-BE49-F238E27FC236}">
                <a16:creationId xmlns:a16="http://schemas.microsoft.com/office/drawing/2014/main" id="{A2309F6E-3F3D-456E-8CCB-DF05939ECD41}"/>
              </a:ext>
            </a:extLst>
          </p:cNvPr>
          <p:cNvSpPr>
            <a:spLocks xmlns:a="http://schemas.openxmlformats.org/drawingml/2006/main" noGrp="1"/>
          </p:cNvSpPr>
          <p:nvPr/>
        </p:nvSpPr>
        <p:spPr>
          <a:xfrm xmlns:a="http://schemas.openxmlformats.org/drawingml/2006/main">
            <a:off x="609600" y="3143250"/>
            <a:ext cx="10572750" cy="3914775"/>
          </a:xfrm>
          <a:prstGeom xmlns:a="http://schemas.openxmlformats.org/drawingml/2006/main" prst="rect">
            <a:avLst/>
          </a:prstGeom>
          <a:solidFill xmlns:a="http://schemas.openxmlformats.org/drawingml/2006/main">
            <a:srgbClr val="E6ECF2"/>
          </a:solidFill>
          <a:ln xmlns:a="http://schemas.openxmlformats.org/drawingml/2006/main" w="16193">
            <a:solidFill>
              <a:srgbClr val="CDD6DE"/>
            </a:solidFill>
            <a:prstDash val="solid"/>
          </a:ln>
        </p:spPr>
      </p:sp>
      <p:sp>
        <p:nvSpPr>
          <p:cNvPr id="18" name="dp41-background / n17 / text 1">
            <a:extLst xmlns:a="http://schemas.openxmlformats.org/drawingml/2006/main">
              <a:ext uri="{FF2B5EF4-FFF2-40B4-BE49-F238E27FC236}">
                <a16:creationId xmlns:a16="http://schemas.microsoft.com/office/drawing/2014/main" id="{92D914CB-BF63-4DA7-8DF0-482C9479CCDC}"/>
              </a:ext>
            </a:extLst>
          </p:cNvPr>
          <p:cNvSpPr>
            <a:spLocks xmlns:a="http://schemas.openxmlformats.org/drawingml/2006/main" noGrp="1"/>
          </p:cNvSpPr>
          <p:nvPr/>
        </p:nvSpPr>
        <p:spPr>
          <a:xfrm xmlns:a="http://schemas.openxmlformats.org/drawingml/2006/main">
            <a:off x="819150" y="3295650"/>
            <a:ext cx="9848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사용자 화면과 VIA 기록 / 설명용 가상 화면</a:t>
            </a:r>
          </a:p>
        </p:txBody>
      </p:sp>
      <p:sp>
        <p:nvSpPr>
          <p:cNvPr id="19" name="dp41-background / n18">
            <a:extLst xmlns:a="http://schemas.openxmlformats.org/drawingml/2006/main">
              <a:ext uri="{FF2B5EF4-FFF2-40B4-BE49-F238E27FC236}">
                <a16:creationId xmlns:a16="http://schemas.microsoft.com/office/drawing/2014/main" id="{3A427EBA-0492-4D26-BF0B-6E9349B3DE14}"/>
              </a:ext>
            </a:extLst>
          </p:cNvPr>
          <p:cNvSpPr>
            <a:spLocks xmlns:a="http://schemas.openxmlformats.org/drawingml/2006/main" noGrp="1"/>
          </p:cNvSpPr>
          <p:nvPr/>
        </p:nvSpPr>
        <p:spPr>
          <a:xfrm xmlns:a="http://schemas.openxmlformats.org/drawingml/2006/main">
            <a:off x="762000" y="3705225"/>
            <a:ext cx="5410200" cy="31718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20" name="dp41-background / n19 / text 1">
            <a:extLst xmlns:a="http://schemas.openxmlformats.org/drawingml/2006/main">
              <a:ext uri="{FF2B5EF4-FFF2-40B4-BE49-F238E27FC236}">
                <a16:creationId xmlns:a16="http://schemas.microsoft.com/office/drawing/2014/main" id="{58C86A8C-AEE2-42AB-9631-3EC7E0A140FF}"/>
              </a:ext>
            </a:extLst>
          </p:cNvPr>
          <p:cNvSpPr>
            <a:spLocks xmlns:a="http://schemas.openxmlformats.org/drawingml/2006/main" noGrp="1"/>
          </p:cNvSpPr>
          <p:nvPr/>
        </p:nvSpPr>
        <p:spPr>
          <a:xfrm xmlns:a="http://schemas.openxmlformats.org/drawingml/2006/main">
            <a:off x="952500" y="3867150"/>
            <a:ext cx="5048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매출 현황.xlsx</a:t>
            </a:r>
          </a:p>
        </p:txBody>
      </p:sp>
      <p:sp>
        <p:nvSpPr>
          <p:cNvPr id="21" name="dp41-background / n20 / text 1">
            <a:extLst xmlns:a="http://schemas.openxmlformats.org/drawingml/2006/main">
              <a:ext uri="{FF2B5EF4-FFF2-40B4-BE49-F238E27FC236}">
                <a16:creationId xmlns:a16="http://schemas.microsoft.com/office/drawing/2014/main" id="{1A7A4B07-9940-40A7-B22E-F6DA42733180}"/>
              </a:ext>
            </a:extLst>
          </p:cNvPr>
          <p:cNvSpPr>
            <a:spLocks xmlns:a="http://schemas.openxmlformats.org/drawingml/2006/main" noGrp="1"/>
          </p:cNvSpPr>
          <p:nvPr/>
        </p:nvSpPr>
        <p:spPr>
          <a:xfrm xmlns:a="http://schemas.openxmlformats.org/drawingml/2006/main">
            <a:off x="952500" y="4305300"/>
            <a:ext cx="5048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2858A5"/>
                </a:solidFill>
                <a:latin typeface="Apple SD Gothic Neo"/>
                <a:ea typeface="Apple SD Gothic Neo"/>
                <a:cs typeface="Apple SD Gothic Neo"/>
              </a:defRPr>
            </a:pPr>
            <a:r>
              <a:rPr sz="1725" b="1">
                <a:solidFill>
                  <a:srgbClr val="2858A5"/>
                </a:solidFill>
                <a:latin typeface="Apple SD Gothic Neo"/>
                <a:ea typeface="Apple SD Gothic Neo"/>
                <a:cs typeface="Apple SD Gothic Neo"/>
              </a:rPr>
              <a:t>선택 범위 A1:D4</a:t>
            </a:r>
          </a:p>
        </p:txBody>
      </p:sp>
      <p:sp>
        <p:nvSpPr>
          <p:cNvPr id="22" name="dp41-background / n21">
            <a:extLst xmlns:a="http://schemas.openxmlformats.org/drawingml/2006/main">
              <a:ext uri="{FF2B5EF4-FFF2-40B4-BE49-F238E27FC236}">
                <a16:creationId xmlns:a16="http://schemas.microsoft.com/office/drawing/2014/main" id="{1AFE8325-F7C4-4800-91E6-AD907AC850A0}"/>
              </a:ext>
            </a:extLst>
          </p:cNvPr>
          <p:cNvSpPr>
            <a:spLocks xmlns:a="http://schemas.openxmlformats.org/drawingml/2006/main" noGrp="1"/>
          </p:cNvSpPr>
          <p:nvPr/>
        </p:nvSpPr>
        <p:spPr>
          <a:xfrm xmlns:a="http://schemas.openxmlformats.org/drawingml/2006/main">
            <a:off x="952500" y="4810125"/>
            <a:ext cx="5029200" cy="1638300"/>
          </a:xfrm>
          <a:prstGeom xmlns:a="http://schemas.openxmlformats.org/drawingml/2006/main" prst="rect">
            <a:avLst/>
          </a:prstGeom>
          <a:solidFill xmlns:a="http://schemas.openxmlformats.org/drawingml/2006/main">
            <a:srgbClr val="F3F7FC"/>
          </a:solidFill>
          <a:ln xmlns:a="http://schemas.openxmlformats.org/drawingml/2006/main" w="16193">
            <a:solidFill>
              <a:srgbClr val="2858A5"/>
            </a:solidFill>
            <a:prstDash val="solid"/>
          </a:ln>
        </p:spPr>
      </p:sp>
      <p:sp>
        <p:nvSpPr>
          <p:cNvPr id="23" name="dp41-background / n22">
            <a:extLst xmlns:a="http://schemas.openxmlformats.org/drawingml/2006/main">
              <a:ext uri="{FF2B5EF4-FFF2-40B4-BE49-F238E27FC236}">
                <a16:creationId xmlns:a16="http://schemas.microsoft.com/office/drawing/2014/main" id="{7C4857AA-F913-4751-B036-7A787A5F684A}"/>
              </a:ext>
            </a:extLst>
          </p:cNvPr>
          <p:cNvSpPr>
            <a:spLocks xmlns:a="http://schemas.openxmlformats.org/drawingml/2006/main" noGrp="1"/>
          </p:cNvSpPr>
          <p:nvPr/>
        </p:nvSpPr>
        <p:spPr>
          <a:xfrm xmlns:a="http://schemas.openxmlformats.org/drawingml/2006/main">
            <a:off x="952500" y="4810125"/>
            <a:ext cx="5029200" cy="409575"/>
          </a:xfrm>
          <a:prstGeom xmlns:a="http://schemas.openxmlformats.org/drawingml/2006/main" prst="rect">
            <a:avLst/>
          </a:prstGeom>
          <a:solidFill xmlns:a="http://schemas.openxmlformats.org/drawingml/2006/main">
            <a:srgbClr val="E4EDF8"/>
          </a:solidFill>
          <a:ln xmlns:a="http://schemas.openxmlformats.org/drawingml/2006/main" w="0">
            <a:noFill/>
            <a:prstDash val="solid"/>
          </a:ln>
        </p:spPr>
      </p:sp>
      <p:sp>
        <p:nvSpPr>
          <p:cNvPr id="24" name="dp41-background / n23 / path">
            <a:extLst xmlns:a="http://schemas.openxmlformats.org/drawingml/2006/main">
              <a:ext uri="{FF2B5EF4-FFF2-40B4-BE49-F238E27FC236}">
                <a16:creationId xmlns:a16="http://schemas.microsoft.com/office/drawing/2014/main" id="{7C726497-FF22-4A1C-A80A-77D732B04CAE}"/>
              </a:ext>
            </a:extLst>
          </p:cNvPr>
          <p:cNvSpPr>
            <a:spLocks xmlns:a="http://schemas.openxmlformats.org/drawingml/2006/main" noGrp="1"/>
          </p:cNvSpPr>
          <p:nvPr/>
        </p:nvSpPr>
        <p:spPr>
          <a:xfrm xmlns:a="http://schemas.openxmlformats.org/drawingml/2006/main">
            <a:off x="22098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5" name="dp41-background / n24 / path">
            <a:extLst xmlns:a="http://schemas.openxmlformats.org/drawingml/2006/main">
              <a:ext uri="{FF2B5EF4-FFF2-40B4-BE49-F238E27FC236}">
                <a16:creationId xmlns:a16="http://schemas.microsoft.com/office/drawing/2014/main" id="{828D0C00-94D0-44BF-8F23-35B3B4B302A4}"/>
              </a:ext>
            </a:extLst>
          </p:cNvPr>
          <p:cNvSpPr>
            <a:spLocks xmlns:a="http://schemas.openxmlformats.org/drawingml/2006/main" noGrp="1"/>
          </p:cNvSpPr>
          <p:nvPr/>
        </p:nvSpPr>
        <p:spPr>
          <a:xfrm xmlns:a="http://schemas.openxmlformats.org/drawingml/2006/main">
            <a:off x="34671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6" name="dp41-background / n25 / path">
            <a:extLst xmlns:a="http://schemas.openxmlformats.org/drawingml/2006/main">
              <a:ext uri="{FF2B5EF4-FFF2-40B4-BE49-F238E27FC236}">
                <a16:creationId xmlns:a16="http://schemas.microsoft.com/office/drawing/2014/main" id="{A82A28B4-37C7-4E5A-BDFD-08DA6C9D9359}"/>
              </a:ext>
            </a:extLst>
          </p:cNvPr>
          <p:cNvSpPr>
            <a:spLocks xmlns:a="http://schemas.openxmlformats.org/drawingml/2006/main" noGrp="1"/>
          </p:cNvSpPr>
          <p:nvPr/>
        </p:nvSpPr>
        <p:spPr>
          <a:xfrm xmlns:a="http://schemas.openxmlformats.org/drawingml/2006/main">
            <a:off x="4724400" y="4810125"/>
            <a:ext cx="953" cy="1638300"/>
          </a:xfrm>
          <a:custGeom xmlns:a="http://schemas.openxmlformats.org/drawingml/2006/main">
            <a:pathLst>
              <a:path w="953" h="1638300">
                <a:moveTo>
                  <a:pt x="0" y="0"/>
                </a:moveTo>
                <a:lnTo>
                  <a:pt x="0" y="1638300"/>
                </a:lnTo>
              </a:path>
            </a:pathLst>
          </a:custGeom>
          <a:noFill xmlns:a="http://schemas.openxmlformats.org/drawingml/2006/main"/>
          <a:ln xmlns:a="http://schemas.openxmlformats.org/drawingml/2006/main" w="9525">
            <a:solidFill>
              <a:srgbClr val="CDD6DE"/>
            </a:solidFill>
            <a:prstDash val="solid"/>
          </a:ln>
        </p:spPr>
      </p:sp>
      <p:sp>
        <p:nvSpPr>
          <p:cNvPr id="27" name="dp41-background / n26 / path">
            <a:extLst xmlns:a="http://schemas.openxmlformats.org/drawingml/2006/main">
              <a:ext uri="{FF2B5EF4-FFF2-40B4-BE49-F238E27FC236}">
                <a16:creationId xmlns:a16="http://schemas.microsoft.com/office/drawing/2014/main" id="{5FE65E71-46CA-41EA-897B-5EB4206B9032}"/>
              </a:ext>
            </a:extLst>
          </p:cNvPr>
          <p:cNvSpPr>
            <a:spLocks xmlns:a="http://schemas.openxmlformats.org/drawingml/2006/main" noGrp="1"/>
          </p:cNvSpPr>
          <p:nvPr/>
        </p:nvSpPr>
        <p:spPr>
          <a:xfrm xmlns:a="http://schemas.openxmlformats.org/drawingml/2006/main">
            <a:off x="952500" y="5219700"/>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28" name="dp41-background / n27 / path">
            <a:extLst xmlns:a="http://schemas.openxmlformats.org/drawingml/2006/main">
              <a:ext uri="{FF2B5EF4-FFF2-40B4-BE49-F238E27FC236}">
                <a16:creationId xmlns:a16="http://schemas.microsoft.com/office/drawing/2014/main" id="{D677B90E-9E16-4BEE-A568-2D269E5E0D02}"/>
              </a:ext>
            </a:extLst>
          </p:cNvPr>
          <p:cNvSpPr>
            <a:spLocks xmlns:a="http://schemas.openxmlformats.org/drawingml/2006/main" noGrp="1"/>
          </p:cNvSpPr>
          <p:nvPr/>
        </p:nvSpPr>
        <p:spPr>
          <a:xfrm xmlns:a="http://schemas.openxmlformats.org/drawingml/2006/main">
            <a:off x="952500" y="5629275"/>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29" name="dp41-background / n28 / path">
            <a:extLst xmlns:a="http://schemas.openxmlformats.org/drawingml/2006/main">
              <a:ext uri="{FF2B5EF4-FFF2-40B4-BE49-F238E27FC236}">
                <a16:creationId xmlns:a16="http://schemas.microsoft.com/office/drawing/2014/main" id="{F8520198-2E7F-4902-B1A2-A3F4168D49DF}"/>
              </a:ext>
            </a:extLst>
          </p:cNvPr>
          <p:cNvSpPr>
            <a:spLocks xmlns:a="http://schemas.openxmlformats.org/drawingml/2006/main" noGrp="1"/>
          </p:cNvSpPr>
          <p:nvPr/>
        </p:nvSpPr>
        <p:spPr>
          <a:xfrm xmlns:a="http://schemas.openxmlformats.org/drawingml/2006/main">
            <a:off x="952500" y="6038850"/>
            <a:ext cx="5029200" cy="953"/>
          </a:xfrm>
          <a:custGeom xmlns:a="http://schemas.openxmlformats.org/drawingml/2006/main">
            <a:pathLst>
              <a:path w="5029200" h="953">
                <a:moveTo>
                  <a:pt x="0" y="0"/>
                </a:moveTo>
                <a:lnTo>
                  <a:pt x="5029200" y="0"/>
                </a:lnTo>
              </a:path>
            </a:pathLst>
          </a:custGeom>
          <a:noFill xmlns:a="http://schemas.openxmlformats.org/drawingml/2006/main"/>
          <a:ln xmlns:a="http://schemas.openxmlformats.org/drawingml/2006/main" w="9525">
            <a:solidFill>
              <a:srgbClr val="CDD6DE"/>
            </a:solidFill>
            <a:prstDash val="solid"/>
          </a:ln>
        </p:spPr>
      </p:sp>
      <p:sp>
        <p:nvSpPr>
          <p:cNvPr id="30" name="dp41-background / n29 / text 1">
            <a:extLst xmlns:a="http://schemas.openxmlformats.org/drawingml/2006/main">
              <a:ext uri="{FF2B5EF4-FFF2-40B4-BE49-F238E27FC236}">
                <a16:creationId xmlns:a16="http://schemas.microsoft.com/office/drawing/2014/main" id="{B08D943C-086D-49B2-962D-17EFAF43CF38}"/>
              </a:ext>
            </a:extLst>
          </p:cNvPr>
          <p:cNvSpPr>
            <a:spLocks xmlns:a="http://schemas.openxmlformats.org/drawingml/2006/main" noGrp="1"/>
          </p:cNvSpPr>
          <p:nvPr/>
        </p:nvSpPr>
        <p:spPr>
          <a:xfrm xmlns:a="http://schemas.openxmlformats.org/drawingml/2006/main">
            <a:off x="10096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항목</a:t>
            </a:r>
          </a:p>
        </p:txBody>
      </p:sp>
      <p:sp>
        <p:nvSpPr>
          <p:cNvPr id="31" name="dp41-background / n30 / text 1">
            <a:extLst xmlns:a="http://schemas.openxmlformats.org/drawingml/2006/main">
              <a:ext uri="{FF2B5EF4-FFF2-40B4-BE49-F238E27FC236}">
                <a16:creationId xmlns:a16="http://schemas.microsoft.com/office/drawing/2014/main" id="{D0BF06A2-4489-4460-A0D3-2459DBB8DBA8}"/>
              </a:ext>
            </a:extLst>
          </p:cNvPr>
          <p:cNvSpPr>
            <a:spLocks xmlns:a="http://schemas.openxmlformats.org/drawingml/2006/main" noGrp="1"/>
          </p:cNvSpPr>
          <p:nvPr/>
        </p:nvSpPr>
        <p:spPr>
          <a:xfrm xmlns:a="http://schemas.openxmlformats.org/drawingml/2006/main">
            <a:off x="22669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1분기</a:t>
            </a:r>
          </a:p>
        </p:txBody>
      </p:sp>
      <p:sp>
        <p:nvSpPr>
          <p:cNvPr id="32" name="dp41-background / n31 / text 1">
            <a:extLst xmlns:a="http://schemas.openxmlformats.org/drawingml/2006/main">
              <a:ext uri="{FF2B5EF4-FFF2-40B4-BE49-F238E27FC236}">
                <a16:creationId xmlns:a16="http://schemas.microsoft.com/office/drawing/2014/main" id="{930D3EDE-09D3-444F-A070-CF9CEA4A9D0A}"/>
              </a:ext>
            </a:extLst>
          </p:cNvPr>
          <p:cNvSpPr>
            <a:spLocks xmlns:a="http://schemas.openxmlformats.org/drawingml/2006/main" noGrp="1"/>
          </p:cNvSpPr>
          <p:nvPr/>
        </p:nvSpPr>
        <p:spPr>
          <a:xfrm xmlns:a="http://schemas.openxmlformats.org/drawingml/2006/main">
            <a:off x="35242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2분기</a:t>
            </a:r>
          </a:p>
        </p:txBody>
      </p:sp>
      <p:sp>
        <p:nvSpPr>
          <p:cNvPr id="33" name="dp41-background / n32 / text 1">
            <a:extLst xmlns:a="http://schemas.openxmlformats.org/drawingml/2006/main">
              <a:ext uri="{FF2B5EF4-FFF2-40B4-BE49-F238E27FC236}">
                <a16:creationId xmlns:a16="http://schemas.microsoft.com/office/drawing/2014/main" id="{4EF0857F-8C41-49F1-8967-82AFB67B970A}"/>
              </a:ext>
            </a:extLst>
          </p:cNvPr>
          <p:cNvSpPr>
            <a:spLocks xmlns:a="http://schemas.openxmlformats.org/drawingml/2006/main" noGrp="1"/>
          </p:cNvSpPr>
          <p:nvPr/>
        </p:nvSpPr>
        <p:spPr>
          <a:xfrm xmlns:a="http://schemas.openxmlformats.org/drawingml/2006/main">
            <a:off x="4781550" y="491490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합계</a:t>
            </a:r>
          </a:p>
        </p:txBody>
      </p:sp>
      <p:sp>
        <p:nvSpPr>
          <p:cNvPr id="34" name="dp41-background / n33 / text 1">
            <a:extLst xmlns:a="http://schemas.openxmlformats.org/drawingml/2006/main">
              <a:ext uri="{FF2B5EF4-FFF2-40B4-BE49-F238E27FC236}">
                <a16:creationId xmlns:a16="http://schemas.microsoft.com/office/drawing/2014/main" id="{85446971-20BD-4E02-8927-E1F1FA59AD8E}"/>
              </a:ext>
            </a:extLst>
          </p:cNvPr>
          <p:cNvSpPr>
            <a:spLocks xmlns:a="http://schemas.openxmlformats.org/drawingml/2006/main" noGrp="1"/>
          </p:cNvSpPr>
          <p:nvPr/>
        </p:nvSpPr>
        <p:spPr>
          <a:xfrm xmlns:a="http://schemas.openxmlformats.org/drawingml/2006/main">
            <a:off x="10096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제품 A</a:t>
            </a:r>
          </a:p>
        </p:txBody>
      </p:sp>
      <p:sp>
        <p:nvSpPr>
          <p:cNvPr id="35" name="dp41-background / n34 / text 1">
            <a:extLst xmlns:a="http://schemas.openxmlformats.org/drawingml/2006/main">
              <a:ext uri="{FF2B5EF4-FFF2-40B4-BE49-F238E27FC236}">
                <a16:creationId xmlns:a16="http://schemas.microsoft.com/office/drawing/2014/main" id="{67140805-0576-4C4C-9254-A0DCFBCB7E12}"/>
              </a:ext>
            </a:extLst>
          </p:cNvPr>
          <p:cNvSpPr>
            <a:spLocks xmlns:a="http://schemas.openxmlformats.org/drawingml/2006/main" noGrp="1"/>
          </p:cNvSpPr>
          <p:nvPr/>
        </p:nvSpPr>
        <p:spPr>
          <a:xfrm xmlns:a="http://schemas.openxmlformats.org/drawingml/2006/main">
            <a:off x="22669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120</a:t>
            </a:r>
          </a:p>
        </p:txBody>
      </p:sp>
      <p:sp>
        <p:nvSpPr>
          <p:cNvPr id="36" name="dp41-background / n35 / text 1">
            <a:extLst xmlns:a="http://schemas.openxmlformats.org/drawingml/2006/main">
              <a:ext uri="{FF2B5EF4-FFF2-40B4-BE49-F238E27FC236}">
                <a16:creationId xmlns:a16="http://schemas.microsoft.com/office/drawing/2014/main" id="{2187544D-66F3-47E5-A2CD-3F84D02B7491}"/>
              </a:ext>
            </a:extLst>
          </p:cNvPr>
          <p:cNvSpPr>
            <a:spLocks xmlns:a="http://schemas.openxmlformats.org/drawingml/2006/main" noGrp="1"/>
          </p:cNvSpPr>
          <p:nvPr/>
        </p:nvSpPr>
        <p:spPr>
          <a:xfrm xmlns:a="http://schemas.openxmlformats.org/drawingml/2006/main">
            <a:off x="35242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140</a:t>
            </a:r>
          </a:p>
        </p:txBody>
      </p:sp>
      <p:sp>
        <p:nvSpPr>
          <p:cNvPr id="37" name="dp41-background / n36 / text 1">
            <a:extLst xmlns:a="http://schemas.openxmlformats.org/drawingml/2006/main">
              <a:ext uri="{FF2B5EF4-FFF2-40B4-BE49-F238E27FC236}">
                <a16:creationId xmlns:a16="http://schemas.microsoft.com/office/drawing/2014/main" id="{CBD1F978-ECD8-4980-A7E8-E7240DD0BD06}"/>
              </a:ext>
            </a:extLst>
          </p:cNvPr>
          <p:cNvSpPr>
            <a:spLocks xmlns:a="http://schemas.openxmlformats.org/drawingml/2006/main" noGrp="1"/>
          </p:cNvSpPr>
          <p:nvPr/>
        </p:nvSpPr>
        <p:spPr>
          <a:xfrm xmlns:a="http://schemas.openxmlformats.org/drawingml/2006/main">
            <a:off x="4781550" y="532447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260</a:t>
            </a:r>
          </a:p>
        </p:txBody>
      </p:sp>
      <p:sp>
        <p:nvSpPr>
          <p:cNvPr id="38" name="dp41-background / n37 / text 1">
            <a:extLst xmlns:a="http://schemas.openxmlformats.org/drawingml/2006/main">
              <a:ext uri="{FF2B5EF4-FFF2-40B4-BE49-F238E27FC236}">
                <a16:creationId xmlns:a16="http://schemas.microsoft.com/office/drawing/2014/main" id="{A571F6E6-E21E-4FCA-82FD-7FB420BB6064}"/>
              </a:ext>
            </a:extLst>
          </p:cNvPr>
          <p:cNvSpPr>
            <a:spLocks xmlns:a="http://schemas.openxmlformats.org/drawingml/2006/main" noGrp="1"/>
          </p:cNvSpPr>
          <p:nvPr/>
        </p:nvSpPr>
        <p:spPr>
          <a:xfrm xmlns:a="http://schemas.openxmlformats.org/drawingml/2006/main">
            <a:off x="10096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제품 B</a:t>
            </a:r>
          </a:p>
        </p:txBody>
      </p:sp>
      <p:sp>
        <p:nvSpPr>
          <p:cNvPr id="39" name="dp41-background / n38 / text 1">
            <a:extLst xmlns:a="http://schemas.openxmlformats.org/drawingml/2006/main">
              <a:ext uri="{FF2B5EF4-FFF2-40B4-BE49-F238E27FC236}">
                <a16:creationId xmlns:a16="http://schemas.microsoft.com/office/drawing/2014/main" id="{256AB43F-51CD-413D-82FA-EB760BC03B93}"/>
              </a:ext>
            </a:extLst>
          </p:cNvPr>
          <p:cNvSpPr>
            <a:spLocks xmlns:a="http://schemas.openxmlformats.org/drawingml/2006/main" noGrp="1"/>
          </p:cNvSpPr>
          <p:nvPr/>
        </p:nvSpPr>
        <p:spPr>
          <a:xfrm xmlns:a="http://schemas.openxmlformats.org/drawingml/2006/main">
            <a:off x="22669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80</a:t>
            </a:r>
          </a:p>
        </p:txBody>
      </p:sp>
      <p:sp>
        <p:nvSpPr>
          <p:cNvPr id="40" name="dp41-background / n39 / text 1">
            <a:extLst xmlns:a="http://schemas.openxmlformats.org/drawingml/2006/main">
              <a:ext uri="{FF2B5EF4-FFF2-40B4-BE49-F238E27FC236}">
                <a16:creationId xmlns:a16="http://schemas.microsoft.com/office/drawing/2014/main" id="{FD9C5D38-688F-4F07-B540-2CD4CF9947CA}"/>
              </a:ext>
            </a:extLst>
          </p:cNvPr>
          <p:cNvSpPr>
            <a:spLocks xmlns:a="http://schemas.openxmlformats.org/drawingml/2006/main" noGrp="1"/>
          </p:cNvSpPr>
          <p:nvPr/>
        </p:nvSpPr>
        <p:spPr>
          <a:xfrm xmlns:a="http://schemas.openxmlformats.org/drawingml/2006/main">
            <a:off x="35242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100</a:t>
            </a:r>
          </a:p>
        </p:txBody>
      </p:sp>
      <p:sp>
        <p:nvSpPr>
          <p:cNvPr id="41" name="dp41-background / n40 / text 1">
            <a:extLst xmlns:a="http://schemas.openxmlformats.org/drawingml/2006/main">
              <a:ext uri="{FF2B5EF4-FFF2-40B4-BE49-F238E27FC236}">
                <a16:creationId xmlns:a16="http://schemas.microsoft.com/office/drawing/2014/main" id="{71713AAB-AD9F-41F6-8787-8D52B3A27489}"/>
              </a:ext>
            </a:extLst>
          </p:cNvPr>
          <p:cNvSpPr>
            <a:spLocks xmlns:a="http://schemas.openxmlformats.org/drawingml/2006/main" noGrp="1"/>
          </p:cNvSpPr>
          <p:nvPr/>
        </p:nvSpPr>
        <p:spPr>
          <a:xfrm xmlns:a="http://schemas.openxmlformats.org/drawingml/2006/main">
            <a:off x="4781550" y="5734050"/>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180</a:t>
            </a:r>
          </a:p>
        </p:txBody>
      </p:sp>
      <p:sp>
        <p:nvSpPr>
          <p:cNvPr id="42" name="dp41-background / n41 / text 1">
            <a:extLst xmlns:a="http://schemas.openxmlformats.org/drawingml/2006/main">
              <a:ext uri="{FF2B5EF4-FFF2-40B4-BE49-F238E27FC236}">
                <a16:creationId xmlns:a16="http://schemas.microsoft.com/office/drawing/2014/main" id="{4E57F78C-9BEC-4D04-A91D-0C4979830042}"/>
              </a:ext>
            </a:extLst>
          </p:cNvPr>
          <p:cNvSpPr>
            <a:spLocks xmlns:a="http://schemas.openxmlformats.org/drawingml/2006/main" noGrp="1"/>
          </p:cNvSpPr>
          <p:nvPr/>
        </p:nvSpPr>
        <p:spPr>
          <a:xfrm xmlns:a="http://schemas.openxmlformats.org/drawingml/2006/main">
            <a:off x="10096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합계</a:t>
            </a:r>
          </a:p>
        </p:txBody>
      </p:sp>
      <p:sp>
        <p:nvSpPr>
          <p:cNvPr id="43" name="dp41-background / n42 / text 1">
            <a:extLst xmlns:a="http://schemas.openxmlformats.org/drawingml/2006/main">
              <a:ext uri="{FF2B5EF4-FFF2-40B4-BE49-F238E27FC236}">
                <a16:creationId xmlns:a16="http://schemas.microsoft.com/office/drawing/2014/main" id="{BF3EE9CF-82B0-4E1B-8723-F7E626989B65}"/>
              </a:ext>
            </a:extLst>
          </p:cNvPr>
          <p:cNvSpPr>
            <a:spLocks xmlns:a="http://schemas.openxmlformats.org/drawingml/2006/main" noGrp="1"/>
          </p:cNvSpPr>
          <p:nvPr/>
        </p:nvSpPr>
        <p:spPr>
          <a:xfrm xmlns:a="http://schemas.openxmlformats.org/drawingml/2006/main">
            <a:off x="22669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200</a:t>
            </a:r>
          </a:p>
        </p:txBody>
      </p:sp>
      <p:sp>
        <p:nvSpPr>
          <p:cNvPr id="44" name="dp41-background / n43 / text 1">
            <a:extLst xmlns:a="http://schemas.openxmlformats.org/drawingml/2006/main">
              <a:ext uri="{FF2B5EF4-FFF2-40B4-BE49-F238E27FC236}">
                <a16:creationId xmlns:a16="http://schemas.microsoft.com/office/drawing/2014/main" id="{BFC0B6DB-92DC-4B31-9F5A-BD206C4AD558}"/>
              </a:ext>
            </a:extLst>
          </p:cNvPr>
          <p:cNvSpPr>
            <a:spLocks xmlns:a="http://schemas.openxmlformats.org/drawingml/2006/main" noGrp="1"/>
          </p:cNvSpPr>
          <p:nvPr/>
        </p:nvSpPr>
        <p:spPr>
          <a:xfrm xmlns:a="http://schemas.openxmlformats.org/drawingml/2006/main">
            <a:off x="35242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240</a:t>
            </a:r>
          </a:p>
        </p:txBody>
      </p:sp>
      <p:sp>
        <p:nvSpPr>
          <p:cNvPr id="45" name="dp41-background / n44 / text 1">
            <a:extLst xmlns:a="http://schemas.openxmlformats.org/drawingml/2006/main">
              <a:ext uri="{FF2B5EF4-FFF2-40B4-BE49-F238E27FC236}">
                <a16:creationId xmlns:a16="http://schemas.microsoft.com/office/drawing/2014/main" id="{9F7FA958-77A3-43C8-9661-7A6C40A657CD}"/>
              </a:ext>
            </a:extLst>
          </p:cNvPr>
          <p:cNvSpPr>
            <a:spLocks xmlns:a="http://schemas.openxmlformats.org/drawingml/2006/main" noGrp="1"/>
          </p:cNvSpPr>
          <p:nvPr/>
        </p:nvSpPr>
        <p:spPr>
          <a:xfrm xmlns:a="http://schemas.openxmlformats.org/drawingml/2006/main">
            <a:off x="4781550" y="6143625"/>
            <a:ext cx="1143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440</a:t>
            </a:r>
          </a:p>
        </p:txBody>
      </p:sp>
      <p:sp>
        <p:nvSpPr>
          <p:cNvPr id="46" name="dp41-background / n45">
            <a:extLst xmlns:a="http://schemas.openxmlformats.org/drawingml/2006/main">
              <a:ext uri="{FF2B5EF4-FFF2-40B4-BE49-F238E27FC236}">
                <a16:creationId xmlns:a16="http://schemas.microsoft.com/office/drawing/2014/main" id="{71B8C96D-75F7-48FD-99D3-3BCA2D05D5DD}"/>
              </a:ext>
            </a:extLst>
          </p:cNvPr>
          <p:cNvSpPr>
            <a:spLocks xmlns:a="http://schemas.openxmlformats.org/drawingml/2006/main" noGrp="1"/>
          </p:cNvSpPr>
          <p:nvPr/>
        </p:nvSpPr>
        <p:spPr>
          <a:xfrm xmlns:a="http://schemas.openxmlformats.org/drawingml/2006/main">
            <a:off x="6381750" y="3705225"/>
            <a:ext cx="4648200" cy="31718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47" name="dp41-background / n46 / text 1">
            <a:extLst xmlns:a="http://schemas.openxmlformats.org/drawingml/2006/main">
              <a:ext uri="{FF2B5EF4-FFF2-40B4-BE49-F238E27FC236}">
                <a16:creationId xmlns:a16="http://schemas.microsoft.com/office/drawing/2014/main" id="{813DB3ED-84B3-453A-9D50-27B1E3A365C3}"/>
              </a:ext>
            </a:extLst>
          </p:cNvPr>
          <p:cNvSpPr>
            <a:spLocks xmlns:a="http://schemas.openxmlformats.org/drawingml/2006/main" noGrp="1"/>
          </p:cNvSpPr>
          <p:nvPr/>
        </p:nvSpPr>
        <p:spPr>
          <a:xfrm xmlns:a="http://schemas.openxmlformats.org/drawingml/2006/main">
            <a:off x="6572250" y="3867150"/>
            <a:ext cx="42672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이전 요청과 업무(Task) 후보</a:t>
            </a:r>
          </a:p>
        </p:txBody>
      </p:sp>
      <p:sp>
        <p:nvSpPr>
          <p:cNvPr id="48" name="dp41-background / n47 / text 1">
            <a:extLst xmlns:a="http://schemas.openxmlformats.org/drawingml/2006/main">
              <a:ext uri="{FF2B5EF4-FFF2-40B4-BE49-F238E27FC236}">
                <a16:creationId xmlns:a16="http://schemas.microsoft.com/office/drawing/2014/main" id="{FB973E31-275A-43E6-A64C-40B77B88C594}"/>
              </a:ext>
            </a:extLst>
          </p:cNvPr>
          <p:cNvSpPr>
            <a:spLocks xmlns:a="http://schemas.openxmlformats.org/drawingml/2006/main" noGrp="1"/>
          </p:cNvSpPr>
          <p:nvPr/>
        </p:nvSpPr>
        <p:spPr>
          <a:xfrm xmlns:a="http://schemas.openxmlformats.org/drawingml/2006/main">
            <a:off x="6572250" y="4333875"/>
            <a:ext cx="42672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Task1: 예산 보고서</a:t>
            </a:r>
          </a:p>
        </p:txBody>
      </p:sp>
      <p:sp>
        <p:nvSpPr>
          <p:cNvPr id="49" name="dp41-background / n48 / text 1">
            <a:extLst xmlns:a="http://schemas.openxmlformats.org/drawingml/2006/main">
              <a:ext uri="{FF2B5EF4-FFF2-40B4-BE49-F238E27FC236}">
                <a16:creationId xmlns:a16="http://schemas.microsoft.com/office/drawing/2014/main" id="{973AE5AF-6B54-4433-8579-479792A936CB}"/>
              </a:ext>
            </a:extLst>
          </p:cNvPr>
          <p:cNvSpPr>
            <a:spLocks xmlns:a="http://schemas.openxmlformats.org/drawingml/2006/main" noGrp="1"/>
          </p:cNvSpPr>
          <p:nvPr/>
        </p:nvSpPr>
        <p:spPr>
          <a:xfrm xmlns:a="http://schemas.openxmlformats.org/drawingml/2006/main">
            <a:off x="6572250" y="4714875"/>
            <a:ext cx="42672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“예산 보고서 만들어줘” / 진행 중</a:t>
            </a:r>
          </a:p>
        </p:txBody>
      </p:sp>
      <p:sp>
        <p:nvSpPr>
          <p:cNvPr id="50" name="dp41-background / n49 / path">
            <a:extLst xmlns:a="http://schemas.openxmlformats.org/drawingml/2006/main">
              <a:ext uri="{FF2B5EF4-FFF2-40B4-BE49-F238E27FC236}">
                <a16:creationId xmlns:a16="http://schemas.microsoft.com/office/drawing/2014/main" id="{C54BC6CD-E3B0-47A2-82DA-448F475A7EC4}"/>
              </a:ext>
            </a:extLst>
          </p:cNvPr>
          <p:cNvSpPr>
            <a:spLocks xmlns:a="http://schemas.openxmlformats.org/drawingml/2006/main" noGrp="1"/>
          </p:cNvSpPr>
          <p:nvPr/>
        </p:nvSpPr>
        <p:spPr>
          <a:xfrm xmlns:a="http://schemas.openxmlformats.org/drawingml/2006/main">
            <a:off x="6572250" y="5105400"/>
            <a:ext cx="4267200" cy="953"/>
          </a:xfrm>
          <a:custGeom xmlns:a="http://schemas.openxmlformats.org/drawingml/2006/main">
            <a:pathLst>
              <a:path w="4267200" h="953">
                <a:moveTo>
                  <a:pt x="0" y="0"/>
                </a:moveTo>
                <a:lnTo>
                  <a:pt x="4267200" y="0"/>
                </a:lnTo>
              </a:path>
            </a:pathLst>
          </a:custGeom>
          <a:noFill xmlns:a="http://schemas.openxmlformats.org/drawingml/2006/main"/>
          <a:ln xmlns:a="http://schemas.openxmlformats.org/drawingml/2006/main" w="9525">
            <a:solidFill>
              <a:srgbClr val="CDD6DE"/>
            </a:solidFill>
            <a:prstDash val="solid"/>
          </a:ln>
        </p:spPr>
      </p:sp>
      <p:sp>
        <p:nvSpPr>
          <p:cNvPr id="51" name="dp41-background / n50 / text 1">
            <a:extLst xmlns:a="http://schemas.openxmlformats.org/drawingml/2006/main">
              <a:ext uri="{FF2B5EF4-FFF2-40B4-BE49-F238E27FC236}">
                <a16:creationId xmlns:a16="http://schemas.microsoft.com/office/drawing/2014/main" id="{DE1435B1-B907-4B7E-9B33-0F3993EA8DBB}"/>
              </a:ext>
            </a:extLst>
          </p:cNvPr>
          <p:cNvSpPr>
            <a:spLocks xmlns:a="http://schemas.openxmlformats.org/drawingml/2006/main" noGrp="1"/>
          </p:cNvSpPr>
          <p:nvPr/>
        </p:nvSpPr>
        <p:spPr>
          <a:xfrm xmlns:a="http://schemas.openxmlformats.org/drawingml/2006/main">
            <a:off x="6572250" y="5305425"/>
            <a:ext cx="42672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Task2: 실적 보고서</a:t>
            </a:r>
          </a:p>
        </p:txBody>
      </p:sp>
      <p:sp>
        <p:nvSpPr>
          <p:cNvPr id="52" name="dp41-background / n51 / text 1">
            <a:extLst xmlns:a="http://schemas.openxmlformats.org/drawingml/2006/main">
              <a:ext uri="{FF2B5EF4-FFF2-40B4-BE49-F238E27FC236}">
                <a16:creationId xmlns:a16="http://schemas.microsoft.com/office/drawing/2014/main" id="{64A56BCB-6F02-4F1E-9CC3-7C04B8DFA415}"/>
              </a:ext>
            </a:extLst>
          </p:cNvPr>
          <p:cNvSpPr>
            <a:spLocks xmlns:a="http://schemas.openxmlformats.org/drawingml/2006/main" noGrp="1"/>
          </p:cNvSpPr>
          <p:nvPr/>
        </p:nvSpPr>
        <p:spPr>
          <a:xfrm xmlns:a="http://schemas.openxmlformats.org/drawingml/2006/main">
            <a:off x="6572250" y="5686425"/>
            <a:ext cx="42672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“실적 보고서 만들어줘” / 진행 중</a:t>
            </a:r>
          </a:p>
        </p:txBody>
      </p:sp>
      <p:sp>
        <p:nvSpPr>
          <p:cNvPr id="53" name="dp41-background / n52 / text 1">
            <a:extLst xmlns:a="http://schemas.openxmlformats.org/drawingml/2006/main">
              <a:ext uri="{FF2B5EF4-FFF2-40B4-BE49-F238E27FC236}">
                <a16:creationId xmlns:a16="http://schemas.microsoft.com/office/drawing/2014/main" id="{6CCCEBE4-C628-47C0-BB05-7FE78ADDCB98}"/>
              </a:ext>
            </a:extLst>
          </p:cNvPr>
          <p:cNvSpPr>
            <a:spLocks xmlns:a="http://schemas.openxmlformats.org/drawingml/2006/main" noGrp="1"/>
          </p:cNvSpPr>
          <p:nvPr/>
        </p:nvSpPr>
        <p:spPr>
          <a:xfrm xmlns:a="http://schemas.openxmlformats.org/drawingml/2006/main">
            <a:off x="6572250" y="6334125"/>
            <a:ext cx="426720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B63732"/>
                </a:solidFill>
                <a:latin typeface="Apple SD Gothic Neo"/>
                <a:ea typeface="Apple SD Gothic Neo"/>
                <a:cs typeface="Apple SD Gothic Neo"/>
              </a:defRPr>
            </a:pPr>
            <a:r>
              <a:rPr sz="2175" b="1">
                <a:solidFill>
                  <a:srgbClr val="B63732"/>
                </a:solidFill>
                <a:latin typeface="Apple SD Gothic Neo"/>
                <a:ea typeface="Apple SD Gothic Neo"/>
                <a:cs typeface="Apple SD Gothic Neo"/>
              </a:rPr>
              <a:t>연결할 Task 미확정</a:t>
            </a:r>
          </a:p>
        </p:txBody>
      </p:sp>
      <p:sp>
        <p:nvSpPr>
          <p:cNvPr id="54" name="dp41-background / n53">
            <a:extLst xmlns:a="http://schemas.openxmlformats.org/drawingml/2006/main">
              <a:ext uri="{FF2B5EF4-FFF2-40B4-BE49-F238E27FC236}">
                <a16:creationId xmlns:a16="http://schemas.microsoft.com/office/drawing/2014/main" id="{99DD879F-E07C-4777-B0F5-0692E343F93F}"/>
              </a:ext>
            </a:extLst>
          </p:cNvPr>
          <p:cNvSpPr>
            <a:spLocks xmlns:a="http://schemas.openxmlformats.org/drawingml/2006/main" noGrp="1"/>
          </p:cNvSpPr>
          <p:nvPr/>
        </p:nvSpPr>
        <p:spPr>
          <a:xfrm xmlns:a="http://schemas.openxmlformats.org/drawingml/2006/main">
            <a:off x="609600" y="7410450"/>
            <a:ext cx="10572750" cy="638175"/>
          </a:xfrm>
          <a:prstGeom xmlns:a="http://schemas.openxmlformats.org/drawingml/2006/main" prst="rect">
            <a:avLst/>
          </a:prstGeom>
          <a:solidFill xmlns:a="http://schemas.openxmlformats.org/drawingml/2006/main">
            <a:srgbClr val="F1F4F7"/>
          </a:solidFill>
          <a:ln xmlns:a="http://schemas.openxmlformats.org/drawingml/2006/main" w="0">
            <a:noFill/>
            <a:prstDash val="solid"/>
          </a:ln>
        </p:spPr>
      </p:sp>
      <p:sp>
        <p:nvSpPr>
          <p:cNvPr id="55" name="dp41-background / n54 / text 1">
            <a:extLst xmlns:a="http://schemas.openxmlformats.org/drawingml/2006/main">
              <a:ext uri="{FF2B5EF4-FFF2-40B4-BE49-F238E27FC236}">
                <a16:creationId xmlns:a16="http://schemas.microsoft.com/office/drawing/2014/main" id="{D47E964A-0530-4596-BE82-084562E9F920}"/>
              </a:ext>
            </a:extLst>
          </p:cNvPr>
          <p:cNvSpPr>
            <a:spLocks xmlns:a="http://schemas.openxmlformats.org/drawingml/2006/main" noGrp="1"/>
          </p:cNvSpPr>
          <p:nvPr/>
        </p:nvSpPr>
        <p:spPr>
          <a:xfrm xmlns:a="http://schemas.openxmlformats.org/drawingml/2006/main">
            <a:off x="800100" y="7572375"/>
            <a:ext cx="101727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수정된 보고서 결과로 메일 초안 작성 / 메일 발송 금지</a:t>
            </a:r>
          </a:p>
        </p:txBody>
      </p:sp>
      <p:sp>
        <p:nvSpPr>
          <p:cNvPr id="56" name="dp41-background / n55 / text 1">
            <a:extLst xmlns:a="http://schemas.openxmlformats.org/drawingml/2006/main">
              <a:ext uri="{FF2B5EF4-FFF2-40B4-BE49-F238E27FC236}">
                <a16:creationId xmlns:a16="http://schemas.microsoft.com/office/drawing/2014/main" id="{F64D7A39-94A0-4816-84FB-459545A659E0}"/>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선택 자료의 확인</a:t>
            </a:r>
          </a:p>
        </p:txBody>
      </p:sp>
      <p:sp>
        <p:nvSpPr>
          <p:cNvPr id="57" name="dp41-background / n56 / text 1">
            <a:extLst xmlns:a="http://schemas.openxmlformats.org/drawingml/2006/main">
              <a:ext uri="{FF2B5EF4-FFF2-40B4-BE49-F238E27FC236}">
                <a16:creationId xmlns:a16="http://schemas.microsoft.com/office/drawing/2014/main" id="{444A60C8-C510-4EE0-A5DD-598A8C7666A5}"/>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 표”가 가리킨 자료의 범위 확인</a:t>
            </a:r>
          </a:p>
        </p:txBody>
      </p:sp>
      <p:sp>
        <p:nvSpPr>
          <p:cNvPr id="58" name="dp41-background / n57 / text 1">
            <a:extLst xmlns:a="http://schemas.openxmlformats.org/drawingml/2006/main">
              <a:ext uri="{FF2B5EF4-FFF2-40B4-BE49-F238E27FC236}">
                <a16:creationId xmlns:a16="http://schemas.microsoft.com/office/drawing/2014/main" id="{B57EA088-0381-48D6-A8C2-9C0DDF6559A2}"/>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관련 업무의 구분</a:t>
            </a:r>
          </a:p>
        </p:txBody>
      </p:sp>
      <p:sp>
        <p:nvSpPr>
          <p:cNvPr id="59" name="dp41-background / n58 / text 1">
            <a:extLst xmlns:a="http://schemas.openxmlformats.org/drawingml/2006/main">
              <a:ext uri="{FF2B5EF4-FFF2-40B4-BE49-F238E27FC236}">
                <a16:creationId xmlns:a16="http://schemas.microsoft.com/office/drawing/2014/main" id="{85BCD4C0-FC53-4825-BACC-AE9F90F3883E}"/>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이전 요청과 현재 업무 상태 확인</a:t>
            </a:r>
          </a:p>
        </p:txBody>
      </p:sp>
      <p:sp>
        <p:nvSpPr>
          <p:cNvPr id="60" name="dp41-background / n59 / text 1">
            <a:extLst xmlns:a="http://schemas.openxmlformats.org/drawingml/2006/main">
              <a:ext uri="{FF2B5EF4-FFF2-40B4-BE49-F238E27FC236}">
                <a16:creationId xmlns:a16="http://schemas.microsoft.com/office/drawing/2014/main" id="{5EEC52B3-B897-4E40-95BD-2FF99AE38055}"/>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정보 보완과 조건 유지</a:t>
            </a:r>
          </a:p>
        </p:txBody>
      </p:sp>
      <p:sp>
        <p:nvSpPr>
          <p:cNvPr id="61" name="dp41-background / n60 / text 1">
            <a:extLst xmlns:a="http://schemas.openxmlformats.org/drawingml/2006/main">
              <a:ext uri="{FF2B5EF4-FFF2-40B4-BE49-F238E27FC236}">
                <a16:creationId xmlns:a16="http://schemas.microsoft.com/office/drawing/2014/main" id="{42640913-C323-4EAF-A101-C17A692C37CA}"/>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어느 보고서인지 확인 질문</a:t>
            </a:r>
          </a:p>
        </p:txBody>
      </p:sp>
      <p:sp>
        <p:nvSpPr>
          <p:cNvPr id="62" name="dp41-background / n60 / text 2">
            <a:extLst xmlns:a="http://schemas.openxmlformats.org/drawingml/2006/main">
              <a:ext uri="{FF2B5EF4-FFF2-40B4-BE49-F238E27FC236}">
                <a16:creationId xmlns:a16="http://schemas.microsoft.com/office/drawing/2014/main" id="{2AFCB531-54AD-4D3B-A879-575CBF34B167}"/>
              </a:ext>
            </a:extLst>
          </p:cNvPr>
          <p:cNvSpPr>
            <a:spLocks xmlns:a="http://schemas.openxmlformats.org/drawingml/2006/main" noGrp="1"/>
          </p:cNvSpPr>
          <p:nvPr/>
        </p:nvSpPr>
        <p:spPr>
          <a:xfrm xmlns:a="http://schemas.openxmlformats.org/drawingml/2006/main">
            <a:off x="12001500" y="7143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초안 작성과 발송 금지 조건 유지</a:t>
            </a:r>
          </a:p>
        </p:txBody>
      </p:sp>
    </p:spTree>
    <p:extLst>
      <p:ext uri="{BB962C8B-B14F-4D97-AF65-F5344CB8AC3E}">
        <p14:creationId xmlns:p14="http://schemas.microsoft.com/office/powerpoint/2010/main" val="110372229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9" name="dp41-comparison / n1">
            <a:extLst xmlns:a="http://schemas.openxmlformats.org/drawingml/2006/main">
              <a:ext uri="{FF2B5EF4-FFF2-40B4-BE49-F238E27FC236}">
                <a16:creationId xmlns:a16="http://schemas.microsoft.com/office/drawing/2014/main" id="{53733E22-E1C9-4D7C-B6D9-FCE118D48FA3}"/>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comparison / n2 / text 1">
            <a:extLst xmlns:a="http://schemas.openxmlformats.org/drawingml/2006/main">
              <a:ext uri="{FF2B5EF4-FFF2-40B4-BE49-F238E27FC236}">
                <a16:creationId xmlns:a16="http://schemas.microsoft.com/office/drawing/2014/main" id="{515F0B6D-1F7E-4E2B-B6A9-C86CEF8F607D}"/>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1-comparison / n3 / text 1">
            <a:extLst xmlns:a="http://schemas.openxmlformats.org/drawingml/2006/main">
              <a:ext uri="{FF2B5EF4-FFF2-40B4-BE49-F238E27FC236}">
                <a16:creationId xmlns:a16="http://schemas.microsoft.com/office/drawing/2014/main" id="{BF3E70E8-017C-4AC6-934E-9CEBA25089E8}"/>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1-comparison / n4 / text 1">
            <a:extLst xmlns:a="http://schemas.openxmlformats.org/drawingml/2006/main">
              <a:ext uri="{FF2B5EF4-FFF2-40B4-BE49-F238E27FC236}">
                <a16:creationId xmlns:a16="http://schemas.microsoft.com/office/drawing/2014/main" id="{17417100-61DE-47DD-920E-79358E03A057}"/>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04-41. VIA 요청 이해의 모델 주도와 코드 주도 완성</a:t>
            </a:r>
          </a:p>
        </p:txBody>
      </p:sp>
      <p:sp>
        <p:nvSpPr>
          <p:cNvPr id="5" name="dp41-comparison / n5 / path">
            <a:extLst xmlns:a="http://schemas.openxmlformats.org/drawingml/2006/main">
              <a:ext uri="{FF2B5EF4-FFF2-40B4-BE49-F238E27FC236}">
                <a16:creationId xmlns:a16="http://schemas.microsoft.com/office/drawing/2014/main" id="{EE6243E7-F202-4BF1-9365-173795CE4936}"/>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1-comparison / n6 / text 1">
            <a:extLst xmlns:a="http://schemas.openxmlformats.org/drawingml/2006/main">
              <a:ext uri="{FF2B5EF4-FFF2-40B4-BE49-F238E27FC236}">
                <a16:creationId xmlns:a16="http://schemas.microsoft.com/office/drawing/2014/main" id="{BD440F57-16A2-459D-8FC5-787C2D2E2366}"/>
              </a:ext>
            </a:extLst>
          </p:cNvPr>
          <p:cNvSpPr>
            <a:spLocks xmlns:a="http://schemas.openxmlformats.org/drawingml/2006/main" noGrp="1"/>
          </p:cNvSpPr>
          <p:nvPr/>
        </p:nvSpPr>
        <p:spPr>
          <a:xfrm xmlns:a="http://schemas.openxmlformats.org/drawingml/2006/main">
            <a:off x="381000" y="1333500"/>
            <a:ext cx="17526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“이 표를 아까 보고서에 넣고, 메일은 보내지 말고 결과를 바탕으로 초안만 만들어.”</a:t>
            </a:r>
          </a:p>
        </p:txBody>
      </p:sp>
      <p:sp>
        <p:nvSpPr>
          <p:cNvPr id="7" name="dp41-comparison / n7 / text 1">
            <a:extLst xmlns:a="http://schemas.openxmlformats.org/drawingml/2006/main">
              <a:ext uri="{FF2B5EF4-FFF2-40B4-BE49-F238E27FC236}">
                <a16:creationId xmlns:a16="http://schemas.microsoft.com/office/drawing/2014/main" id="{1C97DF0C-BE90-47C8-9B16-A6F81B1B5923}"/>
              </a:ext>
            </a:extLst>
          </p:cNvPr>
          <p:cNvSpPr>
            <a:spLocks xmlns:a="http://schemas.openxmlformats.org/drawingml/2006/main" noGrp="1"/>
          </p:cNvSpPr>
          <p:nvPr/>
        </p:nvSpPr>
        <p:spPr>
          <a:xfrm xmlns:a="http://schemas.openxmlformats.org/drawingml/2006/main">
            <a:off x="381000" y="1609725"/>
            <a:ext cx="17526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18232E"/>
                </a:solidFill>
                <a:latin typeface="Apple SD Gothic Neo"/>
                <a:ea typeface="Apple SD Gothic Neo"/>
                <a:cs typeface="Apple SD Gothic Neo"/>
              </a:defRPr>
            </a:pPr>
            <a:r>
              <a:rPr sz="1425" b="0">
                <a:solidFill>
                  <a:srgbClr val="18232E"/>
                </a:solidFill>
                <a:latin typeface="Apple SD Gothic Neo"/>
                <a:ea typeface="Apple SD Gothic Neo"/>
                <a:cs typeface="Apple SD Gothic Neo"/>
              </a:rPr>
              <a:t>Task1: 예산 보고서 / Task2: 실적 보고서 → “어느 보고서인가요?” → 사용자: “예산 보고서” / 결과: 수정된 보고서 → 메일 초안</a:t>
            </a:r>
          </a:p>
        </p:txBody>
      </p:sp>
      <p:sp>
        <p:nvSpPr>
          <p:cNvPr id="8" name="dp41-comparison / n8">
            <a:extLst xmlns:a="http://schemas.openxmlformats.org/drawingml/2006/main">
              <a:ext uri="{FF2B5EF4-FFF2-40B4-BE49-F238E27FC236}">
                <a16:creationId xmlns:a16="http://schemas.microsoft.com/office/drawing/2014/main" id="{41BC022C-47B6-4D8C-BD3A-54B9789D2417}"/>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1-comparison / n9 / text 1">
            <a:extLst xmlns:a="http://schemas.openxmlformats.org/drawingml/2006/main">
              <a:ext uri="{FF2B5EF4-FFF2-40B4-BE49-F238E27FC236}">
                <a16:creationId xmlns:a16="http://schemas.microsoft.com/office/drawing/2014/main" id="{2CDB5AC0-F0D4-4184-8ACD-7CB8FEB8A272}"/>
              </a:ext>
            </a:extLst>
          </p:cNvPr>
          <p:cNvSpPr>
            <a:spLocks xmlns:a="http://schemas.openxmlformats.org/drawingml/2006/main" noGrp="1"/>
          </p:cNvSpPr>
          <p:nvPr/>
        </p:nvSpPr>
        <p:spPr>
          <a:xfrm xmlns:a="http://schemas.openxmlformats.org/drawingml/2006/main">
            <a:off x="390525" y="1990725"/>
            <a:ext cx="9334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18232E"/>
                </a:solidFill>
                <a:latin typeface="Apple SD Gothic Neo"/>
                <a:ea typeface="Apple SD Gothic Neo"/>
                <a:cs typeface="Apple SD Gothic Neo"/>
              </a:defRPr>
            </a:pPr>
            <a:r>
              <a:rPr sz="1425" b="1">
                <a:solidFill>
                  <a:srgbClr val="18232E"/>
                </a:solidFill>
                <a:latin typeface="Apple SD Gothic Neo"/>
                <a:ea typeface="Apple SD Gothic Neo"/>
                <a:cs typeface="Apple SD Gothic Neo"/>
              </a:rPr>
              <a:t>설계안</a:t>
            </a:r>
          </a:p>
        </p:txBody>
      </p:sp>
      <p:sp>
        <p:nvSpPr>
          <p:cNvPr id="10" name="dp41-comparison / n10 / text 1">
            <a:extLst xmlns:a="http://schemas.openxmlformats.org/drawingml/2006/main">
              <a:ext uri="{FF2B5EF4-FFF2-40B4-BE49-F238E27FC236}">
                <a16:creationId xmlns:a16="http://schemas.microsoft.com/office/drawing/2014/main" id="{9CE3EAC8-746E-47C4-88F4-BC12B2039493}"/>
              </a:ext>
            </a:extLst>
          </p:cNvPr>
          <p:cNvSpPr>
            <a:spLocks xmlns:a="http://schemas.openxmlformats.org/drawingml/2006/main" noGrp="1"/>
          </p:cNvSpPr>
          <p:nvPr/>
        </p:nvSpPr>
        <p:spPr>
          <a:xfrm xmlns:a="http://schemas.openxmlformats.org/drawingml/2006/main">
            <a:off x="148590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A 모델 주도 해석</a:t>
            </a:r>
          </a:p>
        </p:txBody>
      </p:sp>
      <p:sp>
        <p:nvSpPr>
          <p:cNvPr id="11" name="dp41-comparison / n11 / text 1">
            <a:extLst xmlns:a="http://schemas.openxmlformats.org/drawingml/2006/main">
              <a:ext uri="{FF2B5EF4-FFF2-40B4-BE49-F238E27FC236}">
                <a16:creationId xmlns:a16="http://schemas.microsoft.com/office/drawing/2014/main" id="{BAB7218F-9BBE-49EF-AD5D-D7245CED2F3B}"/>
              </a:ext>
            </a:extLst>
          </p:cNvPr>
          <p:cNvSpPr>
            <a:spLocks xmlns:a="http://schemas.openxmlformats.org/drawingml/2006/main" noGrp="1"/>
          </p:cNvSpPr>
          <p:nvPr/>
        </p:nvSpPr>
        <p:spPr>
          <a:xfrm xmlns:a="http://schemas.openxmlformats.org/drawingml/2006/main">
            <a:off x="977265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B 모델 요청 틀과 코드 주도 완성</a:t>
            </a:r>
          </a:p>
        </p:txBody>
      </p:sp>
      <p:sp>
        <p:nvSpPr>
          <p:cNvPr id="12" name="dp41-comparison / n12 / path">
            <a:extLst xmlns:a="http://schemas.openxmlformats.org/drawingml/2006/main">
              <a:ext uri="{FF2B5EF4-FFF2-40B4-BE49-F238E27FC236}">
                <a16:creationId xmlns:a16="http://schemas.microsoft.com/office/drawing/2014/main" id="{5FB2AC8C-EEE0-4DDD-A6C0-003BC2CFBD3D}"/>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1-comparison / n13 / path">
            <a:extLst xmlns:a="http://schemas.openxmlformats.org/drawingml/2006/main">
              <a:ext uri="{FF2B5EF4-FFF2-40B4-BE49-F238E27FC236}">
                <a16:creationId xmlns:a16="http://schemas.microsoft.com/office/drawing/2014/main" id="{C0B49600-63AA-4AF9-A9A1-D7371DCA41D0}"/>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4" name="dp41-comparison / n14 / text 1">
            <a:extLst xmlns:a="http://schemas.openxmlformats.org/drawingml/2006/main">
              <a:ext uri="{FF2B5EF4-FFF2-40B4-BE49-F238E27FC236}">
                <a16:creationId xmlns:a16="http://schemas.microsoft.com/office/drawing/2014/main" id="{6E00E24D-FABC-4316-BC57-F66E473A4D34}"/>
              </a:ext>
            </a:extLst>
          </p:cNvPr>
          <p:cNvSpPr>
            <a:spLocks xmlns:a="http://schemas.openxmlformats.org/drawingml/2006/main" noGrp="1"/>
          </p:cNvSpPr>
          <p:nvPr/>
        </p:nvSpPr>
        <p:spPr>
          <a:xfrm xmlns:a="http://schemas.openxmlformats.org/drawingml/2006/main">
            <a:off x="400050" y="771525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공통 후속 처리: Request Controller가 현재성/권한을 검증하고 저장 후 채택한다. 이어 응답 또는 업무 위임을 진행한다.</a:t>
            </a:r>
          </a:p>
        </p:txBody>
      </p:sp>
      <p:sp>
        <p:nvSpPr>
          <p:cNvPr id="15" name="dp41-comparison / n15 / text 1">
            <a:extLst xmlns:a="http://schemas.openxmlformats.org/drawingml/2006/main">
              <a:ext uri="{FF2B5EF4-FFF2-40B4-BE49-F238E27FC236}">
                <a16:creationId xmlns:a16="http://schemas.microsoft.com/office/drawing/2014/main" id="{1DB380A0-2DB9-4001-90A3-A2CA843D1184}"/>
              </a:ext>
            </a:extLst>
          </p:cNvPr>
          <p:cNvSpPr>
            <a:spLocks xmlns:a="http://schemas.openxmlformats.org/drawingml/2006/main" noGrp="1"/>
          </p:cNvSpPr>
          <p:nvPr/>
        </p:nvSpPr>
        <p:spPr>
          <a:xfrm xmlns:a="http://schemas.openxmlformats.org/drawingml/2006/main">
            <a:off x="400050" y="8001000"/>
            <a:ext cx="17526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종료: 완성 의미 제안 / 확인 질문 대기 / 실패 / 취소 / 한도 도달. 질문 답변 뒤 다시 해석한다. 무한 반복을 허용하지 않는다.</a:t>
            </a:r>
          </a:p>
        </p:txBody>
      </p:sp>
      <p:sp>
        <p:nvSpPr>
          <p:cNvPr id="16" name="dp41-comparison / n16 / path">
            <a:extLst xmlns:a="http://schemas.openxmlformats.org/drawingml/2006/main">
              <a:ext uri="{FF2B5EF4-FFF2-40B4-BE49-F238E27FC236}">
                <a16:creationId xmlns:a16="http://schemas.microsoft.com/office/drawing/2014/main" id="{B3889B48-D198-478D-A02E-DD58E8483EBB}"/>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7" name="dp41-comparison / n17 / text 1">
            <a:extLst xmlns:a="http://schemas.openxmlformats.org/drawingml/2006/main">
              <a:ext uri="{FF2B5EF4-FFF2-40B4-BE49-F238E27FC236}">
                <a16:creationId xmlns:a16="http://schemas.microsoft.com/office/drawing/2014/main" id="{3C248AEA-A7A8-42EA-B8CA-ACBA7600DFB4}"/>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지원 범위</a:t>
            </a:r>
          </a:p>
        </p:txBody>
      </p:sp>
      <p:sp>
        <p:nvSpPr>
          <p:cNvPr id="18" name="dp41-comparison / n18 / text 1">
            <a:extLst xmlns:a="http://schemas.openxmlformats.org/drawingml/2006/main">
              <a:ext uri="{FF2B5EF4-FFF2-40B4-BE49-F238E27FC236}">
                <a16:creationId xmlns:a16="http://schemas.microsoft.com/office/drawing/2014/main" id="{C3933277-E723-4F44-87A8-EE2F357CDA0E}"/>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열린 의미를 함께 판단 / 검색 누락과 모델 오판 가능</a:t>
            </a:r>
          </a:p>
        </p:txBody>
      </p:sp>
      <p:sp>
        <p:nvSpPr>
          <p:cNvPr id="19" name="dp41-comparison / n19 / text 1">
            <a:extLst xmlns:a="http://schemas.openxmlformats.org/drawingml/2006/main">
              <a:ext uri="{FF2B5EF4-FFF2-40B4-BE49-F238E27FC236}">
                <a16:creationId xmlns:a16="http://schemas.microsoft.com/office/drawing/2014/main" id="{6F83058A-1BC6-42FB-854C-FF76E25F24F2}"/>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관계의 코드 결합 / 틀 오류와 표현 밖 관계의 한계</a:t>
            </a:r>
          </a:p>
        </p:txBody>
      </p:sp>
      <p:sp>
        <p:nvSpPr>
          <p:cNvPr id="20" name="dp41-comparison / n20 / path">
            <a:extLst xmlns:a="http://schemas.openxmlformats.org/drawingml/2006/main">
              <a:ext uri="{FF2B5EF4-FFF2-40B4-BE49-F238E27FC236}">
                <a16:creationId xmlns:a16="http://schemas.microsoft.com/office/drawing/2014/main" id="{3DAADC78-A1FE-4B25-B58D-F4505FD92B42}"/>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1" name="dp41-comparison / n21 / text 1">
            <a:extLst xmlns:a="http://schemas.openxmlformats.org/drawingml/2006/main">
              <a:ext uri="{FF2B5EF4-FFF2-40B4-BE49-F238E27FC236}">
                <a16:creationId xmlns:a16="http://schemas.microsoft.com/office/drawing/2014/main" id="{6A2045B1-70BB-44B8-AA35-4BA4EE93CFDD}"/>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2" name="dp41-comparison / n22 / text 1">
            <a:extLst xmlns:a="http://schemas.openxmlformats.org/drawingml/2006/main">
              <a:ext uri="{FF2B5EF4-FFF2-40B4-BE49-F238E27FC236}">
                <a16:creationId xmlns:a16="http://schemas.microsoft.com/office/drawing/2014/main" id="{C94E872D-4C28-49E0-AD56-F265AB98D173}"/>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조회 후 재판단마다 클라우드 왕복 / 부분 수정 허용</a:t>
            </a:r>
          </a:p>
        </p:txBody>
      </p:sp>
      <p:sp>
        <p:nvSpPr>
          <p:cNvPr id="23" name="dp41-comparison / n23 / text 1">
            <a:extLst xmlns:a="http://schemas.openxmlformats.org/drawingml/2006/main">
              <a:ext uri="{FF2B5EF4-FFF2-40B4-BE49-F238E27FC236}">
                <a16:creationId xmlns:a16="http://schemas.microsoft.com/office/drawing/2014/main" id="{CC0F36F9-3342-4C24-94BA-A37096F784B7}"/>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지원 틀이 충분하면 재판단 축소 / 추가 해석과 질문 대기</a:t>
            </a:r>
          </a:p>
        </p:txBody>
      </p:sp>
      <p:sp>
        <p:nvSpPr>
          <p:cNvPr id="24" name="dp41-comparison / n24 / path">
            <a:extLst xmlns:a="http://schemas.openxmlformats.org/drawingml/2006/main">
              <a:ext uri="{FF2B5EF4-FFF2-40B4-BE49-F238E27FC236}">
                <a16:creationId xmlns:a16="http://schemas.microsoft.com/office/drawing/2014/main" id="{82D2015F-BFBB-4971-939A-7904A23998FC}"/>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5" name="dp41-comparison / n25 / text 1">
            <a:extLst xmlns:a="http://schemas.openxmlformats.org/drawingml/2006/main">
              <a:ext uri="{FF2B5EF4-FFF2-40B4-BE49-F238E27FC236}">
                <a16:creationId xmlns:a16="http://schemas.microsoft.com/office/drawing/2014/main" id="{FE3C865F-1450-4EC6-9966-BE02E1E9741D}"/>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호출 비용</a:t>
            </a:r>
          </a:p>
        </p:txBody>
      </p:sp>
      <p:sp>
        <p:nvSpPr>
          <p:cNvPr id="26" name="dp41-comparison / n26 / text 1">
            <a:extLst xmlns:a="http://schemas.openxmlformats.org/drawingml/2006/main">
              <a:ext uri="{FF2B5EF4-FFF2-40B4-BE49-F238E27FC236}">
                <a16:creationId xmlns:a16="http://schemas.microsoft.com/office/drawing/2014/main" id="{EBB883E8-ADAB-48E8-AF47-BFA445D99B0D}"/>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반복 해석과 긴 Context가 비용 증가 요인</a:t>
            </a:r>
          </a:p>
        </p:txBody>
      </p:sp>
      <p:sp>
        <p:nvSpPr>
          <p:cNvPr id="27" name="dp41-comparison / n27 / text 1">
            <a:extLst xmlns:a="http://schemas.openxmlformats.org/drawingml/2006/main">
              <a:ext uri="{FF2B5EF4-FFF2-40B4-BE49-F238E27FC236}">
                <a16:creationId xmlns:a16="http://schemas.microsoft.com/office/drawing/2014/main" id="{DC4023AE-17D4-4A00-A031-7470D5B2BA26}"/>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초기 틀 + 필요한 부분 해석 / 항상 1회라는 전제 없음</a:t>
            </a:r>
          </a:p>
        </p:txBody>
      </p:sp>
      <p:sp>
        <p:nvSpPr>
          <p:cNvPr id="28" name="dp41-comparison / n28 / path">
            <a:extLst xmlns:a="http://schemas.openxmlformats.org/drawingml/2006/main">
              <a:ext uri="{FF2B5EF4-FFF2-40B4-BE49-F238E27FC236}">
                <a16:creationId xmlns:a16="http://schemas.microsoft.com/office/drawing/2014/main" id="{38886839-DAE9-4294-AE89-528D49A44449}"/>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9" name="dp41-comparison / n29 / text 1">
            <a:extLst xmlns:a="http://schemas.openxmlformats.org/drawingml/2006/main">
              <a:ext uri="{FF2B5EF4-FFF2-40B4-BE49-F238E27FC236}">
                <a16:creationId xmlns:a16="http://schemas.microsoft.com/office/drawing/2014/main" id="{A8FE07FE-19AB-43C9-8B1A-4C7EE9C6C1C4}"/>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용이성</a:t>
            </a:r>
          </a:p>
        </p:txBody>
      </p:sp>
      <p:sp>
        <p:nvSpPr>
          <p:cNvPr id="30" name="dp41-comparison / n30 / text 1">
            <a:extLst xmlns:a="http://schemas.openxmlformats.org/drawingml/2006/main">
              <a:ext uri="{FF2B5EF4-FFF2-40B4-BE49-F238E27FC236}">
                <a16:creationId xmlns:a16="http://schemas.microsoft.com/office/drawing/2014/main" id="{19D81904-AC44-4845-B89B-771E71236627}"/>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새 관계는 모델 지침/조회 도구 변경 가능</a:t>
            </a:r>
          </a:p>
        </p:txBody>
      </p:sp>
      <p:sp>
        <p:nvSpPr>
          <p:cNvPr id="31" name="dp41-comparison / n31 / text 1">
            <a:extLst xmlns:a="http://schemas.openxmlformats.org/drawingml/2006/main">
              <a:ext uri="{FF2B5EF4-FFF2-40B4-BE49-F238E27FC236}">
                <a16:creationId xmlns:a16="http://schemas.microsoft.com/office/drawing/2014/main" id="{4A50663A-44B9-453E-BF08-BD22C0985169}"/>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요청 틀과 코드 규칙 확장 / 기존 지원 관계는 코드 제어</a:t>
            </a:r>
          </a:p>
        </p:txBody>
      </p:sp>
      <p:sp>
        <p:nvSpPr>
          <p:cNvPr id="32" name="dp41-comparison / n32 / text 1">
            <a:extLst xmlns:a="http://schemas.openxmlformats.org/drawingml/2006/main">
              <a:ext uri="{FF2B5EF4-FFF2-40B4-BE49-F238E27FC236}">
                <a16:creationId xmlns:a16="http://schemas.microsoft.com/office/drawing/2014/main" id="{2C4F8323-4BDF-4D44-A4C7-5FCE38C20023}"/>
              </a:ext>
            </a:extLst>
          </p:cNvPr>
          <p:cNvSpPr>
            <a:spLocks xmlns:a="http://schemas.openxmlformats.org/drawingml/2006/main" noGrp="1"/>
          </p:cNvSpPr>
          <p:nvPr/>
        </p:nvSpPr>
        <p:spPr>
          <a:xfrm xmlns:a="http://schemas.openxmlformats.org/drawingml/2006/main">
            <a:off x="381000" y="98298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미선정 / 미측정. B도 부분 의미 판단을 다시 호출할 수 있다. 새 관계의 지원 범위와 질문 비용을 함께 비교한다.</a:t>
            </a:r>
          </a:p>
        </p:txBody>
      </p:sp>
      <p:sp>
        <p:nvSpPr>
          <p:cNvPr id="33" name="dp41-comparison / n33 / text 1">
            <a:extLst xmlns:a="http://schemas.openxmlformats.org/drawingml/2006/main">
              <a:ext uri="{FF2B5EF4-FFF2-40B4-BE49-F238E27FC236}">
                <a16:creationId xmlns:a16="http://schemas.microsoft.com/office/drawing/2014/main" id="{D73164C0-B333-48DF-8B93-C4DEDDFA9493}"/>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A도 정해진 형식으로 출력 가능 / B도 추가 모델 호출 가능 / 코드로 연결했다고 의미가 항상 옳은 것은 아님 / 품질/비용은 측정 전 가설</a:t>
            </a:r>
          </a:p>
        </p:txBody>
      </p:sp>
      <p:sp>
        <p:nvSpPr>
          <p:cNvPr id="34" name="dp41-comparison / n34">
            <a:extLst xmlns:a="http://schemas.openxmlformats.org/drawingml/2006/main">
              <a:ext uri="{FF2B5EF4-FFF2-40B4-BE49-F238E27FC236}">
                <a16:creationId xmlns:a16="http://schemas.microsoft.com/office/drawing/2014/main" id="{34F74DF8-8EE8-4166-A9BF-77FB17EA095E}"/>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5" name="dp41-comparison / n35 / text 1">
            <a:extLst xmlns:a="http://schemas.openxmlformats.org/drawingml/2006/main">
              <a:ext uri="{FF2B5EF4-FFF2-40B4-BE49-F238E27FC236}">
                <a16:creationId xmlns:a16="http://schemas.microsoft.com/office/drawing/2014/main" id="{3B574409-4613-4AE3-9473-013179FBC3E4}"/>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6" name="dp41-comparison / n36">
            <a:extLst xmlns:a="http://schemas.openxmlformats.org/drawingml/2006/main">
              <a:ext uri="{FF2B5EF4-FFF2-40B4-BE49-F238E27FC236}">
                <a16:creationId xmlns:a16="http://schemas.microsoft.com/office/drawing/2014/main" id="{4948AAC6-8CCC-416F-920D-3D2A74982DD9}"/>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7" name="dp41-comparison / n37 / text 1">
            <a:extLst xmlns:a="http://schemas.openxmlformats.org/drawingml/2006/main">
              <a:ext uri="{FF2B5EF4-FFF2-40B4-BE49-F238E27FC236}">
                <a16:creationId xmlns:a16="http://schemas.microsoft.com/office/drawing/2014/main" id="{1E24B4DC-5A54-40D3-AC72-8093B2229F0F}"/>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8" name="dp41-comparison / n38 / text 1">
            <a:extLst xmlns:a="http://schemas.openxmlformats.org/drawingml/2006/main">
              <a:ext uri="{FF2B5EF4-FFF2-40B4-BE49-F238E27FC236}">
                <a16:creationId xmlns:a16="http://schemas.microsoft.com/office/drawing/2014/main" id="{F1CADF35-5178-4E85-B637-7A55A93DE934}"/>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9" name="dp41-comparison / n39">
            <a:extLst xmlns:a="http://schemas.openxmlformats.org/drawingml/2006/main">
              <a:ext uri="{FF2B5EF4-FFF2-40B4-BE49-F238E27FC236}">
                <a16:creationId xmlns:a16="http://schemas.microsoft.com/office/drawing/2014/main" id="{4BD687E2-0791-4AC2-989B-81C37766954B}"/>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0" name="dp41-comparison / n40 / text 1">
            <a:extLst xmlns:a="http://schemas.openxmlformats.org/drawingml/2006/main">
              <a:ext uri="{FF2B5EF4-FFF2-40B4-BE49-F238E27FC236}">
                <a16:creationId xmlns:a16="http://schemas.microsoft.com/office/drawing/2014/main" id="{EA4D677F-648F-47A5-BE95-5DA00E86AE4E}"/>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1" name="dp41-comparison / n41 / text 1">
            <a:extLst xmlns:a="http://schemas.openxmlformats.org/drawingml/2006/main">
              <a:ext uri="{FF2B5EF4-FFF2-40B4-BE49-F238E27FC236}">
                <a16:creationId xmlns:a16="http://schemas.microsoft.com/office/drawing/2014/main" id="{AA0A3BB2-F983-460E-A058-28FB3AF8B70D}"/>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2" name="dp41-comparison / n42">
            <a:extLst xmlns:a="http://schemas.openxmlformats.org/drawingml/2006/main">
              <a:ext uri="{FF2B5EF4-FFF2-40B4-BE49-F238E27FC236}">
                <a16:creationId xmlns:a16="http://schemas.microsoft.com/office/drawing/2014/main" id="{2FC61FCE-DE08-402B-BBA7-04507764198D}"/>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3" name="dp41-comparison / n42 / fold">
            <a:extLst xmlns:a="http://schemas.openxmlformats.org/drawingml/2006/main">
              <a:ext uri="{FF2B5EF4-FFF2-40B4-BE49-F238E27FC236}">
                <a16:creationId xmlns:a16="http://schemas.microsoft.com/office/drawing/2014/main" id="{39384013-B0A5-4C16-97AA-AB1B369B61F4}"/>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4" name="dp41-comparison / n43 / text 1">
            <a:extLst xmlns:a="http://schemas.openxmlformats.org/drawingml/2006/main">
              <a:ext uri="{FF2B5EF4-FFF2-40B4-BE49-F238E27FC236}">
                <a16:creationId xmlns:a16="http://schemas.microsoft.com/office/drawing/2014/main" id="{F425FE5A-CDC0-48D6-B434-DCC68B94A2CD}"/>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5" name="dp41-comparison / n44 / text 1">
            <a:extLst xmlns:a="http://schemas.openxmlformats.org/drawingml/2006/main">
              <a:ext uri="{FF2B5EF4-FFF2-40B4-BE49-F238E27FC236}">
                <a16:creationId xmlns:a16="http://schemas.microsoft.com/office/drawing/2014/main" id="{9A684FE2-1ACF-45B6-A598-8DEFDF9ED707}"/>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6" name="dp41-comparison / n45">
            <a:extLst xmlns:a="http://schemas.openxmlformats.org/drawingml/2006/main">
              <a:ext uri="{FF2B5EF4-FFF2-40B4-BE49-F238E27FC236}">
                <a16:creationId xmlns:a16="http://schemas.microsoft.com/office/drawing/2014/main" id="{0094CE8B-64B3-48CB-9557-6804968719FD}"/>
              </a:ext>
            </a:extLst>
          </p:cNvPr>
          <p:cNvSpPr>
            <a:spLocks xmlns:a="http://schemas.openxmlformats.org/drawingml/2006/main" noGrp="1"/>
          </p:cNvSpPr>
          <p:nvPr/>
        </p:nvSpPr>
        <p:spPr>
          <a:xfrm xmlns:a="http://schemas.openxmlformats.org/drawingml/2006/main">
            <a:off x="504825" y="5257800"/>
            <a:ext cx="704850" cy="257175"/>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47" name="dp41-comparison / n46 / text 1">
            <a:extLst xmlns:a="http://schemas.openxmlformats.org/drawingml/2006/main">
              <a:ext uri="{FF2B5EF4-FFF2-40B4-BE49-F238E27FC236}">
                <a16:creationId xmlns:a16="http://schemas.microsoft.com/office/drawing/2014/main" id="{C85C9CB1-B920-41D8-BDE5-8B6F64C7D876}"/>
              </a:ext>
            </a:extLst>
          </p:cNvPr>
          <p:cNvSpPr>
            <a:spLocks xmlns:a="http://schemas.openxmlformats.org/drawingml/2006/main" noGrp="1"/>
          </p:cNvSpPr>
          <p:nvPr/>
        </p:nvSpPr>
        <p:spPr>
          <a:xfrm xmlns:a="http://schemas.openxmlformats.org/drawingml/2006/main">
            <a:off x="590550" y="532447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분기</a:t>
            </a:r>
          </a:p>
        </p:txBody>
      </p:sp>
      <p:sp>
        <p:nvSpPr>
          <p:cNvPr id="48" name="dp41-comparison / n47 / text 1">
            <a:extLst xmlns:a="http://schemas.openxmlformats.org/drawingml/2006/main">
              <a:ext uri="{FF2B5EF4-FFF2-40B4-BE49-F238E27FC236}">
                <a16:creationId xmlns:a16="http://schemas.microsoft.com/office/drawing/2014/main" id="{3BA3918A-3D81-4D92-8905-72381B888FF5}"/>
              </a:ext>
            </a:extLst>
          </p:cNvPr>
          <p:cNvSpPr>
            <a:spLocks xmlns:a="http://schemas.openxmlformats.org/drawingml/2006/main" noGrp="1"/>
          </p:cNvSpPr>
          <p:nvPr/>
        </p:nvSpPr>
        <p:spPr>
          <a:xfrm xmlns:a="http://schemas.openxmlformats.org/drawingml/2006/main">
            <a:off x="514350" y="55435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흐름 판단</a:t>
            </a:r>
          </a:p>
        </p:txBody>
      </p:sp>
      <p:sp>
        <p:nvSpPr>
          <p:cNvPr id="49" name="dp41-comparison / n48">
            <a:extLst xmlns:a="http://schemas.openxmlformats.org/drawingml/2006/main">
              <a:ext uri="{FF2B5EF4-FFF2-40B4-BE49-F238E27FC236}">
                <a16:creationId xmlns:a16="http://schemas.microsoft.com/office/drawing/2014/main" id="{31F430CB-5B78-4081-BB7C-0B04C3396E9B}"/>
              </a:ext>
            </a:extLst>
          </p:cNvPr>
          <p:cNvSpPr>
            <a:spLocks xmlns:a="http://schemas.openxmlformats.org/drawingml/2006/main" noGrp="1"/>
          </p:cNvSpPr>
          <p:nvPr/>
        </p:nvSpPr>
        <p:spPr>
          <a:xfrm xmlns:a="http://schemas.openxmlformats.org/drawingml/2006/main">
            <a:off x="504825" y="6867525"/>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0" name="dp41-comparison / n49 / text 1">
            <a:extLst xmlns:a="http://schemas.openxmlformats.org/drawingml/2006/main">
              <a:ext uri="{FF2B5EF4-FFF2-40B4-BE49-F238E27FC236}">
                <a16:creationId xmlns:a16="http://schemas.microsoft.com/office/drawing/2014/main" id="{C91CCC12-E2C2-42EB-A67F-58CCF4D116B5}"/>
              </a:ext>
            </a:extLst>
          </p:cNvPr>
          <p:cNvSpPr>
            <a:spLocks xmlns:a="http://schemas.openxmlformats.org/drawingml/2006/main" noGrp="1"/>
          </p:cNvSpPr>
          <p:nvPr/>
        </p:nvSpPr>
        <p:spPr>
          <a:xfrm xmlns:a="http://schemas.openxmlformats.org/drawingml/2006/main">
            <a:off x="590550" y="69342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1" name="dp41-comparison / n50 / text 1">
            <a:extLst xmlns:a="http://schemas.openxmlformats.org/drawingml/2006/main">
              <a:ext uri="{FF2B5EF4-FFF2-40B4-BE49-F238E27FC236}">
                <a16:creationId xmlns:a16="http://schemas.microsoft.com/office/drawing/2014/main" id="{FBB14ED3-94B9-4E34-9ACE-63BF85631AAE}"/>
              </a:ext>
            </a:extLst>
          </p:cNvPr>
          <p:cNvSpPr>
            <a:spLocks xmlns:a="http://schemas.openxmlformats.org/drawingml/2006/main" noGrp="1"/>
          </p:cNvSpPr>
          <p:nvPr/>
        </p:nvSpPr>
        <p:spPr>
          <a:xfrm xmlns:a="http://schemas.openxmlformats.org/drawingml/2006/main">
            <a:off x="514350" y="71532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2" name="dp41-comparison / n51">
            <a:extLst xmlns:a="http://schemas.openxmlformats.org/drawingml/2006/main">
              <a:ext uri="{FF2B5EF4-FFF2-40B4-BE49-F238E27FC236}">
                <a16:creationId xmlns:a16="http://schemas.microsoft.com/office/drawing/2014/main" id="{8F8376E6-3AA4-4D99-B905-E1547E460D78}"/>
              </a:ext>
            </a:extLst>
          </p:cNvPr>
          <p:cNvSpPr>
            <a:spLocks xmlns:a="http://schemas.openxmlformats.org/drawingml/2006/main" noGrp="1"/>
          </p:cNvSpPr>
          <p:nvPr/>
        </p:nvSpPr>
        <p:spPr>
          <a:xfrm xmlns:a="http://schemas.openxmlformats.org/drawingml/2006/main">
            <a:off x="504825" y="5781675"/>
            <a:ext cx="7048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53" name="dp41-comparison / n52 / text 1">
            <a:extLst xmlns:a="http://schemas.openxmlformats.org/drawingml/2006/main">
              <a:ext uri="{FF2B5EF4-FFF2-40B4-BE49-F238E27FC236}">
                <a16:creationId xmlns:a16="http://schemas.microsoft.com/office/drawing/2014/main" id="{4EAF3CA2-275C-44AA-BA7D-90716400D305}"/>
              </a:ext>
            </a:extLst>
          </p:cNvPr>
          <p:cNvSpPr>
            <a:spLocks xmlns:a="http://schemas.openxmlformats.org/drawingml/2006/main" noGrp="1"/>
          </p:cNvSpPr>
          <p:nvPr/>
        </p:nvSpPr>
        <p:spPr>
          <a:xfrm xmlns:a="http://schemas.openxmlformats.org/drawingml/2006/main">
            <a:off x="590550" y="58483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LLM</a:t>
            </a:r>
          </a:p>
        </p:txBody>
      </p:sp>
      <p:sp>
        <p:nvSpPr>
          <p:cNvPr id="54" name="dp41-comparison / n53 / text 1">
            <a:extLst xmlns:a="http://schemas.openxmlformats.org/drawingml/2006/main">
              <a:ext uri="{FF2B5EF4-FFF2-40B4-BE49-F238E27FC236}">
                <a16:creationId xmlns:a16="http://schemas.microsoft.com/office/drawing/2014/main" id="{A3AF33B2-5728-40A0-B31C-CA33E786B4BC}"/>
              </a:ext>
            </a:extLst>
          </p:cNvPr>
          <p:cNvSpPr>
            <a:spLocks xmlns:a="http://schemas.openxmlformats.org/drawingml/2006/main" noGrp="1"/>
          </p:cNvSpPr>
          <p:nvPr/>
        </p:nvSpPr>
        <p:spPr>
          <a:xfrm xmlns:a="http://schemas.openxmlformats.org/drawingml/2006/main">
            <a:off x="514350" y="60579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55" name="dp41-comparison / n54 / path">
            <a:extLst xmlns:a="http://schemas.openxmlformats.org/drawingml/2006/main">
              <a:ext uri="{FF2B5EF4-FFF2-40B4-BE49-F238E27FC236}">
                <a16:creationId xmlns:a16="http://schemas.microsoft.com/office/drawing/2014/main" id="{7CD433E5-E94F-40A9-9EE6-E38FA0EC9B06}"/>
              </a:ext>
            </a:extLst>
          </p:cNvPr>
          <p:cNvSpPr>
            <a:spLocks xmlns:a="http://schemas.openxmlformats.org/drawingml/2006/main" noGrp="1"/>
          </p:cNvSpPr>
          <p:nvPr/>
        </p:nvSpPr>
        <p:spPr>
          <a:xfrm xmlns:a="http://schemas.openxmlformats.org/drawingml/2006/main">
            <a:off x="514350" y="63055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6" name="dp41-comparison / n54 / arrow">
            <a:extLst xmlns:a="http://schemas.openxmlformats.org/drawingml/2006/main">
              <a:ext uri="{FF2B5EF4-FFF2-40B4-BE49-F238E27FC236}">
                <a16:creationId xmlns:a16="http://schemas.microsoft.com/office/drawing/2014/main" id="{59BE115B-3951-4D11-966B-338339475E17}"/>
              </a:ext>
            </a:extLst>
          </p:cNvPr>
          <p:cNvSpPr>
            <a:spLocks xmlns:a="http://schemas.openxmlformats.org/drawingml/2006/main" noGrp="1"/>
          </p:cNvSpPr>
          <p:nvPr/>
        </p:nvSpPr>
        <p:spPr>
          <a:xfrm xmlns:a="http://schemas.openxmlformats.org/drawingml/2006/main">
            <a:off x="837819" y="62720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7" name="dp41-comparison / n55 / text 1">
            <a:extLst xmlns:a="http://schemas.openxmlformats.org/drawingml/2006/main">
              <a:ext uri="{FF2B5EF4-FFF2-40B4-BE49-F238E27FC236}">
                <a16:creationId xmlns:a16="http://schemas.microsoft.com/office/drawing/2014/main" id="{16196504-5FD9-484E-B2BF-42851EC8C95F}"/>
              </a:ext>
            </a:extLst>
          </p:cNvPr>
          <p:cNvSpPr>
            <a:spLocks xmlns:a="http://schemas.openxmlformats.org/drawingml/2006/main" noGrp="1"/>
          </p:cNvSpPr>
          <p:nvPr/>
        </p:nvSpPr>
        <p:spPr>
          <a:xfrm xmlns:a="http://schemas.openxmlformats.org/drawingml/2006/main">
            <a:off x="962025" y="62388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8" name="dp41-comparison / n56 / path">
            <a:extLst xmlns:a="http://schemas.openxmlformats.org/drawingml/2006/main">
              <a:ext uri="{FF2B5EF4-FFF2-40B4-BE49-F238E27FC236}">
                <a16:creationId xmlns:a16="http://schemas.microsoft.com/office/drawing/2014/main" id="{8F3E7E73-718E-414E-BD8F-B04641896234}"/>
              </a:ext>
            </a:extLst>
          </p:cNvPr>
          <p:cNvSpPr>
            <a:spLocks xmlns:a="http://schemas.openxmlformats.org/drawingml/2006/main" noGrp="1"/>
          </p:cNvSpPr>
          <p:nvPr/>
        </p:nvSpPr>
        <p:spPr>
          <a:xfrm xmlns:a="http://schemas.openxmlformats.org/drawingml/2006/main">
            <a:off x="514350" y="655320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9" name="dp41-comparison / n56 / arrow">
            <a:extLst xmlns:a="http://schemas.openxmlformats.org/drawingml/2006/main">
              <a:ext uri="{FF2B5EF4-FFF2-40B4-BE49-F238E27FC236}">
                <a16:creationId xmlns:a16="http://schemas.microsoft.com/office/drawing/2014/main" id="{FDD853B2-C1DF-48EA-BCF9-53A859F92DD3}"/>
              </a:ext>
            </a:extLst>
          </p:cNvPr>
          <p:cNvSpPr>
            <a:spLocks xmlns:a="http://schemas.openxmlformats.org/drawingml/2006/main" noGrp="1"/>
          </p:cNvSpPr>
          <p:nvPr/>
        </p:nvSpPr>
        <p:spPr>
          <a:xfrm xmlns:a="http://schemas.openxmlformats.org/drawingml/2006/main">
            <a:off x="837819" y="65196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0" name="dp41-comparison / n57 / text 1">
            <a:extLst xmlns:a="http://schemas.openxmlformats.org/drawingml/2006/main">
              <a:ext uri="{FF2B5EF4-FFF2-40B4-BE49-F238E27FC236}">
                <a16:creationId xmlns:a16="http://schemas.microsoft.com/office/drawing/2014/main" id="{93D6196F-66F6-407E-A8CB-D963AA162D65}"/>
              </a:ext>
            </a:extLst>
          </p:cNvPr>
          <p:cNvSpPr>
            <a:spLocks xmlns:a="http://schemas.openxmlformats.org/drawingml/2006/main" noGrp="1"/>
          </p:cNvSpPr>
          <p:nvPr/>
        </p:nvSpPr>
        <p:spPr>
          <a:xfrm xmlns:a="http://schemas.openxmlformats.org/drawingml/2006/main">
            <a:off x="962025" y="648652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61" name="dp41-comparison / n58 / text 1">
            <a:extLst xmlns:a="http://schemas.openxmlformats.org/drawingml/2006/main">
              <a:ext uri="{FF2B5EF4-FFF2-40B4-BE49-F238E27FC236}">
                <a16:creationId xmlns:a16="http://schemas.microsoft.com/office/drawing/2014/main" id="{BCEABA20-CB19-439D-97AB-A1DC447B9268}"/>
              </a:ext>
            </a:extLst>
          </p:cNvPr>
          <p:cNvSpPr>
            <a:spLocks xmlns:a="http://schemas.openxmlformats.org/drawingml/2006/main" noGrp="1"/>
          </p:cNvSpPr>
          <p:nvPr/>
        </p:nvSpPr>
        <p:spPr>
          <a:xfrm xmlns:a="http://schemas.openxmlformats.org/drawingml/2006/main">
            <a:off x="514350" y="73437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공통: 검정</a:t>
            </a:r>
          </a:p>
        </p:txBody>
      </p:sp>
      <p:sp>
        <p:nvSpPr>
          <p:cNvPr id="62" name="dp41-comparison / n61">
            <a:extLst xmlns:a="http://schemas.openxmlformats.org/drawingml/2006/main">
              <a:ext uri="{FF2B5EF4-FFF2-40B4-BE49-F238E27FC236}">
                <a16:creationId xmlns:a16="http://schemas.microsoft.com/office/drawing/2014/main" id="{904AA628-9D8C-4B7B-B4B6-5F0AA656B457}"/>
              </a:ext>
            </a:extLst>
          </p:cNvPr>
          <p:cNvSpPr>
            <a:spLocks xmlns:a="http://schemas.openxmlformats.org/drawingml/2006/main" noGrp="1"/>
          </p:cNvSpPr>
          <p:nvPr/>
        </p:nvSpPr>
        <p:spPr>
          <a:xfrm xmlns:a="http://schemas.openxmlformats.org/drawingml/2006/main">
            <a:off x="333375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3" name="dp41-comparison / n62 / text 1">
            <a:extLst xmlns:a="http://schemas.openxmlformats.org/drawingml/2006/main">
              <a:ext uri="{FF2B5EF4-FFF2-40B4-BE49-F238E27FC236}">
                <a16:creationId xmlns:a16="http://schemas.microsoft.com/office/drawing/2014/main" id="{669E74AA-F91F-480E-AABD-1540ABE024BE}"/>
              </a:ext>
            </a:extLst>
          </p:cNvPr>
          <p:cNvSpPr>
            <a:spLocks xmlns:a="http://schemas.openxmlformats.org/drawingml/2006/main" noGrp="1"/>
          </p:cNvSpPr>
          <p:nvPr/>
        </p:nvSpPr>
        <p:spPr>
          <a:xfrm xmlns:a="http://schemas.openxmlformats.org/drawingml/2006/main">
            <a:off x="341947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4" name="dp41-comparison / n63">
            <a:extLst xmlns:a="http://schemas.openxmlformats.org/drawingml/2006/main">
              <a:ext uri="{FF2B5EF4-FFF2-40B4-BE49-F238E27FC236}">
                <a16:creationId xmlns:a16="http://schemas.microsoft.com/office/drawing/2014/main" id="{AE54B71A-99A4-4F2E-BAEC-E375A3C3A8D3}"/>
              </a:ext>
            </a:extLst>
          </p:cNvPr>
          <p:cNvSpPr>
            <a:spLocks xmlns:a="http://schemas.openxmlformats.org/drawingml/2006/main" noGrp="1"/>
          </p:cNvSpPr>
          <p:nvPr/>
        </p:nvSpPr>
        <p:spPr>
          <a:xfrm xmlns:a="http://schemas.openxmlformats.org/drawingml/2006/main">
            <a:off x="604837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5" name="dp41-comparison / n64 / text 1">
            <a:extLst xmlns:a="http://schemas.openxmlformats.org/drawingml/2006/main">
              <a:ext uri="{FF2B5EF4-FFF2-40B4-BE49-F238E27FC236}">
                <a16:creationId xmlns:a16="http://schemas.microsoft.com/office/drawing/2014/main" id="{E9D4324F-D9D4-4696-92F8-4099FD8B6E49}"/>
              </a:ext>
            </a:extLst>
          </p:cNvPr>
          <p:cNvSpPr>
            <a:spLocks xmlns:a="http://schemas.openxmlformats.org/drawingml/2006/main" noGrp="1"/>
          </p:cNvSpPr>
          <p:nvPr/>
        </p:nvSpPr>
        <p:spPr>
          <a:xfrm xmlns:a="http://schemas.openxmlformats.org/drawingml/2006/main">
            <a:off x="613410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66" name="dp41-comparison / n65 / path">
            <a:extLst xmlns:a="http://schemas.openxmlformats.org/drawingml/2006/main">
              <a:ext uri="{FF2B5EF4-FFF2-40B4-BE49-F238E27FC236}">
                <a16:creationId xmlns:a16="http://schemas.microsoft.com/office/drawing/2014/main" id="{7864F64D-2715-448B-9E82-AA2C185E57DC}"/>
              </a:ext>
            </a:extLst>
          </p:cNvPr>
          <p:cNvSpPr>
            <a:spLocks xmlns:a="http://schemas.openxmlformats.org/drawingml/2006/main" noGrp="1"/>
          </p:cNvSpPr>
          <p:nvPr/>
        </p:nvSpPr>
        <p:spPr>
          <a:xfrm xmlns:a="http://schemas.openxmlformats.org/drawingml/2006/main">
            <a:off x="300037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67" name="dp41-comparison / n65 / arrow">
            <a:extLst xmlns:a="http://schemas.openxmlformats.org/drawingml/2006/main">
              <a:ext uri="{FF2B5EF4-FFF2-40B4-BE49-F238E27FC236}">
                <a16:creationId xmlns:a16="http://schemas.microsoft.com/office/drawing/2014/main" id="{831763F7-4B13-44C4-B5FE-C76A75EF4BC5}"/>
              </a:ext>
            </a:extLst>
          </p:cNvPr>
          <p:cNvSpPr>
            <a:spLocks xmlns:a="http://schemas.openxmlformats.org/drawingml/2006/main" noGrp="1"/>
          </p:cNvSpPr>
          <p:nvPr/>
        </p:nvSpPr>
        <p:spPr>
          <a:xfrm xmlns:a="http://schemas.openxmlformats.org/drawingml/2006/main">
            <a:off x="326669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8" name="dp41-comparison / n66 / path">
            <a:extLst xmlns:a="http://schemas.openxmlformats.org/drawingml/2006/main">
              <a:ext uri="{FF2B5EF4-FFF2-40B4-BE49-F238E27FC236}">
                <a16:creationId xmlns:a16="http://schemas.microsoft.com/office/drawing/2014/main" id="{C5679261-315A-4B11-B1E4-847CAF2167D8}"/>
              </a:ext>
            </a:extLst>
          </p:cNvPr>
          <p:cNvSpPr>
            <a:spLocks xmlns:a="http://schemas.openxmlformats.org/drawingml/2006/main" noGrp="1"/>
          </p:cNvSpPr>
          <p:nvPr/>
        </p:nvSpPr>
        <p:spPr>
          <a:xfrm xmlns:a="http://schemas.openxmlformats.org/drawingml/2006/main">
            <a:off x="561975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69" name="dp41-comparison / n66 / arrow">
            <a:extLst xmlns:a="http://schemas.openxmlformats.org/drawingml/2006/main">
              <a:ext uri="{FF2B5EF4-FFF2-40B4-BE49-F238E27FC236}">
                <a16:creationId xmlns:a16="http://schemas.microsoft.com/office/drawing/2014/main" id="{CE238390-DB6B-4429-8CCD-F279872C2450}"/>
              </a:ext>
            </a:extLst>
          </p:cNvPr>
          <p:cNvSpPr>
            <a:spLocks xmlns:a="http://schemas.openxmlformats.org/drawingml/2006/main" noGrp="1"/>
          </p:cNvSpPr>
          <p:nvPr/>
        </p:nvSpPr>
        <p:spPr>
          <a:xfrm xmlns:a="http://schemas.openxmlformats.org/drawingml/2006/main">
            <a:off x="598131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0" name="dp41-comparison / n67">
            <a:extLst xmlns:a="http://schemas.openxmlformats.org/drawingml/2006/main">
              <a:ext uri="{FF2B5EF4-FFF2-40B4-BE49-F238E27FC236}">
                <a16:creationId xmlns:a16="http://schemas.microsoft.com/office/drawing/2014/main" id="{26886288-619E-428E-AB19-3C8E0ECEBDCA}"/>
              </a:ext>
            </a:extLst>
          </p:cNvPr>
          <p:cNvSpPr>
            <a:spLocks xmlns:a="http://schemas.openxmlformats.org/drawingml/2006/main" noGrp="1"/>
          </p:cNvSpPr>
          <p:nvPr/>
        </p:nvSpPr>
        <p:spPr>
          <a:xfrm xmlns:a="http://schemas.openxmlformats.org/drawingml/2006/main">
            <a:off x="1476375" y="3257550"/>
            <a:ext cx="7953375" cy="3714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1" name="dp41-comparison / n68 / text 1">
            <a:extLst xmlns:a="http://schemas.openxmlformats.org/drawingml/2006/main">
              <a:ext uri="{FF2B5EF4-FFF2-40B4-BE49-F238E27FC236}">
                <a16:creationId xmlns:a16="http://schemas.microsoft.com/office/drawing/2014/main" id="{6336913D-98BF-4C15-88F3-B88408C0EE68}"/>
              </a:ext>
            </a:extLst>
          </p:cNvPr>
          <p:cNvSpPr>
            <a:spLocks xmlns:a="http://schemas.openxmlformats.org/drawingml/2006/main" noGrp="1"/>
          </p:cNvSpPr>
          <p:nvPr/>
        </p:nvSpPr>
        <p:spPr>
          <a:xfrm xmlns:a="http://schemas.openxmlformats.org/drawingml/2006/main">
            <a:off x="160020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72" name="dp41-comparison / n69 / path">
            <a:extLst xmlns:a="http://schemas.openxmlformats.org/drawingml/2006/main">
              <a:ext uri="{FF2B5EF4-FFF2-40B4-BE49-F238E27FC236}">
                <a16:creationId xmlns:a16="http://schemas.microsoft.com/office/drawing/2014/main" id="{7B3D2460-9107-428A-AC9F-E407D0E9EB54}"/>
              </a:ext>
            </a:extLst>
          </p:cNvPr>
          <p:cNvSpPr>
            <a:spLocks xmlns:a="http://schemas.openxmlformats.org/drawingml/2006/main" noGrp="1"/>
          </p:cNvSpPr>
          <p:nvPr/>
        </p:nvSpPr>
        <p:spPr>
          <a:xfrm xmlns:a="http://schemas.openxmlformats.org/drawingml/2006/main">
            <a:off x="723900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73" name="dp41-comparison / n69 / arrow">
            <a:extLst xmlns:a="http://schemas.openxmlformats.org/drawingml/2006/main">
              <a:ext uri="{FF2B5EF4-FFF2-40B4-BE49-F238E27FC236}">
                <a16:creationId xmlns:a16="http://schemas.microsoft.com/office/drawing/2014/main" id="{E4FD77E1-90BC-47C0-93FA-0D5105595696}"/>
              </a:ext>
            </a:extLst>
          </p:cNvPr>
          <p:cNvSpPr>
            <a:spLocks xmlns:a="http://schemas.openxmlformats.org/drawingml/2006/main" noGrp="1"/>
          </p:cNvSpPr>
          <p:nvPr/>
        </p:nvSpPr>
        <p:spPr>
          <a:xfrm xmlns:a="http://schemas.openxmlformats.org/drawingml/2006/main">
            <a:off x="722928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4" name="dp41-comparison / n72">
            <a:extLst xmlns:a="http://schemas.openxmlformats.org/drawingml/2006/main">
              <a:ext uri="{FF2B5EF4-FFF2-40B4-BE49-F238E27FC236}">
                <a16:creationId xmlns:a16="http://schemas.microsoft.com/office/drawing/2014/main" id="{D720CA39-FBF8-4D53-BF31-78457853492F}"/>
              </a:ext>
            </a:extLst>
          </p:cNvPr>
          <p:cNvSpPr>
            <a:spLocks xmlns:a="http://schemas.openxmlformats.org/drawingml/2006/main" noGrp="1"/>
          </p:cNvSpPr>
          <p:nvPr/>
        </p:nvSpPr>
        <p:spPr>
          <a:xfrm xmlns:a="http://schemas.openxmlformats.org/drawingml/2006/main">
            <a:off x="166687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5" name="dp41-comparison / n73 / text 1">
            <a:extLst xmlns:a="http://schemas.openxmlformats.org/drawingml/2006/main">
              <a:ext uri="{FF2B5EF4-FFF2-40B4-BE49-F238E27FC236}">
                <a16:creationId xmlns:a16="http://schemas.microsoft.com/office/drawing/2014/main" id="{A8154E93-9329-4750-9744-D69B2FC4AB03}"/>
              </a:ext>
            </a:extLst>
          </p:cNvPr>
          <p:cNvSpPr>
            <a:spLocks xmlns:a="http://schemas.openxmlformats.org/drawingml/2006/main" noGrp="1"/>
          </p:cNvSpPr>
          <p:nvPr/>
        </p:nvSpPr>
        <p:spPr>
          <a:xfrm xmlns:a="http://schemas.openxmlformats.org/drawingml/2006/main">
            <a:off x="175260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76" name="dp41-comparison / n78">
            <a:extLst xmlns:a="http://schemas.openxmlformats.org/drawingml/2006/main">
              <a:ext uri="{FF2B5EF4-FFF2-40B4-BE49-F238E27FC236}">
                <a16:creationId xmlns:a16="http://schemas.microsoft.com/office/drawing/2014/main" id="{DB35599C-7E60-40D8-A22D-0A96FD415517}"/>
              </a:ext>
            </a:extLst>
          </p:cNvPr>
          <p:cNvSpPr>
            <a:spLocks xmlns:a="http://schemas.openxmlformats.org/drawingml/2006/main" noGrp="1"/>
          </p:cNvSpPr>
          <p:nvPr/>
        </p:nvSpPr>
        <p:spPr>
          <a:xfrm xmlns:a="http://schemas.openxmlformats.org/drawingml/2006/main">
            <a:off x="1666875" y="3924300"/>
            <a:ext cx="2333625" cy="419100"/>
          </a:xfrm>
          <a:prstGeom xmlns:a="http://schemas.openxmlformats.org/drawingml/2006/main" prst="roundRect">
            <a:avLst>
              <a:gd name="adj" fmla="val 18182"/>
            </a:avLst>
          </a:prstGeom>
          <a:solidFill xmlns:a="http://schemas.openxmlformats.org/drawingml/2006/main">
            <a:srgbClr val="FFF0DD"/>
          </a:solidFill>
          <a:ln xmlns:a="http://schemas.openxmlformats.org/drawingml/2006/main" w="17145">
            <a:solidFill>
              <a:srgbClr val="B8753F"/>
            </a:solidFill>
            <a:prstDash val="solid"/>
          </a:ln>
        </p:spPr>
      </p:sp>
      <p:sp>
        <p:nvSpPr>
          <p:cNvPr id="77" name="dp41-comparison / n79 / text 1">
            <a:extLst xmlns:a="http://schemas.openxmlformats.org/drawingml/2006/main">
              <a:ext uri="{FF2B5EF4-FFF2-40B4-BE49-F238E27FC236}">
                <a16:creationId xmlns:a16="http://schemas.microsoft.com/office/drawing/2014/main" id="{19056F44-87DC-4442-8FBE-8258DD9A4B68}"/>
              </a:ext>
            </a:extLst>
          </p:cNvPr>
          <p:cNvSpPr>
            <a:spLocks xmlns:a="http://schemas.openxmlformats.org/drawingml/2006/main" noGrp="1"/>
          </p:cNvSpPr>
          <p:nvPr/>
        </p:nvSpPr>
        <p:spPr>
          <a:xfrm xmlns:a="http://schemas.openxmlformats.org/drawingml/2006/main">
            <a:off x="1752600" y="4016216"/>
            <a:ext cx="2162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모델 주도 해석 제어기</a:t>
            </a:r>
          </a:p>
        </p:txBody>
      </p:sp>
      <p:sp>
        <p:nvSpPr>
          <p:cNvPr id="78" name="dp41-comparison / n80">
            <a:extLst xmlns:a="http://schemas.openxmlformats.org/drawingml/2006/main">
              <a:ext uri="{FF2B5EF4-FFF2-40B4-BE49-F238E27FC236}">
                <a16:creationId xmlns:a16="http://schemas.microsoft.com/office/drawing/2014/main" id="{355B04FC-C154-436A-8BA6-6E4EE3ECEF16}"/>
              </a:ext>
            </a:extLst>
          </p:cNvPr>
          <p:cNvSpPr>
            <a:spLocks xmlns:a="http://schemas.openxmlformats.org/drawingml/2006/main" noGrp="1"/>
          </p:cNvSpPr>
          <p:nvPr/>
        </p:nvSpPr>
        <p:spPr>
          <a:xfrm xmlns:a="http://schemas.openxmlformats.org/drawingml/2006/main">
            <a:off x="4438650" y="3867150"/>
            <a:ext cx="1666875" cy="53340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79" name="dp41-comparison / n81 / text 1">
            <a:extLst xmlns:a="http://schemas.openxmlformats.org/drawingml/2006/main">
              <a:ext uri="{FF2B5EF4-FFF2-40B4-BE49-F238E27FC236}">
                <a16:creationId xmlns:a16="http://schemas.microsoft.com/office/drawing/2014/main" id="{523A0E0B-85A0-4912-BEBD-BBBA2BEAEF1D}"/>
              </a:ext>
            </a:extLst>
          </p:cNvPr>
          <p:cNvSpPr>
            <a:spLocks xmlns:a="http://schemas.openxmlformats.org/drawingml/2006/main" noGrp="1"/>
          </p:cNvSpPr>
          <p:nvPr/>
        </p:nvSpPr>
        <p:spPr>
          <a:xfrm xmlns:a="http://schemas.openxmlformats.org/drawingml/2006/main">
            <a:off x="4524375" y="4022408"/>
            <a:ext cx="1495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다음 행동?</a:t>
            </a:r>
          </a:p>
        </p:txBody>
      </p:sp>
      <p:sp>
        <p:nvSpPr>
          <p:cNvPr id="80" name="dp41-comparison / n82">
            <a:extLst xmlns:a="http://schemas.openxmlformats.org/drawingml/2006/main">
              <a:ext uri="{FF2B5EF4-FFF2-40B4-BE49-F238E27FC236}">
                <a16:creationId xmlns:a16="http://schemas.microsoft.com/office/drawing/2014/main" id="{AEE36366-2B82-4B81-B6B5-40A74A965BBC}"/>
              </a:ext>
            </a:extLst>
          </p:cNvPr>
          <p:cNvSpPr>
            <a:spLocks xmlns:a="http://schemas.openxmlformats.org/drawingml/2006/main" noGrp="1"/>
          </p:cNvSpPr>
          <p:nvPr/>
        </p:nvSpPr>
        <p:spPr>
          <a:xfrm xmlns:a="http://schemas.openxmlformats.org/drawingml/2006/main">
            <a:off x="7143750" y="3924300"/>
            <a:ext cx="2000250" cy="419100"/>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00000"/>
            </a:solidFill>
            <a:prstDash val="solid"/>
          </a:ln>
        </p:spPr>
      </p:sp>
      <p:sp>
        <p:nvSpPr>
          <p:cNvPr id="81" name="dp41-comparison / n83 / text 1">
            <a:extLst xmlns:a="http://schemas.openxmlformats.org/drawingml/2006/main">
              <a:ext uri="{FF2B5EF4-FFF2-40B4-BE49-F238E27FC236}">
                <a16:creationId xmlns:a16="http://schemas.microsoft.com/office/drawing/2014/main" id="{F4A38470-36DE-4C81-BEB8-C5718879123B}"/>
              </a:ext>
            </a:extLst>
          </p:cNvPr>
          <p:cNvSpPr>
            <a:spLocks xmlns:a="http://schemas.openxmlformats.org/drawingml/2006/main" noGrp="1"/>
          </p:cNvSpPr>
          <p:nvPr/>
        </p:nvSpPr>
        <p:spPr>
          <a:xfrm xmlns:a="http://schemas.openxmlformats.org/drawingml/2006/main">
            <a:off x="7229475" y="4022408"/>
            <a:ext cx="1828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읽기 도구 실행기</a:t>
            </a:r>
          </a:p>
        </p:txBody>
      </p:sp>
      <p:sp>
        <p:nvSpPr>
          <p:cNvPr id="82" name="dp41-comparison / n84 / path">
            <a:extLst xmlns:a="http://schemas.openxmlformats.org/drawingml/2006/main">
              <a:ext uri="{FF2B5EF4-FFF2-40B4-BE49-F238E27FC236}">
                <a16:creationId xmlns:a16="http://schemas.microsoft.com/office/drawing/2014/main" id="{35F7B59A-C3E3-43B5-B9F3-A7FC56BE1550}"/>
              </a:ext>
            </a:extLst>
          </p:cNvPr>
          <p:cNvSpPr>
            <a:spLocks xmlns:a="http://schemas.openxmlformats.org/drawingml/2006/main" noGrp="1"/>
          </p:cNvSpPr>
          <p:nvPr/>
        </p:nvSpPr>
        <p:spPr>
          <a:xfrm xmlns:a="http://schemas.openxmlformats.org/drawingml/2006/main">
            <a:off x="4000500" y="4133850"/>
            <a:ext cx="438150" cy="953"/>
          </a:xfrm>
          <a:custGeom xmlns:a="http://schemas.openxmlformats.org/drawingml/2006/main">
            <a:pathLst>
              <a:path w="438150" h="953">
                <a:moveTo>
                  <a:pt x="0" y="0"/>
                </a:moveTo>
                <a:lnTo>
                  <a:pt x="438150" y="0"/>
                </a:lnTo>
              </a:path>
            </a:pathLst>
          </a:custGeom>
          <a:noFill xmlns:a="http://schemas.openxmlformats.org/drawingml/2006/main"/>
          <a:ln xmlns:a="http://schemas.openxmlformats.org/drawingml/2006/main" w="10478">
            <a:solidFill>
              <a:srgbClr val="000000"/>
            </a:solidFill>
            <a:prstDash val="solid"/>
          </a:ln>
        </p:spPr>
      </p:sp>
      <p:sp>
        <p:nvSpPr>
          <p:cNvPr id="83" name="dp41-comparison / n84 / arrow">
            <a:extLst xmlns:a="http://schemas.openxmlformats.org/drawingml/2006/main">
              <a:ext uri="{FF2B5EF4-FFF2-40B4-BE49-F238E27FC236}">
                <a16:creationId xmlns:a16="http://schemas.microsoft.com/office/drawing/2014/main" id="{FCAE9DF7-8454-4C81-868D-57F42241D7D9}"/>
              </a:ext>
            </a:extLst>
          </p:cNvPr>
          <p:cNvSpPr>
            <a:spLocks xmlns:a="http://schemas.openxmlformats.org/drawingml/2006/main" noGrp="1"/>
          </p:cNvSpPr>
          <p:nvPr/>
        </p:nvSpPr>
        <p:spPr>
          <a:xfrm xmlns:a="http://schemas.openxmlformats.org/drawingml/2006/main">
            <a:off x="4371594" y="4100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4" name="dp41-comparison / n85 / path">
            <a:extLst xmlns:a="http://schemas.openxmlformats.org/drawingml/2006/main">
              <a:ext uri="{FF2B5EF4-FFF2-40B4-BE49-F238E27FC236}">
                <a16:creationId xmlns:a16="http://schemas.microsoft.com/office/drawing/2014/main" id="{11267F92-DC67-4CB6-8887-E43F3E1BC8EA}"/>
              </a:ext>
            </a:extLst>
          </p:cNvPr>
          <p:cNvSpPr>
            <a:spLocks xmlns:a="http://schemas.openxmlformats.org/drawingml/2006/main" noGrp="1"/>
          </p:cNvSpPr>
          <p:nvPr/>
        </p:nvSpPr>
        <p:spPr>
          <a:xfrm xmlns:a="http://schemas.openxmlformats.org/drawingml/2006/main">
            <a:off x="6105525" y="4133850"/>
            <a:ext cx="1038225" cy="953"/>
          </a:xfrm>
          <a:custGeom xmlns:a="http://schemas.openxmlformats.org/drawingml/2006/main">
            <a:pathLst>
              <a:path w="1038225" h="953">
                <a:moveTo>
                  <a:pt x="0" y="0"/>
                </a:moveTo>
                <a:lnTo>
                  <a:pt x="1038225" y="0"/>
                </a:lnTo>
              </a:path>
            </a:pathLst>
          </a:custGeom>
          <a:noFill xmlns:a="http://schemas.openxmlformats.org/drawingml/2006/main"/>
          <a:ln xmlns:a="http://schemas.openxmlformats.org/drawingml/2006/main" w="10478">
            <a:solidFill>
              <a:srgbClr val="000000"/>
            </a:solidFill>
            <a:prstDash val="solid"/>
          </a:ln>
        </p:spPr>
      </p:sp>
      <p:sp>
        <p:nvSpPr>
          <p:cNvPr id="85" name="dp41-comparison / n85 / arrow">
            <a:extLst xmlns:a="http://schemas.openxmlformats.org/drawingml/2006/main">
              <a:ext uri="{FF2B5EF4-FFF2-40B4-BE49-F238E27FC236}">
                <a16:creationId xmlns:a16="http://schemas.microsoft.com/office/drawing/2014/main" id="{E86D0843-635E-4176-A966-86EEBCC017E0}"/>
              </a:ext>
            </a:extLst>
          </p:cNvPr>
          <p:cNvSpPr>
            <a:spLocks xmlns:a="http://schemas.openxmlformats.org/drawingml/2006/main" noGrp="1"/>
          </p:cNvSpPr>
          <p:nvPr/>
        </p:nvSpPr>
        <p:spPr>
          <a:xfrm xmlns:a="http://schemas.openxmlformats.org/drawingml/2006/main">
            <a:off x="7076694" y="4100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6" name="dp41-comparison / n92 / path">
            <a:extLst xmlns:a="http://schemas.openxmlformats.org/drawingml/2006/main">
              <a:ext uri="{FF2B5EF4-FFF2-40B4-BE49-F238E27FC236}">
                <a16:creationId xmlns:a16="http://schemas.microsoft.com/office/drawing/2014/main" id="{2A0F2EDA-6B63-4D79-8176-264E92A102AF}"/>
              </a:ext>
            </a:extLst>
          </p:cNvPr>
          <p:cNvSpPr>
            <a:spLocks xmlns:a="http://schemas.openxmlformats.org/drawingml/2006/main" noGrp="1"/>
          </p:cNvSpPr>
          <p:nvPr/>
        </p:nvSpPr>
        <p:spPr>
          <a:xfrm xmlns:a="http://schemas.openxmlformats.org/drawingml/2006/main">
            <a:off x="2833688" y="4343400"/>
            <a:ext cx="5310188" cy="1514475"/>
          </a:xfrm>
          <a:custGeom xmlns:a="http://schemas.openxmlformats.org/drawingml/2006/main">
            <a:pathLst>
              <a:path w="5310188" h="1514475">
                <a:moveTo>
                  <a:pt x="5310188" y="0"/>
                </a:moveTo>
                <a:lnTo>
                  <a:pt x="5310188" y="1514475"/>
                </a:lnTo>
                <a:lnTo>
                  <a:pt x="0" y="1514475"/>
                </a:lnTo>
                <a:lnTo>
                  <a:pt x="0" y="0"/>
                </a:lnTo>
              </a:path>
            </a:pathLst>
          </a:custGeom>
          <a:noFill xmlns:a="http://schemas.openxmlformats.org/drawingml/2006/main"/>
          <a:ln xmlns:a="http://schemas.openxmlformats.org/drawingml/2006/main" w="10478">
            <a:solidFill>
              <a:srgbClr val="000000"/>
            </a:solidFill>
            <a:prstDash val="dash"/>
          </a:ln>
        </p:spPr>
      </p:sp>
      <p:sp>
        <p:nvSpPr>
          <p:cNvPr id="87" name="dp41-comparison / n92 / arrow">
            <a:extLst xmlns:a="http://schemas.openxmlformats.org/drawingml/2006/main">
              <a:ext uri="{FF2B5EF4-FFF2-40B4-BE49-F238E27FC236}">
                <a16:creationId xmlns:a16="http://schemas.microsoft.com/office/drawing/2014/main" id="{4CDCB233-8FE7-4CD5-9A61-C00E7A2D7A34}"/>
              </a:ext>
            </a:extLst>
          </p:cNvPr>
          <p:cNvSpPr>
            <a:spLocks xmlns:a="http://schemas.openxmlformats.org/drawingml/2006/main" noGrp="1"/>
          </p:cNvSpPr>
          <p:nvPr/>
        </p:nvSpPr>
        <p:spPr>
          <a:xfrm xmlns:a="http://schemas.openxmlformats.org/drawingml/2006/main">
            <a:off x="2800160" y="43434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8" name="dp41-comparison / n97">
            <a:extLst xmlns:a="http://schemas.openxmlformats.org/drawingml/2006/main">
              <a:ext uri="{FF2B5EF4-FFF2-40B4-BE49-F238E27FC236}">
                <a16:creationId xmlns:a16="http://schemas.microsoft.com/office/drawing/2014/main" id="{F7E87BD0-00D5-4DB8-970C-607D7FF94DE6}"/>
              </a:ext>
            </a:extLst>
          </p:cNvPr>
          <p:cNvSpPr>
            <a:spLocks xmlns:a="http://schemas.openxmlformats.org/drawingml/2006/main" noGrp="1"/>
          </p:cNvSpPr>
          <p:nvPr/>
        </p:nvSpPr>
        <p:spPr>
          <a:xfrm xmlns:a="http://schemas.openxmlformats.org/drawingml/2006/main">
            <a:off x="7143750" y="6324600"/>
            <a:ext cx="2000250" cy="352425"/>
          </a:xfrm>
          <a:prstGeom xmlns:a="http://schemas.openxmlformats.org/drawingml/2006/main" prst="roundRect">
            <a:avLst>
              <a:gd name="adj" fmla="val 21622"/>
            </a:avLst>
          </a:prstGeom>
          <a:solidFill xmlns:a="http://schemas.openxmlformats.org/drawingml/2006/main">
            <a:srgbClr val="FFFFFF"/>
          </a:solidFill>
          <a:ln xmlns:a="http://schemas.openxmlformats.org/drawingml/2006/main" w="9525">
            <a:solidFill>
              <a:srgbClr val="000000"/>
            </a:solidFill>
            <a:prstDash val="solid"/>
          </a:ln>
        </p:spPr>
      </p:sp>
      <p:sp>
        <p:nvSpPr>
          <p:cNvPr id="89" name="dp41-comparison / n98 / text 1">
            <a:extLst xmlns:a="http://schemas.openxmlformats.org/drawingml/2006/main">
              <a:ext uri="{FF2B5EF4-FFF2-40B4-BE49-F238E27FC236}">
                <a16:creationId xmlns:a16="http://schemas.microsoft.com/office/drawing/2014/main" id="{1DF4C3F2-F3D5-40EC-B46D-5C7789C69F3A}"/>
              </a:ext>
            </a:extLst>
          </p:cNvPr>
          <p:cNvSpPr>
            <a:spLocks xmlns:a="http://schemas.openxmlformats.org/drawingml/2006/main" noGrp="1"/>
          </p:cNvSpPr>
          <p:nvPr/>
        </p:nvSpPr>
        <p:spPr>
          <a:xfrm xmlns:a="http://schemas.openxmlformats.org/drawingml/2006/main">
            <a:off x="7229475" y="6395561"/>
            <a:ext cx="1828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90" name="dp41-comparison / n99 / path">
            <a:extLst xmlns:a="http://schemas.openxmlformats.org/drawingml/2006/main">
              <a:ext uri="{FF2B5EF4-FFF2-40B4-BE49-F238E27FC236}">
                <a16:creationId xmlns:a16="http://schemas.microsoft.com/office/drawing/2014/main" id="{D71C0A4E-7792-452B-9AD8-F6F63A609323}"/>
              </a:ext>
            </a:extLst>
          </p:cNvPr>
          <p:cNvSpPr>
            <a:spLocks xmlns:a="http://schemas.openxmlformats.org/drawingml/2006/main" noGrp="1"/>
          </p:cNvSpPr>
          <p:nvPr/>
        </p:nvSpPr>
        <p:spPr>
          <a:xfrm xmlns:a="http://schemas.openxmlformats.org/drawingml/2006/main">
            <a:off x="5272088" y="4400550"/>
            <a:ext cx="1871663" cy="2100263"/>
          </a:xfrm>
          <a:custGeom xmlns:a="http://schemas.openxmlformats.org/drawingml/2006/main">
            <a:pathLst>
              <a:path w="1871663" h="2100263">
                <a:moveTo>
                  <a:pt x="0" y="0"/>
                </a:moveTo>
                <a:lnTo>
                  <a:pt x="0" y="114300"/>
                </a:lnTo>
                <a:lnTo>
                  <a:pt x="1681163" y="114300"/>
                </a:lnTo>
                <a:lnTo>
                  <a:pt x="1681163" y="2100263"/>
                </a:lnTo>
                <a:lnTo>
                  <a:pt x="1871663" y="2100263"/>
                </a:lnTo>
              </a:path>
            </a:pathLst>
          </a:custGeom>
          <a:noFill xmlns:a="http://schemas.openxmlformats.org/drawingml/2006/main"/>
          <a:ln xmlns:a="http://schemas.openxmlformats.org/drawingml/2006/main" w="10478">
            <a:solidFill>
              <a:srgbClr val="000000"/>
            </a:solidFill>
            <a:prstDash val="solid"/>
          </a:ln>
        </p:spPr>
      </p:sp>
      <p:sp>
        <p:nvSpPr>
          <p:cNvPr id="91" name="dp41-comparison / n99 / arrow">
            <a:extLst xmlns:a="http://schemas.openxmlformats.org/drawingml/2006/main">
              <a:ext uri="{FF2B5EF4-FFF2-40B4-BE49-F238E27FC236}">
                <a16:creationId xmlns:a16="http://schemas.microsoft.com/office/drawing/2014/main" id="{08F301DC-0E92-469F-B055-19E8779A77EA}"/>
              </a:ext>
            </a:extLst>
          </p:cNvPr>
          <p:cNvSpPr>
            <a:spLocks xmlns:a="http://schemas.openxmlformats.org/drawingml/2006/main" noGrp="1"/>
          </p:cNvSpPr>
          <p:nvPr/>
        </p:nvSpPr>
        <p:spPr>
          <a:xfrm xmlns:a="http://schemas.openxmlformats.org/drawingml/2006/main">
            <a:off x="7076694" y="64672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2" name="dp41-comparison / n104">
            <a:extLst xmlns:a="http://schemas.openxmlformats.org/drawingml/2006/main">
              <a:ext uri="{FF2B5EF4-FFF2-40B4-BE49-F238E27FC236}">
                <a16:creationId xmlns:a16="http://schemas.microsoft.com/office/drawing/2014/main" id="{BAA5F191-53FF-4C07-A231-23C49995F6C2}"/>
              </a:ext>
            </a:extLst>
          </p:cNvPr>
          <p:cNvSpPr>
            <a:spLocks xmlns:a="http://schemas.openxmlformats.org/drawingml/2006/main" noGrp="1"/>
          </p:cNvSpPr>
          <p:nvPr/>
        </p:nvSpPr>
        <p:spPr>
          <a:xfrm xmlns:a="http://schemas.openxmlformats.org/drawingml/2006/main">
            <a:off x="4362450" y="7229475"/>
            <a:ext cx="21907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3" name="dp41-comparison / n105 / text 1">
            <a:extLst xmlns:a="http://schemas.openxmlformats.org/drawingml/2006/main">
              <a:ext uri="{FF2B5EF4-FFF2-40B4-BE49-F238E27FC236}">
                <a16:creationId xmlns:a16="http://schemas.microsoft.com/office/drawing/2014/main" id="{5216FBE1-C13B-40F4-8E08-73C72F74EA07}"/>
              </a:ext>
            </a:extLst>
          </p:cNvPr>
          <p:cNvSpPr>
            <a:spLocks xmlns:a="http://schemas.openxmlformats.org/drawingml/2006/main" noGrp="1"/>
          </p:cNvSpPr>
          <p:nvPr/>
        </p:nvSpPr>
        <p:spPr>
          <a:xfrm xmlns:a="http://schemas.openxmlformats.org/drawingml/2006/main">
            <a:off x="4448175" y="726090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Context Manager</a:t>
            </a:r>
          </a:p>
        </p:txBody>
      </p:sp>
      <p:sp>
        <p:nvSpPr>
          <p:cNvPr id="94" name="dp41-comparison / n106 / path">
            <a:extLst xmlns:a="http://schemas.openxmlformats.org/drawingml/2006/main">
              <a:ext uri="{FF2B5EF4-FFF2-40B4-BE49-F238E27FC236}">
                <a16:creationId xmlns:a16="http://schemas.microsoft.com/office/drawing/2014/main" id="{1772C082-29C7-47CF-99E1-C5B3E77ADA6E}"/>
              </a:ext>
            </a:extLst>
          </p:cNvPr>
          <p:cNvSpPr>
            <a:spLocks xmlns:a="http://schemas.openxmlformats.org/drawingml/2006/main" noGrp="1"/>
          </p:cNvSpPr>
          <p:nvPr/>
        </p:nvSpPr>
        <p:spPr>
          <a:xfrm xmlns:a="http://schemas.openxmlformats.org/drawingml/2006/main">
            <a:off x="5457825" y="4067175"/>
            <a:ext cx="4010025" cy="3162300"/>
          </a:xfrm>
          <a:custGeom xmlns:a="http://schemas.openxmlformats.org/drawingml/2006/main">
            <a:pathLst>
              <a:path w="4010025" h="3162300">
                <a:moveTo>
                  <a:pt x="3686175" y="0"/>
                </a:moveTo>
                <a:lnTo>
                  <a:pt x="4010025" y="0"/>
                </a:lnTo>
                <a:lnTo>
                  <a:pt x="4010025" y="2971800"/>
                </a:lnTo>
                <a:lnTo>
                  <a:pt x="0" y="2971800"/>
                </a:lnTo>
                <a:lnTo>
                  <a:pt x="0" y="3162300"/>
                </a:lnTo>
              </a:path>
            </a:pathLst>
          </a:custGeom>
          <a:noFill xmlns:a="http://schemas.openxmlformats.org/drawingml/2006/main"/>
          <a:ln xmlns:a="http://schemas.openxmlformats.org/drawingml/2006/main" w="10478">
            <a:solidFill>
              <a:srgbClr val="000000"/>
            </a:solidFill>
            <a:prstDash val="solid"/>
          </a:ln>
        </p:spPr>
      </p:sp>
      <p:sp>
        <p:nvSpPr>
          <p:cNvPr id="95" name="dp41-comparison / n106 / arrow">
            <a:extLst xmlns:a="http://schemas.openxmlformats.org/drawingml/2006/main">
              <a:ext uri="{FF2B5EF4-FFF2-40B4-BE49-F238E27FC236}">
                <a16:creationId xmlns:a16="http://schemas.microsoft.com/office/drawing/2014/main" id="{4107948B-ADCD-430B-A32B-016C3DFDF7EB}"/>
              </a:ext>
            </a:extLst>
          </p:cNvPr>
          <p:cNvSpPr>
            <a:spLocks xmlns:a="http://schemas.openxmlformats.org/drawingml/2006/main" noGrp="1"/>
          </p:cNvSpPr>
          <p:nvPr/>
        </p:nvSpPr>
        <p:spPr>
          <a:xfrm xmlns:a="http://schemas.openxmlformats.org/drawingml/2006/main">
            <a:off x="5424297" y="7162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6" name="dp41-comparison / n107 / path">
            <a:extLst xmlns:a="http://schemas.openxmlformats.org/drawingml/2006/main">
              <a:ext uri="{FF2B5EF4-FFF2-40B4-BE49-F238E27FC236}">
                <a16:creationId xmlns:a16="http://schemas.microsoft.com/office/drawing/2014/main" id="{3123A6CA-6ECF-454B-BE3C-307EB2E97C86}"/>
              </a:ext>
            </a:extLst>
          </p:cNvPr>
          <p:cNvSpPr>
            <a:spLocks xmlns:a="http://schemas.openxmlformats.org/drawingml/2006/main" noGrp="1"/>
          </p:cNvSpPr>
          <p:nvPr/>
        </p:nvSpPr>
        <p:spPr>
          <a:xfrm xmlns:a="http://schemas.openxmlformats.org/drawingml/2006/main">
            <a:off x="5543550" y="4210050"/>
            <a:ext cx="3848100" cy="3019425"/>
          </a:xfrm>
          <a:custGeom xmlns:a="http://schemas.openxmlformats.org/drawingml/2006/main">
            <a:pathLst>
              <a:path w="3848100" h="3019425">
                <a:moveTo>
                  <a:pt x="0" y="3019425"/>
                </a:moveTo>
                <a:lnTo>
                  <a:pt x="0" y="2867025"/>
                </a:lnTo>
                <a:lnTo>
                  <a:pt x="3848100" y="2867025"/>
                </a:lnTo>
                <a:lnTo>
                  <a:pt x="3848100" y="0"/>
                </a:lnTo>
                <a:lnTo>
                  <a:pt x="3600450" y="0"/>
                </a:lnTo>
              </a:path>
            </a:pathLst>
          </a:custGeom>
          <a:noFill xmlns:a="http://schemas.openxmlformats.org/drawingml/2006/main"/>
          <a:ln xmlns:a="http://schemas.openxmlformats.org/drawingml/2006/main" w="10478">
            <a:solidFill>
              <a:srgbClr val="000000"/>
            </a:solidFill>
            <a:prstDash val="dash"/>
          </a:ln>
        </p:spPr>
      </p:sp>
      <p:sp>
        <p:nvSpPr>
          <p:cNvPr id="97" name="dp41-comparison / n107 / arrow">
            <a:extLst xmlns:a="http://schemas.openxmlformats.org/drawingml/2006/main">
              <a:ext uri="{FF2B5EF4-FFF2-40B4-BE49-F238E27FC236}">
                <a16:creationId xmlns:a16="http://schemas.microsoft.com/office/drawing/2014/main" id="{45E54AD6-665F-4DBE-8761-882F73A72E2B}"/>
              </a:ext>
            </a:extLst>
          </p:cNvPr>
          <p:cNvSpPr>
            <a:spLocks xmlns:a="http://schemas.openxmlformats.org/drawingml/2006/main" noGrp="1"/>
          </p:cNvSpPr>
          <p:nvPr/>
        </p:nvSpPr>
        <p:spPr>
          <a:xfrm xmlns:a="http://schemas.openxmlformats.org/drawingml/2006/main">
            <a:off x="9144000" y="41765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8" name="dp41-comparison / n108">
            <a:extLst xmlns:a="http://schemas.openxmlformats.org/drawingml/2006/main">
              <a:ext uri="{FF2B5EF4-FFF2-40B4-BE49-F238E27FC236}">
                <a16:creationId xmlns:a16="http://schemas.microsoft.com/office/drawing/2014/main" id="{FC768663-C20D-4F14-A220-E740EB9A5CB0}"/>
              </a:ext>
            </a:extLst>
          </p:cNvPr>
          <p:cNvSpPr>
            <a:spLocks xmlns:a="http://schemas.openxmlformats.org/drawingml/2006/main" noGrp="1"/>
          </p:cNvSpPr>
          <p:nvPr/>
        </p:nvSpPr>
        <p:spPr>
          <a:xfrm xmlns:a="http://schemas.openxmlformats.org/drawingml/2006/main">
            <a:off x="7096125" y="7229475"/>
            <a:ext cx="21907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9" name="dp41-comparison / n109 / text 1">
            <a:extLst xmlns:a="http://schemas.openxmlformats.org/drawingml/2006/main">
              <a:ext uri="{FF2B5EF4-FFF2-40B4-BE49-F238E27FC236}">
                <a16:creationId xmlns:a16="http://schemas.microsoft.com/office/drawing/2014/main" id="{A61F8252-9DC1-410A-A0DA-EFD197E1377C}"/>
              </a:ext>
            </a:extLst>
          </p:cNvPr>
          <p:cNvSpPr>
            <a:spLocks xmlns:a="http://schemas.openxmlformats.org/drawingml/2006/main" noGrp="1"/>
          </p:cNvSpPr>
          <p:nvPr/>
        </p:nvSpPr>
        <p:spPr>
          <a:xfrm xmlns:a="http://schemas.openxmlformats.org/drawingml/2006/main">
            <a:off x="7181850" y="726090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00" name="dp41-comparison / n110 / path">
            <a:extLst xmlns:a="http://schemas.openxmlformats.org/drawingml/2006/main">
              <a:ext uri="{FF2B5EF4-FFF2-40B4-BE49-F238E27FC236}">
                <a16:creationId xmlns:a16="http://schemas.microsoft.com/office/drawing/2014/main" id="{C491CE84-4709-46EE-822A-F0290763D6BD}"/>
              </a:ext>
            </a:extLst>
          </p:cNvPr>
          <p:cNvSpPr>
            <a:spLocks xmlns:a="http://schemas.openxmlformats.org/drawingml/2006/main" noGrp="1"/>
          </p:cNvSpPr>
          <p:nvPr/>
        </p:nvSpPr>
        <p:spPr>
          <a:xfrm xmlns:a="http://schemas.openxmlformats.org/drawingml/2006/main">
            <a:off x="8191500" y="4067175"/>
            <a:ext cx="1276350" cy="3162300"/>
          </a:xfrm>
          <a:custGeom xmlns:a="http://schemas.openxmlformats.org/drawingml/2006/main">
            <a:pathLst>
              <a:path w="1276350" h="3162300">
                <a:moveTo>
                  <a:pt x="952500" y="0"/>
                </a:moveTo>
                <a:lnTo>
                  <a:pt x="1276350" y="0"/>
                </a:lnTo>
                <a:lnTo>
                  <a:pt x="1276350" y="3019425"/>
                </a:lnTo>
                <a:lnTo>
                  <a:pt x="0" y="3019425"/>
                </a:lnTo>
                <a:lnTo>
                  <a:pt x="0" y="3162300"/>
                </a:lnTo>
              </a:path>
            </a:pathLst>
          </a:custGeom>
          <a:noFill xmlns:a="http://schemas.openxmlformats.org/drawingml/2006/main"/>
          <a:ln xmlns:a="http://schemas.openxmlformats.org/drawingml/2006/main" w="10478">
            <a:solidFill>
              <a:srgbClr val="000000"/>
            </a:solidFill>
            <a:prstDash val="solid"/>
          </a:ln>
        </p:spPr>
      </p:sp>
      <p:sp>
        <p:nvSpPr>
          <p:cNvPr id="101" name="dp41-comparison / n110 / arrow">
            <a:extLst xmlns:a="http://schemas.openxmlformats.org/drawingml/2006/main">
              <a:ext uri="{FF2B5EF4-FFF2-40B4-BE49-F238E27FC236}">
                <a16:creationId xmlns:a16="http://schemas.microsoft.com/office/drawing/2014/main" id="{ED519142-F737-4A31-B277-127C44FB904A}"/>
              </a:ext>
            </a:extLst>
          </p:cNvPr>
          <p:cNvSpPr>
            <a:spLocks xmlns:a="http://schemas.openxmlformats.org/drawingml/2006/main" noGrp="1"/>
          </p:cNvSpPr>
          <p:nvPr/>
        </p:nvSpPr>
        <p:spPr>
          <a:xfrm xmlns:a="http://schemas.openxmlformats.org/drawingml/2006/main">
            <a:off x="8157972" y="7162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2" name="dp41-comparison / n111 / path">
            <a:extLst xmlns:a="http://schemas.openxmlformats.org/drawingml/2006/main">
              <a:ext uri="{FF2B5EF4-FFF2-40B4-BE49-F238E27FC236}">
                <a16:creationId xmlns:a16="http://schemas.microsoft.com/office/drawing/2014/main" id="{BAF568CB-4802-479C-BD46-4931712391B9}"/>
              </a:ext>
            </a:extLst>
          </p:cNvPr>
          <p:cNvSpPr>
            <a:spLocks xmlns:a="http://schemas.openxmlformats.org/drawingml/2006/main" noGrp="1"/>
          </p:cNvSpPr>
          <p:nvPr/>
        </p:nvSpPr>
        <p:spPr>
          <a:xfrm xmlns:a="http://schemas.openxmlformats.org/drawingml/2006/main">
            <a:off x="8277225" y="4210050"/>
            <a:ext cx="1114425" cy="3019425"/>
          </a:xfrm>
          <a:custGeom xmlns:a="http://schemas.openxmlformats.org/drawingml/2006/main">
            <a:pathLst>
              <a:path w="1114425" h="3019425">
                <a:moveTo>
                  <a:pt x="0" y="3019425"/>
                </a:moveTo>
                <a:lnTo>
                  <a:pt x="0" y="2914650"/>
                </a:lnTo>
                <a:lnTo>
                  <a:pt x="1114425" y="2914650"/>
                </a:lnTo>
                <a:lnTo>
                  <a:pt x="1114425" y="0"/>
                </a:lnTo>
                <a:lnTo>
                  <a:pt x="866775" y="0"/>
                </a:lnTo>
              </a:path>
            </a:pathLst>
          </a:custGeom>
          <a:noFill xmlns:a="http://schemas.openxmlformats.org/drawingml/2006/main"/>
          <a:ln xmlns:a="http://schemas.openxmlformats.org/drawingml/2006/main" w="10478">
            <a:solidFill>
              <a:srgbClr val="000000"/>
            </a:solidFill>
            <a:prstDash val="dash"/>
          </a:ln>
        </p:spPr>
      </p:sp>
      <p:sp>
        <p:nvSpPr>
          <p:cNvPr id="103" name="dp41-comparison / n111 / arrow">
            <a:extLst xmlns:a="http://schemas.openxmlformats.org/drawingml/2006/main">
              <a:ext uri="{FF2B5EF4-FFF2-40B4-BE49-F238E27FC236}">
                <a16:creationId xmlns:a16="http://schemas.microsoft.com/office/drawing/2014/main" id="{7F419093-70FC-4724-8823-BA932A3CF65D}"/>
              </a:ext>
            </a:extLst>
          </p:cNvPr>
          <p:cNvSpPr>
            <a:spLocks xmlns:a="http://schemas.openxmlformats.org/drawingml/2006/main" noGrp="1"/>
          </p:cNvSpPr>
          <p:nvPr/>
        </p:nvSpPr>
        <p:spPr>
          <a:xfrm xmlns:a="http://schemas.openxmlformats.org/drawingml/2006/main">
            <a:off x="9144000" y="41765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4" name="dp41-comparison / n114 / path">
            <a:extLst xmlns:a="http://schemas.openxmlformats.org/drawingml/2006/main">
              <a:ext uri="{FF2B5EF4-FFF2-40B4-BE49-F238E27FC236}">
                <a16:creationId xmlns:a16="http://schemas.microsoft.com/office/drawing/2014/main" id="{C162CA02-ACFC-4903-B033-E392AF2984B9}"/>
              </a:ext>
            </a:extLst>
          </p:cNvPr>
          <p:cNvSpPr>
            <a:spLocks xmlns:a="http://schemas.openxmlformats.org/drawingml/2006/main" noGrp="1"/>
          </p:cNvSpPr>
          <p:nvPr/>
        </p:nvSpPr>
        <p:spPr>
          <a:xfrm xmlns:a="http://schemas.openxmlformats.org/drawingml/2006/main">
            <a:off x="1524000" y="3019425"/>
            <a:ext cx="142875" cy="1114425"/>
          </a:xfrm>
          <a:custGeom xmlns:a="http://schemas.openxmlformats.org/drawingml/2006/main">
            <a:pathLst>
              <a:path w="142875" h="1114425">
                <a:moveTo>
                  <a:pt x="142875" y="1114425"/>
                </a:moveTo>
                <a:lnTo>
                  <a:pt x="0" y="1114425"/>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105" name="dp41-comparison / n114 / arrow">
            <a:extLst xmlns:a="http://schemas.openxmlformats.org/drawingml/2006/main">
              <a:ext uri="{FF2B5EF4-FFF2-40B4-BE49-F238E27FC236}">
                <a16:creationId xmlns:a16="http://schemas.microsoft.com/office/drawing/2014/main" id="{7DAE1F83-7195-4567-9270-8F3A59B69A18}"/>
              </a:ext>
            </a:extLst>
          </p:cNvPr>
          <p:cNvSpPr>
            <a:spLocks xmlns:a="http://schemas.openxmlformats.org/drawingml/2006/main" noGrp="1"/>
          </p:cNvSpPr>
          <p:nvPr/>
        </p:nvSpPr>
        <p:spPr>
          <a:xfrm xmlns:a="http://schemas.openxmlformats.org/drawingml/2006/main">
            <a:off x="159981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6" name="dp41-comparison / n115 / path">
            <a:extLst xmlns:a="http://schemas.openxmlformats.org/drawingml/2006/main">
              <a:ext uri="{FF2B5EF4-FFF2-40B4-BE49-F238E27FC236}">
                <a16:creationId xmlns:a16="http://schemas.microsoft.com/office/drawing/2014/main" id="{A639D6E0-0D19-4C11-96CD-F2C04F368A2B}"/>
              </a:ext>
            </a:extLst>
          </p:cNvPr>
          <p:cNvSpPr>
            <a:spLocks xmlns:a="http://schemas.openxmlformats.org/drawingml/2006/main" noGrp="1"/>
          </p:cNvSpPr>
          <p:nvPr/>
        </p:nvSpPr>
        <p:spPr>
          <a:xfrm xmlns:a="http://schemas.openxmlformats.org/drawingml/2006/main">
            <a:off x="1428750" y="3019425"/>
            <a:ext cx="238125" cy="1228725"/>
          </a:xfrm>
          <a:custGeom xmlns:a="http://schemas.openxmlformats.org/drawingml/2006/main">
            <a:pathLst>
              <a:path w="238125" h="1228725">
                <a:moveTo>
                  <a:pt x="238125" y="0"/>
                </a:moveTo>
                <a:lnTo>
                  <a:pt x="0" y="0"/>
                </a:lnTo>
                <a:lnTo>
                  <a:pt x="0" y="1228725"/>
                </a:lnTo>
                <a:lnTo>
                  <a:pt x="238125" y="1228725"/>
                </a:lnTo>
              </a:path>
            </a:pathLst>
          </a:custGeom>
          <a:noFill xmlns:a="http://schemas.openxmlformats.org/drawingml/2006/main"/>
          <a:ln xmlns:a="http://schemas.openxmlformats.org/drawingml/2006/main" w="10478">
            <a:solidFill>
              <a:srgbClr val="000000"/>
            </a:solidFill>
            <a:prstDash val="dash"/>
          </a:ln>
        </p:spPr>
      </p:sp>
      <p:sp>
        <p:nvSpPr>
          <p:cNvPr id="107" name="dp41-comparison / n115 / arrow">
            <a:extLst xmlns:a="http://schemas.openxmlformats.org/drawingml/2006/main">
              <a:ext uri="{FF2B5EF4-FFF2-40B4-BE49-F238E27FC236}">
                <a16:creationId xmlns:a16="http://schemas.microsoft.com/office/drawing/2014/main" id="{3379E934-441F-47D6-ABDF-CDC7C074B4DB}"/>
              </a:ext>
            </a:extLst>
          </p:cNvPr>
          <p:cNvSpPr>
            <a:spLocks xmlns:a="http://schemas.openxmlformats.org/drawingml/2006/main" noGrp="1"/>
          </p:cNvSpPr>
          <p:nvPr/>
        </p:nvSpPr>
        <p:spPr>
          <a:xfrm xmlns:a="http://schemas.openxmlformats.org/drawingml/2006/main">
            <a:off x="1599819" y="42146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8" name="dp41-comparison / n59">
            <a:extLst xmlns:a="http://schemas.openxmlformats.org/drawingml/2006/main">
              <a:ext uri="{FF2B5EF4-FFF2-40B4-BE49-F238E27FC236}">
                <a16:creationId xmlns:a16="http://schemas.microsoft.com/office/drawing/2014/main" id="{4379D346-8847-4EAC-AE6F-D8E16C1CDF58}"/>
              </a:ext>
            </a:extLst>
          </p:cNvPr>
          <p:cNvSpPr>
            <a:spLocks xmlns:a="http://schemas.openxmlformats.org/drawingml/2006/main" noGrp="1"/>
          </p:cNvSpPr>
          <p:nvPr/>
        </p:nvSpPr>
        <p:spPr>
          <a:xfrm xmlns:a="http://schemas.openxmlformats.org/drawingml/2006/main">
            <a:off x="157162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09" name="dp41-comparison / n59 / fold">
            <a:extLst xmlns:a="http://schemas.openxmlformats.org/drawingml/2006/main">
              <a:ext uri="{FF2B5EF4-FFF2-40B4-BE49-F238E27FC236}">
                <a16:creationId xmlns:a16="http://schemas.microsoft.com/office/drawing/2014/main" id="{B9C04B9E-DC16-45E0-954C-67422926DBFD}"/>
              </a:ext>
            </a:extLst>
          </p:cNvPr>
          <p:cNvSpPr>
            <a:spLocks xmlns:a="http://schemas.openxmlformats.org/drawingml/2006/main" noGrp="1"/>
          </p:cNvSpPr>
          <p:nvPr/>
        </p:nvSpPr>
        <p:spPr>
          <a:xfrm xmlns:a="http://schemas.openxmlformats.org/drawingml/2006/main">
            <a:off x="282892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10" name="dp41-comparison / n60 / text 1">
            <a:extLst xmlns:a="http://schemas.openxmlformats.org/drawingml/2006/main">
              <a:ext uri="{FF2B5EF4-FFF2-40B4-BE49-F238E27FC236}">
                <a16:creationId xmlns:a16="http://schemas.microsoft.com/office/drawing/2014/main" id="{C7EEA2C5-BD58-4021-A6B4-14E561B74D6A}"/>
              </a:ext>
            </a:extLst>
          </p:cNvPr>
          <p:cNvSpPr>
            <a:spLocks xmlns:a="http://schemas.openxmlformats.org/drawingml/2006/main" noGrp="1"/>
          </p:cNvSpPr>
          <p:nvPr/>
        </p:nvSpPr>
        <p:spPr>
          <a:xfrm xmlns:a="http://schemas.openxmlformats.org/drawingml/2006/main">
            <a:off x="1685925" y="2486025"/>
            <a:ext cx="1143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111" name="dp41-comparison / n70">
            <a:extLst xmlns:a="http://schemas.openxmlformats.org/drawingml/2006/main">
              <a:ext uri="{FF2B5EF4-FFF2-40B4-BE49-F238E27FC236}">
                <a16:creationId xmlns:a16="http://schemas.microsoft.com/office/drawing/2014/main" id="{0FDE26FE-B905-4670-87BD-88C5F7CD94EE}"/>
              </a:ext>
            </a:extLst>
          </p:cNvPr>
          <p:cNvSpPr>
            <a:spLocks xmlns:a="http://schemas.openxmlformats.org/drawingml/2006/main" noGrp="1"/>
          </p:cNvSpPr>
          <p:nvPr/>
        </p:nvSpPr>
        <p:spPr>
          <a:xfrm xmlns:a="http://schemas.openxmlformats.org/drawingml/2006/main">
            <a:off x="741045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2" name="dp41-comparison / n71 / text 1">
            <a:extLst xmlns:a="http://schemas.openxmlformats.org/drawingml/2006/main">
              <a:ext uri="{FF2B5EF4-FFF2-40B4-BE49-F238E27FC236}">
                <a16:creationId xmlns:a16="http://schemas.microsoft.com/office/drawing/2014/main" id="{63381B38-DDC9-43CE-9DE7-DA85CA011966}"/>
              </a:ext>
            </a:extLst>
          </p:cNvPr>
          <p:cNvSpPr>
            <a:spLocks xmlns:a="http://schemas.openxmlformats.org/drawingml/2006/main" noGrp="1"/>
          </p:cNvSpPr>
          <p:nvPr/>
        </p:nvSpPr>
        <p:spPr>
          <a:xfrm xmlns:a="http://schemas.openxmlformats.org/drawingml/2006/main">
            <a:off x="742950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113" name="dp41-comparison / n74">
            <a:extLst xmlns:a="http://schemas.openxmlformats.org/drawingml/2006/main">
              <a:ext uri="{FF2B5EF4-FFF2-40B4-BE49-F238E27FC236}">
                <a16:creationId xmlns:a16="http://schemas.microsoft.com/office/drawing/2014/main" id="{388A8DB9-4742-420E-A1D8-DA773F6196A6}"/>
              </a:ext>
            </a:extLst>
          </p:cNvPr>
          <p:cNvSpPr>
            <a:spLocks xmlns:a="http://schemas.openxmlformats.org/drawingml/2006/main" noGrp="1"/>
          </p:cNvSpPr>
          <p:nvPr/>
        </p:nvSpPr>
        <p:spPr>
          <a:xfrm xmlns:a="http://schemas.openxmlformats.org/drawingml/2006/main">
            <a:off x="424815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4" name="dp41-comparison / n75 / text 1">
            <a:extLst xmlns:a="http://schemas.openxmlformats.org/drawingml/2006/main">
              <a:ext uri="{FF2B5EF4-FFF2-40B4-BE49-F238E27FC236}">
                <a16:creationId xmlns:a16="http://schemas.microsoft.com/office/drawing/2014/main" id="{3DAB2271-881C-4A88-A7B0-B3FC47F10412}"/>
              </a:ext>
            </a:extLst>
          </p:cNvPr>
          <p:cNvSpPr>
            <a:spLocks xmlns:a="http://schemas.openxmlformats.org/drawingml/2006/main" noGrp="1"/>
          </p:cNvSpPr>
          <p:nvPr/>
        </p:nvSpPr>
        <p:spPr>
          <a:xfrm xmlns:a="http://schemas.openxmlformats.org/drawingml/2006/main">
            <a:off x="426720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115" name="dp41-comparison / n76">
            <a:extLst xmlns:a="http://schemas.openxmlformats.org/drawingml/2006/main">
              <a:ext uri="{FF2B5EF4-FFF2-40B4-BE49-F238E27FC236}">
                <a16:creationId xmlns:a16="http://schemas.microsoft.com/office/drawing/2014/main" id="{0C46EB07-0E4A-4A5C-8BA3-48FB980BA5C9}"/>
              </a:ext>
            </a:extLst>
          </p:cNvPr>
          <p:cNvSpPr>
            <a:spLocks xmlns:a="http://schemas.openxmlformats.org/drawingml/2006/main" noGrp="1"/>
          </p:cNvSpPr>
          <p:nvPr/>
        </p:nvSpPr>
        <p:spPr>
          <a:xfrm xmlns:a="http://schemas.openxmlformats.org/drawingml/2006/main">
            <a:off x="1647825" y="3581400"/>
            <a:ext cx="4560570" cy="2476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6" name="dp41-comparison / n77 / text 1">
            <a:extLst xmlns:a="http://schemas.openxmlformats.org/drawingml/2006/main">
              <a:ext uri="{FF2B5EF4-FFF2-40B4-BE49-F238E27FC236}">
                <a16:creationId xmlns:a16="http://schemas.microsoft.com/office/drawing/2014/main" id="{407B45EB-9A3E-4462-AB12-5E307C902B45}"/>
              </a:ext>
            </a:extLst>
          </p:cNvPr>
          <p:cNvSpPr>
            <a:spLocks xmlns:a="http://schemas.openxmlformats.org/drawingml/2006/main" noGrp="1"/>
          </p:cNvSpPr>
          <p:nvPr/>
        </p:nvSpPr>
        <p:spPr>
          <a:xfrm xmlns:a="http://schemas.openxmlformats.org/drawingml/2006/main">
            <a:off x="1666875" y="3590925"/>
            <a:ext cx="7524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000000"/>
                </a:solidFill>
                <a:latin typeface="Apple SD Gothic Neo"/>
                <a:ea typeface="Apple SD Gothic Neo"/>
                <a:cs typeface="Apple SD Gothic Neo"/>
              </a:defRPr>
            </a:pPr>
            <a:r>
              <a:rPr sz="1500" b="0">
                <a:solidFill>
                  <a:srgbClr val="000000"/>
                </a:solidFill>
                <a:latin typeface="Apple SD Gothic Neo"/>
                <a:ea typeface="Apple SD Gothic Neo"/>
                <a:cs typeface="Apple SD Gothic Neo"/>
              </a:rPr>
              <a:t>A 반복: 모델 판단 → 조회 → 근거로 모델 재판단</a:t>
            </a:r>
          </a:p>
        </p:txBody>
      </p:sp>
      <p:sp>
        <p:nvSpPr>
          <p:cNvPr id="117" name="dp41-comparison / n86">
            <a:extLst xmlns:a="http://schemas.openxmlformats.org/drawingml/2006/main">
              <a:ext uri="{FF2B5EF4-FFF2-40B4-BE49-F238E27FC236}">
                <a16:creationId xmlns:a16="http://schemas.microsoft.com/office/drawing/2014/main" id="{40905C71-AAC9-4612-B898-76E2A298A6FB}"/>
              </a:ext>
            </a:extLst>
          </p:cNvPr>
          <p:cNvSpPr>
            <a:spLocks xmlns:a="http://schemas.openxmlformats.org/drawingml/2006/main" noGrp="1"/>
          </p:cNvSpPr>
          <p:nvPr/>
        </p:nvSpPr>
        <p:spPr>
          <a:xfrm xmlns:a="http://schemas.openxmlformats.org/drawingml/2006/main">
            <a:off x="6324600" y="3895725"/>
            <a:ext cx="40005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8" name="dp41-comparison / n87 / text 1">
            <a:extLst xmlns:a="http://schemas.openxmlformats.org/drawingml/2006/main">
              <a:ext uri="{FF2B5EF4-FFF2-40B4-BE49-F238E27FC236}">
                <a16:creationId xmlns:a16="http://schemas.microsoft.com/office/drawing/2014/main" id="{8E5F908B-6ACF-4E94-A1BC-C259EE176C0C}"/>
              </a:ext>
            </a:extLst>
          </p:cNvPr>
          <p:cNvSpPr>
            <a:spLocks xmlns:a="http://schemas.openxmlformats.org/drawingml/2006/main" noGrp="1"/>
          </p:cNvSpPr>
          <p:nvPr/>
        </p:nvSpPr>
        <p:spPr>
          <a:xfrm xmlns:a="http://schemas.openxmlformats.org/drawingml/2006/main">
            <a:off x="6343650" y="3905250"/>
            <a:ext cx="7143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조회</a:t>
            </a:r>
          </a:p>
        </p:txBody>
      </p:sp>
      <p:sp>
        <p:nvSpPr>
          <p:cNvPr id="119" name="dp41-comparison / n88">
            <a:extLst xmlns:a="http://schemas.openxmlformats.org/drawingml/2006/main">
              <a:ext uri="{FF2B5EF4-FFF2-40B4-BE49-F238E27FC236}">
                <a16:creationId xmlns:a16="http://schemas.microsoft.com/office/drawing/2014/main" id="{467C1BFC-B3FF-4595-A1E9-2C9443FAEC8F}"/>
              </a:ext>
            </a:extLst>
          </p:cNvPr>
          <p:cNvSpPr>
            <a:spLocks xmlns:a="http://schemas.openxmlformats.org/drawingml/2006/main" noGrp="1"/>
          </p:cNvSpPr>
          <p:nvPr/>
        </p:nvSpPr>
        <p:spPr>
          <a:xfrm xmlns:a="http://schemas.openxmlformats.org/drawingml/2006/main">
            <a:off x="4400550" y="4581525"/>
            <a:ext cx="2428875" cy="657225"/>
          </a:xfrm>
          <a:custGeom xmlns:a="http://schemas.openxmlformats.org/drawingml/2006/main">
            <a:pathLst>
              <a:path w="2428875" h="657225">
                <a:moveTo>
                  <a:pt x="0" y="0"/>
                </a:moveTo>
                <a:lnTo>
                  <a:pt x="2257425" y="0"/>
                </a:lnTo>
                <a:lnTo>
                  <a:pt x="2428875" y="171450"/>
                </a:lnTo>
                <a:lnTo>
                  <a:pt x="2428875" y="657225"/>
                </a:lnTo>
                <a:lnTo>
                  <a:pt x="0" y="6572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20" name="dp41-comparison / n88 / fold">
            <a:extLst xmlns:a="http://schemas.openxmlformats.org/drawingml/2006/main">
              <a:ext uri="{FF2B5EF4-FFF2-40B4-BE49-F238E27FC236}">
                <a16:creationId xmlns:a16="http://schemas.microsoft.com/office/drawing/2014/main" id="{5C453CDB-4756-4384-9699-D1691A2201ED}"/>
              </a:ext>
            </a:extLst>
          </p:cNvPr>
          <p:cNvSpPr>
            <a:spLocks xmlns:a="http://schemas.openxmlformats.org/drawingml/2006/main" noGrp="1"/>
          </p:cNvSpPr>
          <p:nvPr/>
        </p:nvSpPr>
        <p:spPr>
          <a:xfrm xmlns:a="http://schemas.openxmlformats.org/drawingml/2006/main">
            <a:off x="6657975" y="45815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21" name="dp41-comparison / n89 / text 1">
            <a:extLst xmlns:a="http://schemas.openxmlformats.org/drawingml/2006/main">
              <a:ext uri="{FF2B5EF4-FFF2-40B4-BE49-F238E27FC236}">
                <a16:creationId xmlns:a16="http://schemas.microsoft.com/office/drawing/2014/main" id="{F1B6D41E-2E48-47E4-A1CE-B3423F3BCC1C}"/>
              </a:ext>
            </a:extLst>
          </p:cNvPr>
          <p:cNvSpPr>
            <a:spLocks xmlns:a="http://schemas.openxmlformats.org/drawingml/2006/main" noGrp="1"/>
          </p:cNvSpPr>
          <p:nvPr/>
        </p:nvSpPr>
        <p:spPr>
          <a:xfrm xmlns:a="http://schemas.openxmlformats.org/drawingml/2006/main">
            <a:off x="4514850" y="4657725"/>
            <a:ext cx="21431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조회 요청 (ReadRequest)</a:t>
            </a:r>
          </a:p>
        </p:txBody>
      </p:sp>
      <p:sp>
        <p:nvSpPr>
          <p:cNvPr id="122" name="dp41-comparison / n89 / text 2">
            <a:extLst xmlns:a="http://schemas.openxmlformats.org/drawingml/2006/main">
              <a:ext uri="{FF2B5EF4-FFF2-40B4-BE49-F238E27FC236}">
                <a16:creationId xmlns:a16="http://schemas.microsoft.com/office/drawing/2014/main" id="{E61401CE-C4A7-40DF-B233-5EEEE351359A}"/>
              </a:ext>
            </a:extLst>
          </p:cNvPr>
          <p:cNvSpPr>
            <a:spLocks xmlns:a="http://schemas.openxmlformats.org/drawingml/2006/main" noGrp="1"/>
          </p:cNvSpPr>
          <p:nvPr/>
        </p:nvSpPr>
        <p:spPr>
          <a:xfrm xmlns:a="http://schemas.openxmlformats.org/drawingml/2006/main">
            <a:off x="4514850" y="4829175"/>
            <a:ext cx="21431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“아까 보고서” 업무 조회</a:t>
            </a:r>
          </a:p>
        </p:txBody>
      </p:sp>
      <p:sp>
        <p:nvSpPr>
          <p:cNvPr id="123" name="dp41-comparison / n89 / text 3">
            <a:extLst xmlns:a="http://schemas.openxmlformats.org/drawingml/2006/main">
              <a:ext uri="{FF2B5EF4-FFF2-40B4-BE49-F238E27FC236}">
                <a16:creationId xmlns:a16="http://schemas.microsoft.com/office/drawing/2014/main" id="{03EDE2C4-5987-4A46-AC0F-2B8C51E772E5}"/>
              </a:ext>
            </a:extLst>
          </p:cNvPr>
          <p:cNvSpPr>
            <a:spLocks xmlns:a="http://schemas.openxmlformats.org/drawingml/2006/main" noGrp="1"/>
          </p:cNvSpPr>
          <p:nvPr/>
        </p:nvSpPr>
        <p:spPr>
          <a:xfrm xmlns:a="http://schemas.openxmlformats.org/drawingml/2006/main">
            <a:off x="4514850" y="5000625"/>
            <a:ext cx="21431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“이 표” 화면 조회</a:t>
            </a:r>
          </a:p>
        </p:txBody>
      </p:sp>
      <p:sp>
        <p:nvSpPr>
          <p:cNvPr id="124" name="dp41-comparison / n90">
            <a:extLst xmlns:a="http://schemas.openxmlformats.org/drawingml/2006/main">
              <a:ext uri="{FF2B5EF4-FFF2-40B4-BE49-F238E27FC236}">
                <a16:creationId xmlns:a16="http://schemas.microsoft.com/office/drawing/2014/main" id="{DBCE1F76-F856-450F-AD06-AF71FE3D787D}"/>
              </a:ext>
            </a:extLst>
          </p:cNvPr>
          <p:cNvSpPr>
            <a:spLocks xmlns:a="http://schemas.openxmlformats.org/drawingml/2006/main" noGrp="1"/>
          </p:cNvSpPr>
          <p:nvPr/>
        </p:nvSpPr>
        <p:spPr>
          <a:xfrm xmlns:a="http://schemas.openxmlformats.org/drawingml/2006/main">
            <a:off x="7143750" y="4581525"/>
            <a:ext cx="2000250" cy="857250"/>
          </a:xfrm>
          <a:custGeom xmlns:a="http://schemas.openxmlformats.org/drawingml/2006/main">
            <a:pathLst>
              <a:path w="2000250" h="857250">
                <a:moveTo>
                  <a:pt x="0" y="0"/>
                </a:moveTo>
                <a:lnTo>
                  <a:pt x="1828800" y="0"/>
                </a:lnTo>
                <a:lnTo>
                  <a:pt x="2000250" y="171450"/>
                </a:lnTo>
                <a:lnTo>
                  <a:pt x="2000250" y="857250"/>
                </a:lnTo>
                <a:lnTo>
                  <a:pt x="0" y="8572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25" name="dp41-comparison / n90 / fold">
            <a:extLst xmlns:a="http://schemas.openxmlformats.org/drawingml/2006/main">
              <a:ext uri="{FF2B5EF4-FFF2-40B4-BE49-F238E27FC236}">
                <a16:creationId xmlns:a16="http://schemas.microsoft.com/office/drawing/2014/main" id="{6BDDBDAA-3F26-471E-876D-90C213CA2318}"/>
              </a:ext>
            </a:extLst>
          </p:cNvPr>
          <p:cNvSpPr>
            <a:spLocks xmlns:a="http://schemas.openxmlformats.org/drawingml/2006/main" noGrp="1"/>
          </p:cNvSpPr>
          <p:nvPr/>
        </p:nvSpPr>
        <p:spPr>
          <a:xfrm xmlns:a="http://schemas.openxmlformats.org/drawingml/2006/main">
            <a:off x="8972550" y="45815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26" name="dp41-comparison / n91 / text 1">
            <a:extLst xmlns:a="http://schemas.openxmlformats.org/drawingml/2006/main">
              <a:ext uri="{FF2B5EF4-FFF2-40B4-BE49-F238E27FC236}">
                <a16:creationId xmlns:a16="http://schemas.microsoft.com/office/drawing/2014/main" id="{C1303F39-93E9-4FB0-BF2A-4A4BE350266E}"/>
              </a:ext>
            </a:extLst>
          </p:cNvPr>
          <p:cNvSpPr>
            <a:spLocks xmlns:a="http://schemas.openxmlformats.org/drawingml/2006/main" noGrp="1"/>
          </p:cNvSpPr>
          <p:nvPr/>
        </p:nvSpPr>
        <p:spPr>
          <a:xfrm xmlns:a="http://schemas.openxmlformats.org/drawingml/2006/main">
            <a:off x="7258050" y="4657725"/>
            <a:ext cx="1714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결과 (EvidenceBundle)</a:t>
            </a:r>
          </a:p>
        </p:txBody>
      </p:sp>
      <p:sp>
        <p:nvSpPr>
          <p:cNvPr id="127" name="dp41-comparison / n91 / text 2">
            <a:extLst xmlns:a="http://schemas.openxmlformats.org/drawingml/2006/main">
              <a:ext uri="{FF2B5EF4-FFF2-40B4-BE49-F238E27FC236}">
                <a16:creationId xmlns:a16="http://schemas.microsoft.com/office/drawing/2014/main" id="{E14CABC3-C8E3-4DCB-8E75-DCA2C981F96D}"/>
              </a:ext>
            </a:extLst>
          </p:cNvPr>
          <p:cNvSpPr>
            <a:spLocks xmlns:a="http://schemas.openxmlformats.org/drawingml/2006/main" noGrp="1"/>
          </p:cNvSpPr>
          <p:nvPr/>
        </p:nvSpPr>
        <p:spPr>
          <a:xfrm xmlns:a="http://schemas.openxmlformats.org/drawingml/2006/main">
            <a:off x="7258050" y="4817745"/>
            <a:ext cx="1714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예산 보고서</a:t>
            </a:r>
          </a:p>
        </p:txBody>
      </p:sp>
      <p:sp>
        <p:nvSpPr>
          <p:cNvPr id="128" name="dp41-comparison / n91 / text 3">
            <a:extLst xmlns:a="http://schemas.openxmlformats.org/drawingml/2006/main">
              <a:ext uri="{FF2B5EF4-FFF2-40B4-BE49-F238E27FC236}">
                <a16:creationId xmlns:a16="http://schemas.microsoft.com/office/drawing/2014/main" id="{13CEAECB-8945-4067-9D72-A859C7D75DD3}"/>
              </a:ext>
            </a:extLst>
          </p:cNvPr>
          <p:cNvSpPr>
            <a:spLocks xmlns:a="http://schemas.openxmlformats.org/drawingml/2006/main" noGrp="1"/>
          </p:cNvSpPr>
          <p:nvPr/>
        </p:nvSpPr>
        <p:spPr>
          <a:xfrm xmlns:a="http://schemas.openxmlformats.org/drawingml/2006/main">
            <a:off x="7258050" y="4977765"/>
            <a:ext cx="1714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Task2: 실적 보고서</a:t>
            </a:r>
          </a:p>
        </p:txBody>
      </p:sp>
      <p:sp>
        <p:nvSpPr>
          <p:cNvPr id="129" name="dp41-comparison / n91 / text 4">
            <a:extLst xmlns:a="http://schemas.openxmlformats.org/drawingml/2006/main">
              <a:ext uri="{FF2B5EF4-FFF2-40B4-BE49-F238E27FC236}">
                <a16:creationId xmlns:a16="http://schemas.microsoft.com/office/drawing/2014/main" id="{FF87F512-EE2A-45FC-A1EA-CE3A0AAF8383}"/>
              </a:ext>
            </a:extLst>
          </p:cNvPr>
          <p:cNvSpPr>
            <a:spLocks xmlns:a="http://schemas.openxmlformats.org/drawingml/2006/main" noGrp="1"/>
          </p:cNvSpPr>
          <p:nvPr/>
        </p:nvSpPr>
        <p:spPr>
          <a:xfrm xmlns:a="http://schemas.openxmlformats.org/drawingml/2006/main">
            <a:off x="7258050" y="5137785"/>
            <a:ext cx="1714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자료: 선택한 표</a:t>
            </a:r>
          </a:p>
        </p:txBody>
      </p:sp>
      <p:sp>
        <p:nvSpPr>
          <p:cNvPr id="130" name="dp41-comparison / n93">
            <a:extLst xmlns:a="http://schemas.openxmlformats.org/drawingml/2006/main">
              <a:ext uri="{FF2B5EF4-FFF2-40B4-BE49-F238E27FC236}">
                <a16:creationId xmlns:a16="http://schemas.microsoft.com/office/drawing/2014/main" id="{6390C16D-0FBF-4432-BBE2-418E860A4B5A}"/>
              </a:ext>
            </a:extLst>
          </p:cNvPr>
          <p:cNvSpPr>
            <a:spLocks xmlns:a="http://schemas.openxmlformats.org/drawingml/2006/main" noGrp="1"/>
          </p:cNvSpPr>
          <p:nvPr/>
        </p:nvSpPr>
        <p:spPr>
          <a:xfrm xmlns:a="http://schemas.openxmlformats.org/drawingml/2006/main">
            <a:off x="1647825" y="4667250"/>
            <a:ext cx="2089023" cy="2247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1" name="dp41-comparison / n94 / text 1">
            <a:extLst xmlns:a="http://schemas.openxmlformats.org/drawingml/2006/main">
              <a:ext uri="{FF2B5EF4-FFF2-40B4-BE49-F238E27FC236}">
                <a16:creationId xmlns:a16="http://schemas.microsoft.com/office/drawing/2014/main" id="{1A4A8698-3C87-4B21-BDED-1551EC32FFCB}"/>
              </a:ext>
            </a:extLst>
          </p:cNvPr>
          <p:cNvSpPr>
            <a:spLocks xmlns:a="http://schemas.openxmlformats.org/drawingml/2006/main" noGrp="1"/>
          </p:cNvSpPr>
          <p:nvPr/>
        </p:nvSpPr>
        <p:spPr>
          <a:xfrm xmlns:a="http://schemas.openxmlformats.org/drawingml/2006/main">
            <a:off x="1666875" y="4676775"/>
            <a:ext cx="2552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모델이 다음 행동을 선택</a:t>
            </a:r>
          </a:p>
        </p:txBody>
      </p:sp>
      <p:sp>
        <p:nvSpPr>
          <p:cNvPr id="132" name="dp41-comparison / n95">
            <a:extLst xmlns:a="http://schemas.openxmlformats.org/drawingml/2006/main">
              <a:ext uri="{FF2B5EF4-FFF2-40B4-BE49-F238E27FC236}">
                <a16:creationId xmlns:a16="http://schemas.microsoft.com/office/drawing/2014/main" id="{1972AE09-5B4F-4DCD-96B0-FF5E8EE5D2FF}"/>
              </a:ext>
            </a:extLst>
          </p:cNvPr>
          <p:cNvSpPr>
            <a:spLocks xmlns:a="http://schemas.openxmlformats.org/drawingml/2006/main" noGrp="1"/>
          </p:cNvSpPr>
          <p:nvPr/>
        </p:nvSpPr>
        <p:spPr>
          <a:xfrm xmlns:a="http://schemas.openxmlformats.org/drawingml/2006/main">
            <a:off x="3028950" y="5610225"/>
            <a:ext cx="3813810" cy="2247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3" name="dp41-comparison / n96 / text 1">
            <a:extLst xmlns:a="http://schemas.openxmlformats.org/drawingml/2006/main">
              <a:ext uri="{FF2B5EF4-FFF2-40B4-BE49-F238E27FC236}">
                <a16:creationId xmlns:a16="http://schemas.microsoft.com/office/drawing/2014/main" id="{90F3881A-9B40-4377-B5B8-73E7459DCBDD}"/>
              </a:ext>
            </a:extLst>
          </p:cNvPr>
          <p:cNvSpPr>
            <a:spLocks xmlns:a="http://schemas.openxmlformats.org/drawingml/2006/main" noGrp="1"/>
          </p:cNvSpPr>
          <p:nvPr/>
        </p:nvSpPr>
        <p:spPr>
          <a:xfrm xmlns:a="http://schemas.openxmlformats.org/drawingml/2006/main">
            <a:off x="3048000" y="5619750"/>
            <a:ext cx="42862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조회 결과 → 다시 모델 판단 → 필요하면 반복</a:t>
            </a:r>
          </a:p>
        </p:txBody>
      </p:sp>
      <p:sp>
        <p:nvSpPr>
          <p:cNvPr id="134" name="dp41-comparison / n100">
            <a:extLst xmlns:a="http://schemas.openxmlformats.org/drawingml/2006/main">
              <a:ext uri="{FF2B5EF4-FFF2-40B4-BE49-F238E27FC236}">
                <a16:creationId xmlns:a16="http://schemas.microsoft.com/office/drawing/2014/main" id="{AAE38853-FE8D-41E4-85F5-B4D58E2D83E2}"/>
              </a:ext>
            </a:extLst>
          </p:cNvPr>
          <p:cNvSpPr>
            <a:spLocks xmlns:a="http://schemas.openxmlformats.org/drawingml/2006/main" noGrp="1"/>
          </p:cNvSpPr>
          <p:nvPr/>
        </p:nvSpPr>
        <p:spPr>
          <a:xfrm xmlns:a="http://schemas.openxmlformats.org/drawingml/2006/main">
            <a:off x="4457700" y="5867400"/>
            <a:ext cx="213055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5" name="dp41-comparison / n101 / text 1">
            <a:extLst xmlns:a="http://schemas.openxmlformats.org/drawingml/2006/main">
              <a:ext uri="{FF2B5EF4-FFF2-40B4-BE49-F238E27FC236}">
                <a16:creationId xmlns:a16="http://schemas.microsoft.com/office/drawing/2014/main" id="{D8906945-54D4-4A4C-8E70-1D0FC630A25F}"/>
              </a:ext>
            </a:extLst>
          </p:cNvPr>
          <p:cNvSpPr>
            <a:spLocks xmlns:a="http://schemas.openxmlformats.org/drawingml/2006/main" noGrp="1"/>
          </p:cNvSpPr>
          <p:nvPr/>
        </p:nvSpPr>
        <p:spPr>
          <a:xfrm xmlns:a="http://schemas.openxmlformats.org/drawingml/2006/main">
            <a:off x="4476750" y="5876925"/>
            <a:ext cx="2476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완성 의미 / 확인 질문 제안</a:t>
            </a:r>
          </a:p>
        </p:txBody>
      </p:sp>
      <p:sp>
        <p:nvSpPr>
          <p:cNvPr id="136" name="dp41-comparison / n102">
            <a:extLst xmlns:a="http://schemas.openxmlformats.org/drawingml/2006/main">
              <a:ext uri="{FF2B5EF4-FFF2-40B4-BE49-F238E27FC236}">
                <a16:creationId xmlns:a16="http://schemas.microsoft.com/office/drawing/2014/main" id="{EC6C86BC-C3FB-4665-BE9C-408539E655C4}"/>
              </a:ext>
            </a:extLst>
          </p:cNvPr>
          <p:cNvSpPr>
            <a:spLocks xmlns:a="http://schemas.openxmlformats.org/drawingml/2006/main" noGrp="1"/>
          </p:cNvSpPr>
          <p:nvPr/>
        </p:nvSpPr>
        <p:spPr>
          <a:xfrm xmlns:a="http://schemas.openxmlformats.org/drawingml/2006/main">
            <a:off x="1666875" y="6115050"/>
            <a:ext cx="5048250" cy="657225"/>
          </a:xfrm>
          <a:custGeom xmlns:a="http://schemas.openxmlformats.org/drawingml/2006/main">
            <a:pathLst>
              <a:path w="5048250" h="657225">
                <a:moveTo>
                  <a:pt x="0" y="0"/>
                </a:moveTo>
                <a:lnTo>
                  <a:pt x="4876800" y="0"/>
                </a:lnTo>
                <a:lnTo>
                  <a:pt x="5048250" y="171450"/>
                </a:lnTo>
                <a:lnTo>
                  <a:pt x="5048250" y="657225"/>
                </a:lnTo>
                <a:lnTo>
                  <a:pt x="0" y="6572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7" name="dp41-comparison / n102 / fold">
            <a:extLst xmlns:a="http://schemas.openxmlformats.org/drawingml/2006/main">
              <a:ext uri="{FF2B5EF4-FFF2-40B4-BE49-F238E27FC236}">
                <a16:creationId xmlns:a16="http://schemas.microsoft.com/office/drawing/2014/main" id="{4815338D-5692-407A-A233-15C3F8073494}"/>
              </a:ext>
            </a:extLst>
          </p:cNvPr>
          <p:cNvSpPr>
            <a:spLocks xmlns:a="http://schemas.openxmlformats.org/drawingml/2006/main" noGrp="1"/>
          </p:cNvSpPr>
          <p:nvPr/>
        </p:nvSpPr>
        <p:spPr>
          <a:xfrm xmlns:a="http://schemas.openxmlformats.org/drawingml/2006/main">
            <a:off x="6543675" y="61150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8" name="dp41-comparison / n103 / text 1">
            <a:extLst xmlns:a="http://schemas.openxmlformats.org/drawingml/2006/main">
              <a:ext uri="{FF2B5EF4-FFF2-40B4-BE49-F238E27FC236}">
                <a16:creationId xmlns:a16="http://schemas.microsoft.com/office/drawing/2014/main" id="{5809ABF4-4419-47F8-A57B-D620EF594485}"/>
              </a:ext>
            </a:extLst>
          </p:cNvPr>
          <p:cNvSpPr>
            <a:spLocks xmlns:a="http://schemas.openxmlformats.org/drawingml/2006/main" noGrp="1"/>
          </p:cNvSpPr>
          <p:nvPr/>
        </p:nvSpPr>
        <p:spPr>
          <a:xfrm xmlns:a="http://schemas.openxmlformats.org/drawingml/2006/main">
            <a:off x="1781175" y="6191250"/>
            <a:ext cx="4762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모델이 만든 의미 제안 (MeaningProposal)</a:t>
            </a:r>
          </a:p>
        </p:txBody>
      </p:sp>
      <p:sp>
        <p:nvSpPr>
          <p:cNvPr id="139" name="dp41-comparison / n103 / text 2">
            <a:extLst xmlns:a="http://schemas.openxmlformats.org/drawingml/2006/main">
              <a:ext uri="{FF2B5EF4-FFF2-40B4-BE49-F238E27FC236}">
                <a16:creationId xmlns:a16="http://schemas.microsoft.com/office/drawing/2014/main" id="{504C8EF9-30EA-4309-809E-23D74CBE25A9}"/>
              </a:ext>
            </a:extLst>
          </p:cNvPr>
          <p:cNvSpPr>
            <a:spLocks xmlns:a="http://schemas.openxmlformats.org/drawingml/2006/main" noGrp="1"/>
          </p:cNvSpPr>
          <p:nvPr/>
        </p:nvSpPr>
        <p:spPr>
          <a:xfrm xmlns:a="http://schemas.openxmlformats.org/drawingml/2006/main">
            <a:off x="1781175" y="6362700"/>
            <a:ext cx="4762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예산 보고서(Task1)에 선택한 표 추가</a:t>
            </a:r>
          </a:p>
        </p:txBody>
      </p:sp>
      <p:sp>
        <p:nvSpPr>
          <p:cNvPr id="140" name="dp41-comparison / n103 / text 3">
            <a:extLst xmlns:a="http://schemas.openxmlformats.org/drawingml/2006/main">
              <a:ext uri="{FF2B5EF4-FFF2-40B4-BE49-F238E27FC236}">
                <a16:creationId xmlns:a16="http://schemas.microsoft.com/office/drawing/2014/main" id="{ECDCCA27-3C6F-4A9B-B1D1-3C163E3068F8}"/>
              </a:ext>
            </a:extLst>
          </p:cNvPr>
          <p:cNvSpPr>
            <a:spLocks xmlns:a="http://schemas.openxmlformats.org/drawingml/2006/main" noGrp="1"/>
          </p:cNvSpPr>
          <p:nvPr/>
        </p:nvSpPr>
        <p:spPr>
          <a:xfrm xmlns:a="http://schemas.openxmlformats.org/drawingml/2006/main">
            <a:off x="1781175" y="6534150"/>
            <a:ext cx="4762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수정된 보고서 결과 → 메일 초안 / 메일 발송 금지</a:t>
            </a:r>
          </a:p>
        </p:txBody>
      </p:sp>
      <p:sp>
        <p:nvSpPr>
          <p:cNvPr id="141" name="dp41-comparison / n112">
            <a:extLst xmlns:a="http://schemas.openxmlformats.org/drawingml/2006/main">
              <a:ext uri="{FF2B5EF4-FFF2-40B4-BE49-F238E27FC236}">
                <a16:creationId xmlns:a16="http://schemas.microsoft.com/office/drawing/2014/main" id="{2360FAB4-BAC3-4661-B335-60DAB979BF94}"/>
              </a:ext>
            </a:extLst>
          </p:cNvPr>
          <p:cNvSpPr>
            <a:spLocks xmlns:a="http://schemas.openxmlformats.org/drawingml/2006/main" noGrp="1"/>
          </p:cNvSpPr>
          <p:nvPr/>
        </p:nvSpPr>
        <p:spPr>
          <a:xfrm xmlns:a="http://schemas.openxmlformats.org/drawingml/2006/main">
            <a:off x="1647825" y="7219950"/>
            <a:ext cx="213055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2" name="dp41-comparison / n113 / text 1">
            <a:extLst xmlns:a="http://schemas.openxmlformats.org/drawingml/2006/main">
              <a:ext uri="{FF2B5EF4-FFF2-40B4-BE49-F238E27FC236}">
                <a16:creationId xmlns:a16="http://schemas.microsoft.com/office/drawing/2014/main" id="{702B9B45-736A-4514-8674-AECDC4284F60}"/>
              </a:ext>
            </a:extLst>
          </p:cNvPr>
          <p:cNvSpPr>
            <a:spLocks xmlns:a="http://schemas.openxmlformats.org/drawingml/2006/main" noGrp="1"/>
          </p:cNvSpPr>
          <p:nvPr/>
        </p:nvSpPr>
        <p:spPr>
          <a:xfrm xmlns:a="http://schemas.openxmlformats.org/drawingml/2006/main">
            <a:off x="1666875" y="7229475"/>
            <a:ext cx="2476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화면/대화 / 업무 기록 조회</a:t>
            </a:r>
          </a:p>
        </p:txBody>
      </p:sp>
      <p:sp>
        <p:nvSpPr>
          <p:cNvPr id="143" name="dp41-comparison / n118">
            <a:extLst xmlns:a="http://schemas.openxmlformats.org/drawingml/2006/main">
              <a:ext uri="{FF2B5EF4-FFF2-40B4-BE49-F238E27FC236}">
                <a16:creationId xmlns:a16="http://schemas.microsoft.com/office/drawing/2014/main" id="{4BC199B9-0631-42DA-9597-63C7BEC6906F}"/>
              </a:ext>
            </a:extLst>
          </p:cNvPr>
          <p:cNvSpPr>
            <a:spLocks xmlns:a="http://schemas.openxmlformats.org/drawingml/2006/main" noGrp="1"/>
          </p:cNvSpPr>
          <p:nvPr/>
        </p:nvSpPr>
        <p:spPr>
          <a:xfrm xmlns:a="http://schemas.openxmlformats.org/drawingml/2006/main">
            <a:off x="1162050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4" name="dp41-comparison / n119 / text 1">
            <a:extLst xmlns:a="http://schemas.openxmlformats.org/drawingml/2006/main">
              <a:ext uri="{FF2B5EF4-FFF2-40B4-BE49-F238E27FC236}">
                <a16:creationId xmlns:a16="http://schemas.microsoft.com/office/drawing/2014/main" id="{597E0FA9-2A46-4FFB-827A-FE7651433F89}"/>
              </a:ext>
            </a:extLst>
          </p:cNvPr>
          <p:cNvSpPr>
            <a:spLocks xmlns:a="http://schemas.openxmlformats.org/drawingml/2006/main" noGrp="1"/>
          </p:cNvSpPr>
          <p:nvPr/>
        </p:nvSpPr>
        <p:spPr>
          <a:xfrm xmlns:a="http://schemas.openxmlformats.org/drawingml/2006/main">
            <a:off x="1170622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45" name="dp41-comparison / n120">
            <a:extLst xmlns:a="http://schemas.openxmlformats.org/drawingml/2006/main">
              <a:ext uri="{FF2B5EF4-FFF2-40B4-BE49-F238E27FC236}">
                <a16:creationId xmlns:a16="http://schemas.microsoft.com/office/drawing/2014/main" id="{7C5FDD7D-3056-46F1-B419-292CE176A5F4}"/>
              </a:ext>
            </a:extLst>
          </p:cNvPr>
          <p:cNvSpPr>
            <a:spLocks xmlns:a="http://schemas.openxmlformats.org/drawingml/2006/main" noGrp="1"/>
          </p:cNvSpPr>
          <p:nvPr/>
        </p:nvSpPr>
        <p:spPr>
          <a:xfrm xmlns:a="http://schemas.openxmlformats.org/drawingml/2006/main">
            <a:off x="1433512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6" name="dp41-comparison / n121 / text 1">
            <a:extLst xmlns:a="http://schemas.openxmlformats.org/drawingml/2006/main">
              <a:ext uri="{FF2B5EF4-FFF2-40B4-BE49-F238E27FC236}">
                <a16:creationId xmlns:a16="http://schemas.microsoft.com/office/drawing/2014/main" id="{C19C4F90-13B3-4360-A851-3CC0B9647DD8}"/>
              </a:ext>
            </a:extLst>
          </p:cNvPr>
          <p:cNvSpPr>
            <a:spLocks xmlns:a="http://schemas.openxmlformats.org/drawingml/2006/main" noGrp="1"/>
          </p:cNvSpPr>
          <p:nvPr/>
        </p:nvSpPr>
        <p:spPr>
          <a:xfrm xmlns:a="http://schemas.openxmlformats.org/drawingml/2006/main">
            <a:off x="1442085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147" name="dp41-comparison / n122 / path">
            <a:extLst xmlns:a="http://schemas.openxmlformats.org/drawingml/2006/main">
              <a:ext uri="{FF2B5EF4-FFF2-40B4-BE49-F238E27FC236}">
                <a16:creationId xmlns:a16="http://schemas.microsoft.com/office/drawing/2014/main" id="{F185FB18-FF15-4F8D-8E31-2B3A71ECBE50}"/>
              </a:ext>
            </a:extLst>
          </p:cNvPr>
          <p:cNvSpPr>
            <a:spLocks xmlns:a="http://schemas.openxmlformats.org/drawingml/2006/main" noGrp="1"/>
          </p:cNvSpPr>
          <p:nvPr/>
        </p:nvSpPr>
        <p:spPr>
          <a:xfrm xmlns:a="http://schemas.openxmlformats.org/drawingml/2006/main">
            <a:off x="1128712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48" name="dp41-comparison / n122 / arrow">
            <a:extLst xmlns:a="http://schemas.openxmlformats.org/drawingml/2006/main">
              <a:ext uri="{FF2B5EF4-FFF2-40B4-BE49-F238E27FC236}">
                <a16:creationId xmlns:a16="http://schemas.microsoft.com/office/drawing/2014/main" id="{C36E734F-D8AB-4B7C-9BDE-E25A2C4EC94A}"/>
              </a:ext>
            </a:extLst>
          </p:cNvPr>
          <p:cNvSpPr>
            <a:spLocks xmlns:a="http://schemas.openxmlformats.org/drawingml/2006/main" noGrp="1"/>
          </p:cNvSpPr>
          <p:nvPr/>
        </p:nvSpPr>
        <p:spPr>
          <a:xfrm xmlns:a="http://schemas.openxmlformats.org/drawingml/2006/main">
            <a:off x="1155344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49" name="dp41-comparison / n123 / path">
            <a:extLst xmlns:a="http://schemas.openxmlformats.org/drawingml/2006/main">
              <a:ext uri="{FF2B5EF4-FFF2-40B4-BE49-F238E27FC236}">
                <a16:creationId xmlns:a16="http://schemas.microsoft.com/office/drawing/2014/main" id="{D00284F0-153F-4608-9F6B-516D90ECFF85}"/>
              </a:ext>
            </a:extLst>
          </p:cNvPr>
          <p:cNvSpPr>
            <a:spLocks xmlns:a="http://schemas.openxmlformats.org/drawingml/2006/main" noGrp="1"/>
          </p:cNvSpPr>
          <p:nvPr/>
        </p:nvSpPr>
        <p:spPr>
          <a:xfrm xmlns:a="http://schemas.openxmlformats.org/drawingml/2006/main">
            <a:off x="1390650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50" name="dp41-comparison / n123 / arrow">
            <a:extLst xmlns:a="http://schemas.openxmlformats.org/drawingml/2006/main">
              <a:ext uri="{FF2B5EF4-FFF2-40B4-BE49-F238E27FC236}">
                <a16:creationId xmlns:a16="http://schemas.microsoft.com/office/drawing/2014/main" id="{4924A343-0942-4256-93C5-21FC29E21A90}"/>
              </a:ext>
            </a:extLst>
          </p:cNvPr>
          <p:cNvSpPr>
            <a:spLocks xmlns:a="http://schemas.openxmlformats.org/drawingml/2006/main" noGrp="1"/>
          </p:cNvSpPr>
          <p:nvPr/>
        </p:nvSpPr>
        <p:spPr>
          <a:xfrm xmlns:a="http://schemas.openxmlformats.org/drawingml/2006/main">
            <a:off x="1426806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51" name="dp41-comparison / n124">
            <a:extLst xmlns:a="http://schemas.openxmlformats.org/drawingml/2006/main">
              <a:ext uri="{FF2B5EF4-FFF2-40B4-BE49-F238E27FC236}">
                <a16:creationId xmlns:a16="http://schemas.microsoft.com/office/drawing/2014/main" id="{9F0F1434-4D6C-4014-A366-CF6A58650F45}"/>
              </a:ext>
            </a:extLst>
          </p:cNvPr>
          <p:cNvSpPr>
            <a:spLocks xmlns:a="http://schemas.openxmlformats.org/drawingml/2006/main" noGrp="1"/>
          </p:cNvSpPr>
          <p:nvPr/>
        </p:nvSpPr>
        <p:spPr>
          <a:xfrm xmlns:a="http://schemas.openxmlformats.org/drawingml/2006/main">
            <a:off x="9763125" y="3257550"/>
            <a:ext cx="7953375" cy="3714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2" name="dp41-comparison / n125 / text 1">
            <a:extLst xmlns:a="http://schemas.openxmlformats.org/drawingml/2006/main">
              <a:ext uri="{FF2B5EF4-FFF2-40B4-BE49-F238E27FC236}">
                <a16:creationId xmlns:a16="http://schemas.microsoft.com/office/drawing/2014/main" id="{F465446A-2A72-42F0-BD0C-5CB5717A3938}"/>
              </a:ext>
            </a:extLst>
          </p:cNvPr>
          <p:cNvSpPr>
            <a:spLocks xmlns:a="http://schemas.openxmlformats.org/drawingml/2006/main" noGrp="1"/>
          </p:cNvSpPr>
          <p:nvPr/>
        </p:nvSpPr>
        <p:spPr>
          <a:xfrm xmlns:a="http://schemas.openxmlformats.org/drawingml/2006/main">
            <a:off x="9886950" y="335280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153" name="dp41-comparison / n126 / path">
            <a:extLst xmlns:a="http://schemas.openxmlformats.org/drawingml/2006/main">
              <a:ext uri="{FF2B5EF4-FFF2-40B4-BE49-F238E27FC236}">
                <a16:creationId xmlns:a16="http://schemas.microsoft.com/office/drawing/2014/main" id="{FC462325-2DD3-4E46-9438-34D011F8520F}"/>
              </a:ext>
            </a:extLst>
          </p:cNvPr>
          <p:cNvSpPr>
            <a:spLocks xmlns:a="http://schemas.openxmlformats.org/drawingml/2006/main" noGrp="1"/>
          </p:cNvSpPr>
          <p:nvPr/>
        </p:nvSpPr>
        <p:spPr>
          <a:xfrm xmlns:a="http://schemas.openxmlformats.org/drawingml/2006/main">
            <a:off x="15525750" y="2743200"/>
            <a:ext cx="23813" cy="514350"/>
          </a:xfrm>
          <a:custGeom xmlns:a="http://schemas.openxmlformats.org/drawingml/2006/main">
            <a:pathLst>
              <a:path w="23813" h="514350">
                <a:moveTo>
                  <a:pt x="0" y="0"/>
                </a:moveTo>
                <a:lnTo>
                  <a:pt x="0" y="447675"/>
                </a:lnTo>
                <a:lnTo>
                  <a:pt x="23813" y="447675"/>
                </a:lnTo>
                <a:lnTo>
                  <a:pt x="23813" y="514350"/>
                </a:lnTo>
              </a:path>
            </a:pathLst>
          </a:custGeom>
          <a:noFill xmlns:a="http://schemas.openxmlformats.org/drawingml/2006/main"/>
          <a:ln xmlns:a="http://schemas.openxmlformats.org/drawingml/2006/main" w="10478">
            <a:solidFill>
              <a:srgbClr val="000000"/>
            </a:solidFill>
            <a:prstDash val="solid"/>
          </a:ln>
        </p:spPr>
      </p:sp>
      <p:sp>
        <p:nvSpPr>
          <p:cNvPr id="154" name="dp41-comparison / n126 / arrow">
            <a:extLst xmlns:a="http://schemas.openxmlformats.org/drawingml/2006/main">
              <a:ext uri="{FF2B5EF4-FFF2-40B4-BE49-F238E27FC236}">
                <a16:creationId xmlns:a16="http://schemas.microsoft.com/office/drawing/2014/main" id="{BD272A96-9B8B-49D5-947F-D81990D2B11E}"/>
              </a:ext>
            </a:extLst>
          </p:cNvPr>
          <p:cNvSpPr>
            <a:spLocks xmlns:a="http://schemas.openxmlformats.org/drawingml/2006/main" noGrp="1"/>
          </p:cNvSpPr>
          <p:nvPr/>
        </p:nvSpPr>
        <p:spPr>
          <a:xfrm xmlns:a="http://schemas.openxmlformats.org/drawingml/2006/main">
            <a:off x="15516035" y="3190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5" name="dp41-comparison / n129">
            <a:extLst xmlns:a="http://schemas.openxmlformats.org/drawingml/2006/main">
              <a:ext uri="{FF2B5EF4-FFF2-40B4-BE49-F238E27FC236}">
                <a16:creationId xmlns:a16="http://schemas.microsoft.com/office/drawing/2014/main" id="{E37F3494-6869-4262-AE39-4E7916EB03F7}"/>
              </a:ext>
            </a:extLst>
          </p:cNvPr>
          <p:cNvSpPr>
            <a:spLocks xmlns:a="http://schemas.openxmlformats.org/drawingml/2006/main" noGrp="1"/>
          </p:cNvSpPr>
          <p:nvPr/>
        </p:nvSpPr>
        <p:spPr>
          <a:xfrm xmlns:a="http://schemas.openxmlformats.org/drawingml/2006/main">
            <a:off x="9953625" y="2867025"/>
            <a:ext cx="2381250"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56" name="dp41-comparison / n130 / text 1">
            <a:extLst xmlns:a="http://schemas.openxmlformats.org/drawingml/2006/main">
              <a:ext uri="{FF2B5EF4-FFF2-40B4-BE49-F238E27FC236}">
                <a16:creationId xmlns:a16="http://schemas.microsoft.com/office/drawing/2014/main" id="{205190D7-4444-4639-9EB0-DBD0D28C6647}"/>
              </a:ext>
            </a:extLst>
          </p:cNvPr>
          <p:cNvSpPr>
            <a:spLocks xmlns:a="http://schemas.openxmlformats.org/drawingml/2006/main" noGrp="1"/>
          </p:cNvSpPr>
          <p:nvPr/>
        </p:nvSpPr>
        <p:spPr>
          <a:xfrm xmlns:a="http://schemas.openxmlformats.org/drawingml/2006/main">
            <a:off x="10039350" y="2895600"/>
            <a:ext cx="2209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157" name="dp41-comparison / n135">
            <a:extLst xmlns:a="http://schemas.openxmlformats.org/drawingml/2006/main">
              <a:ext uri="{FF2B5EF4-FFF2-40B4-BE49-F238E27FC236}">
                <a16:creationId xmlns:a16="http://schemas.microsoft.com/office/drawing/2014/main" id="{8553931B-52EF-48CF-A25A-4427771C0DA2}"/>
              </a:ext>
            </a:extLst>
          </p:cNvPr>
          <p:cNvSpPr>
            <a:spLocks xmlns:a="http://schemas.openxmlformats.org/drawingml/2006/main" noGrp="1"/>
          </p:cNvSpPr>
          <p:nvPr/>
        </p:nvSpPr>
        <p:spPr>
          <a:xfrm xmlns:a="http://schemas.openxmlformats.org/drawingml/2006/main">
            <a:off x="9953625" y="3924300"/>
            <a:ext cx="2333625" cy="419100"/>
          </a:xfrm>
          <a:prstGeom xmlns:a="http://schemas.openxmlformats.org/drawingml/2006/main" prst="roundRect">
            <a:avLst>
              <a:gd name="adj" fmla="val 18182"/>
            </a:avLst>
          </a:prstGeom>
          <a:solidFill xmlns:a="http://schemas.openxmlformats.org/drawingml/2006/main">
            <a:srgbClr val="FFF0DD"/>
          </a:solidFill>
          <a:ln xmlns:a="http://schemas.openxmlformats.org/drawingml/2006/main" w="17145">
            <a:solidFill>
              <a:srgbClr val="B8753F"/>
            </a:solidFill>
            <a:prstDash val="solid"/>
          </a:ln>
        </p:spPr>
      </p:sp>
      <p:sp>
        <p:nvSpPr>
          <p:cNvPr id="158" name="dp41-comparison / n136 / text 1">
            <a:extLst xmlns:a="http://schemas.openxmlformats.org/drawingml/2006/main">
              <a:ext uri="{FF2B5EF4-FFF2-40B4-BE49-F238E27FC236}">
                <a16:creationId xmlns:a16="http://schemas.microsoft.com/office/drawing/2014/main" id="{157EB739-1733-48FF-947B-1FA1C064D88A}"/>
              </a:ext>
            </a:extLst>
          </p:cNvPr>
          <p:cNvSpPr>
            <a:spLocks xmlns:a="http://schemas.openxmlformats.org/drawingml/2006/main" noGrp="1"/>
          </p:cNvSpPr>
          <p:nvPr/>
        </p:nvSpPr>
        <p:spPr>
          <a:xfrm xmlns:a="http://schemas.openxmlformats.org/drawingml/2006/main">
            <a:off x="10039350" y="4016216"/>
            <a:ext cx="2162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요청 틀 해석기</a:t>
            </a:r>
          </a:p>
        </p:txBody>
      </p:sp>
      <p:sp>
        <p:nvSpPr>
          <p:cNvPr id="159" name="dp41-comparison / n137">
            <a:extLst xmlns:a="http://schemas.openxmlformats.org/drawingml/2006/main">
              <a:ext uri="{FF2B5EF4-FFF2-40B4-BE49-F238E27FC236}">
                <a16:creationId xmlns:a16="http://schemas.microsoft.com/office/drawing/2014/main" id="{C697B432-0667-490B-92CB-5F6E4E3838E4}"/>
              </a:ext>
            </a:extLst>
          </p:cNvPr>
          <p:cNvSpPr>
            <a:spLocks xmlns:a="http://schemas.openxmlformats.org/drawingml/2006/main" noGrp="1"/>
          </p:cNvSpPr>
          <p:nvPr/>
        </p:nvSpPr>
        <p:spPr>
          <a:xfrm xmlns:a="http://schemas.openxmlformats.org/drawingml/2006/main">
            <a:off x="12858750" y="3924300"/>
            <a:ext cx="2857500" cy="419100"/>
          </a:xfrm>
          <a:prstGeom xmlns:a="http://schemas.openxmlformats.org/drawingml/2006/main" prst="roundRect">
            <a:avLst>
              <a:gd name="adj" fmla="val 18182"/>
            </a:avLst>
          </a:prstGeom>
          <a:solidFill xmlns:a="http://schemas.openxmlformats.org/drawingml/2006/main">
            <a:srgbClr val="FFF0DD"/>
          </a:solidFill>
          <a:ln xmlns:a="http://schemas.openxmlformats.org/drawingml/2006/main" w="17145">
            <a:solidFill>
              <a:srgbClr val="B8753F"/>
            </a:solidFill>
            <a:prstDash val="solid"/>
          </a:ln>
        </p:spPr>
      </p:sp>
      <p:sp>
        <p:nvSpPr>
          <p:cNvPr id="160" name="dp41-comparison / n138 / text 1">
            <a:extLst xmlns:a="http://schemas.openxmlformats.org/drawingml/2006/main">
              <a:ext uri="{FF2B5EF4-FFF2-40B4-BE49-F238E27FC236}">
                <a16:creationId xmlns:a16="http://schemas.microsoft.com/office/drawing/2014/main" id="{8D061BFB-31F8-4716-B883-15F963BF1D70}"/>
              </a:ext>
            </a:extLst>
          </p:cNvPr>
          <p:cNvSpPr>
            <a:spLocks xmlns:a="http://schemas.openxmlformats.org/drawingml/2006/main" noGrp="1"/>
          </p:cNvSpPr>
          <p:nvPr/>
        </p:nvSpPr>
        <p:spPr>
          <a:xfrm xmlns:a="http://schemas.openxmlformats.org/drawingml/2006/main">
            <a:off x="12944475" y="40224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Resolution Engine</a:t>
            </a:r>
          </a:p>
        </p:txBody>
      </p:sp>
      <p:sp>
        <p:nvSpPr>
          <p:cNvPr id="161" name="dp41-comparison / n139">
            <a:extLst xmlns:a="http://schemas.openxmlformats.org/drawingml/2006/main">
              <a:ext uri="{FF2B5EF4-FFF2-40B4-BE49-F238E27FC236}">
                <a16:creationId xmlns:a16="http://schemas.microsoft.com/office/drawing/2014/main" id="{DEA4AD48-A850-435C-BD0D-41434B3183AC}"/>
              </a:ext>
            </a:extLst>
          </p:cNvPr>
          <p:cNvSpPr>
            <a:spLocks xmlns:a="http://schemas.openxmlformats.org/drawingml/2006/main" noGrp="1"/>
          </p:cNvSpPr>
          <p:nvPr/>
        </p:nvSpPr>
        <p:spPr>
          <a:xfrm xmlns:a="http://schemas.openxmlformats.org/drawingml/2006/main">
            <a:off x="15906750" y="4676775"/>
            <a:ext cx="1619250" cy="419100"/>
          </a:xfrm>
          <a:prstGeom xmlns:a="http://schemas.openxmlformats.org/drawingml/2006/main" prst="roundRect">
            <a:avLst>
              <a:gd name="adj" fmla="val 18182"/>
            </a:avLst>
          </a:prstGeom>
          <a:solidFill xmlns:a="http://schemas.openxmlformats.org/drawingml/2006/main">
            <a:srgbClr val="FFFFFF"/>
          </a:solidFill>
          <a:ln xmlns:a="http://schemas.openxmlformats.org/drawingml/2006/main" w="9525">
            <a:solidFill>
              <a:srgbClr val="000000"/>
            </a:solidFill>
            <a:prstDash val="solid"/>
          </a:ln>
        </p:spPr>
      </p:sp>
      <p:sp>
        <p:nvSpPr>
          <p:cNvPr id="162" name="dp41-comparison / n140 / text 1">
            <a:extLst xmlns:a="http://schemas.openxmlformats.org/drawingml/2006/main">
              <a:ext uri="{FF2B5EF4-FFF2-40B4-BE49-F238E27FC236}">
                <a16:creationId xmlns:a16="http://schemas.microsoft.com/office/drawing/2014/main" id="{3D9319DB-BA69-4920-B5DD-757E1F26C12F}"/>
              </a:ext>
            </a:extLst>
          </p:cNvPr>
          <p:cNvSpPr>
            <a:spLocks xmlns:a="http://schemas.openxmlformats.org/drawingml/2006/main" noGrp="1"/>
          </p:cNvSpPr>
          <p:nvPr/>
        </p:nvSpPr>
        <p:spPr>
          <a:xfrm xmlns:a="http://schemas.openxmlformats.org/drawingml/2006/main">
            <a:off x="15992475" y="479345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읽기 도구 실행기</a:t>
            </a:r>
          </a:p>
        </p:txBody>
      </p:sp>
      <p:sp>
        <p:nvSpPr>
          <p:cNvPr id="163" name="dp41-comparison / n141">
            <a:extLst xmlns:a="http://schemas.openxmlformats.org/drawingml/2006/main">
              <a:ext uri="{FF2B5EF4-FFF2-40B4-BE49-F238E27FC236}">
                <a16:creationId xmlns:a16="http://schemas.microsoft.com/office/drawing/2014/main" id="{166696F1-C997-40B7-8625-1880D56F2ED9}"/>
              </a:ext>
            </a:extLst>
          </p:cNvPr>
          <p:cNvSpPr>
            <a:spLocks xmlns:a="http://schemas.openxmlformats.org/drawingml/2006/main" noGrp="1"/>
          </p:cNvSpPr>
          <p:nvPr/>
        </p:nvSpPr>
        <p:spPr>
          <a:xfrm xmlns:a="http://schemas.openxmlformats.org/drawingml/2006/main">
            <a:off x="12858750" y="4572000"/>
            <a:ext cx="1619250" cy="6286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164" name="dp41-comparison / n142 / text 1">
            <a:extLst xmlns:a="http://schemas.openxmlformats.org/drawingml/2006/main">
              <a:ext uri="{FF2B5EF4-FFF2-40B4-BE49-F238E27FC236}">
                <a16:creationId xmlns:a16="http://schemas.microsoft.com/office/drawing/2014/main" id="{97F7FC62-02A6-4D58-BB97-4C626947DB3B}"/>
              </a:ext>
            </a:extLst>
          </p:cNvPr>
          <p:cNvSpPr>
            <a:spLocks xmlns:a="http://schemas.openxmlformats.org/drawingml/2006/main" noGrp="1"/>
          </p:cNvSpPr>
          <p:nvPr/>
        </p:nvSpPr>
        <p:spPr>
          <a:xfrm xmlns:a="http://schemas.openxmlformats.org/drawingml/2006/main">
            <a:off x="12944475" y="4774883"/>
            <a:ext cx="1447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다음 처리?</a:t>
            </a:r>
          </a:p>
        </p:txBody>
      </p:sp>
      <p:sp>
        <p:nvSpPr>
          <p:cNvPr id="165" name="dp41-comparison / n143 / path">
            <a:extLst xmlns:a="http://schemas.openxmlformats.org/drawingml/2006/main">
              <a:ext uri="{FF2B5EF4-FFF2-40B4-BE49-F238E27FC236}">
                <a16:creationId xmlns:a16="http://schemas.microsoft.com/office/drawing/2014/main" id="{22B1A23A-BC85-4A82-96D3-3DE659E6F05E}"/>
              </a:ext>
            </a:extLst>
          </p:cNvPr>
          <p:cNvSpPr>
            <a:spLocks xmlns:a="http://schemas.openxmlformats.org/drawingml/2006/main" noGrp="1"/>
          </p:cNvSpPr>
          <p:nvPr/>
        </p:nvSpPr>
        <p:spPr>
          <a:xfrm xmlns:a="http://schemas.openxmlformats.org/drawingml/2006/main">
            <a:off x="12287250" y="4057650"/>
            <a:ext cx="571500" cy="953"/>
          </a:xfrm>
          <a:custGeom xmlns:a="http://schemas.openxmlformats.org/drawingml/2006/main">
            <a:pathLst>
              <a:path w="571500" h="953">
                <a:moveTo>
                  <a:pt x="0" y="0"/>
                </a:moveTo>
                <a:lnTo>
                  <a:pt x="571500" y="0"/>
                </a:lnTo>
              </a:path>
            </a:pathLst>
          </a:custGeom>
          <a:noFill xmlns:a="http://schemas.openxmlformats.org/drawingml/2006/main"/>
          <a:ln xmlns:a="http://schemas.openxmlformats.org/drawingml/2006/main" w="10478">
            <a:solidFill>
              <a:srgbClr val="000000"/>
            </a:solidFill>
            <a:prstDash val="solid"/>
          </a:ln>
        </p:spPr>
      </p:sp>
      <p:sp>
        <p:nvSpPr>
          <p:cNvPr id="166" name="dp41-comparison / n143 / arrow">
            <a:extLst xmlns:a="http://schemas.openxmlformats.org/drawingml/2006/main">
              <a:ext uri="{FF2B5EF4-FFF2-40B4-BE49-F238E27FC236}">
                <a16:creationId xmlns:a16="http://schemas.microsoft.com/office/drawing/2014/main" id="{0A1B0186-51B1-41DA-98FB-EE6CBA6C4B67}"/>
              </a:ext>
            </a:extLst>
          </p:cNvPr>
          <p:cNvSpPr>
            <a:spLocks xmlns:a="http://schemas.openxmlformats.org/drawingml/2006/main" noGrp="1"/>
          </p:cNvSpPr>
          <p:nvPr/>
        </p:nvSpPr>
        <p:spPr>
          <a:xfrm xmlns:a="http://schemas.openxmlformats.org/drawingml/2006/main">
            <a:off x="12791694" y="40241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7" name="dp41-comparison / n144 / path">
            <a:extLst xmlns:a="http://schemas.openxmlformats.org/drawingml/2006/main">
              <a:ext uri="{FF2B5EF4-FFF2-40B4-BE49-F238E27FC236}">
                <a16:creationId xmlns:a16="http://schemas.microsoft.com/office/drawing/2014/main" id="{87A9A8DF-3123-4422-94E4-5EC6E80EAEA5}"/>
              </a:ext>
            </a:extLst>
          </p:cNvPr>
          <p:cNvSpPr>
            <a:spLocks xmlns:a="http://schemas.openxmlformats.org/drawingml/2006/main" noGrp="1"/>
          </p:cNvSpPr>
          <p:nvPr/>
        </p:nvSpPr>
        <p:spPr>
          <a:xfrm xmlns:a="http://schemas.openxmlformats.org/drawingml/2006/main">
            <a:off x="13668375" y="4343400"/>
            <a:ext cx="619125" cy="228600"/>
          </a:xfrm>
          <a:custGeom xmlns:a="http://schemas.openxmlformats.org/drawingml/2006/main">
            <a:pathLst>
              <a:path w="619125" h="228600">
                <a:moveTo>
                  <a:pt x="619125" y="0"/>
                </a:moveTo>
                <a:lnTo>
                  <a:pt x="619125" y="133350"/>
                </a:lnTo>
                <a:lnTo>
                  <a:pt x="0" y="133350"/>
                </a:lnTo>
                <a:lnTo>
                  <a:pt x="0" y="228600"/>
                </a:lnTo>
              </a:path>
            </a:pathLst>
          </a:custGeom>
          <a:noFill xmlns:a="http://schemas.openxmlformats.org/drawingml/2006/main"/>
          <a:ln xmlns:a="http://schemas.openxmlformats.org/drawingml/2006/main" w="10478">
            <a:solidFill>
              <a:srgbClr val="000000"/>
            </a:solidFill>
            <a:prstDash val="solid"/>
          </a:ln>
        </p:spPr>
      </p:sp>
      <p:sp>
        <p:nvSpPr>
          <p:cNvPr id="168" name="dp41-comparison / n144 / arrow">
            <a:extLst xmlns:a="http://schemas.openxmlformats.org/drawingml/2006/main">
              <a:ext uri="{FF2B5EF4-FFF2-40B4-BE49-F238E27FC236}">
                <a16:creationId xmlns:a16="http://schemas.microsoft.com/office/drawing/2014/main" id="{FB55EAF1-92F3-4480-B85D-031811D9FB34}"/>
              </a:ext>
            </a:extLst>
          </p:cNvPr>
          <p:cNvSpPr>
            <a:spLocks xmlns:a="http://schemas.openxmlformats.org/drawingml/2006/main" noGrp="1"/>
          </p:cNvSpPr>
          <p:nvPr/>
        </p:nvSpPr>
        <p:spPr>
          <a:xfrm xmlns:a="http://schemas.openxmlformats.org/drawingml/2006/main">
            <a:off x="13634847" y="45049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9" name="dp41-comparison / n145 / path">
            <a:extLst xmlns:a="http://schemas.openxmlformats.org/drawingml/2006/main">
              <a:ext uri="{FF2B5EF4-FFF2-40B4-BE49-F238E27FC236}">
                <a16:creationId xmlns:a16="http://schemas.microsoft.com/office/drawing/2014/main" id="{B0D25DCD-4D02-4F7C-930F-F9F1A00819A3}"/>
              </a:ext>
            </a:extLst>
          </p:cNvPr>
          <p:cNvSpPr>
            <a:spLocks xmlns:a="http://schemas.openxmlformats.org/drawingml/2006/main" noGrp="1"/>
          </p:cNvSpPr>
          <p:nvPr/>
        </p:nvSpPr>
        <p:spPr>
          <a:xfrm xmlns:a="http://schemas.openxmlformats.org/drawingml/2006/main">
            <a:off x="14478000" y="4886325"/>
            <a:ext cx="1428750" cy="953"/>
          </a:xfrm>
          <a:custGeom xmlns:a="http://schemas.openxmlformats.org/drawingml/2006/main">
            <a:pathLst>
              <a:path w="1428750" h="953">
                <a:moveTo>
                  <a:pt x="0" y="0"/>
                </a:moveTo>
                <a:lnTo>
                  <a:pt x="1428750" y="0"/>
                </a:lnTo>
              </a:path>
            </a:pathLst>
          </a:custGeom>
          <a:noFill xmlns:a="http://schemas.openxmlformats.org/drawingml/2006/main"/>
          <a:ln xmlns:a="http://schemas.openxmlformats.org/drawingml/2006/main" w="10478">
            <a:solidFill>
              <a:srgbClr val="000000"/>
            </a:solidFill>
            <a:prstDash val="solid"/>
          </a:ln>
        </p:spPr>
      </p:sp>
      <p:sp>
        <p:nvSpPr>
          <p:cNvPr id="170" name="dp41-comparison / n145 / arrow">
            <a:extLst xmlns:a="http://schemas.openxmlformats.org/drawingml/2006/main">
              <a:ext uri="{FF2B5EF4-FFF2-40B4-BE49-F238E27FC236}">
                <a16:creationId xmlns:a16="http://schemas.microsoft.com/office/drawing/2014/main" id="{66239A7A-9922-45E4-AACF-FE46830F72F4}"/>
              </a:ext>
            </a:extLst>
          </p:cNvPr>
          <p:cNvSpPr>
            <a:spLocks xmlns:a="http://schemas.openxmlformats.org/drawingml/2006/main" noGrp="1"/>
          </p:cNvSpPr>
          <p:nvPr/>
        </p:nvSpPr>
        <p:spPr>
          <a:xfrm xmlns:a="http://schemas.openxmlformats.org/drawingml/2006/main">
            <a:off x="15839694" y="48527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1" name="dp41-comparison / n148 / path">
            <a:extLst xmlns:a="http://schemas.openxmlformats.org/drawingml/2006/main">
              <a:ext uri="{FF2B5EF4-FFF2-40B4-BE49-F238E27FC236}">
                <a16:creationId xmlns:a16="http://schemas.microsoft.com/office/drawing/2014/main" id="{4CEAF0DA-1B26-4A0B-A8FA-5ED7FBD52AF3}"/>
              </a:ext>
            </a:extLst>
          </p:cNvPr>
          <p:cNvSpPr>
            <a:spLocks xmlns:a="http://schemas.openxmlformats.org/drawingml/2006/main" noGrp="1"/>
          </p:cNvSpPr>
          <p:nvPr/>
        </p:nvSpPr>
        <p:spPr>
          <a:xfrm xmlns:a="http://schemas.openxmlformats.org/drawingml/2006/main">
            <a:off x="15716250" y="4229100"/>
            <a:ext cx="1924050" cy="1819275"/>
          </a:xfrm>
          <a:custGeom xmlns:a="http://schemas.openxmlformats.org/drawingml/2006/main">
            <a:pathLst>
              <a:path w="1924050" h="1819275">
                <a:moveTo>
                  <a:pt x="1809750" y="657225"/>
                </a:moveTo>
                <a:lnTo>
                  <a:pt x="1924050" y="657225"/>
                </a:lnTo>
                <a:lnTo>
                  <a:pt x="1924050" y="1819275"/>
                </a:lnTo>
                <a:lnTo>
                  <a:pt x="95250" y="1819275"/>
                </a:lnTo>
                <a:lnTo>
                  <a:pt x="95250" y="0"/>
                </a:lnTo>
                <a:lnTo>
                  <a:pt x="0" y="0"/>
                </a:lnTo>
              </a:path>
            </a:pathLst>
          </a:custGeom>
          <a:noFill xmlns:a="http://schemas.openxmlformats.org/drawingml/2006/main"/>
          <a:ln xmlns:a="http://schemas.openxmlformats.org/drawingml/2006/main" w="10478">
            <a:solidFill>
              <a:srgbClr val="000000"/>
            </a:solidFill>
            <a:prstDash val="dash"/>
          </a:ln>
        </p:spPr>
      </p:sp>
      <p:sp>
        <p:nvSpPr>
          <p:cNvPr id="172" name="dp41-comparison / n148 / arrow">
            <a:extLst xmlns:a="http://schemas.openxmlformats.org/drawingml/2006/main">
              <a:ext uri="{FF2B5EF4-FFF2-40B4-BE49-F238E27FC236}">
                <a16:creationId xmlns:a16="http://schemas.microsoft.com/office/drawing/2014/main" id="{B27AAB1C-22C7-4DB4-9142-14AF246566B8}"/>
              </a:ext>
            </a:extLst>
          </p:cNvPr>
          <p:cNvSpPr>
            <a:spLocks xmlns:a="http://schemas.openxmlformats.org/drawingml/2006/main" noGrp="1"/>
          </p:cNvSpPr>
          <p:nvPr/>
        </p:nvSpPr>
        <p:spPr>
          <a:xfrm xmlns:a="http://schemas.openxmlformats.org/drawingml/2006/main">
            <a:off x="15716250" y="41955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73" name="dp41-comparison / n157 / path">
            <a:extLst xmlns:a="http://schemas.openxmlformats.org/drawingml/2006/main">
              <a:ext uri="{FF2B5EF4-FFF2-40B4-BE49-F238E27FC236}">
                <a16:creationId xmlns:a16="http://schemas.microsoft.com/office/drawing/2014/main" id="{352A01C9-2107-4827-8AF2-CC18F3072C15}"/>
              </a:ext>
            </a:extLst>
          </p:cNvPr>
          <p:cNvSpPr>
            <a:spLocks xmlns:a="http://schemas.openxmlformats.org/drawingml/2006/main" noGrp="1"/>
          </p:cNvSpPr>
          <p:nvPr/>
        </p:nvSpPr>
        <p:spPr>
          <a:xfrm xmlns:a="http://schemas.openxmlformats.org/drawingml/2006/main">
            <a:off x="12287250" y="4229100"/>
            <a:ext cx="571500" cy="247650"/>
          </a:xfrm>
          <a:custGeom xmlns:a="http://schemas.openxmlformats.org/drawingml/2006/main">
            <a:pathLst>
              <a:path w="571500" h="247650">
                <a:moveTo>
                  <a:pt x="571500" y="0"/>
                </a:moveTo>
                <a:lnTo>
                  <a:pt x="381000" y="0"/>
                </a:lnTo>
                <a:lnTo>
                  <a:pt x="381000" y="247650"/>
                </a:lnTo>
                <a:lnTo>
                  <a:pt x="142875" y="247650"/>
                </a:lnTo>
                <a:lnTo>
                  <a:pt x="142875" y="0"/>
                </a:lnTo>
                <a:lnTo>
                  <a:pt x="0" y="0"/>
                </a:lnTo>
              </a:path>
            </a:pathLst>
          </a:custGeom>
          <a:noFill xmlns:a="http://schemas.openxmlformats.org/drawingml/2006/main"/>
          <a:ln xmlns:a="http://schemas.openxmlformats.org/drawingml/2006/main" w="10478">
            <a:solidFill>
              <a:srgbClr val="000000"/>
            </a:solidFill>
            <a:prstDash val="solid"/>
          </a:ln>
        </p:spPr>
      </p:sp>
      <p:sp>
        <p:nvSpPr>
          <p:cNvPr id="174" name="dp41-comparison / n157 / arrow">
            <a:extLst xmlns:a="http://schemas.openxmlformats.org/drawingml/2006/main">
              <a:ext uri="{FF2B5EF4-FFF2-40B4-BE49-F238E27FC236}">
                <a16:creationId xmlns:a16="http://schemas.microsoft.com/office/drawing/2014/main" id="{3D07A178-20B4-466E-A12D-900931D3DEFB}"/>
              </a:ext>
            </a:extLst>
          </p:cNvPr>
          <p:cNvSpPr>
            <a:spLocks xmlns:a="http://schemas.openxmlformats.org/drawingml/2006/main" noGrp="1"/>
          </p:cNvSpPr>
          <p:nvPr/>
        </p:nvSpPr>
        <p:spPr>
          <a:xfrm xmlns:a="http://schemas.openxmlformats.org/drawingml/2006/main">
            <a:off x="12287250" y="41955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75" name="dp41-comparison / n162">
            <a:extLst xmlns:a="http://schemas.openxmlformats.org/drawingml/2006/main">
              <a:ext uri="{FF2B5EF4-FFF2-40B4-BE49-F238E27FC236}">
                <a16:creationId xmlns:a16="http://schemas.microsoft.com/office/drawing/2014/main" id="{31741503-E0CC-4815-9DF5-D0794F72C31C}"/>
              </a:ext>
            </a:extLst>
          </p:cNvPr>
          <p:cNvSpPr>
            <a:spLocks xmlns:a="http://schemas.openxmlformats.org/drawingml/2006/main" noGrp="1"/>
          </p:cNvSpPr>
          <p:nvPr/>
        </p:nvSpPr>
        <p:spPr>
          <a:xfrm xmlns:a="http://schemas.openxmlformats.org/drawingml/2006/main">
            <a:off x="15430500" y="6324600"/>
            <a:ext cx="2000250" cy="352425"/>
          </a:xfrm>
          <a:prstGeom xmlns:a="http://schemas.openxmlformats.org/drawingml/2006/main" prst="roundRect">
            <a:avLst>
              <a:gd name="adj" fmla="val 21622"/>
            </a:avLst>
          </a:prstGeom>
          <a:solidFill xmlns:a="http://schemas.openxmlformats.org/drawingml/2006/main">
            <a:srgbClr val="FFFFFF"/>
          </a:solidFill>
          <a:ln xmlns:a="http://schemas.openxmlformats.org/drawingml/2006/main" w="9525">
            <a:solidFill>
              <a:srgbClr val="000000"/>
            </a:solidFill>
            <a:prstDash val="solid"/>
          </a:ln>
        </p:spPr>
      </p:sp>
      <p:sp>
        <p:nvSpPr>
          <p:cNvPr id="176" name="dp41-comparison / n163 / text 1">
            <a:extLst xmlns:a="http://schemas.openxmlformats.org/drawingml/2006/main">
              <a:ext uri="{FF2B5EF4-FFF2-40B4-BE49-F238E27FC236}">
                <a16:creationId xmlns:a16="http://schemas.microsoft.com/office/drawing/2014/main" id="{CEA017FF-C08E-4865-8DFB-485E5DBE6A14}"/>
              </a:ext>
            </a:extLst>
          </p:cNvPr>
          <p:cNvSpPr>
            <a:spLocks xmlns:a="http://schemas.openxmlformats.org/drawingml/2006/main" noGrp="1"/>
          </p:cNvSpPr>
          <p:nvPr/>
        </p:nvSpPr>
        <p:spPr>
          <a:xfrm xmlns:a="http://schemas.openxmlformats.org/drawingml/2006/main">
            <a:off x="15516225" y="6395561"/>
            <a:ext cx="1828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177" name="dp41-comparison / n164 / path">
            <a:extLst xmlns:a="http://schemas.openxmlformats.org/drawingml/2006/main">
              <a:ext uri="{FF2B5EF4-FFF2-40B4-BE49-F238E27FC236}">
                <a16:creationId xmlns:a16="http://schemas.microsoft.com/office/drawing/2014/main" id="{6D68618B-A43B-4969-8D09-EA84EA6EA246}"/>
              </a:ext>
            </a:extLst>
          </p:cNvPr>
          <p:cNvSpPr>
            <a:spLocks xmlns:a="http://schemas.openxmlformats.org/drawingml/2006/main" noGrp="1"/>
          </p:cNvSpPr>
          <p:nvPr/>
        </p:nvSpPr>
        <p:spPr>
          <a:xfrm xmlns:a="http://schemas.openxmlformats.org/drawingml/2006/main">
            <a:off x="13668375" y="5200650"/>
            <a:ext cx="2762250" cy="1123950"/>
          </a:xfrm>
          <a:custGeom xmlns:a="http://schemas.openxmlformats.org/drawingml/2006/main">
            <a:pathLst>
              <a:path w="2762250" h="1123950">
                <a:moveTo>
                  <a:pt x="0" y="0"/>
                </a:moveTo>
                <a:lnTo>
                  <a:pt x="0" y="19050"/>
                </a:lnTo>
                <a:lnTo>
                  <a:pt x="2095500" y="19050"/>
                </a:lnTo>
                <a:lnTo>
                  <a:pt x="2095500" y="933450"/>
                </a:lnTo>
                <a:lnTo>
                  <a:pt x="2762250" y="933450"/>
                </a:lnTo>
                <a:lnTo>
                  <a:pt x="2762250" y="1123950"/>
                </a:lnTo>
              </a:path>
            </a:pathLst>
          </a:custGeom>
          <a:noFill xmlns:a="http://schemas.openxmlformats.org/drawingml/2006/main"/>
          <a:ln xmlns:a="http://schemas.openxmlformats.org/drawingml/2006/main" w="10478">
            <a:solidFill>
              <a:srgbClr val="000000"/>
            </a:solidFill>
            <a:prstDash val="solid"/>
          </a:ln>
        </p:spPr>
      </p:sp>
      <p:sp>
        <p:nvSpPr>
          <p:cNvPr id="178" name="dp41-comparison / n164 / arrow">
            <a:extLst xmlns:a="http://schemas.openxmlformats.org/drawingml/2006/main">
              <a:ext uri="{FF2B5EF4-FFF2-40B4-BE49-F238E27FC236}">
                <a16:creationId xmlns:a16="http://schemas.microsoft.com/office/drawing/2014/main" id="{0A071199-A5D9-4268-BB2F-724F49EDD8E2}"/>
              </a:ext>
            </a:extLst>
          </p:cNvPr>
          <p:cNvSpPr>
            <a:spLocks xmlns:a="http://schemas.openxmlformats.org/drawingml/2006/main" noGrp="1"/>
          </p:cNvSpPr>
          <p:nvPr/>
        </p:nvSpPr>
        <p:spPr>
          <a:xfrm xmlns:a="http://schemas.openxmlformats.org/drawingml/2006/main">
            <a:off x="16397097" y="62575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79" name="dp41-comparison / n169">
            <a:extLst xmlns:a="http://schemas.openxmlformats.org/drawingml/2006/main">
              <a:ext uri="{FF2B5EF4-FFF2-40B4-BE49-F238E27FC236}">
                <a16:creationId xmlns:a16="http://schemas.microsoft.com/office/drawing/2014/main" id="{3A967CF0-81F5-4265-978F-CF4E0D4C9944}"/>
              </a:ext>
            </a:extLst>
          </p:cNvPr>
          <p:cNvSpPr>
            <a:spLocks xmlns:a="http://schemas.openxmlformats.org/drawingml/2006/main" noGrp="1"/>
          </p:cNvSpPr>
          <p:nvPr/>
        </p:nvSpPr>
        <p:spPr>
          <a:xfrm xmlns:a="http://schemas.openxmlformats.org/drawingml/2006/main">
            <a:off x="12649200" y="7229475"/>
            <a:ext cx="21907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80" name="dp41-comparison / n170 / text 1">
            <a:extLst xmlns:a="http://schemas.openxmlformats.org/drawingml/2006/main">
              <a:ext uri="{FF2B5EF4-FFF2-40B4-BE49-F238E27FC236}">
                <a16:creationId xmlns:a16="http://schemas.microsoft.com/office/drawing/2014/main" id="{B0ABC8CF-9F73-4DED-9FA5-30CCF101B111}"/>
              </a:ext>
            </a:extLst>
          </p:cNvPr>
          <p:cNvSpPr>
            <a:spLocks xmlns:a="http://schemas.openxmlformats.org/drawingml/2006/main" noGrp="1"/>
          </p:cNvSpPr>
          <p:nvPr/>
        </p:nvSpPr>
        <p:spPr>
          <a:xfrm xmlns:a="http://schemas.openxmlformats.org/drawingml/2006/main">
            <a:off x="12734925" y="726090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Context Manager</a:t>
            </a:r>
          </a:p>
        </p:txBody>
      </p:sp>
      <p:sp>
        <p:nvSpPr>
          <p:cNvPr id="181" name="dp41-comparison / n171 / path">
            <a:extLst xmlns:a="http://schemas.openxmlformats.org/drawingml/2006/main">
              <a:ext uri="{FF2B5EF4-FFF2-40B4-BE49-F238E27FC236}">
                <a16:creationId xmlns:a16="http://schemas.microsoft.com/office/drawing/2014/main" id="{D3010343-1ECD-4DE4-B422-56E7C1C1B8CD}"/>
              </a:ext>
            </a:extLst>
          </p:cNvPr>
          <p:cNvSpPr>
            <a:spLocks xmlns:a="http://schemas.openxmlformats.org/drawingml/2006/main" noGrp="1"/>
          </p:cNvSpPr>
          <p:nvPr/>
        </p:nvSpPr>
        <p:spPr>
          <a:xfrm xmlns:a="http://schemas.openxmlformats.org/drawingml/2006/main">
            <a:off x="13744575" y="4819650"/>
            <a:ext cx="4010025" cy="2409825"/>
          </a:xfrm>
          <a:custGeom xmlns:a="http://schemas.openxmlformats.org/drawingml/2006/main">
            <a:pathLst>
              <a:path w="4010025" h="2409825">
                <a:moveTo>
                  <a:pt x="3781425" y="0"/>
                </a:moveTo>
                <a:lnTo>
                  <a:pt x="4010025" y="0"/>
                </a:lnTo>
                <a:lnTo>
                  <a:pt x="4010025" y="2219325"/>
                </a:lnTo>
                <a:lnTo>
                  <a:pt x="0" y="2219325"/>
                </a:lnTo>
                <a:lnTo>
                  <a:pt x="0" y="2409825"/>
                </a:lnTo>
              </a:path>
            </a:pathLst>
          </a:custGeom>
          <a:noFill xmlns:a="http://schemas.openxmlformats.org/drawingml/2006/main"/>
          <a:ln xmlns:a="http://schemas.openxmlformats.org/drawingml/2006/main" w="10478">
            <a:solidFill>
              <a:srgbClr val="000000"/>
            </a:solidFill>
            <a:prstDash val="solid"/>
          </a:ln>
        </p:spPr>
      </p:sp>
      <p:sp>
        <p:nvSpPr>
          <p:cNvPr id="182" name="dp41-comparison / n171 / arrow">
            <a:extLst xmlns:a="http://schemas.openxmlformats.org/drawingml/2006/main">
              <a:ext uri="{FF2B5EF4-FFF2-40B4-BE49-F238E27FC236}">
                <a16:creationId xmlns:a16="http://schemas.microsoft.com/office/drawing/2014/main" id="{04BD3A89-42D9-4064-AEE8-B44580AA2D02}"/>
              </a:ext>
            </a:extLst>
          </p:cNvPr>
          <p:cNvSpPr>
            <a:spLocks xmlns:a="http://schemas.openxmlformats.org/drawingml/2006/main" noGrp="1"/>
          </p:cNvSpPr>
          <p:nvPr/>
        </p:nvSpPr>
        <p:spPr>
          <a:xfrm xmlns:a="http://schemas.openxmlformats.org/drawingml/2006/main">
            <a:off x="13711047" y="7162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3" name="dp41-comparison / n172 / path">
            <a:extLst xmlns:a="http://schemas.openxmlformats.org/drawingml/2006/main">
              <a:ext uri="{FF2B5EF4-FFF2-40B4-BE49-F238E27FC236}">
                <a16:creationId xmlns:a16="http://schemas.microsoft.com/office/drawing/2014/main" id="{D38CDC91-6764-48E9-90CE-13EC597BBCED}"/>
              </a:ext>
            </a:extLst>
          </p:cNvPr>
          <p:cNvSpPr>
            <a:spLocks xmlns:a="http://schemas.openxmlformats.org/drawingml/2006/main" noGrp="1"/>
          </p:cNvSpPr>
          <p:nvPr/>
        </p:nvSpPr>
        <p:spPr>
          <a:xfrm xmlns:a="http://schemas.openxmlformats.org/drawingml/2006/main">
            <a:off x="13830300" y="4962525"/>
            <a:ext cx="3848100" cy="2266950"/>
          </a:xfrm>
          <a:custGeom xmlns:a="http://schemas.openxmlformats.org/drawingml/2006/main">
            <a:pathLst>
              <a:path w="3848100" h="2266950">
                <a:moveTo>
                  <a:pt x="0" y="2266950"/>
                </a:moveTo>
                <a:lnTo>
                  <a:pt x="0" y="2114550"/>
                </a:lnTo>
                <a:lnTo>
                  <a:pt x="3848100" y="2114550"/>
                </a:lnTo>
                <a:lnTo>
                  <a:pt x="3848100" y="0"/>
                </a:lnTo>
                <a:lnTo>
                  <a:pt x="3695700" y="0"/>
                </a:lnTo>
              </a:path>
            </a:pathLst>
          </a:custGeom>
          <a:noFill xmlns:a="http://schemas.openxmlformats.org/drawingml/2006/main"/>
          <a:ln xmlns:a="http://schemas.openxmlformats.org/drawingml/2006/main" w="10478">
            <a:solidFill>
              <a:srgbClr val="000000"/>
            </a:solidFill>
            <a:prstDash val="dash"/>
          </a:ln>
        </p:spPr>
      </p:sp>
      <p:sp>
        <p:nvSpPr>
          <p:cNvPr id="184" name="dp41-comparison / n172 / arrow">
            <a:extLst xmlns:a="http://schemas.openxmlformats.org/drawingml/2006/main">
              <a:ext uri="{FF2B5EF4-FFF2-40B4-BE49-F238E27FC236}">
                <a16:creationId xmlns:a16="http://schemas.microsoft.com/office/drawing/2014/main" id="{7FA09FB5-03DB-4ACC-B59B-04782861EBFB}"/>
              </a:ext>
            </a:extLst>
          </p:cNvPr>
          <p:cNvSpPr>
            <a:spLocks xmlns:a="http://schemas.openxmlformats.org/drawingml/2006/main" noGrp="1"/>
          </p:cNvSpPr>
          <p:nvPr/>
        </p:nvSpPr>
        <p:spPr>
          <a:xfrm xmlns:a="http://schemas.openxmlformats.org/drawingml/2006/main">
            <a:off x="17526000" y="49289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85" name="dp41-comparison / n173">
            <a:extLst xmlns:a="http://schemas.openxmlformats.org/drawingml/2006/main">
              <a:ext uri="{FF2B5EF4-FFF2-40B4-BE49-F238E27FC236}">
                <a16:creationId xmlns:a16="http://schemas.microsoft.com/office/drawing/2014/main" id="{D3BAF669-58B5-4053-82BA-D9311D88F308}"/>
              </a:ext>
            </a:extLst>
          </p:cNvPr>
          <p:cNvSpPr>
            <a:spLocks xmlns:a="http://schemas.openxmlformats.org/drawingml/2006/main" noGrp="1"/>
          </p:cNvSpPr>
          <p:nvPr/>
        </p:nvSpPr>
        <p:spPr>
          <a:xfrm xmlns:a="http://schemas.openxmlformats.org/drawingml/2006/main">
            <a:off x="15382875" y="7229475"/>
            <a:ext cx="21907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86" name="dp41-comparison / n174 / text 1">
            <a:extLst xmlns:a="http://schemas.openxmlformats.org/drawingml/2006/main">
              <a:ext uri="{FF2B5EF4-FFF2-40B4-BE49-F238E27FC236}">
                <a16:creationId xmlns:a16="http://schemas.microsoft.com/office/drawing/2014/main" id="{6F1179B4-666C-49C2-B258-0EA89A80189A}"/>
              </a:ext>
            </a:extLst>
          </p:cNvPr>
          <p:cNvSpPr>
            <a:spLocks xmlns:a="http://schemas.openxmlformats.org/drawingml/2006/main" noGrp="1"/>
          </p:cNvSpPr>
          <p:nvPr/>
        </p:nvSpPr>
        <p:spPr>
          <a:xfrm xmlns:a="http://schemas.openxmlformats.org/drawingml/2006/main">
            <a:off x="15468600" y="726090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87" name="dp41-comparison / n175 / path">
            <a:extLst xmlns:a="http://schemas.openxmlformats.org/drawingml/2006/main">
              <a:ext uri="{FF2B5EF4-FFF2-40B4-BE49-F238E27FC236}">
                <a16:creationId xmlns:a16="http://schemas.microsoft.com/office/drawing/2014/main" id="{B26FF77B-6F1B-4497-ACCF-1FBFBDF01DD3}"/>
              </a:ext>
            </a:extLst>
          </p:cNvPr>
          <p:cNvSpPr>
            <a:spLocks xmlns:a="http://schemas.openxmlformats.org/drawingml/2006/main" noGrp="1"/>
          </p:cNvSpPr>
          <p:nvPr/>
        </p:nvSpPr>
        <p:spPr>
          <a:xfrm xmlns:a="http://schemas.openxmlformats.org/drawingml/2006/main">
            <a:off x="16478250" y="4819650"/>
            <a:ext cx="1276350" cy="2409825"/>
          </a:xfrm>
          <a:custGeom xmlns:a="http://schemas.openxmlformats.org/drawingml/2006/main">
            <a:pathLst>
              <a:path w="1276350" h="2409825">
                <a:moveTo>
                  <a:pt x="1047750" y="0"/>
                </a:moveTo>
                <a:lnTo>
                  <a:pt x="1276350" y="0"/>
                </a:lnTo>
                <a:lnTo>
                  <a:pt x="1276350" y="2266950"/>
                </a:lnTo>
                <a:lnTo>
                  <a:pt x="0" y="2266950"/>
                </a:lnTo>
                <a:lnTo>
                  <a:pt x="0" y="2409825"/>
                </a:lnTo>
              </a:path>
            </a:pathLst>
          </a:custGeom>
          <a:noFill xmlns:a="http://schemas.openxmlformats.org/drawingml/2006/main"/>
          <a:ln xmlns:a="http://schemas.openxmlformats.org/drawingml/2006/main" w="10478">
            <a:solidFill>
              <a:srgbClr val="000000"/>
            </a:solidFill>
            <a:prstDash val="solid"/>
          </a:ln>
        </p:spPr>
      </p:sp>
      <p:sp>
        <p:nvSpPr>
          <p:cNvPr id="188" name="dp41-comparison / n175 / arrow">
            <a:extLst xmlns:a="http://schemas.openxmlformats.org/drawingml/2006/main">
              <a:ext uri="{FF2B5EF4-FFF2-40B4-BE49-F238E27FC236}">
                <a16:creationId xmlns:a16="http://schemas.microsoft.com/office/drawing/2014/main" id="{45D644BE-64EF-4F4A-BEC8-224CE3B53A60}"/>
              </a:ext>
            </a:extLst>
          </p:cNvPr>
          <p:cNvSpPr>
            <a:spLocks xmlns:a="http://schemas.openxmlformats.org/drawingml/2006/main" noGrp="1"/>
          </p:cNvSpPr>
          <p:nvPr/>
        </p:nvSpPr>
        <p:spPr>
          <a:xfrm xmlns:a="http://schemas.openxmlformats.org/drawingml/2006/main">
            <a:off x="16444722" y="7162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9" name="dp41-comparison / n176 / path">
            <a:extLst xmlns:a="http://schemas.openxmlformats.org/drawingml/2006/main">
              <a:ext uri="{FF2B5EF4-FFF2-40B4-BE49-F238E27FC236}">
                <a16:creationId xmlns:a16="http://schemas.microsoft.com/office/drawing/2014/main" id="{B948636B-13FC-4297-8506-9D25E971F43C}"/>
              </a:ext>
            </a:extLst>
          </p:cNvPr>
          <p:cNvSpPr>
            <a:spLocks xmlns:a="http://schemas.openxmlformats.org/drawingml/2006/main" noGrp="1"/>
          </p:cNvSpPr>
          <p:nvPr/>
        </p:nvSpPr>
        <p:spPr>
          <a:xfrm xmlns:a="http://schemas.openxmlformats.org/drawingml/2006/main">
            <a:off x="16563975" y="4962525"/>
            <a:ext cx="1114425" cy="2266950"/>
          </a:xfrm>
          <a:custGeom xmlns:a="http://schemas.openxmlformats.org/drawingml/2006/main">
            <a:pathLst>
              <a:path w="1114425" h="2266950">
                <a:moveTo>
                  <a:pt x="0" y="2266950"/>
                </a:moveTo>
                <a:lnTo>
                  <a:pt x="0" y="2162175"/>
                </a:lnTo>
                <a:lnTo>
                  <a:pt x="1114425" y="2162175"/>
                </a:lnTo>
                <a:lnTo>
                  <a:pt x="1114425" y="0"/>
                </a:lnTo>
                <a:lnTo>
                  <a:pt x="962025" y="0"/>
                </a:lnTo>
              </a:path>
            </a:pathLst>
          </a:custGeom>
          <a:noFill xmlns:a="http://schemas.openxmlformats.org/drawingml/2006/main"/>
          <a:ln xmlns:a="http://schemas.openxmlformats.org/drawingml/2006/main" w="10478">
            <a:solidFill>
              <a:srgbClr val="000000"/>
            </a:solidFill>
            <a:prstDash val="dash"/>
          </a:ln>
        </p:spPr>
      </p:sp>
      <p:sp>
        <p:nvSpPr>
          <p:cNvPr id="190" name="dp41-comparison / n176 / arrow">
            <a:extLst xmlns:a="http://schemas.openxmlformats.org/drawingml/2006/main">
              <a:ext uri="{FF2B5EF4-FFF2-40B4-BE49-F238E27FC236}">
                <a16:creationId xmlns:a16="http://schemas.microsoft.com/office/drawing/2014/main" id="{3742B4B4-70BC-4280-9063-6E56714105BF}"/>
              </a:ext>
            </a:extLst>
          </p:cNvPr>
          <p:cNvSpPr>
            <a:spLocks xmlns:a="http://schemas.openxmlformats.org/drawingml/2006/main" noGrp="1"/>
          </p:cNvSpPr>
          <p:nvPr/>
        </p:nvSpPr>
        <p:spPr>
          <a:xfrm xmlns:a="http://schemas.openxmlformats.org/drawingml/2006/main">
            <a:off x="17526000" y="49289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91" name="dp41-comparison / n179 / path">
            <a:extLst xmlns:a="http://schemas.openxmlformats.org/drawingml/2006/main">
              <a:ext uri="{FF2B5EF4-FFF2-40B4-BE49-F238E27FC236}">
                <a16:creationId xmlns:a16="http://schemas.microsoft.com/office/drawing/2014/main" id="{1E1EE73F-63EA-41BA-84DE-927DDDEC81B0}"/>
              </a:ext>
            </a:extLst>
          </p:cNvPr>
          <p:cNvSpPr>
            <a:spLocks xmlns:a="http://schemas.openxmlformats.org/drawingml/2006/main" noGrp="1"/>
          </p:cNvSpPr>
          <p:nvPr/>
        </p:nvSpPr>
        <p:spPr>
          <a:xfrm xmlns:a="http://schemas.openxmlformats.org/drawingml/2006/main">
            <a:off x="9810750" y="3019425"/>
            <a:ext cx="142875" cy="1114425"/>
          </a:xfrm>
          <a:custGeom xmlns:a="http://schemas.openxmlformats.org/drawingml/2006/main">
            <a:pathLst>
              <a:path w="142875" h="1114425">
                <a:moveTo>
                  <a:pt x="142875" y="1114425"/>
                </a:moveTo>
                <a:lnTo>
                  <a:pt x="0" y="1114425"/>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192" name="dp41-comparison / n179 / arrow">
            <a:extLst xmlns:a="http://schemas.openxmlformats.org/drawingml/2006/main">
              <a:ext uri="{FF2B5EF4-FFF2-40B4-BE49-F238E27FC236}">
                <a16:creationId xmlns:a16="http://schemas.microsoft.com/office/drawing/2014/main" id="{3965BC94-23DD-424A-AC91-AB73C55A657F}"/>
              </a:ext>
            </a:extLst>
          </p:cNvPr>
          <p:cNvSpPr>
            <a:spLocks xmlns:a="http://schemas.openxmlformats.org/drawingml/2006/main" noGrp="1"/>
          </p:cNvSpPr>
          <p:nvPr/>
        </p:nvSpPr>
        <p:spPr>
          <a:xfrm xmlns:a="http://schemas.openxmlformats.org/drawingml/2006/main">
            <a:off x="9886569" y="29858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3" name="dp41-comparison / n180 / path">
            <a:extLst xmlns:a="http://schemas.openxmlformats.org/drawingml/2006/main">
              <a:ext uri="{FF2B5EF4-FFF2-40B4-BE49-F238E27FC236}">
                <a16:creationId xmlns:a16="http://schemas.microsoft.com/office/drawing/2014/main" id="{242B5BF4-FBF5-4E18-817C-541925D9D2D1}"/>
              </a:ext>
            </a:extLst>
          </p:cNvPr>
          <p:cNvSpPr>
            <a:spLocks xmlns:a="http://schemas.openxmlformats.org/drawingml/2006/main" noGrp="1"/>
          </p:cNvSpPr>
          <p:nvPr/>
        </p:nvSpPr>
        <p:spPr>
          <a:xfrm xmlns:a="http://schemas.openxmlformats.org/drawingml/2006/main">
            <a:off x="9715500" y="3019425"/>
            <a:ext cx="238125" cy="1228725"/>
          </a:xfrm>
          <a:custGeom xmlns:a="http://schemas.openxmlformats.org/drawingml/2006/main">
            <a:pathLst>
              <a:path w="238125" h="1228725">
                <a:moveTo>
                  <a:pt x="238125" y="0"/>
                </a:moveTo>
                <a:lnTo>
                  <a:pt x="0" y="0"/>
                </a:lnTo>
                <a:lnTo>
                  <a:pt x="0" y="1228725"/>
                </a:lnTo>
                <a:lnTo>
                  <a:pt x="238125" y="1228725"/>
                </a:lnTo>
              </a:path>
            </a:pathLst>
          </a:custGeom>
          <a:noFill xmlns:a="http://schemas.openxmlformats.org/drawingml/2006/main"/>
          <a:ln xmlns:a="http://schemas.openxmlformats.org/drawingml/2006/main" w="10478">
            <a:solidFill>
              <a:srgbClr val="000000"/>
            </a:solidFill>
            <a:prstDash val="dash"/>
          </a:ln>
        </p:spPr>
      </p:sp>
      <p:sp>
        <p:nvSpPr>
          <p:cNvPr id="194" name="dp41-comparison / n180 / arrow">
            <a:extLst xmlns:a="http://schemas.openxmlformats.org/drawingml/2006/main">
              <a:ext uri="{FF2B5EF4-FFF2-40B4-BE49-F238E27FC236}">
                <a16:creationId xmlns:a16="http://schemas.microsoft.com/office/drawing/2014/main" id="{C90FE9EC-A8C8-4CA3-966C-ED9D8EB6A57C}"/>
              </a:ext>
            </a:extLst>
          </p:cNvPr>
          <p:cNvSpPr>
            <a:spLocks xmlns:a="http://schemas.openxmlformats.org/drawingml/2006/main" noGrp="1"/>
          </p:cNvSpPr>
          <p:nvPr/>
        </p:nvSpPr>
        <p:spPr>
          <a:xfrm xmlns:a="http://schemas.openxmlformats.org/drawingml/2006/main">
            <a:off x="9886569" y="42146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5" name="dp41-comparison / n116">
            <a:extLst xmlns:a="http://schemas.openxmlformats.org/drawingml/2006/main">
              <a:ext uri="{FF2B5EF4-FFF2-40B4-BE49-F238E27FC236}">
                <a16:creationId xmlns:a16="http://schemas.microsoft.com/office/drawing/2014/main" id="{32F4BD64-5F62-4EC5-AE8E-04D244A5BC9C}"/>
              </a:ext>
            </a:extLst>
          </p:cNvPr>
          <p:cNvSpPr>
            <a:spLocks xmlns:a="http://schemas.openxmlformats.org/drawingml/2006/main" noGrp="1"/>
          </p:cNvSpPr>
          <p:nvPr/>
        </p:nvSpPr>
        <p:spPr>
          <a:xfrm xmlns:a="http://schemas.openxmlformats.org/drawingml/2006/main">
            <a:off x="985837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96" name="dp41-comparison / n116 / fold">
            <a:extLst xmlns:a="http://schemas.openxmlformats.org/drawingml/2006/main">
              <a:ext uri="{FF2B5EF4-FFF2-40B4-BE49-F238E27FC236}">
                <a16:creationId xmlns:a16="http://schemas.microsoft.com/office/drawing/2014/main" id="{30897246-1CFE-4835-A8F4-EE50EB39AFCA}"/>
              </a:ext>
            </a:extLst>
          </p:cNvPr>
          <p:cNvSpPr>
            <a:spLocks xmlns:a="http://schemas.openxmlformats.org/drawingml/2006/main" noGrp="1"/>
          </p:cNvSpPr>
          <p:nvPr/>
        </p:nvSpPr>
        <p:spPr>
          <a:xfrm xmlns:a="http://schemas.openxmlformats.org/drawingml/2006/main">
            <a:off x="1111567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97" name="dp41-comparison / n117 / text 1">
            <a:extLst xmlns:a="http://schemas.openxmlformats.org/drawingml/2006/main">
              <a:ext uri="{FF2B5EF4-FFF2-40B4-BE49-F238E27FC236}">
                <a16:creationId xmlns:a16="http://schemas.microsoft.com/office/drawing/2014/main" id="{74581990-4401-4DAD-A04E-CEEA41477321}"/>
              </a:ext>
            </a:extLst>
          </p:cNvPr>
          <p:cNvSpPr>
            <a:spLocks xmlns:a="http://schemas.openxmlformats.org/drawingml/2006/main" noGrp="1"/>
          </p:cNvSpPr>
          <p:nvPr/>
        </p:nvSpPr>
        <p:spPr>
          <a:xfrm xmlns:a="http://schemas.openxmlformats.org/drawingml/2006/main">
            <a:off x="9972675" y="2486025"/>
            <a:ext cx="1143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198" name="dp41-comparison / n127">
            <a:extLst xmlns:a="http://schemas.openxmlformats.org/drawingml/2006/main">
              <a:ext uri="{FF2B5EF4-FFF2-40B4-BE49-F238E27FC236}">
                <a16:creationId xmlns:a16="http://schemas.microsoft.com/office/drawing/2014/main" id="{04AF777C-9726-4587-B503-5BBE9834F9DE}"/>
              </a:ext>
            </a:extLst>
          </p:cNvPr>
          <p:cNvSpPr>
            <a:spLocks xmlns:a="http://schemas.openxmlformats.org/drawingml/2006/main" noGrp="1"/>
          </p:cNvSpPr>
          <p:nvPr/>
        </p:nvSpPr>
        <p:spPr>
          <a:xfrm xmlns:a="http://schemas.openxmlformats.org/drawingml/2006/main">
            <a:off x="15697200" y="2943225"/>
            <a:ext cx="817817"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9" name="dp41-comparison / n128 / text 1">
            <a:extLst xmlns:a="http://schemas.openxmlformats.org/drawingml/2006/main">
              <a:ext uri="{FF2B5EF4-FFF2-40B4-BE49-F238E27FC236}">
                <a16:creationId xmlns:a16="http://schemas.microsoft.com/office/drawing/2014/main" id="{69C18DF2-8238-41C9-B9AF-290EAB9C43ED}"/>
              </a:ext>
            </a:extLst>
          </p:cNvPr>
          <p:cNvSpPr>
            <a:spLocks xmlns:a="http://schemas.openxmlformats.org/drawingml/2006/main" noGrp="1"/>
          </p:cNvSpPr>
          <p:nvPr/>
        </p:nvSpPr>
        <p:spPr>
          <a:xfrm xmlns:a="http://schemas.openxmlformats.org/drawingml/2006/main">
            <a:off x="15716250" y="2952750"/>
            <a:ext cx="16668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해석 시작</a:t>
            </a:r>
          </a:p>
        </p:txBody>
      </p:sp>
      <p:sp>
        <p:nvSpPr>
          <p:cNvPr id="200" name="dp41-comparison / n131">
            <a:extLst xmlns:a="http://schemas.openxmlformats.org/drawingml/2006/main">
              <a:ext uri="{FF2B5EF4-FFF2-40B4-BE49-F238E27FC236}">
                <a16:creationId xmlns:a16="http://schemas.microsoft.com/office/drawing/2014/main" id="{81B55FF8-55CA-4281-A936-645F29526837}"/>
              </a:ext>
            </a:extLst>
          </p:cNvPr>
          <p:cNvSpPr>
            <a:spLocks xmlns:a="http://schemas.openxmlformats.org/drawingml/2006/main" noGrp="1"/>
          </p:cNvSpPr>
          <p:nvPr/>
        </p:nvSpPr>
        <p:spPr>
          <a:xfrm xmlns:a="http://schemas.openxmlformats.org/drawingml/2006/main">
            <a:off x="12534900" y="2924175"/>
            <a:ext cx="2038731"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1" name="dp41-comparison / n132 / text 1">
            <a:extLst xmlns:a="http://schemas.openxmlformats.org/drawingml/2006/main">
              <a:ext uri="{FF2B5EF4-FFF2-40B4-BE49-F238E27FC236}">
                <a16:creationId xmlns:a16="http://schemas.microsoft.com/office/drawing/2014/main" id="{AD25F91F-C215-4AB8-8954-C858F7AFC281}"/>
              </a:ext>
            </a:extLst>
          </p:cNvPr>
          <p:cNvSpPr>
            <a:spLocks xmlns:a="http://schemas.openxmlformats.org/drawingml/2006/main" noGrp="1"/>
          </p:cNvSpPr>
          <p:nvPr/>
        </p:nvSpPr>
        <p:spPr>
          <a:xfrm xmlns:a="http://schemas.openxmlformats.org/drawingml/2006/main">
            <a:off x="12553950" y="2933700"/>
            <a:ext cx="29051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Model Access 경유 호출</a:t>
            </a:r>
          </a:p>
        </p:txBody>
      </p:sp>
      <p:sp>
        <p:nvSpPr>
          <p:cNvPr id="202" name="dp41-comparison / n133">
            <a:extLst xmlns:a="http://schemas.openxmlformats.org/drawingml/2006/main">
              <a:ext uri="{FF2B5EF4-FFF2-40B4-BE49-F238E27FC236}">
                <a16:creationId xmlns:a16="http://schemas.microsoft.com/office/drawing/2014/main" id="{16F2BCD5-72E5-46D9-8375-E6835B21AA8E}"/>
              </a:ext>
            </a:extLst>
          </p:cNvPr>
          <p:cNvSpPr>
            <a:spLocks xmlns:a="http://schemas.openxmlformats.org/drawingml/2006/main" noGrp="1"/>
          </p:cNvSpPr>
          <p:nvPr/>
        </p:nvSpPr>
        <p:spPr>
          <a:xfrm xmlns:a="http://schemas.openxmlformats.org/drawingml/2006/main">
            <a:off x="9934575" y="3581400"/>
            <a:ext cx="5299139"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3" name="dp41-comparison / n134 / text 1">
            <a:extLst xmlns:a="http://schemas.openxmlformats.org/drawingml/2006/main">
              <a:ext uri="{FF2B5EF4-FFF2-40B4-BE49-F238E27FC236}">
                <a16:creationId xmlns:a16="http://schemas.microsoft.com/office/drawing/2014/main" id="{4CF145D9-1ADF-4592-BCA5-C3D1F48E1986}"/>
              </a:ext>
            </a:extLst>
          </p:cNvPr>
          <p:cNvSpPr>
            <a:spLocks xmlns:a="http://schemas.openxmlformats.org/drawingml/2006/main" noGrp="1"/>
          </p:cNvSpPr>
          <p:nvPr/>
        </p:nvSpPr>
        <p:spPr>
          <a:xfrm xmlns:a="http://schemas.openxmlformats.org/drawingml/2006/main">
            <a:off x="9953625" y="3590925"/>
            <a:ext cx="7524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000000"/>
                </a:solidFill>
                <a:latin typeface="Apple SD Gothic Neo"/>
                <a:ea typeface="Apple SD Gothic Neo"/>
                <a:cs typeface="Apple SD Gothic Neo"/>
              </a:defRPr>
            </a:pPr>
            <a:r>
              <a:rPr sz="1425" b="0">
                <a:solidFill>
                  <a:srgbClr val="000000"/>
                </a:solidFill>
                <a:latin typeface="Apple SD Gothic Neo"/>
                <a:ea typeface="Apple SD Gothic Neo"/>
                <a:cs typeface="Apple SD Gothic Neo"/>
              </a:rPr>
              <a:t>B 반복: 코드가 항목 검사 → 조회 / 부분 해석 → 다시 검사</a:t>
            </a:r>
          </a:p>
        </p:txBody>
      </p:sp>
      <p:sp>
        <p:nvSpPr>
          <p:cNvPr id="204" name="dp41-comparison / n146">
            <a:extLst xmlns:a="http://schemas.openxmlformats.org/drawingml/2006/main">
              <a:ext uri="{FF2B5EF4-FFF2-40B4-BE49-F238E27FC236}">
                <a16:creationId xmlns:a16="http://schemas.microsoft.com/office/drawing/2014/main" id="{C83EFDD0-B301-4396-A52C-AF5C536DD0DE}"/>
              </a:ext>
            </a:extLst>
          </p:cNvPr>
          <p:cNvSpPr>
            <a:spLocks xmlns:a="http://schemas.openxmlformats.org/drawingml/2006/main" noGrp="1"/>
          </p:cNvSpPr>
          <p:nvPr/>
        </p:nvSpPr>
        <p:spPr>
          <a:xfrm xmlns:a="http://schemas.openxmlformats.org/drawingml/2006/main">
            <a:off x="14754225" y="4648200"/>
            <a:ext cx="40005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5" name="dp41-comparison / n147 / text 1">
            <a:extLst xmlns:a="http://schemas.openxmlformats.org/drawingml/2006/main">
              <a:ext uri="{FF2B5EF4-FFF2-40B4-BE49-F238E27FC236}">
                <a16:creationId xmlns:a16="http://schemas.microsoft.com/office/drawing/2014/main" id="{76E27AD5-4BED-4E07-A04B-A97E147526BD}"/>
              </a:ext>
            </a:extLst>
          </p:cNvPr>
          <p:cNvSpPr>
            <a:spLocks xmlns:a="http://schemas.openxmlformats.org/drawingml/2006/main" noGrp="1"/>
          </p:cNvSpPr>
          <p:nvPr/>
        </p:nvSpPr>
        <p:spPr>
          <a:xfrm xmlns:a="http://schemas.openxmlformats.org/drawingml/2006/main">
            <a:off x="14773275" y="4657725"/>
            <a:ext cx="876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000000"/>
                </a:solidFill>
                <a:latin typeface="Apple SD Gothic Neo"/>
                <a:ea typeface="Apple SD Gothic Neo"/>
                <a:cs typeface="Apple SD Gothic Neo"/>
              </a:defRPr>
            </a:pPr>
            <a:r>
              <a:rPr sz="1275" b="0">
                <a:solidFill>
                  <a:srgbClr val="000000"/>
                </a:solidFill>
                <a:latin typeface="Apple SD Gothic Neo"/>
                <a:ea typeface="Apple SD Gothic Neo"/>
                <a:cs typeface="Apple SD Gothic Neo"/>
              </a:rPr>
              <a:t>조회</a:t>
            </a:r>
          </a:p>
        </p:txBody>
      </p:sp>
      <p:sp>
        <p:nvSpPr>
          <p:cNvPr id="206" name="dp41-comparison / n149">
            <a:extLst xmlns:a="http://schemas.openxmlformats.org/drawingml/2006/main">
              <a:ext uri="{FF2B5EF4-FFF2-40B4-BE49-F238E27FC236}">
                <a16:creationId xmlns:a16="http://schemas.microsoft.com/office/drawing/2014/main" id="{B420B4BB-1B38-462B-8177-8B4864DDC5D3}"/>
              </a:ext>
            </a:extLst>
          </p:cNvPr>
          <p:cNvSpPr>
            <a:spLocks xmlns:a="http://schemas.openxmlformats.org/drawingml/2006/main" noGrp="1"/>
          </p:cNvSpPr>
          <p:nvPr/>
        </p:nvSpPr>
        <p:spPr>
          <a:xfrm xmlns:a="http://schemas.openxmlformats.org/drawingml/2006/main">
            <a:off x="9953625" y="4581525"/>
            <a:ext cx="2428875" cy="895350"/>
          </a:xfrm>
          <a:custGeom xmlns:a="http://schemas.openxmlformats.org/drawingml/2006/main">
            <a:pathLst>
              <a:path w="2428875" h="895350">
                <a:moveTo>
                  <a:pt x="0" y="0"/>
                </a:moveTo>
                <a:lnTo>
                  <a:pt x="2257425" y="0"/>
                </a:lnTo>
                <a:lnTo>
                  <a:pt x="2428875" y="171450"/>
                </a:lnTo>
                <a:lnTo>
                  <a:pt x="2428875" y="895350"/>
                </a:lnTo>
                <a:lnTo>
                  <a:pt x="0" y="8953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07" name="dp41-comparison / n149 / fold">
            <a:extLst xmlns:a="http://schemas.openxmlformats.org/drawingml/2006/main">
              <a:ext uri="{FF2B5EF4-FFF2-40B4-BE49-F238E27FC236}">
                <a16:creationId xmlns:a16="http://schemas.microsoft.com/office/drawing/2014/main" id="{C4505993-6120-403C-8352-E37F316D26E6}"/>
              </a:ext>
            </a:extLst>
          </p:cNvPr>
          <p:cNvSpPr>
            <a:spLocks xmlns:a="http://schemas.openxmlformats.org/drawingml/2006/main" noGrp="1"/>
          </p:cNvSpPr>
          <p:nvPr/>
        </p:nvSpPr>
        <p:spPr>
          <a:xfrm xmlns:a="http://schemas.openxmlformats.org/drawingml/2006/main">
            <a:off x="12211050" y="45815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08" name="dp41-comparison / n150 / text 1">
            <a:extLst xmlns:a="http://schemas.openxmlformats.org/drawingml/2006/main">
              <a:ext uri="{FF2B5EF4-FFF2-40B4-BE49-F238E27FC236}">
                <a16:creationId xmlns:a16="http://schemas.microsoft.com/office/drawing/2014/main" id="{D410ACFB-08B8-41BA-809C-5F67376DE2BA}"/>
              </a:ext>
            </a:extLst>
          </p:cNvPr>
          <p:cNvSpPr>
            <a:spLocks xmlns:a="http://schemas.openxmlformats.org/drawingml/2006/main" noGrp="1"/>
          </p:cNvSpPr>
          <p:nvPr/>
        </p:nvSpPr>
        <p:spPr>
          <a:xfrm xmlns:a="http://schemas.openxmlformats.org/drawingml/2006/main">
            <a:off x="10067925" y="4657725"/>
            <a:ext cx="21431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요청 틀 (RequestFrame)</a:t>
            </a:r>
          </a:p>
        </p:txBody>
      </p:sp>
      <p:sp>
        <p:nvSpPr>
          <p:cNvPr id="209" name="dp41-comparison / n150 / text 2">
            <a:extLst xmlns:a="http://schemas.openxmlformats.org/drawingml/2006/main">
              <a:ext uri="{FF2B5EF4-FFF2-40B4-BE49-F238E27FC236}">
                <a16:creationId xmlns:a16="http://schemas.microsoft.com/office/drawing/2014/main" id="{C31855BC-AE0E-4CB3-B152-6D566F6FDD01}"/>
              </a:ext>
            </a:extLst>
          </p:cNvPr>
          <p:cNvSpPr>
            <a:spLocks xmlns:a="http://schemas.openxmlformats.org/drawingml/2006/main" noGrp="1"/>
          </p:cNvSpPr>
          <p:nvPr/>
        </p:nvSpPr>
        <p:spPr>
          <a:xfrm xmlns:a="http://schemas.openxmlformats.org/drawingml/2006/main">
            <a:off x="10067925" y="4829175"/>
            <a:ext cx="21431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목표: 표 추가 + 메일 초안</a:t>
            </a:r>
          </a:p>
        </p:txBody>
      </p:sp>
      <p:sp>
        <p:nvSpPr>
          <p:cNvPr id="210" name="dp41-comparison / n150 / text 3">
            <a:extLst xmlns:a="http://schemas.openxmlformats.org/drawingml/2006/main">
              <a:ext uri="{FF2B5EF4-FFF2-40B4-BE49-F238E27FC236}">
                <a16:creationId xmlns:a16="http://schemas.microsoft.com/office/drawing/2014/main" id="{A8BE723C-744B-4224-A357-6851C16FE0E5}"/>
              </a:ext>
            </a:extLst>
          </p:cNvPr>
          <p:cNvSpPr>
            <a:spLocks xmlns:a="http://schemas.openxmlformats.org/drawingml/2006/main" noGrp="1"/>
          </p:cNvSpPr>
          <p:nvPr/>
        </p:nvSpPr>
        <p:spPr>
          <a:xfrm xmlns:a="http://schemas.openxmlformats.org/drawingml/2006/main">
            <a:off x="10067925" y="5000625"/>
            <a:ext cx="21431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표 / 보고서: 아직 미확정</a:t>
            </a:r>
          </a:p>
        </p:txBody>
      </p:sp>
      <p:sp>
        <p:nvSpPr>
          <p:cNvPr id="211" name="dp41-comparison / n150 / text 4">
            <a:extLst xmlns:a="http://schemas.openxmlformats.org/drawingml/2006/main">
              <a:ext uri="{FF2B5EF4-FFF2-40B4-BE49-F238E27FC236}">
                <a16:creationId xmlns:a16="http://schemas.microsoft.com/office/drawing/2014/main" id="{78D7A93B-8088-4E91-92BE-E689B54FC437}"/>
              </a:ext>
            </a:extLst>
          </p:cNvPr>
          <p:cNvSpPr>
            <a:spLocks xmlns:a="http://schemas.openxmlformats.org/drawingml/2006/main" noGrp="1"/>
          </p:cNvSpPr>
          <p:nvPr/>
        </p:nvSpPr>
        <p:spPr>
          <a:xfrm xmlns:a="http://schemas.openxmlformats.org/drawingml/2006/main">
            <a:off x="10067925" y="5172075"/>
            <a:ext cx="21431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보고서 결과 → 메일 / 발송 금지</a:t>
            </a:r>
          </a:p>
        </p:txBody>
      </p:sp>
      <p:sp>
        <p:nvSpPr>
          <p:cNvPr id="212" name="dp41-comparison / n151">
            <a:extLst xmlns:a="http://schemas.openxmlformats.org/drawingml/2006/main">
              <a:ext uri="{FF2B5EF4-FFF2-40B4-BE49-F238E27FC236}">
                <a16:creationId xmlns:a16="http://schemas.microsoft.com/office/drawing/2014/main" id="{4952DDF5-B6D3-42D0-BBE3-F2FD73B5DE64}"/>
              </a:ext>
            </a:extLst>
          </p:cNvPr>
          <p:cNvSpPr>
            <a:spLocks xmlns:a="http://schemas.openxmlformats.org/drawingml/2006/main" noGrp="1"/>
          </p:cNvSpPr>
          <p:nvPr/>
        </p:nvSpPr>
        <p:spPr>
          <a:xfrm xmlns:a="http://schemas.openxmlformats.org/drawingml/2006/main">
            <a:off x="12858750" y="5267325"/>
            <a:ext cx="2714625" cy="581025"/>
          </a:xfrm>
          <a:custGeom xmlns:a="http://schemas.openxmlformats.org/drawingml/2006/main">
            <a:pathLst>
              <a:path w="2714625" h="581025">
                <a:moveTo>
                  <a:pt x="0" y="0"/>
                </a:moveTo>
                <a:lnTo>
                  <a:pt x="2543175" y="0"/>
                </a:lnTo>
                <a:lnTo>
                  <a:pt x="2714625" y="171450"/>
                </a:lnTo>
                <a:lnTo>
                  <a:pt x="2714625" y="581025"/>
                </a:lnTo>
                <a:lnTo>
                  <a:pt x="0" y="5810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13" name="dp41-comparison / n151 / fold">
            <a:extLst xmlns:a="http://schemas.openxmlformats.org/drawingml/2006/main">
              <a:ext uri="{FF2B5EF4-FFF2-40B4-BE49-F238E27FC236}">
                <a16:creationId xmlns:a16="http://schemas.microsoft.com/office/drawing/2014/main" id="{9DF74F1E-6217-49C1-B05A-A64CF0A27E65}"/>
              </a:ext>
            </a:extLst>
          </p:cNvPr>
          <p:cNvSpPr>
            <a:spLocks xmlns:a="http://schemas.openxmlformats.org/drawingml/2006/main" noGrp="1"/>
          </p:cNvSpPr>
          <p:nvPr/>
        </p:nvSpPr>
        <p:spPr>
          <a:xfrm xmlns:a="http://schemas.openxmlformats.org/drawingml/2006/main">
            <a:off x="15401925" y="52673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14" name="dp41-comparison / n152 / text 1">
            <a:extLst xmlns:a="http://schemas.openxmlformats.org/drawingml/2006/main">
              <a:ext uri="{FF2B5EF4-FFF2-40B4-BE49-F238E27FC236}">
                <a16:creationId xmlns:a16="http://schemas.microsoft.com/office/drawing/2014/main" id="{0BF9F656-7354-4B3E-BA2E-078238163694}"/>
              </a:ext>
            </a:extLst>
          </p:cNvPr>
          <p:cNvSpPr>
            <a:spLocks xmlns:a="http://schemas.openxmlformats.org/drawingml/2006/main" noGrp="1"/>
          </p:cNvSpPr>
          <p:nvPr/>
        </p:nvSpPr>
        <p:spPr>
          <a:xfrm xmlns:a="http://schemas.openxmlformats.org/drawingml/2006/main">
            <a:off x="12973050" y="5343525"/>
            <a:ext cx="24288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코드가 관리하는 해결 상태</a:t>
            </a:r>
          </a:p>
        </p:txBody>
      </p:sp>
      <p:sp>
        <p:nvSpPr>
          <p:cNvPr id="215" name="dp41-comparison / n152 / text 2">
            <a:extLst xmlns:a="http://schemas.openxmlformats.org/drawingml/2006/main">
              <a:ext uri="{FF2B5EF4-FFF2-40B4-BE49-F238E27FC236}">
                <a16:creationId xmlns:a16="http://schemas.microsoft.com/office/drawing/2014/main" id="{41929379-653D-4860-B1DD-549896748340}"/>
              </a:ext>
            </a:extLst>
          </p:cNvPr>
          <p:cNvSpPr>
            <a:spLocks xmlns:a="http://schemas.openxmlformats.org/drawingml/2006/main" noGrp="1"/>
          </p:cNvSpPr>
          <p:nvPr/>
        </p:nvSpPr>
        <p:spPr>
          <a:xfrm xmlns:a="http://schemas.openxmlformats.org/drawingml/2006/main">
            <a:off x="12973050" y="5503545"/>
            <a:ext cx="24288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후보: Task1 / Task2</a:t>
            </a:r>
          </a:p>
        </p:txBody>
      </p:sp>
      <p:sp>
        <p:nvSpPr>
          <p:cNvPr id="216" name="dp41-comparison / n152 / text 3">
            <a:extLst xmlns:a="http://schemas.openxmlformats.org/drawingml/2006/main">
              <a:ext uri="{FF2B5EF4-FFF2-40B4-BE49-F238E27FC236}">
                <a16:creationId xmlns:a16="http://schemas.microsoft.com/office/drawing/2014/main" id="{5B5EB406-71E4-479D-8FB5-EB4EE5CC6404}"/>
              </a:ext>
            </a:extLst>
          </p:cNvPr>
          <p:cNvSpPr>
            <a:spLocks xmlns:a="http://schemas.openxmlformats.org/drawingml/2006/main" noGrp="1"/>
          </p:cNvSpPr>
          <p:nvPr/>
        </p:nvSpPr>
        <p:spPr>
          <a:xfrm xmlns:a="http://schemas.openxmlformats.org/drawingml/2006/main">
            <a:off x="12973050" y="5663565"/>
            <a:ext cx="24288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답변 뒤 Task1로 연결</a:t>
            </a:r>
          </a:p>
        </p:txBody>
      </p:sp>
      <p:sp>
        <p:nvSpPr>
          <p:cNvPr id="217" name="dp41-comparison / n153">
            <a:extLst xmlns:a="http://schemas.openxmlformats.org/drawingml/2006/main">
              <a:ext uri="{FF2B5EF4-FFF2-40B4-BE49-F238E27FC236}">
                <a16:creationId xmlns:a16="http://schemas.microsoft.com/office/drawing/2014/main" id="{E2BC0B1F-0706-4FAE-B482-07C6436D6028}"/>
              </a:ext>
            </a:extLst>
          </p:cNvPr>
          <p:cNvSpPr>
            <a:spLocks xmlns:a="http://schemas.openxmlformats.org/drawingml/2006/main" noGrp="1"/>
          </p:cNvSpPr>
          <p:nvPr/>
        </p:nvSpPr>
        <p:spPr>
          <a:xfrm xmlns:a="http://schemas.openxmlformats.org/drawingml/2006/main">
            <a:off x="15887700" y="5876925"/>
            <a:ext cx="142589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1-comparison / n154 / text 1">
            <a:extLst xmlns:a="http://schemas.openxmlformats.org/drawingml/2006/main">
              <a:ext uri="{FF2B5EF4-FFF2-40B4-BE49-F238E27FC236}">
                <a16:creationId xmlns:a16="http://schemas.microsoft.com/office/drawing/2014/main" id="{3E16019C-C65C-4D8D-91D6-B790BAA4DFF3}"/>
              </a:ext>
            </a:extLst>
          </p:cNvPr>
          <p:cNvSpPr>
            <a:spLocks xmlns:a="http://schemas.openxmlformats.org/drawingml/2006/main" noGrp="1"/>
          </p:cNvSpPr>
          <p:nvPr/>
        </p:nvSpPr>
        <p:spPr>
          <a:xfrm xmlns:a="http://schemas.openxmlformats.org/drawingml/2006/main">
            <a:off x="15906750" y="5886450"/>
            <a:ext cx="16859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결과 반영 → 코드 검사</a:t>
            </a:r>
          </a:p>
        </p:txBody>
      </p:sp>
      <p:sp>
        <p:nvSpPr>
          <p:cNvPr id="219" name="dp41-comparison / n155">
            <a:extLst xmlns:a="http://schemas.openxmlformats.org/drawingml/2006/main">
              <a:ext uri="{FF2B5EF4-FFF2-40B4-BE49-F238E27FC236}">
                <a16:creationId xmlns:a16="http://schemas.microsoft.com/office/drawing/2014/main" id="{5E3BF4AD-49DD-4258-9626-EC77C35A38A0}"/>
              </a:ext>
            </a:extLst>
          </p:cNvPr>
          <p:cNvSpPr>
            <a:spLocks xmlns:a="http://schemas.openxmlformats.org/drawingml/2006/main" noGrp="1"/>
          </p:cNvSpPr>
          <p:nvPr/>
        </p:nvSpPr>
        <p:spPr>
          <a:xfrm xmlns:a="http://schemas.openxmlformats.org/drawingml/2006/main">
            <a:off x="15906750" y="5257800"/>
            <a:ext cx="1619250" cy="581025"/>
          </a:xfrm>
          <a:custGeom xmlns:a="http://schemas.openxmlformats.org/drawingml/2006/main">
            <a:pathLst>
              <a:path w="1619250" h="581025">
                <a:moveTo>
                  <a:pt x="0" y="0"/>
                </a:moveTo>
                <a:lnTo>
                  <a:pt x="1447800" y="0"/>
                </a:lnTo>
                <a:lnTo>
                  <a:pt x="1619250" y="171450"/>
                </a:lnTo>
                <a:lnTo>
                  <a:pt x="1619250" y="581025"/>
                </a:lnTo>
                <a:lnTo>
                  <a:pt x="0" y="5810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20" name="dp41-comparison / n155 / fold">
            <a:extLst xmlns:a="http://schemas.openxmlformats.org/drawingml/2006/main">
              <a:ext uri="{FF2B5EF4-FFF2-40B4-BE49-F238E27FC236}">
                <a16:creationId xmlns:a16="http://schemas.microsoft.com/office/drawing/2014/main" id="{CF6E70D2-F6E4-4871-B3DD-32DA8BEB8AEC}"/>
              </a:ext>
            </a:extLst>
          </p:cNvPr>
          <p:cNvSpPr>
            <a:spLocks xmlns:a="http://schemas.openxmlformats.org/drawingml/2006/main" noGrp="1"/>
          </p:cNvSpPr>
          <p:nvPr/>
        </p:nvSpPr>
        <p:spPr>
          <a:xfrm xmlns:a="http://schemas.openxmlformats.org/drawingml/2006/main">
            <a:off x="17354550" y="52578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21" name="dp41-comparison / n156 / text 1">
            <a:extLst xmlns:a="http://schemas.openxmlformats.org/drawingml/2006/main">
              <a:ext uri="{FF2B5EF4-FFF2-40B4-BE49-F238E27FC236}">
                <a16:creationId xmlns:a16="http://schemas.microsoft.com/office/drawing/2014/main" id="{E0FAB4BC-057C-4777-8189-DB28337464CA}"/>
              </a:ext>
            </a:extLst>
          </p:cNvPr>
          <p:cNvSpPr>
            <a:spLocks xmlns:a="http://schemas.openxmlformats.org/drawingml/2006/main" noGrp="1"/>
          </p:cNvSpPr>
          <p:nvPr/>
        </p:nvSpPr>
        <p:spPr>
          <a:xfrm xmlns:a="http://schemas.openxmlformats.org/drawingml/2006/main">
            <a:off x="16021050" y="5334000"/>
            <a:ext cx="1333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결과</a:t>
            </a:r>
          </a:p>
        </p:txBody>
      </p:sp>
      <p:sp>
        <p:nvSpPr>
          <p:cNvPr id="222" name="dp41-comparison / n156 / text 2">
            <a:extLst xmlns:a="http://schemas.openxmlformats.org/drawingml/2006/main">
              <a:ext uri="{FF2B5EF4-FFF2-40B4-BE49-F238E27FC236}">
                <a16:creationId xmlns:a16="http://schemas.microsoft.com/office/drawing/2014/main" id="{E039E441-ACBF-460B-A611-6D383A73A9A4}"/>
              </a:ext>
            </a:extLst>
          </p:cNvPr>
          <p:cNvSpPr>
            <a:spLocks xmlns:a="http://schemas.openxmlformats.org/drawingml/2006/main" noGrp="1"/>
          </p:cNvSpPr>
          <p:nvPr/>
        </p:nvSpPr>
        <p:spPr>
          <a:xfrm xmlns:a="http://schemas.openxmlformats.org/drawingml/2006/main">
            <a:off x="16021050" y="5494020"/>
            <a:ext cx="1333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 Task2</a:t>
            </a:r>
          </a:p>
        </p:txBody>
      </p:sp>
      <p:sp>
        <p:nvSpPr>
          <p:cNvPr id="223" name="dp41-comparison / n156 / text 3">
            <a:extLst xmlns:a="http://schemas.openxmlformats.org/drawingml/2006/main">
              <a:ext uri="{FF2B5EF4-FFF2-40B4-BE49-F238E27FC236}">
                <a16:creationId xmlns:a16="http://schemas.microsoft.com/office/drawing/2014/main" id="{6F448180-972D-4B43-9D8E-AC9E40C1463C}"/>
              </a:ext>
            </a:extLst>
          </p:cNvPr>
          <p:cNvSpPr>
            <a:spLocks xmlns:a="http://schemas.openxmlformats.org/drawingml/2006/main" noGrp="1"/>
          </p:cNvSpPr>
          <p:nvPr/>
        </p:nvSpPr>
        <p:spPr>
          <a:xfrm xmlns:a="http://schemas.openxmlformats.org/drawingml/2006/main">
            <a:off x="16021050" y="5654040"/>
            <a:ext cx="1333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선택한 표</a:t>
            </a:r>
          </a:p>
        </p:txBody>
      </p:sp>
      <p:sp>
        <p:nvSpPr>
          <p:cNvPr id="224" name="dp41-comparison / n158">
            <a:extLst xmlns:a="http://schemas.openxmlformats.org/drawingml/2006/main">
              <a:ext uri="{FF2B5EF4-FFF2-40B4-BE49-F238E27FC236}">
                <a16:creationId xmlns:a16="http://schemas.microsoft.com/office/drawing/2014/main" id="{879B3ECB-4858-4E80-AB59-26D36C8A126A}"/>
              </a:ext>
            </a:extLst>
          </p:cNvPr>
          <p:cNvSpPr>
            <a:spLocks xmlns:a="http://schemas.openxmlformats.org/drawingml/2006/main" noGrp="1"/>
          </p:cNvSpPr>
          <p:nvPr/>
        </p:nvSpPr>
        <p:spPr>
          <a:xfrm xmlns:a="http://schemas.openxmlformats.org/drawingml/2006/main">
            <a:off x="12763500" y="4305300"/>
            <a:ext cx="2523744"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5" name="dp41-comparison / n159 / text 1">
            <a:extLst xmlns:a="http://schemas.openxmlformats.org/drawingml/2006/main">
              <a:ext uri="{FF2B5EF4-FFF2-40B4-BE49-F238E27FC236}">
                <a16:creationId xmlns:a16="http://schemas.microsoft.com/office/drawing/2014/main" id="{484A9A50-A4C0-4A3B-8B61-38965CA15AE4}"/>
              </a:ext>
            </a:extLst>
          </p:cNvPr>
          <p:cNvSpPr>
            <a:spLocks xmlns:a="http://schemas.openxmlformats.org/drawingml/2006/main" noGrp="1"/>
          </p:cNvSpPr>
          <p:nvPr/>
        </p:nvSpPr>
        <p:spPr>
          <a:xfrm xmlns:a="http://schemas.openxmlformats.org/drawingml/2006/main">
            <a:off x="12782550" y="4314825"/>
            <a:ext cx="29527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항목 해석이 필요하면 LLM 재호출</a:t>
            </a:r>
          </a:p>
        </p:txBody>
      </p:sp>
      <p:sp>
        <p:nvSpPr>
          <p:cNvPr id="226" name="dp41-comparison / n160">
            <a:extLst xmlns:a="http://schemas.openxmlformats.org/drawingml/2006/main">
              <a:ext uri="{FF2B5EF4-FFF2-40B4-BE49-F238E27FC236}">
                <a16:creationId xmlns:a16="http://schemas.microsoft.com/office/drawing/2014/main" id="{307C73F5-ED7F-4015-972F-17AD5CD5AB25}"/>
              </a:ext>
            </a:extLst>
          </p:cNvPr>
          <p:cNvSpPr>
            <a:spLocks xmlns:a="http://schemas.openxmlformats.org/drawingml/2006/main" noGrp="1"/>
          </p:cNvSpPr>
          <p:nvPr/>
        </p:nvSpPr>
        <p:spPr>
          <a:xfrm xmlns:a="http://schemas.openxmlformats.org/drawingml/2006/main">
            <a:off x="9953625" y="5600700"/>
            <a:ext cx="2428875" cy="438150"/>
          </a:xfrm>
          <a:custGeom xmlns:a="http://schemas.openxmlformats.org/drawingml/2006/main">
            <a:pathLst>
              <a:path w="2428875" h="438150">
                <a:moveTo>
                  <a:pt x="0" y="0"/>
                </a:moveTo>
                <a:lnTo>
                  <a:pt x="2257425" y="0"/>
                </a:lnTo>
                <a:lnTo>
                  <a:pt x="2428875" y="171450"/>
                </a:lnTo>
                <a:lnTo>
                  <a:pt x="2428875" y="438150"/>
                </a:lnTo>
                <a:lnTo>
                  <a:pt x="0" y="43815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27" name="dp41-comparison / n160 / fold">
            <a:extLst xmlns:a="http://schemas.openxmlformats.org/drawingml/2006/main">
              <a:ext uri="{FF2B5EF4-FFF2-40B4-BE49-F238E27FC236}">
                <a16:creationId xmlns:a16="http://schemas.microsoft.com/office/drawing/2014/main" id="{24BCAC6B-E7FF-4335-A476-F6194D0BDEA0}"/>
              </a:ext>
            </a:extLst>
          </p:cNvPr>
          <p:cNvSpPr>
            <a:spLocks xmlns:a="http://schemas.openxmlformats.org/drawingml/2006/main" noGrp="1"/>
          </p:cNvSpPr>
          <p:nvPr/>
        </p:nvSpPr>
        <p:spPr>
          <a:xfrm xmlns:a="http://schemas.openxmlformats.org/drawingml/2006/main">
            <a:off x="12211050" y="56007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28" name="dp41-comparison / n161 / text 1">
            <a:extLst xmlns:a="http://schemas.openxmlformats.org/drawingml/2006/main">
              <a:ext uri="{FF2B5EF4-FFF2-40B4-BE49-F238E27FC236}">
                <a16:creationId xmlns:a16="http://schemas.microsoft.com/office/drawing/2014/main" id="{D5C6D37C-2F01-47BF-9C81-6E46C8D50848}"/>
              </a:ext>
            </a:extLst>
          </p:cNvPr>
          <p:cNvSpPr>
            <a:spLocks xmlns:a="http://schemas.openxmlformats.org/drawingml/2006/main" noGrp="1"/>
          </p:cNvSpPr>
          <p:nvPr/>
        </p:nvSpPr>
        <p:spPr>
          <a:xfrm xmlns:a="http://schemas.openxmlformats.org/drawingml/2006/main">
            <a:off x="10067925" y="5676900"/>
            <a:ext cx="2143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부분 해석 결과 → 코드에 반환</a:t>
            </a:r>
          </a:p>
        </p:txBody>
      </p:sp>
      <p:sp>
        <p:nvSpPr>
          <p:cNvPr id="229" name="dp41-comparison / n161 / text 2">
            <a:extLst xmlns:a="http://schemas.openxmlformats.org/drawingml/2006/main">
              <a:ext uri="{FF2B5EF4-FFF2-40B4-BE49-F238E27FC236}">
                <a16:creationId xmlns:a16="http://schemas.microsoft.com/office/drawing/2014/main" id="{A5C288A7-9BCA-4A41-942F-482037CCC1FE}"/>
              </a:ext>
            </a:extLst>
          </p:cNvPr>
          <p:cNvSpPr>
            <a:spLocks xmlns:a="http://schemas.openxmlformats.org/drawingml/2006/main" noGrp="1"/>
          </p:cNvSpPr>
          <p:nvPr/>
        </p:nvSpPr>
        <p:spPr>
          <a:xfrm xmlns:a="http://schemas.openxmlformats.org/drawingml/2006/main">
            <a:off x="10067925" y="5836920"/>
            <a:ext cx="2143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코드가 다시 항목 검사 / 전체 결합</a:t>
            </a:r>
          </a:p>
        </p:txBody>
      </p:sp>
      <p:sp>
        <p:nvSpPr>
          <p:cNvPr id="230" name="dp41-comparison / n165">
            <a:extLst xmlns:a="http://schemas.openxmlformats.org/drawingml/2006/main">
              <a:ext uri="{FF2B5EF4-FFF2-40B4-BE49-F238E27FC236}">
                <a16:creationId xmlns:a16="http://schemas.microsoft.com/office/drawing/2014/main" id="{39B19C50-5D2B-4FA3-9F41-91255879648A}"/>
              </a:ext>
            </a:extLst>
          </p:cNvPr>
          <p:cNvSpPr>
            <a:spLocks xmlns:a="http://schemas.openxmlformats.org/drawingml/2006/main" noGrp="1"/>
          </p:cNvSpPr>
          <p:nvPr/>
        </p:nvSpPr>
        <p:spPr>
          <a:xfrm xmlns:a="http://schemas.openxmlformats.org/drawingml/2006/main">
            <a:off x="12839700" y="5867400"/>
            <a:ext cx="213055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1" name="dp41-comparison / n166 / text 1">
            <a:extLst xmlns:a="http://schemas.openxmlformats.org/drawingml/2006/main">
              <a:ext uri="{FF2B5EF4-FFF2-40B4-BE49-F238E27FC236}">
                <a16:creationId xmlns:a16="http://schemas.microsoft.com/office/drawing/2014/main" id="{0FC76240-36F5-4B40-A222-85FEF8D1CB6E}"/>
              </a:ext>
            </a:extLst>
          </p:cNvPr>
          <p:cNvSpPr>
            <a:spLocks xmlns:a="http://schemas.openxmlformats.org/drawingml/2006/main" noGrp="1"/>
          </p:cNvSpPr>
          <p:nvPr/>
        </p:nvSpPr>
        <p:spPr>
          <a:xfrm xmlns:a="http://schemas.openxmlformats.org/drawingml/2006/main">
            <a:off x="12858750" y="5876925"/>
            <a:ext cx="2857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완성 의미 / 확인 질문 제안</a:t>
            </a:r>
          </a:p>
        </p:txBody>
      </p:sp>
      <p:sp>
        <p:nvSpPr>
          <p:cNvPr id="232" name="dp41-comparison / n167">
            <a:extLst xmlns:a="http://schemas.openxmlformats.org/drawingml/2006/main">
              <a:ext uri="{FF2B5EF4-FFF2-40B4-BE49-F238E27FC236}">
                <a16:creationId xmlns:a16="http://schemas.microsoft.com/office/drawing/2014/main" id="{2156E931-FF95-4042-8939-4CA03AB6D676}"/>
              </a:ext>
            </a:extLst>
          </p:cNvPr>
          <p:cNvSpPr>
            <a:spLocks xmlns:a="http://schemas.openxmlformats.org/drawingml/2006/main" noGrp="1"/>
          </p:cNvSpPr>
          <p:nvPr/>
        </p:nvSpPr>
        <p:spPr>
          <a:xfrm xmlns:a="http://schemas.openxmlformats.org/drawingml/2006/main">
            <a:off x="9953625" y="6115050"/>
            <a:ext cx="5048250" cy="657225"/>
          </a:xfrm>
          <a:custGeom xmlns:a="http://schemas.openxmlformats.org/drawingml/2006/main">
            <a:pathLst>
              <a:path w="5048250" h="657225">
                <a:moveTo>
                  <a:pt x="0" y="0"/>
                </a:moveTo>
                <a:lnTo>
                  <a:pt x="4876800" y="0"/>
                </a:lnTo>
                <a:lnTo>
                  <a:pt x="5048250" y="171450"/>
                </a:lnTo>
                <a:lnTo>
                  <a:pt x="5048250" y="657225"/>
                </a:lnTo>
                <a:lnTo>
                  <a:pt x="0" y="6572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33" name="dp41-comparison / n167 / fold">
            <a:extLst xmlns:a="http://schemas.openxmlformats.org/drawingml/2006/main">
              <a:ext uri="{FF2B5EF4-FFF2-40B4-BE49-F238E27FC236}">
                <a16:creationId xmlns:a16="http://schemas.microsoft.com/office/drawing/2014/main" id="{73D1E826-3C5A-4DEC-A53B-F76A9F01AB2C}"/>
              </a:ext>
            </a:extLst>
          </p:cNvPr>
          <p:cNvSpPr>
            <a:spLocks xmlns:a="http://schemas.openxmlformats.org/drawingml/2006/main" noGrp="1"/>
          </p:cNvSpPr>
          <p:nvPr/>
        </p:nvSpPr>
        <p:spPr>
          <a:xfrm xmlns:a="http://schemas.openxmlformats.org/drawingml/2006/main">
            <a:off x="14830425" y="61150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34" name="dp41-comparison / n168 / text 1">
            <a:extLst xmlns:a="http://schemas.openxmlformats.org/drawingml/2006/main">
              <a:ext uri="{FF2B5EF4-FFF2-40B4-BE49-F238E27FC236}">
                <a16:creationId xmlns:a16="http://schemas.microsoft.com/office/drawing/2014/main" id="{C7148163-73B2-4097-836E-10157FAC2138}"/>
              </a:ext>
            </a:extLst>
          </p:cNvPr>
          <p:cNvSpPr>
            <a:spLocks xmlns:a="http://schemas.openxmlformats.org/drawingml/2006/main" noGrp="1"/>
          </p:cNvSpPr>
          <p:nvPr/>
        </p:nvSpPr>
        <p:spPr>
          <a:xfrm xmlns:a="http://schemas.openxmlformats.org/drawingml/2006/main">
            <a:off x="10067925" y="6191250"/>
            <a:ext cx="4762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코드가 만든 의미 제안 (MeaningProposal)</a:t>
            </a:r>
          </a:p>
        </p:txBody>
      </p:sp>
      <p:sp>
        <p:nvSpPr>
          <p:cNvPr id="235" name="dp41-comparison / n168 / text 2">
            <a:extLst xmlns:a="http://schemas.openxmlformats.org/drawingml/2006/main">
              <a:ext uri="{FF2B5EF4-FFF2-40B4-BE49-F238E27FC236}">
                <a16:creationId xmlns:a16="http://schemas.microsoft.com/office/drawing/2014/main" id="{737C3014-88EA-4173-BF80-D37BF18DE0B4}"/>
              </a:ext>
            </a:extLst>
          </p:cNvPr>
          <p:cNvSpPr>
            <a:spLocks xmlns:a="http://schemas.openxmlformats.org/drawingml/2006/main" noGrp="1"/>
          </p:cNvSpPr>
          <p:nvPr/>
        </p:nvSpPr>
        <p:spPr>
          <a:xfrm xmlns:a="http://schemas.openxmlformats.org/drawingml/2006/main">
            <a:off x="10067925" y="6362700"/>
            <a:ext cx="4762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예산 보고서(Task1)에 선택한 표 추가</a:t>
            </a:r>
          </a:p>
        </p:txBody>
      </p:sp>
      <p:sp>
        <p:nvSpPr>
          <p:cNvPr id="236" name="dp41-comparison / n168 / text 3">
            <a:extLst xmlns:a="http://schemas.openxmlformats.org/drawingml/2006/main">
              <a:ext uri="{FF2B5EF4-FFF2-40B4-BE49-F238E27FC236}">
                <a16:creationId xmlns:a16="http://schemas.microsoft.com/office/drawing/2014/main" id="{431DCD41-79B5-42A6-87CB-C55EBF47F7F0}"/>
              </a:ext>
            </a:extLst>
          </p:cNvPr>
          <p:cNvSpPr>
            <a:spLocks xmlns:a="http://schemas.openxmlformats.org/drawingml/2006/main" noGrp="1"/>
          </p:cNvSpPr>
          <p:nvPr/>
        </p:nvSpPr>
        <p:spPr>
          <a:xfrm xmlns:a="http://schemas.openxmlformats.org/drawingml/2006/main">
            <a:off x="10067925" y="6534150"/>
            <a:ext cx="4762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수정된 보고서 결과 → 메일 초안 / 메일 발송 금지</a:t>
            </a:r>
          </a:p>
        </p:txBody>
      </p:sp>
      <p:sp>
        <p:nvSpPr>
          <p:cNvPr id="237" name="dp41-comparison / n177">
            <a:extLst xmlns:a="http://schemas.openxmlformats.org/drawingml/2006/main">
              <a:ext uri="{FF2B5EF4-FFF2-40B4-BE49-F238E27FC236}">
                <a16:creationId xmlns:a16="http://schemas.microsoft.com/office/drawing/2014/main" id="{E50629F3-A59E-4ADF-B4D0-22DFA674E9EF}"/>
              </a:ext>
            </a:extLst>
          </p:cNvPr>
          <p:cNvSpPr>
            <a:spLocks xmlns:a="http://schemas.openxmlformats.org/drawingml/2006/main" noGrp="1"/>
          </p:cNvSpPr>
          <p:nvPr/>
        </p:nvSpPr>
        <p:spPr>
          <a:xfrm xmlns:a="http://schemas.openxmlformats.org/drawingml/2006/main">
            <a:off x="9934575" y="7219950"/>
            <a:ext cx="213055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8" name="dp41-comparison / n178 / text 1">
            <a:extLst xmlns:a="http://schemas.openxmlformats.org/drawingml/2006/main">
              <a:ext uri="{FF2B5EF4-FFF2-40B4-BE49-F238E27FC236}">
                <a16:creationId xmlns:a16="http://schemas.microsoft.com/office/drawing/2014/main" id="{1500CB4A-D684-4083-B967-209F9AC85CCC}"/>
              </a:ext>
            </a:extLst>
          </p:cNvPr>
          <p:cNvSpPr>
            <a:spLocks xmlns:a="http://schemas.openxmlformats.org/drawingml/2006/main" noGrp="1"/>
          </p:cNvSpPr>
          <p:nvPr/>
        </p:nvSpPr>
        <p:spPr>
          <a:xfrm xmlns:a="http://schemas.openxmlformats.org/drawingml/2006/main">
            <a:off x="9953625" y="7229475"/>
            <a:ext cx="2476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화면/대화 / 업무 기록 조회</a:t>
            </a:r>
          </a:p>
        </p:txBody>
      </p:sp>
    </p:spTree>
    <p:extLst>
      <p:ext uri="{BB962C8B-B14F-4D97-AF65-F5344CB8AC3E}">
        <p14:creationId xmlns:p14="http://schemas.microsoft.com/office/powerpoint/2010/main" val="139657199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1" name="dp42-background / n1">
            <a:extLst xmlns:a="http://schemas.openxmlformats.org/drawingml/2006/main">
              <a:ext uri="{FF2B5EF4-FFF2-40B4-BE49-F238E27FC236}">
                <a16:creationId xmlns:a16="http://schemas.microsoft.com/office/drawing/2014/main" id="{37BB2F86-1985-4C53-B9E1-90E36D02F799}"/>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background / n2 / text 1">
            <a:extLst xmlns:a="http://schemas.openxmlformats.org/drawingml/2006/main">
              <a:ext uri="{FF2B5EF4-FFF2-40B4-BE49-F238E27FC236}">
                <a16:creationId xmlns:a16="http://schemas.microsoft.com/office/drawing/2014/main" id="{A3045ED2-AE29-42E2-9A50-7EEBDFAB5297}"/>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2-background / n3 / text 1">
            <a:extLst xmlns:a="http://schemas.openxmlformats.org/drawingml/2006/main">
              <a:ext uri="{FF2B5EF4-FFF2-40B4-BE49-F238E27FC236}">
                <a16:creationId xmlns:a16="http://schemas.microsoft.com/office/drawing/2014/main" id="{5DEC4B48-D568-463C-BE6B-015148CC9E0D}"/>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04-42</a:t>
            </a:r>
          </a:p>
        </p:txBody>
      </p:sp>
      <p:sp>
        <p:nvSpPr>
          <p:cNvPr id="4" name="dp42-background / n4 / text 1">
            <a:extLst xmlns:a="http://schemas.openxmlformats.org/drawingml/2006/main">
              <a:ext uri="{FF2B5EF4-FFF2-40B4-BE49-F238E27FC236}">
                <a16:creationId xmlns:a16="http://schemas.microsoft.com/office/drawing/2014/main" id="{7FF6FFAF-A984-43AF-A7D7-AAB6EA773C60}"/>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04-42. 변경 용이성을 위한 VIA Conversation과 Task 관리 설계</a:t>
            </a:r>
          </a:p>
        </p:txBody>
      </p:sp>
      <p:sp>
        <p:nvSpPr>
          <p:cNvPr id="5" name="dp42-background / n5 / path">
            <a:extLst xmlns:a="http://schemas.openxmlformats.org/drawingml/2006/main">
              <a:ext uri="{FF2B5EF4-FFF2-40B4-BE49-F238E27FC236}">
                <a16:creationId xmlns:a16="http://schemas.microsoft.com/office/drawing/2014/main" id="{170AA0F6-400E-4DEC-991F-665605CD2BC8}"/>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2-background / n6">
            <a:extLst xmlns:a="http://schemas.openxmlformats.org/drawingml/2006/main">
              <a:ext uri="{FF2B5EF4-FFF2-40B4-BE49-F238E27FC236}">
                <a16:creationId xmlns:a16="http://schemas.microsoft.com/office/drawing/2014/main" id="{211B6C4E-7211-4552-860D-B2A795C889D4}"/>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2-background / n7 / text 1">
            <a:extLst xmlns:a="http://schemas.openxmlformats.org/drawingml/2006/main">
              <a:ext uri="{FF2B5EF4-FFF2-40B4-BE49-F238E27FC236}">
                <a16:creationId xmlns:a16="http://schemas.microsoft.com/office/drawing/2014/main" id="{3B3AAD25-34D2-4BDF-A122-D425CC33D300}"/>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Request 완료와 Task 완료의 혼동 위험</a:t>
            </a:r>
          </a:p>
        </p:txBody>
      </p:sp>
      <p:sp>
        <p:nvSpPr>
          <p:cNvPr id="8" name="dp42-background / n8 / path">
            <a:extLst xmlns:a="http://schemas.openxmlformats.org/drawingml/2006/main">
              <a:ext uri="{FF2B5EF4-FFF2-40B4-BE49-F238E27FC236}">
                <a16:creationId xmlns:a16="http://schemas.microsoft.com/office/drawing/2014/main" id="{31A259D8-B5A1-4A9E-980F-34953E5219CC}"/>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2-background / n9 / text 1">
            <a:extLst xmlns:a="http://schemas.openxmlformats.org/drawingml/2006/main">
              <a:ext uri="{FF2B5EF4-FFF2-40B4-BE49-F238E27FC236}">
                <a16:creationId xmlns:a16="http://schemas.microsoft.com/office/drawing/2014/main" id="{FAB2222E-D9F6-4635-B2B6-E053C5A2DAF5}"/>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2-background / n10 / path">
            <a:extLst xmlns:a="http://schemas.openxmlformats.org/drawingml/2006/main">
              <a:ext uri="{FF2B5EF4-FFF2-40B4-BE49-F238E27FC236}">
                <a16:creationId xmlns:a16="http://schemas.microsoft.com/office/drawing/2014/main" id="{3330F547-954D-4A4B-8955-55C779C75BB6}"/>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2-background / n11 / text 1">
            <a:extLst xmlns:a="http://schemas.openxmlformats.org/drawingml/2006/main">
              <a:ext uri="{FF2B5EF4-FFF2-40B4-BE49-F238E27FC236}">
                <a16:creationId xmlns:a16="http://schemas.microsoft.com/office/drawing/2014/main" id="{6E634169-B5F5-43BF-B1F6-ADA98859AEBD}"/>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2-background / n12 / text 1">
            <a:extLst xmlns:a="http://schemas.openxmlformats.org/drawingml/2006/main">
              <a:ext uri="{FF2B5EF4-FFF2-40B4-BE49-F238E27FC236}">
                <a16:creationId xmlns:a16="http://schemas.microsoft.com/office/drawing/2014/main" id="{5B853EAC-74B9-4597-AF85-6AC042777E83}"/>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Conversation과 Task 상태의 관리 책임 및 실행 경계 설계</a:t>
            </a:r>
          </a:p>
        </p:txBody>
      </p:sp>
      <p:sp>
        <p:nvSpPr>
          <p:cNvPr id="13" name="dp42-background / n13 / text 1">
            <a:extLst xmlns:a="http://schemas.openxmlformats.org/drawingml/2006/main">
              <a:ext uri="{FF2B5EF4-FFF2-40B4-BE49-F238E27FC236}">
                <a16:creationId xmlns:a16="http://schemas.microsoft.com/office/drawing/2014/main" id="{62E35758-8D25-408A-BD66-C9E87AEE3393}"/>
              </a:ext>
            </a:extLst>
          </p:cNvPr>
          <p:cNvSpPr>
            <a:spLocks xmlns:a="http://schemas.openxmlformats.org/drawingml/2006/main" noGrp="1"/>
          </p:cNvSpPr>
          <p:nvPr/>
        </p:nvSpPr>
        <p:spPr>
          <a:xfrm xmlns:a="http://schemas.openxmlformats.org/drawingml/2006/main">
            <a:off x="2286000" y="9277350"/>
            <a:ext cx="15392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Delegation / Downstream Agent에 작업 전달     Agent Execution / 개별 작업 실행</a:t>
            </a:r>
          </a:p>
        </p:txBody>
      </p:sp>
      <p:sp>
        <p:nvSpPr>
          <p:cNvPr id="14" name="dp42-background / n14 / text 1">
            <a:extLst xmlns:a="http://schemas.openxmlformats.org/drawingml/2006/main">
              <a:ext uri="{FF2B5EF4-FFF2-40B4-BE49-F238E27FC236}">
                <a16:creationId xmlns:a16="http://schemas.microsoft.com/office/drawing/2014/main" id="{4CA24267-44CB-44EF-97F1-C91D061C585B}"/>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변경 용이성 / 복구성</a:t>
            </a:r>
          </a:p>
        </p:txBody>
      </p:sp>
      <p:sp>
        <p:nvSpPr>
          <p:cNvPr id="15" name="dp42-background / n15 / text 1">
            <a:extLst xmlns:a="http://schemas.openxmlformats.org/drawingml/2006/main">
              <a:ext uri="{FF2B5EF4-FFF2-40B4-BE49-F238E27FC236}">
                <a16:creationId xmlns:a16="http://schemas.microsoft.com/office/drawing/2014/main" id="{AAD243F4-F666-4073-A84B-435A7A298607}"/>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6" name="dp42-background / n16">
            <a:extLst xmlns:a="http://schemas.openxmlformats.org/drawingml/2006/main">
              <a:ext uri="{FF2B5EF4-FFF2-40B4-BE49-F238E27FC236}">
                <a16:creationId xmlns:a16="http://schemas.microsoft.com/office/drawing/2014/main" id="{30A71158-1C2D-4705-BC23-888B65BB9A15}"/>
              </a:ext>
            </a:extLst>
          </p:cNvPr>
          <p:cNvSpPr>
            <a:spLocks xmlns:a="http://schemas.openxmlformats.org/drawingml/2006/main" noGrp="1"/>
          </p:cNvSpPr>
          <p:nvPr/>
        </p:nvSpPr>
        <p:spPr>
          <a:xfrm xmlns:a="http://schemas.openxmlformats.org/drawingml/2006/main">
            <a:off x="609600" y="2619375"/>
            <a:ext cx="10572750" cy="260032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2-background / n17">
            <a:extLst xmlns:a="http://schemas.openxmlformats.org/drawingml/2006/main">
              <a:ext uri="{FF2B5EF4-FFF2-40B4-BE49-F238E27FC236}">
                <a16:creationId xmlns:a16="http://schemas.microsoft.com/office/drawing/2014/main" id="{2AEF9A88-F794-4480-A9E4-447851379231}"/>
              </a:ext>
            </a:extLst>
          </p:cNvPr>
          <p:cNvSpPr>
            <a:spLocks xmlns:a="http://schemas.openxmlformats.org/drawingml/2006/main" noGrp="1"/>
          </p:cNvSpPr>
          <p:nvPr/>
        </p:nvSpPr>
        <p:spPr>
          <a:xfrm xmlns:a="http://schemas.openxmlformats.org/drawingml/2006/main">
            <a:off x="609600" y="2619375"/>
            <a:ext cx="10572750" cy="381000"/>
          </a:xfrm>
          <a:prstGeom xmlns:a="http://schemas.openxmlformats.org/drawingml/2006/main" prst="rect">
            <a:avLst/>
          </a:prstGeom>
          <a:solidFill xmlns:a="http://schemas.openxmlformats.org/drawingml/2006/main">
            <a:srgbClr val="EAF0F8"/>
          </a:solidFill>
          <a:ln xmlns:a="http://schemas.openxmlformats.org/drawingml/2006/main" w="0">
            <a:noFill/>
            <a:prstDash val="solid"/>
          </a:ln>
        </p:spPr>
      </p:sp>
      <p:sp>
        <p:nvSpPr>
          <p:cNvPr id="18" name="dp42-background / n18 / text 1">
            <a:extLst xmlns:a="http://schemas.openxmlformats.org/drawingml/2006/main">
              <a:ext uri="{FF2B5EF4-FFF2-40B4-BE49-F238E27FC236}">
                <a16:creationId xmlns:a16="http://schemas.microsoft.com/office/drawing/2014/main" id="{2A934D80-A741-4F4E-AFCE-956A495E8D19}"/>
              </a:ext>
            </a:extLst>
          </p:cNvPr>
          <p:cNvSpPr>
            <a:spLocks xmlns:a="http://schemas.openxmlformats.org/drawingml/2006/main" noGrp="1"/>
          </p:cNvSpPr>
          <p:nvPr/>
        </p:nvSpPr>
        <p:spPr>
          <a:xfrm xmlns:a="http://schemas.openxmlformats.org/drawingml/2006/main">
            <a:off x="800100" y="2695575"/>
            <a:ext cx="72390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Conversation / 입력과 Response 기록</a:t>
            </a:r>
          </a:p>
        </p:txBody>
      </p:sp>
      <p:sp>
        <p:nvSpPr>
          <p:cNvPr id="19" name="dp42-background / n19 / text 1">
            <a:extLst xmlns:a="http://schemas.openxmlformats.org/drawingml/2006/main">
              <a:ext uri="{FF2B5EF4-FFF2-40B4-BE49-F238E27FC236}">
                <a16:creationId xmlns:a16="http://schemas.microsoft.com/office/drawing/2014/main" id="{5CC73746-4CB4-4968-93CE-201FF3E1C12F}"/>
              </a:ext>
            </a:extLst>
          </p:cNvPr>
          <p:cNvSpPr>
            <a:spLocks xmlns:a="http://schemas.openxmlformats.org/drawingml/2006/main" noGrp="1"/>
          </p:cNvSpPr>
          <p:nvPr/>
        </p:nvSpPr>
        <p:spPr>
          <a:xfrm xmlns:a="http://schemas.openxmlformats.org/drawingml/2006/main">
            <a:off x="8229600" y="2743200"/>
            <a:ext cx="27622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User Turn / 한 번의 발화</a:t>
            </a:r>
          </a:p>
        </p:txBody>
      </p:sp>
      <p:sp>
        <p:nvSpPr>
          <p:cNvPr id="20" name="dp42-background / n20 / text 1">
            <a:extLst xmlns:a="http://schemas.openxmlformats.org/drawingml/2006/main">
              <a:ext uri="{FF2B5EF4-FFF2-40B4-BE49-F238E27FC236}">
                <a16:creationId xmlns:a16="http://schemas.microsoft.com/office/drawing/2014/main" id="{4799FE39-0AF3-46E5-9DB4-FF2667664460}"/>
              </a:ext>
            </a:extLst>
          </p:cNvPr>
          <p:cNvSpPr>
            <a:spLocks xmlns:a="http://schemas.openxmlformats.org/drawingml/2006/main" noGrp="1"/>
          </p:cNvSpPr>
          <p:nvPr/>
        </p:nvSpPr>
        <p:spPr>
          <a:xfrm xmlns:a="http://schemas.openxmlformats.org/drawingml/2006/main">
            <a:off x="7620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처음 발화</a:t>
            </a:r>
          </a:p>
        </p:txBody>
      </p:sp>
      <p:sp>
        <p:nvSpPr>
          <p:cNvPr id="21" name="dp42-background / n21 / text 1">
            <a:extLst xmlns:a="http://schemas.openxmlformats.org/drawingml/2006/main">
              <a:ext uri="{FF2B5EF4-FFF2-40B4-BE49-F238E27FC236}">
                <a16:creationId xmlns:a16="http://schemas.microsoft.com/office/drawing/2014/main" id="{4C349ABC-C36B-4018-AD5F-896FEFAA8C64}"/>
              </a:ext>
            </a:extLst>
          </p:cNvPr>
          <p:cNvSpPr>
            <a:spLocks xmlns:a="http://schemas.openxmlformats.org/drawingml/2006/main" noGrp="1"/>
          </p:cNvSpPr>
          <p:nvPr/>
        </p:nvSpPr>
        <p:spPr>
          <a:xfrm xmlns:a="http://schemas.openxmlformats.org/drawingml/2006/main">
            <a:off x="7620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“이번 달 매출보고서</a:t>
            </a:r>
          </a:p>
        </p:txBody>
      </p:sp>
      <p:sp>
        <p:nvSpPr>
          <p:cNvPr id="22" name="dp42-background / n21 / text 2">
            <a:extLst xmlns:a="http://schemas.openxmlformats.org/drawingml/2006/main">
              <a:ext uri="{FF2B5EF4-FFF2-40B4-BE49-F238E27FC236}">
                <a16:creationId xmlns:a16="http://schemas.microsoft.com/office/drawing/2014/main" id="{8CF165D1-C355-4140-A993-2B28321DE293}"/>
              </a:ext>
            </a:extLst>
          </p:cNvPr>
          <p:cNvSpPr>
            <a:spLocks xmlns:a="http://schemas.openxmlformats.org/drawingml/2006/main" noGrp="1"/>
          </p:cNvSpPr>
          <p:nvPr/>
        </p:nvSpPr>
        <p:spPr>
          <a:xfrm xmlns:a="http://schemas.openxmlformats.org/drawingml/2006/main">
            <a:off x="7620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만들어주고, 내일 회의 안내</a:t>
            </a:r>
          </a:p>
        </p:txBody>
      </p:sp>
      <p:sp>
        <p:nvSpPr>
          <p:cNvPr id="23" name="dp42-background / n21 / text 3">
            <a:extLst xmlns:a="http://schemas.openxmlformats.org/drawingml/2006/main">
              <a:ext uri="{FF2B5EF4-FFF2-40B4-BE49-F238E27FC236}">
                <a16:creationId xmlns:a16="http://schemas.microsoft.com/office/drawing/2014/main" id="{6078DFE6-53F3-452A-80A4-41A78AB534A5}"/>
              </a:ext>
            </a:extLst>
          </p:cNvPr>
          <p:cNvSpPr>
            <a:spLocks xmlns:a="http://schemas.openxmlformats.org/drawingml/2006/main" noGrp="1"/>
          </p:cNvSpPr>
          <p:nvPr/>
        </p:nvSpPr>
        <p:spPr>
          <a:xfrm xmlns:a="http://schemas.openxmlformats.org/drawingml/2006/main">
            <a:off x="762000" y="39909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메일 초안도 만들어줘.”</a:t>
            </a:r>
          </a:p>
        </p:txBody>
      </p:sp>
      <p:sp>
        <p:nvSpPr>
          <p:cNvPr id="24" name="dp42-background / n22 / text 1">
            <a:extLst xmlns:a="http://schemas.openxmlformats.org/drawingml/2006/main">
              <a:ext uri="{FF2B5EF4-FFF2-40B4-BE49-F238E27FC236}">
                <a16:creationId xmlns:a16="http://schemas.microsoft.com/office/drawing/2014/main" id="{8437ED31-B105-4536-A5AE-C1F2519E1DBC}"/>
              </a:ext>
            </a:extLst>
          </p:cNvPr>
          <p:cNvSpPr>
            <a:spLocks xmlns:a="http://schemas.openxmlformats.org/drawingml/2006/main" noGrp="1"/>
          </p:cNvSpPr>
          <p:nvPr/>
        </p:nvSpPr>
        <p:spPr>
          <a:xfrm xmlns:a="http://schemas.openxmlformats.org/drawingml/2006/main">
            <a:off x="7620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2개</a:t>
            </a:r>
          </a:p>
        </p:txBody>
      </p:sp>
      <p:sp>
        <p:nvSpPr>
          <p:cNvPr id="25" name="dp42-background / n23 / text 1">
            <a:extLst xmlns:a="http://schemas.openxmlformats.org/drawingml/2006/main">
              <a:ext uri="{FF2B5EF4-FFF2-40B4-BE49-F238E27FC236}">
                <a16:creationId xmlns:a16="http://schemas.microsoft.com/office/drawing/2014/main" id="{568C11B5-5EED-45A8-9F9F-2D6435602D72}"/>
              </a:ext>
            </a:extLst>
          </p:cNvPr>
          <p:cNvSpPr>
            <a:spLocks xmlns:a="http://schemas.openxmlformats.org/drawingml/2006/main" noGrp="1"/>
          </p:cNvSpPr>
          <p:nvPr/>
        </p:nvSpPr>
        <p:spPr>
          <a:xfrm xmlns:a="http://schemas.openxmlformats.org/drawingml/2006/main">
            <a:off x="44196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잠시 뒤 / 진행 확인</a:t>
            </a:r>
          </a:p>
        </p:txBody>
      </p:sp>
      <p:sp>
        <p:nvSpPr>
          <p:cNvPr id="26" name="dp42-background / n24 / text 1">
            <a:extLst xmlns:a="http://schemas.openxmlformats.org/drawingml/2006/main">
              <a:ext uri="{FF2B5EF4-FFF2-40B4-BE49-F238E27FC236}">
                <a16:creationId xmlns:a16="http://schemas.microsoft.com/office/drawing/2014/main" id="{9880D9D5-AFC5-4480-B263-2FF32C286E27}"/>
              </a:ext>
            </a:extLst>
          </p:cNvPr>
          <p:cNvSpPr>
            <a:spLocks xmlns:a="http://schemas.openxmlformats.org/drawingml/2006/main" noGrp="1"/>
          </p:cNvSpPr>
          <p:nvPr/>
        </p:nvSpPr>
        <p:spPr>
          <a:xfrm xmlns:a="http://schemas.openxmlformats.org/drawingml/2006/main">
            <a:off x="44196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“보고서는 어디까지</a:t>
            </a:r>
          </a:p>
        </p:txBody>
      </p:sp>
      <p:sp>
        <p:nvSpPr>
          <p:cNvPr id="27" name="dp42-background / n24 / text 2">
            <a:extLst xmlns:a="http://schemas.openxmlformats.org/drawingml/2006/main">
              <a:ext uri="{FF2B5EF4-FFF2-40B4-BE49-F238E27FC236}">
                <a16:creationId xmlns:a16="http://schemas.microsoft.com/office/drawing/2014/main" id="{674F0E78-B568-4B12-8618-7363D799580D}"/>
              </a:ext>
            </a:extLst>
          </p:cNvPr>
          <p:cNvSpPr>
            <a:spLocks xmlns:a="http://schemas.openxmlformats.org/drawingml/2006/main" noGrp="1"/>
          </p:cNvSpPr>
          <p:nvPr/>
        </p:nvSpPr>
        <p:spPr>
          <a:xfrm xmlns:a="http://schemas.openxmlformats.org/drawingml/2006/main">
            <a:off x="44196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됐어?”</a:t>
            </a:r>
          </a:p>
        </p:txBody>
      </p:sp>
      <p:sp>
        <p:nvSpPr>
          <p:cNvPr id="28" name="dp42-background / n25 / text 1">
            <a:extLst xmlns:a="http://schemas.openxmlformats.org/drawingml/2006/main">
              <a:ext uri="{FF2B5EF4-FFF2-40B4-BE49-F238E27FC236}">
                <a16:creationId xmlns:a16="http://schemas.microsoft.com/office/drawing/2014/main" id="{871D8480-8CCE-4083-8937-E9F22E1DE910}"/>
              </a:ext>
            </a:extLst>
          </p:cNvPr>
          <p:cNvSpPr>
            <a:spLocks xmlns:a="http://schemas.openxmlformats.org/drawingml/2006/main" noGrp="1"/>
          </p:cNvSpPr>
          <p:nvPr/>
        </p:nvSpPr>
        <p:spPr>
          <a:xfrm xmlns:a="http://schemas.openxmlformats.org/drawingml/2006/main">
            <a:off x="44196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1개</a:t>
            </a:r>
          </a:p>
        </p:txBody>
      </p:sp>
      <p:sp>
        <p:nvSpPr>
          <p:cNvPr id="29" name="dp42-background / n26 / text 1">
            <a:extLst xmlns:a="http://schemas.openxmlformats.org/drawingml/2006/main">
              <a:ext uri="{FF2B5EF4-FFF2-40B4-BE49-F238E27FC236}">
                <a16:creationId xmlns:a16="http://schemas.microsoft.com/office/drawing/2014/main" id="{3E2000F7-8465-4E6F-8BB7-C1E1EB09E89A}"/>
              </a:ext>
            </a:extLst>
          </p:cNvPr>
          <p:cNvSpPr>
            <a:spLocks xmlns:a="http://schemas.openxmlformats.org/drawingml/2006/main" noGrp="1"/>
          </p:cNvSpPr>
          <p:nvPr/>
        </p:nvSpPr>
        <p:spPr>
          <a:xfrm xmlns:a="http://schemas.openxmlformats.org/drawingml/2006/main">
            <a:off x="8077200" y="31051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보고서 완료 후 / 수정</a:t>
            </a:r>
          </a:p>
        </p:txBody>
      </p:sp>
      <p:sp>
        <p:nvSpPr>
          <p:cNvPr id="30" name="dp42-background / n27 / text 1">
            <a:extLst xmlns:a="http://schemas.openxmlformats.org/drawingml/2006/main">
              <a:ext uri="{FF2B5EF4-FFF2-40B4-BE49-F238E27FC236}">
                <a16:creationId xmlns:a16="http://schemas.microsoft.com/office/drawing/2014/main" id="{CEA0BF29-3C22-49B2-9B8F-1C6786D41515}"/>
              </a:ext>
            </a:extLst>
          </p:cNvPr>
          <p:cNvSpPr>
            <a:spLocks xmlns:a="http://schemas.openxmlformats.org/drawingml/2006/main" noGrp="1"/>
          </p:cNvSpPr>
          <p:nvPr/>
        </p:nvSpPr>
        <p:spPr>
          <a:xfrm xmlns:a="http://schemas.openxmlformats.org/drawingml/2006/main">
            <a:off x="8077200" y="34575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“결론 부분만 짧게</a:t>
            </a:r>
          </a:p>
        </p:txBody>
      </p:sp>
      <p:sp>
        <p:nvSpPr>
          <p:cNvPr id="31" name="dp42-background / n27 / text 2">
            <a:extLst xmlns:a="http://schemas.openxmlformats.org/drawingml/2006/main">
              <a:ext uri="{FF2B5EF4-FFF2-40B4-BE49-F238E27FC236}">
                <a16:creationId xmlns:a16="http://schemas.microsoft.com/office/drawing/2014/main" id="{A847A320-F7A0-4750-8719-EA01D2AEFA5A}"/>
              </a:ext>
            </a:extLst>
          </p:cNvPr>
          <p:cNvSpPr>
            <a:spLocks xmlns:a="http://schemas.openxmlformats.org/drawingml/2006/main" noGrp="1"/>
          </p:cNvSpPr>
          <p:nvPr/>
        </p:nvSpPr>
        <p:spPr>
          <a:xfrm xmlns:a="http://schemas.openxmlformats.org/drawingml/2006/main">
            <a:off x="8077200" y="37242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바꿔줘.”</a:t>
            </a:r>
          </a:p>
        </p:txBody>
      </p:sp>
      <p:sp>
        <p:nvSpPr>
          <p:cNvPr id="32" name="dp42-background / n28 / text 1">
            <a:extLst xmlns:a="http://schemas.openxmlformats.org/drawingml/2006/main">
              <a:ext uri="{FF2B5EF4-FFF2-40B4-BE49-F238E27FC236}">
                <a16:creationId xmlns:a16="http://schemas.microsoft.com/office/drawing/2014/main" id="{2E6B8F5F-3ED1-4B79-98BC-B64BC58DE3F7}"/>
              </a:ext>
            </a:extLst>
          </p:cNvPr>
          <p:cNvSpPr>
            <a:spLocks xmlns:a="http://schemas.openxmlformats.org/drawingml/2006/main" noGrp="1"/>
          </p:cNvSpPr>
          <p:nvPr/>
        </p:nvSpPr>
        <p:spPr>
          <a:xfrm xmlns:a="http://schemas.openxmlformats.org/drawingml/2006/main">
            <a:off x="8077200" y="4295775"/>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Request 1개</a:t>
            </a:r>
          </a:p>
        </p:txBody>
      </p:sp>
      <p:sp>
        <p:nvSpPr>
          <p:cNvPr id="33" name="dp42-background / n29 / path">
            <a:extLst xmlns:a="http://schemas.openxmlformats.org/drawingml/2006/main">
              <a:ext uri="{FF2B5EF4-FFF2-40B4-BE49-F238E27FC236}">
                <a16:creationId xmlns:a16="http://schemas.microsoft.com/office/drawing/2014/main" id="{20C0BE5F-0E5F-421A-9D7D-90BC2A0E33F8}"/>
              </a:ext>
            </a:extLst>
          </p:cNvPr>
          <p:cNvSpPr>
            <a:spLocks xmlns:a="http://schemas.openxmlformats.org/drawingml/2006/main" noGrp="1"/>
          </p:cNvSpPr>
          <p:nvPr/>
        </p:nvSpPr>
        <p:spPr>
          <a:xfrm xmlns:a="http://schemas.openxmlformats.org/drawingml/2006/main">
            <a:off x="3914775" y="3209925"/>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34" name="dp42-background / n29 / arrow">
            <a:extLst xmlns:a="http://schemas.openxmlformats.org/drawingml/2006/main">
              <a:ext uri="{FF2B5EF4-FFF2-40B4-BE49-F238E27FC236}">
                <a16:creationId xmlns:a16="http://schemas.microsoft.com/office/drawing/2014/main" id="{181AF9C2-ED78-4370-88A1-EBDDC4E4451A}"/>
              </a:ext>
            </a:extLst>
          </p:cNvPr>
          <p:cNvSpPr>
            <a:spLocks xmlns:a="http://schemas.openxmlformats.org/drawingml/2006/main" noGrp="1"/>
          </p:cNvSpPr>
          <p:nvPr/>
        </p:nvSpPr>
        <p:spPr>
          <a:xfrm xmlns:a="http://schemas.openxmlformats.org/drawingml/2006/main">
            <a:off x="4069080" y="314896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35" name="dp42-background / n30 / path">
            <a:extLst xmlns:a="http://schemas.openxmlformats.org/drawingml/2006/main">
              <a:ext uri="{FF2B5EF4-FFF2-40B4-BE49-F238E27FC236}">
                <a16:creationId xmlns:a16="http://schemas.microsoft.com/office/drawing/2014/main" id="{97B6F0C5-C150-4AF1-8320-E27690824456}"/>
              </a:ext>
            </a:extLst>
          </p:cNvPr>
          <p:cNvSpPr>
            <a:spLocks xmlns:a="http://schemas.openxmlformats.org/drawingml/2006/main" noGrp="1"/>
          </p:cNvSpPr>
          <p:nvPr/>
        </p:nvSpPr>
        <p:spPr>
          <a:xfrm xmlns:a="http://schemas.openxmlformats.org/drawingml/2006/main">
            <a:off x="7572375" y="3209925"/>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36" name="dp42-background / n30 / arrow">
            <a:extLst xmlns:a="http://schemas.openxmlformats.org/drawingml/2006/main">
              <a:ext uri="{FF2B5EF4-FFF2-40B4-BE49-F238E27FC236}">
                <a16:creationId xmlns:a16="http://schemas.microsoft.com/office/drawing/2014/main" id="{69490B90-DBC0-40DE-B355-3AE04308B3C7}"/>
              </a:ext>
            </a:extLst>
          </p:cNvPr>
          <p:cNvSpPr>
            <a:spLocks xmlns:a="http://schemas.openxmlformats.org/drawingml/2006/main" noGrp="1"/>
          </p:cNvSpPr>
          <p:nvPr/>
        </p:nvSpPr>
        <p:spPr>
          <a:xfrm xmlns:a="http://schemas.openxmlformats.org/drawingml/2006/main">
            <a:off x="7726680" y="314896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37" name="dp42-background / n31">
            <a:extLst xmlns:a="http://schemas.openxmlformats.org/drawingml/2006/main">
              <a:ext uri="{FF2B5EF4-FFF2-40B4-BE49-F238E27FC236}">
                <a16:creationId xmlns:a16="http://schemas.microsoft.com/office/drawing/2014/main" id="{AB587BA8-EF86-4EDF-BAD2-509E7804DCCD}"/>
              </a:ext>
            </a:extLst>
          </p:cNvPr>
          <p:cNvSpPr>
            <a:spLocks xmlns:a="http://schemas.openxmlformats.org/drawingml/2006/main" noGrp="1"/>
          </p:cNvSpPr>
          <p:nvPr/>
        </p:nvSpPr>
        <p:spPr>
          <a:xfrm xmlns:a="http://schemas.openxmlformats.org/drawingml/2006/main">
            <a:off x="762000" y="4543425"/>
            <a:ext cx="1428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38" name="dp42-background / n32 / text 1">
            <a:extLst xmlns:a="http://schemas.openxmlformats.org/drawingml/2006/main">
              <a:ext uri="{FF2B5EF4-FFF2-40B4-BE49-F238E27FC236}">
                <a16:creationId xmlns:a16="http://schemas.microsoft.com/office/drawing/2014/main" id="{40B9E857-E53C-4A67-B111-C69C7DF12BE9}"/>
              </a:ext>
            </a:extLst>
          </p:cNvPr>
          <p:cNvSpPr>
            <a:spLocks xmlns:a="http://schemas.openxmlformats.org/drawingml/2006/main" noGrp="1"/>
          </p:cNvSpPr>
          <p:nvPr/>
        </p:nvSpPr>
        <p:spPr>
          <a:xfrm xmlns:a="http://schemas.openxmlformats.org/drawingml/2006/main">
            <a:off x="857250" y="4600575"/>
            <a:ext cx="1238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작성</a:t>
            </a:r>
          </a:p>
        </p:txBody>
      </p:sp>
      <p:sp>
        <p:nvSpPr>
          <p:cNvPr id="39" name="dp42-background / n33">
            <a:extLst xmlns:a="http://schemas.openxmlformats.org/drawingml/2006/main">
              <a:ext uri="{FF2B5EF4-FFF2-40B4-BE49-F238E27FC236}">
                <a16:creationId xmlns:a16="http://schemas.microsoft.com/office/drawing/2014/main" id="{1E58AA82-EE6B-4F85-BFEF-2A09F0F1FE4B}"/>
              </a:ext>
            </a:extLst>
          </p:cNvPr>
          <p:cNvSpPr>
            <a:spLocks xmlns:a="http://schemas.openxmlformats.org/drawingml/2006/main" noGrp="1"/>
          </p:cNvSpPr>
          <p:nvPr/>
        </p:nvSpPr>
        <p:spPr>
          <a:xfrm xmlns:a="http://schemas.openxmlformats.org/drawingml/2006/main">
            <a:off x="2305050" y="4543425"/>
            <a:ext cx="140970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0" name="dp42-background / n34 / text 1">
            <a:extLst xmlns:a="http://schemas.openxmlformats.org/drawingml/2006/main">
              <a:ext uri="{FF2B5EF4-FFF2-40B4-BE49-F238E27FC236}">
                <a16:creationId xmlns:a16="http://schemas.microsoft.com/office/drawing/2014/main" id="{F1EE8AF2-53AA-4B2C-9119-DB7DAA4F55F8}"/>
              </a:ext>
            </a:extLst>
          </p:cNvPr>
          <p:cNvSpPr>
            <a:spLocks xmlns:a="http://schemas.openxmlformats.org/drawingml/2006/main" noGrp="1"/>
          </p:cNvSpPr>
          <p:nvPr/>
        </p:nvSpPr>
        <p:spPr>
          <a:xfrm xmlns:a="http://schemas.openxmlformats.org/drawingml/2006/main">
            <a:off x="2400300" y="4600575"/>
            <a:ext cx="12192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메일 초안</a:t>
            </a:r>
          </a:p>
        </p:txBody>
      </p:sp>
      <p:sp>
        <p:nvSpPr>
          <p:cNvPr id="41" name="dp42-background / n35">
            <a:extLst xmlns:a="http://schemas.openxmlformats.org/drawingml/2006/main">
              <a:ext uri="{FF2B5EF4-FFF2-40B4-BE49-F238E27FC236}">
                <a16:creationId xmlns:a16="http://schemas.microsoft.com/office/drawing/2014/main" id="{7767FE0D-5411-4BCE-9351-59DBE5D4FB6B}"/>
              </a:ext>
            </a:extLst>
          </p:cNvPr>
          <p:cNvSpPr>
            <a:spLocks xmlns:a="http://schemas.openxmlformats.org/drawingml/2006/main" noGrp="1"/>
          </p:cNvSpPr>
          <p:nvPr/>
        </p:nvSpPr>
        <p:spPr>
          <a:xfrm xmlns:a="http://schemas.openxmlformats.org/drawingml/2006/main">
            <a:off x="4419600" y="4543425"/>
            <a:ext cx="2952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2" name="dp42-background / n36 / text 1">
            <a:extLst xmlns:a="http://schemas.openxmlformats.org/drawingml/2006/main">
              <a:ext uri="{FF2B5EF4-FFF2-40B4-BE49-F238E27FC236}">
                <a16:creationId xmlns:a16="http://schemas.microsoft.com/office/drawing/2014/main" id="{9CC32D2C-103F-4CD7-A136-F7AD999E5100}"/>
              </a:ext>
            </a:extLst>
          </p:cNvPr>
          <p:cNvSpPr>
            <a:spLocks xmlns:a="http://schemas.openxmlformats.org/drawingml/2006/main" noGrp="1"/>
          </p:cNvSpPr>
          <p:nvPr/>
        </p:nvSpPr>
        <p:spPr>
          <a:xfrm xmlns:a="http://schemas.openxmlformats.org/drawingml/2006/main">
            <a:off x="4514850" y="4600575"/>
            <a:ext cx="2762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진행 확인</a:t>
            </a:r>
          </a:p>
        </p:txBody>
      </p:sp>
      <p:sp>
        <p:nvSpPr>
          <p:cNvPr id="43" name="dp42-background / n37">
            <a:extLst xmlns:a="http://schemas.openxmlformats.org/drawingml/2006/main">
              <a:ext uri="{FF2B5EF4-FFF2-40B4-BE49-F238E27FC236}">
                <a16:creationId xmlns:a16="http://schemas.microsoft.com/office/drawing/2014/main" id="{C0A2E956-A96F-4302-9238-41652A7A3215}"/>
              </a:ext>
            </a:extLst>
          </p:cNvPr>
          <p:cNvSpPr>
            <a:spLocks xmlns:a="http://schemas.openxmlformats.org/drawingml/2006/main" noGrp="1"/>
          </p:cNvSpPr>
          <p:nvPr/>
        </p:nvSpPr>
        <p:spPr>
          <a:xfrm xmlns:a="http://schemas.openxmlformats.org/drawingml/2006/main">
            <a:off x="8077200" y="4543425"/>
            <a:ext cx="2952750" cy="304800"/>
          </a:xfrm>
          <a:prstGeom xmlns:a="http://schemas.openxmlformats.org/drawingml/2006/main" prst="rect">
            <a:avLst/>
          </a:prstGeom>
          <a:solidFill xmlns:a="http://schemas.openxmlformats.org/drawingml/2006/main">
            <a:srgbClr val="EFF2F5"/>
          </a:solidFill>
          <a:ln xmlns:a="http://schemas.openxmlformats.org/drawingml/2006/main" w="0">
            <a:noFill/>
            <a:prstDash val="solid"/>
          </a:ln>
        </p:spPr>
      </p:sp>
      <p:sp>
        <p:nvSpPr>
          <p:cNvPr id="44" name="dp42-background / n38 / text 1">
            <a:extLst xmlns:a="http://schemas.openxmlformats.org/drawingml/2006/main">
              <a:ext uri="{FF2B5EF4-FFF2-40B4-BE49-F238E27FC236}">
                <a16:creationId xmlns:a16="http://schemas.microsoft.com/office/drawing/2014/main" id="{F3C7ECFE-212E-4D58-8210-9A92E8DB4797}"/>
              </a:ext>
            </a:extLst>
          </p:cNvPr>
          <p:cNvSpPr>
            <a:spLocks xmlns:a="http://schemas.openxmlformats.org/drawingml/2006/main" noGrp="1"/>
          </p:cNvSpPr>
          <p:nvPr/>
        </p:nvSpPr>
        <p:spPr>
          <a:xfrm xmlns:a="http://schemas.openxmlformats.org/drawingml/2006/main">
            <a:off x="8172450" y="4600575"/>
            <a:ext cx="27622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보고서 결론 수정</a:t>
            </a:r>
          </a:p>
        </p:txBody>
      </p:sp>
      <p:sp>
        <p:nvSpPr>
          <p:cNvPr id="45" name="dp42-background / n39 / text 1">
            <a:extLst xmlns:a="http://schemas.openxmlformats.org/drawingml/2006/main">
              <a:ext uri="{FF2B5EF4-FFF2-40B4-BE49-F238E27FC236}">
                <a16:creationId xmlns:a16="http://schemas.microsoft.com/office/drawing/2014/main" id="{98A71701-8CFA-4E6C-9DCC-C8E79E177786}"/>
              </a:ext>
            </a:extLst>
          </p:cNvPr>
          <p:cNvSpPr>
            <a:spLocks xmlns:a="http://schemas.openxmlformats.org/drawingml/2006/main" noGrp="1"/>
          </p:cNvSpPr>
          <p:nvPr/>
        </p:nvSpPr>
        <p:spPr>
          <a:xfrm xmlns:a="http://schemas.openxmlformats.org/drawingml/2006/main">
            <a:off x="7620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Downstream Agent 접수 확인 후</a:t>
            </a:r>
          </a:p>
        </p:txBody>
      </p:sp>
      <p:sp>
        <p:nvSpPr>
          <p:cNvPr id="46" name="dp42-background / n39 / text 2">
            <a:extLst xmlns:a="http://schemas.openxmlformats.org/drawingml/2006/main">
              <a:ext uri="{FF2B5EF4-FFF2-40B4-BE49-F238E27FC236}">
                <a16:creationId xmlns:a16="http://schemas.microsoft.com/office/drawing/2014/main" id="{F6D0AF56-6B05-415B-8813-7AB4BEA94B44}"/>
              </a:ext>
            </a:extLst>
          </p:cNvPr>
          <p:cNvSpPr>
            <a:spLocks xmlns:a="http://schemas.openxmlformats.org/drawingml/2006/main" noGrp="1"/>
          </p:cNvSpPr>
          <p:nvPr/>
        </p:nvSpPr>
        <p:spPr>
          <a:xfrm xmlns:a="http://schemas.openxmlformats.org/drawingml/2006/main">
            <a:off x="7620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47" name="dp42-background / n40 / text 1">
            <a:extLst xmlns:a="http://schemas.openxmlformats.org/drawingml/2006/main">
              <a:ext uri="{FF2B5EF4-FFF2-40B4-BE49-F238E27FC236}">
                <a16:creationId xmlns:a16="http://schemas.microsoft.com/office/drawing/2014/main" id="{6A35F45B-E039-4BC3-9CCC-9B86EED7D281}"/>
              </a:ext>
            </a:extLst>
          </p:cNvPr>
          <p:cNvSpPr>
            <a:spLocks xmlns:a="http://schemas.openxmlformats.org/drawingml/2006/main" noGrp="1"/>
          </p:cNvSpPr>
          <p:nvPr/>
        </p:nvSpPr>
        <p:spPr>
          <a:xfrm xmlns:a="http://schemas.openxmlformats.org/drawingml/2006/main">
            <a:off x="44196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상태 답변 후</a:t>
            </a:r>
          </a:p>
        </p:txBody>
      </p:sp>
      <p:sp>
        <p:nvSpPr>
          <p:cNvPr id="48" name="dp42-background / n40 / text 2">
            <a:extLst xmlns:a="http://schemas.openxmlformats.org/drawingml/2006/main">
              <a:ext uri="{FF2B5EF4-FFF2-40B4-BE49-F238E27FC236}">
                <a16:creationId xmlns:a16="http://schemas.microsoft.com/office/drawing/2014/main" id="{6D81E66E-B02F-4AAB-9B60-4A8F91AF897C}"/>
              </a:ext>
            </a:extLst>
          </p:cNvPr>
          <p:cNvSpPr>
            <a:spLocks xmlns:a="http://schemas.openxmlformats.org/drawingml/2006/main" noGrp="1"/>
          </p:cNvSpPr>
          <p:nvPr/>
        </p:nvSpPr>
        <p:spPr>
          <a:xfrm xmlns:a="http://schemas.openxmlformats.org/drawingml/2006/main">
            <a:off x="44196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49" name="dp42-background / n41 / text 1">
            <a:extLst xmlns:a="http://schemas.openxmlformats.org/drawingml/2006/main">
              <a:ext uri="{FF2B5EF4-FFF2-40B4-BE49-F238E27FC236}">
                <a16:creationId xmlns:a16="http://schemas.microsoft.com/office/drawing/2014/main" id="{1DB17B71-2A48-45F1-937B-5A0C31B5FA52}"/>
              </a:ext>
            </a:extLst>
          </p:cNvPr>
          <p:cNvSpPr>
            <a:spLocks xmlns:a="http://schemas.openxmlformats.org/drawingml/2006/main" noGrp="1"/>
          </p:cNvSpPr>
          <p:nvPr/>
        </p:nvSpPr>
        <p:spPr>
          <a:xfrm xmlns:a="http://schemas.openxmlformats.org/drawingml/2006/main">
            <a:off x="8077200" y="486727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Downstream Agent 수정 접수 후</a:t>
            </a:r>
          </a:p>
        </p:txBody>
      </p:sp>
      <p:sp>
        <p:nvSpPr>
          <p:cNvPr id="50" name="dp42-background / n41 / text 2">
            <a:extLst xmlns:a="http://schemas.openxmlformats.org/drawingml/2006/main">
              <a:ext uri="{FF2B5EF4-FFF2-40B4-BE49-F238E27FC236}">
                <a16:creationId xmlns:a16="http://schemas.microsoft.com/office/drawing/2014/main" id="{FA0B2BB4-3EF5-4DB5-9382-0A159C90634F}"/>
              </a:ext>
            </a:extLst>
          </p:cNvPr>
          <p:cNvSpPr>
            <a:spLocks xmlns:a="http://schemas.openxmlformats.org/drawingml/2006/main" noGrp="1"/>
          </p:cNvSpPr>
          <p:nvPr/>
        </p:nvSpPr>
        <p:spPr>
          <a:xfrm xmlns:a="http://schemas.openxmlformats.org/drawingml/2006/main">
            <a:off x="8077200" y="5076825"/>
            <a:ext cx="29527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Request 처리 완료</a:t>
            </a:r>
          </a:p>
        </p:txBody>
      </p:sp>
      <p:sp>
        <p:nvSpPr>
          <p:cNvPr id="51" name="dp42-background / n42">
            <a:extLst xmlns:a="http://schemas.openxmlformats.org/drawingml/2006/main">
              <a:ext uri="{FF2B5EF4-FFF2-40B4-BE49-F238E27FC236}">
                <a16:creationId xmlns:a16="http://schemas.microsoft.com/office/drawing/2014/main" id="{887AE0AF-B44A-476D-BCD2-F7762B96AE0A}"/>
              </a:ext>
            </a:extLst>
          </p:cNvPr>
          <p:cNvSpPr>
            <a:spLocks xmlns:a="http://schemas.openxmlformats.org/drawingml/2006/main" noGrp="1"/>
          </p:cNvSpPr>
          <p:nvPr/>
        </p:nvSpPr>
        <p:spPr>
          <a:xfrm xmlns:a="http://schemas.openxmlformats.org/drawingml/2006/main">
            <a:off x="609600" y="5476875"/>
            <a:ext cx="10572750" cy="1400175"/>
          </a:xfrm>
          <a:prstGeom xmlns:a="http://schemas.openxmlformats.org/drawingml/2006/main" prst="rect">
            <a:avLst/>
          </a:prstGeom>
          <a:solidFill xmlns:a="http://schemas.openxmlformats.org/drawingml/2006/main">
            <a:srgbClr val="F0F8F7"/>
          </a:solidFill>
          <a:ln xmlns:a="http://schemas.openxmlformats.org/drawingml/2006/main" w="16193">
            <a:solidFill>
              <a:srgbClr val="087E8B"/>
            </a:solidFill>
            <a:prstDash val="solid"/>
          </a:ln>
        </p:spPr>
      </p:sp>
      <p:sp>
        <p:nvSpPr>
          <p:cNvPr id="52" name="dp42-background / n43">
            <a:extLst xmlns:a="http://schemas.openxmlformats.org/drawingml/2006/main">
              <a:ext uri="{FF2B5EF4-FFF2-40B4-BE49-F238E27FC236}">
                <a16:creationId xmlns:a16="http://schemas.microsoft.com/office/drawing/2014/main" id="{087222B3-F97E-4672-9056-AC3FB7B90966}"/>
              </a:ext>
            </a:extLst>
          </p:cNvPr>
          <p:cNvSpPr>
            <a:spLocks xmlns:a="http://schemas.openxmlformats.org/drawingml/2006/main" noGrp="1"/>
          </p:cNvSpPr>
          <p:nvPr/>
        </p:nvSpPr>
        <p:spPr>
          <a:xfrm xmlns:a="http://schemas.openxmlformats.org/drawingml/2006/main">
            <a:off x="4267200" y="5895975"/>
            <a:ext cx="3257550" cy="904875"/>
          </a:xfrm>
          <a:prstGeom xmlns:a="http://schemas.openxmlformats.org/drawingml/2006/main" prst="rect">
            <a:avLst/>
          </a:prstGeom>
          <a:solidFill xmlns:a="http://schemas.openxmlformats.org/drawingml/2006/main">
            <a:srgbClr val="DCEFEA"/>
          </a:solidFill>
          <a:ln xmlns:a="http://schemas.openxmlformats.org/drawingml/2006/main" w="0">
            <a:noFill/>
            <a:prstDash val="solid"/>
          </a:ln>
        </p:spPr>
      </p:sp>
      <p:sp>
        <p:nvSpPr>
          <p:cNvPr id="53" name="dp42-background / n44 / text 1">
            <a:extLst xmlns:a="http://schemas.openxmlformats.org/drawingml/2006/main">
              <a:ext uri="{FF2B5EF4-FFF2-40B4-BE49-F238E27FC236}">
                <a16:creationId xmlns:a16="http://schemas.microsoft.com/office/drawing/2014/main" id="{9916D488-2DBC-43C1-B590-5843CF2BAAF5}"/>
              </a:ext>
            </a:extLst>
          </p:cNvPr>
          <p:cNvSpPr>
            <a:spLocks xmlns:a="http://schemas.openxmlformats.org/drawingml/2006/main" noGrp="1"/>
          </p:cNvSpPr>
          <p:nvPr/>
        </p:nvSpPr>
        <p:spPr>
          <a:xfrm xmlns:a="http://schemas.openxmlformats.org/drawingml/2006/main">
            <a:off x="800100" y="5553075"/>
            <a:ext cx="39052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087E8B"/>
                </a:solidFill>
                <a:latin typeface="Apple SD Gothic Neo"/>
                <a:ea typeface="Apple SD Gothic Neo"/>
                <a:cs typeface="Apple SD Gothic Neo"/>
              </a:defRPr>
            </a:pPr>
            <a:r>
              <a:rPr sz="1950" b="1">
                <a:solidFill>
                  <a:srgbClr val="087E8B"/>
                </a:solidFill>
                <a:latin typeface="Apple SD Gothic Neo"/>
                <a:ea typeface="Apple SD Gothic Neo"/>
                <a:cs typeface="Apple SD Gothic Neo"/>
              </a:rPr>
              <a:t>보고서 Task</a:t>
            </a:r>
          </a:p>
        </p:txBody>
      </p:sp>
      <p:sp>
        <p:nvSpPr>
          <p:cNvPr id="54" name="dp42-background / n45 / text 1">
            <a:extLst xmlns:a="http://schemas.openxmlformats.org/drawingml/2006/main">
              <a:ext uri="{FF2B5EF4-FFF2-40B4-BE49-F238E27FC236}">
                <a16:creationId xmlns:a16="http://schemas.microsoft.com/office/drawing/2014/main" id="{8FA1E635-6ADF-4A0A-9A10-AFDDE04E1A2A}"/>
              </a:ext>
            </a:extLst>
          </p:cNvPr>
          <p:cNvSpPr>
            <a:spLocks xmlns:a="http://schemas.openxmlformats.org/drawingml/2006/main" noGrp="1"/>
          </p:cNvSpPr>
          <p:nvPr/>
        </p:nvSpPr>
        <p:spPr>
          <a:xfrm xmlns:a="http://schemas.openxmlformats.org/drawingml/2006/main">
            <a:off x="5086350" y="5600700"/>
            <a:ext cx="59055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Task / 목표, 상태와 결과의 추적</a:t>
            </a:r>
          </a:p>
        </p:txBody>
      </p:sp>
      <p:sp>
        <p:nvSpPr>
          <p:cNvPr id="55" name="dp42-background / n46 / text 1">
            <a:extLst xmlns:a="http://schemas.openxmlformats.org/drawingml/2006/main">
              <a:ext uri="{FF2B5EF4-FFF2-40B4-BE49-F238E27FC236}">
                <a16:creationId xmlns:a16="http://schemas.microsoft.com/office/drawing/2014/main" id="{17AD0AD4-AFA7-4124-B129-04D3FD3E7515}"/>
              </a:ext>
            </a:extLst>
          </p:cNvPr>
          <p:cNvSpPr>
            <a:spLocks xmlns:a="http://schemas.openxmlformats.org/drawingml/2006/main" noGrp="1"/>
          </p:cNvSpPr>
          <p:nvPr/>
        </p:nvSpPr>
        <p:spPr>
          <a:xfrm xmlns:a="http://schemas.openxmlformats.org/drawingml/2006/main">
            <a:off x="762000" y="59721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Task 생성 후 Delegation</a:t>
            </a:r>
          </a:p>
        </p:txBody>
      </p:sp>
      <p:sp>
        <p:nvSpPr>
          <p:cNvPr id="56" name="dp42-background / n47 / text 1">
            <a:extLst xmlns:a="http://schemas.openxmlformats.org/drawingml/2006/main">
              <a:ext uri="{FF2B5EF4-FFF2-40B4-BE49-F238E27FC236}">
                <a16:creationId xmlns:a16="http://schemas.microsoft.com/office/drawing/2014/main" id="{9AAA33CC-B80F-42B9-A2A8-B7664E00E51D}"/>
              </a:ext>
            </a:extLst>
          </p:cNvPr>
          <p:cNvSpPr>
            <a:spLocks xmlns:a="http://schemas.openxmlformats.org/drawingml/2006/main" noGrp="1"/>
          </p:cNvSpPr>
          <p:nvPr/>
        </p:nvSpPr>
        <p:spPr>
          <a:xfrm xmlns:a="http://schemas.openxmlformats.org/drawingml/2006/main">
            <a:off x="762000" y="63246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Agent Execution 1</a:t>
            </a:r>
          </a:p>
        </p:txBody>
      </p:sp>
      <p:sp>
        <p:nvSpPr>
          <p:cNvPr id="57" name="dp42-background / n48 / text 1">
            <a:extLst xmlns:a="http://schemas.openxmlformats.org/drawingml/2006/main">
              <a:ext uri="{FF2B5EF4-FFF2-40B4-BE49-F238E27FC236}">
                <a16:creationId xmlns:a16="http://schemas.microsoft.com/office/drawing/2014/main" id="{7A743D89-A722-484C-9743-3E33928F4D81}"/>
              </a:ext>
            </a:extLst>
          </p:cNvPr>
          <p:cNvSpPr>
            <a:spLocks xmlns:a="http://schemas.openxmlformats.org/drawingml/2006/main" noGrp="1"/>
          </p:cNvSpPr>
          <p:nvPr/>
        </p:nvSpPr>
        <p:spPr>
          <a:xfrm xmlns:a="http://schemas.openxmlformats.org/drawingml/2006/main">
            <a:off x="762000" y="66484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보고서 작성 시작</a:t>
            </a:r>
          </a:p>
        </p:txBody>
      </p:sp>
      <p:sp>
        <p:nvSpPr>
          <p:cNvPr id="58" name="dp42-background / n49 / text 1">
            <a:extLst xmlns:a="http://schemas.openxmlformats.org/drawingml/2006/main">
              <a:ext uri="{FF2B5EF4-FFF2-40B4-BE49-F238E27FC236}">
                <a16:creationId xmlns:a16="http://schemas.microsoft.com/office/drawing/2014/main" id="{56D4DF9F-2160-42A7-B370-E3C21FF7D35B}"/>
              </a:ext>
            </a:extLst>
          </p:cNvPr>
          <p:cNvSpPr>
            <a:spLocks xmlns:a="http://schemas.openxmlformats.org/drawingml/2006/main" noGrp="1"/>
          </p:cNvSpPr>
          <p:nvPr/>
        </p:nvSpPr>
        <p:spPr>
          <a:xfrm xmlns:a="http://schemas.openxmlformats.org/drawingml/2006/main">
            <a:off x="4419600" y="6038850"/>
            <a:ext cx="295275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087E8B"/>
                </a:solidFill>
                <a:latin typeface="Apple SD Gothic Neo"/>
                <a:ea typeface="Apple SD Gothic Neo"/>
                <a:cs typeface="Apple SD Gothic Neo"/>
              </a:defRPr>
            </a:pPr>
            <a:r>
              <a:rPr sz="2175" b="1">
                <a:solidFill>
                  <a:srgbClr val="087E8B"/>
                </a:solidFill>
                <a:latin typeface="Apple SD Gothic Neo"/>
                <a:ea typeface="Apple SD Gothic Neo"/>
                <a:cs typeface="Apple SD Gothic Neo"/>
              </a:rPr>
              <a:t>Task와 실행 계속</a:t>
            </a:r>
          </a:p>
        </p:txBody>
      </p:sp>
      <p:sp>
        <p:nvSpPr>
          <p:cNvPr id="59" name="dp42-background / n50 / text 1">
            <a:extLst xmlns:a="http://schemas.openxmlformats.org/drawingml/2006/main">
              <a:ext uri="{FF2B5EF4-FFF2-40B4-BE49-F238E27FC236}">
                <a16:creationId xmlns:a16="http://schemas.microsoft.com/office/drawing/2014/main" id="{BE2A8A65-12EF-41E9-B5C3-052623C0D82F}"/>
              </a:ext>
            </a:extLst>
          </p:cNvPr>
          <p:cNvSpPr>
            <a:spLocks xmlns:a="http://schemas.openxmlformats.org/drawingml/2006/main" noGrp="1"/>
          </p:cNvSpPr>
          <p:nvPr/>
        </p:nvSpPr>
        <p:spPr>
          <a:xfrm xmlns:a="http://schemas.openxmlformats.org/drawingml/2006/main">
            <a:off x="4419600" y="6486525"/>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상태 조회 / 새 실행 없음</a:t>
            </a:r>
          </a:p>
        </p:txBody>
      </p:sp>
      <p:sp>
        <p:nvSpPr>
          <p:cNvPr id="60" name="dp42-background / n51 / text 1">
            <a:extLst xmlns:a="http://schemas.openxmlformats.org/drawingml/2006/main">
              <a:ext uri="{FF2B5EF4-FFF2-40B4-BE49-F238E27FC236}">
                <a16:creationId xmlns:a16="http://schemas.microsoft.com/office/drawing/2014/main" id="{4A3DA27D-C308-4882-B51B-D40DB0B352F2}"/>
              </a:ext>
            </a:extLst>
          </p:cNvPr>
          <p:cNvSpPr>
            <a:spLocks xmlns:a="http://schemas.openxmlformats.org/drawingml/2006/main" noGrp="1"/>
          </p:cNvSpPr>
          <p:nvPr/>
        </p:nvSpPr>
        <p:spPr>
          <a:xfrm xmlns:a="http://schemas.openxmlformats.org/drawingml/2006/main">
            <a:off x="8077200" y="59721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작성 종료 후 수정 Delegation</a:t>
            </a:r>
          </a:p>
        </p:txBody>
      </p:sp>
      <p:sp>
        <p:nvSpPr>
          <p:cNvPr id="61" name="dp42-background / n52 / text 1">
            <a:extLst xmlns:a="http://schemas.openxmlformats.org/drawingml/2006/main">
              <a:ext uri="{FF2B5EF4-FFF2-40B4-BE49-F238E27FC236}">
                <a16:creationId xmlns:a16="http://schemas.microsoft.com/office/drawing/2014/main" id="{52C337E4-A612-42A9-B676-38BC4DD541F0}"/>
              </a:ext>
            </a:extLst>
          </p:cNvPr>
          <p:cNvSpPr>
            <a:spLocks xmlns:a="http://schemas.openxmlformats.org/drawingml/2006/main" noGrp="1"/>
          </p:cNvSpPr>
          <p:nvPr/>
        </p:nvSpPr>
        <p:spPr>
          <a:xfrm xmlns:a="http://schemas.openxmlformats.org/drawingml/2006/main">
            <a:off x="8077200" y="632460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087E8B"/>
                </a:solidFill>
                <a:latin typeface="Apple SD Gothic Neo"/>
                <a:ea typeface="Apple SD Gothic Neo"/>
                <a:cs typeface="Apple SD Gothic Neo"/>
              </a:defRPr>
            </a:pPr>
            <a:r>
              <a:rPr sz="1650" b="1">
                <a:solidFill>
                  <a:srgbClr val="087E8B"/>
                </a:solidFill>
                <a:latin typeface="Apple SD Gothic Neo"/>
                <a:ea typeface="Apple SD Gothic Neo"/>
                <a:cs typeface="Apple SD Gothic Neo"/>
              </a:rPr>
              <a:t>Agent Execution 2 시작</a:t>
            </a:r>
          </a:p>
        </p:txBody>
      </p:sp>
      <p:sp>
        <p:nvSpPr>
          <p:cNvPr id="62" name="dp42-background / n53 / text 1">
            <a:extLst xmlns:a="http://schemas.openxmlformats.org/drawingml/2006/main">
              <a:ext uri="{FF2B5EF4-FFF2-40B4-BE49-F238E27FC236}">
                <a16:creationId xmlns:a16="http://schemas.microsoft.com/office/drawing/2014/main" id="{E24F328D-7746-4F07-8CB1-39D88F41D420}"/>
              </a:ext>
            </a:extLst>
          </p:cNvPr>
          <p:cNvSpPr>
            <a:spLocks xmlns:a="http://schemas.openxmlformats.org/drawingml/2006/main" noGrp="1"/>
          </p:cNvSpPr>
          <p:nvPr/>
        </p:nvSpPr>
        <p:spPr>
          <a:xfrm xmlns:a="http://schemas.openxmlformats.org/drawingml/2006/main">
            <a:off x="8077200" y="66484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같은 Task의 결론 수정</a:t>
            </a:r>
          </a:p>
        </p:txBody>
      </p:sp>
      <p:sp>
        <p:nvSpPr>
          <p:cNvPr id="63" name="dp42-background / n54">
            <a:extLst xmlns:a="http://schemas.openxmlformats.org/drawingml/2006/main">
              <a:ext uri="{FF2B5EF4-FFF2-40B4-BE49-F238E27FC236}">
                <a16:creationId xmlns:a16="http://schemas.microsoft.com/office/drawing/2014/main" id="{AC669810-3D6F-4D7C-AB0B-DEF2765113F6}"/>
              </a:ext>
            </a:extLst>
          </p:cNvPr>
          <p:cNvSpPr>
            <a:spLocks xmlns:a="http://schemas.openxmlformats.org/drawingml/2006/main" noGrp="1"/>
          </p:cNvSpPr>
          <p:nvPr/>
        </p:nvSpPr>
        <p:spPr>
          <a:xfrm xmlns:a="http://schemas.openxmlformats.org/drawingml/2006/main">
            <a:off x="609600" y="7105650"/>
            <a:ext cx="10572750" cy="1085850"/>
          </a:xfrm>
          <a:prstGeom xmlns:a="http://schemas.openxmlformats.org/drawingml/2006/main" prst="rect">
            <a:avLst/>
          </a:prstGeom>
          <a:solidFill xmlns:a="http://schemas.openxmlformats.org/drawingml/2006/main">
            <a:srgbClr val="F5F6F8"/>
          </a:solidFill>
          <a:ln xmlns:a="http://schemas.openxmlformats.org/drawingml/2006/main" w="16193">
            <a:solidFill>
              <a:srgbClr val="CDD6DE"/>
            </a:solidFill>
            <a:prstDash val="solid"/>
          </a:ln>
        </p:spPr>
      </p:sp>
      <p:sp>
        <p:nvSpPr>
          <p:cNvPr id="64" name="dp42-background / n55 / text 1">
            <a:extLst xmlns:a="http://schemas.openxmlformats.org/drawingml/2006/main">
              <a:ext uri="{FF2B5EF4-FFF2-40B4-BE49-F238E27FC236}">
                <a16:creationId xmlns:a16="http://schemas.microsoft.com/office/drawing/2014/main" id="{64E8A9A5-1867-460A-B938-8D053FF48267}"/>
              </a:ext>
            </a:extLst>
          </p:cNvPr>
          <p:cNvSpPr>
            <a:spLocks xmlns:a="http://schemas.openxmlformats.org/drawingml/2006/main" noGrp="1"/>
          </p:cNvSpPr>
          <p:nvPr/>
        </p:nvSpPr>
        <p:spPr>
          <a:xfrm xmlns:a="http://schemas.openxmlformats.org/drawingml/2006/main">
            <a:off x="800100" y="7181850"/>
            <a:ext cx="101727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메일 초안 Task</a:t>
            </a:r>
          </a:p>
        </p:txBody>
      </p:sp>
      <p:sp>
        <p:nvSpPr>
          <p:cNvPr id="65" name="dp42-background / n56 / text 1">
            <a:extLst xmlns:a="http://schemas.openxmlformats.org/drawingml/2006/main">
              <a:ext uri="{FF2B5EF4-FFF2-40B4-BE49-F238E27FC236}">
                <a16:creationId xmlns:a16="http://schemas.microsoft.com/office/drawing/2014/main" id="{28121DF6-DA54-4909-8837-84DB4D0EC70D}"/>
              </a:ext>
            </a:extLst>
          </p:cNvPr>
          <p:cNvSpPr>
            <a:spLocks xmlns:a="http://schemas.openxmlformats.org/drawingml/2006/main" noGrp="1"/>
          </p:cNvSpPr>
          <p:nvPr/>
        </p:nvSpPr>
        <p:spPr>
          <a:xfrm xmlns:a="http://schemas.openxmlformats.org/drawingml/2006/main">
            <a:off x="762000" y="7581900"/>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18232E"/>
                </a:solidFill>
                <a:latin typeface="Apple SD Gothic Neo"/>
                <a:ea typeface="Apple SD Gothic Neo"/>
                <a:cs typeface="Apple SD Gothic Neo"/>
              </a:defRPr>
            </a:pPr>
            <a:r>
              <a:rPr sz="1575" b="0">
                <a:solidFill>
                  <a:srgbClr val="18232E"/>
                </a:solidFill>
                <a:latin typeface="Apple SD Gothic Neo"/>
                <a:ea typeface="Apple SD Gothic Neo"/>
                <a:cs typeface="Apple SD Gothic Neo"/>
              </a:rPr>
              <a:t>Delegation / 초안 작성 시작</a:t>
            </a:r>
          </a:p>
        </p:txBody>
      </p:sp>
      <p:sp>
        <p:nvSpPr>
          <p:cNvPr id="66" name="dp42-background / n57 / text 1">
            <a:extLst xmlns:a="http://schemas.openxmlformats.org/drawingml/2006/main">
              <a:ext uri="{FF2B5EF4-FFF2-40B4-BE49-F238E27FC236}">
                <a16:creationId xmlns:a16="http://schemas.microsoft.com/office/drawing/2014/main" id="{FADA99B6-15A2-402D-B611-05B722101602}"/>
              </a:ext>
            </a:extLst>
          </p:cNvPr>
          <p:cNvSpPr>
            <a:spLocks xmlns:a="http://schemas.openxmlformats.org/drawingml/2006/main" noGrp="1"/>
          </p:cNvSpPr>
          <p:nvPr/>
        </p:nvSpPr>
        <p:spPr>
          <a:xfrm xmlns:a="http://schemas.openxmlformats.org/drawingml/2006/main">
            <a:off x="762000" y="7896225"/>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Agent Execution</a:t>
            </a:r>
          </a:p>
        </p:txBody>
      </p:sp>
      <p:sp>
        <p:nvSpPr>
          <p:cNvPr id="67" name="dp42-background / n58 / text 1">
            <a:extLst xmlns:a="http://schemas.openxmlformats.org/drawingml/2006/main">
              <a:ext uri="{FF2B5EF4-FFF2-40B4-BE49-F238E27FC236}">
                <a16:creationId xmlns:a16="http://schemas.microsoft.com/office/drawing/2014/main" id="{854F4E72-ADD7-40C8-8601-66CE5EBA6B06}"/>
              </a:ext>
            </a:extLst>
          </p:cNvPr>
          <p:cNvSpPr>
            <a:spLocks xmlns:a="http://schemas.openxmlformats.org/drawingml/2006/main" noGrp="1"/>
          </p:cNvSpPr>
          <p:nvPr/>
        </p:nvSpPr>
        <p:spPr>
          <a:xfrm xmlns:a="http://schemas.openxmlformats.org/drawingml/2006/main">
            <a:off x="4419600" y="76962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초안 완료 / 결과 보관</a:t>
            </a:r>
          </a:p>
        </p:txBody>
      </p:sp>
      <p:sp>
        <p:nvSpPr>
          <p:cNvPr id="68" name="dp42-background / n59 / text 1">
            <a:extLst xmlns:a="http://schemas.openxmlformats.org/drawingml/2006/main">
              <a:ext uri="{FF2B5EF4-FFF2-40B4-BE49-F238E27FC236}">
                <a16:creationId xmlns:a16="http://schemas.microsoft.com/office/drawing/2014/main" id="{F5DEEBC6-D9B4-4C1C-8FDD-1AF30FD532C0}"/>
              </a:ext>
            </a:extLst>
          </p:cNvPr>
          <p:cNvSpPr>
            <a:spLocks xmlns:a="http://schemas.openxmlformats.org/drawingml/2006/main" noGrp="1"/>
          </p:cNvSpPr>
          <p:nvPr/>
        </p:nvSpPr>
        <p:spPr>
          <a:xfrm xmlns:a="http://schemas.openxmlformats.org/drawingml/2006/main">
            <a:off x="8077200" y="76962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완료 상태와 결과 유지</a:t>
            </a:r>
          </a:p>
        </p:txBody>
      </p:sp>
      <p:sp>
        <p:nvSpPr>
          <p:cNvPr id="69" name="dp42-background / n60 / path">
            <a:extLst xmlns:a="http://schemas.openxmlformats.org/drawingml/2006/main">
              <a:ext uri="{FF2B5EF4-FFF2-40B4-BE49-F238E27FC236}">
                <a16:creationId xmlns:a16="http://schemas.microsoft.com/office/drawing/2014/main" id="{2CF42601-2E01-4177-9CF7-0297158E7E0D}"/>
              </a:ext>
            </a:extLst>
          </p:cNvPr>
          <p:cNvSpPr>
            <a:spLocks xmlns:a="http://schemas.openxmlformats.org/drawingml/2006/main" noGrp="1"/>
          </p:cNvSpPr>
          <p:nvPr/>
        </p:nvSpPr>
        <p:spPr>
          <a:xfrm xmlns:a="http://schemas.openxmlformats.org/drawingml/2006/main">
            <a:off x="4057650" y="3076575"/>
            <a:ext cx="953" cy="2057400"/>
          </a:xfrm>
          <a:custGeom xmlns:a="http://schemas.openxmlformats.org/drawingml/2006/main">
            <a:pathLst>
              <a:path w="953" h="2057400">
                <a:moveTo>
                  <a:pt x="0" y="0"/>
                </a:moveTo>
                <a:lnTo>
                  <a:pt x="0" y="2057400"/>
                </a:lnTo>
              </a:path>
            </a:pathLst>
          </a:custGeom>
          <a:noFill xmlns:a="http://schemas.openxmlformats.org/drawingml/2006/main"/>
          <a:ln xmlns:a="http://schemas.openxmlformats.org/drawingml/2006/main" w="9525">
            <a:solidFill>
              <a:srgbClr val="CDD6DE"/>
            </a:solidFill>
            <a:prstDash val="dash"/>
          </a:ln>
        </p:spPr>
      </p:sp>
      <p:sp>
        <p:nvSpPr>
          <p:cNvPr id="70" name="dp42-background / n61 / path">
            <a:extLst xmlns:a="http://schemas.openxmlformats.org/drawingml/2006/main">
              <a:ext uri="{FF2B5EF4-FFF2-40B4-BE49-F238E27FC236}">
                <a16:creationId xmlns:a16="http://schemas.microsoft.com/office/drawing/2014/main" id="{111BC81B-FA5E-4739-BB7C-536EFEA7C3A9}"/>
              </a:ext>
            </a:extLst>
          </p:cNvPr>
          <p:cNvSpPr>
            <a:spLocks xmlns:a="http://schemas.openxmlformats.org/drawingml/2006/main" noGrp="1"/>
          </p:cNvSpPr>
          <p:nvPr/>
        </p:nvSpPr>
        <p:spPr>
          <a:xfrm xmlns:a="http://schemas.openxmlformats.org/drawingml/2006/main">
            <a:off x="4057650" y="5934075"/>
            <a:ext cx="953" cy="847725"/>
          </a:xfrm>
          <a:custGeom xmlns:a="http://schemas.openxmlformats.org/drawingml/2006/main">
            <a:pathLst>
              <a:path w="953" h="847725">
                <a:moveTo>
                  <a:pt x="0" y="0"/>
                </a:moveTo>
                <a:lnTo>
                  <a:pt x="0" y="847725"/>
                </a:lnTo>
              </a:path>
            </a:pathLst>
          </a:custGeom>
          <a:noFill xmlns:a="http://schemas.openxmlformats.org/drawingml/2006/main"/>
          <a:ln xmlns:a="http://schemas.openxmlformats.org/drawingml/2006/main" w="9525">
            <a:solidFill>
              <a:srgbClr val="CDD6DE"/>
            </a:solidFill>
            <a:prstDash val="dash"/>
          </a:ln>
        </p:spPr>
      </p:sp>
      <p:sp>
        <p:nvSpPr>
          <p:cNvPr id="71" name="dp42-background / n62 / path">
            <a:extLst xmlns:a="http://schemas.openxmlformats.org/drawingml/2006/main">
              <a:ext uri="{FF2B5EF4-FFF2-40B4-BE49-F238E27FC236}">
                <a16:creationId xmlns:a16="http://schemas.microsoft.com/office/drawing/2014/main" id="{C3960FB0-5A99-4743-BEA0-8C6175138085}"/>
              </a:ext>
            </a:extLst>
          </p:cNvPr>
          <p:cNvSpPr>
            <a:spLocks xmlns:a="http://schemas.openxmlformats.org/drawingml/2006/main" noGrp="1"/>
          </p:cNvSpPr>
          <p:nvPr/>
        </p:nvSpPr>
        <p:spPr>
          <a:xfrm xmlns:a="http://schemas.openxmlformats.org/drawingml/2006/main">
            <a:off x="4057650" y="7524750"/>
            <a:ext cx="953" cy="571500"/>
          </a:xfrm>
          <a:custGeom xmlns:a="http://schemas.openxmlformats.org/drawingml/2006/main">
            <a:pathLst>
              <a:path w="953" h="571500">
                <a:moveTo>
                  <a:pt x="0" y="0"/>
                </a:moveTo>
                <a:lnTo>
                  <a:pt x="0" y="571500"/>
                </a:lnTo>
              </a:path>
            </a:pathLst>
          </a:custGeom>
          <a:noFill xmlns:a="http://schemas.openxmlformats.org/drawingml/2006/main"/>
          <a:ln xmlns:a="http://schemas.openxmlformats.org/drawingml/2006/main" w="9525">
            <a:solidFill>
              <a:srgbClr val="CDD6DE"/>
            </a:solidFill>
            <a:prstDash val="dash"/>
          </a:ln>
        </p:spPr>
      </p:sp>
      <p:sp>
        <p:nvSpPr>
          <p:cNvPr id="72" name="dp42-background / n63 / path">
            <a:extLst xmlns:a="http://schemas.openxmlformats.org/drawingml/2006/main">
              <a:ext uri="{FF2B5EF4-FFF2-40B4-BE49-F238E27FC236}">
                <a16:creationId xmlns:a16="http://schemas.microsoft.com/office/drawing/2014/main" id="{A4BECC60-7202-490A-B1AE-E86C9D8E840D}"/>
              </a:ext>
            </a:extLst>
          </p:cNvPr>
          <p:cNvSpPr>
            <a:spLocks xmlns:a="http://schemas.openxmlformats.org/drawingml/2006/main" noGrp="1"/>
          </p:cNvSpPr>
          <p:nvPr/>
        </p:nvSpPr>
        <p:spPr>
          <a:xfrm xmlns:a="http://schemas.openxmlformats.org/drawingml/2006/main">
            <a:off x="7715250" y="3076575"/>
            <a:ext cx="953" cy="2057400"/>
          </a:xfrm>
          <a:custGeom xmlns:a="http://schemas.openxmlformats.org/drawingml/2006/main">
            <a:pathLst>
              <a:path w="953" h="2057400">
                <a:moveTo>
                  <a:pt x="0" y="0"/>
                </a:moveTo>
                <a:lnTo>
                  <a:pt x="0" y="2057400"/>
                </a:lnTo>
              </a:path>
            </a:pathLst>
          </a:custGeom>
          <a:noFill xmlns:a="http://schemas.openxmlformats.org/drawingml/2006/main"/>
          <a:ln xmlns:a="http://schemas.openxmlformats.org/drawingml/2006/main" w="9525">
            <a:solidFill>
              <a:srgbClr val="CDD6DE"/>
            </a:solidFill>
            <a:prstDash val="dash"/>
          </a:ln>
        </p:spPr>
      </p:sp>
      <p:sp>
        <p:nvSpPr>
          <p:cNvPr id="73" name="dp42-background / n64 / path">
            <a:extLst xmlns:a="http://schemas.openxmlformats.org/drawingml/2006/main">
              <a:ext uri="{FF2B5EF4-FFF2-40B4-BE49-F238E27FC236}">
                <a16:creationId xmlns:a16="http://schemas.microsoft.com/office/drawing/2014/main" id="{886F2E36-EC93-46EB-BE63-F5DDF1D65A2A}"/>
              </a:ext>
            </a:extLst>
          </p:cNvPr>
          <p:cNvSpPr>
            <a:spLocks xmlns:a="http://schemas.openxmlformats.org/drawingml/2006/main" noGrp="1"/>
          </p:cNvSpPr>
          <p:nvPr/>
        </p:nvSpPr>
        <p:spPr>
          <a:xfrm xmlns:a="http://schemas.openxmlformats.org/drawingml/2006/main">
            <a:off x="7715250" y="5934075"/>
            <a:ext cx="953" cy="847725"/>
          </a:xfrm>
          <a:custGeom xmlns:a="http://schemas.openxmlformats.org/drawingml/2006/main">
            <a:pathLst>
              <a:path w="953" h="847725">
                <a:moveTo>
                  <a:pt x="0" y="0"/>
                </a:moveTo>
                <a:lnTo>
                  <a:pt x="0" y="847725"/>
                </a:lnTo>
              </a:path>
            </a:pathLst>
          </a:custGeom>
          <a:noFill xmlns:a="http://schemas.openxmlformats.org/drawingml/2006/main"/>
          <a:ln xmlns:a="http://schemas.openxmlformats.org/drawingml/2006/main" w="9525">
            <a:solidFill>
              <a:srgbClr val="CDD6DE"/>
            </a:solidFill>
            <a:prstDash val="dash"/>
          </a:ln>
        </p:spPr>
      </p:sp>
      <p:sp>
        <p:nvSpPr>
          <p:cNvPr id="74" name="dp42-background / n65 / path">
            <a:extLst xmlns:a="http://schemas.openxmlformats.org/drawingml/2006/main">
              <a:ext uri="{FF2B5EF4-FFF2-40B4-BE49-F238E27FC236}">
                <a16:creationId xmlns:a16="http://schemas.microsoft.com/office/drawing/2014/main" id="{C213097E-8C62-46B4-984B-C8240AF5CD4B}"/>
              </a:ext>
            </a:extLst>
          </p:cNvPr>
          <p:cNvSpPr>
            <a:spLocks xmlns:a="http://schemas.openxmlformats.org/drawingml/2006/main" noGrp="1"/>
          </p:cNvSpPr>
          <p:nvPr/>
        </p:nvSpPr>
        <p:spPr>
          <a:xfrm xmlns:a="http://schemas.openxmlformats.org/drawingml/2006/main">
            <a:off x="7715250" y="7524750"/>
            <a:ext cx="953" cy="571500"/>
          </a:xfrm>
          <a:custGeom xmlns:a="http://schemas.openxmlformats.org/drawingml/2006/main">
            <a:pathLst>
              <a:path w="953" h="571500">
                <a:moveTo>
                  <a:pt x="0" y="0"/>
                </a:moveTo>
                <a:lnTo>
                  <a:pt x="0" y="571500"/>
                </a:lnTo>
              </a:path>
            </a:pathLst>
          </a:custGeom>
          <a:noFill xmlns:a="http://schemas.openxmlformats.org/drawingml/2006/main"/>
          <a:ln xmlns:a="http://schemas.openxmlformats.org/drawingml/2006/main" w="9525">
            <a:solidFill>
              <a:srgbClr val="CDD6DE"/>
            </a:solidFill>
            <a:prstDash val="dash"/>
          </a:ln>
        </p:spPr>
      </p:sp>
      <p:sp>
        <p:nvSpPr>
          <p:cNvPr id="75" name="dp42-background / n66 / text 1">
            <a:extLst xmlns:a="http://schemas.openxmlformats.org/drawingml/2006/main">
              <a:ext uri="{FF2B5EF4-FFF2-40B4-BE49-F238E27FC236}">
                <a16:creationId xmlns:a16="http://schemas.microsoft.com/office/drawing/2014/main" id="{F2A84DF7-5316-4239-9A5B-E3671DAF2F0F}"/>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서로 다른 완료 시점</a:t>
            </a:r>
          </a:p>
        </p:txBody>
      </p:sp>
      <p:sp>
        <p:nvSpPr>
          <p:cNvPr id="76" name="dp42-background / n67 / text 1">
            <a:extLst xmlns:a="http://schemas.openxmlformats.org/drawingml/2006/main">
              <a:ext uri="{FF2B5EF4-FFF2-40B4-BE49-F238E27FC236}">
                <a16:creationId xmlns:a16="http://schemas.microsoft.com/office/drawing/2014/main" id="{5D1F5E0C-EA00-4B61-844B-4D9BB6D68400}"/>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외부 접수와 답변 완료, Task 목표 완료의 구분</a:t>
            </a:r>
          </a:p>
        </p:txBody>
      </p:sp>
      <p:sp>
        <p:nvSpPr>
          <p:cNvPr id="77" name="dp42-background / n68 / text 1">
            <a:extLst xmlns:a="http://schemas.openxmlformats.org/drawingml/2006/main">
              <a:ext uri="{FF2B5EF4-FFF2-40B4-BE49-F238E27FC236}">
                <a16:creationId xmlns:a16="http://schemas.microsoft.com/office/drawing/2014/main" id="{6437F658-0ADE-486F-B35D-5C8CEE5FF39B}"/>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후속 Request와 실행 연결</a:t>
            </a:r>
          </a:p>
        </p:txBody>
      </p:sp>
      <p:sp>
        <p:nvSpPr>
          <p:cNvPr id="78" name="dp42-background / n69 / text 1">
            <a:extLst xmlns:a="http://schemas.openxmlformats.org/drawingml/2006/main">
              <a:ext uri="{FF2B5EF4-FFF2-40B4-BE49-F238E27FC236}">
                <a16:creationId xmlns:a16="http://schemas.microsoft.com/office/drawing/2014/main" id="{9ADDFA20-A5A1-4D65-B2C3-0953BB3B40A0}"/>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같은 Task의 상태 조회와 새 수정 실행 연결</a:t>
            </a:r>
          </a:p>
        </p:txBody>
      </p:sp>
      <p:sp>
        <p:nvSpPr>
          <p:cNvPr id="79" name="dp42-background / n70 / text 1">
            <a:extLst xmlns:a="http://schemas.openxmlformats.org/drawingml/2006/main">
              <a:ext uri="{FF2B5EF4-FFF2-40B4-BE49-F238E27FC236}">
                <a16:creationId xmlns:a16="http://schemas.microsoft.com/office/drawing/2014/main" id="{92F0F2AA-6D6E-412E-972F-49C467BC49B6}"/>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관리 책임과 복구 범위</a:t>
            </a:r>
          </a:p>
        </p:txBody>
      </p:sp>
      <p:sp>
        <p:nvSpPr>
          <p:cNvPr id="80" name="dp42-background / n71 / text 1">
            <a:extLst xmlns:a="http://schemas.openxmlformats.org/drawingml/2006/main">
              <a:ext uri="{FF2B5EF4-FFF2-40B4-BE49-F238E27FC236}">
                <a16:creationId xmlns:a16="http://schemas.microsoft.com/office/drawing/2014/main" id="{14E69E27-5FAB-4362-A4F7-2D63CE70D27D}"/>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기록과 상태의 관리 경계 및 중단 후 복구</a:t>
            </a:r>
          </a:p>
        </p:txBody>
      </p:sp>
    </p:spTree>
    <p:extLst>
      <p:ext uri="{BB962C8B-B14F-4D97-AF65-F5344CB8AC3E}">
        <p14:creationId xmlns:p14="http://schemas.microsoft.com/office/powerpoint/2010/main" val="139394166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2" name="dp42-comparison / n1">
            <a:extLst xmlns:a="http://schemas.openxmlformats.org/drawingml/2006/main">
              <a:ext uri="{FF2B5EF4-FFF2-40B4-BE49-F238E27FC236}">
                <a16:creationId xmlns:a16="http://schemas.microsoft.com/office/drawing/2014/main" id="{EF6AA7E7-CFA7-4302-B593-418FEE9CCCBD}"/>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comparison / n2 / text 1">
            <a:extLst xmlns:a="http://schemas.openxmlformats.org/drawingml/2006/main">
              <a:ext uri="{FF2B5EF4-FFF2-40B4-BE49-F238E27FC236}">
                <a16:creationId xmlns:a16="http://schemas.microsoft.com/office/drawing/2014/main" id="{B8B12ACC-F360-4AEB-BAAC-8638E3A2482C}"/>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2-comparison / n3 / text 1">
            <a:extLst xmlns:a="http://schemas.openxmlformats.org/drawingml/2006/main">
              <a:ext uri="{FF2B5EF4-FFF2-40B4-BE49-F238E27FC236}">
                <a16:creationId xmlns:a16="http://schemas.microsoft.com/office/drawing/2014/main" id="{61E7D0F2-D832-4283-950F-F63E3D0DAA02}"/>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2-comparison / n4 / text 1">
            <a:extLst xmlns:a="http://schemas.openxmlformats.org/drawingml/2006/main">
              <a:ext uri="{FF2B5EF4-FFF2-40B4-BE49-F238E27FC236}">
                <a16:creationId xmlns:a16="http://schemas.microsoft.com/office/drawing/2014/main" id="{DBA66D66-068E-401B-AD16-2FAB547499DD}"/>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04-42. 변경 용이성을 위한 VIA Conversation과 Task 관리 설계</a:t>
            </a:r>
          </a:p>
        </p:txBody>
      </p:sp>
      <p:sp>
        <p:nvSpPr>
          <p:cNvPr id="5" name="dp42-comparison / n5 / path">
            <a:extLst xmlns:a="http://schemas.openxmlformats.org/drawingml/2006/main">
              <a:ext uri="{FF2B5EF4-FFF2-40B4-BE49-F238E27FC236}">
                <a16:creationId xmlns:a16="http://schemas.microsoft.com/office/drawing/2014/main" id="{2960F11E-3DED-411F-87E2-7C43F59BBD5A}"/>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2-comparison / n6 / text 1">
            <a:extLst xmlns:a="http://schemas.openxmlformats.org/drawingml/2006/main">
              <a:ext uri="{FF2B5EF4-FFF2-40B4-BE49-F238E27FC236}">
                <a16:creationId xmlns:a16="http://schemas.microsoft.com/office/drawing/2014/main" id="{5F08E726-E598-4350-B58D-B3698824A4BC}"/>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 질문 Q1을 실제 제시(P1) → “상반기로” 답변(u2) → 접수와 실제 전달 확인</a:t>
            </a:r>
          </a:p>
        </p:txBody>
      </p:sp>
      <p:sp>
        <p:nvSpPr>
          <p:cNvPr id="7" name="dp42-comparison / n7 / text 1">
            <a:extLst xmlns:a="http://schemas.openxmlformats.org/drawingml/2006/main">
              <a:ext uri="{FF2B5EF4-FFF2-40B4-BE49-F238E27FC236}">
                <a16:creationId xmlns:a16="http://schemas.microsoft.com/office/drawing/2014/main" id="{5C0A0A1A-94A8-4F97-AFC7-5D9D7520A704}"/>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2-comparison / n8">
            <a:extLst xmlns:a="http://schemas.openxmlformats.org/drawingml/2006/main">
              <a:ext uri="{FF2B5EF4-FFF2-40B4-BE49-F238E27FC236}">
                <a16:creationId xmlns:a16="http://schemas.microsoft.com/office/drawing/2014/main" id="{DCBFC499-8E38-4754-98CB-9CDA5EFD4E06}"/>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2-comparison / n9 / text 1">
            <a:extLst xmlns:a="http://schemas.openxmlformats.org/drawingml/2006/main">
              <a:ext uri="{FF2B5EF4-FFF2-40B4-BE49-F238E27FC236}">
                <a16:creationId xmlns:a16="http://schemas.microsoft.com/office/drawing/2014/main" id="{737236E7-AD5C-46A8-86E7-38B64561A0F5}"/>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2-comparison / n10">
            <a:extLst xmlns:a="http://schemas.openxmlformats.org/drawingml/2006/main">
              <a:ext uri="{FF2B5EF4-FFF2-40B4-BE49-F238E27FC236}">
                <a16:creationId xmlns:a16="http://schemas.microsoft.com/office/drawing/2014/main" id="{ED502BE9-197B-42A8-AB3D-C5654E0F9A71}"/>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2-comparison / n11 / text 1">
            <a:extLst xmlns:a="http://schemas.openxmlformats.org/drawingml/2006/main">
              <a:ext uri="{FF2B5EF4-FFF2-40B4-BE49-F238E27FC236}">
                <a16:creationId xmlns:a16="http://schemas.microsoft.com/office/drawing/2014/main" id="{427B76CD-7898-439A-9AF2-36F6E83FE4A1}"/>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2-comparison / n12">
            <a:extLst xmlns:a="http://schemas.openxmlformats.org/drawingml/2006/main">
              <a:ext uri="{FF2B5EF4-FFF2-40B4-BE49-F238E27FC236}">
                <a16:creationId xmlns:a16="http://schemas.microsoft.com/office/drawing/2014/main" id="{D8176251-ED29-4F6E-A7A8-CAC9DA8FBF0E}"/>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2-comparison / n13 / text 1">
            <a:extLst xmlns:a="http://schemas.openxmlformats.org/drawingml/2006/main">
              <a:ext uri="{FF2B5EF4-FFF2-40B4-BE49-F238E27FC236}">
                <a16:creationId xmlns:a16="http://schemas.microsoft.com/office/drawing/2014/main" id="{8323B8FF-085F-49C4-BE15-3FCBD00B6121}"/>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2-comparison / n14">
            <a:extLst xmlns:a="http://schemas.openxmlformats.org/drawingml/2006/main">
              <a:ext uri="{FF2B5EF4-FFF2-40B4-BE49-F238E27FC236}">
                <a16:creationId xmlns:a16="http://schemas.microsoft.com/office/drawing/2014/main" id="{B1812EE7-22B8-425E-B9DB-02306E7B1DDF}"/>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2-comparison / n15 / text 1">
            <a:extLst xmlns:a="http://schemas.openxmlformats.org/drawingml/2006/main">
              <a:ext uri="{FF2B5EF4-FFF2-40B4-BE49-F238E27FC236}">
                <a16:creationId xmlns:a16="http://schemas.microsoft.com/office/drawing/2014/main" id="{63759FF2-C535-4CF1-A1C6-0536DCB586CC}"/>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2-comparison / n16">
            <a:extLst xmlns:a="http://schemas.openxmlformats.org/drawingml/2006/main">
              <a:ext uri="{FF2B5EF4-FFF2-40B4-BE49-F238E27FC236}">
                <a16:creationId xmlns:a16="http://schemas.microsoft.com/office/drawing/2014/main" id="{6159C1CE-5A2B-4919-BC8C-39FA40A98390}"/>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2-comparison / n17 / text 1">
            <a:extLst xmlns:a="http://schemas.openxmlformats.org/drawingml/2006/main">
              <a:ext uri="{FF2B5EF4-FFF2-40B4-BE49-F238E27FC236}">
                <a16:creationId xmlns:a16="http://schemas.microsoft.com/office/drawing/2014/main" id="{CD095981-A1CA-481D-AE95-31C6D819036E}"/>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2-comparison / n17 / text 2">
            <a:extLst xmlns:a="http://schemas.openxmlformats.org/drawingml/2006/main">
              <a:ext uri="{FF2B5EF4-FFF2-40B4-BE49-F238E27FC236}">
                <a16:creationId xmlns:a16="http://schemas.microsoft.com/office/drawing/2014/main" id="{BEE5CC0C-BCF7-438F-88FE-7B873E4B9622}"/>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2-comparison / n18 / path">
            <a:extLst xmlns:a="http://schemas.openxmlformats.org/drawingml/2006/main">
              <a:ext uri="{FF2B5EF4-FFF2-40B4-BE49-F238E27FC236}">
                <a16:creationId xmlns:a16="http://schemas.microsoft.com/office/drawing/2014/main" id="{F283620D-1F88-4735-B393-24FD58B2E066}"/>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2-comparison / n19 / path">
            <a:extLst xmlns:a="http://schemas.openxmlformats.org/drawingml/2006/main">
              <a:ext uri="{FF2B5EF4-FFF2-40B4-BE49-F238E27FC236}">
                <a16:creationId xmlns:a16="http://schemas.microsoft.com/office/drawing/2014/main" id="{7642308A-6974-4981-A0CC-7778B96872B2}"/>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2-comparison / n20 / text 1">
            <a:extLst xmlns:a="http://schemas.openxmlformats.org/drawingml/2006/main">
              <a:ext uri="{FF2B5EF4-FFF2-40B4-BE49-F238E27FC236}">
                <a16:creationId xmlns:a16="http://schemas.microsoft.com/office/drawing/2014/main" id="{AF96719A-D08A-4E85-8A9A-5ABE7BFA0F7D}"/>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모듈형 통합 VIA Core</a:t>
            </a:r>
          </a:p>
        </p:txBody>
      </p:sp>
      <p:sp>
        <p:nvSpPr>
          <p:cNvPr id="22" name="dp42-comparison / n21 / text 1">
            <a:extLst xmlns:a="http://schemas.openxmlformats.org/drawingml/2006/main">
              <a:ext uri="{FF2B5EF4-FFF2-40B4-BE49-F238E27FC236}">
                <a16:creationId xmlns:a16="http://schemas.microsoft.com/office/drawing/2014/main" id="{01AB3F13-7A36-4BF3-9FA2-EA0C652BBCCC}"/>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상태의 공동 확정으로 평균 VIA 처리시간 3.2 s (요청 완료 신속성 ↑)</a:t>
            </a:r>
          </a:p>
        </p:txBody>
      </p:sp>
      <p:sp>
        <p:nvSpPr>
          <p:cNvPr id="23" name="dp42-comparison / n22 / text 1">
            <a:extLst xmlns:a="http://schemas.openxmlformats.org/drawingml/2006/main">
              <a:ext uri="{FF2B5EF4-FFF2-40B4-BE49-F238E27FC236}">
                <a16:creationId xmlns:a16="http://schemas.microsoft.com/office/drawing/2014/main" id="{416B8ACE-B745-4E9D-BC49-C6AC562A4BBE}"/>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추가 서비스 heap 축소로 전체 메모리 13.2 GB (메모리 효율성 ↑)</a:t>
            </a:r>
          </a:p>
        </p:txBody>
      </p:sp>
      <p:sp>
        <p:nvSpPr>
          <p:cNvPr id="24" name="dp42-comparison / n23 / text 1">
            <a:extLst xmlns:a="http://schemas.openxmlformats.org/drawingml/2006/main">
              <a:ext uri="{FF2B5EF4-FFF2-40B4-BE49-F238E27FC236}">
                <a16:creationId xmlns:a16="http://schemas.microsoft.com/office/drawing/2014/main" id="{FB8C81D7-8E5D-4D9F-ADDB-39EC214EC92D}"/>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공동 저장과 복구 경로의 변경 전파, 평균 4.0개 (변경 용이성 ↓)</a:t>
            </a:r>
          </a:p>
        </p:txBody>
      </p:sp>
      <p:sp>
        <p:nvSpPr>
          <p:cNvPr id="25" name="dp42-comparison / n24 / text 1">
            <a:extLst xmlns:a="http://schemas.openxmlformats.org/drawingml/2006/main">
              <a:ext uri="{FF2B5EF4-FFF2-40B4-BE49-F238E27FC236}">
                <a16:creationId xmlns:a16="http://schemas.microsoft.com/office/drawing/2014/main" id="{4167C123-BDB3-4CCD-9A43-8B98BC287D58}"/>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26" name="dp42-comparison / n25 / text 1">
            <a:extLst xmlns:a="http://schemas.openxmlformats.org/drawingml/2006/main">
              <a:ext uri="{FF2B5EF4-FFF2-40B4-BE49-F238E27FC236}">
                <a16:creationId xmlns:a16="http://schemas.microsoft.com/office/drawing/2014/main" id="{00FB5699-B56D-43FE-8D6B-A77BC88CCF88}"/>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2-comparison / n26 / text 1">
            <a:extLst xmlns:a="http://schemas.openxmlformats.org/drawingml/2006/main">
              <a:ext uri="{FF2B5EF4-FFF2-40B4-BE49-F238E27FC236}">
                <a16:creationId xmlns:a16="http://schemas.microsoft.com/office/drawing/2014/main" id="{4609CD2D-C65B-4298-9879-F60F80E63B2F}"/>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3.2 s</a:t>
            </a:r>
          </a:p>
        </p:txBody>
      </p:sp>
      <p:sp>
        <p:nvSpPr>
          <p:cNvPr id="28" name="dp42-comparison / n27 / text 1">
            <a:extLst xmlns:a="http://schemas.openxmlformats.org/drawingml/2006/main">
              <a:ext uri="{FF2B5EF4-FFF2-40B4-BE49-F238E27FC236}">
                <a16:creationId xmlns:a16="http://schemas.microsoft.com/office/drawing/2014/main" id="{0EBCA6A1-7556-42C0-B367-CE86B2D225EF}"/>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29" name="dp42-comparison / n28 / text 1">
            <a:extLst xmlns:a="http://schemas.openxmlformats.org/drawingml/2006/main">
              <a:ext uri="{FF2B5EF4-FFF2-40B4-BE49-F238E27FC236}">
                <a16:creationId xmlns:a16="http://schemas.microsoft.com/office/drawing/2014/main" id="{5E366490-C7E5-4341-9BED-B29C04ABB388}"/>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0" name="dp42-comparison / n29 / text 1">
            <a:extLst xmlns:a="http://schemas.openxmlformats.org/drawingml/2006/main">
              <a:ext uri="{FF2B5EF4-FFF2-40B4-BE49-F238E27FC236}">
                <a16:creationId xmlns:a16="http://schemas.microsoft.com/office/drawing/2014/main" id="{49942EFF-CEBC-499D-91A6-F78824DA484D}"/>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2-comparison / n30 / text 1">
            <a:extLst xmlns:a="http://schemas.openxmlformats.org/drawingml/2006/main">
              <a:ext uri="{FF2B5EF4-FFF2-40B4-BE49-F238E27FC236}">
                <a16:creationId xmlns:a16="http://schemas.microsoft.com/office/drawing/2014/main" id="{678F514E-A160-4949-856C-9D0C8F526EBB}"/>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2" name="dp42-comparison / n31 / text 1">
            <a:extLst xmlns:a="http://schemas.openxmlformats.org/drawingml/2006/main">
              <a:ext uri="{FF2B5EF4-FFF2-40B4-BE49-F238E27FC236}">
                <a16:creationId xmlns:a16="http://schemas.microsoft.com/office/drawing/2014/main" id="{683311B1-2870-439B-9CF2-4434D0C4BC1C}"/>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3" name="dp42-comparison / n32 / text 1">
            <a:extLst xmlns:a="http://schemas.openxmlformats.org/drawingml/2006/main">
              <a:ext uri="{FF2B5EF4-FFF2-40B4-BE49-F238E27FC236}">
                <a16:creationId xmlns:a16="http://schemas.microsoft.com/office/drawing/2014/main" id="{489DCB5D-FFE2-457A-8697-5793883CF418}"/>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34" name="dp42-comparison / n33 / text 1">
            <a:extLst xmlns:a="http://schemas.openxmlformats.org/drawingml/2006/main">
              <a:ext uri="{FF2B5EF4-FFF2-40B4-BE49-F238E27FC236}">
                <a16:creationId xmlns:a16="http://schemas.microsoft.com/office/drawing/2014/main" id="{EB39D629-010D-4302-815A-3CDDB19BCE95}"/>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2-comparison / n34 / text 1">
            <a:extLst xmlns:a="http://schemas.openxmlformats.org/drawingml/2006/main">
              <a:ext uri="{FF2B5EF4-FFF2-40B4-BE49-F238E27FC236}">
                <a16:creationId xmlns:a16="http://schemas.microsoft.com/office/drawing/2014/main" id="{F8A3488D-A635-4820-938C-CBA09995E37A}"/>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13.2 GB</a:t>
            </a:r>
          </a:p>
        </p:txBody>
      </p:sp>
      <p:sp>
        <p:nvSpPr>
          <p:cNvPr id="36" name="dp42-comparison / n35 / text 1">
            <a:extLst xmlns:a="http://schemas.openxmlformats.org/drawingml/2006/main">
              <a:ext uri="{FF2B5EF4-FFF2-40B4-BE49-F238E27FC236}">
                <a16:creationId xmlns:a16="http://schemas.microsoft.com/office/drawing/2014/main" id="{52ABA272-59A5-4AAA-BC82-22F9B935913A}"/>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37" name="dp42-comparison / n36 / text 1">
            <a:extLst xmlns:a="http://schemas.openxmlformats.org/drawingml/2006/main">
              <a:ext uri="{FF2B5EF4-FFF2-40B4-BE49-F238E27FC236}">
                <a16:creationId xmlns:a16="http://schemas.microsoft.com/office/drawing/2014/main" id="{C094BA73-D0C3-46DC-A82D-D46F43924B83}"/>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B 독립 대화 서비스와 업무 서비스</a:t>
            </a:r>
          </a:p>
        </p:txBody>
      </p:sp>
      <p:sp>
        <p:nvSpPr>
          <p:cNvPr id="38" name="dp42-comparison / n37 / text 1">
            <a:extLst xmlns:a="http://schemas.openxmlformats.org/drawingml/2006/main">
              <a:ext uri="{FF2B5EF4-FFF2-40B4-BE49-F238E27FC236}">
                <a16:creationId xmlns:a16="http://schemas.microsoft.com/office/drawing/2014/main" id="{CDD79DD4-8006-4510-B7BD-377597F5E799}"/>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업무 상태와 실행 경계의 독립 변경, 평균 2.5개 (변경 용이성 ↑)</a:t>
            </a:r>
          </a:p>
        </p:txBody>
      </p:sp>
      <p:sp>
        <p:nvSpPr>
          <p:cNvPr id="39" name="dp42-comparison / n38 / text 1">
            <a:extLst xmlns:a="http://schemas.openxmlformats.org/drawingml/2006/main">
              <a:ext uri="{FF2B5EF4-FFF2-40B4-BE49-F238E27FC236}">
                <a16:creationId xmlns:a16="http://schemas.microsoft.com/office/drawing/2014/main" id="{1B3D50F7-0462-4A65-B9D2-99F8696F04D5}"/>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명령 접수와 대화 반영의 왕복으로 평균 VIA 처리시간 3.8 s (요청 완료 신속성 ↓)</a:t>
            </a:r>
          </a:p>
        </p:txBody>
      </p:sp>
      <p:sp>
        <p:nvSpPr>
          <p:cNvPr id="40" name="dp42-comparison / n39 / text 1">
            <a:extLst xmlns:a="http://schemas.openxmlformats.org/drawingml/2006/main">
              <a:ext uri="{FF2B5EF4-FFF2-40B4-BE49-F238E27FC236}">
                <a16:creationId xmlns:a16="http://schemas.microsoft.com/office/drawing/2014/main" id="{9D31DDD6-C999-4DBA-8821-F437DE35760E}"/>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별도 heap과 대기열로 전체 메모리 13.6 GB (메모리 효율성 ↓)</a:t>
            </a:r>
          </a:p>
        </p:txBody>
      </p:sp>
      <p:sp>
        <p:nvSpPr>
          <p:cNvPr id="41" name="dp42-comparison / n40 / text 1">
            <a:extLst xmlns:a="http://schemas.openxmlformats.org/drawingml/2006/main">
              <a:ext uri="{FF2B5EF4-FFF2-40B4-BE49-F238E27FC236}">
                <a16:creationId xmlns:a16="http://schemas.microsoft.com/office/drawing/2014/main" id="{C04499B6-61E7-415A-89DC-20D2CB367D7B}"/>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2" name="dp42-comparison / n41 / text 1">
            <a:extLst xmlns:a="http://schemas.openxmlformats.org/drawingml/2006/main">
              <a:ext uri="{FF2B5EF4-FFF2-40B4-BE49-F238E27FC236}">
                <a16:creationId xmlns:a16="http://schemas.microsoft.com/office/drawing/2014/main" id="{BCA0C3F7-49E3-4BE9-B026-4AF626DD032A}"/>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2-comparison / n42 / text 1">
            <a:extLst xmlns:a="http://schemas.openxmlformats.org/drawingml/2006/main">
              <a:ext uri="{FF2B5EF4-FFF2-40B4-BE49-F238E27FC236}">
                <a16:creationId xmlns:a16="http://schemas.microsoft.com/office/drawing/2014/main" id="{4864E88E-2DE5-42B0-B4A3-AF8EEA30C8EF}"/>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3.8 s</a:t>
            </a:r>
          </a:p>
        </p:txBody>
      </p:sp>
      <p:sp>
        <p:nvSpPr>
          <p:cNvPr id="44" name="dp42-comparison / n43 / text 1">
            <a:extLst xmlns:a="http://schemas.openxmlformats.org/drawingml/2006/main">
              <a:ext uri="{FF2B5EF4-FFF2-40B4-BE49-F238E27FC236}">
                <a16:creationId xmlns:a16="http://schemas.microsoft.com/office/drawing/2014/main" id="{0EDDDD92-0497-400C-85F5-1E2BC5A7497B}"/>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5" name="dp42-comparison / n44 / text 1">
            <a:extLst xmlns:a="http://schemas.openxmlformats.org/drawingml/2006/main">
              <a:ext uri="{FF2B5EF4-FFF2-40B4-BE49-F238E27FC236}">
                <a16:creationId xmlns:a16="http://schemas.microsoft.com/office/drawing/2014/main" id="{CCFD5A45-7BD7-4703-985C-B69F7CCAF863}"/>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46" name="dp42-comparison / n45 / text 1">
            <a:extLst xmlns:a="http://schemas.openxmlformats.org/drawingml/2006/main">
              <a:ext uri="{FF2B5EF4-FFF2-40B4-BE49-F238E27FC236}">
                <a16:creationId xmlns:a16="http://schemas.microsoft.com/office/drawing/2014/main" id="{EB0BAF87-B47F-4390-A404-6D9484E5AB02}"/>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2-comparison / n46 / text 1">
            <a:extLst xmlns:a="http://schemas.openxmlformats.org/drawingml/2006/main">
              <a:ext uri="{FF2B5EF4-FFF2-40B4-BE49-F238E27FC236}">
                <a16:creationId xmlns:a16="http://schemas.microsoft.com/office/drawing/2014/main" id="{8FF95ED9-6242-412A-9BE7-CB5DD3053343}"/>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2.5개</a:t>
            </a:r>
          </a:p>
        </p:txBody>
      </p:sp>
      <p:sp>
        <p:nvSpPr>
          <p:cNvPr id="48" name="dp42-comparison / n47 / text 1">
            <a:extLst xmlns:a="http://schemas.openxmlformats.org/drawingml/2006/main">
              <a:ext uri="{FF2B5EF4-FFF2-40B4-BE49-F238E27FC236}">
                <a16:creationId xmlns:a16="http://schemas.microsoft.com/office/drawing/2014/main" id="{3AB58FB3-2139-4F58-BD01-44E14B4E9AF7}"/>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49" name="dp42-comparison / n48 / text 1">
            <a:extLst xmlns:a="http://schemas.openxmlformats.org/drawingml/2006/main">
              <a:ext uri="{FF2B5EF4-FFF2-40B4-BE49-F238E27FC236}">
                <a16:creationId xmlns:a16="http://schemas.microsoft.com/office/drawing/2014/main" id="{5CE1F282-8C5A-4139-A8E0-FE8B19CC0E09}"/>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50" name="dp42-comparison / n49 / text 1">
            <a:extLst xmlns:a="http://schemas.openxmlformats.org/drawingml/2006/main">
              <a:ext uri="{FF2B5EF4-FFF2-40B4-BE49-F238E27FC236}">
                <a16:creationId xmlns:a16="http://schemas.microsoft.com/office/drawing/2014/main" id="{7827629A-1C1C-4CAC-8669-B72241C9B3E0}"/>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2-comparison / n50 / text 1">
            <a:extLst xmlns:a="http://schemas.openxmlformats.org/drawingml/2006/main">
              <a:ext uri="{FF2B5EF4-FFF2-40B4-BE49-F238E27FC236}">
                <a16:creationId xmlns:a16="http://schemas.microsoft.com/office/drawing/2014/main" id="{B7AC4F73-CD74-4E43-B565-70A3066B5FA9}"/>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13.6 GB</a:t>
            </a:r>
          </a:p>
        </p:txBody>
      </p:sp>
      <p:sp>
        <p:nvSpPr>
          <p:cNvPr id="52" name="dp42-comparison / n51 / text 1">
            <a:extLst xmlns:a="http://schemas.openxmlformats.org/drawingml/2006/main">
              <a:ext uri="{FF2B5EF4-FFF2-40B4-BE49-F238E27FC236}">
                <a16:creationId xmlns:a16="http://schemas.microsoft.com/office/drawing/2014/main" id="{25B7BE0E-791C-4E7A-AF22-FF45E400BF71}"/>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53" name="dp42-comparison / n52 / text 1">
            <a:extLst xmlns:a="http://schemas.openxmlformats.org/drawingml/2006/main">
              <a:ext uri="{FF2B5EF4-FFF2-40B4-BE49-F238E27FC236}">
                <a16:creationId xmlns:a16="http://schemas.microsoft.com/office/drawing/2014/main" id="{FD638722-05CF-4D62-B6ED-D3B4DBEB7A62}"/>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업무 저장과 실행 수명의 독립 변경 / 일반 Agent adapter 변경은 제외</a:t>
            </a:r>
          </a:p>
        </p:txBody>
      </p:sp>
      <p:sp>
        <p:nvSpPr>
          <p:cNvPr id="54" name="dp42-comparison / n53 / text 1">
            <a:extLst xmlns:a="http://schemas.openxmlformats.org/drawingml/2006/main">
              <a:ext uri="{FF2B5EF4-FFF2-40B4-BE49-F238E27FC236}">
                <a16:creationId xmlns:a16="http://schemas.microsoft.com/office/drawing/2014/main" id="{E3520F13-5837-45B9-A16C-439C2DD59D49}"/>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2-comparison / n54">
            <a:extLst xmlns:a="http://schemas.openxmlformats.org/drawingml/2006/main">
              <a:ext uri="{FF2B5EF4-FFF2-40B4-BE49-F238E27FC236}">
                <a16:creationId xmlns:a16="http://schemas.microsoft.com/office/drawing/2014/main" id="{EF590290-0E10-4171-8F94-9C92491FE164}"/>
              </a:ext>
            </a:extLst>
          </p:cNvPr>
          <p:cNvSpPr>
            <a:spLocks xmlns:a="http://schemas.openxmlformats.org/drawingml/2006/main" noGrp="1"/>
          </p:cNvSpPr>
          <p:nvPr/>
        </p:nvSpPr>
        <p:spPr>
          <a:xfrm xmlns:a="http://schemas.openxmlformats.org/drawingml/2006/main">
            <a:off x="447675" y="2638425"/>
            <a:ext cx="819150" cy="4876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6" name="dp42-comparison / n55 / text 1">
            <a:extLst xmlns:a="http://schemas.openxmlformats.org/drawingml/2006/main">
              <a:ext uri="{FF2B5EF4-FFF2-40B4-BE49-F238E27FC236}">
                <a16:creationId xmlns:a16="http://schemas.microsoft.com/office/drawing/2014/main" id="{CD0180D7-0297-453A-8B40-8B626657C82D}"/>
              </a:ext>
            </a:extLst>
          </p:cNvPr>
          <p:cNvSpPr>
            <a:spLocks xmlns:a="http://schemas.openxmlformats.org/drawingml/2006/main" noGrp="1"/>
          </p:cNvSpPr>
          <p:nvPr/>
        </p:nvSpPr>
        <p:spPr>
          <a:xfrm xmlns:a="http://schemas.openxmlformats.org/drawingml/2006/main">
            <a:off x="466725" y="2781300"/>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57" name="dp42-comparison / n56">
            <a:extLst xmlns:a="http://schemas.openxmlformats.org/drawingml/2006/main">
              <a:ext uri="{FF2B5EF4-FFF2-40B4-BE49-F238E27FC236}">
                <a16:creationId xmlns:a16="http://schemas.microsoft.com/office/drawing/2014/main" id="{9A3F0A06-C973-4DE1-97FB-60201A9A370C}"/>
              </a:ext>
            </a:extLst>
          </p:cNvPr>
          <p:cNvSpPr>
            <a:spLocks xmlns:a="http://schemas.openxmlformats.org/drawingml/2006/main" noGrp="1"/>
          </p:cNvSpPr>
          <p:nvPr/>
        </p:nvSpPr>
        <p:spPr>
          <a:xfrm xmlns:a="http://schemas.openxmlformats.org/drawingml/2006/main">
            <a:off x="504825" y="298132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8" name="dp42-comparison / n57 / text 1">
            <a:extLst xmlns:a="http://schemas.openxmlformats.org/drawingml/2006/main">
              <a:ext uri="{FF2B5EF4-FFF2-40B4-BE49-F238E27FC236}">
                <a16:creationId xmlns:a16="http://schemas.microsoft.com/office/drawing/2014/main" id="{CCB60F9D-20C7-4489-921C-49FF025F959D}"/>
              </a:ext>
            </a:extLst>
          </p:cNvPr>
          <p:cNvSpPr>
            <a:spLocks xmlns:a="http://schemas.openxmlformats.org/drawingml/2006/main" noGrp="1"/>
          </p:cNvSpPr>
          <p:nvPr/>
        </p:nvSpPr>
        <p:spPr>
          <a:xfrm xmlns:a="http://schemas.openxmlformats.org/drawingml/2006/main">
            <a:off x="590550" y="30480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59" name="dp42-comparison / n58 / text 1">
            <a:extLst xmlns:a="http://schemas.openxmlformats.org/drawingml/2006/main">
              <a:ext uri="{FF2B5EF4-FFF2-40B4-BE49-F238E27FC236}">
                <a16:creationId xmlns:a16="http://schemas.microsoft.com/office/drawing/2014/main" id="{7FB7641B-6652-46CC-AA72-E24AA8124C86}"/>
              </a:ext>
            </a:extLst>
          </p:cNvPr>
          <p:cNvSpPr>
            <a:spLocks xmlns:a="http://schemas.openxmlformats.org/drawingml/2006/main" noGrp="1"/>
          </p:cNvSpPr>
          <p:nvPr/>
        </p:nvSpPr>
        <p:spPr>
          <a:xfrm xmlns:a="http://schemas.openxmlformats.org/drawingml/2006/main">
            <a:off x="514350" y="32956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60" name="dp42-comparison / n59">
            <a:extLst xmlns:a="http://schemas.openxmlformats.org/drawingml/2006/main">
              <a:ext uri="{FF2B5EF4-FFF2-40B4-BE49-F238E27FC236}">
                <a16:creationId xmlns:a16="http://schemas.microsoft.com/office/drawing/2014/main" id="{59552D99-39C8-40CB-90B4-5F48626977BE}"/>
              </a:ext>
            </a:extLst>
          </p:cNvPr>
          <p:cNvSpPr>
            <a:spLocks xmlns:a="http://schemas.openxmlformats.org/drawingml/2006/main" noGrp="1"/>
          </p:cNvSpPr>
          <p:nvPr/>
        </p:nvSpPr>
        <p:spPr>
          <a:xfrm xmlns:a="http://schemas.openxmlformats.org/drawingml/2006/main">
            <a:off x="504825" y="35242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61" name="dp42-comparison / n60 / text 1">
            <a:extLst xmlns:a="http://schemas.openxmlformats.org/drawingml/2006/main">
              <a:ext uri="{FF2B5EF4-FFF2-40B4-BE49-F238E27FC236}">
                <a16:creationId xmlns:a16="http://schemas.microsoft.com/office/drawing/2014/main" id="{00556B82-9695-4BE9-96B2-4DAA00BCCAE1}"/>
              </a:ext>
            </a:extLst>
          </p:cNvPr>
          <p:cNvSpPr>
            <a:spLocks xmlns:a="http://schemas.openxmlformats.org/drawingml/2006/main" noGrp="1"/>
          </p:cNvSpPr>
          <p:nvPr/>
        </p:nvSpPr>
        <p:spPr>
          <a:xfrm xmlns:a="http://schemas.openxmlformats.org/drawingml/2006/main">
            <a:off x="590550" y="35909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62" name="dp42-comparison / n61 / text 1">
            <a:extLst xmlns:a="http://schemas.openxmlformats.org/drawingml/2006/main">
              <a:ext uri="{FF2B5EF4-FFF2-40B4-BE49-F238E27FC236}">
                <a16:creationId xmlns:a16="http://schemas.microsoft.com/office/drawing/2014/main" id="{608F2127-BA9B-4566-A7CE-AEF8917D3F86}"/>
              </a:ext>
            </a:extLst>
          </p:cNvPr>
          <p:cNvSpPr>
            <a:spLocks xmlns:a="http://schemas.openxmlformats.org/drawingml/2006/main" noGrp="1"/>
          </p:cNvSpPr>
          <p:nvPr/>
        </p:nvSpPr>
        <p:spPr>
          <a:xfrm xmlns:a="http://schemas.openxmlformats.org/drawingml/2006/main">
            <a:off x="514350" y="38385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63" name="dp42-comparison / n62">
            <a:extLst xmlns:a="http://schemas.openxmlformats.org/drawingml/2006/main">
              <a:ext uri="{FF2B5EF4-FFF2-40B4-BE49-F238E27FC236}">
                <a16:creationId xmlns:a16="http://schemas.microsoft.com/office/drawing/2014/main" id="{7FD8BC42-14EE-4CEE-8B0E-5B5FA72B73C3}"/>
              </a:ext>
            </a:extLst>
          </p:cNvPr>
          <p:cNvSpPr>
            <a:spLocks xmlns:a="http://schemas.openxmlformats.org/drawingml/2006/main" noGrp="1"/>
          </p:cNvSpPr>
          <p:nvPr/>
        </p:nvSpPr>
        <p:spPr>
          <a:xfrm xmlns:a="http://schemas.openxmlformats.org/drawingml/2006/main">
            <a:off x="504825" y="454342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64" name="dp42-comparison / n63 / text 1">
            <a:extLst xmlns:a="http://schemas.openxmlformats.org/drawingml/2006/main">
              <a:ext uri="{FF2B5EF4-FFF2-40B4-BE49-F238E27FC236}">
                <a16:creationId xmlns:a16="http://schemas.microsoft.com/office/drawing/2014/main" id="{B5096D3E-31EC-4877-8B19-3435F32A08AA}"/>
              </a:ext>
            </a:extLst>
          </p:cNvPr>
          <p:cNvSpPr>
            <a:spLocks xmlns:a="http://schemas.openxmlformats.org/drawingml/2006/main" noGrp="1"/>
          </p:cNvSpPr>
          <p:nvPr/>
        </p:nvSpPr>
        <p:spPr>
          <a:xfrm xmlns:a="http://schemas.openxmlformats.org/drawingml/2006/main">
            <a:off x="590550" y="4629150"/>
            <a:ext cx="5334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State</a:t>
            </a:r>
          </a:p>
        </p:txBody>
      </p:sp>
      <p:sp>
        <p:nvSpPr>
          <p:cNvPr id="65" name="dp42-comparison / n64 / text 1">
            <a:extLst xmlns:a="http://schemas.openxmlformats.org/drawingml/2006/main">
              <a:ext uri="{FF2B5EF4-FFF2-40B4-BE49-F238E27FC236}">
                <a16:creationId xmlns:a16="http://schemas.microsoft.com/office/drawing/2014/main" id="{2563BF0A-BE71-4FD7-BC3E-97BF28A855C1}"/>
              </a:ext>
            </a:extLst>
          </p:cNvPr>
          <p:cNvSpPr>
            <a:spLocks xmlns:a="http://schemas.openxmlformats.org/drawingml/2006/main" noGrp="1"/>
          </p:cNvSpPr>
          <p:nvPr/>
        </p:nvSpPr>
        <p:spPr>
          <a:xfrm xmlns:a="http://schemas.openxmlformats.org/drawingml/2006/main">
            <a:off x="514350" y="485775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저장 상태</a:t>
            </a:r>
          </a:p>
        </p:txBody>
      </p:sp>
      <p:sp>
        <p:nvSpPr>
          <p:cNvPr id="66" name="dp42-comparison / n65">
            <a:extLst xmlns:a="http://schemas.openxmlformats.org/drawingml/2006/main">
              <a:ext uri="{FF2B5EF4-FFF2-40B4-BE49-F238E27FC236}">
                <a16:creationId xmlns:a16="http://schemas.microsoft.com/office/drawing/2014/main" id="{E6D85088-EE54-43A7-92B2-C8E2C09DE1DA}"/>
              </a:ext>
            </a:extLst>
          </p:cNvPr>
          <p:cNvSpPr>
            <a:spLocks xmlns:a="http://schemas.openxmlformats.org/drawingml/2006/main" noGrp="1"/>
          </p:cNvSpPr>
          <p:nvPr/>
        </p:nvSpPr>
        <p:spPr>
          <a:xfrm xmlns:a="http://schemas.openxmlformats.org/drawingml/2006/main">
            <a:off x="504825" y="60102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7" name="dp42-comparison / n66 / text 1">
            <a:extLst xmlns:a="http://schemas.openxmlformats.org/drawingml/2006/main">
              <a:ext uri="{FF2B5EF4-FFF2-40B4-BE49-F238E27FC236}">
                <a16:creationId xmlns:a16="http://schemas.microsoft.com/office/drawing/2014/main" id="{17DD7FAD-2CE3-40DA-9EFA-21221CE90FA7}"/>
              </a:ext>
            </a:extLst>
          </p:cNvPr>
          <p:cNvSpPr>
            <a:spLocks xmlns:a="http://schemas.openxmlformats.org/drawingml/2006/main" noGrp="1"/>
          </p:cNvSpPr>
          <p:nvPr/>
        </p:nvSpPr>
        <p:spPr>
          <a:xfrm xmlns:a="http://schemas.openxmlformats.org/drawingml/2006/main">
            <a:off x="590550" y="60769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68" name="dp42-comparison / n67 / text 1">
            <a:extLst xmlns:a="http://schemas.openxmlformats.org/drawingml/2006/main">
              <a:ext uri="{FF2B5EF4-FFF2-40B4-BE49-F238E27FC236}">
                <a16:creationId xmlns:a16="http://schemas.microsoft.com/office/drawing/2014/main" id="{BB934A9D-41FA-4E52-BC2C-4BF67B83B899}"/>
              </a:ext>
            </a:extLst>
          </p:cNvPr>
          <p:cNvSpPr>
            <a:spLocks xmlns:a="http://schemas.openxmlformats.org/drawingml/2006/main" noGrp="1"/>
          </p:cNvSpPr>
          <p:nvPr/>
        </p:nvSpPr>
        <p:spPr>
          <a:xfrm xmlns:a="http://schemas.openxmlformats.org/drawingml/2006/main">
            <a:off x="514350" y="63246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흰색 / 검정</a:t>
            </a:r>
          </a:p>
        </p:txBody>
      </p:sp>
      <p:sp>
        <p:nvSpPr>
          <p:cNvPr id="69" name="dp42-comparison / n68">
            <a:extLst xmlns:a="http://schemas.openxmlformats.org/drawingml/2006/main">
              <a:ext uri="{FF2B5EF4-FFF2-40B4-BE49-F238E27FC236}">
                <a16:creationId xmlns:a16="http://schemas.microsoft.com/office/drawing/2014/main" id="{9A0F530B-207F-4034-B28D-84DB4A54F2BE}"/>
              </a:ext>
            </a:extLst>
          </p:cNvPr>
          <p:cNvSpPr>
            <a:spLocks xmlns:a="http://schemas.openxmlformats.org/drawingml/2006/main" noGrp="1"/>
          </p:cNvSpPr>
          <p:nvPr/>
        </p:nvSpPr>
        <p:spPr>
          <a:xfrm xmlns:a="http://schemas.openxmlformats.org/drawingml/2006/main">
            <a:off x="504825" y="6543675"/>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17145">
            <a:solidFill>
              <a:srgbClr val="B8753F"/>
            </a:solidFill>
            <a:prstDash val="solid"/>
          </a:ln>
        </p:spPr>
      </p:sp>
      <p:sp>
        <p:nvSpPr>
          <p:cNvPr id="70" name="dp42-comparison / n69 / text 1">
            <a:extLst xmlns:a="http://schemas.openxmlformats.org/drawingml/2006/main">
              <a:ext uri="{FF2B5EF4-FFF2-40B4-BE49-F238E27FC236}">
                <a16:creationId xmlns:a16="http://schemas.microsoft.com/office/drawing/2014/main" id="{A95F61DC-DB07-4F8C-853D-738AB0840194}"/>
              </a:ext>
            </a:extLst>
          </p:cNvPr>
          <p:cNvSpPr>
            <a:spLocks xmlns:a="http://schemas.openxmlformats.org/drawingml/2006/main" noGrp="1"/>
          </p:cNvSpPr>
          <p:nvPr/>
        </p:nvSpPr>
        <p:spPr>
          <a:xfrm xmlns:a="http://schemas.openxmlformats.org/drawingml/2006/main">
            <a:off x="590550" y="66103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71" name="dp42-comparison / n70 / text 1">
            <a:extLst xmlns:a="http://schemas.openxmlformats.org/drawingml/2006/main">
              <a:ext uri="{FF2B5EF4-FFF2-40B4-BE49-F238E27FC236}">
                <a16:creationId xmlns:a16="http://schemas.microsoft.com/office/drawing/2014/main" id="{5EBEF3E9-A336-40E3-8823-FCDE1FE8D8B3}"/>
              </a:ext>
            </a:extLst>
          </p:cNvPr>
          <p:cNvSpPr>
            <a:spLocks xmlns:a="http://schemas.openxmlformats.org/drawingml/2006/main" noGrp="1"/>
          </p:cNvSpPr>
          <p:nvPr/>
        </p:nvSpPr>
        <p:spPr>
          <a:xfrm xmlns:a="http://schemas.openxmlformats.org/drawingml/2006/main">
            <a:off x="514350" y="68580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72" name="dp42-comparison / n71">
            <a:extLst xmlns:a="http://schemas.openxmlformats.org/drawingml/2006/main">
              <a:ext uri="{FF2B5EF4-FFF2-40B4-BE49-F238E27FC236}">
                <a16:creationId xmlns:a16="http://schemas.microsoft.com/office/drawing/2014/main" id="{602DE894-A128-4F98-894B-BDCEA3A9BC09}"/>
              </a:ext>
            </a:extLst>
          </p:cNvPr>
          <p:cNvSpPr>
            <a:spLocks xmlns:a="http://schemas.openxmlformats.org/drawingml/2006/main" noGrp="1"/>
          </p:cNvSpPr>
          <p:nvPr/>
        </p:nvSpPr>
        <p:spPr>
          <a:xfrm xmlns:a="http://schemas.openxmlformats.org/drawingml/2006/main">
            <a:off x="504825" y="4057650"/>
            <a:ext cx="323850" cy="257175"/>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73" name="dp42-comparison / n72 / text 1">
            <a:extLst xmlns:a="http://schemas.openxmlformats.org/drawingml/2006/main">
              <a:ext uri="{FF2B5EF4-FFF2-40B4-BE49-F238E27FC236}">
                <a16:creationId xmlns:a16="http://schemas.microsoft.com/office/drawing/2014/main" id="{4573F0C4-82FA-4EC8-A5AF-BC9A1F303749}"/>
              </a:ext>
            </a:extLst>
          </p:cNvPr>
          <p:cNvSpPr>
            <a:spLocks xmlns:a="http://schemas.openxmlformats.org/drawingml/2006/main" noGrp="1"/>
          </p:cNvSpPr>
          <p:nvPr/>
        </p:nvSpPr>
        <p:spPr>
          <a:xfrm xmlns:a="http://schemas.openxmlformats.org/drawingml/2006/main">
            <a:off x="523875" y="4105275"/>
            <a:ext cx="285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a:t>
            </a:r>
          </a:p>
        </p:txBody>
      </p:sp>
      <p:sp>
        <p:nvSpPr>
          <p:cNvPr id="74" name="dp42-comparison / n73">
            <a:extLst xmlns:a="http://schemas.openxmlformats.org/drawingml/2006/main">
              <a:ext uri="{FF2B5EF4-FFF2-40B4-BE49-F238E27FC236}">
                <a16:creationId xmlns:a16="http://schemas.microsoft.com/office/drawing/2014/main" id="{BE1C3794-BBB5-4108-9935-4B3F83FD8607}"/>
              </a:ext>
            </a:extLst>
          </p:cNvPr>
          <p:cNvSpPr>
            <a:spLocks xmlns:a="http://schemas.openxmlformats.org/drawingml/2006/main" noGrp="1"/>
          </p:cNvSpPr>
          <p:nvPr/>
        </p:nvSpPr>
        <p:spPr>
          <a:xfrm xmlns:a="http://schemas.openxmlformats.org/drawingml/2006/main">
            <a:off x="885825" y="4057650"/>
            <a:ext cx="323850" cy="257175"/>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75" name="dp42-comparison / n74 / text 1">
            <a:extLst xmlns:a="http://schemas.openxmlformats.org/drawingml/2006/main">
              <a:ext uri="{FF2B5EF4-FFF2-40B4-BE49-F238E27FC236}">
                <a16:creationId xmlns:a16="http://schemas.microsoft.com/office/drawing/2014/main" id="{8E821E39-11CE-45CD-B27B-24CF72DFC6BD}"/>
              </a:ext>
            </a:extLst>
          </p:cNvPr>
          <p:cNvSpPr>
            <a:spLocks xmlns:a="http://schemas.openxmlformats.org/drawingml/2006/main" noGrp="1"/>
          </p:cNvSpPr>
          <p:nvPr/>
        </p:nvSpPr>
        <p:spPr>
          <a:xfrm xmlns:a="http://schemas.openxmlformats.org/drawingml/2006/main">
            <a:off x="904875" y="4105275"/>
            <a:ext cx="285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B</a:t>
            </a:r>
          </a:p>
        </p:txBody>
      </p:sp>
      <p:sp>
        <p:nvSpPr>
          <p:cNvPr id="76" name="dp42-comparison / n75 / text 1">
            <a:extLst xmlns:a="http://schemas.openxmlformats.org/drawingml/2006/main">
              <a:ext uri="{FF2B5EF4-FFF2-40B4-BE49-F238E27FC236}">
                <a16:creationId xmlns:a16="http://schemas.microsoft.com/office/drawing/2014/main" id="{6B1AAD4B-72D1-461E-9966-A07C05A8B68C}"/>
              </a:ext>
            </a:extLst>
          </p:cNvPr>
          <p:cNvSpPr>
            <a:spLocks xmlns:a="http://schemas.openxmlformats.org/drawingml/2006/main" noGrp="1"/>
          </p:cNvSpPr>
          <p:nvPr/>
        </p:nvSpPr>
        <p:spPr>
          <a:xfrm xmlns:a="http://schemas.openxmlformats.org/drawingml/2006/main">
            <a:off x="514350" y="437197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실행 / 서비스</a:t>
            </a:r>
          </a:p>
        </p:txBody>
      </p:sp>
      <p:sp>
        <p:nvSpPr>
          <p:cNvPr id="77" name="dp42-comparison / n76 / path">
            <a:extLst xmlns:a="http://schemas.openxmlformats.org/drawingml/2006/main">
              <a:ext uri="{FF2B5EF4-FFF2-40B4-BE49-F238E27FC236}">
                <a16:creationId xmlns:a16="http://schemas.microsoft.com/office/drawing/2014/main" id="{32776343-40B1-4D8D-AC69-F8864BA5B459}"/>
              </a:ext>
            </a:extLst>
          </p:cNvPr>
          <p:cNvSpPr>
            <a:spLocks xmlns:a="http://schemas.openxmlformats.org/drawingml/2006/main" noGrp="1"/>
          </p:cNvSpPr>
          <p:nvPr/>
        </p:nvSpPr>
        <p:spPr>
          <a:xfrm xmlns:a="http://schemas.openxmlformats.org/drawingml/2006/main">
            <a:off x="514350" y="52197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78" name="dp42-comparison / n76 / arrow">
            <a:extLst xmlns:a="http://schemas.openxmlformats.org/drawingml/2006/main">
              <a:ext uri="{FF2B5EF4-FFF2-40B4-BE49-F238E27FC236}">
                <a16:creationId xmlns:a16="http://schemas.microsoft.com/office/drawing/2014/main" id="{A94267B2-CFF5-4A7A-A328-0937A5E1718D}"/>
              </a:ext>
            </a:extLst>
          </p:cNvPr>
          <p:cNvSpPr>
            <a:spLocks xmlns:a="http://schemas.openxmlformats.org/drawingml/2006/main" noGrp="1"/>
          </p:cNvSpPr>
          <p:nvPr/>
        </p:nvSpPr>
        <p:spPr>
          <a:xfrm xmlns:a="http://schemas.openxmlformats.org/drawingml/2006/main">
            <a:off x="1104519" y="51861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9" name="dp42-comparison / n77 / text 1">
            <a:extLst xmlns:a="http://schemas.openxmlformats.org/drawingml/2006/main">
              <a:ext uri="{FF2B5EF4-FFF2-40B4-BE49-F238E27FC236}">
                <a16:creationId xmlns:a16="http://schemas.microsoft.com/office/drawing/2014/main" id="{FD69456C-65F1-4973-A2A1-0EC9B3669C69}"/>
              </a:ext>
            </a:extLst>
          </p:cNvPr>
          <p:cNvSpPr>
            <a:spLocks xmlns:a="http://schemas.openxmlformats.org/drawingml/2006/main" noGrp="1"/>
          </p:cNvSpPr>
          <p:nvPr/>
        </p:nvSpPr>
        <p:spPr>
          <a:xfrm xmlns:a="http://schemas.openxmlformats.org/drawingml/2006/main">
            <a:off x="514350" y="53054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요청 / 전달</a:t>
            </a:r>
          </a:p>
        </p:txBody>
      </p:sp>
      <p:sp>
        <p:nvSpPr>
          <p:cNvPr id="80" name="dp42-comparison / n78 / path">
            <a:extLst xmlns:a="http://schemas.openxmlformats.org/drawingml/2006/main">
              <a:ext uri="{FF2B5EF4-FFF2-40B4-BE49-F238E27FC236}">
                <a16:creationId xmlns:a16="http://schemas.microsoft.com/office/drawing/2014/main" id="{B0786698-DE44-49EB-95A6-9F9A64F50795}"/>
              </a:ext>
            </a:extLst>
          </p:cNvPr>
          <p:cNvSpPr>
            <a:spLocks xmlns:a="http://schemas.openxmlformats.org/drawingml/2006/main" noGrp="1"/>
          </p:cNvSpPr>
          <p:nvPr/>
        </p:nvSpPr>
        <p:spPr>
          <a:xfrm xmlns:a="http://schemas.openxmlformats.org/drawingml/2006/main">
            <a:off x="514350" y="561975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81" name="dp42-comparison / n78 / arrow">
            <a:extLst xmlns:a="http://schemas.openxmlformats.org/drawingml/2006/main">
              <a:ext uri="{FF2B5EF4-FFF2-40B4-BE49-F238E27FC236}">
                <a16:creationId xmlns:a16="http://schemas.microsoft.com/office/drawing/2014/main" id="{3D5D63A7-002D-4A07-9E8B-02194FC63C17}"/>
              </a:ext>
            </a:extLst>
          </p:cNvPr>
          <p:cNvSpPr>
            <a:spLocks xmlns:a="http://schemas.openxmlformats.org/drawingml/2006/main" noGrp="1"/>
          </p:cNvSpPr>
          <p:nvPr/>
        </p:nvSpPr>
        <p:spPr>
          <a:xfrm xmlns:a="http://schemas.openxmlformats.org/drawingml/2006/main">
            <a:off x="1104519" y="55862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2" name="dp42-comparison / n79 / text 1">
            <a:extLst xmlns:a="http://schemas.openxmlformats.org/drawingml/2006/main">
              <a:ext uri="{FF2B5EF4-FFF2-40B4-BE49-F238E27FC236}">
                <a16:creationId xmlns:a16="http://schemas.microsoft.com/office/drawing/2014/main" id="{E7A95F5F-6EDD-4345-AC0C-6D3AED93E65A}"/>
              </a:ext>
            </a:extLst>
          </p:cNvPr>
          <p:cNvSpPr>
            <a:spLocks xmlns:a="http://schemas.openxmlformats.org/drawingml/2006/main" noGrp="1"/>
          </p:cNvSpPr>
          <p:nvPr/>
        </p:nvSpPr>
        <p:spPr>
          <a:xfrm xmlns:a="http://schemas.openxmlformats.org/drawingml/2006/main">
            <a:off x="514350" y="57054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응답 / 반환</a:t>
            </a:r>
          </a:p>
        </p:txBody>
      </p:sp>
      <p:sp>
        <p:nvSpPr>
          <p:cNvPr id="83" name="dp42-comparison / n80 / text 1">
            <a:extLst xmlns:a="http://schemas.openxmlformats.org/drawingml/2006/main">
              <a:ext uri="{FF2B5EF4-FFF2-40B4-BE49-F238E27FC236}">
                <a16:creationId xmlns:a16="http://schemas.microsoft.com/office/drawing/2014/main" id="{6F44BABE-EA64-40E6-A896-6D66D07D4BCB}"/>
              </a:ext>
            </a:extLst>
          </p:cNvPr>
          <p:cNvSpPr>
            <a:spLocks xmlns:a="http://schemas.openxmlformats.org/drawingml/2006/main" noGrp="1"/>
          </p:cNvSpPr>
          <p:nvPr/>
        </p:nvSpPr>
        <p:spPr>
          <a:xfrm xmlns:a="http://schemas.openxmlformats.org/drawingml/2006/main">
            <a:off x="514350" y="707707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경계 A: 실선</a:t>
            </a:r>
          </a:p>
        </p:txBody>
      </p:sp>
      <p:sp>
        <p:nvSpPr>
          <p:cNvPr id="84" name="dp42-comparison / n80 / text 2">
            <a:extLst xmlns:a="http://schemas.openxmlformats.org/drawingml/2006/main">
              <a:ext uri="{FF2B5EF4-FFF2-40B4-BE49-F238E27FC236}">
                <a16:creationId xmlns:a16="http://schemas.microsoft.com/office/drawing/2014/main" id="{E3EACA7D-5854-49A3-8B5F-466BB06A6D5F}"/>
              </a:ext>
            </a:extLst>
          </p:cNvPr>
          <p:cNvSpPr>
            <a:spLocks xmlns:a="http://schemas.openxmlformats.org/drawingml/2006/main" noGrp="1"/>
          </p:cNvSpPr>
          <p:nvPr/>
        </p:nvSpPr>
        <p:spPr>
          <a:xfrm xmlns:a="http://schemas.openxmlformats.org/drawingml/2006/main">
            <a:off x="514350" y="7202805"/>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경계 B: 점선</a:t>
            </a:r>
          </a:p>
        </p:txBody>
      </p:sp>
      <p:sp>
        <p:nvSpPr>
          <p:cNvPr id="85" name="dp42-comparison / n81 / text 1">
            <a:extLst xmlns:a="http://schemas.openxmlformats.org/drawingml/2006/main">
              <a:ext uri="{FF2B5EF4-FFF2-40B4-BE49-F238E27FC236}">
                <a16:creationId xmlns:a16="http://schemas.microsoft.com/office/drawing/2014/main" id="{6B247A0C-C526-4056-BC03-2ED891A1DA11}"/>
              </a:ext>
            </a:extLst>
          </p:cNvPr>
          <p:cNvSpPr>
            <a:spLocks xmlns:a="http://schemas.openxmlformats.org/drawingml/2006/main" noGrp="1"/>
          </p:cNvSpPr>
          <p:nvPr/>
        </p:nvSpPr>
        <p:spPr>
          <a:xfrm xmlns:a="http://schemas.openxmlformats.org/drawingml/2006/main">
            <a:off x="514350" y="73723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경계선</a:t>
            </a:r>
          </a:p>
        </p:txBody>
      </p:sp>
      <p:sp>
        <p:nvSpPr>
          <p:cNvPr id="86" name="dp42-comparison / n86 / path">
            <a:extLst xmlns:a="http://schemas.openxmlformats.org/drawingml/2006/main">
              <a:ext uri="{FF2B5EF4-FFF2-40B4-BE49-F238E27FC236}">
                <a16:creationId xmlns:a16="http://schemas.microsoft.com/office/drawing/2014/main" id="{16E85C67-ABDF-4E04-88E1-46D190445D29}"/>
              </a:ext>
            </a:extLst>
          </p:cNvPr>
          <p:cNvSpPr>
            <a:spLocks xmlns:a="http://schemas.openxmlformats.org/drawingml/2006/main" noGrp="1"/>
          </p:cNvSpPr>
          <p:nvPr/>
        </p:nvSpPr>
        <p:spPr>
          <a:xfrm xmlns:a="http://schemas.openxmlformats.org/drawingml/2006/main">
            <a:off x="3886200" y="280035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87" name="dp42-comparison / n91 / path">
            <a:extLst xmlns:a="http://schemas.openxmlformats.org/drawingml/2006/main">
              <a:ext uri="{FF2B5EF4-FFF2-40B4-BE49-F238E27FC236}">
                <a16:creationId xmlns:a16="http://schemas.microsoft.com/office/drawing/2014/main" id="{347E04CF-99E8-4E17-81A9-72E65F7ED404}"/>
              </a:ext>
            </a:extLst>
          </p:cNvPr>
          <p:cNvSpPr>
            <a:spLocks xmlns:a="http://schemas.openxmlformats.org/drawingml/2006/main" noGrp="1"/>
          </p:cNvSpPr>
          <p:nvPr/>
        </p:nvSpPr>
        <p:spPr>
          <a:xfrm xmlns:a="http://schemas.openxmlformats.org/drawingml/2006/main">
            <a:off x="3886200" y="2981325"/>
            <a:ext cx="4495800" cy="953"/>
          </a:xfrm>
          <a:custGeom xmlns:a="http://schemas.openxmlformats.org/drawingml/2006/main">
            <a:pathLst>
              <a:path w="4495800" h="953">
                <a:moveTo>
                  <a:pt x="0" y="0"/>
                </a:moveTo>
                <a:lnTo>
                  <a:pt x="4495800" y="0"/>
                </a:lnTo>
              </a:path>
            </a:pathLst>
          </a:custGeom>
          <a:noFill xmlns:a="http://schemas.openxmlformats.org/drawingml/2006/main"/>
          <a:ln xmlns:a="http://schemas.openxmlformats.org/drawingml/2006/main" w="10478">
            <a:solidFill>
              <a:srgbClr val="000000"/>
            </a:solidFill>
            <a:prstDash val="solid"/>
          </a:ln>
        </p:spPr>
      </p:sp>
      <p:sp>
        <p:nvSpPr>
          <p:cNvPr id="88" name="dp42-comparison / n96 / path">
            <a:extLst xmlns:a="http://schemas.openxmlformats.org/drawingml/2006/main">
              <a:ext uri="{FF2B5EF4-FFF2-40B4-BE49-F238E27FC236}">
                <a16:creationId xmlns:a16="http://schemas.microsoft.com/office/drawing/2014/main" id="{076C245B-56BF-42CC-A9D0-565D2A4CE61C}"/>
              </a:ext>
            </a:extLst>
          </p:cNvPr>
          <p:cNvSpPr>
            <a:spLocks xmlns:a="http://schemas.openxmlformats.org/drawingml/2006/main" noGrp="1"/>
          </p:cNvSpPr>
          <p:nvPr/>
        </p:nvSpPr>
        <p:spPr>
          <a:xfrm xmlns:a="http://schemas.openxmlformats.org/drawingml/2006/main">
            <a:off x="3886200" y="316230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89" name="dp42-comparison / n101 / path">
            <a:extLst xmlns:a="http://schemas.openxmlformats.org/drawingml/2006/main">
              <a:ext uri="{FF2B5EF4-FFF2-40B4-BE49-F238E27FC236}">
                <a16:creationId xmlns:a16="http://schemas.microsoft.com/office/drawing/2014/main" id="{EE19ED36-3866-48DC-B4E2-B6FACB04BB5D}"/>
              </a:ext>
            </a:extLst>
          </p:cNvPr>
          <p:cNvSpPr>
            <a:spLocks xmlns:a="http://schemas.openxmlformats.org/drawingml/2006/main" noGrp="1"/>
          </p:cNvSpPr>
          <p:nvPr/>
        </p:nvSpPr>
        <p:spPr>
          <a:xfrm xmlns:a="http://schemas.openxmlformats.org/drawingml/2006/main">
            <a:off x="3886200" y="3343275"/>
            <a:ext cx="5210175" cy="953"/>
          </a:xfrm>
          <a:custGeom xmlns:a="http://schemas.openxmlformats.org/drawingml/2006/main">
            <a:pathLst>
              <a:path w="5210175" h="953">
                <a:moveTo>
                  <a:pt x="0" y="0"/>
                </a:moveTo>
                <a:lnTo>
                  <a:pt x="5210175" y="0"/>
                </a:lnTo>
              </a:path>
            </a:pathLst>
          </a:custGeom>
          <a:noFill xmlns:a="http://schemas.openxmlformats.org/drawingml/2006/main"/>
          <a:ln xmlns:a="http://schemas.openxmlformats.org/drawingml/2006/main" w="10478">
            <a:solidFill>
              <a:srgbClr val="000000"/>
            </a:solidFill>
            <a:prstDash val="solid"/>
          </a:ln>
        </p:spPr>
      </p:sp>
      <p:sp>
        <p:nvSpPr>
          <p:cNvPr id="90" name="dp42-comparison / n106">
            <a:extLst xmlns:a="http://schemas.openxmlformats.org/drawingml/2006/main">
              <a:ext uri="{FF2B5EF4-FFF2-40B4-BE49-F238E27FC236}">
                <a16:creationId xmlns:a16="http://schemas.microsoft.com/office/drawing/2014/main" id="{47237FEE-998C-4024-9E38-961621C29DE5}"/>
              </a:ext>
            </a:extLst>
          </p:cNvPr>
          <p:cNvSpPr>
            <a:spLocks xmlns:a="http://schemas.openxmlformats.org/drawingml/2006/main" noGrp="1"/>
          </p:cNvSpPr>
          <p:nvPr/>
        </p:nvSpPr>
        <p:spPr>
          <a:xfrm xmlns:a="http://schemas.openxmlformats.org/drawingml/2006/main">
            <a:off x="1524000" y="3495675"/>
            <a:ext cx="7858125"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91" name="dp42-comparison / n107 / text 1">
            <a:extLst xmlns:a="http://schemas.openxmlformats.org/drawingml/2006/main">
              <a:ext uri="{FF2B5EF4-FFF2-40B4-BE49-F238E27FC236}">
                <a16:creationId xmlns:a16="http://schemas.microsoft.com/office/drawing/2014/main" id="{6E7D3F98-A1CA-460F-BEB4-20270FC11C5D}"/>
              </a:ext>
            </a:extLst>
          </p:cNvPr>
          <p:cNvSpPr>
            <a:spLocks xmlns:a="http://schemas.openxmlformats.org/drawingml/2006/main" noGrp="1"/>
          </p:cNvSpPr>
          <p:nvPr/>
        </p:nvSpPr>
        <p:spPr>
          <a:xfrm xmlns:a="http://schemas.openxmlformats.org/drawingml/2006/main">
            <a:off x="1647825" y="3590925"/>
            <a:ext cx="76104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VIA Core</a:t>
            </a:r>
          </a:p>
        </p:txBody>
      </p:sp>
      <p:sp>
        <p:nvSpPr>
          <p:cNvPr id="92" name="dp42-comparison / n110">
            <a:extLst xmlns:a="http://schemas.openxmlformats.org/drawingml/2006/main">
              <a:ext uri="{FF2B5EF4-FFF2-40B4-BE49-F238E27FC236}">
                <a16:creationId xmlns:a16="http://schemas.microsoft.com/office/drawing/2014/main" id="{BAD5BC9F-782A-467A-94C9-F664382103B4}"/>
              </a:ext>
            </a:extLst>
          </p:cNvPr>
          <p:cNvSpPr>
            <a:spLocks xmlns:a="http://schemas.openxmlformats.org/drawingml/2006/main" noGrp="1"/>
          </p:cNvSpPr>
          <p:nvPr/>
        </p:nvSpPr>
        <p:spPr>
          <a:xfrm xmlns:a="http://schemas.openxmlformats.org/drawingml/2006/main">
            <a:off x="1714500" y="39147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3" name="dp42-comparison / n111 / text 1">
            <a:extLst xmlns:a="http://schemas.openxmlformats.org/drawingml/2006/main">
              <a:ext uri="{FF2B5EF4-FFF2-40B4-BE49-F238E27FC236}">
                <a16:creationId xmlns:a16="http://schemas.microsoft.com/office/drawing/2014/main" id="{EB589AEC-1475-45C2-816D-2F9B16DBD71B}"/>
              </a:ext>
            </a:extLst>
          </p:cNvPr>
          <p:cNvSpPr>
            <a:spLocks xmlns:a="http://schemas.openxmlformats.org/drawingml/2006/main" noGrp="1"/>
          </p:cNvSpPr>
          <p:nvPr/>
        </p:nvSpPr>
        <p:spPr>
          <a:xfrm xmlns:a="http://schemas.openxmlformats.org/drawingml/2006/main">
            <a:off x="1800225" y="39747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94" name="dp42-comparison / n112">
            <a:extLst xmlns:a="http://schemas.openxmlformats.org/drawingml/2006/main">
              <a:ext uri="{FF2B5EF4-FFF2-40B4-BE49-F238E27FC236}">
                <a16:creationId xmlns:a16="http://schemas.microsoft.com/office/drawing/2014/main" id="{6D4A441B-2064-463D-B163-990C26CE36F5}"/>
              </a:ext>
            </a:extLst>
          </p:cNvPr>
          <p:cNvSpPr>
            <a:spLocks xmlns:a="http://schemas.openxmlformats.org/drawingml/2006/main" noGrp="1"/>
          </p:cNvSpPr>
          <p:nvPr/>
        </p:nvSpPr>
        <p:spPr>
          <a:xfrm xmlns:a="http://schemas.openxmlformats.org/drawingml/2006/main">
            <a:off x="6619875" y="39147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5" name="dp42-comparison / n113 / text 1">
            <a:extLst xmlns:a="http://schemas.openxmlformats.org/drawingml/2006/main">
              <a:ext uri="{FF2B5EF4-FFF2-40B4-BE49-F238E27FC236}">
                <a16:creationId xmlns:a16="http://schemas.microsoft.com/office/drawing/2014/main" id="{D8CBADC0-1EEE-42C8-B020-747CE8AC8FA8}"/>
              </a:ext>
            </a:extLst>
          </p:cNvPr>
          <p:cNvSpPr>
            <a:spLocks xmlns:a="http://schemas.openxmlformats.org/drawingml/2006/main" noGrp="1"/>
          </p:cNvSpPr>
          <p:nvPr/>
        </p:nvSpPr>
        <p:spPr>
          <a:xfrm xmlns:a="http://schemas.openxmlformats.org/drawingml/2006/main">
            <a:off x="6705600" y="3974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96" name="dp42-comparison / n114">
            <a:extLst xmlns:a="http://schemas.openxmlformats.org/drawingml/2006/main">
              <a:ext uri="{FF2B5EF4-FFF2-40B4-BE49-F238E27FC236}">
                <a16:creationId xmlns:a16="http://schemas.microsoft.com/office/drawing/2014/main" id="{AAAE8D3B-C67B-48C9-A84C-385E2CE46422}"/>
              </a:ext>
            </a:extLst>
          </p:cNvPr>
          <p:cNvSpPr>
            <a:spLocks xmlns:a="http://schemas.openxmlformats.org/drawingml/2006/main" noGrp="1"/>
          </p:cNvSpPr>
          <p:nvPr/>
        </p:nvSpPr>
        <p:spPr>
          <a:xfrm xmlns:a="http://schemas.openxmlformats.org/drawingml/2006/main">
            <a:off x="1714500" y="461962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7" name="dp42-comparison / n115 / text 1">
            <a:extLst xmlns:a="http://schemas.openxmlformats.org/drawingml/2006/main">
              <a:ext uri="{FF2B5EF4-FFF2-40B4-BE49-F238E27FC236}">
                <a16:creationId xmlns:a16="http://schemas.microsoft.com/office/drawing/2014/main" id="{DDCC5521-CF26-4C6C-9367-787FDC4415AA}"/>
              </a:ext>
            </a:extLst>
          </p:cNvPr>
          <p:cNvSpPr>
            <a:spLocks xmlns:a="http://schemas.openxmlformats.org/drawingml/2006/main" noGrp="1"/>
          </p:cNvSpPr>
          <p:nvPr/>
        </p:nvSpPr>
        <p:spPr>
          <a:xfrm xmlns:a="http://schemas.openxmlformats.org/drawingml/2006/main">
            <a:off x="1800225" y="46762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98" name="dp42-comparison / n116">
            <a:extLst xmlns:a="http://schemas.openxmlformats.org/drawingml/2006/main">
              <a:ext uri="{FF2B5EF4-FFF2-40B4-BE49-F238E27FC236}">
                <a16:creationId xmlns:a16="http://schemas.microsoft.com/office/drawing/2014/main" id="{26CFDC82-A40B-4B1F-9AF7-A3AC71D1C2FB}"/>
              </a:ext>
            </a:extLst>
          </p:cNvPr>
          <p:cNvSpPr>
            <a:spLocks xmlns:a="http://schemas.openxmlformats.org/drawingml/2006/main" noGrp="1"/>
          </p:cNvSpPr>
          <p:nvPr/>
        </p:nvSpPr>
        <p:spPr>
          <a:xfrm xmlns:a="http://schemas.openxmlformats.org/drawingml/2006/main">
            <a:off x="1714500" y="53244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9" name="dp42-comparison / n117 / text 1">
            <a:extLst xmlns:a="http://schemas.openxmlformats.org/drawingml/2006/main">
              <a:ext uri="{FF2B5EF4-FFF2-40B4-BE49-F238E27FC236}">
                <a16:creationId xmlns:a16="http://schemas.microsoft.com/office/drawing/2014/main" id="{0131C27B-A3E7-4370-B692-8680287C29C0}"/>
              </a:ext>
            </a:extLst>
          </p:cNvPr>
          <p:cNvSpPr>
            <a:spLocks xmlns:a="http://schemas.openxmlformats.org/drawingml/2006/main" noGrp="1"/>
          </p:cNvSpPr>
          <p:nvPr/>
        </p:nvSpPr>
        <p:spPr>
          <a:xfrm xmlns:a="http://schemas.openxmlformats.org/drawingml/2006/main">
            <a:off x="1800225" y="53844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100" name="dp42-comparison / n118">
            <a:extLst xmlns:a="http://schemas.openxmlformats.org/drawingml/2006/main">
              <a:ext uri="{FF2B5EF4-FFF2-40B4-BE49-F238E27FC236}">
                <a16:creationId xmlns:a16="http://schemas.microsoft.com/office/drawing/2014/main" id="{DA052E61-DEF2-4942-A439-C09162335D9F}"/>
              </a:ext>
            </a:extLst>
          </p:cNvPr>
          <p:cNvSpPr>
            <a:spLocks xmlns:a="http://schemas.openxmlformats.org/drawingml/2006/main" noGrp="1"/>
          </p:cNvSpPr>
          <p:nvPr/>
        </p:nvSpPr>
        <p:spPr>
          <a:xfrm xmlns:a="http://schemas.openxmlformats.org/drawingml/2006/main">
            <a:off x="6619875" y="53244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1" name="dp42-comparison / n119 / text 1">
            <a:extLst xmlns:a="http://schemas.openxmlformats.org/drawingml/2006/main">
              <a:ext uri="{FF2B5EF4-FFF2-40B4-BE49-F238E27FC236}">
                <a16:creationId xmlns:a16="http://schemas.microsoft.com/office/drawing/2014/main" id="{0D1E5355-2ECB-40B5-9ECD-6C815EBAA7F3}"/>
              </a:ext>
            </a:extLst>
          </p:cNvPr>
          <p:cNvSpPr>
            <a:spLocks xmlns:a="http://schemas.openxmlformats.org/drawingml/2006/main" noGrp="1"/>
          </p:cNvSpPr>
          <p:nvPr/>
        </p:nvSpPr>
        <p:spPr>
          <a:xfrm xmlns:a="http://schemas.openxmlformats.org/drawingml/2006/main">
            <a:off x="6705600" y="53844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102" name="dp42-comparison / n124 / path">
            <a:extLst xmlns:a="http://schemas.openxmlformats.org/drawingml/2006/main">
              <a:ext uri="{FF2B5EF4-FFF2-40B4-BE49-F238E27FC236}">
                <a16:creationId xmlns:a16="http://schemas.microsoft.com/office/drawing/2014/main" id="{6D2D8F60-3EFB-4EBD-9A31-31F59AFDB89F}"/>
              </a:ext>
            </a:extLst>
          </p:cNvPr>
          <p:cNvSpPr>
            <a:spLocks xmlns:a="http://schemas.openxmlformats.org/drawingml/2006/main" noGrp="1"/>
          </p:cNvSpPr>
          <p:nvPr/>
        </p:nvSpPr>
        <p:spPr>
          <a:xfrm xmlns:a="http://schemas.openxmlformats.org/drawingml/2006/main">
            <a:off x="3952875" y="3819525"/>
            <a:ext cx="3000375" cy="180975"/>
          </a:xfrm>
          <a:custGeom xmlns:a="http://schemas.openxmlformats.org/drawingml/2006/main">
            <a:pathLst>
              <a:path w="3000375" h="180975">
                <a:moveTo>
                  <a:pt x="0" y="180975"/>
                </a:moveTo>
                <a:lnTo>
                  <a:pt x="190500" y="180975"/>
                </a:lnTo>
                <a:lnTo>
                  <a:pt x="190500" y="0"/>
                </a:lnTo>
                <a:lnTo>
                  <a:pt x="3000375" y="0"/>
                </a:lnTo>
                <a:lnTo>
                  <a:pt x="3000375" y="95250"/>
                </a:lnTo>
              </a:path>
            </a:pathLst>
          </a:custGeom>
          <a:noFill xmlns:a="http://schemas.openxmlformats.org/drawingml/2006/main"/>
          <a:ln xmlns:a="http://schemas.openxmlformats.org/drawingml/2006/main" w="10478">
            <a:solidFill>
              <a:srgbClr val="000000"/>
            </a:solidFill>
            <a:prstDash val="solid"/>
          </a:ln>
        </p:spPr>
      </p:sp>
      <p:sp>
        <p:nvSpPr>
          <p:cNvPr id="103" name="dp42-comparison / n124 / arrow">
            <a:extLst xmlns:a="http://schemas.openxmlformats.org/drawingml/2006/main">
              <a:ext uri="{FF2B5EF4-FFF2-40B4-BE49-F238E27FC236}">
                <a16:creationId xmlns:a16="http://schemas.microsoft.com/office/drawing/2014/main" id="{CB42A2A4-2426-4DD3-9EDF-9D923CB6F4C2}"/>
              </a:ext>
            </a:extLst>
          </p:cNvPr>
          <p:cNvSpPr>
            <a:spLocks xmlns:a="http://schemas.openxmlformats.org/drawingml/2006/main" noGrp="1"/>
          </p:cNvSpPr>
          <p:nvPr/>
        </p:nvSpPr>
        <p:spPr>
          <a:xfrm xmlns:a="http://schemas.openxmlformats.org/drawingml/2006/main">
            <a:off x="6919722" y="38477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4" name="dp42-comparison / n125 / path">
            <a:extLst xmlns:a="http://schemas.openxmlformats.org/drawingml/2006/main">
              <a:ext uri="{FF2B5EF4-FFF2-40B4-BE49-F238E27FC236}">
                <a16:creationId xmlns:a16="http://schemas.microsoft.com/office/drawing/2014/main" id="{21590B57-FE12-421D-B9C3-320B12CEE4AB}"/>
              </a:ext>
            </a:extLst>
          </p:cNvPr>
          <p:cNvSpPr>
            <a:spLocks xmlns:a="http://schemas.openxmlformats.org/drawingml/2006/main" noGrp="1"/>
          </p:cNvSpPr>
          <p:nvPr/>
        </p:nvSpPr>
        <p:spPr>
          <a:xfrm xmlns:a="http://schemas.openxmlformats.org/drawingml/2006/main">
            <a:off x="3952875" y="3876675"/>
            <a:ext cx="3143250" cy="190500"/>
          </a:xfrm>
          <a:custGeom xmlns:a="http://schemas.openxmlformats.org/drawingml/2006/main">
            <a:pathLst>
              <a:path w="3143250" h="190500">
                <a:moveTo>
                  <a:pt x="3143250" y="38100"/>
                </a:moveTo>
                <a:lnTo>
                  <a:pt x="3143250" y="0"/>
                </a:lnTo>
                <a:lnTo>
                  <a:pt x="95250" y="0"/>
                </a:lnTo>
                <a:lnTo>
                  <a:pt x="95250" y="190500"/>
                </a:lnTo>
                <a:lnTo>
                  <a:pt x="0" y="190500"/>
                </a:lnTo>
              </a:path>
            </a:pathLst>
          </a:custGeom>
          <a:noFill xmlns:a="http://schemas.openxmlformats.org/drawingml/2006/main"/>
          <a:ln xmlns:a="http://schemas.openxmlformats.org/drawingml/2006/main" w="10478">
            <a:solidFill>
              <a:srgbClr val="000000"/>
            </a:solidFill>
            <a:prstDash val="dash"/>
          </a:ln>
        </p:spPr>
      </p:sp>
      <p:sp>
        <p:nvSpPr>
          <p:cNvPr id="105" name="dp42-comparison / n125 / arrow">
            <a:extLst xmlns:a="http://schemas.openxmlformats.org/drawingml/2006/main">
              <a:ext uri="{FF2B5EF4-FFF2-40B4-BE49-F238E27FC236}">
                <a16:creationId xmlns:a16="http://schemas.microsoft.com/office/drawing/2014/main" id="{705E5B17-076C-4742-897D-8633CC90165A}"/>
              </a:ext>
            </a:extLst>
          </p:cNvPr>
          <p:cNvSpPr>
            <a:spLocks xmlns:a="http://schemas.openxmlformats.org/drawingml/2006/main" noGrp="1"/>
          </p:cNvSpPr>
          <p:nvPr/>
        </p:nvSpPr>
        <p:spPr>
          <a:xfrm xmlns:a="http://schemas.openxmlformats.org/drawingml/2006/main">
            <a:off x="3952875" y="4033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6" name="dp42-comparison / n128 / path">
            <a:extLst xmlns:a="http://schemas.openxmlformats.org/drawingml/2006/main">
              <a:ext uri="{FF2B5EF4-FFF2-40B4-BE49-F238E27FC236}">
                <a16:creationId xmlns:a16="http://schemas.microsoft.com/office/drawing/2014/main" id="{D7F6844E-280A-4170-BB0E-33FFB6B3E178}"/>
              </a:ext>
            </a:extLst>
          </p:cNvPr>
          <p:cNvSpPr>
            <a:spLocks xmlns:a="http://schemas.openxmlformats.org/drawingml/2006/main" noGrp="1"/>
          </p:cNvSpPr>
          <p:nvPr/>
        </p:nvSpPr>
        <p:spPr>
          <a:xfrm xmlns:a="http://schemas.openxmlformats.org/drawingml/2006/main">
            <a:off x="3952875" y="4181475"/>
            <a:ext cx="2667000" cy="953"/>
          </a:xfrm>
          <a:custGeom xmlns:a="http://schemas.openxmlformats.org/drawingml/2006/main">
            <a:pathLst>
              <a:path w="2667000" h="953">
                <a:moveTo>
                  <a:pt x="0" y="0"/>
                </a:moveTo>
                <a:lnTo>
                  <a:pt x="2667000" y="0"/>
                </a:lnTo>
              </a:path>
            </a:pathLst>
          </a:custGeom>
          <a:noFill xmlns:a="http://schemas.openxmlformats.org/drawingml/2006/main"/>
          <a:ln xmlns:a="http://schemas.openxmlformats.org/drawingml/2006/main" w="10478">
            <a:solidFill>
              <a:srgbClr val="000000"/>
            </a:solidFill>
            <a:prstDash val="solid"/>
          </a:ln>
        </p:spPr>
      </p:sp>
      <p:sp>
        <p:nvSpPr>
          <p:cNvPr id="107" name="dp42-comparison / n128 / arrow">
            <a:extLst xmlns:a="http://schemas.openxmlformats.org/drawingml/2006/main">
              <a:ext uri="{FF2B5EF4-FFF2-40B4-BE49-F238E27FC236}">
                <a16:creationId xmlns:a16="http://schemas.microsoft.com/office/drawing/2014/main" id="{DBD71563-AC80-4690-BDA5-C5E7A8FFEFDE}"/>
              </a:ext>
            </a:extLst>
          </p:cNvPr>
          <p:cNvSpPr>
            <a:spLocks xmlns:a="http://schemas.openxmlformats.org/drawingml/2006/main" noGrp="1"/>
          </p:cNvSpPr>
          <p:nvPr/>
        </p:nvSpPr>
        <p:spPr>
          <a:xfrm xmlns:a="http://schemas.openxmlformats.org/drawingml/2006/main">
            <a:off x="6552819" y="4147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8" name="dp42-comparison / n131 / path">
            <a:extLst xmlns:a="http://schemas.openxmlformats.org/drawingml/2006/main">
              <a:ext uri="{FF2B5EF4-FFF2-40B4-BE49-F238E27FC236}">
                <a16:creationId xmlns:a16="http://schemas.microsoft.com/office/drawing/2014/main" id="{BBDB1481-C6FA-41E8-BBF5-27EDE6399972}"/>
              </a:ext>
            </a:extLst>
          </p:cNvPr>
          <p:cNvSpPr>
            <a:spLocks xmlns:a="http://schemas.openxmlformats.org/drawingml/2006/main" noGrp="1"/>
          </p:cNvSpPr>
          <p:nvPr/>
        </p:nvSpPr>
        <p:spPr>
          <a:xfrm xmlns:a="http://schemas.openxmlformats.org/drawingml/2006/main">
            <a:off x="3952875" y="4000500"/>
            <a:ext cx="2667000" cy="495300"/>
          </a:xfrm>
          <a:custGeom xmlns:a="http://schemas.openxmlformats.org/drawingml/2006/main">
            <a:pathLst>
              <a:path w="2667000" h="495300">
                <a:moveTo>
                  <a:pt x="2667000" y="0"/>
                </a:moveTo>
                <a:lnTo>
                  <a:pt x="2457450" y="0"/>
                </a:lnTo>
                <a:lnTo>
                  <a:pt x="2457450" y="495300"/>
                </a:lnTo>
                <a:lnTo>
                  <a:pt x="161925" y="495300"/>
                </a:lnTo>
                <a:lnTo>
                  <a:pt x="161925" y="0"/>
                </a:lnTo>
                <a:lnTo>
                  <a:pt x="0" y="0"/>
                </a:lnTo>
              </a:path>
            </a:pathLst>
          </a:custGeom>
          <a:noFill xmlns:a="http://schemas.openxmlformats.org/drawingml/2006/main"/>
          <a:ln xmlns:a="http://schemas.openxmlformats.org/drawingml/2006/main" w="10478">
            <a:solidFill>
              <a:srgbClr val="000000"/>
            </a:solidFill>
            <a:prstDash val="dash"/>
          </a:ln>
        </p:spPr>
      </p:sp>
      <p:sp>
        <p:nvSpPr>
          <p:cNvPr id="109" name="dp42-comparison / n131 / arrow">
            <a:extLst xmlns:a="http://schemas.openxmlformats.org/drawingml/2006/main">
              <a:ext uri="{FF2B5EF4-FFF2-40B4-BE49-F238E27FC236}">
                <a16:creationId xmlns:a16="http://schemas.microsoft.com/office/drawing/2014/main" id="{4ABF4FED-2DE0-4311-8A35-118EF65E95B5}"/>
              </a:ext>
            </a:extLst>
          </p:cNvPr>
          <p:cNvSpPr>
            <a:spLocks xmlns:a="http://schemas.openxmlformats.org/drawingml/2006/main" noGrp="1"/>
          </p:cNvSpPr>
          <p:nvPr/>
        </p:nvSpPr>
        <p:spPr>
          <a:xfrm xmlns:a="http://schemas.openxmlformats.org/drawingml/2006/main">
            <a:off x="3952875" y="3966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0" name="dp42-comparison / n134 / path">
            <a:extLst xmlns:a="http://schemas.openxmlformats.org/drawingml/2006/main">
              <a:ext uri="{FF2B5EF4-FFF2-40B4-BE49-F238E27FC236}">
                <a16:creationId xmlns:a16="http://schemas.microsoft.com/office/drawing/2014/main" id="{CF931000-66C3-4EA9-851B-7FBA20BCE47C}"/>
              </a:ext>
            </a:extLst>
          </p:cNvPr>
          <p:cNvSpPr>
            <a:spLocks xmlns:a="http://schemas.openxmlformats.org/drawingml/2006/main" noGrp="1"/>
          </p:cNvSpPr>
          <p:nvPr/>
        </p:nvSpPr>
        <p:spPr>
          <a:xfrm xmlns:a="http://schemas.openxmlformats.org/drawingml/2006/main">
            <a:off x="2405063" y="4257675"/>
            <a:ext cx="953" cy="361950"/>
          </a:xfrm>
          <a:custGeom xmlns:a="http://schemas.openxmlformats.org/drawingml/2006/main">
            <a:pathLst>
              <a:path w="953" h="361950">
                <a:moveTo>
                  <a:pt x="0" y="0"/>
                </a:moveTo>
                <a:lnTo>
                  <a:pt x="0" y="361950"/>
                </a:lnTo>
              </a:path>
            </a:pathLst>
          </a:custGeom>
          <a:noFill xmlns:a="http://schemas.openxmlformats.org/drawingml/2006/main"/>
          <a:ln xmlns:a="http://schemas.openxmlformats.org/drawingml/2006/main" w="10478">
            <a:solidFill>
              <a:srgbClr val="000000"/>
            </a:solidFill>
            <a:prstDash val="solid"/>
          </a:ln>
        </p:spPr>
      </p:sp>
      <p:sp>
        <p:nvSpPr>
          <p:cNvPr id="111" name="dp42-comparison / n134 / arrow">
            <a:extLst xmlns:a="http://schemas.openxmlformats.org/drawingml/2006/main">
              <a:ext uri="{FF2B5EF4-FFF2-40B4-BE49-F238E27FC236}">
                <a16:creationId xmlns:a16="http://schemas.microsoft.com/office/drawing/2014/main" id="{6EE65618-C90B-4BB6-972F-94416F1768D0}"/>
              </a:ext>
            </a:extLst>
          </p:cNvPr>
          <p:cNvSpPr>
            <a:spLocks xmlns:a="http://schemas.openxmlformats.org/drawingml/2006/main" noGrp="1"/>
          </p:cNvSpPr>
          <p:nvPr/>
        </p:nvSpPr>
        <p:spPr>
          <a:xfrm xmlns:a="http://schemas.openxmlformats.org/drawingml/2006/main">
            <a:off x="2371535" y="4552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2" name="dp42-comparison / n135 / path">
            <a:extLst xmlns:a="http://schemas.openxmlformats.org/drawingml/2006/main">
              <a:ext uri="{FF2B5EF4-FFF2-40B4-BE49-F238E27FC236}">
                <a16:creationId xmlns:a16="http://schemas.microsoft.com/office/drawing/2014/main" id="{FB62232B-CEA1-4FDB-856A-DD1076BEB300}"/>
              </a:ext>
            </a:extLst>
          </p:cNvPr>
          <p:cNvSpPr>
            <a:spLocks xmlns:a="http://schemas.openxmlformats.org/drawingml/2006/main" noGrp="1"/>
          </p:cNvSpPr>
          <p:nvPr/>
        </p:nvSpPr>
        <p:spPr>
          <a:xfrm xmlns:a="http://schemas.openxmlformats.org/drawingml/2006/main">
            <a:off x="3262313" y="3914775"/>
            <a:ext cx="953" cy="1028700"/>
          </a:xfrm>
          <a:custGeom xmlns:a="http://schemas.openxmlformats.org/drawingml/2006/main">
            <a:pathLst>
              <a:path w="953" h="1028700">
                <a:moveTo>
                  <a:pt x="0" y="1028700"/>
                </a:moveTo>
                <a:lnTo>
                  <a:pt x="0" y="0"/>
                </a:lnTo>
              </a:path>
            </a:pathLst>
          </a:custGeom>
          <a:noFill xmlns:a="http://schemas.openxmlformats.org/drawingml/2006/main"/>
          <a:ln xmlns:a="http://schemas.openxmlformats.org/drawingml/2006/main" w="10478">
            <a:solidFill>
              <a:srgbClr val="000000"/>
            </a:solidFill>
            <a:prstDash val="dash"/>
          </a:ln>
        </p:spPr>
      </p:sp>
      <p:sp>
        <p:nvSpPr>
          <p:cNvPr id="113" name="dp42-comparison / n135 / arrow">
            <a:extLst xmlns:a="http://schemas.openxmlformats.org/drawingml/2006/main">
              <a:ext uri="{FF2B5EF4-FFF2-40B4-BE49-F238E27FC236}">
                <a16:creationId xmlns:a16="http://schemas.microsoft.com/office/drawing/2014/main" id="{6EEB0829-519F-46BB-9F44-507EC7BD83DA}"/>
              </a:ext>
            </a:extLst>
          </p:cNvPr>
          <p:cNvSpPr>
            <a:spLocks xmlns:a="http://schemas.openxmlformats.org/drawingml/2006/main" noGrp="1"/>
          </p:cNvSpPr>
          <p:nvPr/>
        </p:nvSpPr>
        <p:spPr>
          <a:xfrm xmlns:a="http://schemas.openxmlformats.org/drawingml/2006/main">
            <a:off x="3228785" y="3914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14" name="dp42-comparison / n138 / path">
            <a:extLst xmlns:a="http://schemas.openxmlformats.org/drawingml/2006/main">
              <a:ext uri="{FF2B5EF4-FFF2-40B4-BE49-F238E27FC236}">
                <a16:creationId xmlns:a16="http://schemas.microsoft.com/office/drawing/2014/main" id="{BED03308-A3BD-4FBA-8CBA-AFE77FF5E564}"/>
              </a:ext>
            </a:extLst>
          </p:cNvPr>
          <p:cNvSpPr>
            <a:spLocks xmlns:a="http://schemas.openxmlformats.org/drawingml/2006/main" noGrp="1"/>
          </p:cNvSpPr>
          <p:nvPr/>
        </p:nvSpPr>
        <p:spPr>
          <a:xfrm xmlns:a="http://schemas.openxmlformats.org/drawingml/2006/main">
            <a:off x="1619250" y="4086225"/>
            <a:ext cx="642938" cy="1238250"/>
          </a:xfrm>
          <a:custGeom xmlns:a="http://schemas.openxmlformats.org/drawingml/2006/main">
            <a:pathLst>
              <a:path w="642938" h="1238250">
                <a:moveTo>
                  <a:pt x="95250" y="0"/>
                </a:moveTo>
                <a:lnTo>
                  <a:pt x="0" y="0"/>
                </a:lnTo>
                <a:lnTo>
                  <a:pt x="0" y="1152525"/>
                </a:lnTo>
                <a:lnTo>
                  <a:pt x="642938" y="1152525"/>
                </a:lnTo>
                <a:lnTo>
                  <a:pt x="642938" y="1238250"/>
                </a:lnTo>
              </a:path>
            </a:pathLst>
          </a:custGeom>
          <a:noFill xmlns:a="http://schemas.openxmlformats.org/drawingml/2006/main"/>
          <a:ln xmlns:a="http://schemas.openxmlformats.org/drawingml/2006/main" w="10478">
            <a:solidFill>
              <a:srgbClr val="000000"/>
            </a:solidFill>
            <a:prstDash val="solid"/>
          </a:ln>
        </p:spPr>
      </p:sp>
      <p:sp>
        <p:nvSpPr>
          <p:cNvPr id="115" name="dp42-comparison / n138 / arrow">
            <a:extLst xmlns:a="http://schemas.openxmlformats.org/drawingml/2006/main">
              <a:ext uri="{FF2B5EF4-FFF2-40B4-BE49-F238E27FC236}">
                <a16:creationId xmlns:a16="http://schemas.microsoft.com/office/drawing/2014/main" id="{D58FE16B-1EB5-40CC-97FE-61D0AC163B52}"/>
              </a:ext>
            </a:extLst>
          </p:cNvPr>
          <p:cNvSpPr>
            <a:spLocks xmlns:a="http://schemas.openxmlformats.org/drawingml/2006/main" noGrp="1"/>
          </p:cNvSpPr>
          <p:nvPr/>
        </p:nvSpPr>
        <p:spPr>
          <a:xfrm xmlns:a="http://schemas.openxmlformats.org/drawingml/2006/main">
            <a:off x="2228660"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6" name="dp42-comparison / n139 / path">
            <a:extLst xmlns:a="http://schemas.openxmlformats.org/drawingml/2006/main">
              <a:ext uri="{FF2B5EF4-FFF2-40B4-BE49-F238E27FC236}">
                <a16:creationId xmlns:a16="http://schemas.microsoft.com/office/drawing/2014/main" id="{1B08C725-054B-4DC0-903F-597A0AE117DE}"/>
              </a:ext>
            </a:extLst>
          </p:cNvPr>
          <p:cNvSpPr>
            <a:spLocks xmlns:a="http://schemas.openxmlformats.org/drawingml/2006/main" noGrp="1"/>
          </p:cNvSpPr>
          <p:nvPr/>
        </p:nvSpPr>
        <p:spPr>
          <a:xfrm xmlns:a="http://schemas.openxmlformats.org/drawingml/2006/main">
            <a:off x="3952875" y="4105275"/>
            <a:ext cx="381000" cy="1295400"/>
          </a:xfrm>
          <a:custGeom xmlns:a="http://schemas.openxmlformats.org/drawingml/2006/main">
            <a:pathLst>
              <a:path w="381000" h="1295400">
                <a:moveTo>
                  <a:pt x="0" y="1295400"/>
                </a:moveTo>
                <a:lnTo>
                  <a:pt x="381000" y="1295400"/>
                </a:lnTo>
                <a:lnTo>
                  <a:pt x="381000" y="0"/>
                </a:lnTo>
                <a:lnTo>
                  <a:pt x="0" y="0"/>
                </a:lnTo>
              </a:path>
            </a:pathLst>
          </a:custGeom>
          <a:noFill xmlns:a="http://schemas.openxmlformats.org/drawingml/2006/main"/>
          <a:ln xmlns:a="http://schemas.openxmlformats.org/drawingml/2006/main" w="10478">
            <a:solidFill>
              <a:srgbClr val="000000"/>
            </a:solidFill>
            <a:prstDash val="dash"/>
          </a:ln>
        </p:spPr>
      </p:sp>
      <p:sp>
        <p:nvSpPr>
          <p:cNvPr id="117" name="dp42-comparison / n139 / arrow">
            <a:extLst xmlns:a="http://schemas.openxmlformats.org/drawingml/2006/main">
              <a:ext uri="{FF2B5EF4-FFF2-40B4-BE49-F238E27FC236}">
                <a16:creationId xmlns:a16="http://schemas.microsoft.com/office/drawing/2014/main" id="{8680B55C-AF0A-41CA-95F3-C7672B9452DD}"/>
              </a:ext>
            </a:extLst>
          </p:cNvPr>
          <p:cNvSpPr>
            <a:spLocks xmlns:a="http://schemas.openxmlformats.org/drawingml/2006/main" noGrp="1"/>
          </p:cNvSpPr>
          <p:nvPr/>
        </p:nvSpPr>
        <p:spPr>
          <a:xfrm xmlns:a="http://schemas.openxmlformats.org/drawingml/2006/main">
            <a:off x="3952875" y="40717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8" name="dp42-comparison / n144 / path">
            <a:extLst xmlns:a="http://schemas.openxmlformats.org/drawingml/2006/main">
              <a:ext uri="{FF2B5EF4-FFF2-40B4-BE49-F238E27FC236}">
                <a16:creationId xmlns:a16="http://schemas.microsoft.com/office/drawing/2014/main" id="{A97AEDEE-05D9-4D97-9E8A-CACD182DCCB9}"/>
              </a:ext>
            </a:extLst>
          </p:cNvPr>
          <p:cNvSpPr>
            <a:spLocks xmlns:a="http://schemas.openxmlformats.org/drawingml/2006/main" noGrp="1"/>
          </p:cNvSpPr>
          <p:nvPr/>
        </p:nvSpPr>
        <p:spPr>
          <a:xfrm xmlns:a="http://schemas.openxmlformats.org/drawingml/2006/main">
            <a:off x="7905750" y="4257675"/>
            <a:ext cx="953" cy="1066800"/>
          </a:xfrm>
          <a:custGeom xmlns:a="http://schemas.openxmlformats.org/drawingml/2006/main">
            <a:pathLst>
              <a:path w="953" h="1066800">
                <a:moveTo>
                  <a:pt x="0" y="0"/>
                </a:moveTo>
                <a:lnTo>
                  <a:pt x="0" y="1066800"/>
                </a:lnTo>
              </a:path>
            </a:pathLst>
          </a:custGeom>
          <a:noFill xmlns:a="http://schemas.openxmlformats.org/drawingml/2006/main"/>
          <a:ln xmlns:a="http://schemas.openxmlformats.org/drawingml/2006/main" w="10478">
            <a:solidFill>
              <a:srgbClr val="000000"/>
            </a:solidFill>
            <a:prstDash val="solid"/>
          </a:ln>
        </p:spPr>
      </p:sp>
      <p:sp>
        <p:nvSpPr>
          <p:cNvPr id="119" name="dp42-comparison / n144 / arrow">
            <a:extLst xmlns:a="http://schemas.openxmlformats.org/drawingml/2006/main">
              <a:ext uri="{FF2B5EF4-FFF2-40B4-BE49-F238E27FC236}">
                <a16:creationId xmlns:a16="http://schemas.microsoft.com/office/drawing/2014/main" id="{694D7372-E551-44C3-B713-5BC04A449F3C}"/>
              </a:ext>
            </a:extLst>
          </p:cNvPr>
          <p:cNvSpPr>
            <a:spLocks xmlns:a="http://schemas.openxmlformats.org/drawingml/2006/main" noGrp="1"/>
          </p:cNvSpPr>
          <p:nvPr/>
        </p:nvSpPr>
        <p:spPr>
          <a:xfrm xmlns:a="http://schemas.openxmlformats.org/drawingml/2006/main">
            <a:off x="7872222"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0" name="dp42-comparison / n145 / path">
            <a:extLst xmlns:a="http://schemas.openxmlformats.org/drawingml/2006/main">
              <a:ext uri="{FF2B5EF4-FFF2-40B4-BE49-F238E27FC236}">
                <a16:creationId xmlns:a16="http://schemas.microsoft.com/office/drawing/2014/main" id="{C7E1F0BA-DD34-4FE9-A7EC-A6BF0A78A6F6}"/>
              </a:ext>
            </a:extLst>
          </p:cNvPr>
          <p:cNvSpPr>
            <a:spLocks xmlns:a="http://schemas.openxmlformats.org/drawingml/2006/main" noGrp="1"/>
          </p:cNvSpPr>
          <p:nvPr/>
        </p:nvSpPr>
        <p:spPr>
          <a:xfrm xmlns:a="http://schemas.openxmlformats.org/drawingml/2006/main">
            <a:off x="6496050" y="4086225"/>
            <a:ext cx="123825" cy="1409700"/>
          </a:xfrm>
          <a:custGeom xmlns:a="http://schemas.openxmlformats.org/drawingml/2006/main">
            <a:pathLst>
              <a:path w="123825" h="1409700">
                <a:moveTo>
                  <a:pt x="123825" y="1409700"/>
                </a:moveTo>
                <a:lnTo>
                  <a:pt x="0" y="1409700"/>
                </a:lnTo>
                <a:lnTo>
                  <a:pt x="0" y="0"/>
                </a:lnTo>
                <a:lnTo>
                  <a:pt x="123825" y="0"/>
                </a:lnTo>
              </a:path>
            </a:pathLst>
          </a:custGeom>
          <a:noFill xmlns:a="http://schemas.openxmlformats.org/drawingml/2006/main"/>
          <a:ln xmlns:a="http://schemas.openxmlformats.org/drawingml/2006/main" w="10478">
            <a:solidFill>
              <a:srgbClr val="000000"/>
            </a:solidFill>
            <a:prstDash val="dash"/>
          </a:ln>
        </p:spPr>
      </p:sp>
      <p:sp>
        <p:nvSpPr>
          <p:cNvPr id="121" name="dp42-comparison / n145 / arrow">
            <a:extLst xmlns:a="http://schemas.openxmlformats.org/drawingml/2006/main">
              <a:ext uri="{FF2B5EF4-FFF2-40B4-BE49-F238E27FC236}">
                <a16:creationId xmlns:a16="http://schemas.microsoft.com/office/drawing/2014/main" id="{41D64992-7AF0-41E7-AF19-030E3D046715}"/>
              </a:ext>
            </a:extLst>
          </p:cNvPr>
          <p:cNvSpPr>
            <a:spLocks xmlns:a="http://schemas.openxmlformats.org/drawingml/2006/main" noGrp="1"/>
          </p:cNvSpPr>
          <p:nvPr/>
        </p:nvSpPr>
        <p:spPr>
          <a:xfrm xmlns:a="http://schemas.openxmlformats.org/drawingml/2006/main">
            <a:off x="6552819"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2" name="dp42-comparison / n150">
            <a:extLst xmlns:a="http://schemas.openxmlformats.org/drawingml/2006/main">
              <a:ext uri="{FF2B5EF4-FFF2-40B4-BE49-F238E27FC236}">
                <a16:creationId xmlns:a16="http://schemas.microsoft.com/office/drawing/2014/main" id="{3E8E42F8-A8D3-442F-A26F-C7A35ED0E0B0}"/>
              </a:ext>
            </a:extLst>
          </p:cNvPr>
          <p:cNvSpPr>
            <a:spLocks xmlns:a="http://schemas.openxmlformats.org/drawingml/2006/main" noGrp="1"/>
          </p:cNvSpPr>
          <p:nvPr/>
        </p:nvSpPr>
        <p:spPr>
          <a:xfrm xmlns:a="http://schemas.openxmlformats.org/drawingml/2006/main">
            <a:off x="4429125" y="5915025"/>
            <a:ext cx="2095500" cy="295275"/>
          </a:xfrm>
          <a:prstGeom xmlns:a="http://schemas.openxmlformats.org/drawingml/2006/main" prst="roundRect">
            <a:avLst>
              <a:gd name="adj" fmla="val 25806"/>
            </a:avLst>
          </a:prstGeom>
          <a:solidFill xmlns:a="http://schemas.openxmlformats.org/drawingml/2006/main">
            <a:srgbClr val="FFF0DD"/>
          </a:solidFill>
          <a:ln xmlns:a="http://schemas.openxmlformats.org/drawingml/2006/main" w="17145">
            <a:solidFill>
              <a:srgbClr val="B8753F"/>
            </a:solidFill>
            <a:prstDash val="solid"/>
          </a:ln>
        </p:spPr>
      </p:sp>
      <p:sp>
        <p:nvSpPr>
          <p:cNvPr id="123" name="dp42-comparison / n151 / text 1">
            <a:extLst xmlns:a="http://schemas.openxmlformats.org/drawingml/2006/main">
              <a:ext uri="{FF2B5EF4-FFF2-40B4-BE49-F238E27FC236}">
                <a16:creationId xmlns:a16="http://schemas.microsoft.com/office/drawing/2014/main" id="{9AAC7865-A76E-430B-86DB-C3EA3AB4AA14}"/>
              </a:ext>
            </a:extLst>
          </p:cNvPr>
          <p:cNvSpPr>
            <a:spLocks xmlns:a="http://schemas.openxmlformats.org/drawingml/2006/main" noGrp="1"/>
          </p:cNvSpPr>
          <p:nvPr/>
        </p:nvSpPr>
        <p:spPr>
          <a:xfrm xmlns:a="http://schemas.openxmlformats.org/drawingml/2006/main">
            <a:off x="4514850" y="5957411"/>
            <a:ext cx="1924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트랜잭션 관리자</a:t>
            </a:r>
          </a:p>
        </p:txBody>
      </p:sp>
      <p:sp>
        <p:nvSpPr>
          <p:cNvPr id="124" name="dp42-comparison / n152">
            <a:extLst xmlns:a="http://schemas.openxmlformats.org/drawingml/2006/main">
              <a:ext uri="{FF2B5EF4-FFF2-40B4-BE49-F238E27FC236}">
                <a16:creationId xmlns:a16="http://schemas.microsoft.com/office/drawing/2014/main" id="{8E5691E9-0E9E-4077-96A9-606C2BC66C24}"/>
              </a:ext>
            </a:extLst>
          </p:cNvPr>
          <p:cNvSpPr>
            <a:spLocks xmlns:a="http://schemas.openxmlformats.org/drawingml/2006/main" noGrp="1"/>
          </p:cNvSpPr>
          <p:nvPr/>
        </p:nvSpPr>
        <p:spPr>
          <a:xfrm xmlns:a="http://schemas.openxmlformats.org/drawingml/2006/main">
            <a:off x="4619625" y="6400800"/>
            <a:ext cx="1905000"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25" name="dp42-comparison / n153 / text 1">
            <a:extLst xmlns:a="http://schemas.openxmlformats.org/drawingml/2006/main">
              <a:ext uri="{FF2B5EF4-FFF2-40B4-BE49-F238E27FC236}">
                <a16:creationId xmlns:a16="http://schemas.microsoft.com/office/drawing/2014/main" id="{AE413BDA-D156-499F-B8F3-B143356C9D8B}"/>
              </a:ext>
            </a:extLst>
          </p:cNvPr>
          <p:cNvSpPr>
            <a:spLocks xmlns:a="http://schemas.openxmlformats.org/drawingml/2006/main" noGrp="1"/>
          </p:cNvSpPr>
          <p:nvPr/>
        </p:nvSpPr>
        <p:spPr>
          <a:xfrm xmlns:a="http://schemas.openxmlformats.org/drawingml/2006/main">
            <a:off x="4705350" y="6515100"/>
            <a:ext cx="1733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State Store</a:t>
            </a:r>
          </a:p>
        </p:txBody>
      </p:sp>
      <p:sp>
        <p:nvSpPr>
          <p:cNvPr id="126" name="dp42-comparison / n154 / path">
            <a:extLst xmlns:a="http://schemas.openxmlformats.org/drawingml/2006/main">
              <a:ext uri="{FF2B5EF4-FFF2-40B4-BE49-F238E27FC236}">
                <a16:creationId xmlns:a16="http://schemas.microsoft.com/office/drawing/2014/main" id="{39A4A96B-2F51-40F2-BF99-8AEF2DF5D96F}"/>
              </a:ext>
            </a:extLst>
          </p:cNvPr>
          <p:cNvSpPr>
            <a:spLocks xmlns:a="http://schemas.openxmlformats.org/drawingml/2006/main" noGrp="1"/>
          </p:cNvSpPr>
          <p:nvPr/>
        </p:nvSpPr>
        <p:spPr>
          <a:xfrm xmlns:a="http://schemas.openxmlformats.org/drawingml/2006/main">
            <a:off x="3952875" y="4238625"/>
            <a:ext cx="1000125" cy="1676400"/>
          </a:xfrm>
          <a:custGeom xmlns:a="http://schemas.openxmlformats.org/drawingml/2006/main">
            <a:pathLst>
              <a:path w="1000125" h="1676400">
                <a:moveTo>
                  <a:pt x="0" y="0"/>
                </a:moveTo>
                <a:lnTo>
                  <a:pt x="285750" y="0"/>
                </a:lnTo>
                <a:lnTo>
                  <a:pt x="285750" y="1600200"/>
                </a:lnTo>
                <a:lnTo>
                  <a:pt x="1000125" y="1600200"/>
                </a:lnTo>
                <a:lnTo>
                  <a:pt x="1000125" y="1676400"/>
                </a:lnTo>
              </a:path>
            </a:pathLst>
          </a:custGeom>
          <a:noFill xmlns:a="http://schemas.openxmlformats.org/drawingml/2006/main"/>
          <a:ln xmlns:a="http://schemas.openxmlformats.org/drawingml/2006/main" w="10478">
            <a:solidFill>
              <a:srgbClr val="000000"/>
            </a:solidFill>
            <a:prstDash val="solid"/>
          </a:ln>
        </p:spPr>
      </p:sp>
      <p:sp>
        <p:nvSpPr>
          <p:cNvPr id="127" name="dp42-comparison / n154 / arrow">
            <a:extLst xmlns:a="http://schemas.openxmlformats.org/drawingml/2006/main">
              <a:ext uri="{FF2B5EF4-FFF2-40B4-BE49-F238E27FC236}">
                <a16:creationId xmlns:a16="http://schemas.microsoft.com/office/drawing/2014/main" id="{6C8CA28D-60D5-4EB1-93C6-70B01668C274}"/>
              </a:ext>
            </a:extLst>
          </p:cNvPr>
          <p:cNvSpPr>
            <a:spLocks xmlns:a="http://schemas.openxmlformats.org/drawingml/2006/main" noGrp="1"/>
          </p:cNvSpPr>
          <p:nvPr/>
        </p:nvSpPr>
        <p:spPr>
          <a:xfrm xmlns:a="http://schemas.openxmlformats.org/drawingml/2006/main">
            <a:off x="4919472" y="5847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28" name="dp42-comparison / n155 / path">
            <a:extLst xmlns:a="http://schemas.openxmlformats.org/drawingml/2006/main">
              <a:ext uri="{FF2B5EF4-FFF2-40B4-BE49-F238E27FC236}">
                <a16:creationId xmlns:a16="http://schemas.microsoft.com/office/drawing/2014/main" id="{31993372-096B-4D90-9173-F7C5EA0EDEAC}"/>
              </a:ext>
            </a:extLst>
          </p:cNvPr>
          <p:cNvSpPr>
            <a:spLocks xmlns:a="http://schemas.openxmlformats.org/drawingml/2006/main" noGrp="1"/>
          </p:cNvSpPr>
          <p:nvPr/>
        </p:nvSpPr>
        <p:spPr>
          <a:xfrm xmlns:a="http://schemas.openxmlformats.org/drawingml/2006/main">
            <a:off x="6000750" y="4238625"/>
            <a:ext cx="619125" cy="1676400"/>
          </a:xfrm>
          <a:custGeom xmlns:a="http://schemas.openxmlformats.org/drawingml/2006/main">
            <a:pathLst>
              <a:path w="619125" h="1676400">
                <a:moveTo>
                  <a:pt x="619125" y="0"/>
                </a:moveTo>
                <a:lnTo>
                  <a:pt x="571500" y="0"/>
                </a:lnTo>
                <a:lnTo>
                  <a:pt x="571500" y="1600200"/>
                </a:lnTo>
                <a:lnTo>
                  <a:pt x="0" y="1600200"/>
                </a:lnTo>
                <a:lnTo>
                  <a:pt x="0" y="1676400"/>
                </a:lnTo>
              </a:path>
            </a:pathLst>
          </a:custGeom>
          <a:noFill xmlns:a="http://schemas.openxmlformats.org/drawingml/2006/main"/>
          <a:ln xmlns:a="http://schemas.openxmlformats.org/drawingml/2006/main" w="10478">
            <a:solidFill>
              <a:srgbClr val="000000"/>
            </a:solidFill>
            <a:prstDash val="solid"/>
          </a:ln>
        </p:spPr>
      </p:sp>
      <p:sp>
        <p:nvSpPr>
          <p:cNvPr id="129" name="dp42-comparison / n155 / arrow">
            <a:extLst xmlns:a="http://schemas.openxmlformats.org/drawingml/2006/main">
              <a:ext uri="{FF2B5EF4-FFF2-40B4-BE49-F238E27FC236}">
                <a16:creationId xmlns:a16="http://schemas.microsoft.com/office/drawing/2014/main" id="{49BB898E-A8D9-4238-A194-912677EFB9F4}"/>
              </a:ext>
            </a:extLst>
          </p:cNvPr>
          <p:cNvSpPr>
            <a:spLocks xmlns:a="http://schemas.openxmlformats.org/drawingml/2006/main" noGrp="1"/>
          </p:cNvSpPr>
          <p:nvPr/>
        </p:nvSpPr>
        <p:spPr>
          <a:xfrm xmlns:a="http://schemas.openxmlformats.org/drawingml/2006/main">
            <a:off x="5967222" y="5847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0" name="dp42-comparison / n156 / path">
            <a:extLst xmlns:a="http://schemas.openxmlformats.org/drawingml/2006/main">
              <a:ext uri="{FF2B5EF4-FFF2-40B4-BE49-F238E27FC236}">
                <a16:creationId xmlns:a16="http://schemas.microsoft.com/office/drawing/2014/main" id="{A25A9B6B-742C-416D-B972-A4AFA6589588}"/>
              </a:ext>
            </a:extLst>
          </p:cNvPr>
          <p:cNvSpPr>
            <a:spLocks xmlns:a="http://schemas.openxmlformats.org/drawingml/2006/main" noGrp="1"/>
          </p:cNvSpPr>
          <p:nvPr/>
        </p:nvSpPr>
        <p:spPr>
          <a:xfrm xmlns:a="http://schemas.openxmlformats.org/drawingml/2006/main">
            <a:off x="5476875" y="6210300"/>
            <a:ext cx="95250" cy="190500"/>
          </a:xfrm>
          <a:custGeom xmlns:a="http://schemas.openxmlformats.org/drawingml/2006/main">
            <a:pathLst>
              <a:path w="95250" h="190500">
                <a:moveTo>
                  <a:pt x="0" y="0"/>
                </a:moveTo>
                <a:lnTo>
                  <a:pt x="0" y="85725"/>
                </a:lnTo>
                <a:lnTo>
                  <a:pt x="95250" y="85725"/>
                </a:lnTo>
                <a:lnTo>
                  <a:pt x="95250" y="190500"/>
                </a:lnTo>
              </a:path>
            </a:pathLst>
          </a:custGeom>
          <a:noFill xmlns:a="http://schemas.openxmlformats.org/drawingml/2006/main"/>
          <a:ln xmlns:a="http://schemas.openxmlformats.org/drawingml/2006/main" w="10478">
            <a:solidFill>
              <a:srgbClr val="000000"/>
            </a:solidFill>
            <a:prstDash val="solid"/>
          </a:ln>
        </p:spPr>
      </p:sp>
      <p:sp>
        <p:nvSpPr>
          <p:cNvPr id="131" name="dp42-comparison / n156 / arrow">
            <a:extLst xmlns:a="http://schemas.openxmlformats.org/drawingml/2006/main">
              <a:ext uri="{FF2B5EF4-FFF2-40B4-BE49-F238E27FC236}">
                <a16:creationId xmlns:a16="http://schemas.microsoft.com/office/drawing/2014/main" id="{0E9DAE32-C969-41A1-9F06-23C9450EAE27}"/>
              </a:ext>
            </a:extLst>
          </p:cNvPr>
          <p:cNvSpPr>
            <a:spLocks xmlns:a="http://schemas.openxmlformats.org/drawingml/2006/main" noGrp="1"/>
          </p:cNvSpPr>
          <p:nvPr/>
        </p:nvSpPr>
        <p:spPr>
          <a:xfrm xmlns:a="http://schemas.openxmlformats.org/drawingml/2006/main">
            <a:off x="5538597"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2" name="dp42-comparison / n157 / path">
            <a:extLst xmlns:a="http://schemas.openxmlformats.org/drawingml/2006/main">
              <a:ext uri="{FF2B5EF4-FFF2-40B4-BE49-F238E27FC236}">
                <a16:creationId xmlns:a16="http://schemas.microsoft.com/office/drawing/2014/main" id="{1D979FE1-4F22-45E7-BC16-27C85045FECF}"/>
              </a:ext>
            </a:extLst>
          </p:cNvPr>
          <p:cNvSpPr>
            <a:spLocks xmlns:a="http://schemas.openxmlformats.org/drawingml/2006/main" noGrp="1"/>
          </p:cNvSpPr>
          <p:nvPr/>
        </p:nvSpPr>
        <p:spPr>
          <a:xfrm xmlns:a="http://schemas.openxmlformats.org/drawingml/2006/main">
            <a:off x="6000750" y="5915025"/>
            <a:ext cx="95250" cy="771525"/>
          </a:xfrm>
          <a:custGeom xmlns:a="http://schemas.openxmlformats.org/drawingml/2006/main">
            <a:pathLst>
              <a:path w="95250" h="771525">
                <a:moveTo>
                  <a:pt x="95250" y="771525"/>
                </a:moveTo>
                <a:lnTo>
                  <a:pt x="95250" y="400050"/>
                </a:lnTo>
                <a:lnTo>
                  <a:pt x="0" y="400050"/>
                </a:lnTo>
                <a:lnTo>
                  <a:pt x="0" y="0"/>
                </a:lnTo>
              </a:path>
            </a:pathLst>
          </a:custGeom>
          <a:noFill xmlns:a="http://schemas.openxmlformats.org/drawingml/2006/main"/>
          <a:ln xmlns:a="http://schemas.openxmlformats.org/drawingml/2006/main" w="10478">
            <a:solidFill>
              <a:srgbClr val="000000"/>
            </a:solidFill>
            <a:prstDash val="dash"/>
          </a:ln>
        </p:spPr>
      </p:sp>
      <p:sp>
        <p:nvSpPr>
          <p:cNvPr id="133" name="dp42-comparison / n157 / arrow">
            <a:extLst xmlns:a="http://schemas.openxmlformats.org/drawingml/2006/main">
              <a:ext uri="{FF2B5EF4-FFF2-40B4-BE49-F238E27FC236}">
                <a16:creationId xmlns:a16="http://schemas.microsoft.com/office/drawing/2014/main" id="{B1E350C4-EA59-46B4-9CDC-0FA75A29C1BF}"/>
              </a:ext>
            </a:extLst>
          </p:cNvPr>
          <p:cNvSpPr>
            <a:spLocks xmlns:a="http://schemas.openxmlformats.org/drawingml/2006/main" noGrp="1"/>
          </p:cNvSpPr>
          <p:nvPr/>
        </p:nvSpPr>
        <p:spPr>
          <a:xfrm xmlns:a="http://schemas.openxmlformats.org/drawingml/2006/main">
            <a:off x="5967222" y="59150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34" name="dp42-comparison / n162 / path">
            <a:extLst xmlns:a="http://schemas.openxmlformats.org/drawingml/2006/main">
              <a:ext uri="{FF2B5EF4-FFF2-40B4-BE49-F238E27FC236}">
                <a16:creationId xmlns:a16="http://schemas.microsoft.com/office/drawing/2014/main" id="{4CD1FCD1-3A67-4DC9-995B-B0263801CA4E}"/>
              </a:ext>
            </a:extLst>
          </p:cNvPr>
          <p:cNvSpPr>
            <a:spLocks xmlns:a="http://schemas.openxmlformats.org/drawingml/2006/main" noGrp="1"/>
          </p:cNvSpPr>
          <p:nvPr/>
        </p:nvSpPr>
        <p:spPr>
          <a:xfrm xmlns:a="http://schemas.openxmlformats.org/drawingml/2006/main">
            <a:off x="3952875" y="4229100"/>
            <a:ext cx="476250" cy="1833563"/>
          </a:xfrm>
          <a:custGeom xmlns:a="http://schemas.openxmlformats.org/drawingml/2006/main">
            <a:pathLst>
              <a:path w="476250" h="1833563">
                <a:moveTo>
                  <a:pt x="476250" y="1833563"/>
                </a:moveTo>
                <a:lnTo>
                  <a:pt x="228600" y="1833563"/>
                </a:lnTo>
                <a:lnTo>
                  <a:pt x="228600" y="0"/>
                </a:lnTo>
                <a:lnTo>
                  <a:pt x="0" y="0"/>
                </a:lnTo>
              </a:path>
            </a:pathLst>
          </a:custGeom>
          <a:noFill xmlns:a="http://schemas.openxmlformats.org/drawingml/2006/main"/>
          <a:ln xmlns:a="http://schemas.openxmlformats.org/drawingml/2006/main" w="10478">
            <a:solidFill>
              <a:srgbClr val="000000"/>
            </a:solidFill>
            <a:prstDash val="dash"/>
          </a:ln>
        </p:spPr>
      </p:sp>
      <p:sp>
        <p:nvSpPr>
          <p:cNvPr id="135" name="dp42-comparison / n162 / arrow">
            <a:extLst xmlns:a="http://schemas.openxmlformats.org/drawingml/2006/main">
              <a:ext uri="{FF2B5EF4-FFF2-40B4-BE49-F238E27FC236}">
                <a16:creationId xmlns:a16="http://schemas.microsoft.com/office/drawing/2014/main" id="{607A2305-9A6B-45B9-8920-523918FDB3AD}"/>
              </a:ext>
            </a:extLst>
          </p:cNvPr>
          <p:cNvSpPr>
            <a:spLocks xmlns:a="http://schemas.openxmlformats.org/drawingml/2006/main" noGrp="1"/>
          </p:cNvSpPr>
          <p:nvPr/>
        </p:nvSpPr>
        <p:spPr>
          <a:xfrm xmlns:a="http://schemas.openxmlformats.org/drawingml/2006/main">
            <a:off x="3952875" y="41955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36" name="dp42-comparison / n163 / path">
            <a:extLst xmlns:a="http://schemas.openxmlformats.org/drawingml/2006/main">
              <a:ext uri="{FF2B5EF4-FFF2-40B4-BE49-F238E27FC236}">
                <a16:creationId xmlns:a16="http://schemas.microsoft.com/office/drawing/2014/main" id="{5DC146B7-1452-4A44-9318-6740ABF25EE4}"/>
              </a:ext>
            </a:extLst>
          </p:cNvPr>
          <p:cNvSpPr>
            <a:spLocks xmlns:a="http://schemas.openxmlformats.org/drawingml/2006/main" noGrp="1"/>
          </p:cNvSpPr>
          <p:nvPr/>
        </p:nvSpPr>
        <p:spPr>
          <a:xfrm xmlns:a="http://schemas.openxmlformats.org/drawingml/2006/main">
            <a:off x="6524625" y="4229100"/>
            <a:ext cx="95250" cy="1833563"/>
          </a:xfrm>
          <a:custGeom xmlns:a="http://schemas.openxmlformats.org/drawingml/2006/main">
            <a:pathLst>
              <a:path w="95250" h="1833563">
                <a:moveTo>
                  <a:pt x="0" y="1833563"/>
                </a:moveTo>
                <a:lnTo>
                  <a:pt x="66675" y="1833563"/>
                </a:lnTo>
                <a:lnTo>
                  <a:pt x="66675" y="0"/>
                </a:lnTo>
                <a:lnTo>
                  <a:pt x="95250" y="0"/>
                </a:lnTo>
              </a:path>
            </a:pathLst>
          </a:custGeom>
          <a:noFill xmlns:a="http://schemas.openxmlformats.org/drawingml/2006/main"/>
          <a:ln xmlns:a="http://schemas.openxmlformats.org/drawingml/2006/main" w="10478">
            <a:solidFill>
              <a:srgbClr val="000000"/>
            </a:solidFill>
            <a:prstDash val="dash"/>
          </a:ln>
        </p:spPr>
      </p:sp>
      <p:sp>
        <p:nvSpPr>
          <p:cNvPr id="137" name="dp42-comparison / n163 / arrow">
            <a:extLst xmlns:a="http://schemas.openxmlformats.org/drawingml/2006/main">
              <a:ext uri="{FF2B5EF4-FFF2-40B4-BE49-F238E27FC236}">
                <a16:creationId xmlns:a16="http://schemas.microsoft.com/office/drawing/2014/main" id="{C9FE2C12-8703-47F4-95D4-5173F14D3CF5}"/>
              </a:ext>
            </a:extLst>
          </p:cNvPr>
          <p:cNvSpPr>
            <a:spLocks xmlns:a="http://schemas.openxmlformats.org/drawingml/2006/main" noGrp="1"/>
          </p:cNvSpPr>
          <p:nvPr/>
        </p:nvSpPr>
        <p:spPr>
          <a:xfrm xmlns:a="http://schemas.openxmlformats.org/drawingml/2006/main">
            <a:off x="6552819" y="41955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38" name="dp42-comparison / n164 / path">
            <a:extLst xmlns:a="http://schemas.openxmlformats.org/drawingml/2006/main">
              <a:ext uri="{FF2B5EF4-FFF2-40B4-BE49-F238E27FC236}">
                <a16:creationId xmlns:a16="http://schemas.microsoft.com/office/drawing/2014/main" id="{BB4562C2-DB6A-4AC2-A424-00E4E1116A0E}"/>
              </a:ext>
            </a:extLst>
          </p:cNvPr>
          <p:cNvSpPr>
            <a:spLocks xmlns:a="http://schemas.openxmlformats.org/drawingml/2006/main" noGrp="1"/>
          </p:cNvSpPr>
          <p:nvPr/>
        </p:nvSpPr>
        <p:spPr>
          <a:xfrm xmlns:a="http://schemas.openxmlformats.org/drawingml/2006/main">
            <a:off x="1657350" y="5495925"/>
            <a:ext cx="2962275" cy="904875"/>
          </a:xfrm>
          <a:custGeom xmlns:a="http://schemas.openxmlformats.org/drawingml/2006/main">
            <a:pathLst>
              <a:path w="2962275" h="904875">
                <a:moveTo>
                  <a:pt x="57150" y="0"/>
                </a:moveTo>
                <a:lnTo>
                  <a:pt x="0" y="0"/>
                </a:lnTo>
                <a:lnTo>
                  <a:pt x="0" y="762000"/>
                </a:lnTo>
                <a:lnTo>
                  <a:pt x="2962275" y="762000"/>
                </a:lnTo>
                <a:lnTo>
                  <a:pt x="2962275" y="904875"/>
                </a:lnTo>
              </a:path>
            </a:pathLst>
          </a:custGeom>
          <a:noFill xmlns:a="http://schemas.openxmlformats.org/drawingml/2006/main"/>
          <a:ln xmlns:a="http://schemas.openxmlformats.org/drawingml/2006/main" w="10478">
            <a:solidFill>
              <a:srgbClr val="000000"/>
            </a:solidFill>
            <a:prstDash val="solid"/>
          </a:ln>
        </p:spPr>
      </p:sp>
      <p:sp>
        <p:nvSpPr>
          <p:cNvPr id="139" name="dp42-comparison / n164 / arrow">
            <a:extLst xmlns:a="http://schemas.openxmlformats.org/drawingml/2006/main">
              <a:ext uri="{FF2B5EF4-FFF2-40B4-BE49-F238E27FC236}">
                <a16:creationId xmlns:a16="http://schemas.microsoft.com/office/drawing/2014/main" id="{5E11F91C-BFCA-47A4-B5AC-A87EF97DD4B6}"/>
              </a:ext>
            </a:extLst>
          </p:cNvPr>
          <p:cNvSpPr>
            <a:spLocks xmlns:a="http://schemas.openxmlformats.org/drawingml/2006/main" noGrp="1"/>
          </p:cNvSpPr>
          <p:nvPr/>
        </p:nvSpPr>
        <p:spPr>
          <a:xfrm xmlns:a="http://schemas.openxmlformats.org/drawingml/2006/main">
            <a:off x="4586097"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40" name="dp42-comparison / n165">
            <a:extLst xmlns:a="http://schemas.openxmlformats.org/drawingml/2006/main">
              <a:ext uri="{FF2B5EF4-FFF2-40B4-BE49-F238E27FC236}">
                <a16:creationId xmlns:a16="http://schemas.microsoft.com/office/drawing/2014/main" id="{3FE1C58A-952A-4B11-BF8B-F5EE7F593C1C}"/>
              </a:ext>
            </a:extLst>
          </p:cNvPr>
          <p:cNvSpPr>
            <a:spLocks xmlns:a="http://schemas.openxmlformats.org/drawingml/2006/main" noGrp="1"/>
          </p:cNvSpPr>
          <p:nvPr/>
        </p:nvSpPr>
        <p:spPr>
          <a:xfrm xmlns:a="http://schemas.openxmlformats.org/drawingml/2006/main">
            <a:off x="1714500" y="70199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2-comparison / n166 / text 1">
            <a:extLst xmlns:a="http://schemas.openxmlformats.org/drawingml/2006/main">
              <a:ext uri="{FF2B5EF4-FFF2-40B4-BE49-F238E27FC236}">
                <a16:creationId xmlns:a16="http://schemas.microsoft.com/office/drawing/2014/main" id="{0DE7FD83-3725-4574-A682-46E6CA8129C5}"/>
              </a:ext>
            </a:extLst>
          </p:cNvPr>
          <p:cNvSpPr>
            <a:spLocks xmlns:a="http://schemas.openxmlformats.org/drawingml/2006/main" noGrp="1"/>
          </p:cNvSpPr>
          <p:nvPr/>
        </p:nvSpPr>
        <p:spPr>
          <a:xfrm xmlns:a="http://schemas.openxmlformats.org/drawingml/2006/main">
            <a:off x="1800225" y="70670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Interaction Manager</a:t>
            </a:r>
          </a:p>
        </p:txBody>
      </p:sp>
      <p:sp>
        <p:nvSpPr>
          <p:cNvPr id="142" name="dp42-comparison / n167">
            <a:extLst xmlns:a="http://schemas.openxmlformats.org/drawingml/2006/main">
              <a:ext uri="{FF2B5EF4-FFF2-40B4-BE49-F238E27FC236}">
                <a16:creationId xmlns:a16="http://schemas.microsoft.com/office/drawing/2014/main" id="{7D240767-E354-45C3-8F38-D1DF77C40284}"/>
              </a:ext>
            </a:extLst>
          </p:cNvPr>
          <p:cNvSpPr>
            <a:spLocks xmlns:a="http://schemas.openxmlformats.org/drawingml/2006/main" noGrp="1"/>
          </p:cNvSpPr>
          <p:nvPr/>
        </p:nvSpPr>
        <p:spPr>
          <a:xfrm xmlns:a="http://schemas.openxmlformats.org/drawingml/2006/main">
            <a:off x="4619625" y="70199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3" name="dp42-comparison / n168 / text 1">
            <a:extLst xmlns:a="http://schemas.openxmlformats.org/drawingml/2006/main">
              <a:ext uri="{FF2B5EF4-FFF2-40B4-BE49-F238E27FC236}">
                <a16:creationId xmlns:a16="http://schemas.microsoft.com/office/drawing/2014/main" id="{86A77CFB-2B3D-469E-B443-199F83D532C2}"/>
              </a:ext>
            </a:extLst>
          </p:cNvPr>
          <p:cNvSpPr>
            <a:spLocks xmlns:a="http://schemas.openxmlformats.org/drawingml/2006/main" noGrp="1"/>
          </p:cNvSpPr>
          <p:nvPr/>
        </p:nvSpPr>
        <p:spPr>
          <a:xfrm xmlns:a="http://schemas.openxmlformats.org/drawingml/2006/main">
            <a:off x="4705350" y="7067074"/>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144" name="dp42-comparison / n169">
            <a:extLst xmlns:a="http://schemas.openxmlformats.org/drawingml/2006/main">
              <a:ext uri="{FF2B5EF4-FFF2-40B4-BE49-F238E27FC236}">
                <a16:creationId xmlns:a16="http://schemas.microsoft.com/office/drawing/2014/main" id="{7728013B-58F4-4F0F-A65F-456C26DCC934}"/>
              </a:ext>
            </a:extLst>
          </p:cNvPr>
          <p:cNvSpPr>
            <a:spLocks xmlns:a="http://schemas.openxmlformats.org/drawingml/2006/main" noGrp="1"/>
          </p:cNvSpPr>
          <p:nvPr/>
        </p:nvSpPr>
        <p:spPr>
          <a:xfrm xmlns:a="http://schemas.openxmlformats.org/drawingml/2006/main">
            <a:off x="7048500" y="7019925"/>
            <a:ext cx="233362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5" name="dp42-comparison / n170 / text 1">
            <a:extLst xmlns:a="http://schemas.openxmlformats.org/drawingml/2006/main">
              <a:ext uri="{FF2B5EF4-FFF2-40B4-BE49-F238E27FC236}">
                <a16:creationId xmlns:a16="http://schemas.microsoft.com/office/drawing/2014/main" id="{C0F954B2-6D66-4109-9227-AF428B23970E}"/>
              </a:ext>
            </a:extLst>
          </p:cNvPr>
          <p:cNvSpPr>
            <a:spLocks xmlns:a="http://schemas.openxmlformats.org/drawingml/2006/main" noGrp="1"/>
          </p:cNvSpPr>
          <p:nvPr/>
        </p:nvSpPr>
        <p:spPr>
          <a:xfrm xmlns:a="http://schemas.openxmlformats.org/drawingml/2006/main">
            <a:off x="7134225" y="7067074"/>
            <a:ext cx="2162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Downstream Agent</a:t>
            </a:r>
          </a:p>
        </p:txBody>
      </p:sp>
      <p:sp>
        <p:nvSpPr>
          <p:cNvPr id="146" name="dp42-comparison / n171 / path">
            <a:extLst xmlns:a="http://schemas.openxmlformats.org/drawingml/2006/main">
              <a:ext uri="{FF2B5EF4-FFF2-40B4-BE49-F238E27FC236}">
                <a16:creationId xmlns:a16="http://schemas.microsoft.com/office/drawing/2014/main" id="{568AD41F-AA68-41A4-9179-D18B592810D9}"/>
              </a:ext>
            </a:extLst>
          </p:cNvPr>
          <p:cNvSpPr>
            <a:spLocks xmlns:a="http://schemas.openxmlformats.org/drawingml/2006/main" noGrp="1"/>
          </p:cNvSpPr>
          <p:nvPr/>
        </p:nvSpPr>
        <p:spPr>
          <a:xfrm xmlns:a="http://schemas.openxmlformats.org/drawingml/2006/main">
            <a:off x="1428750" y="4086225"/>
            <a:ext cx="285750" cy="3086100"/>
          </a:xfrm>
          <a:custGeom xmlns:a="http://schemas.openxmlformats.org/drawingml/2006/main">
            <a:pathLst>
              <a:path w="285750" h="3086100">
                <a:moveTo>
                  <a:pt x="285750" y="3086100"/>
                </a:moveTo>
                <a:lnTo>
                  <a:pt x="0" y="3086100"/>
                </a:lnTo>
                <a:lnTo>
                  <a:pt x="0" y="0"/>
                </a:lnTo>
                <a:lnTo>
                  <a:pt x="285750" y="0"/>
                </a:lnTo>
              </a:path>
            </a:pathLst>
          </a:custGeom>
          <a:noFill xmlns:a="http://schemas.openxmlformats.org/drawingml/2006/main"/>
          <a:ln xmlns:a="http://schemas.openxmlformats.org/drawingml/2006/main" w="10478">
            <a:solidFill>
              <a:srgbClr val="000000"/>
            </a:solidFill>
            <a:prstDash val="solid"/>
          </a:ln>
        </p:spPr>
      </p:sp>
      <p:sp>
        <p:nvSpPr>
          <p:cNvPr id="147" name="dp42-comparison / n171 / arrow">
            <a:extLst xmlns:a="http://schemas.openxmlformats.org/drawingml/2006/main">
              <a:ext uri="{FF2B5EF4-FFF2-40B4-BE49-F238E27FC236}">
                <a16:creationId xmlns:a16="http://schemas.microsoft.com/office/drawing/2014/main" id="{BA2DF226-3D9E-4956-94E7-D838CE8165FD}"/>
              </a:ext>
            </a:extLst>
          </p:cNvPr>
          <p:cNvSpPr>
            <a:spLocks xmlns:a="http://schemas.openxmlformats.org/drawingml/2006/main" noGrp="1"/>
          </p:cNvSpPr>
          <p:nvPr/>
        </p:nvSpPr>
        <p:spPr>
          <a:xfrm xmlns:a="http://schemas.openxmlformats.org/drawingml/2006/main">
            <a:off x="1647444"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48" name="dp42-comparison / n172 / path">
            <a:extLst xmlns:a="http://schemas.openxmlformats.org/drawingml/2006/main">
              <a:ext uri="{FF2B5EF4-FFF2-40B4-BE49-F238E27FC236}">
                <a16:creationId xmlns:a16="http://schemas.microsoft.com/office/drawing/2014/main" id="{EBEBC101-0879-411C-A7C5-95BA4F7F6DAB}"/>
              </a:ext>
            </a:extLst>
          </p:cNvPr>
          <p:cNvSpPr>
            <a:spLocks xmlns:a="http://schemas.openxmlformats.org/drawingml/2006/main" noGrp="1"/>
          </p:cNvSpPr>
          <p:nvPr/>
        </p:nvSpPr>
        <p:spPr>
          <a:xfrm xmlns:a="http://schemas.openxmlformats.org/drawingml/2006/main">
            <a:off x="1562100" y="5591175"/>
            <a:ext cx="985838" cy="1428750"/>
          </a:xfrm>
          <a:custGeom xmlns:a="http://schemas.openxmlformats.org/drawingml/2006/main">
            <a:pathLst>
              <a:path w="985838" h="1428750">
                <a:moveTo>
                  <a:pt x="152400" y="0"/>
                </a:moveTo>
                <a:lnTo>
                  <a:pt x="0" y="0"/>
                </a:lnTo>
                <a:lnTo>
                  <a:pt x="0" y="1304925"/>
                </a:lnTo>
                <a:lnTo>
                  <a:pt x="985838" y="1304925"/>
                </a:lnTo>
                <a:lnTo>
                  <a:pt x="985838" y="1428750"/>
                </a:lnTo>
              </a:path>
            </a:pathLst>
          </a:custGeom>
          <a:noFill xmlns:a="http://schemas.openxmlformats.org/drawingml/2006/main"/>
          <a:ln xmlns:a="http://schemas.openxmlformats.org/drawingml/2006/main" w="10478">
            <a:solidFill>
              <a:srgbClr val="000000"/>
            </a:solidFill>
            <a:prstDash val="solid"/>
          </a:ln>
        </p:spPr>
      </p:sp>
      <p:sp>
        <p:nvSpPr>
          <p:cNvPr id="149" name="dp42-comparison / n172 / arrow">
            <a:extLst xmlns:a="http://schemas.openxmlformats.org/drawingml/2006/main">
              <a:ext uri="{FF2B5EF4-FFF2-40B4-BE49-F238E27FC236}">
                <a16:creationId xmlns:a16="http://schemas.microsoft.com/office/drawing/2014/main" id="{C72DB567-3601-45DB-88BE-79BEF6257AF7}"/>
              </a:ext>
            </a:extLst>
          </p:cNvPr>
          <p:cNvSpPr>
            <a:spLocks xmlns:a="http://schemas.openxmlformats.org/drawingml/2006/main" noGrp="1"/>
          </p:cNvSpPr>
          <p:nvPr/>
        </p:nvSpPr>
        <p:spPr>
          <a:xfrm xmlns:a="http://schemas.openxmlformats.org/drawingml/2006/main">
            <a:off x="251441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0" name="dp42-comparison / n173 / path">
            <a:extLst xmlns:a="http://schemas.openxmlformats.org/drawingml/2006/main">
              <a:ext uri="{FF2B5EF4-FFF2-40B4-BE49-F238E27FC236}">
                <a16:creationId xmlns:a16="http://schemas.microsoft.com/office/drawing/2014/main" id="{2E2FD07D-FC83-4444-9533-FF30120FC865}"/>
              </a:ext>
            </a:extLst>
          </p:cNvPr>
          <p:cNvSpPr>
            <a:spLocks xmlns:a="http://schemas.openxmlformats.org/drawingml/2006/main" noGrp="1"/>
          </p:cNvSpPr>
          <p:nvPr/>
        </p:nvSpPr>
        <p:spPr>
          <a:xfrm xmlns:a="http://schemas.openxmlformats.org/drawingml/2006/main">
            <a:off x="3952875" y="5591175"/>
            <a:ext cx="85725" cy="1647825"/>
          </a:xfrm>
          <a:custGeom xmlns:a="http://schemas.openxmlformats.org/drawingml/2006/main">
            <a:pathLst>
              <a:path w="85725" h="1647825">
                <a:moveTo>
                  <a:pt x="0" y="1647825"/>
                </a:moveTo>
                <a:lnTo>
                  <a:pt x="85725" y="1647825"/>
                </a:lnTo>
                <a:lnTo>
                  <a:pt x="85725" y="0"/>
                </a:lnTo>
                <a:lnTo>
                  <a:pt x="0" y="0"/>
                </a:lnTo>
              </a:path>
            </a:pathLst>
          </a:custGeom>
          <a:noFill xmlns:a="http://schemas.openxmlformats.org/drawingml/2006/main"/>
          <a:ln xmlns:a="http://schemas.openxmlformats.org/drawingml/2006/main" w="10478">
            <a:solidFill>
              <a:srgbClr val="000000"/>
            </a:solidFill>
            <a:prstDash val="dash"/>
          </a:ln>
        </p:spPr>
      </p:sp>
      <p:sp>
        <p:nvSpPr>
          <p:cNvPr id="151" name="dp42-comparison / n173 / arrow">
            <a:extLst xmlns:a="http://schemas.openxmlformats.org/drawingml/2006/main">
              <a:ext uri="{FF2B5EF4-FFF2-40B4-BE49-F238E27FC236}">
                <a16:creationId xmlns:a16="http://schemas.microsoft.com/office/drawing/2014/main" id="{369E2C07-FAE1-4DCF-BEF7-C87E8C79652A}"/>
              </a:ext>
            </a:extLst>
          </p:cNvPr>
          <p:cNvSpPr>
            <a:spLocks xmlns:a="http://schemas.openxmlformats.org/drawingml/2006/main" noGrp="1"/>
          </p:cNvSpPr>
          <p:nvPr/>
        </p:nvSpPr>
        <p:spPr>
          <a:xfrm xmlns:a="http://schemas.openxmlformats.org/drawingml/2006/main">
            <a:off x="39528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2" name="dp42-comparison / n176 / path">
            <a:extLst xmlns:a="http://schemas.openxmlformats.org/drawingml/2006/main">
              <a:ext uri="{FF2B5EF4-FFF2-40B4-BE49-F238E27FC236}">
                <a16:creationId xmlns:a16="http://schemas.microsoft.com/office/drawing/2014/main" id="{A02132FF-5B00-4591-8A3F-7D88FFB5A25E}"/>
              </a:ext>
            </a:extLst>
          </p:cNvPr>
          <p:cNvSpPr>
            <a:spLocks xmlns:a="http://schemas.openxmlformats.org/drawingml/2006/main" noGrp="1"/>
          </p:cNvSpPr>
          <p:nvPr/>
        </p:nvSpPr>
        <p:spPr>
          <a:xfrm xmlns:a="http://schemas.openxmlformats.org/drawingml/2006/main">
            <a:off x="3952875" y="4781550"/>
            <a:ext cx="1095375" cy="2238375"/>
          </a:xfrm>
          <a:custGeom xmlns:a="http://schemas.openxmlformats.org/drawingml/2006/main">
            <a:pathLst>
              <a:path w="1095375" h="2238375">
                <a:moveTo>
                  <a:pt x="0" y="0"/>
                </a:moveTo>
                <a:lnTo>
                  <a:pt x="409575" y="0"/>
                </a:lnTo>
                <a:lnTo>
                  <a:pt x="409575" y="2124075"/>
                </a:lnTo>
                <a:lnTo>
                  <a:pt x="1095375" y="2124075"/>
                </a:lnTo>
                <a:lnTo>
                  <a:pt x="1095375" y="2238375"/>
                </a:lnTo>
              </a:path>
            </a:pathLst>
          </a:custGeom>
          <a:noFill xmlns:a="http://schemas.openxmlformats.org/drawingml/2006/main"/>
          <a:ln xmlns:a="http://schemas.openxmlformats.org/drawingml/2006/main" w="10478">
            <a:solidFill>
              <a:srgbClr val="000000"/>
            </a:solidFill>
            <a:prstDash val="solid"/>
          </a:ln>
        </p:spPr>
      </p:sp>
      <p:sp>
        <p:nvSpPr>
          <p:cNvPr id="153" name="dp42-comparison / n176 / arrow">
            <a:extLst xmlns:a="http://schemas.openxmlformats.org/drawingml/2006/main">
              <a:ext uri="{FF2B5EF4-FFF2-40B4-BE49-F238E27FC236}">
                <a16:creationId xmlns:a16="http://schemas.microsoft.com/office/drawing/2014/main" id="{3F887969-5A8F-4704-B3D2-D1BABDDB6AA3}"/>
              </a:ext>
            </a:extLst>
          </p:cNvPr>
          <p:cNvSpPr>
            <a:spLocks xmlns:a="http://schemas.openxmlformats.org/drawingml/2006/main" noGrp="1"/>
          </p:cNvSpPr>
          <p:nvPr/>
        </p:nvSpPr>
        <p:spPr>
          <a:xfrm xmlns:a="http://schemas.openxmlformats.org/drawingml/2006/main">
            <a:off x="501472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4" name="dp42-comparison / n177 / path">
            <a:extLst xmlns:a="http://schemas.openxmlformats.org/drawingml/2006/main">
              <a:ext uri="{FF2B5EF4-FFF2-40B4-BE49-F238E27FC236}">
                <a16:creationId xmlns:a16="http://schemas.microsoft.com/office/drawing/2014/main" id="{AEDFDD4A-2778-44C3-815E-E7F442ECC075}"/>
              </a:ext>
            </a:extLst>
          </p:cNvPr>
          <p:cNvSpPr>
            <a:spLocks xmlns:a="http://schemas.openxmlformats.org/drawingml/2006/main" noGrp="1"/>
          </p:cNvSpPr>
          <p:nvPr/>
        </p:nvSpPr>
        <p:spPr>
          <a:xfrm xmlns:a="http://schemas.openxmlformats.org/drawingml/2006/main">
            <a:off x="3952875" y="4876800"/>
            <a:ext cx="1285875" cy="2143125"/>
          </a:xfrm>
          <a:custGeom xmlns:a="http://schemas.openxmlformats.org/drawingml/2006/main">
            <a:pathLst>
              <a:path w="1285875" h="2143125">
                <a:moveTo>
                  <a:pt x="1285875" y="2143125"/>
                </a:moveTo>
                <a:lnTo>
                  <a:pt x="1285875" y="2066925"/>
                </a:lnTo>
                <a:lnTo>
                  <a:pt x="457200" y="2066925"/>
                </a:lnTo>
                <a:lnTo>
                  <a:pt x="457200" y="0"/>
                </a:lnTo>
                <a:lnTo>
                  <a:pt x="0" y="0"/>
                </a:lnTo>
              </a:path>
            </a:pathLst>
          </a:custGeom>
          <a:noFill xmlns:a="http://schemas.openxmlformats.org/drawingml/2006/main"/>
          <a:ln xmlns:a="http://schemas.openxmlformats.org/drawingml/2006/main" w="10478">
            <a:solidFill>
              <a:srgbClr val="000000"/>
            </a:solidFill>
            <a:prstDash val="dash"/>
          </a:ln>
        </p:spPr>
      </p:sp>
      <p:sp>
        <p:nvSpPr>
          <p:cNvPr id="155" name="dp42-comparison / n177 / arrow">
            <a:extLst xmlns:a="http://schemas.openxmlformats.org/drawingml/2006/main">
              <a:ext uri="{FF2B5EF4-FFF2-40B4-BE49-F238E27FC236}">
                <a16:creationId xmlns:a16="http://schemas.microsoft.com/office/drawing/2014/main" id="{3A7C272E-3489-4625-B5B4-536932E412B5}"/>
              </a:ext>
            </a:extLst>
          </p:cNvPr>
          <p:cNvSpPr>
            <a:spLocks xmlns:a="http://schemas.openxmlformats.org/drawingml/2006/main" noGrp="1"/>
          </p:cNvSpPr>
          <p:nvPr/>
        </p:nvSpPr>
        <p:spPr>
          <a:xfrm xmlns:a="http://schemas.openxmlformats.org/drawingml/2006/main">
            <a:off x="3952875" y="48432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56" name="dp42-comparison / n178 / path">
            <a:extLst xmlns:a="http://schemas.openxmlformats.org/drawingml/2006/main">
              <a:ext uri="{FF2B5EF4-FFF2-40B4-BE49-F238E27FC236}">
                <a16:creationId xmlns:a16="http://schemas.microsoft.com/office/drawing/2014/main" id="{460F42F2-B7C4-4B4A-A136-5372BB635CAD}"/>
              </a:ext>
            </a:extLst>
          </p:cNvPr>
          <p:cNvSpPr>
            <a:spLocks xmlns:a="http://schemas.openxmlformats.org/drawingml/2006/main" noGrp="1"/>
          </p:cNvSpPr>
          <p:nvPr/>
        </p:nvSpPr>
        <p:spPr>
          <a:xfrm xmlns:a="http://schemas.openxmlformats.org/drawingml/2006/main">
            <a:off x="3952875" y="5534025"/>
            <a:ext cx="2047875" cy="1485900"/>
          </a:xfrm>
          <a:custGeom xmlns:a="http://schemas.openxmlformats.org/drawingml/2006/main">
            <a:pathLst>
              <a:path w="2047875" h="1485900">
                <a:moveTo>
                  <a:pt x="0" y="0"/>
                </a:moveTo>
                <a:lnTo>
                  <a:pt x="333375" y="0"/>
                </a:lnTo>
                <a:lnTo>
                  <a:pt x="333375" y="1314450"/>
                </a:lnTo>
                <a:lnTo>
                  <a:pt x="2047875" y="1314450"/>
                </a:lnTo>
                <a:lnTo>
                  <a:pt x="2047875" y="1485900"/>
                </a:lnTo>
              </a:path>
            </a:pathLst>
          </a:custGeom>
          <a:noFill xmlns:a="http://schemas.openxmlformats.org/drawingml/2006/main"/>
          <a:ln xmlns:a="http://schemas.openxmlformats.org/drawingml/2006/main" w="10478">
            <a:solidFill>
              <a:srgbClr val="000000"/>
            </a:solidFill>
            <a:prstDash val="solid"/>
          </a:ln>
        </p:spPr>
      </p:sp>
      <p:sp>
        <p:nvSpPr>
          <p:cNvPr id="157" name="dp42-comparison / n178 / arrow">
            <a:extLst xmlns:a="http://schemas.openxmlformats.org/drawingml/2006/main">
              <a:ext uri="{FF2B5EF4-FFF2-40B4-BE49-F238E27FC236}">
                <a16:creationId xmlns:a16="http://schemas.microsoft.com/office/drawing/2014/main" id="{5947D5A4-2283-41B0-92BA-11C46C8F5631}"/>
              </a:ext>
            </a:extLst>
          </p:cNvPr>
          <p:cNvSpPr>
            <a:spLocks xmlns:a="http://schemas.openxmlformats.org/drawingml/2006/main" noGrp="1"/>
          </p:cNvSpPr>
          <p:nvPr/>
        </p:nvSpPr>
        <p:spPr>
          <a:xfrm xmlns:a="http://schemas.openxmlformats.org/drawingml/2006/main">
            <a:off x="596722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8" name="dp42-comparison / n179 / path">
            <a:extLst xmlns:a="http://schemas.openxmlformats.org/drawingml/2006/main">
              <a:ext uri="{FF2B5EF4-FFF2-40B4-BE49-F238E27FC236}">
                <a16:creationId xmlns:a16="http://schemas.microsoft.com/office/drawing/2014/main" id="{1F45D2BA-BAC5-4623-A497-89B12BCB493E}"/>
              </a:ext>
            </a:extLst>
          </p:cNvPr>
          <p:cNvSpPr>
            <a:spLocks xmlns:a="http://schemas.openxmlformats.org/drawingml/2006/main" noGrp="1"/>
          </p:cNvSpPr>
          <p:nvPr/>
        </p:nvSpPr>
        <p:spPr>
          <a:xfrm xmlns:a="http://schemas.openxmlformats.org/drawingml/2006/main">
            <a:off x="3952875" y="5591175"/>
            <a:ext cx="2238375" cy="1428750"/>
          </a:xfrm>
          <a:custGeom xmlns:a="http://schemas.openxmlformats.org/drawingml/2006/main">
            <a:pathLst>
              <a:path w="2238375" h="1428750">
                <a:moveTo>
                  <a:pt x="2238375" y="1428750"/>
                </a:moveTo>
                <a:lnTo>
                  <a:pt x="2238375" y="1295400"/>
                </a:lnTo>
                <a:lnTo>
                  <a:pt x="352425" y="1295400"/>
                </a:lnTo>
                <a:lnTo>
                  <a:pt x="352425" y="0"/>
                </a:lnTo>
                <a:lnTo>
                  <a:pt x="0" y="0"/>
                </a:lnTo>
              </a:path>
            </a:pathLst>
          </a:custGeom>
          <a:noFill xmlns:a="http://schemas.openxmlformats.org/drawingml/2006/main"/>
          <a:ln xmlns:a="http://schemas.openxmlformats.org/drawingml/2006/main" w="10478">
            <a:solidFill>
              <a:srgbClr val="000000"/>
            </a:solidFill>
            <a:prstDash val="dash"/>
          </a:ln>
        </p:spPr>
      </p:sp>
      <p:sp>
        <p:nvSpPr>
          <p:cNvPr id="159" name="dp42-comparison / n179 / arrow">
            <a:extLst xmlns:a="http://schemas.openxmlformats.org/drawingml/2006/main">
              <a:ext uri="{FF2B5EF4-FFF2-40B4-BE49-F238E27FC236}">
                <a16:creationId xmlns:a16="http://schemas.microsoft.com/office/drawing/2014/main" id="{39349F24-1BED-4EAF-8152-FA8B946B8302}"/>
              </a:ext>
            </a:extLst>
          </p:cNvPr>
          <p:cNvSpPr>
            <a:spLocks xmlns:a="http://schemas.openxmlformats.org/drawingml/2006/main" noGrp="1"/>
          </p:cNvSpPr>
          <p:nvPr/>
        </p:nvSpPr>
        <p:spPr>
          <a:xfrm xmlns:a="http://schemas.openxmlformats.org/drawingml/2006/main">
            <a:off x="39528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0" name="dp42-comparison / n180 / path">
            <a:extLst xmlns:a="http://schemas.openxmlformats.org/drawingml/2006/main">
              <a:ext uri="{FF2B5EF4-FFF2-40B4-BE49-F238E27FC236}">
                <a16:creationId xmlns:a16="http://schemas.microsoft.com/office/drawing/2014/main" id="{14B7A37A-05D9-4532-9CEA-8F10380359CC}"/>
              </a:ext>
            </a:extLst>
          </p:cNvPr>
          <p:cNvSpPr>
            <a:spLocks xmlns:a="http://schemas.openxmlformats.org/drawingml/2006/main" noGrp="1"/>
          </p:cNvSpPr>
          <p:nvPr/>
        </p:nvSpPr>
        <p:spPr>
          <a:xfrm xmlns:a="http://schemas.openxmlformats.org/drawingml/2006/main">
            <a:off x="7977188" y="5495925"/>
            <a:ext cx="1462088" cy="1524000"/>
          </a:xfrm>
          <a:custGeom xmlns:a="http://schemas.openxmlformats.org/drawingml/2006/main">
            <a:pathLst>
              <a:path w="1462088" h="1524000">
                <a:moveTo>
                  <a:pt x="1214438" y="0"/>
                </a:moveTo>
                <a:lnTo>
                  <a:pt x="1462088" y="0"/>
                </a:lnTo>
                <a:lnTo>
                  <a:pt x="1462088" y="1352550"/>
                </a:lnTo>
                <a:lnTo>
                  <a:pt x="0" y="1352550"/>
                </a:lnTo>
                <a:lnTo>
                  <a:pt x="0" y="1524000"/>
                </a:lnTo>
              </a:path>
            </a:pathLst>
          </a:custGeom>
          <a:noFill xmlns:a="http://schemas.openxmlformats.org/drawingml/2006/main"/>
          <a:ln xmlns:a="http://schemas.openxmlformats.org/drawingml/2006/main" w="10478">
            <a:solidFill>
              <a:srgbClr val="000000"/>
            </a:solidFill>
            <a:prstDash val="solid"/>
          </a:ln>
        </p:spPr>
      </p:sp>
      <p:sp>
        <p:nvSpPr>
          <p:cNvPr id="161" name="dp42-comparison / n180 / arrow">
            <a:extLst xmlns:a="http://schemas.openxmlformats.org/drawingml/2006/main">
              <a:ext uri="{FF2B5EF4-FFF2-40B4-BE49-F238E27FC236}">
                <a16:creationId xmlns:a16="http://schemas.microsoft.com/office/drawing/2014/main" id="{AAF2A876-A73F-4E24-81A2-2690A4A51C42}"/>
              </a:ext>
            </a:extLst>
          </p:cNvPr>
          <p:cNvSpPr>
            <a:spLocks xmlns:a="http://schemas.openxmlformats.org/drawingml/2006/main" noGrp="1"/>
          </p:cNvSpPr>
          <p:nvPr/>
        </p:nvSpPr>
        <p:spPr>
          <a:xfrm xmlns:a="http://schemas.openxmlformats.org/drawingml/2006/main">
            <a:off x="794366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2" name="dp42-comparison / n181 / path">
            <a:extLst xmlns:a="http://schemas.openxmlformats.org/drawingml/2006/main">
              <a:ext uri="{FF2B5EF4-FFF2-40B4-BE49-F238E27FC236}">
                <a16:creationId xmlns:a16="http://schemas.microsoft.com/office/drawing/2014/main" id="{283989AB-A519-4811-96D3-0274C600AEC7}"/>
              </a:ext>
            </a:extLst>
          </p:cNvPr>
          <p:cNvSpPr>
            <a:spLocks xmlns:a="http://schemas.openxmlformats.org/drawingml/2006/main" noGrp="1"/>
          </p:cNvSpPr>
          <p:nvPr/>
        </p:nvSpPr>
        <p:spPr>
          <a:xfrm xmlns:a="http://schemas.openxmlformats.org/drawingml/2006/main">
            <a:off x="8453438" y="5591175"/>
            <a:ext cx="1052513" cy="1428750"/>
          </a:xfrm>
          <a:custGeom xmlns:a="http://schemas.openxmlformats.org/drawingml/2006/main">
            <a:pathLst>
              <a:path w="1052513" h="1428750">
                <a:moveTo>
                  <a:pt x="0" y="1428750"/>
                </a:moveTo>
                <a:lnTo>
                  <a:pt x="0" y="1323975"/>
                </a:lnTo>
                <a:lnTo>
                  <a:pt x="1052513" y="1323975"/>
                </a:lnTo>
                <a:lnTo>
                  <a:pt x="1052513" y="0"/>
                </a:lnTo>
                <a:lnTo>
                  <a:pt x="738188" y="0"/>
                </a:lnTo>
              </a:path>
            </a:pathLst>
          </a:custGeom>
          <a:noFill xmlns:a="http://schemas.openxmlformats.org/drawingml/2006/main"/>
          <a:ln xmlns:a="http://schemas.openxmlformats.org/drawingml/2006/main" w="10478">
            <a:solidFill>
              <a:srgbClr val="000000"/>
            </a:solidFill>
            <a:prstDash val="dash"/>
          </a:ln>
        </p:spPr>
      </p:sp>
      <p:sp>
        <p:nvSpPr>
          <p:cNvPr id="163" name="dp42-comparison / n181 / arrow">
            <a:extLst xmlns:a="http://schemas.openxmlformats.org/drawingml/2006/main">
              <a:ext uri="{FF2B5EF4-FFF2-40B4-BE49-F238E27FC236}">
                <a16:creationId xmlns:a16="http://schemas.microsoft.com/office/drawing/2014/main" id="{5FB4083F-3395-49A2-9E7E-C2FD20BB4012}"/>
              </a:ext>
            </a:extLst>
          </p:cNvPr>
          <p:cNvSpPr>
            <a:spLocks xmlns:a="http://schemas.openxmlformats.org/drawingml/2006/main" noGrp="1"/>
          </p:cNvSpPr>
          <p:nvPr/>
        </p:nvSpPr>
        <p:spPr>
          <a:xfrm xmlns:a="http://schemas.openxmlformats.org/drawingml/2006/main">
            <a:off x="919162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64" name="dp42-comparison / n82">
            <a:extLst xmlns:a="http://schemas.openxmlformats.org/drawingml/2006/main">
              <a:ext uri="{FF2B5EF4-FFF2-40B4-BE49-F238E27FC236}">
                <a16:creationId xmlns:a16="http://schemas.microsoft.com/office/drawing/2014/main" id="{A20B0437-33BE-41F5-A4EF-617EF37EA159}"/>
              </a:ext>
            </a:extLst>
          </p:cNvPr>
          <p:cNvSpPr>
            <a:spLocks xmlns:a="http://schemas.openxmlformats.org/drawingml/2006/main" noGrp="1"/>
          </p:cNvSpPr>
          <p:nvPr/>
        </p:nvSpPr>
        <p:spPr>
          <a:xfrm xmlns:a="http://schemas.openxmlformats.org/drawingml/2006/main">
            <a:off x="1543050" y="2381250"/>
            <a:ext cx="437083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5" name="dp42-comparison / n83 / text 1">
            <a:extLst xmlns:a="http://schemas.openxmlformats.org/drawingml/2006/main">
              <a:ext uri="{FF2B5EF4-FFF2-40B4-BE49-F238E27FC236}">
                <a16:creationId xmlns:a16="http://schemas.microsoft.com/office/drawing/2014/main" id="{C9708617-8229-4EAE-BC8B-DF701123D265}"/>
              </a:ext>
            </a:extLst>
          </p:cNvPr>
          <p:cNvSpPr>
            <a:spLocks xmlns:a="http://schemas.openxmlformats.org/drawingml/2006/main" noGrp="1"/>
          </p:cNvSpPr>
          <p:nvPr/>
        </p:nvSpPr>
        <p:spPr>
          <a:xfrm xmlns:a="http://schemas.openxmlformats.org/drawingml/2006/main">
            <a:off x="1562100" y="23907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Q1 “상반기로 할까요?”를 P1로 제시 → u2 “응, 상반기로”</a:t>
            </a:r>
          </a:p>
        </p:txBody>
      </p:sp>
      <p:sp>
        <p:nvSpPr>
          <p:cNvPr id="166" name="dp42-comparison / n84">
            <a:extLst xmlns:a="http://schemas.openxmlformats.org/drawingml/2006/main">
              <a:ext uri="{FF2B5EF4-FFF2-40B4-BE49-F238E27FC236}">
                <a16:creationId xmlns:a16="http://schemas.microsoft.com/office/drawing/2014/main" id="{18047F02-CFAE-421F-9B93-22FFD09307BB}"/>
              </a:ext>
            </a:extLst>
          </p:cNvPr>
          <p:cNvSpPr>
            <a:spLocks xmlns:a="http://schemas.openxmlformats.org/drawingml/2006/main" noGrp="1"/>
          </p:cNvSpPr>
          <p:nvPr/>
        </p:nvSpPr>
        <p:spPr>
          <a:xfrm xmlns:a="http://schemas.openxmlformats.org/drawingml/2006/main">
            <a:off x="1543050" y="2638425"/>
            <a:ext cx="13192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7" name="dp42-comparison / n85 / text 1">
            <a:extLst xmlns:a="http://schemas.openxmlformats.org/drawingml/2006/main">
              <a:ext uri="{FF2B5EF4-FFF2-40B4-BE49-F238E27FC236}">
                <a16:creationId xmlns:a16="http://schemas.microsoft.com/office/drawing/2014/main" id="{21851994-7AC5-44B8-9B73-A66525F8FB7F}"/>
              </a:ext>
            </a:extLst>
          </p:cNvPr>
          <p:cNvSpPr>
            <a:spLocks xmlns:a="http://schemas.openxmlformats.org/drawingml/2006/main" noGrp="1"/>
          </p:cNvSpPr>
          <p:nvPr/>
        </p:nvSpPr>
        <p:spPr>
          <a:xfrm xmlns:a="http://schemas.openxmlformats.org/drawingml/2006/main">
            <a:off x="1562100" y="264795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Conversation C1</a:t>
            </a:r>
          </a:p>
        </p:txBody>
      </p:sp>
      <p:sp>
        <p:nvSpPr>
          <p:cNvPr id="168" name="dp42-comparison / n87">
            <a:extLst xmlns:a="http://schemas.openxmlformats.org/drawingml/2006/main">
              <a:ext uri="{FF2B5EF4-FFF2-40B4-BE49-F238E27FC236}">
                <a16:creationId xmlns:a16="http://schemas.microsoft.com/office/drawing/2014/main" id="{8982A855-5BC2-46FE-9C7C-8146EE4A0CA7}"/>
              </a:ext>
            </a:extLst>
          </p:cNvPr>
          <p:cNvSpPr>
            <a:spLocks xmlns:a="http://schemas.openxmlformats.org/drawingml/2006/main" noGrp="1"/>
          </p:cNvSpPr>
          <p:nvPr/>
        </p:nvSpPr>
        <p:spPr>
          <a:xfrm xmlns:a="http://schemas.openxmlformats.org/drawingml/2006/main">
            <a:off x="3990975" y="2628900"/>
            <a:ext cx="19857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2-comparison / n88 / text 1">
            <a:extLst xmlns:a="http://schemas.openxmlformats.org/drawingml/2006/main">
              <a:ext uri="{FF2B5EF4-FFF2-40B4-BE49-F238E27FC236}">
                <a16:creationId xmlns:a16="http://schemas.microsoft.com/office/drawing/2014/main" id="{B4C6D162-8E5C-4BAA-BE5A-B53991150F44}"/>
              </a:ext>
            </a:extLst>
          </p:cNvPr>
          <p:cNvSpPr>
            <a:spLocks xmlns:a="http://schemas.openxmlformats.org/drawingml/2006/main" noGrp="1"/>
          </p:cNvSpPr>
          <p:nvPr/>
        </p:nvSpPr>
        <p:spPr>
          <a:xfrm xmlns:a="http://schemas.openxmlformats.org/drawingml/2006/main">
            <a:off x="4010025" y="263842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입력과 실제 응답의 연결 유지</a:t>
            </a:r>
          </a:p>
        </p:txBody>
      </p:sp>
      <p:sp>
        <p:nvSpPr>
          <p:cNvPr id="170" name="dp42-comparison / n89">
            <a:extLst xmlns:a="http://schemas.openxmlformats.org/drawingml/2006/main">
              <a:ext uri="{FF2B5EF4-FFF2-40B4-BE49-F238E27FC236}">
                <a16:creationId xmlns:a16="http://schemas.microsoft.com/office/drawing/2014/main" id="{31E1E58F-DD07-4F3A-9716-13DB37610D89}"/>
              </a:ext>
            </a:extLst>
          </p:cNvPr>
          <p:cNvSpPr>
            <a:spLocks xmlns:a="http://schemas.openxmlformats.org/drawingml/2006/main" noGrp="1"/>
          </p:cNvSpPr>
          <p:nvPr/>
        </p:nvSpPr>
        <p:spPr>
          <a:xfrm xmlns:a="http://schemas.openxmlformats.org/drawingml/2006/main">
            <a:off x="1543050" y="281940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1" name="dp42-comparison / n90 / text 1">
            <a:extLst xmlns:a="http://schemas.openxmlformats.org/drawingml/2006/main">
              <a:ext uri="{FF2B5EF4-FFF2-40B4-BE49-F238E27FC236}">
                <a16:creationId xmlns:a16="http://schemas.microsoft.com/office/drawing/2014/main" id="{BCF89135-F6D6-4E78-BB99-05E4CBBF7113}"/>
              </a:ext>
            </a:extLst>
          </p:cNvPr>
          <p:cNvSpPr>
            <a:spLocks xmlns:a="http://schemas.openxmlformats.org/drawingml/2006/main" noGrp="1"/>
          </p:cNvSpPr>
          <p:nvPr/>
        </p:nvSpPr>
        <p:spPr>
          <a:xfrm xmlns:a="http://schemas.openxmlformats.org/drawingml/2006/main">
            <a:off x="1562100" y="282892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Request R1 / R2 / R3</a:t>
            </a:r>
          </a:p>
        </p:txBody>
      </p:sp>
      <p:sp>
        <p:nvSpPr>
          <p:cNvPr id="172" name="dp42-comparison / n92">
            <a:extLst xmlns:a="http://schemas.openxmlformats.org/drawingml/2006/main">
              <a:ext uri="{FF2B5EF4-FFF2-40B4-BE49-F238E27FC236}">
                <a16:creationId xmlns:a16="http://schemas.microsoft.com/office/drawing/2014/main" id="{87B4DC90-8637-473B-8123-7468116CCF6D}"/>
              </a:ext>
            </a:extLst>
          </p:cNvPr>
          <p:cNvSpPr>
            <a:spLocks xmlns:a="http://schemas.openxmlformats.org/drawingml/2006/main" noGrp="1"/>
          </p:cNvSpPr>
          <p:nvPr/>
        </p:nvSpPr>
        <p:spPr>
          <a:xfrm xmlns:a="http://schemas.openxmlformats.org/drawingml/2006/main">
            <a:off x="3990975" y="2809875"/>
            <a:ext cx="22604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3" name="dp42-comparison / n93 / text 1">
            <a:extLst xmlns:a="http://schemas.openxmlformats.org/drawingml/2006/main">
              <a:ext uri="{FF2B5EF4-FFF2-40B4-BE49-F238E27FC236}">
                <a16:creationId xmlns:a16="http://schemas.microsoft.com/office/drawing/2014/main" id="{2CC3A3F5-3CAA-4061-AAFC-DC801F4B2380}"/>
              </a:ext>
            </a:extLst>
          </p:cNvPr>
          <p:cNvSpPr>
            <a:spLocks xmlns:a="http://schemas.openxmlformats.org/drawingml/2006/main" noGrp="1"/>
          </p:cNvSpPr>
          <p:nvPr/>
        </p:nvSpPr>
        <p:spPr>
          <a:xfrm xmlns:a="http://schemas.openxmlformats.org/drawingml/2006/main">
            <a:off x="4010025" y="281940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최초 위임 / Q1 답변 / 결과 수정</a:t>
            </a:r>
          </a:p>
        </p:txBody>
      </p:sp>
      <p:sp>
        <p:nvSpPr>
          <p:cNvPr id="174" name="dp42-comparison / n94">
            <a:extLst xmlns:a="http://schemas.openxmlformats.org/drawingml/2006/main">
              <a:ext uri="{FF2B5EF4-FFF2-40B4-BE49-F238E27FC236}">
                <a16:creationId xmlns:a16="http://schemas.microsoft.com/office/drawing/2014/main" id="{F2156609-ACB5-498B-8B96-BC7C0A434A26}"/>
              </a:ext>
            </a:extLst>
          </p:cNvPr>
          <p:cNvSpPr>
            <a:spLocks xmlns:a="http://schemas.openxmlformats.org/drawingml/2006/main" noGrp="1"/>
          </p:cNvSpPr>
          <p:nvPr/>
        </p:nvSpPr>
        <p:spPr>
          <a:xfrm xmlns:a="http://schemas.openxmlformats.org/drawingml/2006/main">
            <a:off x="1543050" y="3000375"/>
            <a:ext cx="656272"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5" name="dp42-comparison / n95 / text 1">
            <a:extLst xmlns:a="http://schemas.openxmlformats.org/drawingml/2006/main">
              <a:ext uri="{FF2B5EF4-FFF2-40B4-BE49-F238E27FC236}">
                <a16:creationId xmlns:a16="http://schemas.microsoft.com/office/drawing/2014/main" id="{B9755A8E-470F-425A-9E3F-AAE8E288B164}"/>
              </a:ext>
            </a:extLst>
          </p:cNvPr>
          <p:cNvSpPr>
            <a:spLocks xmlns:a="http://schemas.openxmlformats.org/drawingml/2006/main" noGrp="1"/>
          </p:cNvSpPr>
          <p:nvPr/>
        </p:nvSpPr>
        <p:spPr>
          <a:xfrm xmlns:a="http://schemas.openxmlformats.org/drawingml/2006/main">
            <a:off x="1562100" y="300990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T1</a:t>
            </a:r>
          </a:p>
        </p:txBody>
      </p:sp>
      <p:sp>
        <p:nvSpPr>
          <p:cNvPr id="176" name="dp42-comparison / n97">
            <a:extLst xmlns:a="http://schemas.openxmlformats.org/drawingml/2006/main">
              <a:ext uri="{FF2B5EF4-FFF2-40B4-BE49-F238E27FC236}">
                <a16:creationId xmlns:a16="http://schemas.microsoft.com/office/drawing/2014/main" id="{F13030EB-E182-4C5E-B325-7C74504596BF}"/>
              </a:ext>
            </a:extLst>
          </p:cNvPr>
          <p:cNvSpPr>
            <a:spLocks xmlns:a="http://schemas.openxmlformats.org/drawingml/2006/main" noGrp="1"/>
          </p:cNvSpPr>
          <p:nvPr/>
        </p:nvSpPr>
        <p:spPr>
          <a:xfrm xmlns:a="http://schemas.openxmlformats.org/drawingml/2006/main">
            <a:off x="3990975" y="2990850"/>
            <a:ext cx="164172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7" name="dp42-comparison / n98 / text 1">
            <a:extLst xmlns:a="http://schemas.openxmlformats.org/drawingml/2006/main">
              <a:ext uri="{FF2B5EF4-FFF2-40B4-BE49-F238E27FC236}">
                <a16:creationId xmlns:a16="http://schemas.microsoft.com/office/drawing/2014/main" id="{6696796E-0993-4241-9B86-79E12A190682}"/>
              </a:ext>
            </a:extLst>
          </p:cNvPr>
          <p:cNvSpPr>
            <a:spLocks xmlns:a="http://schemas.openxmlformats.org/drawingml/2006/main" noGrp="1"/>
          </p:cNvSpPr>
          <p:nvPr/>
        </p:nvSpPr>
        <p:spPr>
          <a:xfrm xmlns:a="http://schemas.openxmlformats.org/drawingml/2006/main">
            <a:off x="4010025" y="300037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업무와 결과 유지</a:t>
            </a:r>
          </a:p>
        </p:txBody>
      </p:sp>
      <p:sp>
        <p:nvSpPr>
          <p:cNvPr id="178" name="dp42-comparison / n99">
            <a:extLst xmlns:a="http://schemas.openxmlformats.org/drawingml/2006/main">
              <a:ext uri="{FF2B5EF4-FFF2-40B4-BE49-F238E27FC236}">
                <a16:creationId xmlns:a16="http://schemas.microsoft.com/office/drawing/2014/main" id="{D74F244B-5A25-4001-AE1E-8AE57F40D669}"/>
              </a:ext>
            </a:extLst>
          </p:cNvPr>
          <p:cNvSpPr>
            <a:spLocks xmlns:a="http://schemas.openxmlformats.org/drawingml/2006/main" noGrp="1"/>
          </p:cNvSpPr>
          <p:nvPr/>
        </p:nvSpPr>
        <p:spPr>
          <a:xfrm xmlns:a="http://schemas.openxmlformats.org/drawingml/2006/main">
            <a:off x="1543050" y="318135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9" name="dp42-comparison / n100 / text 1">
            <a:extLst xmlns:a="http://schemas.openxmlformats.org/drawingml/2006/main">
              <a:ext uri="{FF2B5EF4-FFF2-40B4-BE49-F238E27FC236}">
                <a16:creationId xmlns:a16="http://schemas.microsoft.com/office/drawing/2014/main" id="{44B0C4B8-4F00-447C-867B-0ADCA9ED589E}"/>
              </a:ext>
            </a:extLst>
          </p:cNvPr>
          <p:cNvSpPr>
            <a:spLocks xmlns:a="http://schemas.openxmlformats.org/drawingml/2006/main" noGrp="1"/>
          </p:cNvSpPr>
          <p:nvPr/>
        </p:nvSpPr>
        <p:spPr>
          <a:xfrm xmlns:a="http://schemas.openxmlformats.org/drawingml/2006/main">
            <a:off x="1562100" y="319087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Execution / Question</a:t>
            </a:r>
          </a:p>
        </p:txBody>
      </p:sp>
      <p:sp>
        <p:nvSpPr>
          <p:cNvPr id="180" name="dp42-comparison / n102">
            <a:extLst xmlns:a="http://schemas.openxmlformats.org/drawingml/2006/main">
              <a:ext uri="{FF2B5EF4-FFF2-40B4-BE49-F238E27FC236}">
                <a16:creationId xmlns:a16="http://schemas.microsoft.com/office/drawing/2014/main" id="{E26A026C-7CF7-4B5A-A366-799FD05C68D2}"/>
              </a:ext>
            </a:extLst>
          </p:cNvPr>
          <p:cNvSpPr>
            <a:spLocks xmlns:a="http://schemas.openxmlformats.org/drawingml/2006/main" noGrp="1"/>
          </p:cNvSpPr>
          <p:nvPr/>
        </p:nvSpPr>
        <p:spPr>
          <a:xfrm xmlns:a="http://schemas.openxmlformats.org/drawingml/2006/main">
            <a:off x="3990975" y="3171825"/>
            <a:ext cx="219113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1" name="dp42-comparison / n103 / text 1">
            <a:extLst xmlns:a="http://schemas.openxmlformats.org/drawingml/2006/main">
              <a:ext uri="{FF2B5EF4-FFF2-40B4-BE49-F238E27FC236}">
                <a16:creationId xmlns:a16="http://schemas.microsoft.com/office/drawing/2014/main" id="{22C79BD8-FBA3-471D-926E-45F4DE779DE0}"/>
              </a:ext>
            </a:extLst>
          </p:cNvPr>
          <p:cNvSpPr>
            <a:spLocks xmlns:a="http://schemas.openxmlformats.org/drawingml/2006/main" noGrp="1"/>
          </p:cNvSpPr>
          <p:nvPr/>
        </p:nvSpPr>
        <p:spPr>
          <a:xfrm xmlns:a="http://schemas.openxmlformats.org/drawingml/2006/main">
            <a:off x="4010025" y="318135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X1 완료 → X2 / Q1 제시 → 답변</a:t>
            </a:r>
          </a:p>
        </p:txBody>
      </p:sp>
      <p:sp>
        <p:nvSpPr>
          <p:cNvPr id="182" name="dp42-comparison / n104">
            <a:extLst xmlns:a="http://schemas.openxmlformats.org/drawingml/2006/main">
              <a:ext uri="{FF2B5EF4-FFF2-40B4-BE49-F238E27FC236}">
                <a16:creationId xmlns:a16="http://schemas.microsoft.com/office/drawing/2014/main" id="{753C05BC-AB14-4376-8ABB-0AA8264AD886}"/>
              </a:ext>
            </a:extLst>
          </p:cNvPr>
          <p:cNvSpPr>
            <a:spLocks xmlns:a="http://schemas.openxmlformats.org/drawingml/2006/main" noGrp="1"/>
          </p:cNvSpPr>
          <p:nvPr/>
        </p:nvSpPr>
        <p:spPr>
          <a:xfrm xmlns:a="http://schemas.openxmlformats.org/drawingml/2006/main">
            <a:off x="3990975" y="3352800"/>
            <a:ext cx="34480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3" name="dp42-comparison / n105 / text 1">
            <a:extLst xmlns:a="http://schemas.openxmlformats.org/drawingml/2006/main">
              <a:ext uri="{FF2B5EF4-FFF2-40B4-BE49-F238E27FC236}">
                <a16:creationId xmlns:a16="http://schemas.microsoft.com/office/drawing/2014/main" id="{7BA29C23-B2B0-46B1-B5DC-8CB9AC366CE0}"/>
              </a:ext>
            </a:extLst>
          </p:cNvPr>
          <p:cNvSpPr>
            <a:spLocks xmlns:a="http://schemas.openxmlformats.org/drawingml/2006/main" noGrp="1"/>
          </p:cNvSpPr>
          <p:nvPr/>
        </p:nvSpPr>
        <p:spPr>
          <a:xfrm xmlns:a="http://schemas.openxmlformats.org/drawingml/2006/main">
            <a:off x="4010025" y="3362325"/>
            <a:ext cx="528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강조 경계: Core/서비스 실행 영역 / 박스: 논리 Component</a:t>
            </a:r>
          </a:p>
        </p:txBody>
      </p:sp>
      <p:sp>
        <p:nvSpPr>
          <p:cNvPr id="184" name="dp42-comparison / n108">
            <a:extLst xmlns:a="http://schemas.openxmlformats.org/drawingml/2006/main">
              <a:ext uri="{FF2B5EF4-FFF2-40B4-BE49-F238E27FC236}">
                <a16:creationId xmlns:a16="http://schemas.microsoft.com/office/drawing/2014/main" id="{EA3B5BC5-02EB-47E8-86D0-584B4897BA1C}"/>
              </a:ext>
            </a:extLst>
          </p:cNvPr>
          <p:cNvSpPr>
            <a:spLocks xmlns:a="http://schemas.openxmlformats.org/drawingml/2006/main" noGrp="1"/>
          </p:cNvSpPr>
          <p:nvPr/>
        </p:nvSpPr>
        <p:spPr>
          <a:xfrm xmlns:a="http://schemas.openxmlformats.org/drawingml/2006/main">
            <a:off x="4095750" y="3571875"/>
            <a:ext cx="288226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5" name="dp42-comparison / n109 / text 1">
            <a:extLst xmlns:a="http://schemas.openxmlformats.org/drawingml/2006/main">
              <a:ext uri="{FF2B5EF4-FFF2-40B4-BE49-F238E27FC236}">
                <a16:creationId xmlns:a16="http://schemas.microsoft.com/office/drawing/2014/main" id="{62964174-8E36-4BC1-8E77-C319A5960AD3}"/>
              </a:ext>
            </a:extLst>
          </p:cNvPr>
          <p:cNvSpPr>
            <a:spLocks xmlns:a="http://schemas.openxmlformats.org/drawingml/2006/main" noGrp="1"/>
          </p:cNvSpPr>
          <p:nvPr/>
        </p:nvSpPr>
        <p:spPr>
          <a:xfrm xmlns:a="http://schemas.openxmlformats.org/drawingml/2006/main">
            <a:off x="4114800" y="3581400"/>
            <a:ext cx="51435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실행 경계 / 관련 변경의 공동 확정</a:t>
            </a:r>
          </a:p>
        </p:txBody>
      </p:sp>
      <p:sp>
        <p:nvSpPr>
          <p:cNvPr id="186" name="dp42-comparison / n120">
            <a:extLst xmlns:a="http://schemas.openxmlformats.org/drawingml/2006/main">
              <a:ext uri="{FF2B5EF4-FFF2-40B4-BE49-F238E27FC236}">
                <a16:creationId xmlns:a16="http://schemas.microsoft.com/office/drawing/2014/main" id="{CEAD7F72-FB65-4DD2-A426-A33745681533}"/>
              </a:ext>
            </a:extLst>
          </p:cNvPr>
          <p:cNvSpPr>
            <a:spLocks xmlns:a="http://schemas.openxmlformats.org/drawingml/2006/main" noGrp="1"/>
          </p:cNvSpPr>
          <p:nvPr/>
        </p:nvSpPr>
        <p:spPr>
          <a:xfrm xmlns:a="http://schemas.openxmlformats.org/drawingml/2006/main">
            <a:off x="1724025" y="4276725"/>
            <a:ext cx="250850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7" name="dp42-comparison / n121 / text 1">
            <a:extLst xmlns:a="http://schemas.openxmlformats.org/drawingml/2006/main">
              <a:ext uri="{FF2B5EF4-FFF2-40B4-BE49-F238E27FC236}">
                <a16:creationId xmlns:a16="http://schemas.microsoft.com/office/drawing/2014/main" id="{7B75F542-8AB5-4A72-823A-76121CAAF78A}"/>
              </a:ext>
            </a:extLst>
          </p:cNvPr>
          <p:cNvSpPr>
            <a:spLocks xmlns:a="http://schemas.openxmlformats.org/drawingml/2006/main" noGrp="1"/>
          </p:cNvSpPr>
          <p:nvPr/>
        </p:nvSpPr>
        <p:spPr>
          <a:xfrm xmlns:a="http://schemas.openxmlformats.org/drawingml/2006/main">
            <a:off x="1743075" y="4286250"/>
            <a:ext cx="2857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C1 / R2 / u2 → Q1 → T1 / P1 참조</a:t>
            </a:r>
          </a:p>
        </p:txBody>
      </p:sp>
      <p:sp>
        <p:nvSpPr>
          <p:cNvPr id="188" name="dp42-comparison / n122">
            <a:extLst xmlns:a="http://schemas.openxmlformats.org/drawingml/2006/main">
              <a:ext uri="{FF2B5EF4-FFF2-40B4-BE49-F238E27FC236}">
                <a16:creationId xmlns:a16="http://schemas.microsoft.com/office/drawing/2014/main" id="{7CFB82B6-A712-4972-83C4-15B9827E3FFB}"/>
              </a:ext>
            </a:extLst>
          </p:cNvPr>
          <p:cNvSpPr>
            <a:spLocks xmlns:a="http://schemas.openxmlformats.org/drawingml/2006/main" noGrp="1"/>
          </p:cNvSpPr>
          <p:nvPr/>
        </p:nvSpPr>
        <p:spPr>
          <a:xfrm xmlns:a="http://schemas.openxmlformats.org/drawingml/2006/main">
            <a:off x="6629400" y="4295775"/>
            <a:ext cx="204444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9" name="dp42-comparison / n123 / text 1">
            <a:extLst xmlns:a="http://schemas.openxmlformats.org/drawingml/2006/main">
              <a:ext uri="{FF2B5EF4-FFF2-40B4-BE49-F238E27FC236}">
                <a16:creationId xmlns:a16="http://schemas.microsoft.com/office/drawing/2014/main" id="{DD632CF0-3E18-4694-BF3A-B6A0B9CD6691}"/>
              </a:ext>
            </a:extLst>
          </p:cNvPr>
          <p:cNvSpPr>
            <a:spLocks xmlns:a="http://schemas.openxmlformats.org/drawingml/2006/main" noGrp="1"/>
          </p:cNvSpPr>
          <p:nvPr/>
        </p:nvSpPr>
        <p:spPr>
          <a:xfrm xmlns:a="http://schemas.openxmlformats.org/drawingml/2006/main">
            <a:off x="6648450" y="430530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T1 / X1 / Q1=OPEN,v7</a:t>
            </a:r>
          </a:p>
        </p:txBody>
      </p:sp>
      <p:sp>
        <p:nvSpPr>
          <p:cNvPr id="190" name="dp42-comparison / n126">
            <a:extLst xmlns:a="http://schemas.openxmlformats.org/drawingml/2006/main">
              <a:ext uri="{FF2B5EF4-FFF2-40B4-BE49-F238E27FC236}">
                <a16:creationId xmlns:a16="http://schemas.microsoft.com/office/drawing/2014/main" id="{EE6E88EB-F115-4F49-9251-A273C7A1D09A}"/>
              </a:ext>
            </a:extLst>
          </p:cNvPr>
          <p:cNvSpPr>
            <a:spLocks xmlns:a="http://schemas.openxmlformats.org/drawingml/2006/main" noGrp="1"/>
          </p:cNvSpPr>
          <p:nvPr/>
        </p:nvSpPr>
        <p:spPr>
          <a:xfrm xmlns:a="http://schemas.openxmlformats.org/drawingml/2006/main">
            <a:off x="4181475" y="3800475"/>
            <a:ext cx="15051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1" name="dp42-comparison / n127 / text 1">
            <a:extLst xmlns:a="http://schemas.openxmlformats.org/drawingml/2006/main">
              <a:ext uri="{FF2B5EF4-FFF2-40B4-BE49-F238E27FC236}">
                <a16:creationId xmlns:a16="http://schemas.microsoft.com/office/drawing/2014/main" id="{9E32802C-F627-48D5-B669-72A347AF1DE8}"/>
              </a:ext>
            </a:extLst>
          </p:cNvPr>
          <p:cNvSpPr>
            <a:spLocks xmlns:a="http://schemas.openxmlformats.org/drawingml/2006/main" noGrp="1"/>
          </p:cNvSpPr>
          <p:nvPr/>
        </p:nvSpPr>
        <p:spPr>
          <a:xfrm xmlns:a="http://schemas.openxmlformats.org/drawingml/2006/main">
            <a:off x="4200525" y="3810000"/>
            <a:ext cx="22669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조회 → / ← Q1,v7</a:t>
            </a:r>
          </a:p>
        </p:txBody>
      </p:sp>
      <p:sp>
        <p:nvSpPr>
          <p:cNvPr id="192" name="dp42-comparison / n129">
            <a:extLst xmlns:a="http://schemas.openxmlformats.org/drawingml/2006/main">
              <a:ext uri="{FF2B5EF4-FFF2-40B4-BE49-F238E27FC236}">
                <a16:creationId xmlns:a16="http://schemas.microsoft.com/office/drawing/2014/main" id="{55FC9D74-12A1-4399-B548-6613986F6280}"/>
              </a:ext>
            </a:extLst>
          </p:cNvPr>
          <p:cNvSpPr>
            <a:spLocks xmlns:a="http://schemas.openxmlformats.org/drawingml/2006/main" noGrp="1"/>
          </p:cNvSpPr>
          <p:nvPr/>
        </p:nvSpPr>
        <p:spPr>
          <a:xfrm xmlns:a="http://schemas.openxmlformats.org/drawingml/2006/main">
            <a:off x="4191000" y="4067175"/>
            <a:ext cx="162896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3" name="dp42-comparison / n130 / text 1">
            <a:extLst xmlns:a="http://schemas.openxmlformats.org/drawingml/2006/main">
              <a:ext uri="{FF2B5EF4-FFF2-40B4-BE49-F238E27FC236}">
                <a16:creationId xmlns:a16="http://schemas.microsoft.com/office/drawing/2014/main" id="{8BE2F843-5C7F-4279-9924-727B6EF9B1A5}"/>
              </a:ext>
            </a:extLst>
          </p:cNvPr>
          <p:cNvSpPr>
            <a:spLocks xmlns:a="http://schemas.openxmlformats.org/drawingml/2006/main" noGrp="1"/>
          </p:cNvSpPr>
          <p:nvPr/>
        </p:nvSpPr>
        <p:spPr>
          <a:xfrm xmlns:a="http://schemas.openxmlformats.org/drawingml/2006/main">
            <a:off x="4210050" y="4076700"/>
            <a:ext cx="2286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Q1 답변=상반기 / v7</a:t>
            </a:r>
          </a:p>
        </p:txBody>
      </p:sp>
      <p:sp>
        <p:nvSpPr>
          <p:cNvPr id="194" name="dp42-comparison / n132">
            <a:extLst xmlns:a="http://schemas.openxmlformats.org/drawingml/2006/main">
              <a:ext uri="{FF2B5EF4-FFF2-40B4-BE49-F238E27FC236}">
                <a16:creationId xmlns:a16="http://schemas.microsoft.com/office/drawing/2014/main" id="{E976F0F7-4135-472B-B9B2-E2FD13A7789F}"/>
              </a:ext>
            </a:extLst>
          </p:cNvPr>
          <p:cNvSpPr>
            <a:spLocks xmlns:a="http://schemas.openxmlformats.org/drawingml/2006/main" noGrp="1"/>
          </p:cNvSpPr>
          <p:nvPr/>
        </p:nvSpPr>
        <p:spPr>
          <a:xfrm xmlns:a="http://schemas.openxmlformats.org/drawingml/2006/main">
            <a:off x="4191000" y="4314825"/>
            <a:ext cx="16844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5" name="dp42-comparison / n133 / text 1">
            <a:extLst xmlns:a="http://schemas.openxmlformats.org/drawingml/2006/main">
              <a:ext uri="{FF2B5EF4-FFF2-40B4-BE49-F238E27FC236}">
                <a16:creationId xmlns:a16="http://schemas.microsoft.com/office/drawing/2014/main" id="{46989650-B816-466F-83E9-101E50989FB3}"/>
              </a:ext>
            </a:extLst>
          </p:cNvPr>
          <p:cNvSpPr>
            <a:spLocks xmlns:a="http://schemas.openxmlformats.org/drawingml/2006/main" noGrp="1"/>
          </p:cNvSpPr>
          <p:nvPr/>
        </p:nvSpPr>
        <p:spPr>
          <a:xfrm xmlns:a="http://schemas.openxmlformats.org/drawingml/2006/main">
            <a:off x="4210050" y="4324350"/>
            <a:ext cx="228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외부 접수 / 질문 / 결과</a:t>
            </a:r>
          </a:p>
        </p:txBody>
      </p:sp>
      <p:sp>
        <p:nvSpPr>
          <p:cNvPr id="196" name="dp42-comparison / n136">
            <a:extLst xmlns:a="http://schemas.openxmlformats.org/drawingml/2006/main">
              <a:ext uri="{FF2B5EF4-FFF2-40B4-BE49-F238E27FC236}">
                <a16:creationId xmlns:a16="http://schemas.microsoft.com/office/drawing/2014/main" id="{2B2F88DF-A683-4F98-BFFF-FD3A82969183}"/>
              </a:ext>
            </a:extLst>
          </p:cNvPr>
          <p:cNvSpPr>
            <a:spLocks xmlns:a="http://schemas.openxmlformats.org/drawingml/2006/main" noGrp="1"/>
          </p:cNvSpPr>
          <p:nvPr/>
        </p:nvSpPr>
        <p:spPr>
          <a:xfrm xmlns:a="http://schemas.openxmlformats.org/drawingml/2006/main">
            <a:off x="1724025" y="4962525"/>
            <a:ext cx="23199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7" name="dp42-comparison / n137 / text 1">
            <a:extLst xmlns:a="http://schemas.openxmlformats.org/drawingml/2006/main">
              <a:ext uri="{FF2B5EF4-FFF2-40B4-BE49-F238E27FC236}">
                <a16:creationId xmlns:a16="http://schemas.microsoft.com/office/drawing/2014/main" id="{3DD94820-FA66-488A-ABD8-CBD1A9FB9C0F}"/>
              </a:ext>
            </a:extLst>
          </p:cNvPr>
          <p:cNvSpPr>
            <a:spLocks xmlns:a="http://schemas.openxmlformats.org/drawingml/2006/main" noGrp="1"/>
          </p:cNvSpPr>
          <p:nvPr/>
        </p:nvSpPr>
        <p:spPr>
          <a:xfrm xmlns:a="http://schemas.openxmlformats.org/drawingml/2006/main">
            <a:off x="1743075" y="49720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 실제 제시 P1 → 답변 의미 제안</a:t>
            </a:r>
          </a:p>
        </p:txBody>
      </p:sp>
      <p:sp>
        <p:nvSpPr>
          <p:cNvPr id="198" name="dp42-comparison / n140">
            <a:extLst xmlns:a="http://schemas.openxmlformats.org/drawingml/2006/main">
              <a:ext uri="{FF2B5EF4-FFF2-40B4-BE49-F238E27FC236}">
                <a16:creationId xmlns:a16="http://schemas.microsoft.com/office/drawing/2014/main" id="{431B3385-6FD2-4883-8D03-0D3661DE8C78}"/>
              </a:ext>
            </a:extLst>
          </p:cNvPr>
          <p:cNvSpPr>
            <a:spLocks xmlns:a="http://schemas.openxmlformats.org/drawingml/2006/main" noGrp="1"/>
          </p:cNvSpPr>
          <p:nvPr/>
        </p:nvSpPr>
        <p:spPr>
          <a:xfrm xmlns:a="http://schemas.openxmlformats.org/drawingml/2006/main">
            <a:off x="4371975" y="4810125"/>
            <a:ext cx="1616964" cy="2933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9" name="dp42-comparison / n141 / text 1">
            <a:extLst xmlns:a="http://schemas.openxmlformats.org/drawingml/2006/main">
              <a:ext uri="{FF2B5EF4-FFF2-40B4-BE49-F238E27FC236}">
                <a16:creationId xmlns:a16="http://schemas.microsoft.com/office/drawing/2014/main" id="{9C414FB3-DDF0-43A8-952C-8318693649D5}"/>
              </a:ext>
            </a:extLst>
          </p:cNvPr>
          <p:cNvSpPr>
            <a:spLocks xmlns:a="http://schemas.openxmlformats.org/drawingml/2006/main" noGrp="1"/>
          </p:cNvSpPr>
          <p:nvPr/>
        </p:nvSpPr>
        <p:spPr>
          <a:xfrm xmlns:a="http://schemas.openxmlformats.org/drawingml/2006/main">
            <a:off x="4391025" y="481965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P2: 상반기 전달 확인</a:t>
            </a:r>
          </a:p>
        </p:txBody>
      </p:sp>
      <p:sp>
        <p:nvSpPr>
          <p:cNvPr id="200" name="dp42-comparison / n141 / text 2">
            <a:extLst xmlns:a="http://schemas.openxmlformats.org/drawingml/2006/main">
              <a:ext uri="{FF2B5EF4-FFF2-40B4-BE49-F238E27FC236}">
                <a16:creationId xmlns:a16="http://schemas.microsoft.com/office/drawing/2014/main" id="{5C0CF358-1D8E-49E7-8257-5F8FB9F35FCC}"/>
              </a:ext>
            </a:extLst>
          </p:cNvPr>
          <p:cNvSpPr>
            <a:spLocks xmlns:a="http://schemas.openxmlformats.org/drawingml/2006/main" noGrp="1"/>
          </p:cNvSpPr>
          <p:nvPr/>
        </p:nvSpPr>
        <p:spPr>
          <a:xfrm xmlns:a="http://schemas.openxmlformats.org/drawingml/2006/main">
            <a:off x="4391025" y="495681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허용 / 실제 제시 반환</a:t>
            </a:r>
          </a:p>
        </p:txBody>
      </p:sp>
      <p:sp>
        <p:nvSpPr>
          <p:cNvPr id="201" name="dp42-comparison / n142">
            <a:extLst xmlns:a="http://schemas.openxmlformats.org/drawingml/2006/main">
              <a:ext uri="{FF2B5EF4-FFF2-40B4-BE49-F238E27FC236}">
                <a16:creationId xmlns:a16="http://schemas.microsoft.com/office/drawing/2014/main" id="{11134420-441D-426B-880A-FBA35D994E03}"/>
              </a:ext>
            </a:extLst>
          </p:cNvPr>
          <p:cNvSpPr>
            <a:spLocks xmlns:a="http://schemas.openxmlformats.org/drawingml/2006/main" noGrp="1"/>
          </p:cNvSpPr>
          <p:nvPr/>
        </p:nvSpPr>
        <p:spPr>
          <a:xfrm xmlns:a="http://schemas.openxmlformats.org/drawingml/2006/main">
            <a:off x="1733550" y="5705475"/>
            <a:ext cx="22258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2-comparison / n143 / text 1">
            <a:extLst xmlns:a="http://schemas.openxmlformats.org/drawingml/2006/main">
              <a:ext uri="{FF2B5EF4-FFF2-40B4-BE49-F238E27FC236}">
                <a16:creationId xmlns:a16="http://schemas.microsoft.com/office/drawing/2014/main" id="{26467BC0-CF69-4CDD-8C30-FB501AD9A896}"/>
              </a:ext>
            </a:extLst>
          </p:cNvPr>
          <p:cNvSpPr>
            <a:spLocks xmlns:a="http://schemas.openxmlformats.org/drawingml/2006/main" noGrp="1"/>
          </p:cNvSpPr>
          <p:nvPr/>
        </p:nvSpPr>
        <p:spPr>
          <a:xfrm xmlns:a="http://schemas.openxmlformats.org/drawingml/2006/main">
            <a:off x="1752600" y="5715000"/>
            <a:ext cx="2762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P1→Q1 실제 제시 / P2 전달 원장</a:t>
            </a:r>
          </a:p>
        </p:txBody>
      </p:sp>
      <p:sp>
        <p:nvSpPr>
          <p:cNvPr id="203" name="dp42-comparison / n146">
            <a:extLst xmlns:a="http://schemas.openxmlformats.org/drawingml/2006/main">
              <a:ext uri="{FF2B5EF4-FFF2-40B4-BE49-F238E27FC236}">
                <a16:creationId xmlns:a16="http://schemas.microsoft.com/office/drawing/2014/main" id="{C8F1CAA5-AD7C-40FF-B699-CC06E7409AA8}"/>
              </a:ext>
            </a:extLst>
          </p:cNvPr>
          <p:cNvSpPr>
            <a:spLocks xmlns:a="http://schemas.openxmlformats.org/drawingml/2006/main" noGrp="1"/>
          </p:cNvSpPr>
          <p:nvPr/>
        </p:nvSpPr>
        <p:spPr>
          <a:xfrm xmlns:a="http://schemas.openxmlformats.org/drawingml/2006/main">
            <a:off x="6629400" y="4657725"/>
            <a:ext cx="1580388"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2-comparison / n147 / text 1">
            <a:extLst xmlns:a="http://schemas.openxmlformats.org/drawingml/2006/main">
              <a:ext uri="{FF2B5EF4-FFF2-40B4-BE49-F238E27FC236}">
                <a16:creationId xmlns:a16="http://schemas.microsoft.com/office/drawing/2014/main" id="{7139D498-59B9-48E4-9D66-F747F7737F8E}"/>
              </a:ext>
            </a:extLst>
          </p:cNvPr>
          <p:cNvSpPr>
            <a:spLocks xmlns:a="http://schemas.openxmlformats.org/drawingml/2006/main" noGrp="1"/>
          </p:cNvSpPr>
          <p:nvPr/>
        </p:nvSpPr>
        <p:spPr>
          <a:xfrm xmlns:a="http://schemas.openxmlformats.org/drawingml/2006/main">
            <a:off x="6648450" y="466725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접수: Q1=ANSWERED,v8</a:t>
            </a:r>
          </a:p>
        </p:txBody>
      </p:sp>
      <p:sp>
        <p:nvSpPr>
          <p:cNvPr id="205" name="dp42-comparison / n147 / text 2">
            <a:extLst xmlns:a="http://schemas.openxmlformats.org/drawingml/2006/main">
              <a:ext uri="{FF2B5EF4-FFF2-40B4-BE49-F238E27FC236}">
                <a16:creationId xmlns:a16="http://schemas.microsoft.com/office/drawing/2014/main" id="{4C36E59C-2AF6-48B8-9886-6F925154B66A}"/>
              </a:ext>
            </a:extLst>
          </p:cNvPr>
          <p:cNvSpPr>
            <a:spLocks xmlns:a="http://schemas.openxmlformats.org/drawingml/2006/main" noGrp="1"/>
          </p:cNvSpPr>
          <p:nvPr/>
        </p:nvSpPr>
        <p:spPr>
          <a:xfrm xmlns:a="http://schemas.openxmlformats.org/drawingml/2006/main">
            <a:off x="6648450" y="482727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K1=전송 대기</a:t>
            </a:r>
          </a:p>
        </p:txBody>
      </p:sp>
      <p:sp>
        <p:nvSpPr>
          <p:cNvPr id="206" name="dp42-comparison / n148">
            <a:extLst xmlns:a="http://schemas.openxmlformats.org/drawingml/2006/main">
              <a:ext uri="{FF2B5EF4-FFF2-40B4-BE49-F238E27FC236}">
                <a16:creationId xmlns:a16="http://schemas.microsoft.com/office/drawing/2014/main" id="{07E9617C-4E08-48EC-9509-882FBA5AFEB1}"/>
              </a:ext>
            </a:extLst>
          </p:cNvPr>
          <p:cNvSpPr>
            <a:spLocks xmlns:a="http://schemas.openxmlformats.org/drawingml/2006/main" noGrp="1"/>
          </p:cNvSpPr>
          <p:nvPr/>
        </p:nvSpPr>
        <p:spPr>
          <a:xfrm xmlns:a="http://schemas.openxmlformats.org/drawingml/2006/main">
            <a:off x="6629400" y="5705475"/>
            <a:ext cx="19937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7" name="dp42-comparison / n149 / text 1">
            <a:extLst xmlns:a="http://schemas.openxmlformats.org/drawingml/2006/main">
              <a:ext uri="{FF2B5EF4-FFF2-40B4-BE49-F238E27FC236}">
                <a16:creationId xmlns:a16="http://schemas.microsoft.com/office/drawing/2014/main" id="{CA6BDC1D-1A3E-448E-BB1D-5F33397B1ADF}"/>
              </a:ext>
            </a:extLst>
          </p:cNvPr>
          <p:cNvSpPr>
            <a:spLocks xmlns:a="http://schemas.openxmlformats.org/drawingml/2006/main" noGrp="1"/>
          </p:cNvSpPr>
          <p:nvPr/>
        </p:nvSpPr>
        <p:spPr>
          <a:xfrm xmlns:a="http://schemas.openxmlformats.org/drawingml/2006/main">
            <a:off x="6648450" y="5715000"/>
            <a:ext cx="25812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 외부 접수 / X1 관측 상태</a:t>
            </a:r>
          </a:p>
        </p:txBody>
      </p:sp>
      <p:sp>
        <p:nvSpPr>
          <p:cNvPr id="208" name="dp42-comparison / n158">
            <a:extLst xmlns:a="http://schemas.openxmlformats.org/drawingml/2006/main">
              <a:ext uri="{FF2B5EF4-FFF2-40B4-BE49-F238E27FC236}">
                <a16:creationId xmlns:a16="http://schemas.microsoft.com/office/drawing/2014/main" id="{455494F7-2790-40D3-8D0C-7E7898326BAC}"/>
              </a:ext>
            </a:extLst>
          </p:cNvPr>
          <p:cNvSpPr>
            <a:spLocks xmlns:a="http://schemas.openxmlformats.org/drawingml/2006/main" noGrp="1"/>
          </p:cNvSpPr>
          <p:nvPr/>
        </p:nvSpPr>
        <p:spPr>
          <a:xfrm xmlns:a="http://schemas.openxmlformats.org/drawingml/2006/main">
            <a:off x="1724025" y="6000750"/>
            <a:ext cx="2105787"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9" name="dp42-comparison / n159 / text 1">
            <a:extLst xmlns:a="http://schemas.openxmlformats.org/drawingml/2006/main">
              <a:ext uri="{FF2B5EF4-FFF2-40B4-BE49-F238E27FC236}">
                <a16:creationId xmlns:a16="http://schemas.microsoft.com/office/drawing/2014/main" id="{34189CE9-5169-4A0D-AAAC-3C41222C0D2D}"/>
              </a:ext>
            </a:extLst>
          </p:cNvPr>
          <p:cNvSpPr>
            <a:spLocks xmlns:a="http://schemas.openxmlformats.org/drawingml/2006/main" noGrp="1"/>
          </p:cNvSpPr>
          <p:nvPr/>
        </p:nvSpPr>
        <p:spPr>
          <a:xfrm xmlns:a="http://schemas.openxmlformats.org/drawingml/2006/main">
            <a:off x="1743075" y="6010275"/>
            <a:ext cx="2619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R2↔Q1↔T1 연결과 K1을</a:t>
            </a:r>
          </a:p>
        </p:txBody>
      </p:sp>
      <p:sp>
        <p:nvSpPr>
          <p:cNvPr id="210" name="dp42-comparison / n159 / text 2">
            <a:extLst xmlns:a="http://schemas.openxmlformats.org/drawingml/2006/main">
              <a:ext uri="{FF2B5EF4-FFF2-40B4-BE49-F238E27FC236}">
                <a16:creationId xmlns:a16="http://schemas.microsoft.com/office/drawing/2014/main" id="{0E5241FA-08BE-45FF-8146-C26940154D0F}"/>
              </a:ext>
            </a:extLst>
          </p:cNvPr>
          <p:cNvSpPr>
            <a:spLocks xmlns:a="http://schemas.openxmlformats.org/drawingml/2006/main" noGrp="1"/>
          </p:cNvSpPr>
          <p:nvPr/>
        </p:nvSpPr>
        <p:spPr>
          <a:xfrm xmlns:a="http://schemas.openxmlformats.org/drawingml/2006/main">
            <a:off x="1743075" y="6170295"/>
            <a:ext cx="2619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관련 owner 변경으로 함께 확정</a:t>
            </a:r>
          </a:p>
        </p:txBody>
      </p:sp>
      <p:sp>
        <p:nvSpPr>
          <p:cNvPr id="211" name="dp42-comparison / n160">
            <a:extLst xmlns:a="http://schemas.openxmlformats.org/drawingml/2006/main">
              <a:ext uri="{FF2B5EF4-FFF2-40B4-BE49-F238E27FC236}">
                <a16:creationId xmlns:a16="http://schemas.microsoft.com/office/drawing/2014/main" id="{B35150B1-A317-435C-8EDD-BA67B51AD769}"/>
              </a:ext>
            </a:extLst>
          </p:cNvPr>
          <p:cNvSpPr>
            <a:spLocks xmlns:a="http://schemas.openxmlformats.org/drawingml/2006/main" noGrp="1"/>
          </p:cNvSpPr>
          <p:nvPr/>
        </p:nvSpPr>
        <p:spPr>
          <a:xfrm xmlns:a="http://schemas.openxmlformats.org/drawingml/2006/main">
            <a:off x="6629400" y="6000750"/>
            <a:ext cx="1817751"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2-comparison / n161 / text 1">
            <a:extLst xmlns:a="http://schemas.openxmlformats.org/drawingml/2006/main">
              <a:ext uri="{FF2B5EF4-FFF2-40B4-BE49-F238E27FC236}">
                <a16:creationId xmlns:a16="http://schemas.microsoft.com/office/drawing/2014/main" id="{708C2A9A-5702-4922-90F9-F919D8757219}"/>
              </a:ext>
            </a:extLst>
          </p:cNvPr>
          <p:cNvSpPr>
            <a:spLocks xmlns:a="http://schemas.openxmlformats.org/drawingml/2006/main" noGrp="1"/>
          </p:cNvSpPr>
          <p:nvPr/>
        </p:nvSpPr>
        <p:spPr>
          <a:xfrm xmlns:a="http://schemas.openxmlformats.org/drawingml/2006/main">
            <a:off x="6648450" y="6010275"/>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성공: 둘 다 반영</a:t>
            </a:r>
          </a:p>
        </p:txBody>
      </p:sp>
      <p:sp>
        <p:nvSpPr>
          <p:cNvPr id="213" name="dp42-comparison / n161 / text 2">
            <a:extLst xmlns:a="http://schemas.openxmlformats.org/drawingml/2006/main">
              <a:ext uri="{FF2B5EF4-FFF2-40B4-BE49-F238E27FC236}">
                <a16:creationId xmlns:a16="http://schemas.microsoft.com/office/drawing/2014/main" id="{3404E319-7E6F-4C49-9CC8-62F1FE47D99C}"/>
              </a:ext>
            </a:extLst>
          </p:cNvPr>
          <p:cNvSpPr>
            <a:spLocks xmlns:a="http://schemas.openxmlformats.org/drawingml/2006/main" noGrp="1"/>
          </p:cNvSpPr>
          <p:nvPr/>
        </p:nvSpPr>
        <p:spPr>
          <a:xfrm xmlns:a="http://schemas.openxmlformats.org/drawingml/2006/main">
            <a:off x="6648450" y="6170295"/>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충돌 / 실패: 둘 다 미반영</a:t>
            </a:r>
          </a:p>
        </p:txBody>
      </p:sp>
      <p:sp>
        <p:nvSpPr>
          <p:cNvPr id="214" name="dp42-comparison / n174">
            <a:extLst xmlns:a="http://schemas.openxmlformats.org/drawingml/2006/main">
              <a:ext uri="{FF2B5EF4-FFF2-40B4-BE49-F238E27FC236}">
                <a16:creationId xmlns:a16="http://schemas.microsoft.com/office/drawing/2014/main" id="{A5536A9D-CE3A-407C-A1DD-68651E22B9A2}"/>
              </a:ext>
            </a:extLst>
          </p:cNvPr>
          <p:cNvSpPr>
            <a:spLocks xmlns:a="http://schemas.openxmlformats.org/drawingml/2006/main" noGrp="1"/>
          </p:cNvSpPr>
          <p:nvPr/>
        </p:nvSpPr>
        <p:spPr>
          <a:xfrm xmlns:a="http://schemas.openxmlformats.org/drawingml/2006/main">
            <a:off x="4191000" y="6705600"/>
            <a:ext cx="3260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5" name="dp42-comparison / n175 / text 1">
            <a:extLst xmlns:a="http://schemas.openxmlformats.org/drawingml/2006/main">
              <a:ext uri="{FF2B5EF4-FFF2-40B4-BE49-F238E27FC236}">
                <a16:creationId xmlns:a16="http://schemas.microsoft.com/office/drawing/2014/main" id="{13B3F9D8-6993-4390-93D7-D28A695E07A5}"/>
              </a:ext>
            </a:extLst>
          </p:cNvPr>
          <p:cNvSpPr>
            <a:spLocks xmlns:a="http://schemas.openxmlformats.org/drawingml/2006/main" noGrp="1"/>
          </p:cNvSpPr>
          <p:nvPr/>
        </p:nvSpPr>
        <p:spPr>
          <a:xfrm xmlns:a="http://schemas.openxmlformats.org/drawingml/2006/main">
            <a:off x="4210050" y="6715125"/>
            <a:ext cx="50863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release(P2,epoch) / receipt(P2,실제 전달 범위)</a:t>
            </a:r>
          </a:p>
        </p:txBody>
      </p:sp>
      <p:sp>
        <p:nvSpPr>
          <p:cNvPr id="216" name="dp42-comparison / n182">
            <a:extLst xmlns:a="http://schemas.openxmlformats.org/drawingml/2006/main">
              <a:ext uri="{FF2B5EF4-FFF2-40B4-BE49-F238E27FC236}">
                <a16:creationId xmlns:a16="http://schemas.microsoft.com/office/drawing/2014/main" id="{C521F387-1232-45DC-9328-1BA2D3E4BA77}"/>
              </a:ext>
            </a:extLst>
          </p:cNvPr>
          <p:cNvSpPr>
            <a:spLocks xmlns:a="http://schemas.openxmlformats.org/drawingml/2006/main" noGrp="1"/>
          </p:cNvSpPr>
          <p:nvPr/>
        </p:nvSpPr>
        <p:spPr>
          <a:xfrm xmlns:a="http://schemas.openxmlformats.org/drawingml/2006/main">
            <a:off x="1724025" y="6810375"/>
            <a:ext cx="223837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7" name="dp42-comparison / n183 / text 1">
            <a:extLst xmlns:a="http://schemas.openxmlformats.org/drawingml/2006/main">
              <a:ext uri="{FF2B5EF4-FFF2-40B4-BE49-F238E27FC236}">
                <a16:creationId xmlns:a16="http://schemas.microsoft.com/office/drawing/2014/main" id="{34B34719-CA29-4232-9B1D-0036C0CF4F93}"/>
              </a:ext>
            </a:extLst>
          </p:cNvPr>
          <p:cNvSpPr>
            <a:spLocks xmlns:a="http://schemas.openxmlformats.org/drawingml/2006/main" noGrp="1"/>
          </p:cNvSpPr>
          <p:nvPr/>
        </p:nvSpPr>
        <p:spPr>
          <a:xfrm xmlns:a="http://schemas.openxmlformats.org/drawingml/2006/main">
            <a:off x="1743075" y="6819900"/>
            <a:ext cx="22002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입력 / Text / Voice 실제 전달</a:t>
            </a:r>
          </a:p>
        </p:txBody>
      </p:sp>
      <p:sp>
        <p:nvSpPr>
          <p:cNvPr id="218" name="dp42-comparison / n184">
            <a:extLst xmlns:a="http://schemas.openxmlformats.org/drawingml/2006/main">
              <a:ext uri="{FF2B5EF4-FFF2-40B4-BE49-F238E27FC236}">
                <a16:creationId xmlns:a16="http://schemas.microsoft.com/office/drawing/2014/main" id="{22C1A177-229A-45D1-BC7B-0BBBC6E33E42}"/>
              </a:ext>
            </a:extLst>
          </p:cNvPr>
          <p:cNvSpPr>
            <a:spLocks xmlns:a="http://schemas.openxmlformats.org/drawingml/2006/main" noGrp="1"/>
          </p:cNvSpPr>
          <p:nvPr/>
        </p:nvSpPr>
        <p:spPr>
          <a:xfrm xmlns:a="http://schemas.openxmlformats.org/drawingml/2006/main">
            <a:off x="4619625" y="7343775"/>
            <a:ext cx="1732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9" name="dp42-comparison / n185 / text 1">
            <a:extLst xmlns:a="http://schemas.openxmlformats.org/drawingml/2006/main">
              <a:ext uri="{FF2B5EF4-FFF2-40B4-BE49-F238E27FC236}">
                <a16:creationId xmlns:a16="http://schemas.microsoft.com/office/drawing/2014/main" id="{C697EFD5-8C1A-406E-AB48-5244B420AC37}"/>
              </a:ext>
            </a:extLst>
          </p:cNvPr>
          <p:cNvSpPr>
            <a:spLocks xmlns:a="http://schemas.openxmlformats.org/drawingml/2006/main" noGrp="1"/>
          </p:cNvSpPr>
          <p:nvPr/>
        </p:nvSpPr>
        <p:spPr>
          <a:xfrm xmlns:a="http://schemas.openxmlformats.org/drawingml/2006/main">
            <a:off x="4638675" y="7353300"/>
            <a:ext cx="2190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공유 Omni 1벌 / 같은 해석</a:t>
            </a:r>
          </a:p>
        </p:txBody>
      </p:sp>
      <p:sp>
        <p:nvSpPr>
          <p:cNvPr id="220" name="dp42-comparison / n186">
            <a:extLst xmlns:a="http://schemas.openxmlformats.org/drawingml/2006/main">
              <a:ext uri="{FF2B5EF4-FFF2-40B4-BE49-F238E27FC236}">
                <a16:creationId xmlns:a16="http://schemas.microsoft.com/office/drawing/2014/main" id="{D4D7FE4E-74D8-431C-8054-45C3C976D3F8}"/>
              </a:ext>
            </a:extLst>
          </p:cNvPr>
          <p:cNvSpPr>
            <a:spLocks xmlns:a="http://schemas.openxmlformats.org/drawingml/2006/main" noGrp="1"/>
          </p:cNvSpPr>
          <p:nvPr/>
        </p:nvSpPr>
        <p:spPr>
          <a:xfrm xmlns:a="http://schemas.openxmlformats.org/drawingml/2006/main">
            <a:off x="7058025" y="7343775"/>
            <a:ext cx="16413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1" name="dp42-comparison / n187 / text 1">
            <a:extLst xmlns:a="http://schemas.openxmlformats.org/drawingml/2006/main">
              <a:ext uri="{FF2B5EF4-FFF2-40B4-BE49-F238E27FC236}">
                <a16:creationId xmlns:a16="http://schemas.microsoft.com/office/drawing/2014/main" id="{C1AB4083-8098-45C6-A913-53465D2631DB}"/>
              </a:ext>
            </a:extLst>
          </p:cNvPr>
          <p:cNvSpPr>
            <a:spLocks xmlns:a="http://schemas.openxmlformats.org/drawingml/2006/main" noGrp="1"/>
          </p:cNvSpPr>
          <p:nvPr/>
        </p:nvSpPr>
        <p:spPr>
          <a:xfrm xmlns:a="http://schemas.openxmlformats.org/drawingml/2006/main">
            <a:off x="7077075" y="7353300"/>
            <a:ext cx="23336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전송 / 외부 접수 확인</a:t>
            </a:r>
          </a:p>
        </p:txBody>
      </p:sp>
      <p:sp>
        <p:nvSpPr>
          <p:cNvPr id="222" name="dp42-comparison / n188">
            <a:extLst xmlns:a="http://schemas.openxmlformats.org/drawingml/2006/main">
              <a:ext uri="{FF2B5EF4-FFF2-40B4-BE49-F238E27FC236}">
                <a16:creationId xmlns:a16="http://schemas.microsoft.com/office/drawing/2014/main" id="{AC28239D-ED7E-4AE9-84EE-B43BA6E5705F}"/>
              </a:ext>
            </a:extLst>
          </p:cNvPr>
          <p:cNvSpPr>
            <a:spLocks xmlns:a="http://schemas.openxmlformats.org/drawingml/2006/main" noGrp="1"/>
          </p:cNvSpPr>
          <p:nvPr/>
        </p:nvSpPr>
        <p:spPr>
          <a:xfrm xmlns:a="http://schemas.openxmlformats.org/drawingml/2006/main">
            <a:off x="1724025" y="7343775"/>
            <a:ext cx="185928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3" name="dp42-comparison / n189 / text 1">
            <a:extLst xmlns:a="http://schemas.openxmlformats.org/drawingml/2006/main">
              <a:ext uri="{FF2B5EF4-FFF2-40B4-BE49-F238E27FC236}">
                <a16:creationId xmlns:a16="http://schemas.microsoft.com/office/drawing/2014/main" id="{9D45F6D7-A9D3-4A6C-AD2E-216E604198A3}"/>
              </a:ext>
            </a:extLst>
          </p:cNvPr>
          <p:cNvSpPr>
            <a:spLocks xmlns:a="http://schemas.openxmlformats.org/drawingml/2006/main" noGrp="1"/>
          </p:cNvSpPr>
          <p:nvPr/>
        </p:nvSpPr>
        <p:spPr>
          <a:xfrm xmlns:a="http://schemas.openxmlformats.org/drawingml/2006/main">
            <a:off x="1743075" y="735330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Voice Runtime: 음성 I/O 구현</a:t>
            </a:r>
          </a:p>
        </p:txBody>
      </p:sp>
      <p:sp>
        <p:nvSpPr>
          <p:cNvPr id="224" name="dp42-comparison / n194 / path">
            <a:extLst xmlns:a="http://schemas.openxmlformats.org/drawingml/2006/main">
              <a:ext uri="{FF2B5EF4-FFF2-40B4-BE49-F238E27FC236}">
                <a16:creationId xmlns:a16="http://schemas.microsoft.com/office/drawing/2014/main" id="{A919421D-B1B8-46A4-9F73-EC9760CCB763}"/>
              </a:ext>
            </a:extLst>
          </p:cNvPr>
          <p:cNvSpPr>
            <a:spLocks xmlns:a="http://schemas.openxmlformats.org/drawingml/2006/main" noGrp="1"/>
          </p:cNvSpPr>
          <p:nvPr/>
        </p:nvSpPr>
        <p:spPr>
          <a:xfrm xmlns:a="http://schemas.openxmlformats.org/drawingml/2006/main">
            <a:off x="12172950" y="280035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225" name="dp42-comparison / n199 / path">
            <a:extLst xmlns:a="http://schemas.openxmlformats.org/drawingml/2006/main">
              <a:ext uri="{FF2B5EF4-FFF2-40B4-BE49-F238E27FC236}">
                <a16:creationId xmlns:a16="http://schemas.microsoft.com/office/drawing/2014/main" id="{EFE3BD0E-8A08-4259-89A4-BF88D1A424B8}"/>
              </a:ext>
            </a:extLst>
          </p:cNvPr>
          <p:cNvSpPr>
            <a:spLocks xmlns:a="http://schemas.openxmlformats.org/drawingml/2006/main" noGrp="1"/>
          </p:cNvSpPr>
          <p:nvPr/>
        </p:nvSpPr>
        <p:spPr>
          <a:xfrm xmlns:a="http://schemas.openxmlformats.org/drawingml/2006/main">
            <a:off x="12172950" y="2981325"/>
            <a:ext cx="4495800" cy="953"/>
          </a:xfrm>
          <a:custGeom xmlns:a="http://schemas.openxmlformats.org/drawingml/2006/main">
            <a:pathLst>
              <a:path w="4495800" h="953">
                <a:moveTo>
                  <a:pt x="0" y="0"/>
                </a:moveTo>
                <a:lnTo>
                  <a:pt x="4495800" y="0"/>
                </a:lnTo>
              </a:path>
            </a:pathLst>
          </a:custGeom>
          <a:noFill xmlns:a="http://schemas.openxmlformats.org/drawingml/2006/main"/>
          <a:ln xmlns:a="http://schemas.openxmlformats.org/drawingml/2006/main" w="10478">
            <a:solidFill>
              <a:srgbClr val="000000"/>
            </a:solidFill>
            <a:prstDash val="solid"/>
          </a:ln>
        </p:spPr>
      </p:sp>
      <p:sp>
        <p:nvSpPr>
          <p:cNvPr id="226" name="dp42-comparison / n204 / path">
            <a:extLst xmlns:a="http://schemas.openxmlformats.org/drawingml/2006/main">
              <a:ext uri="{FF2B5EF4-FFF2-40B4-BE49-F238E27FC236}">
                <a16:creationId xmlns:a16="http://schemas.microsoft.com/office/drawing/2014/main" id="{49659515-EB55-4D3D-AF33-5BA84CEF3FE5}"/>
              </a:ext>
            </a:extLst>
          </p:cNvPr>
          <p:cNvSpPr>
            <a:spLocks xmlns:a="http://schemas.openxmlformats.org/drawingml/2006/main" noGrp="1"/>
          </p:cNvSpPr>
          <p:nvPr/>
        </p:nvSpPr>
        <p:spPr>
          <a:xfrm xmlns:a="http://schemas.openxmlformats.org/drawingml/2006/main">
            <a:off x="12172950" y="3162300"/>
            <a:ext cx="5381625" cy="953"/>
          </a:xfrm>
          <a:custGeom xmlns:a="http://schemas.openxmlformats.org/drawingml/2006/main">
            <a:pathLst>
              <a:path w="5381625" h="953">
                <a:moveTo>
                  <a:pt x="0" y="0"/>
                </a:moveTo>
                <a:lnTo>
                  <a:pt x="5381625" y="0"/>
                </a:lnTo>
              </a:path>
            </a:pathLst>
          </a:custGeom>
          <a:noFill xmlns:a="http://schemas.openxmlformats.org/drawingml/2006/main"/>
          <a:ln xmlns:a="http://schemas.openxmlformats.org/drawingml/2006/main" w="10478">
            <a:solidFill>
              <a:srgbClr val="000000"/>
            </a:solidFill>
            <a:prstDash val="solid"/>
          </a:ln>
        </p:spPr>
      </p:sp>
      <p:sp>
        <p:nvSpPr>
          <p:cNvPr id="227" name="dp42-comparison / n209 / path">
            <a:extLst xmlns:a="http://schemas.openxmlformats.org/drawingml/2006/main">
              <a:ext uri="{FF2B5EF4-FFF2-40B4-BE49-F238E27FC236}">
                <a16:creationId xmlns:a16="http://schemas.microsoft.com/office/drawing/2014/main" id="{3E272796-F5F2-4DEB-9E09-0F85213D5A49}"/>
              </a:ext>
            </a:extLst>
          </p:cNvPr>
          <p:cNvSpPr>
            <a:spLocks xmlns:a="http://schemas.openxmlformats.org/drawingml/2006/main" noGrp="1"/>
          </p:cNvSpPr>
          <p:nvPr/>
        </p:nvSpPr>
        <p:spPr>
          <a:xfrm xmlns:a="http://schemas.openxmlformats.org/drawingml/2006/main">
            <a:off x="12172950" y="3343275"/>
            <a:ext cx="5210175" cy="953"/>
          </a:xfrm>
          <a:custGeom xmlns:a="http://schemas.openxmlformats.org/drawingml/2006/main">
            <a:pathLst>
              <a:path w="5210175" h="953">
                <a:moveTo>
                  <a:pt x="0" y="0"/>
                </a:moveTo>
                <a:lnTo>
                  <a:pt x="5210175" y="0"/>
                </a:lnTo>
              </a:path>
            </a:pathLst>
          </a:custGeom>
          <a:noFill xmlns:a="http://schemas.openxmlformats.org/drawingml/2006/main"/>
          <a:ln xmlns:a="http://schemas.openxmlformats.org/drawingml/2006/main" w="10478">
            <a:solidFill>
              <a:srgbClr val="000000"/>
            </a:solidFill>
            <a:prstDash val="solid"/>
          </a:ln>
        </p:spPr>
      </p:sp>
      <p:sp>
        <p:nvSpPr>
          <p:cNvPr id="228" name="dp42-comparison / n214">
            <a:extLst xmlns:a="http://schemas.openxmlformats.org/drawingml/2006/main">
              <a:ext uri="{FF2B5EF4-FFF2-40B4-BE49-F238E27FC236}">
                <a16:creationId xmlns:a16="http://schemas.microsoft.com/office/drawing/2014/main" id="{E7374F36-5772-4EED-9986-51D62B33EBC7}"/>
              </a:ext>
            </a:extLst>
          </p:cNvPr>
          <p:cNvSpPr>
            <a:spLocks xmlns:a="http://schemas.openxmlformats.org/drawingml/2006/main" noGrp="1"/>
          </p:cNvSpPr>
          <p:nvPr/>
        </p:nvSpPr>
        <p:spPr>
          <a:xfrm xmlns:a="http://schemas.openxmlformats.org/drawingml/2006/main">
            <a:off x="9810750" y="3495675"/>
            <a:ext cx="4000500"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229" name="dp42-comparison / n215 / text 1">
            <a:extLst xmlns:a="http://schemas.openxmlformats.org/drawingml/2006/main">
              <a:ext uri="{FF2B5EF4-FFF2-40B4-BE49-F238E27FC236}">
                <a16:creationId xmlns:a16="http://schemas.microsoft.com/office/drawing/2014/main" id="{EEED22FB-2B77-401D-9906-FBC351E4D916}"/>
              </a:ext>
            </a:extLst>
          </p:cNvPr>
          <p:cNvSpPr>
            <a:spLocks xmlns:a="http://schemas.openxmlformats.org/drawingml/2006/main" noGrp="1"/>
          </p:cNvSpPr>
          <p:nvPr/>
        </p:nvSpPr>
        <p:spPr>
          <a:xfrm xmlns:a="http://schemas.openxmlformats.org/drawingml/2006/main">
            <a:off x="9934575" y="3590925"/>
            <a:ext cx="3752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대화 서비스</a:t>
            </a:r>
          </a:p>
        </p:txBody>
      </p:sp>
      <p:sp>
        <p:nvSpPr>
          <p:cNvPr id="230" name="dp42-comparison / n216">
            <a:extLst xmlns:a="http://schemas.openxmlformats.org/drawingml/2006/main">
              <a:ext uri="{FF2B5EF4-FFF2-40B4-BE49-F238E27FC236}">
                <a16:creationId xmlns:a16="http://schemas.microsoft.com/office/drawing/2014/main" id="{0A8AEC83-E4A7-447C-8D13-9F088E0619E2}"/>
              </a:ext>
            </a:extLst>
          </p:cNvPr>
          <p:cNvSpPr>
            <a:spLocks xmlns:a="http://schemas.openxmlformats.org/drawingml/2006/main" noGrp="1"/>
          </p:cNvSpPr>
          <p:nvPr/>
        </p:nvSpPr>
        <p:spPr>
          <a:xfrm xmlns:a="http://schemas.openxmlformats.org/drawingml/2006/main">
            <a:off x="14287500" y="3495675"/>
            <a:ext cx="3381375" cy="32956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231" name="dp42-comparison / n217 / text 1">
            <a:extLst xmlns:a="http://schemas.openxmlformats.org/drawingml/2006/main">
              <a:ext uri="{FF2B5EF4-FFF2-40B4-BE49-F238E27FC236}">
                <a16:creationId xmlns:a16="http://schemas.microsoft.com/office/drawing/2014/main" id="{79D0E7DA-BE77-4EEE-AC54-2A5FA0F57C8D}"/>
              </a:ext>
            </a:extLst>
          </p:cNvPr>
          <p:cNvSpPr>
            <a:spLocks xmlns:a="http://schemas.openxmlformats.org/drawingml/2006/main" noGrp="1"/>
          </p:cNvSpPr>
          <p:nvPr/>
        </p:nvSpPr>
        <p:spPr>
          <a:xfrm xmlns:a="http://schemas.openxmlformats.org/drawingml/2006/main">
            <a:off x="14411325" y="3590925"/>
            <a:ext cx="3133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업무 서비스</a:t>
            </a:r>
          </a:p>
        </p:txBody>
      </p:sp>
      <p:sp>
        <p:nvSpPr>
          <p:cNvPr id="232" name="dp42-comparison / n222">
            <a:extLst xmlns:a="http://schemas.openxmlformats.org/drawingml/2006/main">
              <a:ext uri="{FF2B5EF4-FFF2-40B4-BE49-F238E27FC236}">
                <a16:creationId xmlns:a16="http://schemas.microsoft.com/office/drawing/2014/main" id="{3FA68D3C-C0F8-4A9B-A0EF-81EE4371623A}"/>
              </a:ext>
            </a:extLst>
          </p:cNvPr>
          <p:cNvSpPr>
            <a:spLocks xmlns:a="http://schemas.openxmlformats.org/drawingml/2006/main" noGrp="1"/>
          </p:cNvSpPr>
          <p:nvPr/>
        </p:nvSpPr>
        <p:spPr>
          <a:xfrm xmlns:a="http://schemas.openxmlformats.org/drawingml/2006/main">
            <a:off x="10001250" y="39147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3" name="dp42-comparison / n223 / text 1">
            <a:extLst xmlns:a="http://schemas.openxmlformats.org/drawingml/2006/main">
              <a:ext uri="{FF2B5EF4-FFF2-40B4-BE49-F238E27FC236}">
                <a16:creationId xmlns:a16="http://schemas.microsoft.com/office/drawing/2014/main" id="{4DCF902C-EA78-46A5-BD01-A6279CAB9038}"/>
              </a:ext>
            </a:extLst>
          </p:cNvPr>
          <p:cNvSpPr>
            <a:spLocks xmlns:a="http://schemas.openxmlformats.org/drawingml/2006/main" noGrp="1"/>
          </p:cNvSpPr>
          <p:nvPr/>
        </p:nvSpPr>
        <p:spPr>
          <a:xfrm xmlns:a="http://schemas.openxmlformats.org/drawingml/2006/main">
            <a:off x="10086975" y="39747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234" name="dp42-comparison / n224">
            <a:extLst xmlns:a="http://schemas.openxmlformats.org/drawingml/2006/main">
              <a:ext uri="{FF2B5EF4-FFF2-40B4-BE49-F238E27FC236}">
                <a16:creationId xmlns:a16="http://schemas.microsoft.com/office/drawing/2014/main" id="{B09EE3F8-16B0-45CA-89E3-B7A73ADC417D}"/>
              </a:ext>
            </a:extLst>
          </p:cNvPr>
          <p:cNvSpPr>
            <a:spLocks xmlns:a="http://schemas.openxmlformats.org/drawingml/2006/main" noGrp="1"/>
          </p:cNvSpPr>
          <p:nvPr/>
        </p:nvSpPr>
        <p:spPr>
          <a:xfrm xmlns:a="http://schemas.openxmlformats.org/drawingml/2006/main">
            <a:off x="14906625" y="39147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5" name="dp42-comparison / n225 / text 1">
            <a:extLst xmlns:a="http://schemas.openxmlformats.org/drawingml/2006/main">
              <a:ext uri="{FF2B5EF4-FFF2-40B4-BE49-F238E27FC236}">
                <a16:creationId xmlns:a16="http://schemas.microsoft.com/office/drawing/2014/main" id="{106D9430-9011-4DD0-A080-9448B8A5646E}"/>
              </a:ext>
            </a:extLst>
          </p:cNvPr>
          <p:cNvSpPr>
            <a:spLocks xmlns:a="http://schemas.openxmlformats.org/drawingml/2006/main" noGrp="1"/>
          </p:cNvSpPr>
          <p:nvPr/>
        </p:nvSpPr>
        <p:spPr>
          <a:xfrm xmlns:a="http://schemas.openxmlformats.org/drawingml/2006/main">
            <a:off x="14992350" y="3974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236" name="dp42-comparison / n226">
            <a:extLst xmlns:a="http://schemas.openxmlformats.org/drawingml/2006/main">
              <a:ext uri="{FF2B5EF4-FFF2-40B4-BE49-F238E27FC236}">
                <a16:creationId xmlns:a16="http://schemas.microsoft.com/office/drawing/2014/main" id="{48363BB2-AC2B-4783-9528-F000402A79CF}"/>
              </a:ext>
            </a:extLst>
          </p:cNvPr>
          <p:cNvSpPr>
            <a:spLocks xmlns:a="http://schemas.openxmlformats.org/drawingml/2006/main" noGrp="1"/>
          </p:cNvSpPr>
          <p:nvPr/>
        </p:nvSpPr>
        <p:spPr>
          <a:xfrm xmlns:a="http://schemas.openxmlformats.org/drawingml/2006/main">
            <a:off x="10001250" y="461962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7" name="dp42-comparison / n227 / text 1">
            <a:extLst xmlns:a="http://schemas.openxmlformats.org/drawingml/2006/main">
              <a:ext uri="{FF2B5EF4-FFF2-40B4-BE49-F238E27FC236}">
                <a16:creationId xmlns:a16="http://schemas.microsoft.com/office/drawing/2014/main" id="{DBD802FF-03FB-4D2A-A7C8-419A150BA098}"/>
              </a:ext>
            </a:extLst>
          </p:cNvPr>
          <p:cNvSpPr>
            <a:spLocks xmlns:a="http://schemas.openxmlformats.org/drawingml/2006/main" noGrp="1"/>
          </p:cNvSpPr>
          <p:nvPr/>
        </p:nvSpPr>
        <p:spPr>
          <a:xfrm xmlns:a="http://schemas.openxmlformats.org/drawingml/2006/main">
            <a:off x="10086975" y="46762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238" name="dp42-comparison / n228">
            <a:extLst xmlns:a="http://schemas.openxmlformats.org/drawingml/2006/main">
              <a:ext uri="{FF2B5EF4-FFF2-40B4-BE49-F238E27FC236}">
                <a16:creationId xmlns:a16="http://schemas.microsoft.com/office/drawing/2014/main" id="{FEC3A8D6-1DCD-490B-AAD9-163DA7902989}"/>
              </a:ext>
            </a:extLst>
          </p:cNvPr>
          <p:cNvSpPr>
            <a:spLocks xmlns:a="http://schemas.openxmlformats.org/drawingml/2006/main" noGrp="1"/>
          </p:cNvSpPr>
          <p:nvPr/>
        </p:nvSpPr>
        <p:spPr>
          <a:xfrm xmlns:a="http://schemas.openxmlformats.org/drawingml/2006/main">
            <a:off x="10001250" y="5324475"/>
            <a:ext cx="2238375"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9" name="dp42-comparison / n229 / text 1">
            <a:extLst xmlns:a="http://schemas.openxmlformats.org/drawingml/2006/main">
              <a:ext uri="{FF2B5EF4-FFF2-40B4-BE49-F238E27FC236}">
                <a16:creationId xmlns:a16="http://schemas.microsoft.com/office/drawing/2014/main" id="{3E0B4D48-7439-4F37-A35F-F1D71304DF04}"/>
              </a:ext>
            </a:extLst>
          </p:cNvPr>
          <p:cNvSpPr>
            <a:spLocks xmlns:a="http://schemas.openxmlformats.org/drawingml/2006/main" noGrp="1"/>
          </p:cNvSpPr>
          <p:nvPr/>
        </p:nvSpPr>
        <p:spPr>
          <a:xfrm xmlns:a="http://schemas.openxmlformats.org/drawingml/2006/main">
            <a:off x="10086975" y="5384483"/>
            <a:ext cx="20669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240" name="dp42-comparison / n230">
            <a:extLst xmlns:a="http://schemas.openxmlformats.org/drawingml/2006/main">
              <a:ext uri="{FF2B5EF4-FFF2-40B4-BE49-F238E27FC236}">
                <a16:creationId xmlns:a16="http://schemas.microsoft.com/office/drawing/2014/main" id="{DF097DB0-98F0-4FFE-B5FE-0CD59A67A652}"/>
              </a:ext>
            </a:extLst>
          </p:cNvPr>
          <p:cNvSpPr>
            <a:spLocks xmlns:a="http://schemas.openxmlformats.org/drawingml/2006/main" noGrp="1"/>
          </p:cNvSpPr>
          <p:nvPr/>
        </p:nvSpPr>
        <p:spPr>
          <a:xfrm xmlns:a="http://schemas.openxmlformats.org/drawingml/2006/main">
            <a:off x="14906625" y="5324475"/>
            <a:ext cx="2571750" cy="3429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1" name="dp42-comparison / n231 / text 1">
            <a:extLst xmlns:a="http://schemas.openxmlformats.org/drawingml/2006/main">
              <a:ext uri="{FF2B5EF4-FFF2-40B4-BE49-F238E27FC236}">
                <a16:creationId xmlns:a16="http://schemas.microsoft.com/office/drawing/2014/main" id="{546E4476-D754-4CAD-AA2A-C27ABA0B3306}"/>
              </a:ext>
            </a:extLst>
          </p:cNvPr>
          <p:cNvSpPr>
            <a:spLocks xmlns:a="http://schemas.openxmlformats.org/drawingml/2006/main" noGrp="1"/>
          </p:cNvSpPr>
          <p:nvPr/>
        </p:nvSpPr>
        <p:spPr>
          <a:xfrm xmlns:a="http://schemas.openxmlformats.org/drawingml/2006/main">
            <a:off x="14992350" y="53844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242" name="dp42-comparison / n236 / path">
            <a:extLst xmlns:a="http://schemas.openxmlformats.org/drawingml/2006/main">
              <a:ext uri="{FF2B5EF4-FFF2-40B4-BE49-F238E27FC236}">
                <a16:creationId xmlns:a16="http://schemas.microsoft.com/office/drawing/2014/main" id="{5F294762-D378-43C9-A669-5E7E5D1975E6}"/>
              </a:ext>
            </a:extLst>
          </p:cNvPr>
          <p:cNvSpPr>
            <a:spLocks xmlns:a="http://schemas.openxmlformats.org/drawingml/2006/main" noGrp="1"/>
          </p:cNvSpPr>
          <p:nvPr/>
        </p:nvSpPr>
        <p:spPr>
          <a:xfrm xmlns:a="http://schemas.openxmlformats.org/drawingml/2006/main">
            <a:off x="12239625" y="3819525"/>
            <a:ext cx="3000375" cy="180975"/>
          </a:xfrm>
          <a:custGeom xmlns:a="http://schemas.openxmlformats.org/drawingml/2006/main">
            <a:pathLst>
              <a:path w="3000375" h="180975">
                <a:moveTo>
                  <a:pt x="0" y="180975"/>
                </a:moveTo>
                <a:lnTo>
                  <a:pt x="190500" y="180975"/>
                </a:lnTo>
                <a:lnTo>
                  <a:pt x="190500" y="0"/>
                </a:lnTo>
                <a:lnTo>
                  <a:pt x="3000375" y="0"/>
                </a:lnTo>
                <a:lnTo>
                  <a:pt x="3000375" y="95250"/>
                </a:lnTo>
              </a:path>
            </a:pathLst>
          </a:custGeom>
          <a:noFill xmlns:a="http://schemas.openxmlformats.org/drawingml/2006/main"/>
          <a:ln xmlns:a="http://schemas.openxmlformats.org/drawingml/2006/main" w="10478">
            <a:solidFill>
              <a:srgbClr val="000000"/>
            </a:solidFill>
            <a:prstDash val="solid"/>
          </a:ln>
        </p:spPr>
      </p:sp>
      <p:sp>
        <p:nvSpPr>
          <p:cNvPr id="243" name="dp42-comparison / n236 / arrow">
            <a:extLst xmlns:a="http://schemas.openxmlformats.org/drawingml/2006/main">
              <a:ext uri="{FF2B5EF4-FFF2-40B4-BE49-F238E27FC236}">
                <a16:creationId xmlns:a16="http://schemas.microsoft.com/office/drawing/2014/main" id="{5BFD428A-45C8-4A28-9668-9AA0D80F2F57}"/>
              </a:ext>
            </a:extLst>
          </p:cNvPr>
          <p:cNvSpPr>
            <a:spLocks xmlns:a="http://schemas.openxmlformats.org/drawingml/2006/main" noGrp="1"/>
          </p:cNvSpPr>
          <p:nvPr/>
        </p:nvSpPr>
        <p:spPr>
          <a:xfrm xmlns:a="http://schemas.openxmlformats.org/drawingml/2006/main">
            <a:off x="15206472" y="38477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44" name="dp42-comparison / n237 / path">
            <a:extLst xmlns:a="http://schemas.openxmlformats.org/drawingml/2006/main">
              <a:ext uri="{FF2B5EF4-FFF2-40B4-BE49-F238E27FC236}">
                <a16:creationId xmlns:a16="http://schemas.microsoft.com/office/drawing/2014/main" id="{E542AE28-1E84-4852-9FE6-5AB884A3B6A2}"/>
              </a:ext>
            </a:extLst>
          </p:cNvPr>
          <p:cNvSpPr>
            <a:spLocks xmlns:a="http://schemas.openxmlformats.org/drawingml/2006/main" noGrp="1"/>
          </p:cNvSpPr>
          <p:nvPr/>
        </p:nvSpPr>
        <p:spPr>
          <a:xfrm xmlns:a="http://schemas.openxmlformats.org/drawingml/2006/main">
            <a:off x="12239625" y="3876675"/>
            <a:ext cx="3143250" cy="190500"/>
          </a:xfrm>
          <a:custGeom xmlns:a="http://schemas.openxmlformats.org/drawingml/2006/main">
            <a:pathLst>
              <a:path w="3143250" h="190500">
                <a:moveTo>
                  <a:pt x="3143250" y="38100"/>
                </a:moveTo>
                <a:lnTo>
                  <a:pt x="3143250" y="0"/>
                </a:lnTo>
                <a:lnTo>
                  <a:pt x="95250" y="0"/>
                </a:lnTo>
                <a:lnTo>
                  <a:pt x="95250" y="190500"/>
                </a:lnTo>
                <a:lnTo>
                  <a:pt x="0" y="190500"/>
                </a:lnTo>
              </a:path>
            </a:pathLst>
          </a:custGeom>
          <a:noFill xmlns:a="http://schemas.openxmlformats.org/drawingml/2006/main"/>
          <a:ln xmlns:a="http://schemas.openxmlformats.org/drawingml/2006/main" w="10478">
            <a:solidFill>
              <a:srgbClr val="000000"/>
            </a:solidFill>
            <a:prstDash val="dash"/>
          </a:ln>
        </p:spPr>
      </p:sp>
      <p:sp>
        <p:nvSpPr>
          <p:cNvPr id="245" name="dp42-comparison / n237 / arrow">
            <a:extLst xmlns:a="http://schemas.openxmlformats.org/drawingml/2006/main">
              <a:ext uri="{FF2B5EF4-FFF2-40B4-BE49-F238E27FC236}">
                <a16:creationId xmlns:a16="http://schemas.microsoft.com/office/drawing/2014/main" id="{A324BC67-75CA-442D-B38C-0B057518C95B}"/>
              </a:ext>
            </a:extLst>
          </p:cNvPr>
          <p:cNvSpPr>
            <a:spLocks xmlns:a="http://schemas.openxmlformats.org/drawingml/2006/main" noGrp="1"/>
          </p:cNvSpPr>
          <p:nvPr/>
        </p:nvSpPr>
        <p:spPr>
          <a:xfrm xmlns:a="http://schemas.openxmlformats.org/drawingml/2006/main">
            <a:off x="12239625" y="4033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6" name="dp42-comparison / n240 / path">
            <a:extLst xmlns:a="http://schemas.openxmlformats.org/drawingml/2006/main">
              <a:ext uri="{FF2B5EF4-FFF2-40B4-BE49-F238E27FC236}">
                <a16:creationId xmlns:a16="http://schemas.microsoft.com/office/drawing/2014/main" id="{231E6E56-2F0F-4DD3-9572-3EF320FE17C3}"/>
              </a:ext>
            </a:extLst>
          </p:cNvPr>
          <p:cNvSpPr>
            <a:spLocks xmlns:a="http://schemas.openxmlformats.org/drawingml/2006/main" noGrp="1"/>
          </p:cNvSpPr>
          <p:nvPr/>
        </p:nvSpPr>
        <p:spPr>
          <a:xfrm xmlns:a="http://schemas.openxmlformats.org/drawingml/2006/main">
            <a:off x="12239625" y="4181475"/>
            <a:ext cx="2667000" cy="953"/>
          </a:xfrm>
          <a:custGeom xmlns:a="http://schemas.openxmlformats.org/drawingml/2006/main">
            <a:pathLst>
              <a:path w="2667000" h="953">
                <a:moveTo>
                  <a:pt x="0" y="0"/>
                </a:moveTo>
                <a:lnTo>
                  <a:pt x="2667000" y="0"/>
                </a:lnTo>
              </a:path>
            </a:pathLst>
          </a:custGeom>
          <a:noFill xmlns:a="http://schemas.openxmlformats.org/drawingml/2006/main"/>
          <a:ln xmlns:a="http://schemas.openxmlformats.org/drawingml/2006/main" w="10478">
            <a:solidFill>
              <a:srgbClr val="000000"/>
            </a:solidFill>
            <a:prstDash val="solid"/>
          </a:ln>
        </p:spPr>
      </p:sp>
      <p:sp>
        <p:nvSpPr>
          <p:cNvPr id="247" name="dp42-comparison / n240 / arrow">
            <a:extLst xmlns:a="http://schemas.openxmlformats.org/drawingml/2006/main">
              <a:ext uri="{FF2B5EF4-FFF2-40B4-BE49-F238E27FC236}">
                <a16:creationId xmlns:a16="http://schemas.microsoft.com/office/drawing/2014/main" id="{D855FF90-82EE-42C0-8656-6F89A892B2F8}"/>
              </a:ext>
            </a:extLst>
          </p:cNvPr>
          <p:cNvSpPr>
            <a:spLocks xmlns:a="http://schemas.openxmlformats.org/drawingml/2006/main" noGrp="1"/>
          </p:cNvSpPr>
          <p:nvPr/>
        </p:nvSpPr>
        <p:spPr>
          <a:xfrm xmlns:a="http://schemas.openxmlformats.org/drawingml/2006/main">
            <a:off x="14839569" y="4147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48" name="dp42-comparison / n243 / path">
            <a:extLst xmlns:a="http://schemas.openxmlformats.org/drawingml/2006/main">
              <a:ext uri="{FF2B5EF4-FFF2-40B4-BE49-F238E27FC236}">
                <a16:creationId xmlns:a16="http://schemas.microsoft.com/office/drawing/2014/main" id="{A66DC805-85FF-436A-9A83-5DD510AA180B}"/>
              </a:ext>
            </a:extLst>
          </p:cNvPr>
          <p:cNvSpPr>
            <a:spLocks xmlns:a="http://schemas.openxmlformats.org/drawingml/2006/main" noGrp="1"/>
          </p:cNvSpPr>
          <p:nvPr/>
        </p:nvSpPr>
        <p:spPr>
          <a:xfrm xmlns:a="http://schemas.openxmlformats.org/drawingml/2006/main">
            <a:off x="12239625" y="4000500"/>
            <a:ext cx="2667000" cy="495300"/>
          </a:xfrm>
          <a:custGeom xmlns:a="http://schemas.openxmlformats.org/drawingml/2006/main">
            <a:pathLst>
              <a:path w="2667000" h="495300">
                <a:moveTo>
                  <a:pt x="2667000" y="0"/>
                </a:moveTo>
                <a:lnTo>
                  <a:pt x="2457450" y="0"/>
                </a:lnTo>
                <a:lnTo>
                  <a:pt x="2457450" y="495300"/>
                </a:lnTo>
                <a:lnTo>
                  <a:pt x="161925" y="495300"/>
                </a:lnTo>
                <a:lnTo>
                  <a:pt x="161925" y="0"/>
                </a:lnTo>
                <a:lnTo>
                  <a:pt x="0" y="0"/>
                </a:lnTo>
              </a:path>
            </a:pathLst>
          </a:custGeom>
          <a:noFill xmlns:a="http://schemas.openxmlformats.org/drawingml/2006/main"/>
          <a:ln xmlns:a="http://schemas.openxmlformats.org/drawingml/2006/main" w="10478">
            <a:solidFill>
              <a:srgbClr val="000000"/>
            </a:solidFill>
            <a:prstDash val="dash"/>
          </a:ln>
        </p:spPr>
      </p:sp>
      <p:sp>
        <p:nvSpPr>
          <p:cNvPr id="249" name="dp42-comparison / n243 / arrow">
            <a:extLst xmlns:a="http://schemas.openxmlformats.org/drawingml/2006/main">
              <a:ext uri="{FF2B5EF4-FFF2-40B4-BE49-F238E27FC236}">
                <a16:creationId xmlns:a16="http://schemas.microsoft.com/office/drawing/2014/main" id="{F9C8F40B-FAC3-4D4F-86A8-BC48AE4B3857}"/>
              </a:ext>
            </a:extLst>
          </p:cNvPr>
          <p:cNvSpPr>
            <a:spLocks xmlns:a="http://schemas.openxmlformats.org/drawingml/2006/main" noGrp="1"/>
          </p:cNvSpPr>
          <p:nvPr/>
        </p:nvSpPr>
        <p:spPr>
          <a:xfrm xmlns:a="http://schemas.openxmlformats.org/drawingml/2006/main">
            <a:off x="12239625" y="39669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50" name="dp42-comparison / n246 / path">
            <a:extLst xmlns:a="http://schemas.openxmlformats.org/drawingml/2006/main">
              <a:ext uri="{FF2B5EF4-FFF2-40B4-BE49-F238E27FC236}">
                <a16:creationId xmlns:a16="http://schemas.microsoft.com/office/drawing/2014/main" id="{41A4BA7C-AA2C-4C5D-89D5-F05520FAAE30}"/>
              </a:ext>
            </a:extLst>
          </p:cNvPr>
          <p:cNvSpPr>
            <a:spLocks xmlns:a="http://schemas.openxmlformats.org/drawingml/2006/main" noGrp="1"/>
          </p:cNvSpPr>
          <p:nvPr/>
        </p:nvSpPr>
        <p:spPr>
          <a:xfrm xmlns:a="http://schemas.openxmlformats.org/drawingml/2006/main">
            <a:off x="10691813" y="4257675"/>
            <a:ext cx="953" cy="361950"/>
          </a:xfrm>
          <a:custGeom xmlns:a="http://schemas.openxmlformats.org/drawingml/2006/main">
            <a:pathLst>
              <a:path w="953" h="361950">
                <a:moveTo>
                  <a:pt x="0" y="0"/>
                </a:moveTo>
                <a:lnTo>
                  <a:pt x="0" y="361950"/>
                </a:lnTo>
              </a:path>
            </a:pathLst>
          </a:custGeom>
          <a:noFill xmlns:a="http://schemas.openxmlformats.org/drawingml/2006/main"/>
          <a:ln xmlns:a="http://schemas.openxmlformats.org/drawingml/2006/main" w="10478">
            <a:solidFill>
              <a:srgbClr val="000000"/>
            </a:solidFill>
            <a:prstDash val="solid"/>
          </a:ln>
        </p:spPr>
      </p:sp>
      <p:sp>
        <p:nvSpPr>
          <p:cNvPr id="251" name="dp42-comparison / n246 / arrow">
            <a:extLst xmlns:a="http://schemas.openxmlformats.org/drawingml/2006/main">
              <a:ext uri="{FF2B5EF4-FFF2-40B4-BE49-F238E27FC236}">
                <a16:creationId xmlns:a16="http://schemas.microsoft.com/office/drawing/2014/main" id="{71F0195D-E709-4E7E-9127-BB25A13A8488}"/>
              </a:ext>
            </a:extLst>
          </p:cNvPr>
          <p:cNvSpPr>
            <a:spLocks xmlns:a="http://schemas.openxmlformats.org/drawingml/2006/main" noGrp="1"/>
          </p:cNvSpPr>
          <p:nvPr/>
        </p:nvSpPr>
        <p:spPr>
          <a:xfrm xmlns:a="http://schemas.openxmlformats.org/drawingml/2006/main">
            <a:off x="10658285" y="45525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52" name="dp42-comparison / n247 / path">
            <a:extLst xmlns:a="http://schemas.openxmlformats.org/drawingml/2006/main">
              <a:ext uri="{FF2B5EF4-FFF2-40B4-BE49-F238E27FC236}">
                <a16:creationId xmlns:a16="http://schemas.microsoft.com/office/drawing/2014/main" id="{2F873692-F33B-4029-BFD2-3AF0D4966F63}"/>
              </a:ext>
            </a:extLst>
          </p:cNvPr>
          <p:cNvSpPr>
            <a:spLocks xmlns:a="http://schemas.openxmlformats.org/drawingml/2006/main" noGrp="1"/>
          </p:cNvSpPr>
          <p:nvPr/>
        </p:nvSpPr>
        <p:spPr>
          <a:xfrm xmlns:a="http://schemas.openxmlformats.org/drawingml/2006/main">
            <a:off x="11549063" y="3914775"/>
            <a:ext cx="953" cy="1028700"/>
          </a:xfrm>
          <a:custGeom xmlns:a="http://schemas.openxmlformats.org/drawingml/2006/main">
            <a:pathLst>
              <a:path w="953" h="1028700">
                <a:moveTo>
                  <a:pt x="0" y="1028700"/>
                </a:moveTo>
                <a:lnTo>
                  <a:pt x="0" y="0"/>
                </a:lnTo>
              </a:path>
            </a:pathLst>
          </a:custGeom>
          <a:noFill xmlns:a="http://schemas.openxmlformats.org/drawingml/2006/main"/>
          <a:ln xmlns:a="http://schemas.openxmlformats.org/drawingml/2006/main" w="10478">
            <a:solidFill>
              <a:srgbClr val="000000"/>
            </a:solidFill>
            <a:prstDash val="dash"/>
          </a:ln>
        </p:spPr>
      </p:sp>
      <p:sp>
        <p:nvSpPr>
          <p:cNvPr id="253" name="dp42-comparison / n247 / arrow">
            <a:extLst xmlns:a="http://schemas.openxmlformats.org/drawingml/2006/main">
              <a:ext uri="{FF2B5EF4-FFF2-40B4-BE49-F238E27FC236}">
                <a16:creationId xmlns:a16="http://schemas.microsoft.com/office/drawing/2014/main" id="{7CD6E4BF-52FA-456F-B601-BC927952CBD8}"/>
              </a:ext>
            </a:extLst>
          </p:cNvPr>
          <p:cNvSpPr>
            <a:spLocks xmlns:a="http://schemas.openxmlformats.org/drawingml/2006/main" noGrp="1"/>
          </p:cNvSpPr>
          <p:nvPr/>
        </p:nvSpPr>
        <p:spPr>
          <a:xfrm xmlns:a="http://schemas.openxmlformats.org/drawingml/2006/main">
            <a:off x="11515535" y="39147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54" name="dp42-comparison / n250 / path">
            <a:extLst xmlns:a="http://schemas.openxmlformats.org/drawingml/2006/main">
              <a:ext uri="{FF2B5EF4-FFF2-40B4-BE49-F238E27FC236}">
                <a16:creationId xmlns:a16="http://schemas.microsoft.com/office/drawing/2014/main" id="{4F8537F6-772B-4044-B07C-57590D414449}"/>
              </a:ext>
            </a:extLst>
          </p:cNvPr>
          <p:cNvSpPr>
            <a:spLocks xmlns:a="http://schemas.openxmlformats.org/drawingml/2006/main" noGrp="1"/>
          </p:cNvSpPr>
          <p:nvPr/>
        </p:nvSpPr>
        <p:spPr>
          <a:xfrm xmlns:a="http://schemas.openxmlformats.org/drawingml/2006/main">
            <a:off x="9906000" y="4086225"/>
            <a:ext cx="642938" cy="1238250"/>
          </a:xfrm>
          <a:custGeom xmlns:a="http://schemas.openxmlformats.org/drawingml/2006/main">
            <a:pathLst>
              <a:path w="642938" h="1238250">
                <a:moveTo>
                  <a:pt x="95250" y="0"/>
                </a:moveTo>
                <a:lnTo>
                  <a:pt x="0" y="0"/>
                </a:lnTo>
                <a:lnTo>
                  <a:pt x="0" y="1152525"/>
                </a:lnTo>
                <a:lnTo>
                  <a:pt x="642938" y="1152525"/>
                </a:lnTo>
                <a:lnTo>
                  <a:pt x="642938" y="1238250"/>
                </a:lnTo>
              </a:path>
            </a:pathLst>
          </a:custGeom>
          <a:noFill xmlns:a="http://schemas.openxmlformats.org/drawingml/2006/main"/>
          <a:ln xmlns:a="http://schemas.openxmlformats.org/drawingml/2006/main" w="10478">
            <a:solidFill>
              <a:srgbClr val="000000"/>
            </a:solidFill>
            <a:prstDash val="solid"/>
          </a:ln>
        </p:spPr>
      </p:sp>
      <p:sp>
        <p:nvSpPr>
          <p:cNvPr id="255" name="dp42-comparison / n250 / arrow">
            <a:extLst xmlns:a="http://schemas.openxmlformats.org/drawingml/2006/main">
              <a:ext uri="{FF2B5EF4-FFF2-40B4-BE49-F238E27FC236}">
                <a16:creationId xmlns:a16="http://schemas.microsoft.com/office/drawing/2014/main" id="{D0F0BD6B-8F58-4039-93BB-EE1B84DE491D}"/>
              </a:ext>
            </a:extLst>
          </p:cNvPr>
          <p:cNvSpPr>
            <a:spLocks xmlns:a="http://schemas.openxmlformats.org/drawingml/2006/main" noGrp="1"/>
          </p:cNvSpPr>
          <p:nvPr/>
        </p:nvSpPr>
        <p:spPr>
          <a:xfrm xmlns:a="http://schemas.openxmlformats.org/drawingml/2006/main">
            <a:off x="10515410"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56" name="dp42-comparison / n251 / path">
            <a:extLst xmlns:a="http://schemas.openxmlformats.org/drawingml/2006/main">
              <a:ext uri="{FF2B5EF4-FFF2-40B4-BE49-F238E27FC236}">
                <a16:creationId xmlns:a16="http://schemas.microsoft.com/office/drawing/2014/main" id="{57109AE0-B13A-49FF-9510-AB095A79F22D}"/>
              </a:ext>
            </a:extLst>
          </p:cNvPr>
          <p:cNvSpPr>
            <a:spLocks xmlns:a="http://schemas.openxmlformats.org/drawingml/2006/main" noGrp="1"/>
          </p:cNvSpPr>
          <p:nvPr/>
        </p:nvSpPr>
        <p:spPr>
          <a:xfrm xmlns:a="http://schemas.openxmlformats.org/drawingml/2006/main">
            <a:off x="12239625" y="4105275"/>
            <a:ext cx="381000" cy="1295400"/>
          </a:xfrm>
          <a:custGeom xmlns:a="http://schemas.openxmlformats.org/drawingml/2006/main">
            <a:pathLst>
              <a:path w="381000" h="1295400">
                <a:moveTo>
                  <a:pt x="0" y="1295400"/>
                </a:moveTo>
                <a:lnTo>
                  <a:pt x="381000" y="1295400"/>
                </a:lnTo>
                <a:lnTo>
                  <a:pt x="381000" y="0"/>
                </a:lnTo>
                <a:lnTo>
                  <a:pt x="0" y="0"/>
                </a:lnTo>
              </a:path>
            </a:pathLst>
          </a:custGeom>
          <a:noFill xmlns:a="http://schemas.openxmlformats.org/drawingml/2006/main"/>
          <a:ln xmlns:a="http://schemas.openxmlformats.org/drawingml/2006/main" w="10478">
            <a:solidFill>
              <a:srgbClr val="000000"/>
            </a:solidFill>
            <a:prstDash val="dash"/>
          </a:ln>
        </p:spPr>
      </p:sp>
      <p:sp>
        <p:nvSpPr>
          <p:cNvPr id="257" name="dp42-comparison / n251 / arrow">
            <a:extLst xmlns:a="http://schemas.openxmlformats.org/drawingml/2006/main">
              <a:ext uri="{FF2B5EF4-FFF2-40B4-BE49-F238E27FC236}">
                <a16:creationId xmlns:a16="http://schemas.microsoft.com/office/drawing/2014/main" id="{DD8570D9-7933-4B23-89DF-83130EABA115}"/>
              </a:ext>
            </a:extLst>
          </p:cNvPr>
          <p:cNvSpPr>
            <a:spLocks xmlns:a="http://schemas.openxmlformats.org/drawingml/2006/main" noGrp="1"/>
          </p:cNvSpPr>
          <p:nvPr/>
        </p:nvSpPr>
        <p:spPr>
          <a:xfrm xmlns:a="http://schemas.openxmlformats.org/drawingml/2006/main">
            <a:off x="12239625" y="40717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58" name="dp42-comparison / n256 / path">
            <a:extLst xmlns:a="http://schemas.openxmlformats.org/drawingml/2006/main">
              <a:ext uri="{FF2B5EF4-FFF2-40B4-BE49-F238E27FC236}">
                <a16:creationId xmlns:a16="http://schemas.microsoft.com/office/drawing/2014/main" id="{105FD260-1526-4A1C-9F61-E73506DFBFD9}"/>
              </a:ext>
            </a:extLst>
          </p:cNvPr>
          <p:cNvSpPr>
            <a:spLocks xmlns:a="http://schemas.openxmlformats.org/drawingml/2006/main" noGrp="1"/>
          </p:cNvSpPr>
          <p:nvPr/>
        </p:nvSpPr>
        <p:spPr>
          <a:xfrm xmlns:a="http://schemas.openxmlformats.org/drawingml/2006/main">
            <a:off x="16192500" y="4257675"/>
            <a:ext cx="953" cy="1066800"/>
          </a:xfrm>
          <a:custGeom xmlns:a="http://schemas.openxmlformats.org/drawingml/2006/main">
            <a:pathLst>
              <a:path w="953" h="1066800">
                <a:moveTo>
                  <a:pt x="0" y="0"/>
                </a:moveTo>
                <a:lnTo>
                  <a:pt x="0" y="1066800"/>
                </a:lnTo>
              </a:path>
            </a:pathLst>
          </a:custGeom>
          <a:noFill xmlns:a="http://schemas.openxmlformats.org/drawingml/2006/main"/>
          <a:ln xmlns:a="http://schemas.openxmlformats.org/drawingml/2006/main" w="10478">
            <a:solidFill>
              <a:srgbClr val="000000"/>
            </a:solidFill>
            <a:prstDash val="solid"/>
          </a:ln>
        </p:spPr>
      </p:sp>
      <p:sp>
        <p:nvSpPr>
          <p:cNvPr id="259" name="dp42-comparison / n256 / arrow">
            <a:extLst xmlns:a="http://schemas.openxmlformats.org/drawingml/2006/main">
              <a:ext uri="{FF2B5EF4-FFF2-40B4-BE49-F238E27FC236}">
                <a16:creationId xmlns:a16="http://schemas.microsoft.com/office/drawing/2014/main" id="{824417E2-9758-432A-881D-0039D16AC62A}"/>
              </a:ext>
            </a:extLst>
          </p:cNvPr>
          <p:cNvSpPr>
            <a:spLocks xmlns:a="http://schemas.openxmlformats.org/drawingml/2006/main" noGrp="1"/>
          </p:cNvSpPr>
          <p:nvPr/>
        </p:nvSpPr>
        <p:spPr>
          <a:xfrm xmlns:a="http://schemas.openxmlformats.org/drawingml/2006/main">
            <a:off x="16158972" y="52574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0" name="dp42-comparison / n257 / path">
            <a:extLst xmlns:a="http://schemas.openxmlformats.org/drawingml/2006/main">
              <a:ext uri="{FF2B5EF4-FFF2-40B4-BE49-F238E27FC236}">
                <a16:creationId xmlns:a16="http://schemas.microsoft.com/office/drawing/2014/main" id="{5E916C6B-4E9E-4D3F-9125-684445922F0B}"/>
              </a:ext>
            </a:extLst>
          </p:cNvPr>
          <p:cNvSpPr>
            <a:spLocks xmlns:a="http://schemas.openxmlformats.org/drawingml/2006/main" noGrp="1"/>
          </p:cNvSpPr>
          <p:nvPr/>
        </p:nvSpPr>
        <p:spPr>
          <a:xfrm xmlns:a="http://schemas.openxmlformats.org/drawingml/2006/main">
            <a:off x="14782800" y="4086225"/>
            <a:ext cx="123825" cy="1409700"/>
          </a:xfrm>
          <a:custGeom xmlns:a="http://schemas.openxmlformats.org/drawingml/2006/main">
            <a:pathLst>
              <a:path w="123825" h="1409700">
                <a:moveTo>
                  <a:pt x="123825" y="1409700"/>
                </a:moveTo>
                <a:lnTo>
                  <a:pt x="0" y="1409700"/>
                </a:lnTo>
                <a:lnTo>
                  <a:pt x="0" y="0"/>
                </a:lnTo>
                <a:lnTo>
                  <a:pt x="123825" y="0"/>
                </a:lnTo>
              </a:path>
            </a:pathLst>
          </a:custGeom>
          <a:noFill xmlns:a="http://schemas.openxmlformats.org/drawingml/2006/main"/>
          <a:ln xmlns:a="http://schemas.openxmlformats.org/drawingml/2006/main" w="10478">
            <a:solidFill>
              <a:srgbClr val="000000"/>
            </a:solidFill>
            <a:prstDash val="dash"/>
          </a:ln>
        </p:spPr>
      </p:sp>
      <p:sp>
        <p:nvSpPr>
          <p:cNvPr id="261" name="dp42-comparison / n257 / arrow">
            <a:extLst xmlns:a="http://schemas.openxmlformats.org/drawingml/2006/main">
              <a:ext uri="{FF2B5EF4-FFF2-40B4-BE49-F238E27FC236}">
                <a16:creationId xmlns:a16="http://schemas.microsoft.com/office/drawing/2014/main" id="{6230FA88-5473-402B-8483-6A539565B9BB}"/>
              </a:ext>
            </a:extLst>
          </p:cNvPr>
          <p:cNvSpPr>
            <a:spLocks xmlns:a="http://schemas.openxmlformats.org/drawingml/2006/main" noGrp="1"/>
          </p:cNvSpPr>
          <p:nvPr/>
        </p:nvSpPr>
        <p:spPr>
          <a:xfrm xmlns:a="http://schemas.openxmlformats.org/drawingml/2006/main">
            <a:off x="14839569"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62" name="dp42-comparison / n262">
            <a:extLst xmlns:a="http://schemas.openxmlformats.org/drawingml/2006/main">
              <a:ext uri="{FF2B5EF4-FFF2-40B4-BE49-F238E27FC236}">
                <a16:creationId xmlns:a16="http://schemas.microsoft.com/office/drawing/2014/main" id="{5803ACA7-5994-40AF-945E-EA03E70B45F9}"/>
              </a:ext>
            </a:extLst>
          </p:cNvPr>
          <p:cNvSpPr>
            <a:spLocks xmlns:a="http://schemas.openxmlformats.org/drawingml/2006/main" noGrp="1"/>
          </p:cNvSpPr>
          <p:nvPr/>
        </p:nvSpPr>
        <p:spPr>
          <a:xfrm xmlns:a="http://schemas.openxmlformats.org/drawingml/2006/main">
            <a:off x="10001250" y="6400800"/>
            <a:ext cx="3619500"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63" name="dp42-comparison / n263 / text 1">
            <a:extLst xmlns:a="http://schemas.openxmlformats.org/drawingml/2006/main">
              <a:ext uri="{FF2B5EF4-FFF2-40B4-BE49-F238E27FC236}">
                <a16:creationId xmlns:a16="http://schemas.microsoft.com/office/drawing/2014/main" id="{2906B3A0-EDE6-4462-B674-45AA26B174FD}"/>
              </a:ext>
            </a:extLst>
          </p:cNvPr>
          <p:cNvSpPr>
            <a:spLocks xmlns:a="http://schemas.openxmlformats.org/drawingml/2006/main" noGrp="1"/>
          </p:cNvSpPr>
          <p:nvPr/>
        </p:nvSpPr>
        <p:spPr>
          <a:xfrm xmlns:a="http://schemas.openxmlformats.org/drawingml/2006/main">
            <a:off x="10086975" y="6515100"/>
            <a:ext cx="3448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대화 상태 저장소</a:t>
            </a:r>
          </a:p>
        </p:txBody>
      </p:sp>
      <p:sp>
        <p:nvSpPr>
          <p:cNvPr id="264" name="dp42-comparison / n264">
            <a:extLst xmlns:a="http://schemas.openxmlformats.org/drawingml/2006/main">
              <a:ext uri="{FF2B5EF4-FFF2-40B4-BE49-F238E27FC236}">
                <a16:creationId xmlns:a16="http://schemas.microsoft.com/office/drawing/2014/main" id="{C9656219-A41F-428C-A55A-5E2472C00013}"/>
              </a:ext>
            </a:extLst>
          </p:cNvPr>
          <p:cNvSpPr>
            <a:spLocks xmlns:a="http://schemas.openxmlformats.org/drawingml/2006/main" noGrp="1"/>
          </p:cNvSpPr>
          <p:nvPr/>
        </p:nvSpPr>
        <p:spPr>
          <a:xfrm xmlns:a="http://schemas.openxmlformats.org/drawingml/2006/main">
            <a:off x="14478000" y="6400800"/>
            <a:ext cx="3000375" cy="2857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65" name="dp42-comparison / n265 / text 1">
            <a:extLst xmlns:a="http://schemas.openxmlformats.org/drawingml/2006/main">
              <a:ext uri="{FF2B5EF4-FFF2-40B4-BE49-F238E27FC236}">
                <a16:creationId xmlns:a16="http://schemas.microsoft.com/office/drawing/2014/main" id="{D66525D3-1E12-44EC-992C-ECAEE99FCFF3}"/>
              </a:ext>
            </a:extLst>
          </p:cNvPr>
          <p:cNvSpPr>
            <a:spLocks xmlns:a="http://schemas.openxmlformats.org/drawingml/2006/main" noGrp="1"/>
          </p:cNvSpPr>
          <p:nvPr/>
        </p:nvSpPr>
        <p:spPr>
          <a:xfrm xmlns:a="http://schemas.openxmlformats.org/drawingml/2006/main">
            <a:off x="14563725" y="6515100"/>
            <a:ext cx="28289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업무 상태 저장소</a:t>
            </a:r>
          </a:p>
        </p:txBody>
      </p:sp>
      <p:sp>
        <p:nvSpPr>
          <p:cNvPr id="266" name="dp42-comparison / n266 / path">
            <a:extLst xmlns:a="http://schemas.openxmlformats.org/drawingml/2006/main">
              <a:ext uri="{FF2B5EF4-FFF2-40B4-BE49-F238E27FC236}">
                <a16:creationId xmlns:a16="http://schemas.microsoft.com/office/drawing/2014/main" id="{3B16F963-0945-4784-97CF-73C1087B2BC5}"/>
              </a:ext>
            </a:extLst>
          </p:cNvPr>
          <p:cNvSpPr>
            <a:spLocks xmlns:a="http://schemas.openxmlformats.org/drawingml/2006/main" noGrp="1"/>
          </p:cNvSpPr>
          <p:nvPr/>
        </p:nvSpPr>
        <p:spPr>
          <a:xfrm xmlns:a="http://schemas.openxmlformats.org/drawingml/2006/main">
            <a:off x="12239625" y="4238625"/>
            <a:ext cx="266700" cy="2162175"/>
          </a:xfrm>
          <a:custGeom xmlns:a="http://schemas.openxmlformats.org/drawingml/2006/main">
            <a:pathLst>
              <a:path w="266700" h="2162175">
                <a:moveTo>
                  <a:pt x="0" y="0"/>
                </a:moveTo>
                <a:lnTo>
                  <a:pt x="266700" y="0"/>
                </a:lnTo>
                <a:lnTo>
                  <a:pt x="266700" y="2057400"/>
                </a:lnTo>
                <a:lnTo>
                  <a:pt x="47625" y="2057400"/>
                </a:lnTo>
                <a:lnTo>
                  <a:pt x="47625" y="2162175"/>
                </a:lnTo>
              </a:path>
            </a:pathLst>
          </a:custGeom>
          <a:noFill xmlns:a="http://schemas.openxmlformats.org/drawingml/2006/main"/>
          <a:ln xmlns:a="http://schemas.openxmlformats.org/drawingml/2006/main" w="10478">
            <a:solidFill>
              <a:srgbClr val="000000"/>
            </a:solidFill>
            <a:prstDash val="solid"/>
          </a:ln>
        </p:spPr>
      </p:sp>
      <p:sp>
        <p:nvSpPr>
          <p:cNvPr id="267" name="dp42-comparison / n266 / arrow">
            <a:extLst xmlns:a="http://schemas.openxmlformats.org/drawingml/2006/main">
              <a:ext uri="{FF2B5EF4-FFF2-40B4-BE49-F238E27FC236}">
                <a16:creationId xmlns:a16="http://schemas.microsoft.com/office/drawing/2014/main" id="{A6CCD14B-5E5A-40E2-B76E-5A57C136E8EF}"/>
              </a:ext>
            </a:extLst>
          </p:cNvPr>
          <p:cNvSpPr>
            <a:spLocks xmlns:a="http://schemas.openxmlformats.org/drawingml/2006/main" noGrp="1"/>
          </p:cNvSpPr>
          <p:nvPr/>
        </p:nvSpPr>
        <p:spPr>
          <a:xfrm xmlns:a="http://schemas.openxmlformats.org/drawingml/2006/main">
            <a:off x="12253722"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68" name="dp42-comparison / n267 / path">
            <a:extLst xmlns:a="http://schemas.openxmlformats.org/drawingml/2006/main">
              <a:ext uri="{FF2B5EF4-FFF2-40B4-BE49-F238E27FC236}">
                <a16:creationId xmlns:a16="http://schemas.microsoft.com/office/drawing/2014/main" id="{113BDB7C-C6A2-40E5-BE02-39A97B492EA9}"/>
              </a:ext>
            </a:extLst>
          </p:cNvPr>
          <p:cNvSpPr>
            <a:spLocks xmlns:a="http://schemas.openxmlformats.org/drawingml/2006/main" noGrp="1"/>
          </p:cNvSpPr>
          <p:nvPr/>
        </p:nvSpPr>
        <p:spPr>
          <a:xfrm xmlns:a="http://schemas.openxmlformats.org/drawingml/2006/main">
            <a:off x="14392275" y="4238625"/>
            <a:ext cx="585788" cy="2162175"/>
          </a:xfrm>
          <a:custGeom xmlns:a="http://schemas.openxmlformats.org/drawingml/2006/main">
            <a:pathLst>
              <a:path w="585788" h="2162175">
                <a:moveTo>
                  <a:pt x="514350" y="0"/>
                </a:moveTo>
                <a:lnTo>
                  <a:pt x="0" y="0"/>
                </a:lnTo>
                <a:lnTo>
                  <a:pt x="0" y="2057400"/>
                </a:lnTo>
                <a:lnTo>
                  <a:pt x="585788" y="2057400"/>
                </a:lnTo>
                <a:lnTo>
                  <a:pt x="585788" y="2162175"/>
                </a:lnTo>
              </a:path>
            </a:pathLst>
          </a:custGeom>
          <a:noFill xmlns:a="http://schemas.openxmlformats.org/drawingml/2006/main"/>
          <a:ln xmlns:a="http://schemas.openxmlformats.org/drawingml/2006/main" w="10478">
            <a:solidFill>
              <a:srgbClr val="000000"/>
            </a:solidFill>
            <a:prstDash val="solid"/>
          </a:ln>
        </p:spPr>
      </p:sp>
      <p:sp>
        <p:nvSpPr>
          <p:cNvPr id="269" name="dp42-comparison / n267 / arrow">
            <a:extLst xmlns:a="http://schemas.openxmlformats.org/drawingml/2006/main">
              <a:ext uri="{FF2B5EF4-FFF2-40B4-BE49-F238E27FC236}">
                <a16:creationId xmlns:a16="http://schemas.microsoft.com/office/drawing/2014/main" id="{821D7300-9020-497D-A27E-C000E13CD66D}"/>
              </a:ext>
            </a:extLst>
          </p:cNvPr>
          <p:cNvSpPr>
            <a:spLocks xmlns:a="http://schemas.openxmlformats.org/drawingml/2006/main" noGrp="1"/>
          </p:cNvSpPr>
          <p:nvPr/>
        </p:nvSpPr>
        <p:spPr>
          <a:xfrm xmlns:a="http://schemas.openxmlformats.org/drawingml/2006/main">
            <a:off x="14944535"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0" name="dp42-comparison / n268 / path">
            <a:extLst xmlns:a="http://schemas.openxmlformats.org/drawingml/2006/main">
              <a:ext uri="{FF2B5EF4-FFF2-40B4-BE49-F238E27FC236}">
                <a16:creationId xmlns:a16="http://schemas.microsoft.com/office/drawing/2014/main" id="{08C72CA6-2014-47FF-A57F-6D9D05055175}"/>
              </a:ext>
            </a:extLst>
          </p:cNvPr>
          <p:cNvSpPr>
            <a:spLocks xmlns:a="http://schemas.openxmlformats.org/drawingml/2006/main" noGrp="1"/>
          </p:cNvSpPr>
          <p:nvPr/>
        </p:nvSpPr>
        <p:spPr>
          <a:xfrm xmlns:a="http://schemas.openxmlformats.org/drawingml/2006/main">
            <a:off x="11691938" y="4257675"/>
            <a:ext cx="3929063" cy="285750"/>
          </a:xfrm>
          <a:custGeom xmlns:a="http://schemas.openxmlformats.org/drawingml/2006/main">
            <a:pathLst>
              <a:path w="3929063" h="285750">
                <a:moveTo>
                  <a:pt x="3929063" y="0"/>
                </a:moveTo>
                <a:lnTo>
                  <a:pt x="3929063" y="228600"/>
                </a:lnTo>
                <a:lnTo>
                  <a:pt x="2309813" y="228600"/>
                </a:lnTo>
                <a:lnTo>
                  <a:pt x="2309813" y="285750"/>
                </a:lnTo>
                <a:lnTo>
                  <a:pt x="0" y="285750"/>
                </a:lnTo>
                <a:lnTo>
                  <a:pt x="0" y="0"/>
                </a:lnTo>
              </a:path>
            </a:pathLst>
          </a:custGeom>
          <a:noFill xmlns:a="http://schemas.openxmlformats.org/drawingml/2006/main"/>
          <a:ln xmlns:a="http://schemas.openxmlformats.org/drawingml/2006/main" w="10478">
            <a:solidFill>
              <a:srgbClr val="000000"/>
            </a:solidFill>
            <a:prstDash val="dash"/>
          </a:ln>
        </p:spPr>
      </p:sp>
      <p:sp>
        <p:nvSpPr>
          <p:cNvPr id="271" name="dp42-comparison / n268 / arrow">
            <a:extLst xmlns:a="http://schemas.openxmlformats.org/drawingml/2006/main">
              <a:ext uri="{FF2B5EF4-FFF2-40B4-BE49-F238E27FC236}">
                <a16:creationId xmlns:a16="http://schemas.microsoft.com/office/drawing/2014/main" id="{132C9274-79BF-445A-9C5A-7554AFEF5F34}"/>
              </a:ext>
            </a:extLst>
          </p:cNvPr>
          <p:cNvSpPr>
            <a:spLocks xmlns:a="http://schemas.openxmlformats.org/drawingml/2006/main" noGrp="1"/>
          </p:cNvSpPr>
          <p:nvPr/>
        </p:nvSpPr>
        <p:spPr>
          <a:xfrm xmlns:a="http://schemas.openxmlformats.org/drawingml/2006/main">
            <a:off x="11658410" y="42576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72" name="dp42-comparison / n275 / path">
            <a:extLst xmlns:a="http://schemas.openxmlformats.org/drawingml/2006/main">
              <a:ext uri="{FF2B5EF4-FFF2-40B4-BE49-F238E27FC236}">
                <a16:creationId xmlns:a16="http://schemas.microsoft.com/office/drawing/2014/main" id="{114D8D84-1371-44A2-B3CA-9DC7304BBB30}"/>
              </a:ext>
            </a:extLst>
          </p:cNvPr>
          <p:cNvSpPr>
            <a:spLocks xmlns:a="http://schemas.openxmlformats.org/drawingml/2006/main" noGrp="1"/>
          </p:cNvSpPr>
          <p:nvPr/>
        </p:nvSpPr>
        <p:spPr>
          <a:xfrm xmlns:a="http://schemas.openxmlformats.org/drawingml/2006/main">
            <a:off x="9944100" y="5495925"/>
            <a:ext cx="914400" cy="904875"/>
          </a:xfrm>
          <a:custGeom xmlns:a="http://schemas.openxmlformats.org/drawingml/2006/main">
            <a:pathLst>
              <a:path w="914400" h="904875">
                <a:moveTo>
                  <a:pt x="57150" y="0"/>
                </a:moveTo>
                <a:lnTo>
                  <a:pt x="0" y="0"/>
                </a:lnTo>
                <a:lnTo>
                  <a:pt x="0" y="762000"/>
                </a:lnTo>
                <a:lnTo>
                  <a:pt x="914400" y="762000"/>
                </a:lnTo>
                <a:lnTo>
                  <a:pt x="914400" y="904875"/>
                </a:lnTo>
              </a:path>
            </a:pathLst>
          </a:custGeom>
          <a:noFill xmlns:a="http://schemas.openxmlformats.org/drawingml/2006/main"/>
          <a:ln xmlns:a="http://schemas.openxmlformats.org/drawingml/2006/main" w="10478">
            <a:solidFill>
              <a:srgbClr val="000000"/>
            </a:solidFill>
            <a:prstDash val="solid"/>
          </a:ln>
        </p:spPr>
      </p:sp>
      <p:sp>
        <p:nvSpPr>
          <p:cNvPr id="273" name="dp42-comparison / n275 / arrow">
            <a:extLst xmlns:a="http://schemas.openxmlformats.org/drawingml/2006/main">
              <a:ext uri="{FF2B5EF4-FFF2-40B4-BE49-F238E27FC236}">
                <a16:creationId xmlns:a16="http://schemas.microsoft.com/office/drawing/2014/main" id="{116E0515-2524-4088-8C97-1568AD460408}"/>
              </a:ext>
            </a:extLst>
          </p:cNvPr>
          <p:cNvSpPr>
            <a:spLocks xmlns:a="http://schemas.openxmlformats.org/drawingml/2006/main" noGrp="1"/>
          </p:cNvSpPr>
          <p:nvPr/>
        </p:nvSpPr>
        <p:spPr>
          <a:xfrm xmlns:a="http://schemas.openxmlformats.org/drawingml/2006/main">
            <a:off x="10824972" y="6333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74" name="dp42-comparison / n276">
            <a:extLst xmlns:a="http://schemas.openxmlformats.org/drawingml/2006/main">
              <a:ext uri="{FF2B5EF4-FFF2-40B4-BE49-F238E27FC236}">
                <a16:creationId xmlns:a16="http://schemas.microsoft.com/office/drawing/2014/main" id="{71E1CFF1-8476-4D57-A65F-4D23E66AD966}"/>
              </a:ext>
            </a:extLst>
          </p:cNvPr>
          <p:cNvSpPr>
            <a:spLocks xmlns:a="http://schemas.openxmlformats.org/drawingml/2006/main" noGrp="1"/>
          </p:cNvSpPr>
          <p:nvPr/>
        </p:nvSpPr>
        <p:spPr>
          <a:xfrm xmlns:a="http://schemas.openxmlformats.org/drawingml/2006/main">
            <a:off x="10001250" y="7019925"/>
            <a:ext cx="223837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5" name="dp42-comparison / n277 / text 1">
            <a:extLst xmlns:a="http://schemas.openxmlformats.org/drawingml/2006/main">
              <a:ext uri="{FF2B5EF4-FFF2-40B4-BE49-F238E27FC236}">
                <a16:creationId xmlns:a16="http://schemas.microsoft.com/office/drawing/2014/main" id="{BA135505-B45B-4EBC-B72F-3B438BD96896}"/>
              </a:ext>
            </a:extLst>
          </p:cNvPr>
          <p:cNvSpPr>
            <a:spLocks xmlns:a="http://schemas.openxmlformats.org/drawingml/2006/main" noGrp="1"/>
          </p:cNvSpPr>
          <p:nvPr/>
        </p:nvSpPr>
        <p:spPr>
          <a:xfrm xmlns:a="http://schemas.openxmlformats.org/drawingml/2006/main">
            <a:off x="10086975" y="7067074"/>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Interaction Manager</a:t>
            </a:r>
          </a:p>
        </p:txBody>
      </p:sp>
      <p:sp>
        <p:nvSpPr>
          <p:cNvPr id="276" name="dp42-comparison / n278">
            <a:extLst xmlns:a="http://schemas.openxmlformats.org/drawingml/2006/main">
              <a:ext uri="{FF2B5EF4-FFF2-40B4-BE49-F238E27FC236}">
                <a16:creationId xmlns:a16="http://schemas.microsoft.com/office/drawing/2014/main" id="{596ED37A-D013-4085-856A-9F229C2F88BA}"/>
              </a:ext>
            </a:extLst>
          </p:cNvPr>
          <p:cNvSpPr>
            <a:spLocks xmlns:a="http://schemas.openxmlformats.org/drawingml/2006/main" noGrp="1"/>
          </p:cNvSpPr>
          <p:nvPr/>
        </p:nvSpPr>
        <p:spPr>
          <a:xfrm xmlns:a="http://schemas.openxmlformats.org/drawingml/2006/main">
            <a:off x="12906375" y="7019925"/>
            <a:ext cx="2190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7" name="dp42-comparison / n279 / text 1">
            <a:extLst xmlns:a="http://schemas.openxmlformats.org/drawingml/2006/main">
              <a:ext uri="{FF2B5EF4-FFF2-40B4-BE49-F238E27FC236}">
                <a16:creationId xmlns:a16="http://schemas.microsoft.com/office/drawing/2014/main" id="{43619D77-A3C4-4583-8FB7-88257CE4666E}"/>
              </a:ext>
            </a:extLst>
          </p:cNvPr>
          <p:cNvSpPr>
            <a:spLocks xmlns:a="http://schemas.openxmlformats.org/drawingml/2006/main" noGrp="1"/>
          </p:cNvSpPr>
          <p:nvPr/>
        </p:nvSpPr>
        <p:spPr>
          <a:xfrm xmlns:a="http://schemas.openxmlformats.org/drawingml/2006/main">
            <a:off x="12992100" y="7067074"/>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278" name="dp42-comparison / n280">
            <a:extLst xmlns:a="http://schemas.openxmlformats.org/drawingml/2006/main">
              <a:ext uri="{FF2B5EF4-FFF2-40B4-BE49-F238E27FC236}">
                <a16:creationId xmlns:a16="http://schemas.microsoft.com/office/drawing/2014/main" id="{486AD4C7-9E58-456B-9F47-010998584949}"/>
              </a:ext>
            </a:extLst>
          </p:cNvPr>
          <p:cNvSpPr>
            <a:spLocks xmlns:a="http://schemas.openxmlformats.org/drawingml/2006/main" noGrp="1"/>
          </p:cNvSpPr>
          <p:nvPr/>
        </p:nvSpPr>
        <p:spPr>
          <a:xfrm xmlns:a="http://schemas.openxmlformats.org/drawingml/2006/main">
            <a:off x="15335250" y="7019925"/>
            <a:ext cx="2333625"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79" name="dp42-comparison / n281 / text 1">
            <a:extLst xmlns:a="http://schemas.openxmlformats.org/drawingml/2006/main">
              <a:ext uri="{FF2B5EF4-FFF2-40B4-BE49-F238E27FC236}">
                <a16:creationId xmlns:a16="http://schemas.microsoft.com/office/drawing/2014/main" id="{6F3C0B7C-1EC2-4F1F-9E87-A3A05D953EBA}"/>
              </a:ext>
            </a:extLst>
          </p:cNvPr>
          <p:cNvSpPr>
            <a:spLocks xmlns:a="http://schemas.openxmlformats.org/drawingml/2006/main" noGrp="1"/>
          </p:cNvSpPr>
          <p:nvPr/>
        </p:nvSpPr>
        <p:spPr>
          <a:xfrm xmlns:a="http://schemas.openxmlformats.org/drawingml/2006/main">
            <a:off x="15420975" y="7067074"/>
            <a:ext cx="2162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Downstream Agent</a:t>
            </a:r>
          </a:p>
        </p:txBody>
      </p:sp>
      <p:sp>
        <p:nvSpPr>
          <p:cNvPr id="280" name="dp42-comparison / n282 / path">
            <a:extLst xmlns:a="http://schemas.openxmlformats.org/drawingml/2006/main">
              <a:ext uri="{FF2B5EF4-FFF2-40B4-BE49-F238E27FC236}">
                <a16:creationId xmlns:a16="http://schemas.microsoft.com/office/drawing/2014/main" id="{CAD1C2D8-83ED-4C87-AEC9-3D8151175E6B}"/>
              </a:ext>
            </a:extLst>
          </p:cNvPr>
          <p:cNvSpPr>
            <a:spLocks xmlns:a="http://schemas.openxmlformats.org/drawingml/2006/main" noGrp="1"/>
          </p:cNvSpPr>
          <p:nvPr/>
        </p:nvSpPr>
        <p:spPr>
          <a:xfrm xmlns:a="http://schemas.openxmlformats.org/drawingml/2006/main">
            <a:off x="9715500" y="4086225"/>
            <a:ext cx="285750" cy="3086100"/>
          </a:xfrm>
          <a:custGeom xmlns:a="http://schemas.openxmlformats.org/drawingml/2006/main">
            <a:pathLst>
              <a:path w="285750" h="3086100">
                <a:moveTo>
                  <a:pt x="285750" y="3086100"/>
                </a:moveTo>
                <a:lnTo>
                  <a:pt x="0" y="3086100"/>
                </a:lnTo>
                <a:lnTo>
                  <a:pt x="0" y="0"/>
                </a:lnTo>
                <a:lnTo>
                  <a:pt x="285750" y="0"/>
                </a:lnTo>
              </a:path>
            </a:pathLst>
          </a:custGeom>
          <a:noFill xmlns:a="http://schemas.openxmlformats.org/drawingml/2006/main"/>
          <a:ln xmlns:a="http://schemas.openxmlformats.org/drawingml/2006/main" w="10478">
            <a:solidFill>
              <a:srgbClr val="000000"/>
            </a:solidFill>
            <a:prstDash val="solid"/>
          </a:ln>
        </p:spPr>
      </p:sp>
      <p:sp>
        <p:nvSpPr>
          <p:cNvPr id="281" name="dp42-comparison / n282 / arrow">
            <a:extLst xmlns:a="http://schemas.openxmlformats.org/drawingml/2006/main">
              <a:ext uri="{FF2B5EF4-FFF2-40B4-BE49-F238E27FC236}">
                <a16:creationId xmlns:a16="http://schemas.microsoft.com/office/drawing/2014/main" id="{426F2160-0CB0-4119-AE9B-48A4375C1788}"/>
              </a:ext>
            </a:extLst>
          </p:cNvPr>
          <p:cNvSpPr>
            <a:spLocks xmlns:a="http://schemas.openxmlformats.org/drawingml/2006/main" noGrp="1"/>
          </p:cNvSpPr>
          <p:nvPr/>
        </p:nvSpPr>
        <p:spPr>
          <a:xfrm xmlns:a="http://schemas.openxmlformats.org/drawingml/2006/main">
            <a:off x="9934194" y="4052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2" name="dp42-comparison / n283 / path">
            <a:extLst xmlns:a="http://schemas.openxmlformats.org/drawingml/2006/main">
              <a:ext uri="{FF2B5EF4-FFF2-40B4-BE49-F238E27FC236}">
                <a16:creationId xmlns:a16="http://schemas.microsoft.com/office/drawing/2014/main" id="{8DA573AF-F7D9-4706-96CB-F1095FCA31F4}"/>
              </a:ext>
            </a:extLst>
          </p:cNvPr>
          <p:cNvSpPr>
            <a:spLocks xmlns:a="http://schemas.openxmlformats.org/drawingml/2006/main" noGrp="1"/>
          </p:cNvSpPr>
          <p:nvPr/>
        </p:nvSpPr>
        <p:spPr>
          <a:xfrm xmlns:a="http://schemas.openxmlformats.org/drawingml/2006/main">
            <a:off x="9848850" y="5591175"/>
            <a:ext cx="985838" cy="1428750"/>
          </a:xfrm>
          <a:custGeom xmlns:a="http://schemas.openxmlformats.org/drawingml/2006/main">
            <a:pathLst>
              <a:path w="985838" h="1428750">
                <a:moveTo>
                  <a:pt x="152400" y="0"/>
                </a:moveTo>
                <a:lnTo>
                  <a:pt x="0" y="0"/>
                </a:lnTo>
                <a:lnTo>
                  <a:pt x="0" y="1304925"/>
                </a:lnTo>
                <a:lnTo>
                  <a:pt x="985838" y="1304925"/>
                </a:lnTo>
                <a:lnTo>
                  <a:pt x="985838" y="1428750"/>
                </a:lnTo>
              </a:path>
            </a:pathLst>
          </a:custGeom>
          <a:noFill xmlns:a="http://schemas.openxmlformats.org/drawingml/2006/main"/>
          <a:ln xmlns:a="http://schemas.openxmlformats.org/drawingml/2006/main" w="10478">
            <a:solidFill>
              <a:srgbClr val="000000"/>
            </a:solidFill>
            <a:prstDash val="solid"/>
          </a:ln>
        </p:spPr>
      </p:sp>
      <p:sp>
        <p:nvSpPr>
          <p:cNvPr id="283" name="dp42-comparison / n283 / arrow">
            <a:extLst xmlns:a="http://schemas.openxmlformats.org/drawingml/2006/main">
              <a:ext uri="{FF2B5EF4-FFF2-40B4-BE49-F238E27FC236}">
                <a16:creationId xmlns:a16="http://schemas.microsoft.com/office/drawing/2014/main" id="{A94FD590-C9B6-4D89-96A3-69436D811729}"/>
              </a:ext>
            </a:extLst>
          </p:cNvPr>
          <p:cNvSpPr>
            <a:spLocks xmlns:a="http://schemas.openxmlformats.org/drawingml/2006/main" noGrp="1"/>
          </p:cNvSpPr>
          <p:nvPr/>
        </p:nvSpPr>
        <p:spPr>
          <a:xfrm xmlns:a="http://schemas.openxmlformats.org/drawingml/2006/main">
            <a:off x="1080116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84" name="dp42-comparison / n284 / path">
            <a:extLst xmlns:a="http://schemas.openxmlformats.org/drawingml/2006/main">
              <a:ext uri="{FF2B5EF4-FFF2-40B4-BE49-F238E27FC236}">
                <a16:creationId xmlns:a16="http://schemas.microsoft.com/office/drawing/2014/main" id="{06250986-CC8E-4C63-A0C8-B2C36BB67EA4}"/>
              </a:ext>
            </a:extLst>
          </p:cNvPr>
          <p:cNvSpPr>
            <a:spLocks xmlns:a="http://schemas.openxmlformats.org/drawingml/2006/main" noGrp="1"/>
          </p:cNvSpPr>
          <p:nvPr/>
        </p:nvSpPr>
        <p:spPr>
          <a:xfrm xmlns:a="http://schemas.openxmlformats.org/drawingml/2006/main">
            <a:off x="9886950" y="5400675"/>
            <a:ext cx="2457450" cy="1838325"/>
          </a:xfrm>
          <a:custGeom xmlns:a="http://schemas.openxmlformats.org/drawingml/2006/main">
            <a:pathLst>
              <a:path w="2457450" h="1838325">
                <a:moveTo>
                  <a:pt x="2352675" y="1838325"/>
                </a:moveTo>
                <a:lnTo>
                  <a:pt x="2457450" y="1838325"/>
                </a:lnTo>
                <a:lnTo>
                  <a:pt x="2457450" y="1552575"/>
                </a:lnTo>
                <a:lnTo>
                  <a:pt x="0" y="1552575"/>
                </a:lnTo>
                <a:lnTo>
                  <a:pt x="0" y="0"/>
                </a:lnTo>
                <a:lnTo>
                  <a:pt x="114300" y="0"/>
                </a:lnTo>
              </a:path>
            </a:pathLst>
          </a:custGeom>
          <a:noFill xmlns:a="http://schemas.openxmlformats.org/drawingml/2006/main"/>
          <a:ln xmlns:a="http://schemas.openxmlformats.org/drawingml/2006/main" w="10478">
            <a:solidFill>
              <a:srgbClr val="000000"/>
            </a:solidFill>
            <a:prstDash val="dash"/>
          </a:ln>
        </p:spPr>
      </p:sp>
      <p:sp>
        <p:nvSpPr>
          <p:cNvPr id="285" name="dp42-comparison / n284 / arrow">
            <a:extLst xmlns:a="http://schemas.openxmlformats.org/drawingml/2006/main">
              <a:ext uri="{FF2B5EF4-FFF2-40B4-BE49-F238E27FC236}">
                <a16:creationId xmlns:a16="http://schemas.microsoft.com/office/drawing/2014/main" id="{5688BA66-1DE4-4F78-B1AD-07C62BAD7749}"/>
              </a:ext>
            </a:extLst>
          </p:cNvPr>
          <p:cNvSpPr>
            <a:spLocks xmlns:a="http://schemas.openxmlformats.org/drawingml/2006/main" noGrp="1"/>
          </p:cNvSpPr>
          <p:nvPr/>
        </p:nvSpPr>
        <p:spPr>
          <a:xfrm xmlns:a="http://schemas.openxmlformats.org/drawingml/2006/main">
            <a:off x="9934194" y="53671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86" name="dp42-comparison / n287 / path">
            <a:extLst xmlns:a="http://schemas.openxmlformats.org/drawingml/2006/main">
              <a:ext uri="{FF2B5EF4-FFF2-40B4-BE49-F238E27FC236}">
                <a16:creationId xmlns:a16="http://schemas.microsoft.com/office/drawing/2014/main" id="{5E19A266-A203-4F11-94EE-3FE0DCCCD43E}"/>
              </a:ext>
            </a:extLst>
          </p:cNvPr>
          <p:cNvSpPr>
            <a:spLocks xmlns:a="http://schemas.openxmlformats.org/drawingml/2006/main" noGrp="1"/>
          </p:cNvSpPr>
          <p:nvPr/>
        </p:nvSpPr>
        <p:spPr>
          <a:xfrm xmlns:a="http://schemas.openxmlformats.org/drawingml/2006/main">
            <a:off x="12239625" y="4781550"/>
            <a:ext cx="1666875" cy="2238375"/>
          </a:xfrm>
          <a:custGeom xmlns:a="http://schemas.openxmlformats.org/drawingml/2006/main">
            <a:pathLst>
              <a:path w="1666875" h="2238375">
                <a:moveTo>
                  <a:pt x="0" y="0"/>
                </a:moveTo>
                <a:lnTo>
                  <a:pt x="1666875" y="0"/>
                </a:lnTo>
                <a:lnTo>
                  <a:pt x="1666875" y="2124075"/>
                </a:lnTo>
                <a:lnTo>
                  <a:pt x="1095375" y="2124075"/>
                </a:lnTo>
                <a:lnTo>
                  <a:pt x="1095375" y="2238375"/>
                </a:lnTo>
              </a:path>
            </a:pathLst>
          </a:custGeom>
          <a:noFill xmlns:a="http://schemas.openxmlformats.org/drawingml/2006/main"/>
          <a:ln xmlns:a="http://schemas.openxmlformats.org/drawingml/2006/main" w="10478">
            <a:solidFill>
              <a:srgbClr val="000000"/>
            </a:solidFill>
            <a:prstDash val="solid"/>
          </a:ln>
        </p:spPr>
      </p:sp>
      <p:sp>
        <p:nvSpPr>
          <p:cNvPr id="287" name="dp42-comparison / n287 / arrow">
            <a:extLst xmlns:a="http://schemas.openxmlformats.org/drawingml/2006/main">
              <a:ext uri="{FF2B5EF4-FFF2-40B4-BE49-F238E27FC236}">
                <a16:creationId xmlns:a16="http://schemas.microsoft.com/office/drawing/2014/main" id="{4C09AE8A-7592-421F-8112-8E17F71F304F}"/>
              </a:ext>
            </a:extLst>
          </p:cNvPr>
          <p:cNvSpPr>
            <a:spLocks xmlns:a="http://schemas.openxmlformats.org/drawingml/2006/main" noGrp="1"/>
          </p:cNvSpPr>
          <p:nvPr/>
        </p:nvSpPr>
        <p:spPr>
          <a:xfrm xmlns:a="http://schemas.openxmlformats.org/drawingml/2006/main">
            <a:off x="1330147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88" name="dp42-comparison / n288 / path">
            <a:extLst xmlns:a="http://schemas.openxmlformats.org/drawingml/2006/main">
              <a:ext uri="{FF2B5EF4-FFF2-40B4-BE49-F238E27FC236}">
                <a16:creationId xmlns:a16="http://schemas.microsoft.com/office/drawing/2014/main" id="{2564EF95-C743-44B0-86E5-82F20B6F0003}"/>
              </a:ext>
            </a:extLst>
          </p:cNvPr>
          <p:cNvSpPr>
            <a:spLocks xmlns:a="http://schemas.openxmlformats.org/drawingml/2006/main" noGrp="1"/>
          </p:cNvSpPr>
          <p:nvPr/>
        </p:nvSpPr>
        <p:spPr>
          <a:xfrm xmlns:a="http://schemas.openxmlformats.org/drawingml/2006/main">
            <a:off x="12239625" y="4876800"/>
            <a:ext cx="1724025" cy="2143125"/>
          </a:xfrm>
          <a:custGeom xmlns:a="http://schemas.openxmlformats.org/drawingml/2006/main">
            <a:pathLst>
              <a:path w="1724025" h="2143125">
                <a:moveTo>
                  <a:pt x="1285875" y="2143125"/>
                </a:moveTo>
                <a:lnTo>
                  <a:pt x="1285875" y="2066925"/>
                </a:lnTo>
                <a:lnTo>
                  <a:pt x="1724025" y="2066925"/>
                </a:lnTo>
                <a:lnTo>
                  <a:pt x="1724025" y="0"/>
                </a:lnTo>
                <a:lnTo>
                  <a:pt x="0" y="0"/>
                </a:lnTo>
              </a:path>
            </a:pathLst>
          </a:custGeom>
          <a:noFill xmlns:a="http://schemas.openxmlformats.org/drawingml/2006/main"/>
          <a:ln xmlns:a="http://schemas.openxmlformats.org/drawingml/2006/main" w="10478">
            <a:solidFill>
              <a:srgbClr val="000000"/>
            </a:solidFill>
            <a:prstDash val="dash"/>
          </a:ln>
        </p:spPr>
      </p:sp>
      <p:sp>
        <p:nvSpPr>
          <p:cNvPr id="289" name="dp42-comparison / n288 / arrow">
            <a:extLst xmlns:a="http://schemas.openxmlformats.org/drawingml/2006/main">
              <a:ext uri="{FF2B5EF4-FFF2-40B4-BE49-F238E27FC236}">
                <a16:creationId xmlns:a16="http://schemas.microsoft.com/office/drawing/2014/main" id="{72E173EC-BCF9-4A6F-BE6B-F6CAEF516210}"/>
              </a:ext>
            </a:extLst>
          </p:cNvPr>
          <p:cNvSpPr>
            <a:spLocks xmlns:a="http://schemas.openxmlformats.org/drawingml/2006/main" noGrp="1"/>
          </p:cNvSpPr>
          <p:nvPr/>
        </p:nvSpPr>
        <p:spPr>
          <a:xfrm xmlns:a="http://schemas.openxmlformats.org/drawingml/2006/main">
            <a:off x="12239625" y="48432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0" name="dp42-comparison / n289 / path">
            <a:extLst xmlns:a="http://schemas.openxmlformats.org/drawingml/2006/main">
              <a:ext uri="{FF2B5EF4-FFF2-40B4-BE49-F238E27FC236}">
                <a16:creationId xmlns:a16="http://schemas.microsoft.com/office/drawing/2014/main" id="{5E4E3724-6884-4419-96A3-E73A54D4DA1E}"/>
              </a:ext>
            </a:extLst>
          </p:cNvPr>
          <p:cNvSpPr>
            <a:spLocks xmlns:a="http://schemas.openxmlformats.org/drawingml/2006/main" noGrp="1"/>
          </p:cNvSpPr>
          <p:nvPr/>
        </p:nvSpPr>
        <p:spPr>
          <a:xfrm xmlns:a="http://schemas.openxmlformats.org/drawingml/2006/main">
            <a:off x="12239625" y="5534025"/>
            <a:ext cx="2047875" cy="1485900"/>
          </a:xfrm>
          <a:custGeom xmlns:a="http://schemas.openxmlformats.org/drawingml/2006/main">
            <a:pathLst>
              <a:path w="2047875" h="1485900">
                <a:moveTo>
                  <a:pt x="0" y="0"/>
                </a:moveTo>
                <a:lnTo>
                  <a:pt x="1781175" y="0"/>
                </a:lnTo>
                <a:lnTo>
                  <a:pt x="1781175" y="1314450"/>
                </a:lnTo>
                <a:lnTo>
                  <a:pt x="2047875" y="1314450"/>
                </a:lnTo>
                <a:lnTo>
                  <a:pt x="2047875" y="1485900"/>
                </a:lnTo>
              </a:path>
            </a:pathLst>
          </a:custGeom>
          <a:noFill xmlns:a="http://schemas.openxmlformats.org/drawingml/2006/main"/>
          <a:ln xmlns:a="http://schemas.openxmlformats.org/drawingml/2006/main" w="10478">
            <a:solidFill>
              <a:srgbClr val="000000"/>
            </a:solidFill>
            <a:prstDash val="solid"/>
          </a:ln>
        </p:spPr>
      </p:sp>
      <p:sp>
        <p:nvSpPr>
          <p:cNvPr id="291" name="dp42-comparison / n289 / arrow">
            <a:extLst xmlns:a="http://schemas.openxmlformats.org/drawingml/2006/main">
              <a:ext uri="{FF2B5EF4-FFF2-40B4-BE49-F238E27FC236}">
                <a16:creationId xmlns:a16="http://schemas.microsoft.com/office/drawing/2014/main" id="{32FC3034-1F3C-4BCD-ACC2-24C55239F209}"/>
              </a:ext>
            </a:extLst>
          </p:cNvPr>
          <p:cNvSpPr>
            <a:spLocks xmlns:a="http://schemas.openxmlformats.org/drawingml/2006/main" noGrp="1"/>
          </p:cNvSpPr>
          <p:nvPr/>
        </p:nvSpPr>
        <p:spPr>
          <a:xfrm xmlns:a="http://schemas.openxmlformats.org/drawingml/2006/main">
            <a:off x="14253972"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2" name="dp42-comparison / n290 / path">
            <a:extLst xmlns:a="http://schemas.openxmlformats.org/drawingml/2006/main">
              <a:ext uri="{FF2B5EF4-FFF2-40B4-BE49-F238E27FC236}">
                <a16:creationId xmlns:a16="http://schemas.microsoft.com/office/drawing/2014/main" id="{31D7E240-9183-48F9-A592-DED5403D70F8}"/>
              </a:ext>
            </a:extLst>
          </p:cNvPr>
          <p:cNvSpPr>
            <a:spLocks xmlns:a="http://schemas.openxmlformats.org/drawingml/2006/main" noGrp="1"/>
          </p:cNvSpPr>
          <p:nvPr/>
        </p:nvSpPr>
        <p:spPr>
          <a:xfrm xmlns:a="http://schemas.openxmlformats.org/drawingml/2006/main">
            <a:off x="12239625" y="5591175"/>
            <a:ext cx="2238375" cy="1428750"/>
          </a:xfrm>
          <a:custGeom xmlns:a="http://schemas.openxmlformats.org/drawingml/2006/main">
            <a:pathLst>
              <a:path w="2238375" h="1428750">
                <a:moveTo>
                  <a:pt x="2238375" y="1428750"/>
                </a:moveTo>
                <a:lnTo>
                  <a:pt x="2238375" y="1295400"/>
                </a:lnTo>
                <a:lnTo>
                  <a:pt x="1838325" y="1295400"/>
                </a:lnTo>
                <a:lnTo>
                  <a:pt x="1838325" y="0"/>
                </a:lnTo>
                <a:lnTo>
                  <a:pt x="0" y="0"/>
                </a:lnTo>
              </a:path>
            </a:pathLst>
          </a:custGeom>
          <a:noFill xmlns:a="http://schemas.openxmlformats.org/drawingml/2006/main"/>
          <a:ln xmlns:a="http://schemas.openxmlformats.org/drawingml/2006/main" w="10478">
            <a:solidFill>
              <a:srgbClr val="000000"/>
            </a:solidFill>
            <a:prstDash val="dash"/>
          </a:ln>
        </p:spPr>
      </p:sp>
      <p:sp>
        <p:nvSpPr>
          <p:cNvPr id="293" name="dp42-comparison / n290 / arrow">
            <a:extLst xmlns:a="http://schemas.openxmlformats.org/drawingml/2006/main">
              <a:ext uri="{FF2B5EF4-FFF2-40B4-BE49-F238E27FC236}">
                <a16:creationId xmlns:a16="http://schemas.microsoft.com/office/drawing/2014/main" id="{CB457F5A-399F-4BDE-A5BF-263F825EF0B8}"/>
              </a:ext>
            </a:extLst>
          </p:cNvPr>
          <p:cNvSpPr>
            <a:spLocks xmlns:a="http://schemas.openxmlformats.org/drawingml/2006/main" noGrp="1"/>
          </p:cNvSpPr>
          <p:nvPr/>
        </p:nvSpPr>
        <p:spPr>
          <a:xfrm xmlns:a="http://schemas.openxmlformats.org/drawingml/2006/main">
            <a:off x="1223962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4" name="dp42-comparison / n291 / path">
            <a:extLst xmlns:a="http://schemas.openxmlformats.org/drawingml/2006/main">
              <a:ext uri="{FF2B5EF4-FFF2-40B4-BE49-F238E27FC236}">
                <a16:creationId xmlns:a16="http://schemas.microsoft.com/office/drawing/2014/main" id="{1ABFCD6D-6933-47A6-B37D-78CDF0215433}"/>
              </a:ext>
            </a:extLst>
          </p:cNvPr>
          <p:cNvSpPr>
            <a:spLocks xmlns:a="http://schemas.openxmlformats.org/drawingml/2006/main" noGrp="1"/>
          </p:cNvSpPr>
          <p:nvPr/>
        </p:nvSpPr>
        <p:spPr>
          <a:xfrm xmlns:a="http://schemas.openxmlformats.org/drawingml/2006/main">
            <a:off x="16263938" y="5495925"/>
            <a:ext cx="1462088" cy="1524000"/>
          </a:xfrm>
          <a:custGeom xmlns:a="http://schemas.openxmlformats.org/drawingml/2006/main">
            <a:pathLst>
              <a:path w="1462088" h="1524000">
                <a:moveTo>
                  <a:pt x="1214438" y="0"/>
                </a:moveTo>
                <a:lnTo>
                  <a:pt x="1462088" y="0"/>
                </a:lnTo>
                <a:lnTo>
                  <a:pt x="1462088" y="1352550"/>
                </a:lnTo>
                <a:lnTo>
                  <a:pt x="0" y="1352550"/>
                </a:lnTo>
                <a:lnTo>
                  <a:pt x="0" y="1524000"/>
                </a:lnTo>
              </a:path>
            </a:pathLst>
          </a:custGeom>
          <a:noFill xmlns:a="http://schemas.openxmlformats.org/drawingml/2006/main"/>
          <a:ln xmlns:a="http://schemas.openxmlformats.org/drawingml/2006/main" w="10478">
            <a:solidFill>
              <a:srgbClr val="000000"/>
            </a:solidFill>
            <a:prstDash val="solid"/>
          </a:ln>
        </p:spPr>
      </p:sp>
      <p:sp>
        <p:nvSpPr>
          <p:cNvPr id="295" name="dp42-comparison / n291 / arrow">
            <a:extLst xmlns:a="http://schemas.openxmlformats.org/drawingml/2006/main">
              <a:ext uri="{FF2B5EF4-FFF2-40B4-BE49-F238E27FC236}">
                <a16:creationId xmlns:a16="http://schemas.microsoft.com/office/drawing/2014/main" id="{6228B74A-60EB-411B-A433-B6350329E4BE}"/>
              </a:ext>
            </a:extLst>
          </p:cNvPr>
          <p:cNvSpPr>
            <a:spLocks xmlns:a="http://schemas.openxmlformats.org/drawingml/2006/main" noGrp="1"/>
          </p:cNvSpPr>
          <p:nvPr/>
        </p:nvSpPr>
        <p:spPr>
          <a:xfrm xmlns:a="http://schemas.openxmlformats.org/drawingml/2006/main">
            <a:off x="16230410" y="69528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96" name="dp42-comparison / n292 / path">
            <a:extLst xmlns:a="http://schemas.openxmlformats.org/drawingml/2006/main">
              <a:ext uri="{FF2B5EF4-FFF2-40B4-BE49-F238E27FC236}">
                <a16:creationId xmlns:a16="http://schemas.microsoft.com/office/drawing/2014/main" id="{32C2A880-2CD3-45C1-8279-22E3EAED03CB}"/>
              </a:ext>
            </a:extLst>
          </p:cNvPr>
          <p:cNvSpPr>
            <a:spLocks xmlns:a="http://schemas.openxmlformats.org/drawingml/2006/main" noGrp="1"/>
          </p:cNvSpPr>
          <p:nvPr/>
        </p:nvSpPr>
        <p:spPr>
          <a:xfrm xmlns:a="http://schemas.openxmlformats.org/drawingml/2006/main">
            <a:off x="16740188" y="5591175"/>
            <a:ext cx="1052513" cy="1428750"/>
          </a:xfrm>
          <a:custGeom xmlns:a="http://schemas.openxmlformats.org/drawingml/2006/main">
            <a:pathLst>
              <a:path w="1052513" h="1428750">
                <a:moveTo>
                  <a:pt x="0" y="1428750"/>
                </a:moveTo>
                <a:lnTo>
                  <a:pt x="0" y="1323975"/>
                </a:lnTo>
                <a:lnTo>
                  <a:pt x="1052513" y="1323975"/>
                </a:lnTo>
                <a:lnTo>
                  <a:pt x="1052513" y="0"/>
                </a:lnTo>
                <a:lnTo>
                  <a:pt x="738188" y="0"/>
                </a:lnTo>
              </a:path>
            </a:pathLst>
          </a:custGeom>
          <a:noFill xmlns:a="http://schemas.openxmlformats.org/drawingml/2006/main"/>
          <a:ln xmlns:a="http://schemas.openxmlformats.org/drawingml/2006/main" w="10478">
            <a:solidFill>
              <a:srgbClr val="000000"/>
            </a:solidFill>
            <a:prstDash val="dash"/>
          </a:ln>
        </p:spPr>
      </p:sp>
      <p:sp>
        <p:nvSpPr>
          <p:cNvPr id="297" name="dp42-comparison / n292 / arrow">
            <a:extLst xmlns:a="http://schemas.openxmlformats.org/drawingml/2006/main">
              <a:ext uri="{FF2B5EF4-FFF2-40B4-BE49-F238E27FC236}">
                <a16:creationId xmlns:a16="http://schemas.microsoft.com/office/drawing/2014/main" id="{16E819B7-3263-4911-B6B7-A9F8A21AA54C}"/>
              </a:ext>
            </a:extLst>
          </p:cNvPr>
          <p:cNvSpPr>
            <a:spLocks xmlns:a="http://schemas.openxmlformats.org/drawingml/2006/main" noGrp="1"/>
          </p:cNvSpPr>
          <p:nvPr/>
        </p:nvSpPr>
        <p:spPr>
          <a:xfrm xmlns:a="http://schemas.openxmlformats.org/drawingml/2006/main">
            <a:off x="17478375" y="55576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98" name="dp42-comparison / n190">
            <a:extLst xmlns:a="http://schemas.openxmlformats.org/drawingml/2006/main">
              <a:ext uri="{FF2B5EF4-FFF2-40B4-BE49-F238E27FC236}">
                <a16:creationId xmlns:a16="http://schemas.microsoft.com/office/drawing/2014/main" id="{D82C77F6-F880-4AF3-BD58-2061A9CB605B}"/>
              </a:ext>
            </a:extLst>
          </p:cNvPr>
          <p:cNvSpPr>
            <a:spLocks xmlns:a="http://schemas.openxmlformats.org/drawingml/2006/main" noGrp="1"/>
          </p:cNvSpPr>
          <p:nvPr/>
        </p:nvSpPr>
        <p:spPr>
          <a:xfrm xmlns:a="http://schemas.openxmlformats.org/drawingml/2006/main">
            <a:off x="9829800" y="2381250"/>
            <a:ext cx="4370832"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9" name="dp42-comparison / n191 / text 1">
            <a:extLst xmlns:a="http://schemas.openxmlformats.org/drawingml/2006/main">
              <a:ext uri="{FF2B5EF4-FFF2-40B4-BE49-F238E27FC236}">
                <a16:creationId xmlns:a16="http://schemas.microsoft.com/office/drawing/2014/main" id="{132C218A-162E-48BC-A4C9-514FE234DC98}"/>
              </a:ext>
            </a:extLst>
          </p:cNvPr>
          <p:cNvSpPr>
            <a:spLocks xmlns:a="http://schemas.openxmlformats.org/drawingml/2006/main" noGrp="1"/>
          </p:cNvSpPr>
          <p:nvPr/>
        </p:nvSpPr>
        <p:spPr>
          <a:xfrm xmlns:a="http://schemas.openxmlformats.org/drawingml/2006/main">
            <a:off x="9848850" y="2390775"/>
            <a:ext cx="78105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Q1 “상반기로 할까요?”를 P1로 제시 → u2 “응, 상반기로”</a:t>
            </a:r>
          </a:p>
        </p:txBody>
      </p:sp>
      <p:sp>
        <p:nvSpPr>
          <p:cNvPr id="300" name="dp42-comparison / n192">
            <a:extLst xmlns:a="http://schemas.openxmlformats.org/drawingml/2006/main">
              <a:ext uri="{FF2B5EF4-FFF2-40B4-BE49-F238E27FC236}">
                <a16:creationId xmlns:a16="http://schemas.microsoft.com/office/drawing/2014/main" id="{4395187E-930F-4E48-A19C-9E73B1A36288}"/>
              </a:ext>
            </a:extLst>
          </p:cNvPr>
          <p:cNvSpPr>
            <a:spLocks xmlns:a="http://schemas.openxmlformats.org/drawingml/2006/main" noGrp="1"/>
          </p:cNvSpPr>
          <p:nvPr/>
        </p:nvSpPr>
        <p:spPr>
          <a:xfrm xmlns:a="http://schemas.openxmlformats.org/drawingml/2006/main">
            <a:off x="9829800" y="2638425"/>
            <a:ext cx="13192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1" name="dp42-comparison / n193 / text 1">
            <a:extLst xmlns:a="http://schemas.openxmlformats.org/drawingml/2006/main">
              <a:ext uri="{FF2B5EF4-FFF2-40B4-BE49-F238E27FC236}">
                <a16:creationId xmlns:a16="http://schemas.microsoft.com/office/drawing/2014/main" id="{3C24D727-713B-44F5-A3B0-15D3C94A00FC}"/>
              </a:ext>
            </a:extLst>
          </p:cNvPr>
          <p:cNvSpPr>
            <a:spLocks xmlns:a="http://schemas.openxmlformats.org/drawingml/2006/main" noGrp="1"/>
          </p:cNvSpPr>
          <p:nvPr/>
        </p:nvSpPr>
        <p:spPr>
          <a:xfrm xmlns:a="http://schemas.openxmlformats.org/drawingml/2006/main">
            <a:off x="9848850" y="264795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Conversation C1</a:t>
            </a:r>
          </a:p>
        </p:txBody>
      </p:sp>
      <p:sp>
        <p:nvSpPr>
          <p:cNvPr id="302" name="dp42-comparison / n195">
            <a:extLst xmlns:a="http://schemas.openxmlformats.org/drawingml/2006/main">
              <a:ext uri="{FF2B5EF4-FFF2-40B4-BE49-F238E27FC236}">
                <a16:creationId xmlns:a16="http://schemas.microsoft.com/office/drawing/2014/main" id="{83046212-4081-428F-B4CC-35C516C2038F}"/>
              </a:ext>
            </a:extLst>
          </p:cNvPr>
          <p:cNvSpPr>
            <a:spLocks xmlns:a="http://schemas.openxmlformats.org/drawingml/2006/main" noGrp="1"/>
          </p:cNvSpPr>
          <p:nvPr/>
        </p:nvSpPr>
        <p:spPr>
          <a:xfrm xmlns:a="http://schemas.openxmlformats.org/drawingml/2006/main">
            <a:off x="12277725" y="2628900"/>
            <a:ext cx="19857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3" name="dp42-comparison / n196 / text 1">
            <a:extLst xmlns:a="http://schemas.openxmlformats.org/drawingml/2006/main">
              <a:ext uri="{FF2B5EF4-FFF2-40B4-BE49-F238E27FC236}">
                <a16:creationId xmlns:a16="http://schemas.microsoft.com/office/drawing/2014/main" id="{F8FA5015-7F5C-44F5-B7E9-95E0A5823339}"/>
              </a:ext>
            </a:extLst>
          </p:cNvPr>
          <p:cNvSpPr>
            <a:spLocks xmlns:a="http://schemas.openxmlformats.org/drawingml/2006/main" noGrp="1"/>
          </p:cNvSpPr>
          <p:nvPr/>
        </p:nvSpPr>
        <p:spPr>
          <a:xfrm xmlns:a="http://schemas.openxmlformats.org/drawingml/2006/main">
            <a:off x="12296775" y="263842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입력과 실제 응답의 연결 유지</a:t>
            </a:r>
          </a:p>
        </p:txBody>
      </p:sp>
      <p:sp>
        <p:nvSpPr>
          <p:cNvPr id="304" name="dp42-comparison / n197">
            <a:extLst xmlns:a="http://schemas.openxmlformats.org/drawingml/2006/main">
              <a:ext uri="{FF2B5EF4-FFF2-40B4-BE49-F238E27FC236}">
                <a16:creationId xmlns:a16="http://schemas.microsoft.com/office/drawing/2014/main" id="{13780312-9A77-4AA6-9787-3638810A6E02}"/>
              </a:ext>
            </a:extLst>
          </p:cNvPr>
          <p:cNvSpPr>
            <a:spLocks xmlns:a="http://schemas.openxmlformats.org/drawingml/2006/main" noGrp="1"/>
          </p:cNvSpPr>
          <p:nvPr/>
        </p:nvSpPr>
        <p:spPr>
          <a:xfrm xmlns:a="http://schemas.openxmlformats.org/drawingml/2006/main">
            <a:off x="9829800" y="281940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5" name="dp42-comparison / n198 / text 1">
            <a:extLst xmlns:a="http://schemas.openxmlformats.org/drawingml/2006/main">
              <a:ext uri="{FF2B5EF4-FFF2-40B4-BE49-F238E27FC236}">
                <a16:creationId xmlns:a16="http://schemas.microsoft.com/office/drawing/2014/main" id="{CBD5DA3B-77B6-40D5-8298-7D764BA1496B}"/>
              </a:ext>
            </a:extLst>
          </p:cNvPr>
          <p:cNvSpPr>
            <a:spLocks xmlns:a="http://schemas.openxmlformats.org/drawingml/2006/main" noGrp="1"/>
          </p:cNvSpPr>
          <p:nvPr/>
        </p:nvSpPr>
        <p:spPr>
          <a:xfrm xmlns:a="http://schemas.openxmlformats.org/drawingml/2006/main">
            <a:off x="9848850" y="282892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Request R1 / R2 / R3</a:t>
            </a:r>
          </a:p>
        </p:txBody>
      </p:sp>
      <p:sp>
        <p:nvSpPr>
          <p:cNvPr id="306" name="dp42-comparison / n200">
            <a:extLst xmlns:a="http://schemas.openxmlformats.org/drawingml/2006/main">
              <a:ext uri="{FF2B5EF4-FFF2-40B4-BE49-F238E27FC236}">
                <a16:creationId xmlns:a16="http://schemas.microsoft.com/office/drawing/2014/main" id="{153D74B1-0AAD-4D78-BDFE-F1417F673774}"/>
              </a:ext>
            </a:extLst>
          </p:cNvPr>
          <p:cNvSpPr>
            <a:spLocks xmlns:a="http://schemas.openxmlformats.org/drawingml/2006/main" noGrp="1"/>
          </p:cNvSpPr>
          <p:nvPr/>
        </p:nvSpPr>
        <p:spPr>
          <a:xfrm xmlns:a="http://schemas.openxmlformats.org/drawingml/2006/main">
            <a:off x="12277725" y="2809875"/>
            <a:ext cx="22604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7" name="dp42-comparison / n201 / text 1">
            <a:extLst xmlns:a="http://schemas.openxmlformats.org/drawingml/2006/main">
              <a:ext uri="{FF2B5EF4-FFF2-40B4-BE49-F238E27FC236}">
                <a16:creationId xmlns:a16="http://schemas.microsoft.com/office/drawing/2014/main" id="{25ED1600-D64D-410B-B948-E178A1D5703F}"/>
              </a:ext>
            </a:extLst>
          </p:cNvPr>
          <p:cNvSpPr>
            <a:spLocks xmlns:a="http://schemas.openxmlformats.org/drawingml/2006/main" noGrp="1"/>
          </p:cNvSpPr>
          <p:nvPr/>
        </p:nvSpPr>
        <p:spPr>
          <a:xfrm xmlns:a="http://schemas.openxmlformats.org/drawingml/2006/main">
            <a:off x="12296775" y="281940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최초 위임 / Q1 답변 / 결과 수정</a:t>
            </a:r>
          </a:p>
        </p:txBody>
      </p:sp>
      <p:sp>
        <p:nvSpPr>
          <p:cNvPr id="308" name="dp42-comparison / n202">
            <a:extLst xmlns:a="http://schemas.openxmlformats.org/drawingml/2006/main">
              <a:ext uri="{FF2B5EF4-FFF2-40B4-BE49-F238E27FC236}">
                <a16:creationId xmlns:a16="http://schemas.microsoft.com/office/drawing/2014/main" id="{A40CCDC3-F9D6-4971-898C-3E5DD27FFED8}"/>
              </a:ext>
            </a:extLst>
          </p:cNvPr>
          <p:cNvSpPr>
            <a:spLocks xmlns:a="http://schemas.openxmlformats.org/drawingml/2006/main" noGrp="1"/>
          </p:cNvSpPr>
          <p:nvPr/>
        </p:nvSpPr>
        <p:spPr>
          <a:xfrm xmlns:a="http://schemas.openxmlformats.org/drawingml/2006/main">
            <a:off x="9829800" y="3000375"/>
            <a:ext cx="656272"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9" name="dp42-comparison / n203 / text 1">
            <a:extLst xmlns:a="http://schemas.openxmlformats.org/drawingml/2006/main">
              <a:ext uri="{FF2B5EF4-FFF2-40B4-BE49-F238E27FC236}">
                <a16:creationId xmlns:a16="http://schemas.microsoft.com/office/drawing/2014/main" id="{C81EA946-BF7B-4FC4-B93A-7C736827E3C4}"/>
              </a:ext>
            </a:extLst>
          </p:cNvPr>
          <p:cNvSpPr>
            <a:spLocks xmlns:a="http://schemas.openxmlformats.org/drawingml/2006/main" noGrp="1"/>
          </p:cNvSpPr>
          <p:nvPr/>
        </p:nvSpPr>
        <p:spPr>
          <a:xfrm xmlns:a="http://schemas.openxmlformats.org/drawingml/2006/main">
            <a:off x="9848850" y="3009900"/>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Task T1</a:t>
            </a:r>
          </a:p>
        </p:txBody>
      </p:sp>
      <p:sp>
        <p:nvSpPr>
          <p:cNvPr id="310" name="dp42-comparison / n205">
            <a:extLst xmlns:a="http://schemas.openxmlformats.org/drawingml/2006/main">
              <a:ext uri="{FF2B5EF4-FFF2-40B4-BE49-F238E27FC236}">
                <a16:creationId xmlns:a16="http://schemas.microsoft.com/office/drawing/2014/main" id="{8C92AB20-E3BF-4A1F-8A38-5D214BB5601A}"/>
              </a:ext>
            </a:extLst>
          </p:cNvPr>
          <p:cNvSpPr>
            <a:spLocks xmlns:a="http://schemas.openxmlformats.org/drawingml/2006/main" noGrp="1"/>
          </p:cNvSpPr>
          <p:nvPr/>
        </p:nvSpPr>
        <p:spPr>
          <a:xfrm xmlns:a="http://schemas.openxmlformats.org/drawingml/2006/main">
            <a:off x="12277725" y="2990850"/>
            <a:ext cx="1641729"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1" name="dp42-comparison / n206 / text 1">
            <a:extLst xmlns:a="http://schemas.openxmlformats.org/drawingml/2006/main">
              <a:ext uri="{FF2B5EF4-FFF2-40B4-BE49-F238E27FC236}">
                <a16:creationId xmlns:a16="http://schemas.microsoft.com/office/drawing/2014/main" id="{BC771A4A-46FC-4F08-9CB6-C0AAB8A93C98}"/>
              </a:ext>
            </a:extLst>
          </p:cNvPr>
          <p:cNvSpPr>
            <a:spLocks xmlns:a="http://schemas.openxmlformats.org/drawingml/2006/main" noGrp="1"/>
          </p:cNvSpPr>
          <p:nvPr/>
        </p:nvSpPr>
        <p:spPr>
          <a:xfrm xmlns:a="http://schemas.openxmlformats.org/drawingml/2006/main">
            <a:off x="12296775" y="3000375"/>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보고서 업무와 결과 유지</a:t>
            </a:r>
          </a:p>
        </p:txBody>
      </p:sp>
      <p:sp>
        <p:nvSpPr>
          <p:cNvPr id="312" name="dp42-comparison / n207">
            <a:extLst xmlns:a="http://schemas.openxmlformats.org/drawingml/2006/main">
              <a:ext uri="{FF2B5EF4-FFF2-40B4-BE49-F238E27FC236}">
                <a16:creationId xmlns:a16="http://schemas.microsoft.com/office/drawing/2014/main" id="{6506FAD0-21AC-4268-8422-1D0E2D489DED}"/>
              </a:ext>
            </a:extLst>
          </p:cNvPr>
          <p:cNvSpPr>
            <a:spLocks xmlns:a="http://schemas.openxmlformats.org/drawingml/2006/main" noGrp="1"/>
          </p:cNvSpPr>
          <p:nvPr/>
        </p:nvSpPr>
        <p:spPr>
          <a:xfrm xmlns:a="http://schemas.openxmlformats.org/drawingml/2006/main">
            <a:off x="9829800" y="3181350"/>
            <a:ext cx="173355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2-comparison / n208 / text 1">
            <a:extLst xmlns:a="http://schemas.openxmlformats.org/drawingml/2006/main">
              <a:ext uri="{FF2B5EF4-FFF2-40B4-BE49-F238E27FC236}">
                <a16:creationId xmlns:a16="http://schemas.microsoft.com/office/drawing/2014/main" id="{A2A51953-F072-4354-8FD7-2A9F0D069BE7}"/>
              </a:ext>
            </a:extLst>
          </p:cNvPr>
          <p:cNvSpPr>
            <a:spLocks xmlns:a="http://schemas.openxmlformats.org/drawingml/2006/main" noGrp="1"/>
          </p:cNvSpPr>
          <p:nvPr/>
        </p:nvSpPr>
        <p:spPr>
          <a:xfrm xmlns:a="http://schemas.openxmlformats.org/drawingml/2006/main">
            <a:off x="9848850" y="3190875"/>
            <a:ext cx="2190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Execution / Question</a:t>
            </a:r>
          </a:p>
        </p:txBody>
      </p:sp>
      <p:sp>
        <p:nvSpPr>
          <p:cNvPr id="314" name="dp42-comparison / n210">
            <a:extLst xmlns:a="http://schemas.openxmlformats.org/drawingml/2006/main">
              <a:ext uri="{FF2B5EF4-FFF2-40B4-BE49-F238E27FC236}">
                <a16:creationId xmlns:a16="http://schemas.microsoft.com/office/drawing/2014/main" id="{F017ADD6-09FC-4910-82D7-E109E5ACCB62}"/>
              </a:ext>
            </a:extLst>
          </p:cNvPr>
          <p:cNvSpPr>
            <a:spLocks xmlns:a="http://schemas.openxmlformats.org/drawingml/2006/main" noGrp="1"/>
          </p:cNvSpPr>
          <p:nvPr/>
        </p:nvSpPr>
        <p:spPr>
          <a:xfrm xmlns:a="http://schemas.openxmlformats.org/drawingml/2006/main">
            <a:off x="12277725" y="3171825"/>
            <a:ext cx="219113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2-comparison / n211 / text 1">
            <a:extLst xmlns:a="http://schemas.openxmlformats.org/drawingml/2006/main">
              <a:ext uri="{FF2B5EF4-FFF2-40B4-BE49-F238E27FC236}">
                <a16:creationId xmlns:a16="http://schemas.microsoft.com/office/drawing/2014/main" id="{FF19D94E-0045-44E8-A0C2-087BB17AB30B}"/>
              </a:ext>
            </a:extLst>
          </p:cNvPr>
          <p:cNvSpPr>
            <a:spLocks xmlns:a="http://schemas.openxmlformats.org/drawingml/2006/main" noGrp="1"/>
          </p:cNvSpPr>
          <p:nvPr/>
        </p:nvSpPr>
        <p:spPr>
          <a:xfrm xmlns:a="http://schemas.openxmlformats.org/drawingml/2006/main">
            <a:off x="12296775" y="3181350"/>
            <a:ext cx="5286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X1 완료 → X2 / Q1 제시 → 답변</a:t>
            </a:r>
          </a:p>
        </p:txBody>
      </p:sp>
      <p:sp>
        <p:nvSpPr>
          <p:cNvPr id="316" name="dp42-comparison / n212">
            <a:extLst xmlns:a="http://schemas.openxmlformats.org/drawingml/2006/main">
              <a:ext uri="{FF2B5EF4-FFF2-40B4-BE49-F238E27FC236}">
                <a16:creationId xmlns:a16="http://schemas.microsoft.com/office/drawing/2014/main" id="{38B2D526-05F5-483F-AF0A-4DCE365FFF90}"/>
              </a:ext>
            </a:extLst>
          </p:cNvPr>
          <p:cNvSpPr>
            <a:spLocks xmlns:a="http://schemas.openxmlformats.org/drawingml/2006/main" noGrp="1"/>
          </p:cNvSpPr>
          <p:nvPr/>
        </p:nvSpPr>
        <p:spPr>
          <a:xfrm xmlns:a="http://schemas.openxmlformats.org/drawingml/2006/main">
            <a:off x="12277725" y="3352800"/>
            <a:ext cx="34480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2-comparison / n213 / text 1">
            <a:extLst xmlns:a="http://schemas.openxmlformats.org/drawingml/2006/main">
              <a:ext uri="{FF2B5EF4-FFF2-40B4-BE49-F238E27FC236}">
                <a16:creationId xmlns:a16="http://schemas.microsoft.com/office/drawing/2014/main" id="{578B8394-0A66-408A-9F7C-2AE9E43B82EC}"/>
              </a:ext>
            </a:extLst>
          </p:cNvPr>
          <p:cNvSpPr>
            <a:spLocks xmlns:a="http://schemas.openxmlformats.org/drawingml/2006/main" noGrp="1"/>
          </p:cNvSpPr>
          <p:nvPr/>
        </p:nvSpPr>
        <p:spPr>
          <a:xfrm xmlns:a="http://schemas.openxmlformats.org/drawingml/2006/main">
            <a:off x="12296775" y="3362325"/>
            <a:ext cx="528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강조 경계: Core/서비스 실행 영역 / 박스: 논리 Component</a:t>
            </a:r>
          </a:p>
        </p:txBody>
      </p:sp>
      <p:sp>
        <p:nvSpPr>
          <p:cNvPr id="318" name="dp42-comparison / n218">
            <a:extLst xmlns:a="http://schemas.openxmlformats.org/drawingml/2006/main">
              <a:ext uri="{FF2B5EF4-FFF2-40B4-BE49-F238E27FC236}">
                <a16:creationId xmlns:a16="http://schemas.microsoft.com/office/drawing/2014/main" id="{EDD48BEB-8631-4E32-AA0C-0BBC4967BB18}"/>
              </a:ext>
            </a:extLst>
          </p:cNvPr>
          <p:cNvSpPr>
            <a:spLocks xmlns:a="http://schemas.openxmlformats.org/drawingml/2006/main" noGrp="1"/>
          </p:cNvSpPr>
          <p:nvPr/>
        </p:nvSpPr>
        <p:spPr>
          <a:xfrm xmlns:a="http://schemas.openxmlformats.org/drawingml/2006/main">
            <a:off x="11410950" y="358140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9" name="dp42-comparison / n219 / text 1">
            <a:extLst xmlns:a="http://schemas.openxmlformats.org/drawingml/2006/main">
              <a:ext uri="{FF2B5EF4-FFF2-40B4-BE49-F238E27FC236}">
                <a16:creationId xmlns:a16="http://schemas.microsoft.com/office/drawing/2014/main" id="{D9A0CEAE-2EFE-44D5-8B0E-F683FC723FD2}"/>
              </a:ext>
            </a:extLst>
          </p:cNvPr>
          <p:cNvSpPr>
            <a:spLocks xmlns:a="http://schemas.openxmlformats.org/drawingml/2006/main" noGrp="1"/>
          </p:cNvSpPr>
          <p:nvPr/>
        </p:nvSpPr>
        <p:spPr>
          <a:xfrm xmlns:a="http://schemas.openxmlformats.org/drawingml/2006/main">
            <a:off x="11430000" y="3590925"/>
            <a:ext cx="2190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독립 상태 / 실행 수명</a:t>
            </a:r>
          </a:p>
        </p:txBody>
      </p:sp>
      <p:sp>
        <p:nvSpPr>
          <p:cNvPr id="320" name="dp42-comparison / n220">
            <a:extLst xmlns:a="http://schemas.openxmlformats.org/drawingml/2006/main">
              <a:ext uri="{FF2B5EF4-FFF2-40B4-BE49-F238E27FC236}">
                <a16:creationId xmlns:a16="http://schemas.microsoft.com/office/drawing/2014/main" id="{4F50A152-1877-4D15-89ED-995FACAB99D5}"/>
              </a:ext>
            </a:extLst>
          </p:cNvPr>
          <p:cNvSpPr>
            <a:spLocks xmlns:a="http://schemas.openxmlformats.org/drawingml/2006/main" noGrp="1"/>
          </p:cNvSpPr>
          <p:nvPr/>
        </p:nvSpPr>
        <p:spPr>
          <a:xfrm xmlns:a="http://schemas.openxmlformats.org/drawingml/2006/main">
            <a:off x="15792450" y="3581400"/>
            <a:ext cx="152971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1" name="dp42-comparison / n221 / text 1">
            <a:extLst xmlns:a="http://schemas.openxmlformats.org/drawingml/2006/main">
              <a:ext uri="{FF2B5EF4-FFF2-40B4-BE49-F238E27FC236}">
                <a16:creationId xmlns:a16="http://schemas.microsoft.com/office/drawing/2014/main" id="{5B9BF026-B987-48FC-BA4E-79375172EBA9}"/>
              </a:ext>
            </a:extLst>
          </p:cNvPr>
          <p:cNvSpPr>
            <a:spLocks xmlns:a="http://schemas.openxmlformats.org/drawingml/2006/main" noGrp="1"/>
          </p:cNvSpPr>
          <p:nvPr/>
        </p:nvSpPr>
        <p:spPr>
          <a:xfrm xmlns:a="http://schemas.openxmlformats.org/drawingml/2006/main">
            <a:off x="15811500" y="3590925"/>
            <a:ext cx="1809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독립 상태 / 실행 수명</a:t>
            </a:r>
          </a:p>
        </p:txBody>
      </p:sp>
      <p:sp>
        <p:nvSpPr>
          <p:cNvPr id="322" name="dp42-comparison / n232">
            <a:extLst xmlns:a="http://schemas.openxmlformats.org/drawingml/2006/main">
              <a:ext uri="{FF2B5EF4-FFF2-40B4-BE49-F238E27FC236}">
                <a16:creationId xmlns:a16="http://schemas.microsoft.com/office/drawing/2014/main" id="{900879BD-D2E3-4634-A882-543AE27FA312}"/>
              </a:ext>
            </a:extLst>
          </p:cNvPr>
          <p:cNvSpPr>
            <a:spLocks xmlns:a="http://schemas.openxmlformats.org/drawingml/2006/main" noGrp="1"/>
          </p:cNvSpPr>
          <p:nvPr/>
        </p:nvSpPr>
        <p:spPr>
          <a:xfrm xmlns:a="http://schemas.openxmlformats.org/drawingml/2006/main">
            <a:off x="10010775" y="4276725"/>
            <a:ext cx="250850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2-comparison / n233 / text 1">
            <a:extLst xmlns:a="http://schemas.openxmlformats.org/drawingml/2006/main">
              <a:ext uri="{FF2B5EF4-FFF2-40B4-BE49-F238E27FC236}">
                <a16:creationId xmlns:a16="http://schemas.microsoft.com/office/drawing/2014/main" id="{5BF211DD-D392-4603-A0FB-241BFA2D1289}"/>
              </a:ext>
            </a:extLst>
          </p:cNvPr>
          <p:cNvSpPr>
            <a:spLocks xmlns:a="http://schemas.openxmlformats.org/drawingml/2006/main" noGrp="1"/>
          </p:cNvSpPr>
          <p:nvPr/>
        </p:nvSpPr>
        <p:spPr>
          <a:xfrm xmlns:a="http://schemas.openxmlformats.org/drawingml/2006/main">
            <a:off x="10029825" y="4286250"/>
            <a:ext cx="2857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C1 / R2 / u2 → Q1 → T1 / P1 참조</a:t>
            </a:r>
          </a:p>
        </p:txBody>
      </p:sp>
      <p:sp>
        <p:nvSpPr>
          <p:cNvPr id="324" name="dp42-comparison / n234">
            <a:extLst xmlns:a="http://schemas.openxmlformats.org/drawingml/2006/main">
              <a:ext uri="{FF2B5EF4-FFF2-40B4-BE49-F238E27FC236}">
                <a16:creationId xmlns:a16="http://schemas.microsoft.com/office/drawing/2014/main" id="{47A04EB9-DF97-47ED-936E-D50E7F6E486B}"/>
              </a:ext>
            </a:extLst>
          </p:cNvPr>
          <p:cNvSpPr>
            <a:spLocks xmlns:a="http://schemas.openxmlformats.org/drawingml/2006/main" noGrp="1"/>
          </p:cNvSpPr>
          <p:nvPr/>
        </p:nvSpPr>
        <p:spPr>
          <a:xfrm xmlns:a="http://schemas.openxmlformats.org/drawingml/2006/main">
            <a:off x="14916150" y="4295775"/>
            <a:ext cx="204444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2-comparison / n235 / text 1">
            <a:extLst xmlns:a="http://schemas.openxmlformats.org/drawingml/2006/main">
              <a:ext uri="{FF2B5EF4-FFF2-40B4-BE49-F238E27FC236}">
                <a16:creationId xmlns:a16="http://schemas.microsoft.com/office/drawing/2014/main" id="{B1186D0F-AC6C-403E-8CF0-00905E6ED4F8}"/>
              </a:ext>
            </a:extLst>
          </p:cNvPr>
          <p:cNvSpPr>
            <a:spLocks xmlns:a="http://schemas.openxmlformats.org/drawingml/2006/main" noGrp="1"/>
          </p:cNvSpPr>
          <p:nvPr/>
        </p:nvSpPr>
        <p:spPr>
          <a:xfrm xmlns:a="http://schemas.openxmlformats.org/drawingml/2006/main">
            <a:off x="14935200" y="430530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T1 / X1 / Q1=OPEN,v7</a:t>
            </a:r>
          </a:p>
        </p:txBody>
      </p:sp>
      <p:sp>
        <p:nvSpPr>
          <p:cNvPr id="326" name="dp42-comparison / n238">
            <a:extLst xmlns:a="http://schemas.openxmlformats.org/drawingml/2006/main">
              <a:ext uri="{FF2B5EF4-FFF2-40B4-BE49-F238E27FC236}">
                <a16:creationId xmlns:a16="http://schemas.microsoft.com/office/drawing/2014/main" id="{E978BD6F-EB60-4C0B-A3FD-DDDC97945AC2}"/>
              </a:ext>
            </a:extLst>
          </p:cNvPr>
          <p:cNvSpPr>
            <a:spLocks xmlns:a="http://schemas.openxmlformats.org/drawingml/2006/main" noGrp="1"/>
          </p:cNvSpPr>
          <p:nvPr/>
        </p:nvSpPr>
        <p:spPr>
          <a:xfrm xmlns:a="http://schemas.openxmlformats.org/drawingml/2006/main">
            <a:off x="12468225" y="3800475"/>
            <a:ext cx="15051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7" name="dp42-comparison / n239 / text 1">
            <a:extLst xmlns:a="http://schemas.openxmlformats.org/drawingml/2006/main">
              <a:ext uri="{FF2B5EF4-FFF2-40B4-BE49-F238E27FC236}">
                <a16:creationId xmlns:a16="http://schemas.microsoft.com/office/drawing/2014/main" id="{D6855DD0-D8EE-40E3-8A77-4BCA311FBD18}"/>
              </a:ext>
            </a:extLst>
          </p:cNvPr>
          <p:cNvSpPr>
            <a:spLocks xmlns:a="http://schemas.openxmlformats.org/drawingml/2006/main" noGrp="1"/>
          </p:cNvSpPr>
          <p:nvPr/>
        </p:nvSpPr>
        <p:spPr>
          <a:xfrm xmlns:a="http://schemas.openxmlformats.org/drawingml/2006/main">
            <a:off x="12487275" y="3810000"/>
            <a:ext cx="22669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조회 → / ← Q1,v7</a:t>
            </a:r>
          </a:p>
        </p:txBody>
      </p:sp>
      <p:sp>
        <p:nvSpPr>
          <p:cNvPr id="328" name="dp42-comparison / n241">
            <a:extLst xmlns:a="http://schemas.openxmlformats.org/drawingml/2006/main">
              <a:ext uri="{FF2B5EF4-FFF2-40B4-BE49-F238E27FC236}">
                <a16:creationId xmlns:a16="http://schemas.microsoft.com/office/drawing/2014/main" id="{DCC8B25A-ACE9-43C8-AA23-9E813585A563}"/>
              </a:ext>
            </a:extLst>
          </p:cNvPr>
          <p:cNvSpPr>
            <a:spLocks xmlns:a="http://schemas.openxmlformats.org/drawingml/2006/main" noGrp="1"/>
          </p:cNvSpPr>
          <p:nvPr/>
        </p:nvSpPr>
        <p:spPr>
          <a:xfrm xmlns:a="http://schemas.openxmlformats.org/drawingml/2006/main">
            <a:off x="12477750" y="4067175"/>
            <a:ext cx="162896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9" name="dp42-comparison / n242 / text 1">
            <a:extLst xmlns:a="http://schemas.openxmlformats.org/drawingml/2006/main">
              <a:ext uri="{FF2B5EF4-FFF2-40B4-BE49-F238E27FC236}">
                <a16:creationId xmlns:a16="http://schemas.microsoft.com/office/drawing/2014/main" id="{054C61DF-22A1-4C86-9A4B-D98B2A1FC81C}"/>
              </a:ext>
            </a:extLst>
          </p:cNvPr>
          <p:cNvSpPr>
            <a:spLocks xmlns:a="http://schemas.openxmlformats.org/drawingml/2006/main" noGrp="1"/>
          </p:cNvSpPr>
          <p:nvPr/>
        </p:nvSpPr>
        <p:spPr>
          <a:xfrm xmlns:a="http://schemas.openxmlformats.org/drawingml/2006/main">
            <a:off x="12496800" y="4076700"/>
            <a:ext cx="2286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Q1 답변=상반기 / v7</a:t>
            </a:r>
          </a:p>
        </p:txBody>
      </p:sp>
      <p:sp>
        <p:nvSpPr>
          <p:cNvPr id="330" name="dp42-comparison / n244">
            <a:extLst xmlns:a="http://schemas.openxmlformats.org/drawingml/2006/main">
              <a:ext uri="{FF2B5EF4-FFF2-40B4-BE49-F238E27FC236}">
                <a16:creationId xmlns:a16="http://schemas.microsoft.com/office/drawing/2014/main" id="{64262CB7-B946-41BB-B50B-63BD978349B4}"/>
              </a:ext>
            </a:extLst>
          </p:cNvPr>
          <p:cNvSpPr>
            <a:spLocks xmlns:a="http://schemas.openxmlformats.org/drawingml/2006/main" noGrp="1"/>
          </p:cNvSpPr>
          <p:nvPr/>
        </p:nvSpPr>
        <p:spPr>
          <a:xfrm xmlns:a="http://schemas.openxmlformats.org/drawingml/2006/main">
            <a:off x="12477750" y="4314825"/>
            <a:ext cx="16844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1" name="dp42-comparison / n245 / text 1">
            <a:extLst xmlns:a="http://schemas.openxmlformats.org/drawingml/2006/main">
              <a:ext uri="{FF2B5EF4-FFF2-40B4-BE49-F238E27FC236}">
                <a16:creationId xmlns:a16="http://schemas.microsoft.com/office/drawing/2014/main" id="{94658E88-9B4C-42BA-8E3E-E0F5E6EA2508}"/>
              </a:ext>
            </a:extLst>
          </p:cNvPr>
          <p:cNvSpPr>
            <a:spLocks xmlns:a="http://schemas.openxmlformats.org/drawingml/2006/main" noGrp="1"/>
          </p:cNvSpPr>
          <p:nvPr/>
        </p:nvSpPr>
        <p:spPr>
          <a:xfrm xmlns:a="http://schemas.openxmlformats.org/drawingml/2006/main">
            <a:off x="12496800" y="4324350"/>
            <a:ext cx="228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외부 접수 / 질문 / 결과</a:t>
            </a:r>
          </a:p>
        </p:txBody>
      </p:sp>
      <p:sp>
        <p:nvSpPr>
          <p:cNvPr id="332" name="dp42-comparison / n248">
            <a:extLst xmlns:a="http://schemas.openxmlformats.org/drawingml/2006/main">
              <a:ext uri="{FF2B5EF4-FFF2-40B4-BE49-F238E27FC236}">
                <a16:creationId xmlns:a16="http://schemas.microsoft.com/office/drawing/2014/main" id="{2A7E9688-7061-4F16-A888-68C8819AEB94}"/>
              </a:ext>
            </a:extLst>
          </p:cNvPr>
          <p:cNvSpPr>
            <a:spLocks xmlns:a="http://schemas.openxmlformats.org/drawingml/2006/main" noGrp="1"/>
          </p:cNvSpPr>
          <p:nvPr/>
        </p:nvSpPr>
        <p:spPr>
          <a:xfrm xmlns:a="http://schemas.openxmlformats.org/drawingml/2006/main">
            <a:off x="10010775" y="4962525"/>
            <a:ext cx="231990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3" name="dp42-comparison / n249 / text 1">
            <a:extLst xmlns:a="http://schemas.openxmlformats.org/drawingml/2006/main">
              <a:ext uri="{FF2B5EF4-FFF2-40B4-BE49-F238E27FC236}">
                <a16:creationId xmlns:a16="http://schemas.microsoft.com/office/drawing/2014/main" id="{C766FD1F-5FCB-4464-B8AF-1CC3D2E1B788}"/>
              </a:ext>
            </a:extLst>
          </p:cNvPr>
          <p:cNvSpPr>
            <a:spLocks xmlns:a="http://schemas.openxmlformats.org/drawingml/2006/main" noGrp="1"/>
          </p:cNvSpPr>
          <p:nvPr/>
        </p:nvSpPr>
        <p:spPr>
          <a:xfrm xmlns:a="http://schemas.openxmlformats.org/drawingml/2006/main">
            <a:off x="10029825" y="49720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 실제 제시 P1 → 답변 의미 제안</a:t>
            </a:r>
          </a:p>
        </p:txBody>
      </p:sp>
      <p:sp>
        <p:nvSpPr>
          <p:cNvPr id="334" name="dp42-comparison / n252">
            <a:extLst xmlns:a="http://schemas.openxmlformats.org/drawingml/2006/main">
              <a:ext uri="{FF2B5EF4-FFF2-40B4-BE49-F238E27FC236}">
                <a16:creationId xmlns:a16="http://schemas.microsoft.com/office/drawing/2014/main" id="{F515162A-DA9B-47BC-BDCC-9FF526401436}"/>
              </a:ext>
            </a:extLst>
          </p:cNvPr>
          <p:cNvSpPr>
            <a:spLocks xmlns:a="http://schemas.openxmlformats.org/drawingml/2006/main" noGrp="1"/>
          </p:cNvSpPr>
          <p:nvPr/>
        </p:nvSpPr>
        <p:spPr>
          <a:xfrm xmlns:a="http://schemas.openxmlformats.org/drawingml/2006/main">
            <a:off x="12658725" y="4810125"/>
            <a:ext cx="1616964" cy="2933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5" name="dp42-comparison / n253 / text 1">
            <a:extLst xmlns:a="http://schemas.openxmlformats.org/drawingml/2006/main">
              <a:ext uri="{FF2B5EF4-FFF2-40B4-BE49-F238E27FC236}">
                <a16:creationId xmlns:a16="http://schemas.microsoft.com/office/drawing/2014/main" id="{51FBE5E5-9EA1-4F50-8066-1F79F807265A}"/>
              </a:ext>
            </a:extLst>
          </p:cNvPr>
          <p:cNvSpPr>
            <a:spLocks xmlns:a="http://schemas.openxmlformats.org/drawingml/2006/main" noGrp="1"/>
          </p:cNvSpPr>
          <p:nvPr/>
        </p:nvSpPr>
        <p:spPr>
          <a:xfrm xmlns:a="http://schemas.openxmlformats.org/drawingml/2006/main">
            <a:off x="12677775" y="481965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P2: 상반기 전달 확인</a:t>
            </a:r>
          </a:p>
        </p:txBody>
      </p:sp>
      <p:sp>
        <p:nvSpPr>
          <p:cNvPr id="336" name="dp42-comparison / n253 / text 2">
            <a:extLst xmlns:a="http://schemas.openxmlformats.org/drawingml/2006/main">
              <a:ext uri="{FF2B5EF4-FFF2-40B4-BE49-F238E27FC236}">
                <a16:creationId xmlns:a16="http://schemas.microsoft.com/office/drawing/2014/main" id="{784D831B-8B4D-4DFC-BD50-5EDEE8AF14C4}"/>
              </a:ext>
            </a:extLst>
          </p:cNvPr>
          <p:cNvSpPr>
            <a:spLocks xmlns:a="http://schemas.openxmlformats.org/drawingml/2006/main" noGrp="1"/>
          </p:cNvSpPr>
          <p:nvPr/>
        </p:nvSpPr>
        <p:spPr>
          <a:xfrm xmlns:a="http://schemas.openxmlformats.org/drawingml/2006/main">
            <a:off x="12677775" y="4956810"/>
            <a:ext cx="20764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허용 / 실제 제시 반환</a:t>
            </a:r>
          </a:p>
        </p:txBody>
      </p:sp>
      <p:sp>
        <p:nvSpPr>
          <p:cNvPr id="337" name="dp42-comparison / n254">
            <a:extLst xmlns:a="http://schemas.openxmlformats.org/drawingml/2006/main">
              <a:ext uri="{FF2B5EF4-FFF2-40B4-BE49-F238E27FC236}">
                <a16:creationId xmlns:a16="http://schemas.microsoft.com/office/drawing/2014/main" id="{F5461CA6-8BED-4895-939C-08AC1D67EE55}"/>
              </a:ext>
            </a:extLst>
          </p:cNvPr>
          <p:cNvSpPr>
            <a:spLocks xmlns:a="http://schemas.openxmlformats.org/drawingml/2006/main" noGrp="1"/>
          </p:cNvSpPr>
          <p:nvPr/>
        </p:nvSpPr>
        <p:spPr>
          <a:xfrm xmlns:a="http://schemas.openxmlformats.org/drawingml/2006/main">
            <a:off x="10020300" y="5705475"/>
            <a:ext cx="222580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8" name="dp42-comparison / n255 / text 1">
            <a:extLst xmlns:a="http://schemas.openxmlformats.org/drawingml/2006/main">
              <a:ext uri="{FF2B5EF4-FFF2-40B4-BE49-F238E27FC236}">
                <a16:creationId xmlns:a16="http://schemas.microsoft.com/office/drawing/2014/main" id="{FEBA51CE-7B3A-41F7-BA9E-67A8E074F1A9}"/>
              </a:ext>
            </a:extLst>
          </p:cNvPr>
          <p:cNvSpPr>
            <a:spLocks xmlns:a="http://schemas.openxmlformats.org/drawingml/2006/main" noGrp="1"/>
          </p:cNvSpPr>
          <p:nvPr/>
        </p:nvSpPr>
        <p:spPr>
          <a:xfrm xmlns:a="http://schemas.openxmlformats.org/drawingml/2006/main">
            <a:off x="10039350" y="5715000"/>
            <a:ext cx="2762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P1→Q1 실제 제시 / P2 전달 원장</a:t>
            </a:r>
          </a:p>
        </p:txBody>
      </p:sp>
      <p:sp>
        <p:nvSpPr>
          <p:cNvPr id="339" name="dp42-comparison / n258">
            <a:extLst xmlns:a="http://schemas.openxmlformats.org/drawingml/2006/main">
              <a:ext uri="{FF2B5EF4-FFF2-40B4-BE49-F238E27FC236}">
                <a16:creationId xmlns:a16="http://schemas.microsoft.com/office/drawing/2014/main" id="{BDED7B6B-ED67-4D16-B7D1-C13FA2AE4AFB}"/>
              </a:ext>
            </a:extLst>
          </p:cNvPr>
          <p:cNvSpPr>
            <a:spLocks xmlns:a="http://schemas.openxmlformats.org/drawingml/2006/main" noGrp="1"/>
          </p:cNvSpPr>
          <p:nvPr/>
        </p:nvSpPr>
        <p:spPr>
          <a:xfrm xmlns:a="http://schemas.openxmlformats.org/drawingml/2006/main">
            <a:off x="14916150" y="4657725"/>
            <a:ext cx="1580388"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0" name="dp42-comparison / n259 / text 1">
            <a:extLst xmlns:a="http://schemas.openxmlformats.org/drawingml/2006/main">
              <a:ext uri="{FF2B5EF4-FFF2-40B4-BE49-F238E27FC236}">
                <a16:creationId xmlns:a16="http://schemas.microsoft.com/office/drawing/2014/main" id="{0FE81EBF-4AB3-4DE5-B143-9846FDC7106D}"/>
              </a:ext>
            </a:extLst>
          </p:cNvPr>
          <p:cNvSpPr>
            <a:spLocks xmlns:a="http://schemas.openxmlformats.org/drawingml/2006/main" noGrp="1"/>
          </p:cNvSpPr>
          <p:nvPr/>
        </p:nvSpPr>
        <p:spPr>
          <a:xfrm xmlns:a="http://schemas.openxmlformats.org/drawingml/2006/main">
            <a:off x="14935200" y="466725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접수: Q1=ANSWERED,v8</a:t>
            </a:r>
          </a:p>
        </p:txBody>
      </p:sp>
      <p:sp>
        <p:nvSpPr>
          <p:cNvPr id="341" name="dp42-comparison / n259 / text 2">
            <a:extLst xmlns:a="http://schemas.openxmlformats.org/drawingml/2006/main">
              <a:ext uri="{FF2B5EF4-FFF2-40B4-BE49-F238E27FC236}">
                <a16:creationId xmlns:a16="http://schemas.microsoft.com/office/drawing/2014/main" id="{45E88B7A-92E6-45AA-88AE-61388D5E432A}"/>
              </a:ext>
            </a:extLst>
          </p:cNvPr>
          <p:cNvSpPr>
            <a:spLocks xmlns:a="http://schemas.openxmlformats.org/drawingml/2006/main" noGrp="1"/>
          </p:cNvSpPr>
          <p:nvPr/>
        </p:nvSpPr>
        <p:spPr>
          <a:xfrm xmlns:a="http://schemas.openxmlformats.org/drawingml/2006/main">
            <a:off x="14935200" y="4827270"/>
            <a:ext cx="2524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K1=전송 대기</a:t>
            </a:r>
          </a:p>
        </p:txBody>
      </p:sp>
      <p:sp>
        <p:nvSpPr>
          <p:cNvPr id="342" name="dp42-comparison / n260">
            <a:extLst xmlns:a="http://schemas.openxmlformats.org/drawingml/2006/main">
              <a:ext uri="{FF2B5EF4-FFF2-40B4-BE49-F238E27FC236}">
                <a16:creationId xmlns:a16="http://schemas.microsoft.com/office/drawing/2014/main" id="{C7D08C8B-F7CA-4DD3-8A28-B41928124E17}"/>
              </a:ext>
            </a:extLst>
          </p:cNvPr>
          <p:cNvSpPr>
            <a:spLocks xmlns:a="http://schemas.openxmlformats.org/drawingml/2006/main" noGrp="1"/>
          </p:cNvSpPr>
          <p:nvPr/>
        </p:nvSpPr>
        <p:spPr>
          <a:xfrm xmlns:a="http://schemas.openxmlformats.org/drawingml/2006/main">
            <a:off x="14916150" y="5705475"/>
            <a:ext cx="19937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3" name="dp42-comparison / n261 / text 1">
            <a:extLst xmlns:a="http://schemas.openxmlformats.org/drawingml/2006/main">
              <a:ext uri="{FF2B5EF4-FFF2-40B4-BE49-F238E27FC236}">
                <a16:creationId xmlns:a16="http://schemas.microsoft.com/office/drawing/2014/main" id="{5AE5F802-6615-46D2-A12E-4C7CDC5CAD82}"/>
              </a:ext>
            </a:extLst>
          </p:cNvPr>
          <p:cNvSpPr>
            <a:spLocks xmlns:a="http://schemas.openxmlformats.org/drawingml/2006/main" noGrp="1"/>
          </p:cNvSpPr>
          <p:nvPr/>
        </p:nvSpPr>
        <p:spPr>
          <a:xfrm xmlns:a="http://schemas.openxmlformats.org/drawingml/2006/main">
            <a:off x="14935200" y="5715000"/>
            <a:ext cx="25812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K1 외부 접수 / X1 관측 상태</a:t>
            </a:r>
          </a:p>
        </p:txBody>
      </p:sp>
      <p:sp>
        <p:nvSpPr>
          <p:cNvPr id="344" name="dp42-comparison / n269">
            <a:extLst xmlns:a="http://schemas.openxmlformats.org/drawingml/2006/main">
              <a:ext uri="{FF2B5EF4-FFF2-40B4-BE49-F238E27FC236}">
                <a16:creationId xmlns:a16="http://schemas.microsoft.com/office/drawing/2014/main" id="{A4E04F43-412A-45AB-B630-0FE084E431C2}"/>
              </a:ext>
            </a:extLst>
          </p:cNvPr>
          <p:cNvSpPr>
            <a:spLocks xmlns:a="http://schemas.openxmlformats.org/drawingml/2006/main" noGrp="1"/>
          </p:cNvSpPr>
          <p:nvPr/>
        </p:nvSpPr>
        <p:spPr>
          <a:xfrm xmlns:a="http://schemas.openxmlformats.org/drawingml/2006/main">
            <a:off x="10010775" y="6000750"/>
            <a:ext cx="1860423"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5" name="dp42-comparison / n270 / text 1">
            <a:extLst xmlns:a="http://schemas.openxmlformats.org/drawingml/2006/main">
              <a:ext uri="{FF2B5EF4-FFF2-40B4-BE49-F238E27FC236}">
                <a16:creationId xmlns:a16="http://schemas.microsoft.com/office/drawing/2014/main" id="{F9ACC11A-490E-4C1E-9DC4-40DE89DEED01}"/>
              </a:ext>
            </a:extLst>
          </p:cNvPr>
          <p:cNvSpPr>
            <a:spLocks xmlns:a="http://schemas.openxmlformats.org/drawingml/2006/main" noGrp="1"/>
          </p:cNvSpPr>
          <p:nvPr/>
        </p:nvSpPr>
        <p:spPr>
          <a:xfrm xmlns:a="http://schemas.openxmlformats.org/drawingml/2006/main">
            <a:off x="10029825" y="6010275"/>
            <a:ext cx="35337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선저장: R2=접수 대기 / K1</a:t>
            </a:r>
          </a:p>
        </p:txBody>
      </p:sp>
      <p:sp>
        <p:nvSpPr>
          <p:cNvPr id="346" name="dp42-comparison / n270 / text 2">
            <a:extLst xmlns:a="http://schemas.openxmlformats.org/drawingml/2006/main">
              <a:ext uri="{FF2B5EF4-FFF2-40B4-BE49-F238E27FC236}">
                <a16:creationId xmlns:a16="http://schemas.microsoft.com/office/drawing/2014/main" id="{84098215-DEB0-486C-9FD2-2EFAD84E0F16}"/>
              </a:ext>
            </a:extLst>
          </p:cNvPr>
          <p:cNvSpPr>
            <a:spLocks xmlns:a="http://schemas.openxmlformats.org/drawingml/2006/main" noGrp="1"/>
          </p:cNvSpPr>
          <p:nvPr/>
        </p:nvSpPr>
        <p:spPr>
          <a:xfrm xmlns:a="http://schemas.openxmlformats.org/drawingml/2006/main">
            <a:off x="10029825" y="6170295"/>
            <a:ext cx="35337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후반영: K1 내부 접수 확인</a:t>
            </a:r>
          </a:p>
        </p:txBody>
      </p:sp>
      <p:sp>
        <p:nvSpPr>
          <p:cNvPr id="347" name="dp42-comparison / n271">
            <a:extLst xmlns:a="http://schemas.openxmlformats.org/drawingml/2006/main">
              <a:ext uri="{FF2B5EF4-FFF2-40B4-BE49-F238E27FC236}">
                <a16:creationId xmlns:a16="http://schemas.microsoft.com/office/drawing/2014/main" id="{D86C1012-1640-47A0-AAE4-70D4C5535FBB}"/>
              </a:ext>
            </a:extLst>
          </p:cNvPr>
          <p:cNvSpPr>
            <a:spLocks xmlns:a="http://schemas.openxmlformats.org/drawingml/2006/main" noGrp="1"/>
          </p:cNvSpPr>
          <p:nvPr/>
        </p:nvSpPr>
        <p:spPr>
          <a:xfrm xmlns:a="http://schemas.openxmlformats.org/drawingml/2006/main">
            <a:off x="14506575" y="6000750"/>
            <a:ext cx="2148459" cy="3390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48" name="dp42-comparison / n272 / text 1">
            <a:extLst xmlns:a="http://schemas.openxmlformats.org/drawingml/2006/main">
              <a:ext uri="{FF2B5EF4-FFF2-40B4-BE49-F238E27FC236}">
                <a16:creationId xmlns:a16="http://schemas.microsoft.com/office/drawing/2014/main" id="{A071E68D-388D-41B7-A0DF-A5BC0E5D8FD4}"/>
              </a:ext>
            </a:extLst>
          </p:cNvPr>
          <p:cNvSpPr>
            <a:spLocks xmlns:a="http://schemas.openxmlformats.org/drawingml/2006/main" noGrp="1"/>
          </p:cNvSpPr>
          <p:nvPr/>
        </p:nvSpPr>
        <p:spPr>
          <a:xfrm xmlns:a="http://schemas.openxmlformats.org/drawingml/2006/main">
            <a:off x="14525625" y="6010275"/>
            <a:ext cx="29718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Q1 변경 + K1 + 내부 접수 결과</a:t>
            </a:r>
          </a:p>
        </p:txBody>
      </p:sp>
      <p:sp>
        <p:nvSpPr>
          <p:cNvPr id="349" name="dp42-comparison / n272 / text 2">
            <a:extLst xmlns:a="http://schemas.openxmlformats.org/drawingml/2006/main">
              <a:ext uri="{FF2B5EF4-FFF2-40B4-BE49-F238E27FC236}">
                <a16:creationId xmlns:a16="http://schemas.microsoft.com/office/drawing/2014/main" id="{9B706FB3-06D5-4397-99B4-6A7E88149681}"/>
              </a:ext>
            </a:extLst>
          </p:cNvPr>
          <p:cNvSpPr>
            <a:spLocks xmlns:a="http://schemas.openxmlformats.org/drawingml/2006/main" noGrp="1"/>
          </p:cNvSpPr>
          <p:nvPr/>
        </p:nvSpPr>
        <p:spPr>
          <a:xfrm xmlns:a="http://schemas.openxmlformats.org/drawingml/2006/main">
            <a:off x="14525625" y="6170295"/>
            <a:ext cx="29718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업무의 로컬 transaction</a:t>
            </a:r>
          </a:p>
        </p:txBody>
      </p:sp>
      <p:sp>
        <p:nvSpPr>
          <p:cNvPr id="350" name="dp42-comparison / n273">
            <a:extLst xmlns:a="http://schemas.openxmlformats.org/drawingml/2006/main">
              <a:ext uri="{FF2B5EF4-FFF2-40B4-BE49-F238E27FC236}">
                <a16:creationId xmlns:a16="http://schemas.microsoft.com/office/drawing/2014/main" id="{69DA83C3-DE33-48D6-9D90-AA63CBC880E3}"/>
              </a:ext>
            </a:extLst>
          </p:cNvPr>
          <p:cNvSpPr>
            <a:spLocks xmlns:a="http://schemas.openxmlformats.org/drawingml/2006/main" noGrp="1"/>
          </p:cNvSpPr>
          <p:nvPr/>
        </p:nvSpPr>
        <p:spPr>
          <a:xfrm xmlns:a="http://schemas.openxmlformats.org/drawingml/2006/main">
            <a:off x="12668250" y="4619625"/>
            <a:ext cx="1497711"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1" name="dp42-comparison / n274 / text 1">
            <a:extLst xmlns:a="http://schemas.openxmlformats.org/drawingml/2006/main">
              <a:ext uri="{FF2B5EF4-FFF2-40B4-BE49-F238E27FC236}">
                <a16:creationId xmlns:a16="http://schemas.microsoft.com/office/drawing/2014/main" id="{243BA4FF-CC29-4FB9-A027-CA7937A1A064}"/>
              </a:ext>
            </a:extLst>
          </p:cNvPr>
          <p:cNvSpPr>
            <a:spLocks xmlns:a="http://schemas.openxmlformats.org/drawingml/2006/main" noGrp="1"/>
          </p:cNvSpPr>
          <p:nvPr/>
        </p:nvSpPr>
        <p:spPr>
          <a:xfrm xmlns:a="http://schemas.openxmlformats.org/drawingml/2006/main">
            <a:off x="12687300" y="4629150"/>
            <a:ext cx="2047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내부 접수 결과 반환</a:t>
            </a:r>
          </a:p>
        </p:txBody>
      </p:sp>
      <p:sp>
        <p:nvSpPr>
          <p:cNvPr id="352" name="dp42-comparison / n285">
            <a:extLst xmlns:a="http://schemas.openxmlformats.org/drawingml/2006/main">
              <a:ext uri="{FF2B5EF4-FFF2-40B4-BE49-F238E27FC236}">
                <a16:creationId xmlns:a16="http://schemas.microsoft.com/office/drawing/2014/main" id="{76306547-B986-472B-89FD-93088CED2DA3}"/>
              </a:ext>
            </a:extLst>
          </p:cNvPr>
          <p:cNvSpPr>
            <a:spLocks xmlns:a="http://schemas.openxmlformats.org/drawingml/2006/main" noGrp="1"/>
          </p:cNvSpPr>
          <p:nvPr/>
        </p:nvSpPr>
        <p:spPr>
          <a:xfrm xmlns:a="http://schemas.openxmlformats.org/drawingml/2006/main">
            <a:off x="12477750" y="6705600"/>
            <a:ext cx="3260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3" name="dp42-comparison / n286 / text 1">
            <a:extLst xmlns:a="http://schemas.openxmlformats.org/drawingml/2006/main">
              <a:ext uri="{FF2B5EF4-FFF2-40B4-BE49-F238E27FC236}">
                <a16:creationId xmlns:a16="http://schemas.microsoft.com/office/drawing/2014/main" id="{D71B68CD-15A2-451E-ABEA-B5B5941872EC}"/>
              </a:ext>
            </a:extLst>
          </p:cNvPr>
          <p:cNvSpPr>
            <a:spLocks xmlns:a="http://schemas.openxmlformats.org/drawingml/2006/main" noGrp="1"/>
          </p:cNvSpPr>
          <p:nvPr/>
        </p:nvSpPr>
        <p:spPr>
          <a:xfrm xmlns:a="http://schemas.openxmlformats.org/drawingml/2006/main">
            <a:off x="12496800" y="6715125"/>
            <a:ext cx="50863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release(P2,epoch) / receipt(P2,실제 전달 범위)</a:t>
            </a:r>
          </a:p>
        </p:txBody>
      </p:sp>
      <p:sp>
        <p:nvSpPr>
          <p:cNvPr id="354" name="dp42-comparison / n293">
            <a:extLst xmlns:a="http://schemas.openxmlformats.org/drawingml/2006/main">
              <a:ext uri="{FF2B5EF4-FFF2-40B4-BE49-F238E27FC236}">
                <a16:creationId xmlns:a16="http://schemas.microsoft.com/office/drawing/2014/main" id="{18857D36-D71B-477E-9C09-0D819E603DA1}"/>
              </a:ext>
            </a:extLst>
          </p:cNvPr>
          <p:cNvSpPr>
            <a:spLocks xmlns:a="http://schemas.openxmlformats.org/drawingml/2006/main" noGrp="1"/>
          </p:cNvSpPr>
          <p:nvPr/>
        </p:nvSpPr>
        <p:spPr>
          <a:xfrm xmlns:a="http://schemas.openxmlformats.org/drawingml/2006/main">
            <a:off x="10010775" y="6810375"/>
            <a:ext cx="223837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5" name="dp42-comparison / n294 / text 1">
            <a:extLst xmlns:a="http://schemas.openxmlformats.org/drawingml/2006/main">
              <a:ext uri="{FF2B5EF4-FFF2-40B4-BE49-F238E27FC236}">
                <a16:creationId xmlns:a16="http://schemas.microsoft.com/office/drawing/2014/main" id="{77C87000-E925-41A2-B026-ED495CEC4BAB}"/>
              </a:ext>
            </a:extLst>
          </p:cNvPr>
          <p:cNvSpPr>
            <a:spLocks xmlns:a="http://schemas.openxmlformats.org/drawingml/2006/main" noGrp="1"/>
          </p:cNvSpPr>
          <p:nvPr/>
        </p:nvSpPr>
        <p:spPr>
          <a:xfrm xmlns:a="http://schemas.openxmlformats.org/drawingml/2006/main">
            <a:off x="10029825" y="6819900"/>
            <a:ext cx="22002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u2 입력 / Text / Voice 실제 전달</a:t>
            </a:r>
          </a:p>
        </p:txBody>
      </p:sp>
      <p:sp>
        <p:nvSpPr>
          <p:cNvPr id="356" name="dp42-comparison / n295">
            <a:extLst xmlns:a="http://schemas.openxmlformats.org/drawingml/2006/main">
              <a:ext uri="{FF2B5EF4-FFF2-40B4-BE49-F238E27FC236}">
                <a16:creationId xmlns:a16="http://schemas.microsoft.com/office/drawing/2014/main" id="{6EE4738F-E614-4FFE-8105-EE1AFF0CC793}"/>
              </a:ext>
            </a:extLst>
          </p:cNvPr>
          <p:cNvSpPr>
            <a:spLocks xmlns:a="http://schemas.openxmlformats.org/drawingml/2006/main" noGrp="1"/>
          </p:cNvSpPr>
          <p:nvPr/>
        </p:nvSpPr>
        <p:spPr>
          <a:xfrm xmlns:a="http://schemas.openxmlformats.org/drawingml/2006/main">
            <a:off x="12906375" y="7343775"/>
            <a:ext cx="1732979"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7" name="dp42-comparison / n296 / text 1">
            <a:extLst xmlns:a="http://schemas.openxmlformats.org/drawingml/2006/main">
              <a:ext uri="{FF2B5EF4-FFF2-40B4-BE49-F238E27FC236}">
                <a16:creationId xmlns:a16="http://schemas.microsoft.com/office/drawing/2014/main" id="{1DEC06BE-CF01-44B1-95C2-F13EBAAD1D94}"/>
              </a:ext>
            </a:extLst>
          </p:cNvPr>
          <p:cNvSpPr>
            <a:spLocks xmlns:a="http://schemas.openxmlformats.org/drawingml/2006/main" noGrp="1"/>
          </p:cNvSpPr>
          <p:nvPr/>
        </p:nvSpPr>
        <p:spPr>
          <a:xfrm xmlns:a="http://schemas.openxmlformats.org/drawingml/2006/main">
            <a:off x="12925425" y="7353300"/>
            <a:ext cx="2190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공유 Omni 1벌 / 같은 해석</a:t>
            </a:r>
          </a:p>
        </p:txBody>
      </p:sp>
      <p:sp>
        <p:nvSpPr>
          <p:cNvPr id="358" name="dp42-comparison / n297">
            <a:extLst xmlns:a="http://schemas.openxmlformats.org/drawingml/2006/main">
              <a:ext uri="{FF2B5EF4-FFF2-40B4-BE49-F238E27FC236}">
                <a16:creationId xmlns:a16="http://schemas.microsoft.com/office/drawing/2014/main" id="{C6CA61F5-C879-43D8-8C27-953C29B16C3A}"/>
              </a:ext>
            </a:extLst>
          </p:cNvPr>
          <p:cNvSpPr>
            <a:spLocks xmlns:a="http://schemas.openxmlformats.org/drawingml/2006/main" noGrp="1"/>
          </p:cNvSpPr>
          <p:nvPr/>
        </p:nvSpPr>
        <p:spPr>
          <a:xfrm xmlns:a="http://schemas.openxmlformats.org/drawingml/2006/main">
            <a:off x="15344775" y="7343775"/>
            <a:ext cx="16413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9" name="dp42-comparison / n298 / text 1">
            <a:extLst xmlns:a="http://schemas.openxmlformats.org/drawingml/2006/main">
              <a:ext uri="{FF2B5EF4-FFF2-40B4-BE49-F238E27FC236}">
                <a16:creationId xmlns:a16="http://schemas.microsoft.com/office/drawing/2014/main" id="{8114E392-2C29-42A3-A8C1-C0ED182EEB04}"/>
              </a:ext>
            </a:extLst>
          </p:cNvPr>
          <p:cNvSpPr>
            <a:spLocks xmlns:a="http://schemas.openxmlformats.org/drawingml/2006/main" noGrp="1"/>
          </p:cNvSpPr>
          <p:nvPr/>
        </p:nvSpPr>
        <p:spPr>
          <a:xfrm xmlns:a="http://schemas.openxmlformats.org/drawingml/2006/main">
            <a:off x="15363825" y="7353300"/>
            <a:ext cx="23336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K1 전송 / 외부 접수 확인</a:t>
            </a:r>
          </a:p>
        </p:txBody>
      </p:sp>
      <p:sp>
        <p:nvSpPr>
          <p:cNvPr id="360" name="dp42-comparison / n299">
            <a:extLst xmlns:a="http://schemas.openxmlformats.org/drawingml/2006/main">
              <a:ext uri="{FF2B5EF4-FFF2-40B4-BE49-F238E27FC236}">
                <a16:creationId xmlns:a16="http://schemas.microsoft.com/office/drawing/2014/main" id="{59BBF83D-8A7E-488F-9F24-BFAC8360AFA7}"/>
              </a:ext>
            </a:extLst>
          </p:cNvPr>
          <p:cNvSpPr>
            <a:spLocks xmlns:a="http://schemas.openxmlformats.org/drawingml/2006/main" noGrp="1"/>
          </p:cNvSpPr>
          <p:nvPr/>
        </p:nvSpPr>
        <p:spPr>
          <a:xfrm xmlns:a="http://schemas.openxmlformats.org/drawingml/2006/main">
            <a:off x="10010775" y="7343775"/>
            <a:ext cx="185928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61" name="dp42-comparison / n300 / text 1">
            <a:extLst xmlns:a="http://schemas.openxmlformats.org/drawingml/2006/main">
              <a:ext uri="{FF2B5EF4-FFF2-40B4-BE49-F238E27FC236}">
                <a16:creationId xmlns:a16="http://schemas.microsoft.com/office/drawing/2014/main" id="{12A6CCDD-9E8B-4DC8-9A7E-A412CB4E439C}"/>
              </a:ext>
            </a:extLst>
          </p:cNvPr>
          <p:cNvSpPr>
            <a:spLocks xmlns:a="http://schemas.openxmlformats.org/drawingml/2006/main" noGrp="1"/>
          </p:cNvSpPr>
          <p:nvPr/>
        </p:nvSpPr>
        <p:spPr>
          <a:xfrm xmlns:a="http://schemas.openxmlformats.org/drawingml/2006/main">
            <a:off x="10029825" y="735330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Voice Runtime: 음성 I/O 구현</a:t>
            </a:r>
          </a:p>
        </p:txBody>
      </p:sp>
    </p:spTree>
    <p:extLst>
      <p:ext uri="{BB962C8B-B14F-4D97-AF65-F5344CB8AC3E}">
        <p14:creationId xmlns:p14="http://schemas.microsoft.com/office/powerpoint/2010/main" val="7048765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7" name="dp43-background / n1">
            <a:extLst xmlns:a="http://schemas.openxmlformats.org/drawingml/2006/main">
              <a:ext uri="{FF2B5EF4-FFF2-40B4-BE49-F238E27FC236}">
                <a16:creationId xmlns:a16="http://schemas.microsoft.com/office/drawing/2014/main" id="{51732F8F-9DE4-4E3E-85B0-E9E954A7C795}"/>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background / n2 / text 1">
            <a:extLst xmlns:a="http://schemas.openxmlformats.org/drawingml/2006/main">
              <a:ext uri="{FF2B5EF4-FFF2-40B4-BE49-F238E27FC236}">
                <a16:creationId xmlns:a16="http://schemas.microsoft.com/office/drawing/2014/main" id="{43B7752C-BA32-40A0-8038-25CC91A8C2B3}"/>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3-background / n3 / text 1">
            <a:extLst xmlns:a="http://schemas.openxmlformats.org/drawingml/2006/main">
              <a:ext uri="{FF2B5EF4-FFF2-40B4-BE49-F238E27FC236}">
                <a16:creationId xmlns:a16="http://schemas.microsoft.com/office/drawing/2014/main" id="{52E6EB53-4ACA-4C0C-AB8D-6366B80C9DD2}"/>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04-43</a:t>
            </a:r>
          </a:p>
        </p:txBody>
      </p:sp>
      <p:sp>
        <p:nvSpPr>
          <p:cNvPr id="4" name="dp43-background / n4 / text 1">
            <a:extLst xmlns:a="http://schemas.openxmlformats.org/drawingml/2006/main">
              <a:ext uri="{FF2B5EF4-FFF2-40B4-BE49-F238E27FC236}">
                <a16:creationId xmlns:a16="http://schemas.microsoft.com/office/drawing/2014/main" id="{59C55532-D64C-4183-8C0D-3ACC06F8247F}"/>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04-43. 기능 정확성을 위한 VIA Request 의미 판단 설계</a:t>
            </a:r>
          </a:p>
        </p:txBody>
      </p:sp>
      <p:sp>
        <p:nvSpPr>
          <p:cNvPr id="5" name="dp43-background / n5 / path">
            <a:extLst xmlns:a="http://schemas.openxmlformats.org/drawingml/2006/main">
              <a:ext uri="{FF2B5EF4-FFF2-40B4-BE49-F238E27FC236}">
                <a16:creationId xmlns:a16="http://schemas.microsoft.com/office/drawing/2014/main" id="{55E14FC1-6ABE-40E4-A16F-624BDD95296A}"/>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3-background / n6">
            <a:extLst xmlns:a="http://schemas.openxmlformats.org/drawingml/2006/main">
              <a:ext uri="{FF2B5EF4-FFF2-40B4-BE49-F238E27FC236}">
                <a16:creationId xmlns:a16="http://schemas.microsoft.com/office/drawing/2014/main" id="{1416CE0B-5ED0-43D0-9899-AAAFF8E2746D}"/>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3-background / n7 / text 1">
            <a:extLst xmlns:a="http://schemas.openxmlformats.org/drawingml/2006/main">
              <a:ext uri="{FF2B5EF4-FFF2-40B4-BE49-F238E27FC236}">
                <a16:creationId xmlns:a16="http://schemas.microsoft.com/office/drawing/2014/main" id="{8288F0E6-DD71-4F01-B4C0-A178EF421CBA}"/>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메일 정정에 따른 관련 참조 오류와 기존 조건 누락 위험</a:t>
            </a:r>
          </a:p>
        </p:txBody>
      </p:sp>
      <p:sp>
        <p:nvSpPr>
          <p:cNvPr id="8" name="dp43-background / n8 / path">
            <a:extLst xmlns:a="http://schemas.openxmlformats.org/drawingml/2006/main">
              <a:ext uri="{FF2B5EF4-FFF2-40B4-BE49-F238E27FC236}">
                <a16:creationId xmlns:a16="http://schemas.microsoft.com/office/drawing/2014/main" id="{FD4BF337-781E-4C48-8226-7DF2D28B44F3}"/>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3-background / n9 / text 1">
            <a:extLst xmlns:a="http://schemas.openxmlformats.org/drawingml/2006/main">
              <a:ext uri="{FF2B5EF4-FFF2-40B4-BE49-F238E27FC236}">
                <a16:creationId xmlns:a16="http://schemas.microsoft.com/office/drawing/2014/main" id="{E76C0721-7B8B-4A3B-A00D-6AB2BF12F7AC}"/>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3-background / n10 / path">
            <a:extLst xmlns:a="http://schemas.openxmlformats.org/drawingml/2006/main">
              <a:ext uri="{FF2B5EF4-FFF2-40B4-BE49-F238E27FC236}">
                <a16:creationId xmlns:a16="http://schemas.microsoft.com/office/drawing/2014/main" id="{648A9FB7-D942-4664-A5EB-89886A4BCC6D}"/>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3-background / n11 / text 1">
            <a:extLst xmlns:a="http://schemas.openxmlformats.org/drawingml/2006/main">
              <a:ext uri="{FF2B5EF4-FFF2-40B4-BE49-F238E27FC236}">
                <a16:creationId xmlns:a16="http://schemas.microsoft.com/office/drawing/2014/main" id="{C51688B1-4822-4F79-8BE3-AE247AEFC09E}"/>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3-background / n12 / text 1">
            <a:extLst xmlns:a="http://schemas.openxmlformats.org/drawingml/2006/main">
              <a:ext uri="{FF2B5EF4-FFF2-40B4-BE49-F238E27FC236}">
                <a16:creationId xmlns:a16="http://schemas.microsoft.com/office/drawing/2014/main" id="{73625086-68E7-46B9-8940-D613A41F6DFD}"/>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연관된 의미 판단의 생산 책임과 조정 방식 설계</a:t>
            </a:r>
          </a:p>
        </p:txBody>
      </p:sp>
      <p:sp>
        <p:nvSpPr>
          <p:cNvPr id="13" name="dp43-background / n13 / text 1">
            <a:extLst xmlns:a="http://schemas.openxmlformats.org/drawingml/2006/main">
              <a:ext uri="{FF2B5EF4-FFF2-40B4-BE49-F238E27FC236}">
                <a16:creationId xmlns:a16="http://schemas.microsoft.com/office/drawing/2014/main" id="{FF501319-EB63-4E6C-A727-EF5CE9C32F0D}"/>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기능 지원 범위 / 변경 용이성</a:t>
            </a:r>
          </a:p>
        </p:txBody>
      </p:sp>
      <p:sp>
        <p:nvSpPr>
          <p:cNvPr id="14" name="dp43-background / n14 / text 1">
            <a:extLst xmlns:a="http://schemas.openxmlformats.org/drawingml/2006/main">
              <a:ext uri="{FF2B5EF4-FFF2-40B4-BE49-F238E27FC236}">
                <a16:creationId xmlns:a16="http://schemas.microsoft.com/office/drawing/2014/main" id="{B8A63EAB-2992-4E71-AC49-505F5C69E9F3}"/>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3-background / n15">
            <a:extLst xmlns:a="http://schemas.openxmlformats.org/drawingml/2006/main">
              <a:ext uri="{FF2B5EF4-FFF2-40B4-BE49-F238E27FC236}">
                <a16:creationId xmlns:a16="http://schemas.microsoft.com/office/drawing/2014/main" id="{ACC1A435-EC33-4E1F-8858-1EE461347A6E}"/>
              </a:ext>
            </a:extLst>
          </p:cNvPr>
          <p:cNvSpPr>
            <a:spLocks xmlns:a="http://schemas.openxmlformats.org/drawingml/2006/main" noGrp="1"/>
          </p:cNvSpPr>
          <p:nvPr/>
        </p:nvSpPr>
        <p:spPr>
          <a:xfrm xmlns:a="http://schemas.openxmlformats.org/drawingml/2006/main">
            <a:off x="609600" y="2619375"/>
            <a:ext cx="5143500" cy="1400175"/>
          </a:xfrm>
          <a:prstGeom xmlns:a="http://schemas.openxmlformats.org/drawingml/2006/main" prst="rect">
            <a:avLst/>
          </a:prstGeom>
          <a:solidFill xmlns:a="http://schemas.openxmlformats.org/drawingml/2006/main">
            <a:srgbClr val="EFF3F8"/>
          </a:solidFill>
          <a:ln xmlns:a="http://schemas.openxmlformats.org/drawingml/2006/main" w="0">
            <a:noFill/>
            <a:prstDash val="solid"/>
          </a:ln>
        </p:spPr>
      </p:sp>
      <p:sp>
        <p:nvSpPr>
          <p:cNvPr id="16" name="dp43-background / n16">
            <a:extLst xmlns:a="http://schemas.openxmlformats.org/drawingml/2006/main">
              <a:ext uri="{FF2B5EF4-FFF2-40B4-BE49-F238E27FC236}">
                <a16:creationId xmlns:a16="http://schemas.microsoft.com/office/drawing/2014/main" id="{1773C2CA-6593-48FB-BD9C-B5BB437BF9CF}"/>
              </a:ext>
            </a:extLst>
          </p:cNvPr>
          <p:cNvSpPr>
            <a:spLocks xmlns:a="http://schemas.openxmlformats.org/drawingml/2006/main" noGrp="1"/>
          </p:cNvSpPr>
          <p:nvPr/>
        </p:nvSpPr>
        <p:spPr>
          <a:xfrm xmlns:a="http://schemas.openxmlformats.org/drawingml/2006/main">
            <a:off x="6210300" y="2619375"/>
            <a:ext cx="4972050" cy="1400175"/>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17" name="dp43-background / n17 / text 1">
            <a:extLst xmlns:a="http://schemas.openxmlformats.org/drawingml/2006/main">
              <a:ext uri="{FF2B5EF4-FFF2-40B4-BE49-F238E27FC236}">
                <a16:creationId xmlns:a16="http://schemas.microsoft.com/office/drawing/2014/main" id="{6D760CF0-AB9E-4E2D-89F0-AEEE2D900685}"/>
              </a:ext>
            </a:extLst>
          </p:cNvPr>
          <p:cNvSpPr>
            <a:spLocks xmlns:a="http://schemas.openxmlformats.org/drawingml/2006/main" noGrp="1"/>
          </p:cNvSpPr>
          <p:nvPr/>
        </p:nvSpPr>
        <p:spPr>
          <a:xfrm xmlns:a="http://schemas.openxmlformats.org/drawingml/2006/main">
            <a:off x="800100" y="2733675"/>
            <a:ext cx="47625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진행 중인 두 Task의 조건 지정</a:t>
            </a:r>
          </a:p>
        </p:txBody>
      </p:sp>
      <p:sp>
        <p:nvSpPr>
          <p:cNvPr id="18" name="dp43-background / n18 / text 1">
            <a:extLst xmlns:a="http://schemas.openxmlformats.org/drawingml/2006/main">
              <a:ext uri="{FF2B5EF4-FFF2-40B4-BE49-F238E27FC236}">
                <a16:creationId xmlns:a16="http://schemas.microsoft.com/office/drawing/2014/main" id="{81C7B011-1166-428A-A00F-17570DD08C65}"/>
              </a:ext>
            </a:extLst>
          </p:cNvPr>
          <p:cNvSpPr>
            <a:spLocks xmlns:a="http://schemas.openxmlformats.org/drawingml/2006/main" noGrp="1"/>
          </p:cNvSpPr>
          <p:nvPr/>
        </p:nvSpPr>
        <p:spPr>
          <a:xfrm xmlns:a="http://schemas.openxmlformats.org/drawingml/2006/main">
            <a:off x="800100" y="3086100"/>
            <a:ext cx="47625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“보고서는 PDF로, 메일에는</a:t>
            </a:r>
          </a:p>
        </p:txBody>
      </p:sp>
      <p:sp>
        <p:nvSpPr>
          <p:cNvPr id="19" name="dp43-background / n18 / text 2">
            <a:extLst xmlns:a="http://schemas.openxmlformats.org/drawingml/2006/main">
              <a:ext uri="{FF2B5EF4-FFF2-40B4-BE49-F238E27FC236}">
                <a16:creationId xmlns:a16="http://schemas.microsoft.com/office/drawing/2014/main" id="{53A370C0-992C-4DFD-ABC5-D780565AC2A0}"/>
              </a:ext>
            </a:extLst>
          </p:cNvPr>
          <p:cNvSpPr>
            <a:spLocks xmlns:a="http://schemas.openxmlformats.org/drawingml/2006/main" noGrp="1"/>
          </p:cNvSpPr>
          <p:nvPr/>
        </p:nvSpPr>
        <p:spPr>
          <a:xfrm xmlns:a="http://schemas.openxmlformats.org/drawingml/2006/main">
            <a:off x="800100" y="3390900"/>
            <a:ext cx="47625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그 보고서의 결론을 넣어줘.”</a:t>
            </a:r>
          </a:p>
        </p:txBody>
      </p:sp>
      <p:sp>
        <p:nvSpPr>
          <p:cNvPr id="20" name="dp43-background / n19 / text 1">
            <a:extLst xmlns:a="http://schemas.openxmlformats.org/drawingml/2006/main">
              <a:ext uri="{FF2B5EF4-FFF2-40B4-BE49-F238E27FC236}">
                <a16:creationId xmlns:a16="http://schemas.microsoft.com/office/drawing/2014/main" id="{C683A2C6-C095-438D-8211-B54DBC6FF246}"/>
              </a:ext>
            </a:extLst>
          </p:cNvPr>
          <p:cNvSpPr>
            <a:spLocks xmlns:a="http://schemas.openxmlformats.org/drawingml/2006/main" noGrp="1"/>
          </p:cNvSpPr>
          <p:nvPr/>
        </p:nvSpPr>
        <p:spPr>
          <a:xfrm xmlns:a="http://schemas.openxmlformats.org/drawingml/2006/main">
            <a:off x="800100" y="3724275"/>
            <a:ext cx="476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Request / PDF 조건과 메일 내용</a:t>
            </a:r>
          </a:p>
        </p:txBody>
      </p:sp>
      <p:sp>
        <p:nvSpPr>
          <p:cNvPr id="21" name="dp43-background / n20 / text 1">
            <a:extLst xmlns:a="http://schemas.openxmlformats.org/drawingml/2006/main">
              <a:ext uri="{FF2B5EF4-FFF2-40B4-BE49-F238E27FC236}">
                <a16:creationId xmlns:a16="http://schemas.microsoft.com/office/drawing/2014/main" id="{3F3FA63A-B132-4AAA-8E02-8E04D3081BA4}"/>
              </a:ext>
            </a:extLst>
          </p:cNvPr>
          <p:cNvSpPr>
            <a:spLocks xmlns:a="http://schemas.openxmlformats.org/drawingml/2006/main" noGrp="1"/>
          </p:cNvSpPr>
          <p:nvPr/>
        </p:nvSpPr>
        <p:spPr>
          <a:xfrm xmlns:a="http://schemas.openxmlformats.org/drawingml/2006/main">
            <a:off x="6400800" y="2733675"/>
            <a:ext cx="45910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B63732"/>
                </a:solidFill>
                <a:latin typeface="Apple SD Gothic Neo"/>
                <a:ea typeface="Apple SD Gothic Neo"/>
                <a:cs typeface="Apple SD Gothic Neo"/>
              </a:defRPr>
            </a:pPr>
            <a:r>
              <a:rPr sz="1500" b="0">
                <a:solidFill>
                  <a:srgbClr val="B63732"/>
                </a:solidFill>
                <a:latin typeface="Apple SD Gothic Neo"/>
                <a:ea typeface="Apple SD Gothic Neo"/>
                <a:cs typeface="Apple SD Gothic Neo"/>
              </a:rPr>
              <a:t>잠시 뒤 / 메일 내용 정정</a:t>
            </a:r>
          </a:p>
        </p:txBody>
      </p:sp>
      <p:sp>
        <p:nvSpPr>
          <p:cNvPr id="22" name="dp43-background / n21 / text 1">
            <a:extLst xmlns:a="http://schemas.openxmlformats.org/drawingml/2006/main">
              <a:ext uri="{FF2B5EF4-FFF2-40B4-BE49-F238E27FC236}">
                <a16:creationId xmlns:a16="http://schemas.microsoft.com/office/drawing/2014/main" id="{B5DA42F3-CE0C-43C2-9B81-BE5841922DBD}"/>
              </a:ext>
            </a:extLst>
          </p:cNvPr>
          <p:cNvSpPr>
            <a:spLocks xmlns:a="http://schemas.openxmlformats.org/drawingml/2006/main" noGrp="1"/>
          </p:cNvSpPr>
          <p:nvPr/>
        </p:nvSpPr>
        <p:spPr>
          <a:xfrm xmlns:a="http://schemas.openxmlformats.org/drawingml/2006/main">
            <a:off x="6400800" y="3086100"/>
            <a:ext cx="45910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“메일에는 결론 대신</a:t>
            </a:r>
          </a:p>
        </p:txBody>
      </p:sp>
      <p:sp>
        <p:nvSpPr>
          <p:cNvPr id="23" name="dp43-background / n21 / text 2">
            <a:extLst xmlns:a="http://schemas.openxmlformats.org/drawingml/2006/main">
              <a:ext uri="{FF2B5EF4-FFF2-40B4-BE49-F238E27FC236}">
                <a16:creationId xmlns:a16="http://schemas.microsoft.com/office/drawing/2014/main" id="{C338F965-EDB7-483C-BD68-06118B92BDAA}"/>
              </a:ext>
            </a:extLst>
          </p:cNvPr>
          <p:cNvSpPr>
            <a:spLocks xmlns:a="http://schemas.openxmlformats.org/drawingml/2006/main" noGrp="1"/>
          </p:cNvSpPr>
          <p:nvPr/>
        </p:nvSpPr>
        <p:spPr>
          <a:xfrm xmlns:a="http://schemas.openxmlformats.org/drawingml/2006/main">
            <a:off x="6400800" y="3390900"/>
            <a:ext cx="45910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표만 넣어줘.”</a:t>
            </a:r>
          </a:p>
        </p:txBody>
      </p:sp>
      <p:sp>
        <p:nvSpPr>
          <p:cNvPr id="24" name="dp43-background / n22 / text 1">
            <a:extLst xmlns:a="http://schemas.openxmlformats.org/drawingml/2006/main">
              <a:ext uri="{FF2B5EF4-FFF2-40B4-BE49-F238E27FC236}">
                <a16:creationId xmlns:a16="http://schemas.microsoft.com/office/drawing/2014/main" id="{014C26B2-F6FB-4278-9678-D2ABE052248C}"/>
              </a:ext>
            </a:extLst>
          </p:cNvPr>
          <p:cNvSpPr>
            <a:spLocks xmlns:a="http://schemas.openxmlformats.org/drawingml/2006/main" noGrp="1"/>
          </p:cNvSpPr>
          <p:nvPr/>
        </p:nvSpPr>
        <p:spPr>
          <a:xfrm xmlns:a="http://schemas.openxmlformats.org/drawingml/2006/main">
            <a:off x="6400800" y="3724275"/>
            <a:ext cx="45910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Request / 메일 내용 교체</a:t>
            </a:r>
          </a:p>
        </p:txBody>
      </p:sp>
      <p:sp>
        <p:nvSpPr>
          <p:cNvPr id="25" name="dp43-background / n23 / path">
            <a:extLst xmlns:a="http://schemas.openxmlformats.org/drawingml/2006/main">
              <a:ext uri="{FF2B5EF4-FFF2-40B4-BE49-F238E27FC236}">
                <a16:creationId xmlns:a16="http://schemas.microsoft.com/office/drawing/2014/main" id="{289221A3-61D4-4AB9-9605-0912746B1B50}"/>
              </a:ext>
            </a:extLst>
          </p:cNvPr>
          <p:cNvSpPr>
            <a:spLocks xmlns:a="http://schemas.openxmlformats.org/drawingml/2006/main" noGrp="1"/>
          </p:cNvSpPr>
          <p:nvPr/>
        </p:nvSpPr>
        <p:spPr>
          <a:xfrm xmlns:a="http://schemas.openxmlformats.org/drawingml/2006/main">
            <a:off x="5867400" y="3295650"/>
            <a:ext cx="228600" cy="953"/>
          </a:xfrm>
          <a:custGeom xmlns:a="http://schemas.openxmlformats.org/drawingml/2006/main">
            <a:pathLst>
              <a:path w="228600" h="953">
                <a:moveTo>
                  <a:pt x="0" y="0"/>
                </a:moveTo>
                <a:lnTo>
                  <a:pt x="228600" y="0"/>
                </a:lnTo>
              </a:path>
            </a:pathLst>
          </a:custGeom>
          <a:noFill xmlns:a="http://schemas.openxmlformats.org/drawingml/2006/main"/>
          <a:ln xmlns:a="http://schemas.openxmlformats.org/drawingml/2006/main" w="19050">
            <a:solidFill>
              <a:srgbClr val="5F6B77"/>
            </a:solidFill>
            <a:prstDash val="solid"/>
          </a:ln>
        </p:spPr>
      </p:sp>
      <p:sp>
        <p:nvSpPr>
          <p:cNvPr id="26" name="dp43-background / n23 / arrow">
            <a:extLst xmlns:a="http://schemas.openxmlformats.org/drawingml/2006/main">
              <a:ext uri="{FF2B5EF4-FFF2-40B4-BE49-F238E27FC236}">
                <a16:creationId xmlns:a16="http://schemas.microsoft.com/office/drawing/2014/main" id="{539B802B-D53E-4EA2-8AA2-7D73DB8E7884}"/>
              </a:ext>
            </a:extLst>
          </p:cNvPr>
          <p:cNvSpPr>
            <a:spLocks xmlns:a="http://schemas.openxmlformats.org/drawingml/2006/main" noGrp="1"/>
          </p:cNvSpPr>
          <p:nvPr/>
        </p:nvSpPr>
        <p:spPr>
          <a:xfrm xmlns:a="http://schemas.openxmlformats.org/drawingml/2006/main">
            <a:off x="5974080" y="32346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7" name="dp43-background / n24">
            <a:extLst xmlns:a="http://schemas.openxmlformats.org/drawingml/2006/main">
              <a:ext uri="{FF2B5EF4-FFF2-40B4-BE49-F238E27FC236}">
                <a16:creationId xmlns:a16="http://schemas.microsoft.com/office/drawing/2014/main" id="{FFB6FA70-F806-488A-98C9-1E2C3638DA4C}"/>
              </a:ext>
            </a:extLst>
          </p:cNvPr>
          <p:cNvSpPr>
            <a:spLocks xmlns:a="http://schemas.openxmlformats.org/drawingml/2006/main" noGrp="1"/>
          </p:cNvSpPr>
          <p:nvPr/>
        </p:nvSpPr>
        <p:spPr>
          <a:xfrm xmlns:a="http://schemas.openxmlformats.org/drawingml/2006/main">
            <a:off x="609600" y="4533900"/>
            <a:ext cx="2857500" cy="1943100"/>
          </a:xfrm>
          <a:custGeom xmlns:a="http://schemas.openxmlformats.org/drawingml/2006/main">
            <a:pathLst>
              <a:path w="2857500" h="1943100">
                <a:moveTo>
                  <a:pt x="0" y="0"/>
                </a:moveTo>
                <a:lnTo>
                  <a:pt x="2686050" y="0"/>
                </a:lnTo>
                <a:lnTo>
                  <a:pt x="2857500" y="171450"/>
                </a:lnTo>
                <a:lnTo>
                  <a:pt x="2857500" y="1943100"/>
                </a:lnTo>
                <a:lnTo>
                  <a:pt x="0" y="1943100"/>
                </a:lnTo>
                <a:close/>
              </a:path>
            </a:pathLst>
          </a:custGeom>
          <a:solidFill xmlns:a="http://schemas.openxmlformats.org/drawingml/2006/main">
            <a:srgbClr val="F3F7F7"/>
          </a:solidFill>
          <a:ln xmlns:a="http://schemas.openxmlformats.org/drawingml/2006/main" w="16193">
            <a:solidFill>
              <a:srgbClr val="CDD6DE"/>
            </a:solidFill>
            <a:prstDash val="solid"/>
          </a:ln>
        </p:spPr>
      </p:sp>
      <p:sp>
        <p:nvSpPr>
          <p:cNvPr id="28" name="dp43-background / n24 / fold">
            <a:extLst xmlns:a="http://schemas.openxmlformats.org/drawingml/2006/main">
              <a:ext uri="{FF2B5EF4-FFF2-40B4-BE49-F238E27FC236}">
                <a16:creationId xmlns:a16="http://schemas.microsoft.com/office/drawing/2014/main" id="{CB957DAD-9E8F-4592-99A4-EEC1805314EA}"/>
              </a:ext>
            </a:extLst>
          </p:cNvPr>
          <p:cNvSpPr>
            <a:spLocks xmlns:a="http://schemas.openxmlformats.org/drawingml/2006/main" noGrp="1"/>
          </p:cNvSpPr>
          <p:nvPr/>
        </p:nvSpPr>
        <p:spPr>
          <a:xfrm xmlns:a="http://schemas.openxmlformats.org/drawingml/2006/main">
            <a:off x="3295650" y="45339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9" name="dp43-background / n25 / text 1">
            <a:extLst xmlns:a="http://schemas.openxmlformats.org/drawingml/2006/main">
              <a:ext uri="{FF2B5EF4-FFF2-40B4-BE49-F238E27FC236}">
                <a16:creationId xmlns:a16="http://schemas.microsoft.com/office/drawing/2014/main" id="{932638EA-2722-47B5-B7B5-CAA65A4A72DF}"/>
              </a:ext>
            </a:extLst>
          </p:cNvPr>
          <p:cNvSpPr>
            <a:spLocks xmlns:a="http://schemas.openxmlformats.org/drawingml/2006/main" noGrp="1"/>
          </p:cNvSpPr>
          <p:nvPr/>
        </p:nvSpPr>
        <p:spPr>
          <a:xfrm xmlns:a="http://schemas.openxmlformats.org/drawingml/2006/main">
            <a:off x="762000" y="4657725"/>
            <a:ext cx="24765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보고서 Task</a:t>
            </a:r>
          </a:p>
        </p:txBody>
      </p:sp>
      <p:sp>
        <p:nvSpPr>
          <p:cNvPr id="30" name="dp43-background / n26 / text 1">
            <a:extLst xmlns:a="http://schemas.openxmlformats.org/drawingml/2006/main">
              <a:ext uri="{FF2B5EF4-FFF2-40B4-BE49-F238E27FC236}">
                <a16:creationId xmlns:a16="http://schemas.microsoft.com/office/drawing/2014/main" id="{5327D118-9809-4A63-9A09-698F6D086F49}"/>
              </a:ext>
            </a:extLst>
          </p:cNvPr>
          <p:cNvSpPr>
            <a:spLocks xmlns:a="http://schemas.openxmlformats.org/drawingml/2006/main" noGrp="1"/>
          </p:cNvSpPr>
          <p:nvPr/>
        </p:nvSpPr>
        <p:spPr>
          <a:xfrm xmlns:a="http://schemas.openxmlformats.org/drawingml/2006/main">
            <a:off x="800100" y="5114925"/>
            <a:ext cx="247650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087E8B"/>
                </a:solidFill>
                <a:latin typeface="Apple SD Gothic Neo"/>
                <a:ea typeface="Apple SD Gothic Neo"/>
                <a:cs typeface="Apple SD Gothic Neo"/>
              </a:defRPr>
            </a:pPr>
            <a:r>
              <a:rPr sz="2175" b="1">
                <a:solidFill>
                  <a:srgbClr val="087E8B"/>
                </a:solidFill>
                <a:latin typeface="Apple SD Gothic Neo"/>
                <a:ea typeface="Apple SD Gothic Neo"/>
                <a:cs typeface="Apple SD Gothic Neo"/>
              </a:rPr>
              <a:t>PDF 조건 유지</a:t>
            </a:r>
          </a:p>
        </p:txBody>
      </p:sp>
      <p:sp>
        <p:nvSpPr>
          <p:cNvPr id="31" name="dp43-background / n27 / text 1">
            <a:extLst xmlns:a="http://schemas.openxmlformats.org/drawingml/2006/main">
              <a:ext uri="{FF2B5EF4-FFF2-40B4-BE49-F238E27FC236}">
                <a16:creationId xmlns:a16="http://schemas.microsoft.com/office/drawing/2014/main" id="{B4EAED37-18E2-47F7-8A11-42BAD024C9A1}"/>
              </a:ext>
            </a:extLst>
          </p:cNvPr>
          <p:cNvSpPr>
            <a:spLocks xmlns:a="http://schemas.openxmlformats.org/drawingml/2006/main" noGrp="1"/>
          </p:cNvSpPr>
          <p:nvPr/>
        </p:nvSpPr>
        <p:spPr>
          <a:xfrm xmlns:a="http://schemas.openxmlformats.org/drawingml/2006/main">
            <a:off x="800100" y="5753100"/>
            <a:ext cx="2476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결과 / 결론과 표</a:t>
            </a:r>
          </a:p>
        </p:txBody>
      </p:sp>
      <p:sp>
        <p:nvSpPr>
          <p:cNvPr id="32" name="dp43-background / n28">
            <a:extLst xmlns:a="http://schemas.openxmlformats.org/drawingml/2006/main">
              <a:ext uri="{FF2B5EF4-FFF2-40B4-BE49-F238E27FC236}">
                <a16:creationId xmlns:a16="http://schemas.microsoft.com/office/drawing/2014/main" id="{D3F59ECD-E251-4934-BFA3-764A10B74C56}"/>
              </a:ext>
            </a:extLst>
          </p:cNvPr>
          <p:cNvSpPr>
            <a:spLocks xmlns:a="http://schemas.openxmlformats.org/drawingml/2006/main" noGrp="1"/>
          </p:cNvSpPr>
          <p:nvPr/>
        </p:nvSpPr>
        <p:spPr>
          <a:xfrm xmlns:a="http://schemas.openxmlformats.org/drawingml/2006/main">
            <a:off x="7162800" y="4533900"/>
            <a:ext cx="4019550" cy="1943100"/>
          </a:xfrm>
          <a:custGeom xmlns:a="http://schemas.openxmlformats.org/drawingml/2006/main">
            <a:pathLst>
              <a:path w="4019550" h="1943100">
                <a:moveTo>
                  <a:pt x="0" y="0"/>
                </a:moveTo>
                <a:lnTo>
                  <a:pt x="3848100" y="0"/>
                </a:lnTo>
                <a:lnTo>
                  <a:pt x="4019550" y="171450"/>
                </a:lnTo>
                <a:lnTo>
                  <a:pt x="4019550" y="1943100"/>
                </a:lnTo>
                <a:lnTo>
                  <a:pt x="0" y="1943100"/>
                </a:lnTo>
                <a:close/>
              </a:path>
            </a:pathLst>
          </a:custGeom>
          <a:solidFill xmlns:a="http://schemas.openxmlformats.org/drawingml/2006/main">
            <a:srgbClr val="F3F6FA"/>
          </a:solidFill>
          <a:ln xmlns:a="http://schemas.openxmlformats.org/drawingml/2006/main" w="16193">
            <a:solidFill>
              <a:srgbClr val="CDD6DE"/>
            </a:solidFill>
            <a:prstDash val="solid"/>
          </a:ln>
        </p:spPr>
      </p:sp>
      <p:sp>
        <p:nvSpPr>
          <p:cNvPr id="33" name="dp43-background / n28 / fold">
            <a:extLst xmlns:a="http://schemas.openxmlformats.org/drawingml/2006/main">
              <a:ext uri="{FF2B5EF4-FFF2-40B4-BE49-F238E27FC236}">
                <a16:creationId xmlns:a16="http://schemas.microsoft.com/office/drawing/2014/main" id="{1D625921-1A78-49A2-BAAC-317F21216D9E}"/>
              </a:ext>
            </a:extLst>
          </p:cNvPr>
          <p:cNvSpPr>
            <a:spLocks xmlns:a="http://schemas.openxmlformats.org/drawingml/2006/main" noGrp="1"/>
          </p:cNvSpPr>
          <p:nvPr/>
        </p:nvSpPr>
        <p:spPr>
          <a:xfrm xmlns:a="http://schemas.openxmlformats.org/drawingml/2006/main">
            <a:off x="11010900" y="45339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34" name="dp43-background / n29 / text 1">
            <a:extLst xmlns:a="http://schemas.openxmlformats.org/drawingml/2006/main">
              <a:ext uri="{FF2B5EF4-FFF2-40B4-BE49-F238E27FC236}">
                <a16:creationId xmlns:a16="http://schemas.microsoft.com/office/drawing/2014/main" id="{54115012-186D-425B-A2DD-E1CE6EF3840E}"/>
              </a:ext>
            </a:extLst>
          </p:cNvPr>
          <p:cNvSpPr>
            <a:spLocks xmlns:a="http://schemas.openxmlformats.org/drawingml/2006/main" noGrp="1"/>
          </p:cNvSpPr>
          <p:nvPr/>
        </p:nvSpPr>
        <p:spPr>
          <a:xfrm xmlns:a="http://schemas.openxmlformats.org/drawingml/2006/main">
            <a:off x="7315200" y="4657725"/>
            <a:ext cx="36385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초안 Task</a:t>
            </a:r>
          </a:p>
        </p:txBody>
      </p:sp>
      <p:sp>
        <p:nvSpPr>
          <p:cNvPr id="35" name="dp43-background / n30 / text 1">
            <a:extLst xmlns:a="http://schemas.openxmlformats.org/drawingml/2006/main">
              <a:ext uri="{FF2B5EF4-FFF2-40B4-BE49-F238E27FC236}">
                <a16:creationId xmlns:a16="http://schemas.microsoft.com/office/drawing/2014/main" id="{524ECCFD-09D6-4FBE-9D42-55F68647921D}"/>
              </a:ext>
            </a:extLst>
          </p:cNvPr>
          <p:cNvSpPr>
            <a:spLocks xmlns:a="http://schemas.openxmlformats.org/drawingml/2006/main" noGrp="1"/>
          </p:cNvSpPr>
          <p:nvPr/>
        </p:nvSpPr>
        <p:spPr>
          <a:xfrm xmlns:a="http://schemas.openxmlformats.org/drawingml/2006/main">
            <a:off x="7353300" y="5114925"/>
            <a:ext cx="36385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기존 / 보고서 결론</a:t>
            </a:r>
          </a:p>
        </p:txBody>
      </p:sp>
      <p:sp>
        <p:nvSpPr>
          <p:cNvPr id="36" name="dp43-background / n31 / path">
            <a:extLst xmlns:a="http://schemas.openxmlformats.org/drawingml/2006/main">
              <a:ext uri="{FF2B5EF4-FFF2-40B4-BE49-F238E27FC236}">
                <a16:creationId xmlns:a16="http://schemas.microsoft.com/office/drawing/2014/main" id="{67969977-D7C2-424C-AB73-B0C7475296EC}"/>
              </a:ext>
            </a:extLst>
          </p:cNvPr>
          <p:cNvSpPr>
            <a:spLocks xmlns:a="http://schemas.openxmlformats.org/drawingml/2006/main" noGrp="1"/>
          </p:cNvSpPr>
          <p:nvPr/>
        </p:nvSpPr>
        <p:spPr>
          <a:xfrm xmlns:a="http://schemas.openxmlformats.org/drawingml/2006/main">
            <a:off x="8124825" y="5267325"/>
            <a:ext cx="1666875" cy="953"/>
          </a:xfrm>
          <a:custGeom xmlns:a="http://schemas.openxmlformats.org/drawingml/2006/main">
            <a:pathLst>
              <a:path w="1666875" h="953">
                <a:moveTo>
                  <a:pt x="0" y="0"/>
                </a:moveTo>
                <a:lnTo>
                  <a:pt x="1666875" y="0"/>
                </a:lnTo>
              </a:path>
            </a:pathLst>
          </a:custGeom>
          <a:noFill xmlns:a="http://schemas.openxmlformats.org/drawingml/2006/main"/>
          <a:ln xmlns:a="http://schemas.openxmlformats.org/drawingml/2006/main" w="19050">
            <a:solidFill>
              <a:srgbClr val="B63732"/>
            </a:solidFill>
            <a:prstDash val="solid"/>
          </a:ln>
        </p:spPr>
      </p:sp>
      <p:sp>
        <p:nvSpPr>
          <p:cNvPr id="37" name="dp43-background / n32 / text 1">
            <a:extLst xmlns:a="http://schemas.openxmlformats.org/drawingml/2006/main">
              <a:ext uri="{FF2B5EF4-FFF2-40B4-BE49-F238E27FC236}">
                <a16:creationId xmlns:a16="http://schemas.microsoft.com/office/drawing/2014/main" id="{16731498-9CE8-4E6A-8ED3-4B949137F83A}"/>
              </a:ext>
            </a:extLst>
          </p:cNvPr>
          <p:cNvSpPr>
            <a:spLocks xmlns:a="http://schemas.openxmlformats.org/drawingml/2006/main" noGrp="1"/>
          </p:cNvSpPr>
          <p:nvPr/>
        </p:nvSpPr>
        <p:spPr>
          <a:xfrm xmlns:a="http://schemas.openxmlformats.org/drawingml/2006/main">
            <a:off x="7353300" y="5762625"/>
            <a:ext cx="36385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087E8B"/>
                </a:solidFill>
                <a:latin typeface="Apple SD Gothic Neo"/>
                <a:ea typeface="Apple SD Gothic Neo"/>
                <a:cs typeface="Apple SD Gothic Neo"/>
              </a:defRPr>
            </a:pPr>
            <a:r>
              <a:rPr sz="2100" b="1">
                <a:solidFill>
                  <a:srgbClr val="087E8B"/>
                </a:solidFill>
                <a:latin typeface="Apple SD Gothic Neo"/>
                <a:ea typeface="Apple SD Gothic Neo"/>
                <a:cs typeface="Apple SD Gothic Neo"/>
              </a:rPr>
              <a:t>같은 보고서의 표만 사용</a:t>
            </a:r>
          </a:p>
        </p:txBody>
      </p:sp>
      <p:sp>
        <p:nvSpPr>
          <p:cNvPr id="38" name="dp43-background / n33 / path">
            <a:extLst xmlns:a="http://schemas.openxmlformats.org/drawingml/2006/main">
              <a:ext uri="{FF2B5EF4-FFF2-40B4-BE49-F238E27FC236}">
                <a16:creationId xmlns:a16="http://schemas.microsoft.com/office/drawing/2014/main" id="{49614C8F-3B3F-43E0-8F23-4B7F419837DC}"/>
              </a:ext>
            </a:extLst>
          </p:cNvPr>
          <p:cNvSpPr>
            <a:spLocks xmlns:a="http://schemas.openxmlformats.org/drawingml/2006/main" noGrp="1"/>
          </p:cNvSpPr>
          <p:nvPr/>
        </p:nvSpPr>
        <p:spPr>
          <a:xfrm xmlns:a="http://schemas.openxmlformats.org/drawingml/2006/main">
            <a:off x="3619500" y="5505450"/>
            <a:ext cx="3333750" cy="953"/>
          </a:xfrm>
          <a:custGeom xmlns:a="http://schemas.openxmlformats.org/drawingml/2006/main">
            <a:pathLst>
              <a:path w="3333750" h="953">
                <a:moveTo>
                  <a:pt x="0" y="0"/>
                </a:moveTo>
                <a:lnTo>
                  <a:pt x="3333750" y="0"/>
                </a:lnTo>
              </a:path>
            </a:pathLst>
          </a:custGeom>
          <a:noFill xmlns:a="http://schemas.openxmlformats.org/drawingml/2006/main"/>
          <a:ln xmlns:a="http://schemas.openxmlformats.org/drawingml/2006/main" w="28575">
            <a:solidFill>
              <a:srgbClr val="087E8B"/>
            </a:solidFill>
            <a:prstDash val="solid"/>
          </a:ln>
        </p:spPr>
      </p:sp>
      <p:sp>
        <p:nvSpPr>
          <p:cNvPr id="39" name="dp43-background / n33 / arrow">
            <a:extLst xmlns:a="http://schemas.openxmlformats.org/drawingml/2006/main">
              <a:ext uri="{FF2B5EF4-FFF2-40B4-BE49-F238E27FC236}">
                <a16:creationId xmlns:a16="http://schemas.microsoft.com/office/drawing/2014/main" id="{F7C8D706-7038-464B-9232-6E422F84C054}"/>
              </a:ext>
            </a:extLst>
          </p:cNvPr>
          <p:cNvSpPr>
            <a:spLocks xmlns:a="http://schemas.openxmlformats.org/drawingml/2006/main" noGrp="1"/>
          </p:cNvSpPr>
          <p:nvPr/>
        </p:nvSpPr>
        <p:spPr>
          <a:xfrm xmlns:a="http://schemas.openxmlformats.org/drawingml/2006/main">
            <a:off x="6770370" y="5414010"/>
            <a:ext cx="182880" cy="182880"/>
          </a:xfrm>
          <a:custGeom xmlns:a="http://schemas.openxmlformats.org/drawingml/2006/main">
            <a:pathLst>
              <a:path w="182880" h="182880">
                <a:moveTo>
                  <a:pt x="0" y="182880"/>
                </a:moveTo>
                <a:lnTo>
                  <a:pt x="182880" y="91440"/>
                </a:lnTo>
                <a:lnTo>
                  <a:pt x="0" y="0"/>
                </a:lnTo>
              </a:path>
            </a:pathLst>
          </a:custGeom>
          <a:noFill xmlns:a="http://schemas.openxmlformats.org/drawingml/2006/main"/>
          <a:ln xmlns:a="http://schemas.openxmlformats.org/drawingml/2006/main" w="36576">
            <a:solidFill>
              <a:srgbClr val="087E8B"/>
            </a:solidFill>
            <a:prstDash val="solid"/>
          </a:ln>
        </p:spPr>
      </p:sp>
      <p:sp>
        <p:nvSpPr>
          <p:cNvPr id="40" name="dp43-background / n34 / text 1">
            <a:extLst xmlns:a="http://schemas.openxmlformats.org/drawingml/2006/main">
              <a:ext uri="{FF2B5EF4-FFF2-40B4-BE49-F238E27FC236}">
                <a16:creationId xmlns:a16="http://schemas.microsoft.com/office/drawing/2014/main" id="{16074B11-AD86-4E4E-913D-96CF42FA0AB6}"/>
              </a:ext>
            </a:extLst>
          </p:cNvPr>
          <p:cNvSpPr>
            <a:spLocks xmlns:a="http://schemas.openxmlformats.org/drawingml/2006/main" noGrp="1"/>
          </p:cNvSpPr>
          <p:nvPr/>
        </p:nvSpPr>
        <p:spPr>
          <a:xfrm xmlns:a="http://schemas.openxmlformats.org/drawingml/2006/main">
            <a:off x="3800475" y="4714875"/>
            <a:ext cx="30670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B63732"/>
                </a:solidFill>
                <a:latin typeface="Apple SD Gothic Neo"/>
                <a:ea typeface="Apple SD Gothic Neo"/>
                <a:cs typeface="Apple SD Gothic Neo"/>
              </a:defRPr>
            </a:pPr>
            <a:r>
              <a:rPr sz="1800" b="1">
                <a:solidFill>
                  <a:srgbClr val="B63732"/>
                </a:solidFill>
                <a:latin typeface="Apple SD Gothic Neo"/>
                <a:ea typeface="Apple SD Gothic Neo"/>
                <a:cs typeface="Apple SD Gothic Neo"/>
              </a:rPr>
              <a:t>메일의 보고서 참조 변경</a:t>
            </a:r>
          </a:p>
        </p:txBody>
      </p:sp>
      <p:sp>
        <p:nvSpPr>
          <p:cNvPr id="41" name="dp43-background / n35 / text 1">
            <a:extLst xmlns:a="http://schemas.openxmlformats.org/drawingml/2006/main">
              <a:ext uri="{FF2B5EF4-FFF2-40B4-BE49-F238E27FC236}">
                <a16:creationId xmlns:a16="http://schemas.microsoft.com/office/drawing/2014/main" id="{13DB03C1-1EEB-42BE-AF15-CAB9D6C066DA}"/>
              </a:ext>
            </a:extLst>
          </p:cNvPr>
          <p:cNvSpPr>
            <a:spLocks xmlns:a="http://schemas.openxmlformats.org/drawingml/2006/main" noGrp="1"/>
          </p:cNvSpPr>
          <p:nvPr/>
        </p:nvSpPr>
        <p:spPr>
          <a:xfrm xmlns:a="http://schemas.openxmlformats.org/drawingml/2006/main">
            <a:off x="3800475" y="5962650"/>
            <a:ext cx="30670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보고서 결과 준비 후 사용</a:t>
            </a:r>
          </a:p>
        </p:txBody>
      </p:sp>
      <p:sp>
        <p:nvSpPr>
          <p:cNvPr id="42" name="dp43-background / n36 / text 1">
            <a:extLst xmlns:a="http://schemas.openxmlformats.org/drawingml/2006/main">
              <a:ext uri="{FF2B5EF4-FFF2-40B4-BE49-F238E27FC236}">
                <a16:creationId xmlns:a16="http://schemas.microsoft.com/office/drawing/2014/main" id="{11C34C11-98B0-4F8E-BCFB-CDBE5EFC115E}"/>
              </a:ext>
            </a:extLst>
          </p:cNvPr>
          <p:cNvSpPr>
            <a:spLocks xmlns:a="http://schemas.openxmlformats.org/drawingml/2006/main" noGrp="1"/>
          </p:cNvSpPr>
          <p:nvPr/>
        </p:nvSpPr>
        <p:spPr>
          <a:xfrm xmlns:a="http://schemas.openxmlformats.org/drawingml/2006/main">
            <a:off x="609600" y="6858000"/>
            <a:ext cx="1057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정정 시 함께 맞춰야 할 판단</a:t>
            </a:r>
          </a:p>
        </p:txBody>
      </p:sp>
      <p:sp>
        <p:nvSpPr>
          <p:cNvPr id="43" name="dp43-background / n37 / text 1">
            <a:extLst xmlns:a="http://schemas.openxmlformats.org/drawingml/2006/main">
              <a:ext uri="{FF2B5EF4-FFF2-40B4-BE49-F238E27FC236}">
                <a16:creationId xmlns:a16="http://schemas.microsoft.com/office/drawing/2014/main" id="{723C7412-9D92-45CD-9839-0CF685AEF7EC}"/>
              </a:ext>
            </a:extLst>
          </p:cNvPr>
          <p:cNvSpPr>
            <a:spLocks xmlns:a="http://schemas.openxmlformats.org/drawingml/2006/main" noGrp="1"/>
          </p:cNvSpPr>
          <p:nvPr/>
        </p:nvSpPr>
        <p:spPr>
          <a:xfrm xmlns:a="http://schemas.openxmlformats.org/drawingml/2006/main">
            <a:off x="7620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Referent</a:t>
            </a:r>
          </a:p>
        </p:txBody>
      </p:sp>
      <p:sp>
        <p:nvSpPr>
          <p:cNvPr id="44" name="dp43-background / n38 / text 1">
            <a:extLst xmlns:a="http://schemas.openxmlformats.org/drawingml/2006/main">
              <a:ext uri="{FF2B5EF4-FFF2-40B4-BE49-F238E27FC236}">
                <a16:creationId xmlns:a16="http://schemas.microsoft.com/office/drawing/2014/main" id="{4E3F62EB-6C51-4CFC-8281-748ACB3D28DD}"/>
              </a:ext>
            </a:extLst>
          </p:cNvPr>
          <p:cNvSpPr>
            <a:spLocks xmlns:a="http://schemas.openxmlformats.org/drawingml/2006/main" noGrp="1"/>
          </p:cNvSpPr>
          <p:nvPr/>
        </p:nvSpPr>
        <p:spPr>
          <a:xfrm xmlns:a="http://schemas.openxmlformats.org/drawingml/2006/main">
            <a:off x="7620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같은 보고서의 표</a:t>
            </a:r>
          </a:p>
        </p:txBody>
      </p:sp>
      <p:sp>
        <p:nvSpPr>
          <p:cNvPr id="45" name="dp43-background / n39 / text 1">
            <a:extLst xmlns:a="http://schemas.openxmlformats.org/drawingml/2006/main">
              <a:ext uri="{FF2B5EF4-FFF2-40B4-BE49-F238E27FC236}">
                <a16:creationId xmlns:a16="http://schemas.microsoft.com/office/drawing/2014/main" id="{3F445319-03DD-4638-A65A-D9A6D9DA1EB1}"/>
              </a:ext>
            </a:extLst>
          </p:cNvPr>
          <p:cNvSpPr>
            <a:spLocks xmlns:a="http://schemas.openxmlformats.org/drawingml/2006/main" noGrp="1"/>
          </p:cNvSpPr>
          <p:nvPr/>
        </p:nvSpPr>
        <p:spPr>
          <a:xfrm xmlns:a="http://schemas.openxmlformats.org/drawingml/2006/main">
            <a:off x="44196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Task Association</a:t>
            </a:r>
          </a:p>
        </p:txBody>
      </p:sp>
      <p:sp>
        <p:nvSpPr>
          <p:cNvPr id="46" name="dp43-background / n40 / text 1">
            <a:extLst xmlns:a="http://schemas.openxmlformats.org/drawingml/2006/main">
              <a:ext uri="{FF2B5EF4-FFF2-40B4-BE49-F238E27FC236}">
                <a16:creationId xmlns:a16="http://schemas.microsoft.com/office/drawing/2014/main" id="{E292942B-9150-49BD-AE66-C73845266A32}"/>
              </a:ext>
            </a:extLst>
          </p:cNvPr>
          <p:cNvSpPr>
            <a:spLocks xmlns:a="http://schemas.openxmlformats.org/drawingml/2006/main" noGrp="1"/>
          </p:cNvSpPr>
          <p:nvPr/>
        </p:nvSpPr>
        <p:spPr>
          <a:xfrm xmlns:a="http://schemas.openxmlformats.org/drawingml/2006/main">
            <a:off x="44196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초안 Task</a:t>
            </a:r>
          </a:p>
        </p:txBody>
      </p:sp>
      <p:sp>
        <p:nvSpPr>
          <p:cNvPr id="47" name="dp43-background / n41 / text 1">
            <a:extLst xmlns:a="http://schemas.openxmlformats.org/drawingml/2006/main">
              <a:ext uri="{FF2B5EF4-FFF2-40B4-BE49-F238E27FC236}">
                <a16:creationId xmlns:a16="http://schemas.microsoft.com/office/drawing/2014/main" id="{8E951E91-4B68-4570-B0D2-8DC2A4CE1F90}"/>
              </a:ext>
            </a:extLst>
          </p:cNvPr>
          <p:cNvSpPr>
            <a:spLocks xmlns:a="http://schemas.openxmlformats.org/drawingml/2006/main" noGrp="1"/>
          </p:cNvSpPr>
          <p:nvPr/>
        </p:nvSpPr>
        <p:spPr>
          <a:xfrm xmlns:a="http://schemas.openxmlformats.org/drawingml/2006/main">
            <a:off x="8077200" y="726757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정정 범위</a:t>
            </a:r>
          </a:p>
        </p:txBody>
      </p:sp>
      <p:sp>
        <p:nvSpPr>
          <p:cNvPr id="48" name="dp43-background / n42 / text 1">
            <a:extLst xmlns:a="http://schemas.openxmlformats.org/drawingml/2006/main">
              <a:ext uri="{FF2B5EF4-FFF2-40B4-BE49-F238E27FC236}">
                <a16:creationId xmlns:a16="http://schemas.microsoft.com/office/drawing/2014/main" id="{74CEB6B7-FA85-4E97-AD67-EE59E3666B02}"/>
              </a:ext>
            </a:extLst>
          </p:cNvPr>
          <p:cNvSpPr>
            <a:spLocks xmlns:a="http://schemas.openxmlformats.org/drawingml/2006/main" noGrp="1"/>
          </p:cNvSpPr>
          <p:nvPr/>
        </p:nvSpPr>
        <p:spPr>
          <a:xfrm xmlns:a="http://schemas.openxmlformats.org/drawingml/2006/main">
            <a:off x="8077200" y="76581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메일 내용만 교체</a:t>
            </a:r>
          </a:p>
        </p:txBody>
      </p:sp>
      <p:sp>
        <p:nvSpPr>
          <p:cNvPr id="49" name="dp43-background / n43 / path">
            <a:extLst xmlns:a="http://schemas.openxmlformats.org/drawingml/2006/main">
              <a:ext uri="{FF2B5EF4-FFF2-40B4-BE49-F238E27FC236}">
                <a16:creationId xmlns:a16="http://schemas.microsoft.com/office/drawing/2014/main" id="{3D2DC769-2EDA-4633-92E5-D3B5BA66C816}"/>
              </a:ext>
            </a:extLst>
          </p:cNvPr>
          <p:cNvSpPr>
            <a:spLocks xmlns:a="http://schemas.openxmlformats.org/drawingml/2006/main" noGrp="1"/>
          </p:cNvSpPr>
          <p:nvPr/>
        </p:nvSpPr>
        <p:spPr>
          <a:xfrm xmlns:a="http://schemas.openxmlformats.org/drawingml/2006/main">
            <a:off x="3714750" y="7800975"/>
            <a:ext cx="419100" cy="953"/>
          </a:xfrm>
          <a:custGeom xmlns:a="http://schemas.openxmlformats.org/drawingml/2006/main">
            <a:pathLst>
              <a:path w="419100" h="953">
                <a:moveTo>
                  <a:pt x="0" y="0"/>
                </a:moveTo>
                <a:lnTo>
                  <a:pt x="419100" y="0"/>
                </a:lnTo>
              </a:path>
            </a:pathLst>
          </a:custGeom>
          <a:noFill xmlns:a="http://schemas.openxmlformats.org/drawingml/2006/main"/>
          <a:ln xmlns:a="http://schemas.openxmlformats.org/drawingml/2006/main" w="19050">
            <a:solidFill>
              <a:srgbClr val="CDD6DE"/>
            </a:solidFill>
            <a:prstDash val="solid"/>
          </a:ln>
        </p:spPr>
      </p:sp>
      <p:sp>
        <p:nvSpPr>
          <p:cNvPr id="50" name="dp43-background / n44 / path">
            <a:extLst xmlns:a="http://schemas.openxmlformats.org/drawingml/2006/main">
              <a:ext uri="{FF2B5EF4-FFF2-40B4-BE49-F238E27FC236}">
                <a16:creationId xmlns:a16="http://schemas.microsoft.com/office/drawing/2014/main" id="{7A23F118-AF3F-42D2-BEB6-3F87C984C422}"/>
              </a:ext>
            </a:extLst>
          </p:cNvPr>
          <p:cNvSpPr>
            <a:spLocks xmlns:a="http://schemas.openxmlformats.org/drawingml/2006/main" noGrp="1"/>
          </p:cNvSpPr>
          <p:nvPr/>
        </p:nvSpPr>
        <p:spPr>
          <a:xfrm xmlns:a="http://schemas.openxmlformats.org/drawingml/2006/main">
            <a:off x="7353300" y="7800975"/>
            <a:ext cx="438150" cy="953"/>
          </a:xfrm>
          <a:custGeom xmlns:a="http://schemas.openxmlformats.org/drawingml/2006/main">
            <a:pathLst>
              <a:path w="438150" h="953">
                <a:moveTo>
                  <a:pt x="0" y="0"/>
                </a:moveTo>
                <a:lnTo>
                  <a:pt x="438150" y="0"/>
                </a:lnTo>
              </a:path>
            </a:pathLst>
          </a:custGeom>
          <a:noFill xmlns:a="http://schemas.openxmlformats.org/drawingml/2006/main"/>
          <a:ln xmlns:a="http://schemas.openxmlformats.org/drawingml/2006/main" w="19050">
            <a:solidFill>
              <a:srgbClr val="CDD6DE"/>
            </a:solidFill>
            <a:prstDash val="solid"/>
          </a:ln>
        </p:spPr>
      </p:sp>
      <p:sp>
        <p:nvSpPr>
          <p:cNvPr id="51" name="dp43-background / n45 / text 1">
            <a:extLst xmlns:a="http://schemas.openxmlformats.org/drawingml/2006/main">
              <a:ext uri="{FF2B5EF4-FFF2-40B4-BE49-F238E27FC236}">
                <a16:creationId xmlns:a16="http://schemas.microsoft.com/office/drawing/2014/main" id="{837753B5-08B2-4E26-9229-BA35E30C36C2}"/>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의도와 처리 방향</a:t>
            </a:r>
          </a:p>
        </p:txBody>
      </p:sp>
      <p:sp>
        <p:nvSpPr>
          <p:cNvPr id="52" name="dp43-background / n46 / text 1">
            <a:extLst xmlns:a="http://schemas.openxmlformats.org/drawingml/2006/main">
              <a:ext uri="{FF2B5EF4-FFF2-40B4-BE49-F238E27FC236}">
                <a16:creationId xmlns:a16="http://schemas.microsoft.com/office/drawing/2014/main" id="{ED5AF4B3-29B0-4CB5-9498-7B78530848E7}"/>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요청 목표와 Delegation 및 자료 대기의 판단</a:t>
            </a:r>
          </a:p>
        </p:txBody>
      </p:sp>
      <p:sp>
        <p:nvSpPr>
          <p:cNvPr id="53" name="dp43-background / n47 / text 1">
            <a:extLst xmlns:a="http://schemas.openxmlformats.org/drawingml/2006/main">
              <a:ext uri="{FF2B5EF4-FFF2-40B4-BE49-F238E27FC236}">
                <a16:creationId xmlns:a16="http://schemas.microsoft.com/office/drawing/2014/main" id="{E9BB46D0-8869-4CA5-8D50-DCB833CD42A9}"/>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Referent와 Task Association</a:t>
            </a:r>
          </a:p>
        </p:txBody>
      </p:sp>
      <p:sp>
        <p:nvSpPr>
          <p:cNvPr id="54" name="dp43-background / n48 / text 1">
            <a:extLst xmlns:a="http://schemas.openxmlformats.org/drawingml/2006/main">
              <a:ext uri="{FF2B5EF4-FFF2-40B4-BE49-F238E27FC236}">
                <a16:creationId xmlns:a16="http://schemas.microsoft.com/office/drawing/2014/main" id="{53AECD46-1C02-46BC-8821-DB796A558F65}"/>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자료와 관련 Task 및 결과 사용 관계의 일치</a:t>
            </a:r>
          </a:p>
        </p:txBody>
      </p:sp>
      <p:sp>
        <p:nvSpPr>
          <p:cNvPr id="55" name="dp43-background / n49 / text 1">
            <a:extLst xmlns:a="http://schemas.openxmlformats.org/drawingml/2006/main">
              <a:ext uri="{FF2B5EF4-FFF2-40B4-BE49-F238E27FC236}">
                <a16:creationId xmlns:a16="http://schemas.microsoft.com/office/drawing/2014/main" id="{EA9B4516-4CA8-458F-BE0C-F55A6DDCD071}"/>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정정 범위와 기존 조건</a:t>
            </a:r>
          </a:p>
        </p:txBody>
      </p:sp>
      <p:sp>
        <p:nvSpPr>
          <p:cNvPr id="56" name="dp43-background / n50 / text 1">
            <a:extLst xmlns:a="http://schemas.openxmlformats.org/drawingml/2006/main">
              <a:ext uri="{FF2B5EF4-FFF2-40B4-BE49-F238E27FC236}">
                <a16:creationId xmlns:a16="http://schemas.microsoft.com/office/drawing/2014/main" id="{3262DD9C-3443-4040-9B93-F7FBA5CF4A2A}"/>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메일 내용만 교체하고 PDF 조건 유지</a:t>
            </a:r>
          </a:p>
        </p:txBody>
      </p:sp>
    </p:spTree>
    <p:extLst>
      <p:ext uri="{BB962C8B-B14F-4D97-AF65-F5344CB8AC3E}">
        <p14:creationId xmlns:p14="http://schemas.microsoft.com/office/powerpoint/2010/main" val="58855087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7" name="dp43-comparison / n1">
            <a:extLst xmlns:a="http://schemas.openxmlformats.org/drawingml/2006/main">
              <a:ext uri="{FF2B5EF4-FFF2-40B4-BE49-F238E27FC236}">
                <a16:creationId xmlns:a16="http://schemas.microsoft.com/office/drawing/2014/main" id="{539C452D-04D3-44D7-A9E4-1FC19FA7033F}"/>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comparison / n2 / text 1">
            <a:extLst xmlns:a="http://schemas.openxmlformats.org/drawingml/2006/main">
              <a:ext uri="{FF2B5EF4-FFF2-40B4-BE49-F238E27FC236}">
                <a16:creationId xmlns:a16="http://schemas.microsoft.com/office/drawing/2014/main" id="{1AF511D2-734C-4FF3-95FF-37DE60BCDE82}"/>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3-comparison / n3 / text 1">
            <a:extLst xmlns:a="http://schemas.openxmlformats.org/drawingml/2006/main">
              <a:ext uri="{FF2B5EF4-FFF2-40B4-BE49-F238E27FC236}">
                <a16:creationId xmlns:a16="http://schemas.microsoft.com/office/drawing/2014/main" id="{18041859-E2D9-438C-95BF-A4AE043DFBD5}"/>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3-comparison / n4 / text 1">
            <a:extLst xmlns:a="http://schemas.openxmlformats.org/drawingml/2006/main">
              <a:ext uri="{FF2B5EF4-FFF2-40B4-BE49-F238E27FC236}">
                <a16:creationId xmlns:a16="http://schemas.microsoft.com/office/drawing/2014/main" id="{8541CF34-7C33-45EA-BE8B-E2C8E3E82B48}"/>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04-43. 기능 정확성을 위한 VIA Request 의미 판단 설계</a:t>
            </a:r>
          </a:p>
        </p:txBody>
      </p:sp>
      <p:sp>
        <p:nvSpPr>
          <p:cNvPr id="5" name="dp43-comparison / n5 / path">
            <a:extLst xmlns:a="http://schemas.openxmlformats.org/drawingml/2006/main">
              <a:ext uri="{FF2B5EF4-FFF2-40B4-BE49-F238E27FC236}">
                <a16:creationId xmlns:a16="http://schemas.microsoft.com/office/drawing/2014/main" id="{BA783C28-D448-44F6-9777-7D4817CA8251}"/>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3-comparison / n6 / text 1">
            <a:extLst xmlns:a="http://schemas.openxmlformats.org/drawingml/2006/main">
              <a:ext uri="{FF2B5EF4-FFF2-40B4-BE49-F238E27FC236}">
                <a16:creationId xmlns:a16="http://schemas.microsoft.com/office/drawing/2014/main" id="{EAB8D128-1AA1-470E-B640-7B6EBB1C71F8}"/>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“보고서는 PDF로, 메일에는 결론을 넣어줘.” → “메일에는 결론 대신 표만 넣어줘.”</a:t>
            </a:r>
          </a:p>
        </p:txBody>
      </p:sp>
      <p:sp>
        <p:nvSpPr>
          <p:cNvPr id="7" name="dp43-comparison / n7 / text 1">
            <a:extLst xmlns:a="http://schemas.openxmlformats.org/drawingml/2006/main">
              <a:ext uri="{FF2B5EF4-FFF2-40B4-BE49-F238E27FC236}">
                <a16:creationId xmlns:a16="http://schemas.microsoft.com/office/drawing/2014/main" id="{B3E36739-3DB8-4FD8-936F-5CA3990A02DA}"/>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3-comparison / n8">
            <a:extLst xmlns:a="http://schemas.openxmlformats.org/drawingml/2006/main">
              <a:ext uri="{FF2B5EF4-FFF2-40B4-BE49-F238E27FC236}">
                <a16:creationId xmlns:a16="http://schemas.microsoft.com/office/drawing/2014/main" id="{D98578CF-C4D0-4F38-8A31-6CEC4136E306}"/>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3-comparison / n9 / text 1">
            <a:extLst xmlns:a="http://schemas.openxmlformats.org/drawingml/2006/main">
              <a:ext uri="{FF2B5EF4-FFF2-40B4-BE49-F238E27FC236}">
                <a16:creationId xmlns:a16="http://schemas.microsoft.com/office/drawing/2014/main" id="{9E6C049F-3B59-4A83-BD17-797CA59E91A2}"/>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3-comparison / n10">
            <a:extLst xmlns:a="http://schemas.openxmlformats.org/drawingml/2006/main">
              <a:ext uri="{FF2B5EF4-FFF2-40B4-BE49-F238E27FC236}">
                <a16:creationId xmlns:a16="http://schemas.microsoft.com/office/drawing/2014/main" id="{1B074960-1C0C-434F-A19F-1C392B9C833D}"/>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3-comparison / n11 / text 1">
            <a:extLst xmlns:a="http://schemas.openxmlformats.org/drawingml/2006/main">
              <a:ext uri="{FF2B5EF4-FFF2-40B4-BE49-F238E27FC236}">
                <a16:creationId xmlns:a16="http://schemas.microsoft.com/office/drawing/2014/main" id="{6AA04085-07F1-445B-B048-8D577D6A4E91}"/>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3-comparison / n12">
            <a:extLst xmlns:a="http://schemas.openxmlformats.org/drawingml/2006/main">
              <a:ext uri="{FF2B5EF4-FFF2-40B4-BE49-F238E27FC236}">
                <a16:creationId xmlns:a16="http://schemas.microsoft.com/office/drawing/2014/main" id="{24E71620-0EC8-415A-BD46-16A76DE26563}"/>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3-comparison / n13 / text 1">
            <a:extLst xmlns:a="http://schemas.openxmlformats.org/drawingml/2006/main">
              <a:ext uri="{FF2B5EF4-FFF2-40B4-BE49-F238E27FC236}">
                <a16:creationId xmlns:a16="http://schemas.microsoft.com/office/drawing/2014/main" id="{2A39EEC0-B53B-4097-8AD9-CF701A715FEA}"/>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3-comparison / n14">
            <a:extLst xmlns:a="http://schemas.openxmlformats.org/drawingml/2006/main">
              <a:ext uri="{FF2B5EF4-FFF2-40B4-BE49-F238E27FC236}">
                <a16:creationId xmlns:a16="http://schemas.microsoft.com/office/drawing/2014/main" id="{3B8BFC31-C9FE-4DDB-A521-367A69E94600}"/>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3-comparison / n15 / text 1">
            <a:extLst xmlns:a="http://schemas.openxmlformats.org/drawingml/2006/main">
              <a:ext uri="{FF2B5EF4-FFF2-40B4-BE49-F238E27FC236}">
                <a16:creationId xmlns:a16="http://schemas.microsoft.com/office/drawing/2014/main" id="{CE16D8CD-E39A-4A9C-8269-1D62F9AF6668}"/>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3-comparison / n16">
            <a:extLst xmlns:a="http://schemas.openxmlformats.org/drawingml/2006/main">
              <a:ext uri="{FF2B5EF4-FFF2-40B4-BE49-F238E27FC236}">
                <a16:creationId xmlns:a16="http://schemas.microsoft.com/office/drawing/2014/main" id="{0A555600-8B57-45E0-9216-06A5B5E8F4E2}"/>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3-comparison / n17 / text 1">
            <a:extLst xmlns:a="http://schemas.openxmlformats.org/drawingml/2006/main">
              <a:ext uri="{FF2B5EF4-FFF2-40B4-BE49-F238E27FC236}">
                <a16:creationId xmlns:a16="http://schemas.microsoft.com/office/drawing/2014/main" id="{437A61E9-F475-42E4-9BAC-787AA36DE84D}"/>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3-comparison / n17 / text 2">
            <a:extLst xmlns:a="http://schemas.openxmlformats.org/drawingml/2006/main">
              <a:ext uri="{FF2B5EF4-FFF2-40B4-BE49-F238E27FC236}">
                <a16:creationId xmlns:a16="http://schemas.microsoft.com/office/drawing/2014/main" id="{3569D43A-9857-4AA2-96B6-8AB0F7A607F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3-comparison / n18 / path">
            <a:extLst xmlns:a="http://schemas.openxmlformats.org/drawingml/2006/main">
              <a:ext uri="{FF2B5EF4-FFF2-40B4-BE49-F238E27FC236}">
                <a16:creationId xmlns:a16="http://schemas.microsoft.com/office/drawing/2014/main" id="{618D0942-1015-4946-98FF-E1C6B1686C2A}"/>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3-comparison / n19 / path">
            <a:extLst xmlns:a="http://schemas.openxmlformats.org/drawingml/2006/main">
              <a:ext uri="{FF2B5EF4-FFF2-40B4-BE49-F238E27FC236}">
                <a16:creationId xmlns:a16="http://schemas.microsoft.com/office/drawing/2014/main" id="{0DE7B190-2392-49C7-9027-4C2E0FDB1C8C}"/>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3-comparison / n20 / text 1">
            <a:extLst xmlns:a="http://schemas.openxmlformats.org/drawingml/2006/main">
              <a:ext uri="{FF2B5EF4-FFF2-40B4-BE49-F238E27FC236}">
                <a16:creationId xmlns:a16="http://schemas.microsoft.com/office/drawing/2014/main" id="{72E10A3A-800A-4114-B406-24C3533A1DB3}"/>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통합 의미 생산</a:t>
            </a:r>
          </a:p>
        </p:txBody>
      </p:sp>
      <p:sp>
        <p:nvSpPr>
          <p:cNvPr id="22" name="dp43-comparison / n21 / text 1">
            <a:extLst xmlns:a="http://schemas.openxmlformats.org/drawingml/2006/main">
              <a:ext uri="{FF2B5EF4-FFF2-40B4-BE49-F238E27FC236}">
                <a16:creationId xmlns:a16="http://schemas.microsoft.com/office/drawing/2014/main" id="{3C7CB60D-8659-4930-B4E4-91B4257AEF2C}"/>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의미의 공동 판단으로 정확 처리율 94% (기능 정확성 ↑)</a:t>
            </a:r>
          </a:p>
        </p:txBody>
      </p:sp>
      <p:sp>
        <p:nvSpPr>
          <p:cNvPr id="23" name="dp43-comparison / n22 / text 1">
            <a:extLst xmlns:a="http://schemas.openxmlformats.org/drawingml/2006/main">
              <a:ext uri="{FF2B5EF4-FFF2-40B4-BE49-F238E27FC236}">
                <a16:creationId xmlns:a16="http://schemas.microsoft.com/office/drawing/2014/main" id="{C4924AE7-F39F-485F-AF73-4CCC0208EDE5}"/>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제안 간 교환 축소로 평균 VIA 처리시간 5.5 s (요청 완료 신속성 ↑)</a:t>
            </a:r>
          </a:p>
        </p:txBody>
      </p:sp>
      <p:sp>
        <p:nvSpPr>
          <p:cNvPr id="24" name="dp43-comparison / n23 / text 1">
            <a:extLst xmlns:a="http://schemas.openxmlformats.org/drawingml/2006/main">
              <a:ext uri="{FF2B5EF4-FFF2-40B4-BE49-F238E27FC236}">
                <a16:creationId xmlns:a16="http://schemas.microsoft.com/office/drawing/2014/main" id="{8C87F833-8327-4A09-9B32-04CB385E68A7}"/>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통합 의미 생산 계약의 변경 전파, 평균 4.0개 (변경 용이성 ↓)</a:t>
            </a:r>
          </a:p>
        </p:txBody>
      </p:sp>
      <p:sp>
        <p:nvSpPr>
          <p:cNvPr id="25" name="dp43-comparison / n24 / text 1">
            <a:extLst xmlns:a="http://schemas.openxmlformats.org/drawingml/2006/main">
              <a:ext uri="{FF2B5EF4-FFF2-40B4-BE49-F238E27FC236}">
                <a16:creationId xmlns:a16="http://schemas.microsoft.com/office/drawing/2014/main" id="{ABCCB5C1-C3C3-4EF5-971A-FE21EEF7AE1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26" name="dp43-comparison / n25 / text 1">
            <a:extLst xmlns:a="http://schemas.openxmlformats.org/drawingml/2006/main">
              <a:ext uri="{FF2B5EF4-FFF2-40B4-BE49-F238E27FC236}">
                <a16:creationId xmlns:a16="http://schemas.microsoft.com/office/drawing/2014/main" id="{4482D985-A034-41E9-AAC0-C94F236F5BEF}"/>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3-comparison / n26 / text 1">
            <a:extLst xmlns:a="http://schemas.openxmlformats.org/drawingml/2006/main">
              <a:ext uri="{FF2B5EF4-FFF2-40B4-BE49-F238E27FC236}">
                <a16:creationId xmlns:a16="http://schemas.microsoft.com/office/drawing/2014/main" id="{4B0D876F-6220-43B9-9B1B-70758487E0F9}"/>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94%</a:t>
            </a:r>
          </a:p>
        </p:txBody>
      </p:sp>
      <p:sp>
        <p:nvSpPr>
          <p:cNvPr id="28" name="dp43-comparison / n27 / text 1">
            <a:extLst xmlns:a="http://schemas.openxmlformats.org/drawingml/2006/main">
              <a:ext uri="{FF2B5EF4-FFF2-40B4-BE49-F238E27FC236}">
                <a16:creationId xmlns:a16="http://schemas.microsoft.com/office/drawing/2014/main" id="{F627ACF7-FCB7-45F0-BB7F-F1923D5C40CF}"/>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29" name="dp43-comparison / n28 / text 1">
            <a:extLst xmlns:a="http://schemas.openxmlformats.org/drawingml/2006/main">
              <a:ext uri="{FF2B5EF4-FFF2-40B4-BE49-F238E27FC236}">
                <a16:creationId xmlns:a16="http://schemas.microsoft.com/office/drawing/2014/main" id="{3E7ABA87-B396-4182-930A-9EC07AD15345}"/>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30" name="dp43-comparison / n29 / text 1">
            <a:extLst xmlns:a="http://schemas.openxmlformats.org/drawingml/2006/main">
              <a:ext uri="{FF2B5EF4-FFF2-40B4-BE49-F238E27FC236}">
                <a16:creationId xmlns:a16="http://schemas.microsoft.com/office/drawing/2014/main" id="{8DBE83C3-68E7-456B-B58F-AFF33E2C7257}"/>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3-comparison / n30 / text 1">
            <a:extLst xmlns:a="http://schemas.openxmlformats.org/drawingml/2006/main">
              <a:ext uri="{FF2B5EF4-FFF2-40B4-BE49-F238E27FC236}">
                <a16:creationId xmlns:a16="http://schemas.microsoft.com/office/drawing/2014/main" id="{D90E4027-DBC7-4E92-9B48-FFA1E7D292EE}"/>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5.5 s</a:t>
            </a:r>
          </a:p>
        </p:txBody>
      </p:sp>
      <p:sp>
        <p:nvSpPr>
          <p:cNvPr id="32" name="dp43-comparison / n31 / text 1">
            <a:extLst xmlns:a="http://schemas.openxmlformats.org/drawingml/2006/main">
              <a:ext uri="{FF2B5EF4-FFF2-40B4-BE49-F238E27FC236}">
                <a16:creationId xmlns:a16="http://schemas.microsoft.com/office/drawing/2014/main" id="{73B4F518-4BD4-48BC-89AB-F429F9E68D53}"/>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33" name="dp43-comparison / n32 / text 1">
            <a:extLst xmlns:a="http://schemas.openxmlformats.org/drawingml/2006/main">
              <a:ext uri="{FF2B5EF4-FFF2-40B4-BE49-F238E27FC236}">
                <a16:creationId xmlns:a16="http://schemas.microsoft.com/office/drawing/2014/main" id="{F335998E-1FFA-4BBE-9763-C0B307D57408}"/>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4" name="dp43-comparison / n33 / text 1">
            <a:extLst xmlns:a="http://schemas.openxmlformats.org/drawingml/2006/main">
              <a:ext uri="{FF2B5EF4-FFF2-40B4-BE49-F238E27FC236}">
                <a16:creationId xmlns:a16="http://schemas.microsoft.com/office/drawing/2014/main" id="{5643F7D8-9B5B-4D45-8E65-0CAE1A8C4B14}"/>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3-comparison / n34 / text 1">
            <a:extLst xmlns:a="http://schemas.openxmlformats.org/drawingml/2006/main">
              <a:ext uri="{FF2B5EF4-FFF2-40B4-BE49-F238E27FC236}">
                <a16:creationId xmlns:a16="http://schemas.microsoft.com/office/drawing/2014/main" id="{4BE5EBE4-E3A5-47AE-A573-89096B8F996C}"/>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6" name="dp43-comparison / n35 / text 1">
            <a:extLst xmlns:a="http://schemas.openxmlformats.org/drawingml/2006/main">
              <a:ext uri="{FF2B5EF4-FFF2-40B4-BE49-F238E27FC236}">
                <a16:creationId xmlns:a16="http://schemas.microsoft.com/office/drawing/2014/main" id="{4CC890DA-792F-40FC-A40C-5F0FC4C5BC60}"/>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7" name="dp43-comparison / n36 / text 1">
            <a:extLst xmlns:a="http://schemas.openxmlformats.org/drawingml/2006/main">
              <a:ext uri="{FF2B5EF4-FFF2-40B4-BE49-F238E27FC236}">
                <a16:creationId xmlns:a16="http://schemas.microsoft.com/office/drawing/2014/main" id="{F626A3EC-17AB-430F-A688-A0152E4A4C3A}"/>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C 기능별 의미 생산과 코드 조정</a:t>
            </a:r>
          </a:p>
        </p:txBody>
      </p:sp>
      <p:sp>
        <p:nvSpPr>
          <p:cNvPr id="38" name="dp43-comparison / n37 / text 1">
            <a:extLst xmlns:a="http://schemas.openxmlformats.org/drawingml/2006/main">
              <a:ext uri="{FF2B5EF4-FFF2-40B4-BE49-F238E27FC236}">
                <a16:creationId xmlns:a16="http://schemas.microsoft.com/office/drawing/2014/main" id="{BEAE2B34-1652-49A6-9AC1-01E2C7125B79}"/>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특정 기능의 생산 책임 분리로 변경 평균 2.0개 (변경 용이성 ↑)</a:t>
            </a:r>
          </a:p>
        </p:txBody>
      </p:sp>
      <p:sp>
        <p:nvSpPr>
          <p:cNvPr id="39" name="dp43-comparison / n38 / text 1">
            <a:extLst xmlns:a="http://schemas.openxmlformats.org/drawingml/2006/main">
              <a:ext uri="{FF2B5EF4-FFF2-40B4-BE49-F238E27FC236}">
                <a16:creationId xmlns:a16="http://schemas.microsoft.com/office/drawing/2014/main" id="{43E9D56D-11AB-4D63-9BDB-85159A2E394C}"/>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의미 불일치와 오류 전파로 정확 처리율 91% (기능 정확성 ↓)</a:t>
            </a:r>
          </a:p>
        </p:txBody>
      </p:sp>
      <p:sp>
        <p:nvSpPr>
          <p:cNvPr id="40" name="dp43-comparison / n39 / text 1">
            <a:extLst xmlns:a="http://schemas.openxmlformats.org/drawingml/2006/main">
              <a:ext uri="{FF2B5EF4-FFF2-40B4-BE49-F238E27FC236}">
                <a16:creationId xmlns:a16="http://schemas.microsoft.com/office/drawing/2014/main" id="{8FA81610-BF6D-40E3-9333-D39D1E88BB51}"/>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제안 교환과 재판단으로 평균 VIA 처리시간 7.2 s (요청 완료 신속성 ↓)</a:t>
            </a:r>
          </a:p>
        </p:txBody>
      </p:sp>
      <p:sp>
        <p:nvSpPr>
          <p:cNvPr id="41" name="dp43-comparison / n40 / text 1">
            <a:extLst xmlns:a="http://schemas.openxmlformats.org/drawingml/2006/main">
              <a:ext uri="{FF2B5EF4-FFF2-40B4-BE49-F238E27FC236}">
                <a16:creationId xmlns:a16="http://schemas.microsoft.com/office/drawing/2014/main" id="{5D291DC6-94F8-4DE6-BD3E-90302E836848}"/>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42" name="dp43-comparison / n41 / text 1">
            <a:extLst xmlns:a="http://schemas.openxmlformats.org/drawingml/2006/main">
              <a:ext uri="{FF2B5EF4-FFF2-40B4-BE49-F238E27FC236}">
                <a16:creationId xmlns:a16="http://schemas.microsoft.com/office/drawing/2014/main" id="{1DF387DD-4DF1-42DD-B5CA-AC5F27AF3714}"/>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3-comparison / n42 / text 1">
            <a:extLst xmlns:a="http://schemas.openxmlformats.org/drawingml/2006/main">
              <a:ext uri="{FF2B5EF4-FFF2-40B4-BE49-F238E27FC236}">
                <a16:creationId xmlns:a16="http://schemas.microsoft.com/office/drawing/2014/main" id="{A966638B-4EA2-40DB-9B19-27B995B9D069}"/>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91%</a:t>
            </a:r>
          </a:p>
        </p:txBody>
      </p:sp>
      <p:sp>
        <p:nvSpPr>
          <p:cNvPr id="44" name="dp43-comparison / n43 / text 1">
            <a:extLst xmlns:a="http://schemas.openxmlformats.org/drawingml/2006/main">
              <a:ext uri="{FF2B5EF4-FFF2-40B4-BE49-F238E27FC236}">
                <a16:creationId xmlns:a16="http://schemas.microsoft.com/office/drawing/2014/main" id="{9FFE1D00-2F6A-4FE8-A2BB-0E2FCC6E365D}"/>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45" name="dp43-comparison / n44 / text 1">
            <a:extLst xmlns:a="http://schemas.openxmlformats.org/drawingml/2006/main">
              <a:ext uri="{FF2B5EF4-FFF2-40B4-BE49-F238E27FC236}">
                <a16:creationId xmlns:a16="http://schemas.microsoft.com/office/drawing/2014/main" id="{5E1959AE-BE3A-4BBA-81F4-BD55185B71F9}"/>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6" name="dp43-comparison / n45 / text 1">
            <a:extLst xmlns:a="http://schemas.openxmlformats.org/drawingml/2006/main">
              <a:ext uri="{FF2B5EF4-FFF2-40B4-BE49-F238E27FC236}">
                <a16:creationId xmlns:a16="http://schemas.microsoft.com/office/drawing/2014/main" id="{BFFB8B84-F29A-434C-BB33-6C5BA65DDF61}"/>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3-comparison / n46 / text 1">
            <a:extLst xmlns:a="http://schemas.openxmlformats.org/drawingml/2006/main">
              <a:ext uri="{FF2B5EF4-FFF2-40B4-BE49-F238E27FC236}">
                <a16:creationId xmlns:a16="http://schemas.microsoft.com/office/drawing/2014/main" id="{FC2AA897-7E0F-4F9B-8A15-950A9A2D3603}"/>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7.2 s</a:t>
            </a:r>
          </a:p>
        </p:txBody>
      </p:sp>
      <p:sp>
        <p:nvSpPr>
          <p:cNvPr id="48" name="dp43-comparison / n47 / text 1">
            <a:extLst xmlns:a="http://schemas.openxmlformats.org/drawingml/2006/main">
              <a:ext uri="{FF2B5EF4-FFF2-40B4-BE49-F238E27FC236}">
                <a16:creationId xmlns:a16="http://schemas.microsoft.com/office/drawing/2014/main" id="{2128D152-A142-439B-9A07-721C1CB55829}"/>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9" name="dp43-comparison / n48 / text 1">
            <a:extLst xmlns:a="http://schemas.openxmlformats.org/drawingml/2006/main">
              <a:ext uri="{FF2B5EF4-FFF2-40B4-BE49-F238E27FC236}">
                <a16:creationId xmlns:a16="http://schemas.microsoft.com/office/drawing/2014/main" id="{465C21C3-3CC0-48B0-981A-02EE588441FF}"/>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50" name="dp43-comparison / n49 / text 1">
            <a:extLst xmlns:a="http://schemas.openxmlformats.org/drawingml/2006/main">
              <a:ext uri="{FF2B5EF4-FFF2-40B4-BE49-F238E27FC236}">
                <a16:creationId xmlns:a16="http://schemas.microsoft.com/office/drawing/2014/main" id="{AC73B9C0-1C29-4138-AC5F-3F05941BF0BC}"/>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3-comparison / n50 / text 1">
            <a:extLst xmlns:a="http://schemas.openxmlformats.org/drawingml/2006/main">
              <a:ext uri="{FF2B5EF4-FFF2-40B4-BE49-F238E27FC236}">
                <a16:creationId xmlns:a16="http://schemas.microsoft.com/office/drawing/2014/main" id="{55AD4F62-19E0-4047-A358-AD578781746A}"/>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2.0개</a:t>
            </a:r>
          </a:p>
        </p:txBody>
      </p:sp>
      <p:sp>
        <p:nvSpPr>
          <p:cNvPr id="52" name="dp43-comparison / n51 / text 1">
            <a:extLst xmlns:a="http://schemas.openxmlformats.org/drawingml/2006/main">
              <a:ext uri="{FF2B5EF4-FFF2-40B4-BE49-F238E27FC236}">
                <a16:creationId xmlns:a16="http://schemas.microsoft.com/office/drawing/2014/main" id="{DAD9C242-C87A-4DE6-8EDC-956B40C2EDE8}"/>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3" name="dp43-comparison / n52 / text 1">
            <a:extLst xmlns:a="http://schemas.openxmlformats.org/drawingml/2006/main">
              <a:ext uri="{FF2B5EF4-FFF2-40B4-BE49-F238E27FC236}">
                <a16:creationId xmlns:a16="http://schemas.microsoft.com/office/drawing/2014/main" id="{C1E1B04D-5EAF-455C-B326-D9F4D76AF1FA}"/>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교차 의미 정정 / 특정 지칭 기능의 독립 변경 / 동일한 공유 Omni</a:t>
            </a:r>
          </a:p>
        </p:txBody>
      </p:sp>
      <p:sp>
        <p:nvSpPr>
          <p:cNvPr id="54" name="dp43-comparison / n53 / text 1">
            <a:extLst xmlns:a="http://schemas.openxmlformats.org/drawingml/2006/main">
              <a:ext uri="{FF2B5EF4-FFF2-40B4-BE49-F238E27FC236}">
                <a16:creationId xmlns:a16="http://schemas.microsoft.com/office/drawing/2014/main" id="{94FFAE1F-5A13-43C6-8D8C-9ABF78E16D93}"/>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3-comparison / n54">
            <a:extLst xmlns:a="http://schemas.openxmlformats.org/drawingml/2006/main">
              <a:ext uri="{FF2B5EF4-FFF2-40B4-BE49-F238E27FC236}">
                <a16:creationId xmlns:a16="http://schemas.microsoft.com/office/drawing/2014/main" id="{5688087B-97B8-425C-BBC8-035FC392044A}"/>
              </a:ext>
            </a:extLst>
          </p:cNvPr>
          <p:cNvSpPr>
            <a:spLocks xmlns:a="http://schemas.openxmlformats.org/drawingml/2006/main" noGrp="1"/>
          </p:cNvSpPr>
          <p:nvPr/>
        </p:nvSpPr>
        <p:spPr>
          <a:xfrm xmlns:a="http://schemas.openxmlformats.org/drawingml/2006/main">
            <a:off x="157162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6" name="dp43-comparison / n55 / text 1">
            <a:extLst xmlns:a="http://schemas.openxmlformats.org/drawingml/2006/main">
              <a:ext uri="{FF2B5EF4-FFF2-40B4-BE49-F238E27FC236}">
                <a16:creationId xmlns:a16="http://schemas.microsoft.com/office/drawing/2014/main" id="{51F407B3-4F26-4C1A-A329-7AA2EC07B9C0}"/>
              </a:ext>
            </a:extLst>
          </p:cNvPr>
          <p:cNvSpPr>
            <a:spLocks xmlns:a="http://schemas.openxmlformats.org/drawingml/2006/main" noGrp="1"/>
          </p:cNvSpPr>
          <p:nvPr/>
        </p:nvSpPr>
        <p:spPr>
          <a:xfrm xmlns:a="http://schemas.openxmlformats.org/drawingml/2006/main">
            <a:off x="165735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57" name="dp43-comparison / n56">
            <a:extLst xmlns:a="http://schemas.openxmlformats.org/drawingml/2006/main">
              <a:ext uri="{FF2B5EF4-FFF2-40B4-BE49-F238E27FC236}">
                <a16:creationId xmlns:a16="http://schemas.microsoft.com/office/drawing/2014/main" id="{32549CE1-57EC-4256-91D1-985861AE7570}"/>
              </a:ext>
            </a:extLst>
          </p:cNvPr>
          <p:cNvSpPr>
            <a:spLocks xmlns:a="http://schemas.openxmlformats.org/drawingml/2006/main" noGrp="1"/>
          </p:cNvSpPr>
          <p:nvPr/>
        </p:nvSpPr>
        <p:spPr>
          <a:xfrm xmlns:a="http://schemas.openxmlformats.org/drawingml/2006/main">
            <a:off x="454342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8" name="dp43-comparison / n57 / text 1">
            <a:extLst xmlns:a="http://schemas.openxmlformats.org/drawingml/2006/main">
              <a:ext uri="{FF2B5EF4-FFF2-40B4-BE49-F238E27FC236}">
                <a16:creationId xmlns:a16="http://schemas.microsoft.com/office/drawing/2014/main" id="{42F4BFFF-47AD-4BB3-A53F-4534E0B310A6}"/>
              </a:ext>
            </a:extLst>
          </p:cNvPr>
          <p:cNvSpPr>
            <a:spLocks xmlns:a="http://schemas.openxmlformats.org/drawingml/2006/main" noGrp="1"/>
          </p:cNvSpPr>
          <p:nvPr/>
        </p:nvSpPr>
        <p:spPr>
          <a:xfrm xmlns:a="http://schemas.openxmlformats.org/drawingml/2006/main">
            <a:off x="462915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59" name="dp43-comparison / n58">
            <a:extLst xmlns:a="http://schemas.openxmlformats.org/drawingml/2006/main">
              <a:ext uri="{FF2B5EF4-FFF2-40B4-BE49-F238E27FC236}">
                <a16:creationId xmlns:a16="http://schemas.microsoft.com/office/drawing/2014/main" id="{F143FCE3-B8B2-438A-809C-0725171DDEED}"/>
              </a:ext>
            </a:extLst>
          </p:cNvPr>
          <p:cNvSpPr>
            <a:spLocks xmlns:a="http://schemas.openxmlformats.org/drawingml/2006/main" noGrp="1"/>
          </p:cNvSpPr>
          <p:nvPr/>
        </p:nvSpPr>
        <p:spPr>
          <a:xfrm xmlns:a="http://schemas.openxmlformats.org/drawingml/2006/main">
            <a:off x="741997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60" name="dp43-comparison / n59 / text 1">
            <a:extLst xmlns:a="http://schemas.openxmlformats.org/drawingml/2006/main">
              <a:ext uri="{FF2B5EF4-FFF2-40B4-BE49-F238E27FC236}">
                <a16:creationId xmlns:a16="http://schemas.microsoft.com/office/drawing/2014/main" id="{967CA26D-16EA-4499-88D5-556AD057BEB1}"/>
              </a:ext>
            </a:extLst>
          </p:cNvPr>
          <p:cNvSpPr>
            <a:spLocks xmlns:a="http://schemas.openxmlformats.org/drawingml/2006/main" noGrp="1"/>
          </p:cNvSpPr>
          <p:nvPr/>
        </p:nvSpPr>
        <p:spPr>
          <a:xfrm xmlns:a="http://schemas.openxmlformats.org/drawingml/2006/main">
            <a:off x="750570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61" name="dp43-comparison / n64 / path">
            <a:extLst xmlns:a="http://schemas.openxmlformats.org/drawingml/2006/main">
              <a:ext uri="{FF2B5EF4-FFF2-40B4-BE49-F238E27FC236}">
                <a16:creationId xmlns:a16="http://schemas.microsoft.com/office/drawing/2014/main" id="{84C52DA1-2B62-44D7-9A6F-8999A06F84B5}"/>
              </a:ext>
            </a:extLst>
          </p:cNvPr>
          <p:cNvSpPr>
            <a:spLocks xmlns:a="http://schemas.openxmlformats.org/drawingml/2006/main" noGrp="1"/>
          </p:cNvSpPr>
          <p:nvPr/>
        </p:nvSpPr>
        <p:spPr>
          <a:xfrm xmlns:a="http://schemas.openxmlformats.org/drawingml/2006/main">
            <a:off x="390525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2858A5"/>
            </a:solidFill>
            <a:prstDash val="solid"/>
          </a:ln>
        </p:spPr>
      </p:sp>
      <p:sp>
        <p:nvSpPr>
          <p:cNvPr id="62" name="dp43-comparison / n64 / arrow">
            <a:extLst xmlns:a="http://schemas.openxmlformats.org/drawingml/2006/main">
              <a:ext uri="{FF2B5EF4-FFF2-40B4-BE49-F238E27FC236}">
                <a16:creationId xmlns:a16="http://schemas.microsoft.com/office/drawing/2014/main" id="{1F7FBB5F-9348-49E4-AE38-3FDDD87F5321}"/>
              </a:ext>
            </a:extLst>
          </p:cNvPr>
          <p:cNvSpPr>
            <a:spLocks xmlns:a="http://schemas.openxmlformats.org/drawingml/2006/main" noGrp="1"/>
          </p:cNvSpPr>
          <p:nvPr/>
        </p:nvSpPr>
        <p:spPr>
          <a:xfrm xmlns:a="http://schemas.openxmlformats.org/drawingml/2006/main">
            <a:off x="442150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63" name="dp43-comparison / n69">
            <a:extLst xmlns:a="http://schemas.openxmlformats.org/drawingml/2006/main">
              <a:ext uri="{FF2B5EF4-FFF2-40B4-BE49-F238E27FC236}">
                <a16:creationId xmlns:a16="http://schemas.microsoft.com/office/drawing/2014/main" id="{7B58EFA8-DAD1-49FF-ACDE-37CCB183ECBC}"/>
              </a:ext>
            </a:extLst>
          </p:cNvPr>
          <p:cNvSpPr>
            <a:spLocks xmlns:a="http://schemas.openxmlformats.org/drawingml/2006/main" noGrp="1"/>
          </p:cNvSpPr>
          <p:nvPr/>
        </p:nvSpPr>
        <p:spPr>
          <a:xfrm xmlns:a="http://schemas.openxmlformats.org/drawingml/2006/main">
            <a:off x="156210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2858A5"/>
            </a:solidFill>
            <a:prstDash val="solid"/>
          </a:ln>
        </p:spPr>
      </p:sp>
      <p:sp>
        <p:nvSpPr>
          <p:cNvPr id="64" name="dp43-comparison / n70 / text 1">
            <a:extLst xmlns:a="http://schemas.openxmlformats.org/drawingml/2006/main">
              <a:ext uri="{FF2B5EF4-FFF2-40B4-BE49-F238E27FC236}">
                <a16:creationId xmlns:a16="http://schemas.microsoft.com/office/drawing/2014/main" id="{A588F682-0AB5-42AF-9020-8EA359062700}"/>
              </a:ext>
            </a:extLst>
          </p:cNvPr>
          <p:cNvSpPr>
            <a:spLocks xmlns:a="http://schemas.openxmlformats.org/drawingml/2006/main" noGrp="1"/>
          </p:cNvSpPr>
          <p:nvPr/>
        </p:nvSpPr>
        <p:spPr>
          <a:xfrm xmlns:a="http://schemas.openxmlformats.org/drawingml/2006/main">
            <a:off x="168592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Request Interpreter</a:t>
            </a:r>
          </a:p>
        </p:txBody>
      </p:sp>
      <p:sp>
        <p:nvSpPr>
          <p:cNvPr id="65" name="dp43-comparison / n71">
            <a:extLst xmlns:a="http://schemas.openxmlformats.org/drawingml/2006/main">
              <a:ext uri="{FF2B5EF4-FFF2-40B4-BE49-F238E27FC236}">
                <a16:creationId xmlns:a16="http://schemas.microsoft.com/office/drawing/2014/main" id="{DC9F725E-6BA5-463B-AB3F-36A9138B17CB}"/>
              </a:ext>
            </a:extLst>
          </p:cNvPr>
          <p:cNvSpPr>
            <a:spLocks xmlns:a="http://schemas.openxmlformats.org/drawingml/2006/main" noGrp="1"/>
          </p:cNvSpPr>
          <p:nvPr/>
        </p:nvSpPr>
        <p:spPr>
          <a:xfrm xmlns:a="http://schemas.openxmlformats.org/drawingml/2006/main">
            <a:off x="2819400" y="3914775"/>
            <a:ext cx="5276850" cy="457200"/>
          </a:xfrm>
          <a:prstGeom xmlns:a="http://schemas.openxmlformats.org/drawingml/2006/main" prst="rect">
            <a:avLst/>
          </a:prstGeom>
          <a:solidFill xmlns:a="http://schemas.openxmlformats.org/drawingml/2006/main">
            <a:srgbClr val="FFFFFF"/>
          </a:solidFill>
          <a:ln xmlns:a="http://schemas.openxmlformats.org/drawingml/2006/main" w="16193">
            <a:solidFill>
              <a:srgbClr val="2858A5"/>
            </a:solidFill>
            <a:prstDash val="solid"/>
          </a:ln>
        </p:spPr>
      </p:sp>
      <p:sp>
        <p:nvSpPr>
          <p:cNvPr id="66" name="dp43-comparison / n72 / text 1">
            <a:extLst xmlns:a="http://schemas.openxmlformats.org/drawingml/2006/main">
              <a:ext uri="{FF2B5EF4-FFF2-40B4-BE49-F238E27FC236}">
                <a16:creationId xmlns:a16="http://schemas.microsoft.com/office/drawing/2014/main" id="{0DAF9F56-0CC6-4F49-B7BD-7EDBF53C99AF}"/>
              </a:ext>
            </a:extLst>
          </p:cNvPr>
          <p:cNvSpPr>
            <a:spLocks xmlns:a="http://schemas.openxmlformats.org/drawingml/2006/main" noGrp="1"/>
          </p:cNvSpPr>
          <p:nvPr/>
        </p:nvSpPr>
        <p:spPr>
          <a:xfrm xmlns:a="http://schemas.openxmlformats.org/drawingml/2006/main">
            <a:off x="2905125" y="4013359"/>
            <a:ext cx="5105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Integrated Semantic Interpreter</a:t>
            </a:r>
          </a:p>
        </p:txBody>
      </p:sp>
      <p:sp>
        <p:nvSpPr>
          <p:cNvPr id="67" name="dp43-comparison / n73">
            <a:extLst xmlns:a="http://schemas.openxmlformats.org/drawingml/2006/main">
              <a:ext uri="{FF2B5EF4-FFF2-40B4-BE49-F238E27FC236}">
                <a16:creationId xmlns:a16="http://schemas.microsoft.com/office/drawing/2014/main" id="{B94D9ECF-FA1E-4C33-9F52-A09FA6243068}"/>
              </a:ext>
            </a:extLst>
          </p:cNvPr>
          <p:cNvSpPr>
            <a:spLocks xmlns:a="http://schemas.openxmlformats.org/drawingml/2006/main" noGrp="1"/>
          </p:cNvSpPr>
          <p:nvPr/>
        </p:nvSpPr>
        <p:spPr>
          <a:xfrm xmlns:a="http://schemas.openxmlformats.org/drawingml/2006/main">
            <a:off x="3886200" y="5095875"/>
            <a:ext cx="3124200" cy="50482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68" name="dp43-comparison / n74 / text 1">
            <a:extLst xmlns:a="http://schemas.openxmlformats.org/drawingml/2006/main">
              <a:ext uri="{FF2B5EF4-FFF2-40B4-BE49-F238E27FC236}">
                <a16:creationId xmlns:a16="http://schemas.microsoft.com/office/drawing/2014/main" id="{7C181668-739E-4EED-A68D-9B9A12C6541A}"/>
              </a:ext>
            </a:extLst>
          </p:cNvPr>
          <p:cNvSpPr>
            <a:spLocks xmlns:a="http://schemas.openxmlformats.org/drawingml/2006/main" noGrp="1"/>
          </p:cNvSpPr>
          <p:nvPr/>
        </p:nvSpPr>
        <p:spPr>
          <a:xfrm xmlns:a="http://schemas.openxmlformats.org/drawingml/2006/main">
            <a:off x="3971925" y="5257800"/>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Interpretation Attempt State</a:t>
            </a:r>
          </a:p>
        </p:txBody>
      </p:sp>
      <p:sp>
        <p:nvSpPr>
          <p:cNvPr id="69" name="dp43-comparison / n75 / path">
            <a:extLst xmlns:a="http://schemas.openxmlformats.org/drawingml/2006/main">
              <a:ext uri="{FF2B5EF4-FFF2-40B4-BE49-F238E27FC236}">
                <a16:creationId xmlns:a16="http://schemas.microsoft.com/office/drawing/2014/main" id="{5EF9B40D-C619-4D7B-A3FB-B630B4431367}"/>
              </a:ext>
            </a:extLst>
          </p:cNvPr>
          <p:cNvSpPr>
            <a:spLocks xmlns:a="http://schemas.openxmlformats.org/drawingml/2006/main" noGrp="1"/>
          </p:cNvSpPr>
          <p:nvPr/>
        </p:nvSpPr>
        <p:spPr>
          <a:xfrm xmlns:a="http://schemas.openxmlformats.org/drawingml/2006/main">
            <a:off x="5457825" y="3038475"/>
            <a:ext cx="1133475" cy="876300"/>
          </a:xfrm>
          <a:custGeom xmlns:a="http://schemas.openxmlformats.org/drawingml/2006/main">
            <a:pathLst>
              <a:path w="1133475" h="876300">
                <a:moveTo>
                  <a:pt x="1133475" y="0"/>
                </a:moveTo>
                <a:lnTo>
                  <a:pt x="1133475" y="266700"/>
                </a:lnTo>
                <a:lnTo>
                  <a:pt x="0" y="266700"/>
                </a:lnTo>
                <a:lnTo>
                  <a:pt x="0" y="876300"/>
                </a:lnTo>
              </a:path>
            </a:pathLst>
          </a:custGeom>
          <a:noFill xmlns:a="http://schemas.openxmlformats.org/drawingml/2006/main"/>
          <a:ln xmlns:a="http://schemas.openxmlformats.org/drawingml/2006/main" w="19050">
            <a:solidFill>
              <a:srgbClr val="2858A5"/>
            </a:solidFill>
            <a:prstDash val="solid"/>
          </a:ln>
        </p:spPr>
      </p:sp>
      <p:sp>
        <p:nvSpPr>
          <p:cNvPr id="70" name="dp43-comparison / n75 / arrow">
            <a:extLst xmlns:a="http://schemas.openxmlformats.org/drawingml/2006/main">
              <a:ext uri="{FF2B5EF4-FFF2-40B4-BE49-F238E27FC236}">
                <a16:creationId xmlns:a16="http://schemas.microsoft.com/office/drawing/2014/main" id="{0D7203BD-175F-4499-A897-2E925EF3D532}"/>
              </a:ext>
            </a:extLst>
          </p:cNvPr>
          <p:cNvSpPr>
            <a:spLocks xmlns:a="http://schemas.openxmlformats.org/drawingml/2006/main" noGrp="1"/>
          </p:cNvSpPr>
          <p:nvPr/>
        </p:nvSpPr>
        <p:spPr>
          <a:xfrm xmlns:a="http://schemas.openxmlformats.org/drawingml/2006/main">
            <a:off x="5396865" y="37928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71" name="dp43-comparison / n80 / path">
            <a:extLst xmlns:a="http://schemas.openxmlformats.org/drawingml/2006/main">
              <a:ext uri="{FF2B5EF4-FFF2-40B4-BE49-F238E27FC236}">
                <a16:creationId xmlns:a16="http://schemas.microsoft.com/office/drawing/2014/main" id="{C1A749B3-C100-472B-AB08-51B841D0C420}"/>
              </a:ext>
            </a:extLst>
          </p:cNvPr>
          <p:cNvSpPr>
            <a:spLocks xmlns:a="http://schemas.openxmlformats.org/drawingml/2006/main" noGrp="1"/>
          </p:cNvSpPr>
          <p:nvPr/>
        </p:nvSpPr>
        <p:spPr>
          <a:xfrm xmlns:a="http://schemas.openxmlformats.org/drawingml/2006/main">
            <a:off x="5448300" y="4371975"/>
            <a:ext cx="9525" cy="723900"/>
          </a:xfrm>
          <a:custGeom xmlns:a="http://schemas.openxmlformats.org/drawingml/2006/main">
            <a:pathLst>
              <a:path w="9525" h="723900">
                <a:moveTo>
                  <a:pt x="9525" y="0"/>
                </a:moveTo>
                <a:lnTo>
                  <a:pt x="0" y="723900"/>
                </a:lnTo>
              </a:path>
            </a:pathLst>
          </a:custGeom>
          <a:noFill xmlns:a="http://schemas.openxmlformats.org/drawingml/2006/main"/>
          <a:ln xmlns:a="http://schemas.openxmlformats.org/drawingml/2006/main" w="19050">
            <a:solidFill>
              <a:srgbClr val="2858A5"/>
            </a:solidFill>
            <a:prstDash val="solid"/>
          </a:ln>
        </p:spPr>
      </p:sp>
      <p:sp>
        <p:nvSpPr>
          <p:cNvPr id="72" name="dp43-comparison / n80 / arrow">
            <a:extLst xmlns:a="http://schemas.openxmlformats.org/drawingml/2006/main">
              <a:ext uri="{FF2B5EF4-FFF2-40B4-BE49-F238E27FC236}">
                <a16:creationId xmlns:a16="http://schemas.microsoft.com/office/drawing/2014/main" id="{622F17F0-C5E2-474C-9B47-85DB6BE151F1}"/>
              </a:ext>
            </a:extLst>
          </p:cNvPr>
          <p:cNvSpPr>
            <a:spLocks xmlns:a="http://schemas.openxmlformats.org/drawingml/2006/main" noGrp="1"/>
          </p:cNvSpPr>
          <p:nvPr/>
        </p:nvSpPr>
        <p:spPr>
          <a:xfrm xmlns:a="http://schemas.openxmlformats.org/drawingml/2006/main">
            <a:off x="5388949" y="4973164"/>
            <a:ext cx="121909" cy="122711"/>
          </a:xfrm>
          <a:custGeom xmlns:a="http://schemas.openxmlformats.org/drawingml/2006/main">
            <a:pathLst>
              <a:path w="121909" h="122711">
                <a:moveTo>
                  <a:pt x="0" y="0"/>
                </a:moveTo>
                <a:lnTo>
                  <a:pt x="59351" y="122711"/>
                </a:lnTo>
                <a:lnTo>
                  <a:pt x="121909" y="1604"/>
                </a:lnTo>
              </a:path>
            </a:pathLst>
          </a:custGeom>
          <a:noFill xmlns:a="http://schemas.openxmlformats.org/drawingml/2006/main"/>
          <a:ln xmlns:a="http://schemas.openxmlformats.org/drawingml/2006/main" w="24384">
            <a:solidFill>
              <a:srgbClr val="2858A5"/>
            </a:solidFill>
            <a:prstDash val="solid"/>
          </a:ln>
        </p:spPr>
      </p:sp>
      <p:sp>
        <p:nvSpPr>
          <p:cNvPr id="73" name="dp43-comparison / n81 / path">
            <a:extLst xmlns:a="http://schemas.openxmlformats.org/drawingml/2006/main">
              <a:ext uri="{FF2B5EF4-FFF2-40B4-BE49-F238E27FC236}">
                <a16:creationId xmlns:a16="http://schemas.microsoft.com/office/drawing/2014/main" id="{BF64A209-217F-4631-8613-FBB4F4B3419E}"/>
              </a:ext>
            </a:extLst>
          </p:cNvPr>
          <p:cNvSpPr>
            <a:spLocks xmlns:a="http://schemas.openxmlformats.org/drawingml/2006/main" noGrp="1"/>
          </p:cNvSpPr>
          <p:nvPr/>
        </p:nvSpPr>
        <p:spPr>
          <a:xfrm xmlns:a="http://schemas.openxmlformats.org/drawingml/2006/main">
            <a:off x="2619375" y="4143375"/>
            <a:ext cx="1266825" cy="1209675"/>
          </a:xfrm>
          <a:custGeom xmlns:a="http://schemas.openxmlformats.org/drawingml/2006/main">
            <a:pathLst>
              <a:path w="1266825" h="1209675">
                <a:moveTo>
                  <a:pt x="1266825" y="1204913"/>
                </a:moveTo>
                <a:lnTo>
                  <a:pt x="0" y="1209675"/>
                </a:lnTo>
                <a:lnTo>
                  <a:pt x="0" y="0"/>
                </a:lnTo>
                <a:lnTo>
                  <a:pt x="200025" y="0"/>
                </a:lnTo>
              </a:path>
            </a:pathLst>
          </a:custGeom>
          <a:noFill xmlns:a="http://schemas.openxmlformats.org/drawingml/2006/main"/>
          <a:ln xmlns:a="http://schemas.openxmlformats.org/drawingml/2006/main" w="19050">
            <a:solidFill>
              <a:srgbClr val="2858A5"/>
            </a:solidFill>
            <a:prstDash val="dash"/>
          </a:ln>
        </p:spPr>
      </p:sp>
      <p:sp>
        <p:nvSpPr>
          <p:cNvPr id="74" name="dp43-comparison / n81 / arrow">
            <a:extLst xmlns:a="http://schemas.openxmlformats.org/drawingml/2006/main">
              <a:ext uri="{FF2B5EF4-FFF2-40B4-BE49-F238E27FC236}">
                <a16:creationId xmlns:a16="http://schemas.microsoft.com/office/drawing/2014/main" id="{6DD28D1D-0224-4411-946F-5F1B647B8345}"/>
              </a:ext>
            </a:extLst>
          </p:cNvPr>
          <p:cNvSpPr>
            <a:spLocks xmlns:a="http://schemas.openxmlformats.org/drawingml/2006/main" noGrp="1"/>
          </p:cNvSpPr>
          <p:nvPr/>
        </p:nvSpPr>
        <p:spPr>
          <a:xfrm xmlns:a="http://schemas.openxmlformats.org/drawingml/2006/main">
            <a:off x="2697480" y="40824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75" name="dp43-comparison / n84 / path">
            <a:extLst xmlns:a="http://schemas.openxmlformats.org/drawingml/2006/main">
              <a:ext uri="{FF2B5EF4-FFF2-40B4-BE49-F238E27FC236}">
                <a16:creationId xmlns:a16="http://schemas.microsoft.com/office/drawing/2014/main" id="{747D1825-368E-4818-8C8C-48C9C702CD05}"/>
              </a:ext>
            </a:extLst>
          </p:cNvPr>
          <p:cNvSpPr>
            <a:spLocks xmlns:a="http://schemas.openxmlformats.org/drawingml/2006/main" noGrp="1"/>
          </p:cNvSpPr>
          <p:nvPr/>
        </p:nvSpPr>
        <p:spPr>
          <a:xfrm xmlns:a="http://schemas.openxmlformats.org/drawingml/2006/main">
            <a:off x="8096250" y="3038475"/>
            <a:ext cx="1114425" cy="1104900"/>
          </a:xfrm>
          <a:custGeom xmlns:a="http://schemas.openxmlformats.org/drawingml/2006/main">
            <a:pathLst>
              <a:path w="1114425" h="1104900">
                <a:moveTo>
                  <a:pt x="0" y="1104900"/>
                </a:moveTo>
                <a:lnTo>
                  <a:pt x="1114425" y="1104900"/>
                </a:lnTo>
                <a:lnTo>
                  <a:pt x="1114425" y="266700"/>
                </a:lnTo>
                <a:lnTo>
                  <a:pt x="304800" y="266700"/>
                </a:lnTo>
                <a:lnTo>
                  <a:pt x="304800" y="0"/>
                </a:lnTo>
              </a:path>
            </a:pathLst>
          </a:custGeom>
          <a:noFill xmlns:a="http://schemas.openxmlformats.org/drawingml/2006/main"/>
          <a:ln xmlns:a="http://schemas.openxmlformats.org/drawingml/2006/main" w="19050">
            <a:solidFill>
              <a:srgbClr val="5F6B77"/>
            </a:solidFill>
            <a:prstDash val="dash"/>
          </a:ln>
        </p:spPr>
      </p:sp>
      <p:sp>
        <p:nvSpPr>
          <p:cNvPr id="76" name="dp43-comparison / n84 / arrow">
            <a:extLst xmlns:a="http://schemas.openxmlformats.org/drawingml/2006/main">
              <a:ext uri="{FF2B5EF4-FFF2-40B4-BE49-F238E27FC236}">
                <a16:creationId xmlns:a16="http://schemas.microsoft.com/office/drawing/2014/main" id="{906F6B28-ED4D-4879-84B7-BA72B6F78C38}"/>
              </a:ext>
            </a:extLst>
          </p:cNvPr>
          <p:cNvSpPr>
            <a:spLocks xmlns:a="http://schemas.openxmlformats.org/drawingml/2006/main" noGrp="1"/>
          </p:cNvSpPr>
          <p:nvPr/>
        </p:nvSpPr>
        <p:spPr>
          <a:xfrm xmlns:a="http://schemas.openxmlformats.org/drawingml/2006/main">
            <a:off x="834009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77" name="dp43-comparison / n87">
            <a:extLst xmlns:a="http://schemas.openxmlformats.org/drawingml/2006/main">
              <a:ext uri="{FF2B5EF4-FFF2-40B4-BE49-F238E27FC236}">
                <a16:creationId xmlns:a16="http://schemas.microsoft.com/office/drawing/2014/main" id="{BA295497-A19C-4E37-A676-E8CD44D3D222}"/>
              </a:ext>
            </a:extLst>
          </p:cNvPr>
          <p:cNvSpPr>
            <a:spLocks xmlns:a="http://schemas.openxmlformats.org/drawingml/2006/main" noGrp="1"/>
          </p:cNvSpPr>
          <p:nvPr/>
        </p:nvSpPr>
        <p:spPr>
          <a:xfrm xmlns:a="http://schemas.openxmlformats.org/drawingml/2006/main">
            <a:off x="161925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78" name="dp43-comparison / n88 / text 1">
            <a:extLst xmlns:a="http://schemas.openxmlformats.org/drawingml/2006/main">
              <a:ext uri="{FF2B5EF4-FFF2-40B4-BE49-F238E27FC236}">
                <a16:creationId xmlns:a16="http://schemas.microsoft.com/office/drawing/2014/main" id="{0361C634-3C2A-40F9-8E68-8288E6D277DB}"/>
              </a:ext>
            </a:extLst>
          </p:cNvPr>
          <p:cNvSpPr>
            <a:spLocks xmlns:a="http://schemas.openxmlformats.org/drawingml/2006/main" noGrp="1"/>
          </p:cNvSpPr>
          <p:nvPr/>
        </p:nvSpPr>
        <p:spPr>
          <a:xfrm xmlns:a="http://schemas.openxmlformats.org/drawingml/2006/main">
            <a:off x="170497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79" name="dp43-comparison / n89">
            <a:extLst xmlns:a="http://schemas.openxmlformats.org/drawingml/2006/main">
              <a:ext uri="{FF2B5EF4-FFF2-40B4-BE49-F238E27FC236}">
                <a16:creationId xmlns:a16="http://schemas.microsoft.com/office/drawing/2014/main" id="{BA7E949E-1BF8-4CC5-BD4C-A4DE5BD2BEA0}"/>
              </a:ext>
            </a:extLst>
          </p:cNvPr>
          <p:cNvSpPr>
            <a:spLocks xmlns:a="http://schemas.openxmlformats.org/drawingml/2006/main" noGrp="1"/>
          </p:cNvSpPr>
          <p:nvPr/>
        </p:nvSpPr>
        <p:spPr>
          <a:xfrm xmlns:a="http://schemas.openxmlformats.org/drawingml/2006/main">
            <a:off x="461962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80" name="dp43-comparison / n90 / text 1">
            <a:extLst xmlns:a="http://schemas.openxmlformats.org/drawingml/2006/main">
              <a:ext uri="{FF2B5EF4-FFF2-40B4-BE49-F238E27FC236}">
                <a16:creationId xmlns:a16="http://schemas.microsoft.com/office/drawing/2014/main" id="{FC66E178-C469-438D-8AFC-2F26EDE2029B}"/>
              </a:ext>
            </a:extLst>
          </p:cNvPr>
          <p:cNvSpPr>
            <a:spLocks xmlns:a="http://schemas.openxmlformats.org/drawingml/2006/main" noGrp="1"/>
          </p:cNvSpPr>
          <p:nvPr/>
        </p:nvSpPr>
        <p:spPr>
          <a:xfrm xmlns:a="http://schemas.openxmlformats.org/drawingml/2006/main">
            <a:off x="470535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81" name="dp43-comparison / n91">
            <a:extLst xmlns:a="http://schemas.openxmlformats.org/drawingml/2006/main">
              <a:ext uri="{FF2B5EF4-FFF2-40B4-BE49-F238E27FC236}">
                <a16:creationId xmlns:a16="http://schemas.microsoft.com/office/drawing/2014/main" id="{53E8D436-1DEB-4C7D-B575-45CD0FBE5EAE}"/>
              </a:ext>
            </a:extLst>
          </p:cNvPr>
          <p:cNvSpPr>
            <a:spLocks xmlns:a="http://schemas.openxmlformats.org/drawingml/2006/main" noGrp="1"/>
          </p:cNvSpPr>
          <p:nvPr/>
        </p:nvSpPr>
        <p:spPr>
          <a:xfrm xmlns:a="http://schemas.openxmlformats.org/drawingml/2006/main">
            <a:off x="738187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82" name="dp43-comparison / n92 / text 1">
            <a:extLst xmlns:a="http://schemas.openxmlformats.org/drawingml/2006/main">
              <a:ext uri="{FF2B5EF4-FFF2-40B4-BE49-F238E27FC236}">
                <a16:creationId xmlns:a16="http://schemas.microsoft.com/office/drawing/2014/main" id="{6D28A8D6-69D8-4C55-8018-BD3E67EFBACE}"/>
              </a:ext>
            </a:extLst>
          </p:cNvPr>
          <p:cNvSpPr>
            <a:spLocks xmlns:a="http://schemas.openxmlformats.org/drawingml/2006/main" noGrp="1"/>
          </p:cNvSpPr>
          <p:nvPr/>
        </p:nvSpPr>
        <p:spPr>
          <a:xfrm xmlns:a="http://schemas.openxmlformats.org/drawingml/2006/main">
            <a:off x="746760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83" name="dp43-comparison / n93 / path">
            <a:extLst xmlns:a="http://schemas.openxmlformats.org/drawingml/2006/main">
              <a:ext uri="{FF2B5EF4-FFF2-40B4-BE49-F238E27FC236}">
                <a16:creationId xmlns:a16="http://schemas.microsoft.com/office/drawing/2014/main" id="{AA713E6C-1E8E-419E-9F0A-305448B0965E}"/>
              </a:ext>
            </a:extLst>
          </p:cNvPr>
          <p:cNvSpPr>
            <a:spLocks xmlns:a="http://schemas.openxmlformats.org/drawingml/2006/main" noGrp="1"/>
          </p:cNvSpPr>
          <p:nvPr/>
        </p:nvSpPr>
        <p:spPr>
          <a:xfrm xmlns:a="http://schemas.openxmlformats.org/drawingml/2006/main">
            <a:off x="2809875" y="5600700"/>
            <a:ext cx="2638425" cy="923925"/>
          </a:xfrm>
          <a:custGeom xmlns:a="http://schemas.openxmlformats.org/drawingml/2006/main">
            <a:pathLst>
              <a:path w="2638425" h="923925">
                <a:moveTo>
                  <a:pt x="2638425" y="0"/>
                </a:moveTo>
                <a:lnTo>
                  <a:pt x="2638425" y="857250"/>
                </a:lnTo>
                <a:lnTo>
                  <a:pt x="0" y="857250"/>
                </a:lnTo>
                <a:lnTo>
                  <a:pt x="0" y="923925"/>
                </a:lnTo>
              </a:path>
            </a:pathLst>
          </a:custGeom>
          <a:noFill xmlns:a="http://schemas.openxmlformats.org/drawingml/2006/main"/>
          <a:ln xmlns:a="http://schemas.openxmlformats.org/drawingml/2006/main" w="19050">
            <a:solidFill>
              <a:srgbClr val="2858A5"/>
            </a:solidFill>
            <a:prstDash val="solid"/>
          </a:ln>
        </p:spPr>
      </p:sp>
      <p:sp>
        <p:nvSpPr>
          <p:cNvPr id="84" name="dp43-comparison / n93 / arrow">
            <a:extLst xmlns:a="http://schemas.openxmlformats.org/drawingml/2006/main">
              <a:ext uri="{FF2B5EF4-FFF2-40B4-BE49-F238E27FC236}">
                <a16:creationId xmlns:a16="http://schemas.microsoft.com/office/drawing/2014/main" id="{0E2123E8-2C07-4E22-9815-8E01340FCC8A}"/>
              </a:ext>
            </a:extLst>
          </p:cNvPr>
          <p:cNvSpPr>
            <a:spLocks xmlns:a="http://schemas.openxmlformats.org/drawingml/2006/main" noGrp="1"/>
          </p:cNvSpPr>
          <p:nvPr/>
        </p:nvSpPr>
        <p:spPr>
          <a:xfrm xmlns:a="http://schemas.openxmlformats.org/drawingml/2006/main">
            <a:off x="274891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85" name="dp43-comparison / n94 / path">
            <a:extLst xmlns:a="http://schemas.openxmlformats.org/drawingml/2006/main">
              <a:ext uri="{FF2B5EF4-FFF2-40B4-BE49-F238E27FC236}">
                <a16:creationId xmlns:a16="http://schemas.microsoft.com/office/drawing/2014/main" id="{16D009AB-D524-4CF9-AE23-C2F9F44FF0AF}"/>
              </a:ext>
            </a:extLst>
          </p:cNvPr>
          <p:cNvSpPr>
            <a:spLocks xmlns:a="http://schemas.openxmlformats.org/drawingml/2006/main" noGrp="1"/>
          </p:cNvSpPr>
          <p:nvPr/>
        </p:nvSpPr>
        <p:spPr>
          <a:xfrm xmlns:a="http://schemas.openxmlformats.org/drawingml/2006/main">
            <a:off x="400050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86" name="dp43-comparison / n94 / arrow">
            <a:extLst xmlns:a="http://schemas.openxmlformats.org/drawingml/2006/main">
              <a:ext uri="{FF2B5EF4-FFF2-40B4-BE49-F238E27FC236}">
                <a16:creationId xmlns:a16="http://schemas.microsoft.com/office/drawing/2014/main" id="{F56BA3FA-863D-4E4F-8EA9-4712405A85B6}"/>
              </a:ext>
            </a:extLst>
          </p:cNvPr>
          <p:cNvSpPr>
            <a:spLocks xmlns:a="http://schemas.openxmlformats.org/drawingml/2006/main" noGrp="1"/>
          </p:cNvSpPr>
          <p:nvPr/>
        </p:nvSpPr>
        <p:spPr>
          <a:xfrm xmlns:a="http://schemas.openxmlformats.org/drawingml/2006/main">
            <a:off x="400050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87" name="dp43-comparison / n95 / path">
            <a:extLst xmlns:a="http://schemas.openxmlformats.org/drawingml/2006/main">
              <a:ext uri="{FF2B5EF4-FFF2-40B4-BE49-F238E27FC236}">
                <a16:creationId xmlns:a16="http://schemas.microsoft.com/office/drawing/2014/main" id="{6D4D73E9-3EE2-4C5F-9E27-4B0D41F2BFC1}"/>
              </a:ext>
            </a:extLst>
          </p:cNvPr>
          <p:cNvSpPr>
            <a:spLocks xmlns:a="http://schemas.openxmlformats.org/drawingml/2006/main" noGrp="1"/>
          </p:cNvSpPr>
          <p:nvPr/>
        </p:nvSpPr>
        <p:spPr>
          <a:xfrm xmlns:a="http://schemas.openxmlformats.org/drawingml/2006/main">
            <a:off x="400050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2858A5"/>
            </a:solidFill>
            <a:prstDash val="solid"/>
          </a:ln>
        </p:spPr>
      </p:sp>
      <p:sp>
        <p:nvSpPr>
          <p:cNvPr id="88" name="dp43-comparison / n95 / arrow">
            <a:extLst xmlns:a="http://schemas.openxmlformats.org/drawingml/2006/main">
              <a:ext uri="{FF2B5EF4-FFF2-40B4-BE49-F238E27FC236}">
                <a16:creationId xmlns:a16="http://schemas.microsoft.com/office/drawing/2014/main" id="{5B032A44-F1E2-4ECF-89A1-913D99241F6E}"/>
              </a:ext>
            </a:extLst>
          </p:cNvPr>
          <p:cNvSpPr>
            <a:spLocks xmlns:a="http://schemas.openxmlformats.org/drawingml/2006/main" noGrp="1"/>
          </p:cNvSpPr>
          <p:nvPr/>
        </p:nvSpPr>
        <p:spPr>
          <a:xfrm xmlns:a="http://schemas.openxmlformats.org/drawingml/2006/main">
            <a:off x="449770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89" name="dp43-comparison / n60">
            <a:extLst xmlns:a="http://schemas.openxmlformats.org/drawingml/2006/main">
              <a:ext uri="{FF2B5EF4-FFF2-40B4-BE49-F238E27FC236}">
                <a16:creationId xmlns:a16="http://schemas.microsoft.com/office/drawing/2014/main" id="{6E10ED2B-713C-4A1B-8440-D07F7C6FE6D0}"/>
              </a:ext>
            </a:extLst>
          </p:cNvPr>
          <p:cNvSpPr>
            <a:spLocks xmlns:a="http://schemas.openxmlformats.org/drawingml/2006/main" noGrp="1"/>
          </p:cNvSpPr>
          <p:nvPr/>
        </p:nvSpPr>
        <p:spPr>
          <a:xfrm xmlns:a="http://schemas.openxmlformats.org/drawingml/2006/main">
            <a:off x="158115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3-comparison / n61 / text 1">
            <a:extLst xmlns:a="http://schemas.openxmlformats.org/drawingml/2006/main">
              <a:ext uri="{FF2B5EF4-FFF2-40B4-BE49-F238E27FC236}">
                <a16:creationId xmlns:a16="http://schemas.microsoft.com/office/drawing/2014/main" id="{E59AB8CF-6311-4FC5-BE18-DD7292EB427D}"/>
              </a:ext>
            </a:extLst>
          </p:cNvPr>
          <p:cNvSpPr>
            <a:spLocks xmlns:a="http://schemas.openxmlformats.org/drawingml/2006/main" noGrp="1"/>
          </p:cNvSpPr>
          <p:nvPr/>
        </p:nvSpPr>
        <p:spPr>
          <a:xfrm xmlns:a="http://schemas.openxmlformats.org/drawingml/2006/main">
            <a:off x="160020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91" name="dp43-comparison / n62">
            <a:extLst xmlns:a="http://schemas.openxmlformats.org/drawingml/2006/main">
              <a:ext uri="{FF2B5EF4-FFF2-40B4-BE49-F238E27FC236}">
                <a16:creationId xmlns:a16="http://schemas.microsoft.com/office/drawing/2014/main" id="{12747DD7-69C9-4DD6-8A6A-7B01A1ABDB52}"/>
              </a:ext>
            </a:extLst>
          </p:cNvPr>
          <p:cNvSpPr>
            <a:spLocks xmlns:a="http://schemas.openxmlformats.org/drawingml/2006/main" noGrp="1"/>
          </p:cNvSpPr>
          <p:nvPr/>
        </p:nvSpPr>
        <p:spPr>
          <a:xfrm xmlns:a="http://schemas.openxmlformats.org/drawingml/2006/main">
            <a:off x="739140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2" name="dp43-comparison / n63 / text 1">
            <a:extLst xmlns:a="http://schemas.openxmlformats.org/drawingml/2006/main">
              <a:ext uri="{FF2B5EF4-FFF2-40B4-BE49-F238E27FC236}">
                <a16:creationId xmlns:a16="http://schemas.microsoft.com/office/drawing/2014/main" id="{E66E1991-1B9B-402E-9DE6-053C5BEE412C}"/>
              </a:ext>
            </a:extLst>
          </p:cNvPr>
          <p:cNvSpPr>
            <a:spLocks xmlns:a="http://schemas.openxmlformats.org/drawingml/2006/main" noGrp="1"/>
          </p:cNvSpPr>
          <p:nvPr/>
        </p:nvSpPr>
        <p:spPr>
          <a:xfrm xmlns:a="http://schemas.openxmlformats.org/drawingml/2006/main">
            <a:off x="741045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93" name="dp43-comparison / n65">
            <a:extLst xmlns:a="http://schemas.openxmlformats.org/drawingml/2006/main">
              <a:ext uri="{FF2B5EF4-FFF2-40B4-BE49-F238E27FC236}">
                <a16:creationId xmlns:a16="http://schemas.microsoft.com/office/drawing/2014/main" id="{375A72A0-F4B7-4A8A-AA8E-5D82EE5362BF}"/>
              </a:ext>
            </a:extLst>
          </p:cNvPr>
          <p:cNvSpPr>
            <a:spLocks xmlns:a="http://schemas.openxmlformats.org/drawingml/2006/main" noGrp="1"/>
          </p:cNvSpPr>
          <p:nvPr/>
        </p:nvSpPr>
        <p:spPr>
          <a:xfrm xmlns:a="http://schemas.openxmlformats.org/drawingml/2006/main">
            <a:off x="395287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4" name="dp43-comparison / n66 / text 1">
            <a:extLst xmlns:a="http://schemas.openxmlformats.org/drawingml/2006/main">
              <a:ext uri="{FF2B5EF4-FFF2-40B4-BE49-F238E27FC236}">
                <a16:creationId xmlns:a16="http://schemas.microsoft.com/office/drawing/2014/main" id="{62C492AD-90E4-4630-87BF-D131E0C7DF0B}"/>
              </a:ext>
            </a:extLst>
          </p:cNvPr>
          <p:cNvSpPr>
            <a:spLocks xmlns:a="http://schemas.openxmlformats.org/drawingml/2006/main" noGrp="1"/>
          </p:cNvSpPr>
          <p:nvPr/>
        </p:nvSpPr>
        <p:spPr>
          <a:xfrm xmlns:a="http://schemas.openxmlformats.org/drawingml/2006/main">
            <a:off x="397192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95" name="dp43-comparison / n67">
            <a:extLst xmlns:a="http://schemas.openxmlformats.org/drawingml/2006/main">
              <a:ext uri="{FF2B5EF4-FFF2-40B4-BE49-F238E27FC236}">
                <a16:creationId xmlns:a16="http://schemas.microsoft.com/office/drawing/2014/main" id="{7CCB18E2-C0B2-44E2-900D-28C46D9D1F85}"/>
              </a:ext>
            </a:extLst>
          </p:cNvPr>
          <p:cNvSpPr>
            <a:spLocks xmlns:a="http://schemas.openxmlformats.org/drawingml/2006/main" noGrp="1"/>
          </p:cNvSpPr>
          <p:nvPr/>
        </p:nvSpPr>
        <p:spPr>
          <a:xfrm xmlns:a="http://schemas.openxmlformats.org/drawingml/2006/main">
            <a:off x="155257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6" name="dp43-comparison / n68 / text 1">
            <a:extLst xmlns:a="http://schemas.openxmlformats.org/drawingml/2006/main">
              <a:ext uri="{FF2B5EF4-FFF2-40B4-BE49-F238E27FC236}">
                <a16:creationId xmlns:a16="http://schemas.microsoft.com/office/drawing/2014/main" id="{D4347CD6-A305-4752-A65F-3137AE4FBF29}"/>
              </a:ext>
            </a:extLst>
          </p:cNvPr>
          <p:cNvSpPr>
            <a:spLocks xmlns:a="http://schemas.openxmlformats.org/drawingml/2006/main" noGrp="1"/>
          </p:cNvSpPr>
          <p:nvPr/>
        </p:nvSpPr>
        <p:spPr>
          <a:xfrm xmlns:a="http://schemas.openxmlformats.org/drawingml/2006/main">
            <a:off x="157162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97" name="dp43-comparison / n76">
            <a:extLst xmlns:a="http://schemas.openxmlformats.org/drawingml/2006/main">
              <a:ext uri="{FF2B5EF4-FFF2-40B4-BE49-F238E27FC236}">
                <a16:creationId xmlns:a16="http://schemas.microsoft.com/office/drawing/2014/main" id="{C53D9399-6E45-4A38-B9FC-7675B1E75509}"/>
              </a:ext>
            </a:extLst>
          </p:cNvPr>
          <p:cNvSpPr>
            <a:spLocks xmlns:a="http://schemas.openxmlformats.org/drawingml/2006/main" noGrp="1"/>
          </p:cNvSpPr>
          <p:nvPr/>
        </p:nvSpPr>
        <p:spPr>
          <a:xfrm xmlns:a="http://schemas.openxmlformats.org/drawingml/2006/main">
            <a:off x="1781175" y="4467225"/>
            <a:ext cx="4531805"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8" name="dp43-comparison / n77 / text 1">
            <a:extLst xmlns:a="http://schemas.openxmlformats.org/drawingml/2006/main">
              <a:ext uri="{FF2B5EF4-FFF2-40B4-BE49-F238E27FC236}">
                <a16:creationId xmlns:a16="http://schemas.microsoft.com/office/drawing/2014/main" id="{51448E2F-5DA0-43DA-8997-34973CB9CC75}"/>
              </a:ext>
            </a:extLst>
          </p:cNvPr>
          <p:cNvSpPr>
            <a:spLocks xmlns:a="http://schemas.openxmlformats.org/drawingml/2006/main" noGrp="1"/>
          </p:cNvSpPr>
          <p:nvPr/>
        </p:nvSpPr>
        <p:spPr>
          <a:xfrm xmlns:a="http://schemas.openxmlformats.org/drawingml/2006/main">
            <a:off x="1800225" y="4476750"/>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F1 의도 / F2 Referent / F3 Task Association</a:t>
            </a:r>
          </a:p>
        </p:txBody>
      </p:sp>
      <p:sp>
        <p:nvSpPr>
          <p:cNvPr id="99" name="dp43-comparison / n78">
            <a:extLst xmlns:a="http://schemas.openxmlformats.org/drawingml/2006/main">
              <a:ext uri="{FF2B5EF4-FFF2-40B4-BE49-F238E27FC236}">
                <a16:creationId xmlns:a16="http://schemas.microsoft.com/office/drawing/2014/main" id="{ADCA5E2E-C132-47C4-AC96-3251D61785D1}"/>
              </a:ext>
            </a:extLst>
          </p:cNvPr>
          <p:cNvSpPr>
            <a:spLocks xmlns:a="http://schemas.openxmlformats.org/drawingml/2006/main" noGrp="1"/>
          </p:cNvSpPr>
          <p:nvPr/>
        </p:nvSpPr>
        <p:spPr>
          <a:xfrm xmlns:a="http://schemas.openxmlformats.org/drawingml/2006/main">
            <a:off x="1781175" y="4724400"/>
            <a:ext cx="4510088"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0" name="dp43-comparison / n79 / text 1">
            <a:extLst xmlns:a="http://schemas.openxmlformats.org/drawingml/2006/main">
              <a:ext uri="{FF2B5EF4-FFF2-40B4-BE49-F238E27FC236}">
                <a16:creationId xmlns:a16="http://schemas.microsoft.com/office/drawing/2014/main" id="{F96F4D17-E887-4B41-B7CF-4CC586CCF3EF}"/>
              </a:ext>
            </a:extLst>
          </p:cNvPr>
          <p:cNvSpPr>
            <a:spLocks xmlns:a="http://schemas.openxmlformats.org/drawingml/2006/main" noGrp="1"/>
          </p:cNvSpPr>
          <p:nvPr/>
        </p:nvSpPr>
        <p:spPr>
          <a:xfrm xmlns:a="http://schemas.openxmlformats.org/drawingml/2006/main">
            <a:off x="1800225" y="4733925"/>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F4 Request 관계 / F5 정정 범위 / F6 처리 방향</a:t>
            </a:r>
          </a:p>
        </p:txBody>
      </p:sp>
      <p:sp>
        <p:nvSpPr>
          <p:cNvPr id="101" name="dp43-comparison / n82">
            <a:extLst xmlns:a="http://schemas.openxmlformats.org/drawingml/2006/main">
              <a:ext uri="{FF2B5EF4-FFF2-40B4-BE49-F238E27FC236}">
                <a16:creationId xmlns:a16="http://schemas.microsoft.com/office/drawing/2014/main" id="{3C2CC1F4-7988-4CB1-B057-ABCF8D24E9EE}"/>
              </a:ext>
            </a:extLst>
          </p:cNvPr>
          <p:cNvSpPr>
            <a:spLocks xmlns:a="http://schemas.openxmlformats.org/drawingml/2006/main" noGrp="1"/>
          </p:cNvSpPr>
          <p:nvPr/>
        </p:nvSpPr>
        <p:spPr>
          <a:xfrm xmlns:a="http://schemas.openxmlformats.org/drawingml/2006/main">
            <a:off x="1743075" y="5676900"/>
            <a:ext cx="4253865"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2" name="dp43-comparison / n83 / text 1">
            <a:extLst xmlns:a="http://schemas.openxmlformats.org/drawingml/2006/main">
              <a:ext uri="{FF2B5EF4-FFF2-40B4-BE49-F238E27FC236}">
                <a16:creationId xmlns:a16="http://schemas.microsoft.com/office/drawing/2014/main" id="{F5D64343-752D-4F70-AD5B-76CEAE79DC70}"/>
              </a:ext>
            </a:extLst>
          </p:cNvPr>
          <p:cNvSpPr>
            <a:spLocks xmlns:a="http://schemas.openxmlformats.org/drawingml/2006/main" noGrp="1"/>
          </p:cNvSpPr>
          <p:nvPr/>
        </p:nvSpPr>
        <p:spPr>
          <a:xfrm xmlns:a="http://schemas.openxmlformats.org/drawingml/2006/main">
            <a:off x="1762125" y="5686425"/>
            <a:ext cx="7410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이전 조건 유지와 부분 갱신 / 검색과 전문 보조 허용</a:t>
            </a:r>
          </a:p>
        </p:txBody>
      </p:sp>
      <p:sp>
        <p:nvSpPr>
          <p:cNvPr id="103" name="dp43-comparison / n85">
            <a:extLst xmlns:a="http://schemas.openxmlformats.org/drawingml/2006/main">
              <a:ext uri="{FF2B5EF4-FFF2-40B4-BE49-F238E27FC236}">
                <a16:creationId xmlns:a16="http://schemas.microsoft.com/office/drawing/2014/main" id="{77C8035F-808F-476A-86D8-AA6EFF3D1246}"/>
              </a:ext>
            </a:extLst>
          </p:cNvPr>
          <p:cNvSpPr>
            <a:spLocks xmlns:a="http://schemas.openxmlformats.org/drawingml/2006/main" noGrp="1"/>
          </p:cNvSpPr>
          <p:nvPr/>
        </p:nvSpPr>
        <p:spPr>
          <a:xfrm xmlns:a="http://schemas.openxmlformats.org/drawingml/2006/main">
            <a:off x="160972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4" name="dp43-comparison / n86 / text 1">
            <a:extLst xmlns:a="http://schemas.openxmlformats.org/drawingml/2006/main">
              <a:ext uri="{FF2B5EF4-FFF2-40B4-BE49-F238E27FC236}">
                <a16:creationId xmlns:a16="http://schemas.microsoft.com/office/drawing/2014/main" id="{7A73ACAA-A1A8-4795-9560-866D2F84A4D6}"/>
              </a:ext>
            </a:extLst>
          </p:cNvPr>
          <p:cNvSpPr>
            <a:spLocks xmlns:a="http://schemas.openxmlformats.org/drawingml/2006/main" noGrp="1"/>
          </p:cNvSpPr>
          <p:nvPr/>
        </p:nvSpPr>
        <p:spPr>
          <a:xfrm xmlns:a="http://schemas.openxmlformats.org/drawingml/2006/main">
            <a:off x="162877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2858A5"/>
                </a:solidFill>
                <a:latin typeface="Apple SD Gothic Neo"/>
                <a:ea typeface="Apple SD Gothic Neo"/>
                <a:cs typeface="Apple SD Gothic Neo"/>
              </a:defRPr>
            </a:pPr>
            <a:r>
              <a:rPr sz="1275" b="0">
                <a:solidFill>
                  <a:srgbClr val="2858A5"/>
                </a:solidFill>
                <a:latin typeface="Apple SD Gothic Neo"/>
                <a:ea typeface="Apple SD Gothic Neo"/>
                <a:cs typeface="Apple SD Gothic Neo"/>
              </a:rPr>
              <a:t>정정: F2와 F5 재판단 → F4 갱신 / Task Association은 입력 전제가 아닌 결과</a:t>
            </a:r>
          </a:p>
        </p:txBody>
      </p:sp>
      <p:sp>
        <p:nvSpPr>
          <p:cNvPr id="105" name="dp43-comparison / n96">
            <a:extLst xmlns:a="http://schemas.openxmlformats.org/drawingml/2006/main">
              <a:ext uri="{FF2B5EF4-FFF2-40B4-BE49-F238E27FC236}">
                <a16:creationId xmlns:a16="http://schemas.microsoft.com/office/drawing/2014/main" id="{47716AE6-3CB2-448D-B99E-226B9C1D1E3B}"/>
              </a:ext>
            </a:extLst>
          </p:cNvPr>
          <p:cNvSpPr>
            <a:spLocks xmlns:a="http://schemas.openxmlformats.org/drawingml/2006/main" noGrp="1"/>
          </p:cNvSpPr>
          <p:nvPr/>
        </p:nvSpPr>
        <p:spPr>
          <a:xfrm xmlns:a="http://schemas.openxmlformats.org/drawingml/2006/main">
            <a:off x="421957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6" name="dp43-comparison / n97 / text 1">
            <a:extLst xmlns:a="http://schemas.openxmlformats.org/drawingml/2006/main">
              <a:ext uri="{FF2B5EF4-FFF2-40B4-BE49-F238E27FC236}">
                <a16:creationId xmlns:a16="http://schemas.microsoft.com/office/drawing/2014/main" id="{2F291518-7AA9-42AA-A1BE-F9CDAD46FB0F}"/>
              </a:ext>
            </a:extLst>
          </p:cNvPr>
          <p:cNvSpPr>
            <a:spLocks xmlns:a="http://schemas.openxmlformats.org/drawingml/2006/main" noGrp="1"/>
          </p:cNvSpPr>
          <p:nvPr/>
        </p:nvSpPr>
        <p:spPr>
          <a:xfrm xmlns:a="http://schemas.openxmlformats.org/drawingml/2006/main">
            <a:off x="423862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107" name="dp43-comparison / n98">
            <a:extLst xmlns:a="http://schemas.openxmlformats.org/drawingml/2006/main">
              <a:ext uri="{FF2B5EF4-FFF2-40B4-BE49-F238E27FC236}">
                <a16:creationId xmlns:a16="http://schemas.microsoft.com/office/drawing/2014/main" id="{21B23380-A54F-412C-938C-2093BD70ECE5}"/>
              </a:ext>
            </a:extLst>
          </p:cNvPr>
          <p:cNvSpPr>
            <a:spLocks xmlns:a="http://schemas.openxmlformats.org/drawingml/2006/main" noGrp="1"/>
          </p:cNvSpPr>
          <p:nvPr/>
        </p:nvSpPr>
        <p:spPr>
          <a:xfrm xmlns:a="http://schemas.openxmlformats.org/drawingml/2006/main">
            <a:off x="469582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8" name="dp43-comparison / n99 / text 1">
            <a:extLst xmlns:a="http://schemas.openxmlformats.org/drawingml/2006/main">
              <a:ext uri="{FF2B5EF4-FFF2-40B4-BE49-F238E27FC236}">
                <a16:creationId xmlns:a16="http://schemas.microsoft.com/office/drawing/2014/main" id="{F7667E42-2585-40B7-8079-0238E50014F0}"/>
              </a:ext>
            </a:extLst>
          </p:cNvPr>
          <p:cNvSpPr>
            <a:spLocks xmlns:a="http://schemas.openxmlformats.org/drawingml/2006/main" noGrp="1"/>
          </p:cNvSpPr>
          <p:nvPr/>
        </p:nvSpPr>
        <p:spPr>
          <a:xfrm xmlns:a="http://schemas.openxmlformats.org/drawingml/2006/main">
            <a:off x="471487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109" name="dp43-comparison / n100">
            <a:extLst xmlns:a="http://schemas.openxmlformats.org/drawingml/2006/main">
              <a:ext uri="{FF2B5EF4-FFF2-40B4-BE49-F238E27FC236}">
                <a16:creationId xmlns:a16="http://schemas.microsoft.com/office/drawing/2014/main" id="{A70D7046-3003-4914-9839-FC32016F5771}"/>
              </a:ext>
            </a:extLst>
          </p:cNvPr>
          <p:cNvSpPr>
            <a:spLocks xmlns:a="http://schemas.openxmlformats.org/drawingml/2006/main" noGrp="1"/>
          </p:cNvSpPr>
          <p:nvPr/>
        </p:nvSpPr>
        <p:spPr>
          <a:xfrm xmlns:a="http://schemas.openxmlformats.org/drawingml/2006/main">
            <a:off x="160020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0" name="dp43-comparison / n101 / text 1">
            <a:extLst xmlns:a="http://schemas.openxmlformats.org/drawingml/2006/main">
              <a:ext uri="{FF2B5EF4-FFF2-40B4-BE49-F238E27FC236}">
                <a16:creationId xmlns:a16="http://schemas.microsoft.com/office/drawing/2014/main" id="{CC998A12-D534-4DAD-A7B7-EDA8DFDFC7CE}"/>
              </a:ext>
            </a:extLst>
          </p:cNvPr>
          <p:cNvSpPr>
            <a:spLocks xmlns:a="http://schemas.openxmlformats.org/drawingml/2006/main" noGrp="1"/>
          </p:cNvSpPr>
          <p:nvPr/>
        </p:nvSpPr>
        <p:spPr>
          <a:xfrm xmlns:a="http://schemas.openxmlformats.org/drawingml/2006/main">
            <a:off x="161925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111" name="dp43-comparison / n102">
            <a:extLst xmlns:a="http://schemas.openxmlformats.org/drawingml/2006/main">
              <a:ext uri="{FF2B5EF4-FFF2-40B4-BE49-F238E27FC236}">
                <a16:creationId xmlns:a16="http://schemas.microsoft.com/office/drawing/2014/main" id="{769CE3B4-EAEE-4B86-84B6-E71314A8E4D6}"/>
              </a:ext>
            </a:extLst>
          </p:cNvPr>
          <p:cNvSpPr>
            <a:spLocks xmlns:a="http://schemas.openxmlformats.org/drawingml/2006/main" noGrp="1"/>
          </p:cNvSpPr>
          <p:nvPr/>
        </p:nvSpPr>
        <p:spPr>
          <a:xfrm xmlns:a="http://schemas.openxmlformats.org/drawingml/2006/main">
            <a:off x="160020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2" name="dp43-comparison / n103 / text 1">
            <a:extLst xmlns:a="http://schemas.openxmlformats.org/drawingml/2006/main">
              <a:ext uri="{FF2B5EF4-FFF2-40B4-BE49-F238E27FC236}">
                <a16:creationId xmlns:a16="http://schemas.microsoft.com/office/drawing/2014/main" id="{BFA1D431-3BD1-4762-BBC1-68EAFE98335E}"/>
              </a:ext>
            </a:extLst>
          </p:cNvPr>
          <p:cNvSpPr>
            <a:spLocks xmlns:a="http://schemas.openxmlformats.org/drawingml/2006/main" noGrp="1"/>
          </p:cNvSpPr>
          <p:nvPr/>
        </p:nvSpPr>
        <p:spPr>
          <a:xfrm xmlns:a="http://schemas.openxmlformats.org/drawingml/2006/main">
            <a:off x="161925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
        <p:nvSpPr>
          <p:cNvPr id="113" name="dp43-comparison / n104">
            <a:extLst xmlns:a="http://schemas.openxmlformats.org/drawingml/2006/main">
              <a:ext uri="{FF2B5EF4-FFF2-40B4-BE49-F238E27FC236}">
                <a16:creationId xmlns:a16="http://schemas.microsoft.com/office/drawing/2014/main" id="{9C9D2335-9DCF-46C6-80EA-23B2405BFAD8}"/>
              </a:ext>
            </a:extLst>
          </p:cNvPr>
          <p:cNvSpPr>
            <a:spLocks xmlns:a="http://schemas.openxmlformats.org/drawingml/2006/main" noGrp="1"/>
          </p:cNvSpPr>
          <p:nvPr/>
        </p:nvSpPr>
        <p:spPr>
          <a:xfrm xmlns:a="http://schemas.openxmlformats.org/drawingml/2006/main">
            <a:off x="985837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4" name="dp43-comparison / n105 / text 1">
            <a:extLst xmlns:a="http://schemas.openxmlformats.org/drawingml/2006/main">
              <a:ext uri="{FF2B5EF4-FFF2-40B4-BE49-F238E27FC236}">
                <a16:creationId xmlns:a16="http://schemas.microsoft.com/office/drawing/2014/main" id="{0A1D2E1E-35F0-4A9F-A413-A2EBB893B7DB}"/>
              </a:ext>
            </a:extLst>
          </p:cNvPr>
          <p:cNvSpPr>
            <a:spLocks xmlns:a="http://schemas.openxmlformats.org/drawingml/2006/main" noGrp="1"/>
          </p:cNvSpPr>
          <p:nvPr/>
        </p:nvSpPr>
        <p:spPr>
          <a:xfrm xmlns:a="http://schemas.openxmlformats.org/drawingml/2006/main">
            <a:off x="994410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115" name="dp43-comparison / n106">
            <a:extLst xmlns:a="http://schemas.openxmlformats.org/drawingml/2006/main">
              <a:ext uri="{FF2B5EF4-FFF2-40B4-BE49-F238E27FC236}">
                <a16:creationId xmlns:a16="http://schemas.microsoft.com/office/drawing/2014/main" id="{600F5067-FD89-498D-825B-31FBA86064AB}"/>
              </a:ext>
            </a:extLst>
          </p:cNvPr>
          <p:cNvSpPr>
            <a:spLocks xmlns:a="http://schemas.openxmlformats.org/drawingml/2006/main" noGrp="1"/>
          </p:cNvSpPr>
          <p:nvPr/>
        </p:nvSpPr>
        <p:spPr>
          <a:xfrm xmlns:a="http://schemas.openxmlformats.org/drawingml/2006/main">
            <a:off x="1283017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6" name="dp43-comparison / n107 / text 1">
            <a:extLst xmlns:a="http://schemas.openxmlformats.org/drawingml/2006/main">
              <a:ext uri="{FF2B5EF4-FFF2-40B4-BE49-F238E27FC236}">
                <a16:creationId xmlns:a16="http://schemas.microsoft.com/office/drawing/2014/main" id="{7DFDAC06-D9CC-4613-8037-C969721ADECE}"/>
              </a:ext>
            </a:extLst>
          </p:cNvPr>
          <p:cNvSpPr>
            <a:spLocks xmlns:a="http://schemas.openxmlformats.org/drawingml/2006/main" noGrp="1"/>
          </p:cNvSpPr>
          <p:nvPr/>
        </p:nvSpPr>
        <p:spPr>
          <a:xfrm xmlns:a="http://schemas.openxmlformats.org/drawingml/2006/main">
            <a:off x="1291590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17" name="dp43-comparison / n108">
            <a:extLst xmlns:a="http://schemas.openxmlformats.org/drawingml/2006/main">
              <a:ext uri="{FF2B5EF4-FFF2-40B4-BE49-F238E27FC236}">
                <a16:creationId xmlns:a16="http://schemas.microsoft.com/office/drawing/2014/main" id="{1FF22B66-F179-4C13-8360-81ED116E5D8D}"/>
              </a:ext>
            </a:extLst>
          </p:cNvPr>
          <p:cNvSpPr>
            <a:spLocks xmlns:a="http://schemas.openxmlformats.org/drawingml/2006/main" noGrp="1"/>
          </p:cNvSpPr>
          <p:nvPr/>
        </p:nvSpPr>
        <p:spPr>
          <a:xfrm xmlns:a="http://schemas.openxmlformats.org/drawingml/2006/main">
            <a:off x="1570672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8" name="dp43-comparison / n109 / text 1">
            <a:extLst xmlns:a="http://schemas.openxmlformats.org/drawingml/2006/main">
              <a:ext uri="{FF2B5EF4-FFF2-40B4-BE49-F238E27FC236}">
                <a16:creationId xmlns:a16="http://schemas.microsoft.com/office/drawing/2014/main" id="{94613178-2B12-48D1-AA92-A6E9C6577503}"/>
              </a:ext>
            </a:extLst>
          </p:cNvPr>
          <p:cNvSpPr>
            <a:spLocks xmlns:a="http://schemas.openxmlformats.org/drawingml/2006/main" noGrp="1"/>
          </p:cNvSpPr>
          <p:nvPr/>
        </p:nvSpPr>
        <p:spPr>
          <a:xfrm xmlns:a="http://schemas.openxmlformats.org/drawingml/2006/main">
            <a:off x="1579245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119" name="dp43-comparison / n114 / path">
            <a:extLst xmlns:a="http://schemas.openxmlformats.org/drawingml/2006/main">
              <a:ext uri="{FF2B5EF4-FFF2-40B4-BE49-F238E27FC236}">
                <a16:creationId xmlns:a16="http://schemas.microsoft.com/office/drawing/2014/main" id="{83934ECB-7D77-440A-848C-40F6A66EC161}"/>
              </a:ext>
            </a:extLst>
          </p:cNvPr>
          <p:cNvSpPr>
            <a:spLocks xmlns:a="http://schemas.openxmlformats.org/drawingml/2006/main" noGrp="1"/>
          </p:cNvSpPr>
          <p:nvPr/>
        </p:nvSpPr>
        <p:spPr>
          <a:xfrm xmlns:a="http://schemas.openxmlformats.org/drawingml/2006/main">
            <a:off x="1219200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7155A4"/>
            </a:solidFill>
            <a:prstDash val="solid"/>
          </a:ln>
        </p:spPr>
      </p:sp>
      <p:sp>
        <p:nvSpPr>
          <p:cNvPr id="120" name="dp43-comparison / n114 / arrow">
            <a:extLst xmlns:a="http://schemas.openxmlformats.org/drawingml/2006/main">
              <a:ext uri="{FF2B5EF4-FFF2-40B4-BE49-F238E27FC236}">
                <a16:creationId xmlns:a16="http://schemas.microsoft.com/office/drawing/2014/main" id="{60B8A4A2-6091-4EEE-A1E3-DD5ABACB9172}"/>
              </a:ext>
            </a:extLst>
          </p:cNvPr>
          <p:cNvSpPr>
            <a:spLocks xmlns:a="http://schemas.openxmlformats.org/drawingml/2006/main" noGrp="1"/>
          </p:cNvSpPr>
          <p:nvPr/>
        </p:nvSpPr>
        <p:spPr>
          <a:xfrm xmlns:a="http://schemas.openxmlformats.org/drawingml/2006/main">
            <a:off x="1270825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21" name="dp43-comparison / n119">
            <a:extLst xmlns:a="http://schemas.openxmlformats.org/drawingml/2006/main">
              <a:ext uri="{FF2B5EF4-FFF2-40B4-BE49-F238E27FC236}">
                <a16:creationId xmlns:a16="http://schemas.microsoft.com/office/drawing/2014/main" id="{B0E8E0EE-5A4F-4FDF-BA14-8D124AEC6361}"/>
              </a:ext>
            </a:extLst>
          </p:cNvPr>
          <p:cNvSpPr>
            <a:spLocks xmlns:a="http://schemas.openxmlformats.org/drawingml/2006/main" noGrp="1"/>
          </p:cNvSpPr>
          <p:nvPr/>
        </p:nvSpPr>
        <p:spPr>
          <a:xfrm xmlns:a="http://schemas.openxmlformats.org/drawingml/2006/main">
            <a:off x="984885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7155A4"/>
            </a:solidFill>
            <a:prstDash val="solid"/>
          </a:ln>
        </p:spPr>
      </p:sp>
      <p:sp>
        <p:nvSpPr>
          <p:cNvPr id="122" name="dp43-comparison / n120 / text 1">
            <a:extLst xmlns:a="http://schemas.openxmlformats.org/drawingml/2006/main">
              <a:ext uri="{FF2B5EF4-FFF2-40B4-BE49-F238E27FC236}">
                <a16:creationId xmlns:a16="http://schemas.microsoft.com/office/drawing/2014/main" id="{B138BBE4-B747-44E3-AD19-79265BAB13FD}"/>
              </a:ext>
            </a:extLst>
          </p:cNvPr>
          <p:cNvSpPr>
            <a:spLocks xmlns:a="http://schemas.openxmlformats.org/drawingml/2006/main" noGrp="1"/>
          </p:cNvSpPr>
          <p:nvPr/>
        </p:nvSpPr>
        <p:spPr>
          <a:xfrm xmlns:a="http://schemas.openxmlformats.org/drawingml/2006/main">
            <a:off x="997267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7155A4"/>
                </a:solidFill>
                <a:latin typeface="Apple SD Gothic Neo"/>
                <a:ea typeface="Apple SD Gothic Neo"/>
                <a:cs typeface="Apple SD Gothic Neo"/>
              </a:defRPr>
            </a:pPr>
            <a:r>
              <a:rPr sz="1575" b="1">
                <a:solidFill>
                  <a:srgbClr val="7155A4"/>
                </a:solidFill>
                <a:latin typeface="Apple SD Gothic Neo"/>
                <a:ea typeface="Apple SD Gothic Neo"/>
                <a:cs typeface="Apple SD Gothic Neo"/>
              </a:rPr>
              <a:t>Request Interpreter</a:t>
            </a:r>
          </a:p>
        </p:txBody>
      </p:sp>
      <p:sp>
        <p:nvSpPr>
          <p:cNvPr id="123" name="dp43-comparison / n121">
            <a:extLst xmlns:a="http://schemas.openxmlformats.org/drawingml/2006/main">
              <a:ext uri="{FF2B5EF4-FFF2-40B4-BE49-F238E27FC236}">
                <a16:creationId xmlns:a16="http://schemas.microsoft.com/office/drawing/2014/main" id="{FF075346-A894-4BC3-833B-8FC70A1975A4}"/>
              </a:ext>
            </a:extLst>
          </p:cNvPr>
          <p:cNvSpPr>
            <a:spLocks xmlns:a="http://schemas.openxmlformats.org/drawingml/2006/main" noGrp="1"/>
          </p:cNvSpPr>
          <p:nvPr/>
        </p:nvSpPr>
        <p:spPr>
          <a:xfrm xmlns:a="http://schemas.openxmlformats.org/drawingml/2006/main">
            <a:off x="12630150" y="3867150"/>
            <a:ext cx="2286000" cy="141922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24" name="dp43-comparison / n122 / text 1">
            <a:extLst xmlns:a="http://schemas.openxmlformats.org/drawingml/2006/main">
              <a:ext uri="{FF2B5EF4-FFF2-40B4-BE49-F238E27FC236}">
                <a16:creationId xmlns:a16="http://schemas.microsoft.com/office/drawing/2014/main" id="{11C730C5-3EFB-4B89-9933-1D023335E44B}"/>
              </a:ext>
            </a:extLst>
          </p:cNvPr>
          <p:cNvSpPr>
            <a:spLocks xmlns:a="http://schemas.openxmlformats.org/drawingml/2006/main" noGrp="1"/>
          </p:cNvSpPr>
          <p:nvPr/>
        </p:nvSpPr>
        <p:spPr>
          <a:xfrm xmlns:a="http://schemas.openxmlformats.org/drawingml/2006/main">
            <a:off x="12715875" y="432911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Interpretation</a:t>
            </a:r>
          </a:p>
        </p:txBody>
      </p:sp>
      <p:sp>
        <p:nvSpPr>
          <p:cNvPr id="125" name="dp43-comparison / n122 / text 2">
            <a:extLst xmlns:a="http://schemas.openxmlformats.org/drawingml/2006/main">
              <a:ext uri="{FF2B5EF4-FFF2-40B4-BE49-F238E27FC236}">
                <a16:creationId xmlns:a16="http://schemas.microsoft.com/office/drawing/2014/main" id="{CA0A428B-4326-4E98-A6A5-394561EECA21}"/>
              </a:ext>
            </a:extLst>
          </p:cNvPr>
          <p:cNvSpPr>
            <a:spLocks xmlns:a="http://schemas.openxmlformats.org/drawingml/2006/main" noGrp="1"/>
          </p:cNvSpPr>
          <p:nvPr/>
        </p:nvSpPr>
        <p:spPr>
          <a:xfrm xmlns:a="http://schemas.openxmlformats.org/drawingml/2006/main">
            <a:off x="12715875" y="457676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Coordinator</a:t>
            </a:r>
          </a:p>
        </p:txBody>
      </p:sp>
      <p:sp>
        <p:nvSpPr>
          <p:cNvPr id="126" name="dp43-comparison / n123">
            <a:extLst xmlns:a="http://schemas.openxmlformats.org/drawingml/2006/main">
              <a:ext uri="{FF2B5EF4-FFF2-40B4-BE49-F238E27FC236}">
                <a16:creationId xmlns:a16="http://schemas.microsoft.com/office/drawing/2014/main" id="{B96EE867-99B9-4DF0-AA7E-8E58AEAC787B}"/>
              </a:ext>
            </a:extLst>
          </p:cNvPr>
          <p:cNvSpPr>
            <a:spLocks xmlns:a="http://schemas.openxmlformats.org/drawingml/2006/main" noGrp="1"/>
          </p:cNvSpPr>
          <p:nvPr/>
        </p:nvSpPr>
        <p:spPr>
          <a:xfrm xmlns:a="http://schemas.openxmlformats.org/drawingml/2006/main">
            <a:off x="12630150" y="5400675"/>
            <a:ext cx="228600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27" name="dp43-comparison / n124 / text 1">
            <a:extLst xmlns:a="http://schemas.openxmlformats.org/drawingml/2006/main">
              <a:ext uri="{FF2B5EF4-FFF2-40B4-BE49-F238E27FC236}">
                <a16:creationId xmlns:a16="http://schemas.microsoft.com/office/drawing/2014/main" id="{136E5748-A19A-4A40-BF51-7D8832CE3F0B}"/>
              </a:ext>
            </a:extLst>
          </p:cNvPr>
          <p:cNvSpPr>
            <a:spLocks xmlns:a="http://schemas.openxmlformats.org/drawingml/2006/main" noGrp="1"/>
          </p:cNvSpPr>
          <p:nvPr/>
        </p:nvSpPr>
        <p:spPr>
          <a:xfrm xmlns:a="http://schemas.openxmlformats.org/drawingml/2006/main">
            <a:off x="12715875" y="5562600"/>
            <a:ext cx="2114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Partial Interpretation Ledger</a:t>
            </a:r>
          </a:p>
        </p:txBody>
      </p:sp>
      <p:sp>
        <p:nvSpPr>
          <p:cNvPr id="128" name="dp43-comparison / n125">
            <a:extLst xmlns:a="http://schemas.openxmlformats.org/drawingml/2006/main">
              <a:ext uri="{FF2B5EF4-FFF2-40B4-BE49-F238E27FC236}">
                <a16:creationId xmlns:a16="http://schemas.microsoft.com/office/drawing/2014/main" id="{1883D8C2-9A30-41A1-B391-69A3E7C5D68C}"/>
              </a:ext>
            </a:extLst>
          </p:cNvPr>
          <p:cNvSpPr>
            <a:spLocks xmlns:a="http://schemas.openxmlformats.org/drawingml/2006/main" noGrp="1"/>
          </p:cNvSpPr>
          <p:nvPr/>
        </p:nvSpPr>
        <p:spPr>
          <a:xfrm xmlns:a="http://schemas.openxmlformats.org/drawingml/2006/main">
            <a:off x="1003935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29" name="dp43-comparison / n126 / text 1">
            <a:extLst xmlns:a="http://schemas.openxmlformats.org/drawingml/2006/main">
              <a:ext uri="{FF2B5EF4-FFF2-40B4-BE49-F238E27FC236}">
                <a16:creationId xmlns:a16="http://schemas.microsoft.com/office/drawing/2014/main" id="{627AE03D-261B-45D3-813E-D5F2DBBFBA73}"/>
              </a:ext>
            </a:extLst>
          </p:cNvPr>
          <p:cNvSpPr>
            <a:spLocks xmlns:a="http://schemas.openxmlformats.org/drawingml/2006/main" noGrp="1"/>
          </p:cNvSpPr>
          <p:nvPr/>
        </p:nvSpPr>
        <p:spPr>
          <a:xfrm xmlns:a="http://schemas.openxmlformats.org/drawingml/2006/main">
            <a:off x="1012507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Intent</a:t>
            </a:r>
          </a:p>
        </p:txBody>
      </p:sp>
      <p:sp>
        <p:nvSpPr>
          <p:cNvPr id="130" name="dp43-comparison / n126 / text 2">
            <a:extLst xmlns:a="http://schemas.openxmlformats.org/drawingml/2006/main">
              <a:ext uri="{FF2B5EF4-FFF2-40B4-BE49-F238E27FC236}">
                <a16:creationId xmlns:a16="http://schemas.microsoft.com/office/drawing/2014/main" id="{EABE7F2A-D08D-4BF0-AF77-B7ABB498A377}"/>
              </a:ext>
            </a:extLst>
          </p:cNvPr>
          <p:cNvSpPr>
            <a:spLocks xmlns:a="http://schemas.openxmlformats.org/drawingml/2006/main" noGrp="1"/>
          </p:cNvSpPr>
          <p:nvPr/>
        </p:nvSpPr>
        <p:spPr>
          <a:xfrm xmlns:a="http://schemas.openxmlformats.org/drawingml/2006/main">
            <a:off x="1012507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31" name="dp43-comparison / n129 / path">
            <a:extLst xmlns:a="http://schemas.openxmlformats.org/drawingml/2006/main">
              <a:ext uri="{FF2B5EF4-FFF2-40B4-BE49-F238E27FC236}">
                <a16:creationId xmlns:a16="http://schemas.microsoft.com/office/drawing/2014/main" id="{B34A68BD-B2EE-4ECC-9D3F-C06BFCBD3FFA}"/>
              </a:ext>
            </a:extLst>
          </p:cNvPr>
          <p:cNvSpPr>
            <a:spLocks xmlns:a="http://schemas.openxmlformats.org/drawingml/2006/main" noGrp="1"/>
          </p:cNvSpPr>
          <p:nvPr/>
        </p:nvSpPr>
        <p:spPr>
          <a:xfrm xmlns:a="http://schemas.openxmlformats.org/drawingml/2006/main">
            <a:off x="12287250" y="3986213"/>
            <a:ext cx="342900" cy="19050"/>
          </a:xfrm>
          <a:custGeom xmlns:a="http://schemas.openxmlformats.org/drawingml/2006/main">
            <a:pathLst>
              <a:path w="342900" h="19050">
                <a:moveTo>
                  <a:pt x="0" y="0"/>
                </a:moveTo>
                <a:lnTo>
                  <a:pt x="342900" y="19050"/>
                </a:lnTo>
              </a:path>
            </a:pathLst>
          </a:custGeom>
          <a:noFill xmlns:a="http://schemas.openxmlformats.org/drawingml/2006/main"/>
          <a:ln xmlns:a="http://schemas.openxmlformats.org/drawingml/2006/main" w="19050">
            <a:solidFill>
              <a:srgbClr val="7155A4"/>
            </a:solidFill>
            <a:prstDash val="solid"/>
          </a:ln>
        </p:spPr>
      </p:sp>
      <p:sp>
        <p:nvSpPr>
          <p:cNvPr id="132" name="dp43-comparison / n129 / arrow">
            <a:extLst xmlns:a="http://schemas.openxmlformats.org/drawingml/2006/main">
              <a:ext uri="{FF2B5EF4-FFF2-40B4-BE49-F238E27FC236}">
                <a16:creationId xmlns:a16="http://schemas.microsoft.com/office/drawing/2014/main" id="{69884A12-213A-4011-8689-8D4C48BEB049}"/>
              </a:ext>
            </a:extLst>
          </p:cNvPr>
          <p:cNvSpPr>
            <a:spLocks xmlns:a="http://schemas.openxmlformats.org/drawingml/2006/main" noGrp="1"/>
          </p:cNvSpPr>
          <p:nvPr/>
        </p:nvSpPr>
        <p:spPr>
          <a:xfrm xmlns:a="http://schemas.openxmlformats.org/drawingml/2006/main">
            <a:off x="12505036" y="3937633"/>
            <a:ext cx="125114" cy="121732"/>
          </a:xfrm>
          <a:custGeom xmlns:a="http://schemas.openxmlformats.org/drawingml/2006/main">
            <a:pathLst>
              <a:path w="125114" h="121732">
                <a:moveTo>
                  <a:pt x="0" y="121732"/>
                </a:moveTo>
                <a:lnTo>
                  <a:pt x="125114" y="67629"/>
                </a:lnTo>
                <a:lnTo>
                  <a:pt x="6763" y="0"/>
                </a:lnTo>
              </a:path>
            </a:pathLst>
          </a:custGeom>
          <a:noFill xmlns:a="http://schemas.openxmlformats.org/drawingml/2006/main"/>
          <a:ln xmlns:a="http://schemas.openxmlformats.org/drawingml/2006/main" w="24384">
            <a:solidFill>
              <a:srgbClr val="7155A4"/>
            </a:solidFill>
            <a:prstDash val="solid"/>
          </a:ln>
        </p:spPr>
      </p:sp>
      <p:sp>
        <p:nvSpPr>
          <p:cNvPr id="133" name="dp43-comparison / n130 / path">
            <a:extLst xmlns:a="http://schemas.openxmlformats.org/drawingml/2006/main">
              <a:ext uri="{FF2B5EF4-FFF2-40B4-BE49-F238E27FC236}">
                <a16:creationId xmlns:a16="http://schemas.microsoft.com/office/drawing/2014/main" id="{813D8099-8D57-4E54-B523-0A8277075F62}"/>
              </a:ext>
            </a:extLst>
          </p:cNvPr>
          <p:cNvSpPr>
            <a:spLocks xmlns:a="http://schemas.openxmlformats.org/drawingml/2006/main" noGrp="1"/>
          </p:cNvSpPr>
          <p:nvPr/>
        </p:nvSpPr>
        <p:spPr>
          <a:xfrm xmlns:a="http://schemas.openxmlformats.org/drawingml/2006/main">
            <a:off x="12287250" y="4157663"/>
            <a:ext cx="342900" cy="19050"/>
          </a:xfrm>
          <a:custGeom xmlns:a="http://schemas.openxmlformats.org/drawingml/2006/main">
            <a:pathLst>
              <a:path w="342900" h="19050">
                <a:moveTo>
                  <a:pt x="342900" y="19050"/>
                </a:moveTo>
                <a:lnTo>
                  <a:pt x="0" y="0"/>
                </a:lnTo>
              </a:path>
            </a:pathLst>
          </a:custGeom>
          <a:noFill xmlns:a="http://schemas.openxmlformats.org/drawingml/2006/main"/>
          <a:ln xmlns:a="http://schemas.openxmlformats.org/drawingml/2006/main" w="19050">
            <a:solidFill>
              <a:srgbClr val="7155A4"/>
            </a:solidFill>
            <a:prstDash val="dash"/>
          </a:ln>
        </p:spPr>
      </p:sp>
      <p:sp>
        <p:nvSpPr>
          <p:cNvPr id="134" name="dp43-comparison / n130 / arrow">
            <a:extLst xmlns:a="http://schemas.openxmlformats.org/drawingml/2006/main">
              <a:ext uri="{FF2B5EF4-FFF2-40B4-BE49-F238E27FC236}">
                <a16:creationId xmlns:a16="http://schemas.microsoft.com/office/drawing/2014/main" id="{0E41E04C-D987-4A7C-A09C-9156A76A26D1}"/>
              </a:ext>
            </a:extLst>
          </p:cNvPr>
          <p:cNvSpPr>
            <a:spLocks xmlns:a="http://schemas.openxmlformats.org/drawingml/2006/main" noGrp="1"/>
          </p:cNvSpPr>
          <p:nvPr/>
        </p:nvSpPr>
        <p:spPr>
          <a:xfrm xmlns:a="http://schemas.openxmlformats.org/drawingml/2006/main">
            <a:off x="12287250" y="4103559"/>
            <a:ext cx="125114" cy="121732"/>
          </a:xfrm>
          <a:custGeom xmlns:a="http://schemas.openxmlformats.org/drawingml/2006/main">
            <a:pathLst>
              <a:path w="125114" h="121732">
                <a:moveTo>
                  <a:pt x="125114" y="0"/>
                </a:moveTo>
                <a:lnTo>
                  <a:pt x="0" y="54103"/>
                </a:lnTo>
                <a:lnTo>
                  <a:pt x="118351" y="121732"/>
                </a:lnTo>
              </a:path>
            </a:pathLst>
          </a:custGeom>
          <a:noFill xmlns:a="http://schemas.openxmlformats.org/drawingml/2006/main"/>
          <a:ln xmlns:a="http://schemas.openxmlformats.org/drawingml/2006/main" w="24384">
            <a:solidFill>
              <a:srgbClr val="7155A4"/>
            </a:solidFill>
            <a:prstDash val="solid"/>
          </a:ln>
        </p:spPr>
      </p:sp>
      <p:sp>
        <p:nvSpPr>
          <p:cNvPr id="135" name="dp43-comparison / n131">
            <a:extLst xmlns:a="http://schemas.openxmlformats.org/drawingml/2006/main">
              <a:ext uri="{FF2B5EF4-FFF2-40B4-BE49-F238E27FC236}">
                <a16:creationId xmlns:a16="http://schemas.microsoft.com/office/drawing/2014/main" id="{3CF00CB7-ED8E-4FC5-955C-CDA134B60312}"/>
              </a:ext>
            </a:extLst>
          </p:cNvPr>
          <p:cNvSpPr>
            <a:spLocks xmlns:a="http://schemas.openxmlformats.org/drawingml/2006/main" noGrp="1"/>
          </p:cNvSpPr>
          <p:nvPr/>
        </p:nvSpPr>
        <p:spPr>
          <a:xfrm xmlns:a="http://schemas.openxmlformats.org/drawingml/2006/main">
            <a:off x="1003935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36" name="dp43-comparison / n132 / text 1">
            <a:extLst xmlns:a="http://schemas.openxmlformats.org/drawingml/2006/main">
              <a:ext uri="{FF2B5EF4-FFF2-40B4-BE49-F238E27FC236}">
                <a16:creationId xmlns:a16="http://schemas.microsoft.com/office/drawing/2014/main" id="{1AA6F1D5-4611-403E-8B47-BF4255577E97}"/>
              </a:ext>
            </a:extLst>
          </p:cNvPr>
          <p:cNvSpPr>
            <a:spLocks xmlns:a="http://schemas.openxmlformats.org/drawingml/2006/main" noGrp="1"/>
          </p:cNvSpPr>
          <p:nvPr/>
        </p:nvSpPr>
        <p:spPr>
          <a:xfrm xmlns:a="http://schemas.openxmlformats.org/drawingml/2006/main">
            <a:off x="10125075" y="4623911"/>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Referent Resolver</a:t>
            </a:r>
          </a:p>
        </p:txBody>
      </p:sp>
      <p:sp>
        <p:nvSpPr>
          <p:cNvPr id="137" name="dp43-comparison / n135 / path">
            <a:extLst xmlns:a="http://schemas.openxmlformats.org/drawingml/2006/main">
              <a:ext uri="{FF2B5EF4-FFF2-40B4-BE49-F238E27FC236}">
                <a16:creationId xmlns:a16="http://schemas.microsoft.com/office/drawing/2014/main" id="{7727D3AE-16FA-4889-A1CA-31772CECEB13}"/>
              </a:ext>
            </a:extLst>
          </p:cNvPr>
          <p:cNvSpPr>
            <a:spLocks xmlns:a="http://schemas.openxmlformats.org/drawingml/2006/main" noGrp="1"/>
          </p:cNvSpPr>
          <p:nvPr/>
        </p:nvSpPr>
        <p:spPr>
          <a:xfrm xmlns:a="http://schemas.openxmlformats.org/drawingml/2006/main">
            <a:off x="12287250" y="4491038"/>
            <a:ext cx="342900" cy="152400"/>
          </a:xfrm>
          <a:custGeom xmlns:a="http://schemas.openxmlformats.org/drawingml/2006/main">
            <a:pathLst>
              <a:path w="342900" h="152400">
                <a:moveTo>
                  <a:pt x="0" y="15240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38" name="dp43-comparison / n135 / arrow">
            <a:extLst xmlns:a="http://schemas.openxmlformats.org/drawingml/2006/main">
              <a:ext uri="{FF2B5EF4-FFF2-40B4-BE49-F238E27FC236}">
                <a16:creationId xmlns:a16="http://schemas.microsoft.com/office/drawing/2014/main" id="{66BAFDDA-806C-4E51-BFF5-C77660FF528C}"/>
              </a:ext>
            </a:extLst>
          </p:cNvPr>
          <p:cNvSpPr>
            <a:spLocks xmlns:a="http://schemas.openxmlformats.org/drawingml/2006/main" noGrp="1"/>
          </p:cNvSpPr>
          <p:nvPr/>
        </p:nvSpPr>
        <p:spPr>
          <a:xfrm xmlns:a="http://schemas.openxmlformats.org/drawingml/2006/main">
            <a:off x="12493980" y="4484848"/>
            <a:ext cx="136170" cy="111412"/>
          </a:xfrm>
          <a:custGeom xmlns:a="http://schemas.openxmlformats.org/drawingml/2006/main">
            <a:pathLst>
              <a:path w="136170" h="111412">
                <a:moveTo>
                  <a:pt x="49516" y="111412"/>
                </a:moveTo>
                <a:lnTo>
                  <a:pt x="136170" y="6190"/>
                </a:lnTo>
                <a:lnTo>
                  <a:pt x="0" y="0"/>
                </a:lnTo>
              </a:path>
            </a:pathLst>
          </a:custGeom>
          <a:noFill xmlns:a="http://schemas.openxmlformats.org/drawingml/2006/main"/>
          <a:ln xmlns:a="http://schemas.openxmlformats.org/drawingml/2006/main" w="24384">
            <a:solidFill>
              <a:srgbClr val="7155A4"/>
            </a:solidFill>
            <a:prstDash val="solid"/>
          </a:ln>
        </p:spPr>
      </p:sp>
      <p:sp>
        <p:nvSpPr>
          <p:cNvPr id="139" name="dp43-comparison / n136 / path">
            <a:extLst xmlns:a="http://schemas.openxmlformats.org/drawingml/2006/main">
              <a:ext uri="{FF2B5EF4-FFF2-40B4-BE49-F238E27FC236}">
                <a16:creationId xmlns:a16="http://schemas.microsoft.com/office/drawing/2014/main" id="{91F7C9B4-3385-4209-AC72-90CE83E64B53}"/>
              </a:ext>
            </a:extLst>
          </p:cNvPr>
          <p:cNvSpPr>
            <a:spLocks xmlns:a="http://schemas.openxmlformats.org/drawingml/2006/main" noGrp="1"/>
          </p:cNvSpPr>
          <p:nvPr/>
        </p:nvSpPr>
        <p:spPr>
          <a:xfrm xmlns:a="http://schemas.openxmlformats.org/drawingml/2006/main">
            <a:off x="12287250" y="4662488"/>
            <a:ext cx="342900" cy="152400"/>
          </a:xfrm>
          <a:custGeom xmlns:a="http://schemas.openxmlformats.org/drawingml/2006/main">
            <a:pathLst>
              <a:path w="342900" h="152400">
                <a:moveTo>
                  <a:pt x="342900" y="0"/>
                </a:moveTo>
                <a:lnTo>
                  <a:pt x="0" y="152400"/>
                </a:lnTo>
              </a:path>
            </a:pathLst>
          </a:custGeom>
          <a:noFill xmlns:a="http://schemas.openxmlformats.org/drawingml/2006/main"/>
          <a:ln xmlns:a="http://schemas.openxmlformats.org/drawingml/2006/main" w="19050">
            <a:solidFill>
              <a:srgbClr val="7155A4"/>
            </a:solidFill>
            <a:prstDash val="dash"/>
          </a:ln>
        </p:spPr>
      </p:sp>
      <p:sp>
        <p:nvSpPr>
          <p:cNvPr id="140" name="dp43-comparison / n136 / arrow">
            <a:extLst xmlns:a="http://schemas.openxmlformats.org/drawingml/2006/main">
              <a:ext uri="{FF2B5EF4-FFF2-40B4-BE49-F238E27FC236}">
                <a16:creationId xmlns:a16="http://schemas.microsoft.com/office/drawing/2014/main" id="{88B7E6C5-93FC-450C-8CAD-7371EFD5BC3D}"/>
              </a:ext>
            </a:extLst>
          </p:cNvPr>
          <p:cNvSpPr>
            <a:spLocks xmlns:a="http://schemas.openxmlformats.org/drawingml/2006/main" noGrp="1"/>
          </p:cNvSpPr>
          <p:nvPr/>
        </p:nvSpPr>
        <p:spPr>
          <a:xfrm xmlns:a="http://schemas.openxmlformats.org/drawingml/2006/main">
            <a:off x="12287250" y="4709665"/>
            <a:ext cx="136170" cy="111412"/>
          </a:xfrm>
          <a:custGeom xmlns:a="http://schemas.openxmlformats.org/drawingml/2006/main">
            <a:pathLst>
              <a:path w="136170" h="111412">
                <a:moveTo>
                  <a:pt x="86654" y="0"/>
                </a:moveTo>
                <a:lnTo>
                  <a:pt x="0" y="105222"/>
                </a:lnTo>
                <a:lnTo>
                  <a:pt x="136170" y="111412"/>
                </a:lnTo>
              </a:path>
            </a:pathLst>
          </a:custGeom>
          <a:noFill xmlns:a="http://schemas.openxmlformats.org/drawingml/2006/main"/>
          <a:ln xmlns:a="http://schemas.openxmlformats.org/drawingml/2006/main" w="24384">
            <a:solidFill>
              <a:srgbClr val="7155A4"/>
            </a:solidFill>
            <a:prstDash val="solid"/>
          </a:ln>
        </p:spPr>
      </p:sp>
      <p:sp>
        <p:nvSpPr>
          <p:cNvPr id="141" name="dp43-comparison / n137">
            <a:extLst xmlns:a="http://schemas.openxmlformats.org/drawingml/2006/main">
              <a:ext uri="{FF2B5EF4-FFF2-40B4-BE49-F238E27FC236}">
                <a16:creationId xmlns:a16="http://schemas.microsoft.com/office/drawing/2014/main" id="{952EDE3E-0FF6-421F-ABE2-CE22C6DD5F5E}"/>
              </a:ext>
            </a:extLst>
          </p:cNvPr>
          <p:cNvSpPr>
            <a:spLocks xmlns:a="http://schemas.openxmlformats.org/drawingml/2006/main" noGrp="1"/>
          </p:cNvSpPr>
          <p:nvPr/>
        </p:nvSpPr>
        <p:spPr>
          <a:xfrm xmlns:a="http://schemas.openxmlformats.org/drawingml/2006/main">
            <a:off x="1003935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2" name="dp43-comparison / n138 / text 1">
            <a:extLst xmlns:a="http://schemas.openxmlformats.org/drawingml/2006/main">
              <a:ext uri="{FF2B5EF4-FFF2-40B4-BE49-F238E27FC236}">
                <a16:creationId xmlns:a16="http://schemas.microsoft.com/office/drawing/2014/main" id="{B268FB6C-3FCB-45CF-AC8D-94A94A0EA6FE}"/>
              </a:ext>
            </a:extLst>
          </p:cNvPr>
          <p:cNvSpPr>
            <a:spLocks xmlns:a="http://schemas.openxmlformats.org/drawingml/2006/main" noGrp="1"/>
          </p:cNvSpPr>
          <p:nvPr/>
        </p:nvSpPr>
        <p:spPr>
          <a:xfrm xmlns:a="http://schemas.openxmlformats.org/drawingml/2006/main">
            <a:off x="1012507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Association</a:t>
            </a:r>
          </a:p>
        </p:txBody>
      </p:sp>
      <p:sp>
        <p:nvSpPr>
          <p:cNvPr id="143" name="dp43-comparison / n138 / text 2">
            <a:extLst xmlns:a="http://schemas.openxmlformats.org/drawingml/2006/main">
              <a:ext uri="{FF2B5EF4-FFF2-40B4-BE49-F238E27FC236}">
                <a16:creationId xmlns:a16="http://schemas.microsoft.com/office/drawing/2014/main" id="{3C68582E-705B-4D62-A049-F263AAAE82F2}"/>
              </a:ext>
            </a:extLst>
          </p:cNvPr>
          <p:cNvSpPr>
            <a:spLocks xmlns:a="http://schemas.openxmlformats.org/drawingml/2006/main" noGrp="1"/>
          </p:cNvSpPr>
          <p:nvPr/>
        </p:nvSpPr>
        <p:spPr>
          <a:xfrm xmlns:a="http://schemas.openxmlformats.org/drawingml/2006/main">
            <a:off x="1012507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Resolver</a:t>
            </a:r>
          </a:p>
        </p:txBody>
      </p:sp>
      <p:sp>
        <p:nvSpPr>
          <p:cNvPr id="144" name="dp43-comparison / n141 / path">
            <a:extLst xmlns:a="http://schemas.openxmlformats.org/drawingml/2006/main">
              <a:ext uri="{FF2B5EF4-FFF2-40B4-BE49-F238E27FC236}">
                <a16:creationId xmlns:a16="http://schemas.microsoft.com/office/drawing/2014/main" id="{9AC98265-F968-4D04-BDEE-8818809E577A}"/>
              </a:ext>
            </a:extLst>
          </p:cNvPr>
          <p:cNvSpPr>
            <a:spLocks xmlns:a="http://schemas.openxmlformats.org/drawingml/2006/main" noGrp="1"/>
          </p:cNvSpPr>
          <p:nvPr/>
        </p:nvSpPr>
        <p:spPr>
          <a:xfrm xmlns:a="http://schemas.openxmlformats.org/drawingml/2006/main">
            <a:off x="12287250" y="4976813"/>
            <a:ext cx="342900" cy="323850"/>
          </a:xfrm>
          <a:custGeom xmlns:a="http://schemas.openxmlformats.org/drawingml/2006/main">
            <a:pathLst>
              <a:path w="342900" h="323850">
                <a:moveTo>
                  <a:pt x="0" y="32385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45" name="dp43-comparison / n141 / arrow">
            <a:extLst xmlns:a="http://schemas.openxmlformats.org/drawingml/2006/main">
              <a:ext uri="{FF2B5EF4-FFF2-40B4-BE49-F238E27FC236}">
                <a16:creationId xmlns:a16="http://schemas.microsoft.com/office/drawing/2014/main" id="{D7BB7FB8-473D-45D7-9413-23057173EB0A}"/>
              </a:ext>
            </a:extLst>
          </p:cNvPr>
          <p:cNvSpPr>
            <a:spLocks xmlns:a="http://schemas.openxmlformats.org/drawingml/2006/main" noGrp="1"/>
          </p:cNvSpPr>
          <p:nvPr/>
        </p:nvSpPr>
        <p:spPr>
          <a:xfrm xmlns:a="http://schemas.openxmlformats.org/drawingml/2006/main">
            <a:off x="12499656" y="4976813"/>
            <a:ext cx="130494" cy="128032"/>
          </a:xfrm>
          <a:custGeom xmlns:a="http://schemas.openxmlformats.org/drawingml/2006/main">
            <a:pathLst>
              <a:path w="130494" h="128032">
                <a:moveTo>
                  <a:pt x="83713" y="128032"/>
                </a:moveTo>
                <a:lnTo>
                  <a:pt x="130494" y="0"/>
                </a:lnTo>
                <a:lnTo>
                  <a:pt x="0" y="39394"/>
                </a:lnTo>
              </a:path>
            </a:pathLst>
          </a:custGeom>
          <a:noFill xmlns:a="http://schemas.openxmlformats.org/drawingml/2006/main"/>
          <a:ln xmlns:a="http://schemas.openxmlformats.org/drawingml/2006/main" w="24384">
            <a:solidFill>
              <a:srgbClr val="7155A4"/>
            </a:solidFill>
            <a:prstDash val="solid"/>
          </a:ln>
        </p:spPr>
      </p:sp>
      <p:sp>
        <p:nvSpPr>
          <p:cNvPr id="146" name="dp43-comparison / n142 / path">
            <a:extLst xmlns:a="http://schemas.openxmlformats.org/drawingml/2006/main">
              <a:ext uri="{FF2B5EF4-FFF2-40B4-BE49-F238E27FC236}">
                <a16:creationId xmlns:a16="http://schemas.microsoft.com/office/drawing/2014/main" id="{9C9283B9-6190-4971-8D67-F73364B4139C}"/>
              </a:ext>
            </a:extLst>
          </p:cNvPr>
          <p:cNvSpPr>
            <a:spLocks xmlns:a="http://schemas.openxmlformats.org/drawingml/2006/main" noGrp="1"/>
          </p:cNvSpPr>
          <p:nvPr/>
        </p:nvSpPr>
        <p:spPr>
          <a:xfrm xmlns:a="http://schemas.openxmlformats.org/drawingml/2006/main">
            <a:off x="12287250" y="5148263"/>
            <a:ext cx="342900" cy="323850"/>
          </a:xfrm>
          <a:custGeom xmlns:a="http://schemas.openxmlformats.org/drawingml/2006/main">
            <a:pathLst>
              <a:path w="342900" h="323850">
                <a:moveTo>
                  <a:pt x="342900" y="0"/>
                </a:moveTo>
                <a:lnTo>
                  <a:pt x="0" y="323850"/>
                </a:lnTo>
              </a:path>
            </a:pathLst>
          </a:custGeom>
          <a:noFill xmlns:a="http://schemas.openxmlformats.org/drawingml/2006/main"/>
          <a:ln xmlns:a="http://schemas.openxmlformats.org/drawingml/2006/main" w="19050">
            <a:solidFill>
              <a:srgbClr val="7155A4"/>
            </a:solidFill>
            <a:prstDash val="dash"/>
          </a:ln>
        </p:spPr>
      </p:sp>
      <p:sp>
        <p:nvSpPr>
          <p:cNvPr id="147" name="dp43-comparison / n142 / arrow">
            <a:extLst xmlns:a="http://schemas.openxmlformats.org/drawingml/2006/main">
              <a:ext uri="{FF2B5EF4-FFF2-40B4-BE49-F238E27FC236}">
                <a16:creationId xmlns:a16="http://schemas.microsoft.com/office/drawing/2014/main" id="{3C254935-1660-40EA-870F-7E4ACFEC3F23}"/>
              </a:ext>
            </a:extLst>
          </p:cNvPr>
          <p:cNvSpPr>
            <a:spLocks xmlns:a="http://schemas.openxmlformats.org/drawingml/2006/main" noGrp="1"/>
          </p:cNvSpPr>
          <p:nvPr/>
        </p:nvSpPr>
        <p:spPr>
          <a:xfrm xmlns:a="http://schemas.openxmlformats.org/drawingml/2006/main">
            <a:off x="12287250" y="5344081"/>
            <a:ext cx="130494" cy="128032"/>
          </a:xfrm>
          <a:custGeom xmlns:a="http://schemas.openxmlformats.org/drawingml/2006/main">
            <a:pathLst>
              <a:path w="130494" h="128032">
                <a:moveTo>
                  <a:pt x="46781" y="0"/>
                </a:moveTo>
                <a:lnTo>
                  <a:pt x="0" y="128032"/>
                </a:lnTo>
                <a:lnTo>
                  <a:pt x="130494" y="88637"/>
                </a:lnTo>
              </a:path>
            </a:pathLst>
          </a:custGeom>
          <a:noFill xmlns:a="http://schemas.openxmlformats.org/drawingml/2006/main"/>
          <a:ln xmlns:a="http://schemas.openxmlformats.org/drawingml/2006/main" w="24384">
            <a:solidFill>
              <a:srgbClr val="7155A4"/>
            </a:solidFill>
            <a:prstDash val="solid"/>
          </a:ln>
        </p:spPr>
      </p:sp>
      <p:sp>
        <p:nvSpPr>
          <p:cNvPr id="148" name="dp43-comparison / n143">
            <a:extLst xmlns:a="http://schemas.openxmlformats.org/drawingml/2006/main">
              <a:ext uri="{FF2B5EF4-FFF2-40B4-BE49-F238E27FC236}">
                <a16:creationId xmlns:a16="http://schemas.microsoft.com/office/drawing/2014/main" id="{33CEF426-A550-490A-B49A-C16717A9F273}"/>
              </a:ext>
            </a:extLst>
          </p:cNvPr>
          <p:cNvSpPr>
            <a:spLocks xmlns:a="http://schemas.openxmlformats.org/drawingml/2006/main" noGrp="1"/>
          </p:cNvSpPr>
          <p:nvPr/>
        </p:nvSpPr>
        <p:spPr>
          <a:xfrm xmlns:a="http://schemas.openxmlformats.org/drawingml/2006/main">
            <a:off x="1524000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9" name="dp43-comparison / n144 / text 1">
            <a:extLst xmlns:a="http://schemas.openxmlformats.org/drawingml/2006/main">
              <a:ext uri="{FF2B5EF4-FFF2-40B4-BE49-F238E27FC236}">
                <a16:creationId xmlns:a16="http://schemas.microsoft.com/office/drawing/2014/main" id="{AE05C7F9-AC66-46B0-A683-0EFE56A39F8B}"/>
              </a:ext>
            </a:extLst>
          </p:cNvPr>
          <p:cNvSpPr>
            <a:spLocks xmlns:a="http://schemas.openxmlformats.org/drawingml/2006/main" noGrp="1"/>
          </p:cNvSpPr>
          <p:nvPr/>
        </p:nvSpPr>
        <p:spPr>
          <a:xfrm xmlns:a="http://schemas.openxmlformats.org/drawingml/2006/main">
            <a:off x="1532572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Relation</a:t>
            </a:r>
          </a:p>
        </p:txBody>
      </p:sp>
      <p:sp>
        <p:nvSpPr>
          <p:cNvPr id="150" name="dp43-comparison / n144 / text 2">
            <a:extLst xmlns:a="http://schemas.openxmlformats.org/drawingml/2006/main">
              <a:ext uri="{FF2B5EF4-FFF2-40B4-BE49-F238E27FC236}">
                <a16:creationId xmlns:a16="http://schemas.microsoft.com/office/drawing/2014/main" id="{BD515B41-83E1-4733-BFB7-B165C55FCF19}"/>
              </a:ext>
            </a:extLst>
          </p:cNvPr>
          <p:cNvSpPr>
            <a:spLocks xmlns:a="http://schemas.openxmlformats.org/drawingml/2006/main" noGrp="1"/>
          </p:cNvSpPr>
          <p:nvPr/>
        </p:nvSpPr>
        <p:spPr>
          <a:xfrm xmlns:a="http://schemas.openxmlformats.org/drawingml/2006/main">
            <a:off x="1532572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1" name="dp43-comparison / n147 / path">
            <a:extLst xmlns:a="http://schemas.openxmlformats.org/drawingml/2006/main">
              <a:ext uri="{FF2B5EF4-FFF2-40B4-BE49-F238E27FC236}">
                <a16:creationId xmlns:a16="http://schemas.microsoft.com/office/drawing/2014/main" id="{E77887D6-A8B5-4BA0-BDE0-4CC2A5B99A13}"/>
              </a:ext>
            </a:extLst>
          </p:cNvPr>
          <p:cNvSpPr>
            <a:spLocks xmlns:a="http://schemas.openxmlformats.org/drawingml/2006/main" noGrp="1"/>
          </p:cNvSpPr>
          <p:nvPr/>
        </p:nvSpPr>
        <p:spPr>
          <a:xfrm xmlns:a="http://schemas.openxmlformats.org/drawingml/2006/main">
            <a:off x="14916150" y="3986213"/>
            <a:ext cx="323850" cy="19050"/>
          </a:xfrm>
          <a:custGeom xmlns:a="http://schemas.openxmlformats.org/drawingml/2006/main">
            <a:pathLst>
              <a:path w="323850" h="19050">
                <a:moveTo>
                  <a:pt x="323850" y="0"/>
                </a:moveTo>
                <a:lnTo>
                  <a:pt x="0" y="19050"/>
                </a:lnTo>
              </a:path>
            </a:pathLst>
          </a:custGeom>
          <a:noFill xmlns:a="http://schemas.openxmlformats.org/drawingml/2006/main"/>
          <a:ln xmlns:a="http://schemas.openxmlformats.org/drawingml/2006/main" w="19050">
            <a:solidFill>
              <a:srgbClr val="7155A4"/>
            </a:solidFill>
            <a:prstDash val="solid"/>
          </a:ln>
        </p:spPr>
      </p:sp>
      <p:sp>
        <p:nvSpPr>
          <p:cNvPr id="152" name="dp43-comparison / n147 / arrow">
            <a:extLst xmlns:a="http://schemas.openxmlformats.org/drawingml/2006/main">
              <a:ext uri="{FF2B5EF4-FFF2-40B4-BE49-F238E27FC236}">
                <a16:creationId xmlns:a16="http://schemas.microsoft.com/office/drawing/2014/main" id="{796EF363-7A86-4A61-852B-48FECB621376}"/>
              </a:ext>
            </a:extLst>
          </p:cNvPr>
          <p:cNvSpPr>
            <a:spLocks xmlns:a="http://schemas.openxmlformats.org/drawingml/2006/main" noGrp="1"/>
          </p:cNvSpPr>
          <p:nvPr/>
        </p:nvSpPr>
        <p:spPr>
          <a:xfrm xmlns:a="http://schemas.openxmlformats.org/drawingml/2006/main">
            <a:off x="14916150" y="3937248"/>
            <a:ext cx="125289" cy="121710"/>
          </a:xfrm>
          <a:custGeom xmlns:a="http://schemas.openxmlformats.org/drawingml/2006/main">
            <a:pathLst>
              <a:path w="125289" h="121710">
                <a:moveTo>
                  <a:pt x="118130" y="0"/>
                </a:moveTo>
                <a:lnTo>
                  <a:pt x="0" y="68014"/>
                </a:lnTo>
                <a:lnTo>
                  <a:pt x="125289" y="121710"/>
                </a:lnTo>
              </a:path>
            </a:pathLst>
          </a:custGeom>
          <a:noFill xmlns:a="http://schemas.openxmlformats.org/drawingml/2006/main"/>
          <a:ln xmlns:a="http://schemas.openxmlformats.org/drawingml/2006/main" w="24384">
            <a:solidFill>
              <a:srgbClr val="7155A4"/>
            </a:solidFill>
            <a:prstDash val="solid"/>
          </a:ln>
        </p:spPr>
      </p:sp>
      <p:sp>
        <p:nvSpPr>
          <p:cNvPr id="153" name="dp43-comparison / n148 / path">
            <a:extLst xmlns:a="http://schemas.openxmlformats.org/drawingml/2006/main">
              <a:ext uri="{FF2B5EF4-FFF2-40B4-BE49-F238E27FC236}">
                <a16:creationId xmlns:a16="http://schemas.microsoft.com/office/drawing/2014/main" id="{C2A54A6A-9D42-4FAE-9F10-D67FB8EE691B}"/>
              </a:ext>
            </a:extLst>
          </p:cNvPr>
          <p:cNvSpPr>
            <a:spLocks xmlns:a="http://schemas.openxmlformats.org/drawingml/2006/main" noGrp="1"/>
          </p:cNvSpPr>
          <p:nvPr/>
        </p:nvSpPr>
        <p:spPr>
          <a:xfrm xmlns:a="http://schemas.openxmlformats.org/drawingml/2006/main">
            <a:off x="14916150" y="4157663"/>
            <a:ext cx="323850" cy="19050"/>
          </a:xfrm>
          <a:custGeom xmlns:a="http://schemas.openxmlformats.org/drawingml/2006/main">
            <a:pathLst>
              <a:path w="323850" h="19050">
                <a:moveTo>
                  <a:pt x="0" y="19050"/>
                </a:moveTo>
                <a:lnTo>
                  <a:pt x="323850" y="0"/>
                </a:lnTo>
              </a:path>
            </a:pathLst>
          </a:custGeom>
          <a:noFill xmlns:a="http://schemas.openxmlformats.org/drawingml/2006/main"/>
          <a:ln xmlns:a="http://schemas.openxmlformats.org/drawingml/2006/main" w="19050">
            <a:solidFill>
              <a:srgbClr val="7155A4"/>
            </a:solidFill>
            <a:prstDash val="dash"/>
          </a:ln>
        </p:spPr>
      </p:sp>
      <p:sp>
        <p:nvSpPr>
          <p:cNvPr id="154" name="dp43-comparison / n148 / arrow">
            <a:extLst xmlns:a="http://schemas.openxmlformats.org/drawingml/2006/main">
              <a:ext uri="{FF2B5EF4-FFF2-40B4-BE49-F238E27FC236}">
                <a16:creationId xmlns:a16="http://schemas.microsoft.com/office/drawing/2014/main" id="{0247FA53-886B-49BE-B3CB-3DE2D1411E2C}"/>
              </a:ext>
            </a:extLst>
          </p:cNvPr>
          <p:cNvSpPr>
            <a:spLocks xmlns:a="http://schemas.openxmlformats.org/drawingml/2006/main" noGrp="1"/>
          </p:cNvSpPr>
          <p:nvPr/>
        </p:nvSpPr>
        <p:spPr>
          <a:xfrm xmlns:a="http://schemas.openxmlformats.org/drawingml/2006/main">
            <a:off x="15114711" y="4103967"/>
            <a:ext cx="125289" cy="121710"/>
          </a:xfrm>
          <a:custGeom xmlns:a="http://schemas.openxmlformats.org/drawingml/2006/main">
            <a:pathLst>
              <a:path w="125289" h="121710">
                <a:moveTo>
                  <a:pt x="7159" y="121710"/>
                </a:moveTo>
                <a:lnTo>
                  <a:pt x="125289" y="53695"/>
                </a:lnTo>
                <a:lnTo>
                  <a:pt x="0" y="0"/>
                </a:lnTo>
              </a:path>
            </a:pathLst>
          </a:custGeom>
          <a:noFill xmlns:a="http://schemas.openxmlformats.org/drawingml/2006/main"/>
          <a:ln xmlns:a="http://schemas.openxmlformats.org/drawingml/2006/main" w="24384">
            <a:solidFill>
              <a:srgbClr val="7155A4"/>
            </a:solidFill>
            <a:prstDash val="solid"/>
          </a:ln>
        </p:spPr>
      </p:sp>
      <p:sp>
        <p:nvSpPr>
          <p:cNvPr id="155" name="dp43-comparison / n149">
            <a:extLst xmlns:a="http://schemas.openxmlformats.org/drawingml/2006/main">
              <a:ext uri="{FF2B5EF4-FFF2-40B4-BE49-F238E27FC236}">
                <a16:creationId xmlns:a16="http://schemas.microsoft.com/office/drawing/2014/main" id="{15BB7B21-2A08-4542-AB5D-51654CA3407D}"/>
              </a:ext>
            </a:extLst>
          </p:cNvPr>
          <p:cNvSpPr>
            <a:spLocks xmlns:a="http://schemas.openxmlformats.org/drawingml/2006/main" noGrp="1"/>
          </p:cNvSpPr>
          <p:nvPr/>
        </p:nvSpPr>
        <p:spPr>
          <a:xfrm xmlns:a="http://schemas.openxmlformats.org/drawingml/2006/main">
            <a:off x="1524000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56" name="dp43-comparison / n150 / text 1">
            <a:extLst xmlns:a="http://schemas.openxmlformats.org/drawingml/2006/main">
              <a:ext uri="{FF2B5EF4-FFF2-40B4-BE49-F238E27FC236}">
                <a16:creationId xmlns:a16="http://schemas.microsoft.com/office/drawing/2014/main" id="{4F88F384-C49A-4627-AFB5-029CBA50BE58}"/>
              </a:ext>
            </a:extLst>
          </p:cNvPr>
          <p:cNvSpPr>
            <a:spLocks xmlns:a="http://schemas.openxmlformats.org/drawingml/2006/main" noGrp="1"/>
          </p:cNvSpPr>
          <p:nvPr/>
        </p:nvSpPr>
        <p:spPr>
          <a:xfrm xmlns:a="http://schemas.openxmlformats.org/drawingml/2006/main">
            <a:off x="15325725" y="4518660"/>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Revision</a:t>
            </a:r>
          </a:p>
        </p:txBody>
      </p:sp>
      <p:sp>
        <p:nvSpPr>
          <p:cNvPr id="157" name="dp43-comparison / n150 / text 2">
            <a:extLst xmlns:a="http://schemas.openxmlformats.org/drawingml/2006/main">
              <a:ext uri="{FF2B5EF4-FFF2-40B4-BE49-F238E27FC236}">
                <a16:creationId xmlns:a16="http://schemas.microsoft.com/office/drawing/2014/main" id="{2196D395-C71B-424F-A3B6-B71FB9E99F45}"/>
              </a:ext>
            </a:extLst>
          </p:cNvPr>
          <p:cNvSpPr>
            <a:spLocks xmlns:a="http://schemas.openxmlformats.org/drawingml/2006/main" noGrp="1"/>
          </p:cNvSpPr>
          <p:nvPr/>
        </p:nvSpPr>
        <p:spPr>
          <a:xfrm xmlns:a="http://schemas.openxmlformats.org/drawingml/2006/main">
            <a:off x="15325725" y="4729163"/>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8" name="dp43-comparison / n153 / path">
            <a:extLst xmlns:a="http://schemas.openxmlformats.org/drawingml/2006/main">
              <a:ext uri="{FF2B5EF4-FFF2-40B4-BE49-F238E27FC236}">
                <a16:creationId xmlns:a16="http://schemas.microsoft.com/office/drawing/2014/main" id="{93BF6DA8-E630-4501-A901-BCDC73A8A860}"/>
              </a:ext>
            </a:extLst>
          </p:cNvPr>
          <p:cNvSpPr>
            <a:spLocks xmlns:a="http://schemas.openxmlformats.org/drawingml/2006/main" noGrp="1"/>
          </p:cNvSpPr>
          <p:nvPr/>
        </p:nvSpPr>
        <p:spPr>
          <a:xfrm xmlns:a="http://schemas.openxmlformats.org/drawingml/2006/main">
            <a:off x="14916150" y="4491038"/>
            <a:ext cx="323850" cy="152400"/>
          </a:xfrm>
          <a:custGeom xmlns:a="http://schemas.openxmlformats.org/drawingml/2006/main">
            <a:pathLst>
              <a:path w="323850" h="152400">
                <a:moveTo>
                  <a:pt x="323850" y="152400"/>
                </a:moveTo>
                <a:lnTo>
                  <a:pt x="0" y="0"/>
                </a:lnTo>
              </a:path>
            </a:pathLst>
          </a:custGeom>
          <a:noFill xmlns:a="http://schemas.openxmlformats.org/drawingml/2006/main"/>
          <a:ln xmlns:a="http://schemas.openxmlformats.org/drawingml/2006/main" w="19050">
            <a:solidFill>
              <a:srgbClr val="7155A4"/>
            </a:solidFill>
            <a:prstDash val="solid"/>
          </a:ln>
        </p:spPr>
      </p:sp>
      <p:sp>
        <p:nvSpPr>
          <p:cNvPr id="159" name="dp43-comparison / n153 / arrow">
            <a:extLst xmlns:a="http://schemas.openxmlformats.org/drawingml/2006/main">
              <a:ext uri="{FF2B5EF4-FFF2-40B4-BE49-F238E27FC236}">
                <a16:creationId xmlns:a16="http://schemas.microsoft.com/office/drawing/2014/main" id="{2A4771B0-B29F-4AEF-9BD3-34FE1F94F9A5}"/>
              </a:ext>
            </a:extLst>
          </p:cNvPr>
          <p:cNvSpPr>
            <a:spLocks xmlns:a="http://schemas.openxmlformats.org/drawingml/2006/main" noGrp="1"/>
          </p:cNvSpPr>
          <p:nvPr/>
        </p:nvSpPr>
        <p:spPr>
          <a:xfrm xmlns:a="http://schemas.openxmlformats.org/drawingml/2006/main">
            <a:off x="14916150" y="4487793"/>
            <a:ext cx="136272" cy="110315"/>
          </a:xfrm>
          <a:custGeom xmlns:a="http://schemas.openxmlformats.org/drawingml/2006/main">
            <a:pathLst>
              <a:path w="136272" h="110315">
                <a:moveTo>
                  <a:pt x="136272" y="0"/>
                </a:moveTo>
                <a:lnTo>
                  <a:pt x="0" y="3245"/>
                </a:lnTo>
                <a:lnTo>
                  <a:pt x="84359" y="110315"/>
                </a:lnTo>
              </a:path>
            </a:pathLst>
          </a:custGeom>
          <a:noFill xmlns:a="http://schemas.openxmlformats.org/drawingml/2006/main"/>
          <a:ln xmlns:a="http://schemas.openxmlformats.org/drawingml/2006/main" w="24384">
            <a:solidFill>
              <a:srgbClr val="7155A4"/>
            </a:solidFill>
            <a:prstDash val="solid"/>
          </a:ln>
        </p:spPr>
      </p:sp>
      <p:sp>
        <p:nvSpPr>
          <p:cNvPr id="160" name="dp43-comparison / n154 / path">
            <a:extLst xmlns:a="http://schemas.openxmlformats.org/drawingml/2006/main">
              <a:ext uri="{FF2B5EF4-FFF2-40B4-BE49-F238E27FC236}">
                <a16:creationId xmlns:a16="http://schemas.microsoft.com/office/drawing/2014/main" id="{41BAF96C-986B-4816-87B5-50F74B94F1C6}"/>
              </a:ext>
            </a:extLst>
          </p:cNvPr>
          <p:cNvSpPr>
            <a:spLocks xmlns:a="http://schemas.openxmlformats.org/drawingml/2006/main" noGrp="1"/>
          </p:cNvSpPr>
          <p:nvPr/>
        </p:nvSpPr>
        <p:spPr>
          <a:xfrm xmlns:a="http://schemas.openxmlformats.org/drawingml/2006/main">
            <a:off x="14916150" y="4662488"/>
            <a:ext cx="323850" cy="152400"/>
          </a:xfrm>
          <a:custGeom xmlns:a="http://schemas.openxmlformats.org/drawingml/2006/main">
            <a:pathLst>
              <a:path w="323850" h="152400">
                <a:moveTo>
                  <a:pt x="0" y="0"/>
                </a:moveTo>
                <a:lnTo>
                  <a:pt x="323850" y="152400"/>
                </a:lnTo>
              </a:path>
            </a:pathLst>
          </a:custGeom>
          <a:noFill xmlns:a="http://schemas.openxmlformats.org/drawingml/2006/main"/>
          <a:ln xmlns:a="http://schemas.openxmlformats.org/drawingml/2006/main" w="19050">
            <a:solidFill>
              <a:srgbClr val="7155A4"/>
            </a:solidFill>
            <a:prstDash val="dash"/>
          </a:ln>
        </p:spPr>
      </p:sp>
      <p:sp>
        <p:nvSpPr>
          <p:cNvPr id="161" name="dp43-comparison / n154 / arrow">
            <a:extLst xmlns:a="http://schemas.openxmlformats.org/drawingml/2006/main">
              <a:ext uri="{FF2B5EF4-FFF2-40B4-BE49-F238E27FC236}">
                <a16:creationId xmlns:a16="http://schemas.microsoft.com/office/drawing/2014/main" id="{C95F8F80-CD0A-40F8-AAE9-BA340B24443B}"/>
              </a:ext>
            </a:extLst>
          </p:cNvPr>
          <p:cNvSpPr>
            <a:spLocks xmlns:a="http://schemas.openxmlformats.org/drawingml/2006/main" noGrp="1"/>
          </p:cNvSpPr>
          <p:nvPr/>
        </p:nvSpPr>
        <p:spPr>
          <a:xfrm xmlns:a="http://schemas.openxmlformats.org/drawingml/2006/main">
            <a:off x="15103728" y="4707817"/>
            <a:ext cx="136272" cy="110315"/>
          </a:xfrm>
          <a:custGeom xmlns:a="http://schemas.openxmlformats.org/drawingml/2006/main">
            <a:pathLst>
              <a:path w="136272" h="110315">
                <a:moveTo>
                  <a:pt x="0" y="110315"/>
                </a:moveTo>
                <a:lnTo>
                  <a:pt x="136272" y="107071"/>
                </a:lnTo>
                <a:lnTo>
                  <a:pt x="51913" y="0"/>
                </a:lnTo>
              </a:path>
            </a:pathLst>
          </a:custGeom>
          <a:noFill xmlns:a="http://schemas.openxmlformats.org/drawingml/2006/main"/>
          <a:ln xmlns:a="http://schemas.openxmlformats.org/drawingml/2006/main" w="24384">
            <a:solidFill>
              <a:srgbClr val="7155A4"/>
            </a:solidFill>
            <a:prstDash val="solid"/>
          </a:ln>
        </p:spPr>
      </p:sp>
      <p:sp>
        <p:nvSpPr>
          <p:cNvPr id="162" name="dp43-comparison / n155">
            <a:extLst xmlns:a="http://schemas.openxmlformats.org/drawingml/2006/main">
              <a:ext uri="{FF2B5EF4-FFF2-40B4-BE49-F238E27FC236}">
                <a16:creationId xmlns:a16="http://schemas.microsoft.com/office/drawing/2014/main" id="{0EC0449E-68D9-40A6-ACF9-8E9BCB19CCF6}"/>
              </a:ext>
            </a:extLst>
          </p:cNvPr>
          <p:cNvSpPr>
            <a:spLocks xmlns:a="http://schemas.openxmlformats.org/drawingml/2006/main" noGrp="1"/>
          </p:cNvSpPr>
          <p:nvPr/>
        </p:nvSpPr>
        <p:spPr>
          <a:xfrm xmlns:a="http://schemas.openxmlformats.org/drawingml/2006/main">
            <a:off x="1524000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63" name="dp43-comparison / n156 / text 1">
            <a:extLst xmlns:a="http://schemas.openxmlformats.org/drawingml/2006/main">
              <a:ext uri="{FF2B5EF4-FFF2-40B4-BE49-F238E27FC236}">
                <a16:creationId xmlns:a16="http://schemas.microsoft.com/office/drawing/2014/main" id="{6502A7E6-8A8A-4ACF-A7C5-0D28433397E9}"/>
              </a:ext>
            </a:extLst>
          </p:cNvPr>
          <p:cNvSpPr>
            <a:spLocks xmlns:a="http://schemas.openxmlformats.org/drawingml/2006/main" noGrp="1"/>
          </p:cNvSpPr>
          <p:nvPr/>
        </p:nvSpPr>
        <p:spPr>
          <a:xfrm xmlns:a="http://schemas.openxmlformats.org/drawingml/2006/main">
            <a:off x="1532572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Handling</a:t>
            </a:r>
          </a:p>
        </p:txBody>
      </p:sp>
      <p:sp>
        <p:nvSpPr>
          <p:cNvPr id="164" name="dp43-comparison / n156 / text 2">
            <a:extLst xmlns:a="http://schemas.openxmlformats.org/drawingml/2006/main">
              <a:ext uri="{FF2B5EF4-FFF2-40B4-BE49-F238E27FC236}">
                <a16:creationId xmlns:a16="http://schemas.microsoft.com/office/drawing/2014/main" id="{B2843BEA-5D02-4E3C-9889-AADE9B46B1DE}"/>
              </a:ext>
            </a:extLst>
          </p:cNvPr>
          <p:cNvSpPr>
            <a:spLocks xmlns:a="http://schemas.openxmlformats.org/drawingml/2006/main" noGrp="1"/>
          </p:cNvSpPr>
          <p:nvPr/>
        </p:nvSpPr>
        <p:spPr>
          <a:xfrm xmlns:a="http://schemas.openxmlformats.org/drawingml/2006/main">
            <a:off x="1532572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65" name="dp43-comparison / n159 / path">
            <a:extLst xmlns:a="http://schemas.openxmlformats.org/drawingml/2006/main">
              <a:ext uri="{FF2B5EF4-FFF2-40B4-BE49-F238E27FC236}">
                <a16:creationId xmlns:a16="http://schemas.microsoft.com/office/drawing/2014/main" id="{6C5DB757-6F10-41FD-B270-99BED1CA1A37}"/>
              </a:ext>
            </a:extLst>
          </p:cNvPr>
          <p:cNvSpPr>
            <a:spLocks xmlns:a="http://schemas.openxmlformats.org/drawingml/2006/main" noGrp="1"/>
          </p:cNvSpPr>
          <p:nvPr/>
        </p:nvSpPr>
        <p:spPr>
          <a:xfrm xmlns:a="http://schemas.openxmlformats.org/drawingml/2006/main">
            <a:off x="14916150" y="4976813"/>
            <a:ext cx="323850" cy="323850"/>
          </a:xfrm>
          <a:custGeom xmlns:a="http://schemas.openxmlformats.org/drawingml/2006/main">
            <a:pathLst>
              <a:path w="323850" h="323850">
                <a:moveTo>
                  <a:pt x="323850" y="323850"/>
                </a:moveTo>
                <a:lnTo>
                  <a:pt x="0" y="0"/>
                </a:lnTo>
              </a:path>
            </a:pathLst>
          </a:custGeom>
          <a:noFill xmlns:a="http://schemas.openxmlformats.org/drawingml/2006/main"/>
          <a:ln xmlns:a="http://schemas.openxmlformats.org/drawingml/2006/main" w="19050">
            <a:solidFill>
              <a:srgbClr val="7155A4"/>
            </a:solidFill>
            <a:prstDash val="solid"/>
          </a:ln>
        </p:spPr>
      </p:sp>
      <p:sp>
        <p:nvSpPr>
          <p:cNvPr id="166" name="dp43-comparison / n159 / arrow">
            <a:extLst xmlns:a="http://schemas.openxmlformats.org/drawingml/2006/main">
              <a:ext uri="{FF2B5EF4-FFF2-40B4-BE49-F238E27FC236}">
                <a16:creationId xmlns:a16="http://schemas.microsoft.com/office/drawing/2014/main" id="{952540C5-25DB-43C8-B72C-0A10036F4F80}"/>
              </a:ext>
            </a:extLst>
          </p:cNvPr>
          <p:cNvSpPr>
            <a:spLocks xmlns:a="http://schemas.openxmlformats.org/drawingml/2006/main" noGrp="1"/>
          </p:cNvSpPr>
          <p:nvPr/>
        </p:nvSpPr>
        <p:spPr>
          <a:xfrm xmlns:a="http://schemas.openxmlformats.org/drawingml/2006/main">
            <a:off x="14916150" y="4976813"/>
            <a:ext cx="129316" cy="129316"/>
          </a:xfrm>
          <a:custGeom xmlns:a="http://schemas.openxmlformats.org/drawingml/2006/main">
            <a:pathLst>
              <a:path w="129316" h="129316">
                <a:moveTo>
                  <a:pt x="129316" y="43105"/>
                </a:moveTo>
                <a:lnTo>
                  <a:pt x="0" y="0"/>
                </a:lnTo>
                <a:lnTo>
                  <a:pt x="43105" y="129316"/>
                </a:lnTo>
              </a:path>
            </a:pathLst>
          </a:custGeom>
          <a:noFill xmlns:a="http://schemas.openxmlformats.org/drawingml/2006/main"/>
          <a:ln xmlns:a="http://schemas.openxmlformats.org/drawingml/2006/main" w="24384">
            <a:solidFill>
              <a:srgbClr val="7155A4"/>
            </a:solidFill>
            <a:prstDash val="solid"/>
          </a:ln>
        </p:spPr>
      </p:sp>
      <p:sp>
        <p:nvSpPr>
          <p:cNvPr id="167" name="dp43-comparison / n160 / path">
            <a:extLst xmlns:a="http://schemas.openxmlformats.org/drawingml/2006/main">
              <a:ext uri="{FF2B5EF4-FFF2-40B4-BE49-F238E27FC236}">
                <a16:creationId xmlns:a16="http://schemas.microsoft.com/office/drawing/2014/main" id="{4BD65947-07E5-4750-A07D-3DE421A9EEC6}"/>
              </a:ext>
            </a:extLst>
          </p:cNvPr>
          <p:cNvSpPr>
            <a:spLocks xmlns:a="http://schemas.openxmlformats.org/drawingml/2006/main" noGrp="1"/>
          </p:cNvSpPr>
          <p:nvPr/>
        </p:nvSpPr>
        <p:spPr>
          <a:xfrm xmlns:a="http://schemas.openxmlformats.org/drawingml/2006/main">
            <a:off x="14916150" y="5148263"/>
            <a:ext cx="323850" cy="323850"/>
          </a:xfrm>
          <a:custGeom xmlns:a="http://schemas.openxmlformats.org/drawingml/2006/main">
            <a:pathLst>
              <a:path w="323850" h="323850">
                <a:moveTo>
                  <a:pt x="0" y="0"/>
                </a:moveTo>
                <a:lnTo>
                  <a:pt x="323850" y="323850"/>
                </a:lnTo>
              </a:path>
            </a:pathLst>
          </a:custGeom>
          <a:noFill xmlns:a="http://schemas.openxmlformats.org/drawingml/2006/main"/>
          <a:ln xmlns:a="http://schemas.openxmlformats.org/drawingml/2006/main" w="19050">
            <a:solidFill>
              <a:srgbClr val="7155A4"/>
            </a:solidFill>
            <a:prstDash val="dash"/>
          </a:ln>
        </p:spPr>
      </p:sp>
      <p:sp>
        <p:nvSpPr>
          <p:cNvPr id="168" name="dp43-comparison / n160 / arrow">
            <a:extLst xmlns:a="http://schemas.openxmlformats.org/drawingml/2006/main">
              <a:ext uri="{FF2B5EF4-FFF2-40B4-BE49-F238E27FC236}">
                <a16:creationId xmlns:a16="http://schemas.microsoft.com/office/drawing/2014/main" id="{FFD289AF-5B8B-4E69-A974-0B89C6F3654E}"/>
              </a:ext>
            </a:extLst>
          </p:cNvPr>
          <p:cNvSpPr>
            <a:spLocks xmlns:a="http://schemas.openxmlformats.org/drawingml/2006/main" noGrp="1"/>
          </p:cNvSpPr>
          <p:nvPr/>
        </p:nvSpPr>
        <p:spPr>
          <a:xfrm xmlns:a="http://schemas.openxmlformats.org/drawingml/2006/main">
            <a:off x="15110684" y="5342797"/>
            <a:ext cx="129316" cy="129316"/>
          </a:xfrm>
          <a:custGeom xmlns:a="http://schemas.openxmlformats.org/drawingml/2006/main">
            <a:pathLst>
              <a:path w="129316" h="129316">
                <a:moveTo>
                  <a:pt x="0" y="86210"/>
                </a:moveTo>
                <a:lnTo>
                  <a:pt x="129316" y="129316"/>
                </a:lnTo>
                <a:lnTo>
                  <a:pt x="86210" y="0"/>
                </a:lnTo>
              </a:path>
            </a:pathLst>
          </a:custGeom>
          <a:noFill xmlns:a="http://schemas.openxmlformats.org/drawingml/2006/main"/>
          <a:ln xmlns:a="http://schemas.openxmlformats.org/drawingml/2006/main" w="24384">
            <a:solidFill>
              <a:srgbClr val="7155A4"/>
            </a:solidFill>
            <a:prstDash val="solid"/>
          </a:ln>
        </p:spPr>
      </p:sp>
      <p:sp>
        <p:nvSpPr>
          <p:cNvPr id="169" name="dp43-comparison / n161 / path">
            <a:extLst xmlns:a="http://schemas.openxmlformats.org/drawingml/2006/main">
              <a:ext uri="{FF2B5EF4-FFF2-40B4-BE49-F238E27FC236}">
                <a16:creationId xmlns:a16="http://schemas.microsoft.com/office/drawing/2014/main" id="{A8047B0C-0235-48D0-BDC9-442F689E574A}"/>
              </a:ext>
            </a:extLst>
          </p:cNvPr>
          <p:cNvSpPr>
            <a:spLocks xmlns:a="http://schemas.openxmlformats.org/drawingml/2006/main" noGrp="1"/>
          </p:cNvSpPr>
          <p:nvPr/>
        </p:nvSpPr>
        <p:spPr>
          <a:xfrm xmlns:a="http://schemas.openxmlformats.org/drawingml/2006/main">
            <a:off x="13773150" y="3038475"/>
            <a:ext cx="1247775" cy="828675"/>
          </a:xfrm>
          <a:custGeom xmlns:a="http://schemas.openxmlformats.org/drawingml/2006/main">
            <a:pathLst>
              <a:path w="1247775" h="828675">
                <a:moveTo>
                  <a:pt x="1104900" y="0"/>
                </a:moveTo>
                <a:lnTo>
                  <a:pt x="1104900" y="266700"/>
                </a:lnTo>
                <a:lnTo>
                  <a:pt x="1247775" y="266700"/>
                </a:lnTo>
                <a:lnTo>
                  <a:pt x="1247775" y="781050"/>
                </a:lnTo>
                <a:lnTo>
                  <a:pt x="0" y="781050"/>
                </a:lnTo>
                <a:lnTo>
                  <a:pt x="0" y="828675"/>
                </a:lnTo>
              </a:path>
            </a:pathLst>
          </a:custGeom>
          <a:noFill xmlns:a="http://schemas.openxmlformats.org/drawingml/2006/main"/>
          <a:ln xmlns:a="http://schemas.openxmlformats.org/drawingml/2006/main" w="19050">
            <a:solidFill>
              <a:srgbClr val="7155A4"/>
            </a:solidFill>
            <a:prstDash val="solid"/>
          </a:ln>
        </p:spPr>
      </p:sp>
      <p:sp>
        <p:nvSpPr>
          <p:cNvPr id="170" name="dp43-comparison / n161 / arrow">
            <a:extLst xmlns:a="http://schemas.openxmlformats.org/drawingml/2006/main">
              <a:ext uri="{FF2B5EF4-FFF2-40B4-BE49-F238E27FC236}">
                <a16:creationId xmlns:a16="http://schemas.microsoft.com/office/drawing/2014/main" id="{8E3B377A-F05C-4E50-AD2A-B7634AA1E36D}"/>
              </a:ext>
            </a:extLst>
          </p:cNvPr>
          <p:cNvSpPr>
            <a:spLocks xmlns:a="http://schemas.openxmlformats.org/drawingml/2006/main" noGrp="1"/>
          </p:cNvSpPr>
          <p:nvPr/>
        </p:nvSpPr>
        <p:spPr>
          <a:xfrm xmlns:a="http://schemas.openxmlformats.org/drawingml/2006/main">
            <a:off x="13712190" y="3745230"/>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1" name="dp43-comparison / n162 / path">
            <a:extLst xmlns:a="http://schemas.openxmlformats.org/drawingml/2006/main">
              <a:ext uri="{FF2B5EF4-FFF2-40B4-BE49-F238E27FC236}">
                <a16:creationId xmlns:a16="http://schemas.microsoft.com/office/drawing/2014/main" id="{CB60EB7E-84FA-4AB8-A3F0-B11BB9C72456}"/>
              </a:ext>
            </a:extLst>
          </p:cNvPr>
          <p:cNvSpPr>
            <a:spLocks xmlns:a="http://schemas.openxmlformats.org/drawingml/2006/main" noGrp="1"/>
          </p:cNvSpPr>
          <p:nvPr/>
        </p:nvSpPr>
        <p:spPr>
          <a:xfrm xmlns:a="http://schemas.openxmlformats.org/drawingml/2006/main">
            <a:off x="13773150" y="5286375"/>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9050">
            <a:solidFill>
              <a:srgbClr val="7155A4"/>
            </a:solidFill>
            <a:prstDash val="solid"/>
          </a:ln>
        </p:spPr>
      </p:sp>
      <p:sp>
        <p:nvSpPr>
          <p:cNvPr id="172" name="dp43-comparison / n162 / arrow">
            <a:extLst xmlns:a="http://schemas.openxmlformats.org/drawingml/2006/main">
              <a:ext uri="{FF2B5EF4-FFF2-40B4-BE49-F238E27FC236}">
                <a16:creationId xmlns:a16="http://schemas.microsoft.com/office/drawing/2014/main" id="{30AFB217-110A-443A-8ADB-281319B87699}"/>
              </a:ext>
            </a:extLst>
          </p:cNvPr>
          <p:cNvSpPr>
            <a:spLocks xmlns:a="http://schemas.openxmlformats.org/drawingml/2006/main" noGrp="1"/>
          </p:cNvSpPr>
          <p:nvPr/>
        </p:nvSpPr>
        <p:spPr>
          <a:xfrm xmlns:a="http://schemas.openxmlformats.org/drawingml/2006/main">
            <a:off x="13712190" y="52787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3" name="dp43-comparison / n163 / path">
            <a:extLst xmlns:a="http://schemas.openxmlformats.org/drawingml/2006/main">
              <a:ext uri="{FF2B5EF4-FFF2-40B4-BE49-F238E27FC236}">
                <a16:creationId xmlns:a16="http://schemas.microsoft.com/office/drawing/2014/main" id="{4B709071-6841-47FA-93E5-0DB7DA4755D1}"/>
              </a:ext>
            </a:extLst>
          </p:cNvPr>
          <p:cNvSpPr>
            <a:spLocks xmlns:a="http://schemas.openxmlformats.org/drawingml/2006/main" noGrp="1"/>
          </p:cNvSpPr>
          <p:nvPr/>
        </p:nvSpPr>
        <p:spPr>
          <a:xfrm xmlns:a="http://schemas.openxmlformats.org/drawingml/2006/main">
            <a:off x="9944100" y="3038475"/>
            <a:ext cx="7791450" cy="742950"/>
          </a:xfrm>
          <a:custGeom xmlns:a="http://schemas.openxmlformats.org/drawingml/2006/main">
            <a:pathLst>
              <a:path w="7791450" h="742950">
                <a:moveTo>
                  <a:pt x="0" y="742950"/>
                </a:moveTo>
                <a:lnTo>
                  <a:pt x="7791450" y="742950"/>
                </a:lnTo>
                <a:lnTo>
                  <a:pt x="7791450" y="266700"/>
                </a:lnTo>
                <a:lnTo>
                  <a:pt x="6743700" y="266700"/>
                </a:lnTo>
                <a:lnTo>
                  <a:pt x="6743700" y="0"/>
                </a:lnTo>
              </a:path>
            </a:pathLst>
          </a:custGeom>
          <a:noFill xmlns:a="http://schemas.openxmlformats.org/drawingml/2006/main"/>
          <a:ln xmlns:a="http://schemas.openxmlformats.org/drawingml/2006/main" w="19050">
            <a:solidFill>
              <a:srgbClr val="5F6B77"/>
            </a:solidFill>
            <a:prstDash val="dash"/>
          </a:ln>
        </p:spPr>
      </p:sp>
      <p:sp>
        <p:nvSpPr>
          <p:cNvPr id="174" name="dp43-comparison / n163 / arrow">
            <a:extLst xmlns:a="http://schemas.openxmlformats.org/drawingml/2006/main">
              <a:ext uri="{FF2B5EF4-FFF2-40B4-BE49-F238E27FC236}">
                <a16:creationId xmlns:a16="http://schemas.microsoft.com/office/drawing/2014/main" id="{9885B000-F079-461F-8828-357AB5561067}"/>
              </a:ext>
            </a:extLst>
          </p:cNvPr>
          <p:cNvSpPr>
            <a:spLocks xmlns:a="http://schemas.openxmlformats.org/drawingml/2006/main" noGrp="1"/>
          </p:cNvSpPr>
          <p:nvPr/>
        </p:nvSpPr>
        <p:spPr>
          <a:xfrm xmlns:a="http://schemas.openxmlformats.org/drawingml/2006/main">
            <a:off x="1662684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175" name="dp43-comparison / n164 / path">
            <a:extLst xmlns:a="http://schemas.openxmlformats.org/drawingml/2006/main">
              <a:ext uri="{FF2B5EF4-FFF2-40B4-BE49-F238E27FC236}">
                <a16:creationId xmlns:a16="http://schemas.microsoft.com/office/drawing/2014/main" id="{99BED5CE-B02E-4D61-841D-3FCA1C3F0D69}"/>
              </a:ext>
            </a:extLst>
          </p:cNvPr>
          <p:cNvSpPr>
            <a:spLocks xmlns:a="http://schemas.openxmlformats.org/drawingml/2006/main" noGrp="1"/>
          </p:cNvSpPr>
          <p:nvPr/>
        </p:nvSpPr>
        <p:spPr>
          <a:xfrm xmlns:a="http://schemas.openxmlformats.org/drawingml/2006/main">
            <a:off x="9944100" y="3781425"/>
            <a:ext cx="95250" cy="290513"/>
          </a:xfrm>
          <a:custGeom xmlns:a="http://schemas.openxmlformats.org/drawingml/2006/main">
            <a:pathLst>
              <a:path w="95250" h="290513">
                <a:moveTo>
                  <a:pt x="95250" y="290513"/>
                </a:moveTo>
                <a:lnTo>
                  <a:pt x="0" y="290513"/>
                </a:lnTo>
                <a:lnTo>
                  <a:pt x="0" y="0"/>
                </a:lnTo>
              </a:path>
            </a:pathLst>
          </a:custGeom>
          <a:noFill xmlns:a="http://schemas.openxmlformats.org/drawingml/2006/main"/>
          <a:ln xmlns:a="http://schemas.openxmlformats.org/drawingml/2006/main" w="19050">
            <a:solidFill>
              <a:srgbClr val="5F6B77"/>
            </a:solidFill>
            <a:prstDash val="dash"/>
          </a:ln>
        </p:spPr>
      </p:sp>
      <p:sp>
        <p:nvSpPr>
          <p:cNvPr id="176" name="dp43-comparison / n165 / path">
            <a:extLst xmlns:a="http://schemas.openxmlformats.org/drawingml/2006/main">
              <a:ext uri="{FF2B5EF4-FFF2-40B4-BE49-F238E27FC236}">
                <a16:creationId xmlns:a16="http://schemas.microsoft.com/office/drawing/2014/main" id="{A46318C1-90A6-4DDB-A07C-2995691A665B}"/>
              </a:ext>
            </a:extLst>
          </p:cNvPr>
          <p:cNvSpPr>
            <a:spLocks xmlns:a="http://schemas.openxmlformats.org/drawingml/2006/main" noGrp="1"/>
          </p:cNvSpPr>
          <p:nvPr/>
        </p:nvSpPr>
        <p:spPr>
          <a:xfrm xmlns:a="http://schemas.openxmlformats.org/drawingml/2006/main">
            <a:off x="9944100" y="3781425"/>
            <a:ext cx="95250" cy="947738"/>
          </a:xfrm>
          <a:custGeom xmlns:a="http://schemas.openxmlformats.org/drawingml/2006/main">
            <a:pathLst>
              <a:path w="95250" h="947738">
                <a:moveTo>
                  <a:pt x="95250" y="947738"/>
                </a:moveTo>
                <a:lnTo>
                  <a:pt x="0" y="947738"/>
                </a:lnTo>
                <a:lnTo>
                  <a:pt x="0" y="0"/>
                </a:lnTo>
              </a:path>
            </a:pathLst>
          </a:custGeom>
          <a:noFill xmlns:a="http://schemas.openxmlformats.org/drawingml/2006/main"/>
          <a:ln xmlns:a="http://schemas.openxmlformats.org/drawingml/2006/main" w="19050">
            <a:solidFill>
              <a:srgbClr val="5F6B77"/>
            </a:solidFill>
            <a:prstDash val="dash"/>
          </a:ln>
        </p:spPr>
      </p:sp>
      <p:sp>
        <p:nvSpPr>
          <p:cNvPr id="177" name="dp43-comparison / n166 / path">
            <a:extLst xmlns:a="http://schemas.openxmlformats.org/drawingml/2006/main">
              <a:ext uri="{FF2B5EF4-FFF2-40B4-BE49-F238E27FC236}">
                <a16:creationId xmlns:a16="http://schemas.microsoft.com/office/drawing/2014/main" id="{B25EFED7-BC5C-4496-8AFC-474203337656}"/>
              </a:ext>
            </a:extLst>
          </p:cNvPr>
          <p:cNvSpPr>
            <a:spLocks xmlns:a="http://schemas.openxmlformats.org/drawingml/2006/main" noGrp="1"/>
          </p:cNvSpPr>
          <p:nvPr/>
        </p:nvSpPr>
        <p:spPr>
          <a:xfrm xmlns:a="http://schemas.openxmlformats.org/drawingml/2006/main">
            <a:off x="9944100" y="3781425"/>
            <a:ext cx="95250" cy="1604963"/>
          </a:xfrm>
          <a:custGeom xmlns:a="http://schemas.openxmlformats.org/drawingml/2006/main">
            <a:pathLst>
              <a:path w="95250" h="1604963">
                <a:moveTo>
                  <a:pt x="95250" y="1604963"/>
                </a:moveTo>
                <a:lnTo>
                  <a:pt x="0" y="1604963"/>
                </a:lnTo>
                <a:lnTo>
                  <a:pt x="0" y="0"/>
                </a:lnTo>
              </a:path>
            </a:pathLst>
          </a:custGeom>
          <a:noFill xmlns:a="http://schemas.openxmlformats.org/drawingml/2006/main"/>
          <a:ln xmlns:a="http://schemas.openxmlformats.org/drawingml/2006/main" w="19050">
            <a:solidFill>
              <a:srgbClr val="5F6B77"/>
            </a:solidFill>
            <a:prstDash val="dash"/>
          </a:ln>
        </p:spPr>
      </p:sp>
      <p:sp>
        <p:nvSpPr>
          <p:cNvPr id="178" name="dp43-comparison / n167 / path">
            <a:extLst xmlns:a="http://schemas.openxmlformats.org/drawingml/2006/main">
              <a:ext uri="{FF2B5EF4-FFF2-40B4-BE49-F238E27FC236}">
                <a16:creationId xmlns:a16="http://schemas.microsoft.com/office/drawing/2014/main" id="{F4A0C98D-DE60-4B4C-8304-8335C74FBFA1}"/>
              </a:ext>
            </a:extLst>
          </p:cNvPr>
          <p:cNvSpPr>
            <a:spLocks xmlns:a="http://schemas.openxmlformats.org/drawingml/2006/main" noGrp="1"/>
          </p:cNvSpPr>
          <p:nvPr/>
        </p:nvSpPr>
        <p:spPr>
          <a:xfrm xmlns:a="http://schemas.openxmlformats.org/drawingml/2006/main">
            <a:off x="17487900" y="3781425"/>
            <a:ext cx="247650" cy="290513"/>
          </a:xfrm>
          <a:custGeom xmlns:a="http://schemas.openxmlformats.org/drawingml/2006/main">
            <a:pathLst>
              <a:path w="247650" h="290513">
                <a:moveTo>
                  <a:pt x="0" y="290513"/>
                </a:moveTo>
                <a:lnTo>
                  <a:pt x="247650" y="290513"/>
                </a:lnTo>
                <a:lnTo>
                  <a:pt x="247650" y="0"/>
                </a:lnTo>
              </a:path>
            </a:pathLst>
          </a:custGeom>
          <a:noFill xmlns:a="http://schemas.openxmlformats.org/drawingml/2006/main"/>
          <a:ln xmlns:a="http://schemas.openxmlformats.org/drawingml/2006/main" w="19050">
            <a:solidFill>
              <a:srgbClr val="5F6B77"/>
            </a:solidFill>
            <a:prstDash val="dash"/>
          </a:ln>
        </p:spPr>
      </p:sp>
      <p:sp>
        <p:nvSpPr>
          <p:cNvPr id="179" name="dp43-comparison / n168 / path">
            <a:extLst xmlns:a="http://schemas.openxmlformats.org/drawingml/2006/main">
              <a:ext uri="{FF2B5EF4-FFF2-40B4-BE49-F238E27FC236}">
                <a16:creationId xmlns:a16="http://schemas.microsoft.com/office/drawing/2014/main" id="{F6939EA8-03A9-4FD2-8674-4E559F5C9B71}"/>
              </a:ext>
            </a:extLst>
          </p:cNvPr>
          <p:cNvSpPr>
            <a:spLocks xmlns:a="http://schemas.openxmlformats.org/drawingml/2006/main" noGrp="1"/>
          </p:cNvSpPr>
          <p:nvPr/>
        </p:nvSpPr>
        <p:spPr>
          <a:xfrm xmlns:a="http://schemas.openxmlformats.org/drawingml/2006/main">
            <a:off x="17487900" y="3781425"/>
            <a:ext cx="247650" cy="947738"/>
          </a:xfrm>
          <a:custGeom xmlns:a="http://schemas.openxmlformats.org/drawingml/2006/main">
            <a:pathLst>
              <a:path w="247650" h="947738">
                <a:moveTo>
                  <a:pt x="0" y="947738"/>
                </a:moveTo>
                <a:lnTo>
                  <a:pt x="247650" y="947738"/>
                </a:lnTo>
                <a:lnTo>
                  <a:pt x="247650" y="0"/>
                </a:lnTo>
              </a:path>
            </a:pathLst>
          </a:custGeom>
          <a:noFill xmlns:a="http://schemas.openxmlformats.org/drawingml/2006/main"/>
          <a:ln xmlns:a="http://schemas.openxmlformats.org/drawingml/2006/main" w="19050">
            <a:solidFill>
              <a:srgbClr val="5F6B77"/>
            </a:solidFill>
            <a:prstDash val="dash"/>
          </a:ln>
        </p:spPr>
      </p:sp>
      <p:sp>
        <p:nvSpPr>
          <p:cNvPr id="180" name="dp43-comparison / n169 / path">
            <a:extLst xmlns:a="http://schemas.openxmlformats.org/drawingml/2006/main">
              <a:ext uri="{FF2B5EF4-FFF2-40B4-BE49-F238E27FC236}">
                <a16:creationId xmlns:a16="http://schemas.microsoft.com/office/drawing/2014/main" id="{D440C08F-1EF6-4876-A0C3-F376502A2DF9}"/>
              </a:ext>
            </a:extLst>
          </p:cNvPr>
          <p:cNvSpPr>
            <a:spLocks xmlns:a="http://schemas.openxmlformats.org/drawingml/2006/main" noGrp="1"/>
          </p:cNvSpPr>
          <p:nvPr/>
        </p:nvSpPr>
        <p:spPr>
          <a:xfrm xmlns:a="http://schemas.openxmlformats.org/drawingml/2006/main">
            <a:off x="17487900" y="3781425"/>
            <a:ext cx="247650" cy="1604963"/>
          </a:xfrm>
          <a:custGeom xmlns:a="http://schemas.openxmlformats.org/drawingml/2006/main">
            <a:pathLst>
              <a:path w="247650" h="1604963">
                <a:moveTo>
                  <a:pt x="0" y="1604963"/>
                </a:moveTo>
                <a:lnTo>
                  <a:pt x="247650" y="1604963"/>
                </a:lnTo>
                <a:lnTo>
                  <a:pt x="247650" y="0"/>
                </a:lnTo>
              </a:path>
            </a:pathLst>
          </a:custGeom>
          <a:noFill xmlns:a="http://schemas.openxmlformats.org/drawingml/2006/main"/>
          <a:ln xmlns:a="http://schemas.openxmlformats.org/drawingml/2006/main" w="19050">
            <a:solidFill>
              <a:srgbClr val="5F6B77"/>
            </a:solidFill>
            <a:prstDash val="dash"/>
          </a:ln>
        </p:spPr>
      </p:sp>
      <p:sp>
        <p:nvSpPr>
          <p:cNvPr id="181" name="dp43-comparison / n176">
            <a:extLst xmlns:a="http://schemas.openxmlformats.org/drawingml/2006/main">
              <a:ext uri="{FF2B5EF4-FFF2-40B4-BE49-F238E27FC236}">
                <a16:creationId xmlns:a16="http://schemas.microsoft.com/office/drawing/2014/main" id="{013D0395-B7E9-4DE0-AAF5-2164A2E01BA8}"/>
              </a:ext>
            </a:extLst>
          </p:cNvPr>
          <p:cNvSpPr>
            <a:spLocks xmlns:a="http://schemas.openxmlformats.org/drawingml/2006/main" noGrp="1"/>
          </p:cNvSpPr>
          <p:nvPr/>
        </p:nvSpPr>
        <p:spPr>
          <a:xfrm xmlns:a="http://schemas.openxmlformats.org/drawingml/2006/main">
            <a:off x="990600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2" name="dp43-comparison / n177 / text 1">
            <a:extLst xmlns:a="http://schemas.openxmlformats.org/drawingml/2006/main">
              <a:ext uri="{FF2B5EF4-FFF2-40B4-BE49-F238E27FC236}">
                <a16:creationId xmlns:a16="http://schemas.microsoft.com/office/drawing/2014/main" id="{4F785923-9EBB-45C7-B8F2-52A169FB6FC6}"/>
              </a:ext>
            </a:extLst>
          </p:cNvPr>
          <p:cNvSpPr>
            <a:spLocks xmlns:a="http://schemas.openxmlformats.org/drawingml/2006/main" noGrp="1"/>
          </p:cNvSpPr>
          <p:nvPr/>
        </p:nvSpPr>
        <p:spPr>
          <a:xfrm xmlns:a="http://schemas.openxmlformats.org/drawingml/2006/main">
            <a:off x="999172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83" name="dp43-comparison / n178">
            <a:extLst xmlns:a="http://schemas.openxmlformats.org/drawingml/2006/main">
              <a:ext uri="{FF2B5EF4-FFF2-40B4-BE49-F238E27FC236}">
                <a16:creationId xmlns:a16="http://schemas.microsoft.com/office/drawing/2014/main" id="{1CC840AA-2A96-4D66-BA01-F6D415F39883}"/>
              </a:ext>
            </a:extLst>
          </p:cNvPr>
          <p:cNvSpPr>
            <a:spLocks xmlns:a="http://schemas.openxmlformats.org/drawingml/2006/main" noGrp="1"/>
          </p:cNvSpPr>
          <p:nvPr/>
        </p:nvSpPr>
        <p:spPr>
          <a:xfrm xmlns:a="http://schemas.openxmlformats.org/drawingml/2006/main">
            <a:off x="1290637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84" name="dp43-comparison / n179 / text 1">
            <a:extLst xmlns:a="http://schemas.openxmlformats.org/drawingml/2006/main">
              <a:ext uri="{FF2B5EF4-FFF2-40B4-BE49-F238E27FC236}">
                <a16:creationId xmlns:a16="http://schemas.microsoft.com/office/drawing/2014/main" id="{13961A4A-6B08-4DFD-A287-2BCF45CB80E1}"/>
              </a:ext>
            </a:extLst>
          </p:cNvPr>
          <p:cNvSpPr>
            <a:spLocks xmlns:a="http://schemas.openxmlformats.org/drawingml/2006/main" noGrp="1"/>
          </p:cNvSpPr>
          <p:nvPr/>
        </p:nvSpPr>
        <p:spPr>
          <a:xfrm xmlns:a="http://schemas.openxmlformats.org/drawingml/2006/main">
            <a:off x="1299210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185" name="dp43-comparison / n180">
            <a:extLst xmlns:a="http://schemas.openxmlformats.org/drawingml/2006/main">
              <a:ext uri="{FF2B5EF4-FFF2-40B4-BE49-F238E27FC236}">
                <a16:creationId xmlns:a16="http://schemas.microsoft.com/office/drawing/2014/main" id="{71E490D8-CA97-4441-AB05-E533D51FF450}"/>
              </a:ext>
            </a:extLst>
          </p:cNvPr>
          <p:cNvSpPr>
            <a:spLocks xmlns:a="http://schemas.openxmlformats.org/drawingml/2006/main" noGrp="1"/>
          </p:cNvSpPr>
          <p:nvPr/>
        </p:nvSpPr>
        <p:spPr>
          <a:xfrm xmlns:a="http://schemas.openxmlformats.org/drawingml/2006/main">
            <a:off x="1566862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6" name="dp43-comparison / n181 / text 1">
            <a:extLst xmlns:a="http://schemas.openxmlformats.org/drawingml/2006/main">
              <a:ext uri="{FF2B5EF4-FFF2-40B4-BE49-F238E27FC236}">
                <a16:creationId xmlns:a16="http://schemas.microsoft.com/office/drawing/2014/main" id="{299151BA-F830-459E-A67B-AAAD86F7E326}"/>
              </a:ext>
            </a:extLst>
          </p:cNvPr>
          <p:cNvSpPr>
            <a:spLocks xmlns:a="http://schemas.openxmlformats.org/drawingml/2006/main" noGrp="1"/>
          </p:cNvSpPr>
          <p:nvPr/>
        </p:nvSpPr>
        <p:spPr>
          <a:xfrm xmlns:a="http://schemas.openxmlformats.org/drawingml/2006/main">
            <a:off x="1575435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187" name="dp43-comparison / n182 / path">
            <a:extLst xmlns:a="http://schemas.openxmlformats.org/drawingml/2006/main">
              <a:ext uri="{FF2B5EF4-FFF2-40B4-BE49-F238E27FC236}">
                <a16:creationId xmlns:a16="http://schemas.microsoft.com/office/drawing/2014/main" id="{256A4B1C-CCDE-4036-B764-506A789A4BC4}"/>
              </a:ext>
            </a:extLst>
          </p:cNvPr>
          <p:cNvSpPr>
            <a:spLocks xmlns:a="http://schemas.openxmlformats.org/drawingml/2006/main" noGrp="1"/>
          </p:cNvSpPr>
          <p:nvPr/>
        </p:nvSpPr>
        <p:spPr>
          <a:xfrm xmlns:a="http://schemas.openxmlformats.org/drawingml/2006/main">
            <a:off x="11096625" y="5810250"/>
            <a:ext cx="2676525" cy="714375"/>
          </a:xfrm>
          <a:custGeom xmlns:a="http://schemas.openxmlformats.org/drawingml/2006/main">
            <a:pathLst>
              <a:path w="2676525" h="714375">
                <a:moveTo>
                  <a:pt x="2676525" y="0"/>
                </a:moveTo>
                <a:lnTo>
                  <a:pt x="2676525" y="647700"/>
                </a:lnTo>
                <a:lnTo>
                  <a:pt x="0" y="647700"/>
                </a:lnTo>
                <a:lnTo>
                  <a:pt x="0" y="714375"/>
                </a:lnTo>
              </a:path>
            </a:pathLst>
          </a:custGeom>
          <a:noFill xmlns:a="http://schemas.openxmlformats.org/drawingml/2006/main"/>
          <a:ln xmlns:a="http://schemas.openxmlformats.org/drawingml/2006/main" w="19050">
            <a:solidFill>
              <a:srgbClr val="7155A4"/>
            </a:solidFill>
            <a:prstDash val="solid"/>
          </a:ln>
        </p:spPr>
      </p:sp>
      <p:sp>
        <p:nvSpPr>
          <p:cNvPr id="188" name="dp43-comparison / n182 / arrow">
            <a:extLst xmlns:a="http://schemas.openxmlformats.org/drawingml/2006/main">
              <a:ext uri="{FF2B5EF4-FFF2-40B4-BE49-F238E27FC236}">
                <a16:creationId xmlns:a16="http://schemas.microsoft.com/office/drawing/2014/main" id="{8DB97C90-0CF1-404C-96D5-E2F82C6A3DBF}"/>
              </a:ext>
            </a:extLst>
          </p:cNvPr>
          <p:cNvSpPr>
            <a:spLocks xmlns:a="http://schemas.openxmlformats.org/drawingml/2006/main" noGrp="1"/>
          </p:cNvSpPr>
          <p:nvPr/>
        </p:nvSpPr>
        <p:spPr>
          <a:xfrm xmlns:a="http://schemas.openxmlformats.org/drawingml/2006/main">
            <a:off x="1103566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89" name="dp43-comparison / n183 / path">
            <a:extLst xmlns:a="http://schemas.openxmlformats.org/drawingml/2006/main">
              <a:ext uri="{FF2B5EF4-FFF2-40B4-BE49-F238E27FC236}">
                <a16:creationId xmlns:a16="http://schemas.microsoft.com/office/drawing/2014/main" id="{82F1A60D-58BD-481D-B897-392466047E32}"/>
              </a:ext>
            </a:extLst>
          </p:cNvPr>
          <p:cNvSpPr>
            <a:spLocks xmlns:a="http://schemas.openxmlformats.org/drawingml/2006/main" noGrp="1"/>
          </p:cNvSpPr>
          <p:nvPr/>
        </p:nvSpPr>
        <p:spPr>
          <a:xfrm xmlns:a="http://schemas.openxmlformats.org/drawingml/2006/main">
            <a:off x="1228725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190" name="dp43-comparison / n183 / arrow">
            <a:extLst xmlns:a="http://schemas.openxmlformats.org/drawingml/2006/main">
              <a:ext uri="{FF2B5EF4-FFF2-40B4-BE49-F238E27FC236}">
                <a16:creationId xmlns:a16="http://schemas.microsoft.com/office/drawing/2014/main" id="{9124D4B8-8B55-4EC9-B40D-9C513AB3B907}"/>
              </a:ext>
            </a:extLst>
          </p:cNvPr>
          <p:cNvSpPr>
            <a:spLocks xmlns:a="http://schemas.openxmlformats.org/drawingml/2006/main" noGrp="1"/>
          </p:cNvSpPr>
          <p:nvPr/>
        </p:nvSpPr>
        <p:spPr>
          <a:xfrm xmlns:a="http://schemas.openxmlformats.org/drawingml/2006/main">
            <a:off x="1228725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191" name="dp43-comparison / n184 / path">
            <a:extLst xmlns:a="http://schemas.openxmlformats.org/drawingml/2006/main">
              <a:ext uri="{FF2B5EF4-FFF2-40B4-BE49-F238E27FC236}">
                <a16:creationId xmlns:a16="http://schemas.microsoft.com/office/drawing/2014/main" id="{4688ADCC-F336-47D9-B8C2-6DBB58574CC1}"/>
              </a:ext>
            </a:extLst>
          </p:cNvPr>
          <p:cNvSpPr>
            <a:spLocks xmlns:a="http://schemas.openxmlformats.org/drawingml/2006/main" noGrp="1"/>
          </p:cNvSpPr>
          <p:nvPr/>
        </p:nvSpPr>
        <p:spPr>
          <a:xfrm xmlns:a="http://schemas.openxmlformats.org/drawingml/2006/main">
            <a:off x="1228725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7155A4"/>
            </a:solidFill>
            <a:prstDash val="solid"/>
          </a:ln>
        </p:spPr>
      </p:sp>
      <p:sp>
        <p:nvSpPr>
          <p:cNvPr id="192" name="dp43-comparison / n184 / arrow">
            <a:extLst xmlns:a="http://schemas.openxmlformats.org/drawingml/2006/main">
              <a:ext uri="{FF2B5EF4-FFF2-40B4-BE49-F238E27FC236}">
                <a16:creationId xmlns:a16="http://schemas.microsoft.com/office/drawing/2014/main" id="{BCA6E32B-847A-4892-900C-F50CC57FF7E8}"/>
              </a:ext>
            </a:extLst>
          </p:cNvPr>
          <p:cNvSpPr>
            <a:spLocks xmlns:a="http://schemas.openxmlformats.org/drawingml/2006/main" noGrp="1"/>
          </p:cNvSpPr>
          <p:nvPr/>
        </p:nvSpPr>
        <p:spPr>
          <a:xfrm xmlns:a="http://schemas.openxmlformats.org/drawingml/2006/main">
            <a:off x="1278445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93" name="dp43-comparison / n110">
            <a:extLst xmlns:a="http://schemas.openxmlformats.org/drawingml/2006/main">
              <a:ext uri="{FF2B5EF4-FFF2-40B4-BE49-F238E27FC236}">
                <a16:creationId xmlns:a16="http://schemas.microsoft.com/office/drawing/2014/main" id="{4181A5C3-3EBC-4B5E-9BCF-BC4E6E53AEEA}"/>
              </a:ext>
            </a:extLst>
          </p:cNvPr>
          <p:cNvSpPr>
            <a:spLocks xmlns:a="http://schemas.openxmlformats.org/drawingml/2006/main" noGrp="1"/>
          </p:cNvSpPr>
          <p:nvPr/>
        </p:nvSpPr>
        <p:spPr>
          <a:xfrm xmlns:a="http://schemas.openxmlformats.org/drawingml/2006/main">
            <a:off x="986790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3-comparison / n111 / text 1">
            <a:extLst xmlns:a="http://schemas.openxmlformats.org/drawingml/2006/main">
              <a:ext uri="{FF2B5EF4-FFF2-40B4-BE49-F238E27FC236}">
                <a16:creationId xmlns:a16="http://schemas.microsoft.com/office/drawing/2014/main" id="{7E9C46C3-F06D-4B92-A607-4174A42F62C4}"/>
              </a:ext>
            </a:extLst>
          </p:cNvPr>
          <p:cNvSpPr>
            <a:spLocks xmlns:a="http://schemas.openxmlformats.org/drawingml/2006/main" noGrp="1"/>
          </p:cNvSpPr>
          <p:nvPr/>
        </p:nvSpPr>
        <p:spPr>
          <a:xfrm xmlns:a="http://schemas.openxmlformats.org/drawingml/2006/main">
            <a:off x="988695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195" name="dp43-comparison / n112">
            <a:extLst xmlns:a="http://schemas.openxmlformats.org/drawingml/2006/main">
              <a:ext uri="{FF2B5EF4-FFF2-40B4-BE49-F238E27FC236}">
                <a16:creationId xmlns:a16="http://schemas.microsoft.com/office/drawing/2014/main" id="{97765100-4BE0-47F2-9AA7-637FE83F5C7B}"/>
              </a:ext>
            </a:extLst>
          </p:cNvPr>
          <p:cNvSpPr>
            <a:spLocks xmlns:a="http://schemas.openxmlformats.org/drawingml/2006/main" noGrp="1"/>
          </p:cNvSpPr>
          <p:nvPr/>
        </p:nvSpPr>
        <p:spPr>
          <a:xfrm xmlns:a="http://schemas.openxmlformats.org/drawingml/2006/main">
            <a:off x="1567815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3-comparison / n113 / text 1">
            <a:extLst xmlns:a="http://schemas.openxmlformats.org/drawingml/2006/main">
              <a:ext uri="{FF2B5EF4-FFF2-40B4-BE49-F238E27FC236}">
                <a16:creationId xmlns:a16="http://schemas.microsoft.com/office/drawing/2014/main" id="{C5F44CEB-3C5B-4BB6-B05D-EABEAAA29675}"/>
              </a:ext>
            </a:extLst>
          </p:cNvPr>
          <p:cNvSpPr>
            <a:spLocks xmlns:a="http://schemas.openxmlformats.org/drawingml/2006/main" noGrp="1"/>
          </p:cNvSpPr>
          <p:nvPr/>
        </p:nvSpPr>
        <p:spPr>
          <a:xfrm xmlns:a="http://schemas.openxmlformats.org/drawingml/2006/main">
            <a:off x="1569720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197" name="dp43-comparison / n115">
            <a:extLst xmlns:a="http://schemas.openxmlformats.org/drawingml/2006/main">
              <a:ext uri="{FF2B5EF4-FFF2-40B4-BE49-F238E27FC236}">
                <a16:creationId xmlns:a16="http://schemas.microsoft.com/office/drawing/2014/main" id="{3FC340C3-1DE3-4396-8E59-428EEB5D1CFF}"/>
              </a:ext>
            </a:extLst>
          </p:cNvPr>
          <p:cNvSpPr>
            <a:spLocks xmlns:a="http://schemas.openxmlformats.org/drawingml/2006/main" noGrp="1"/>
          </p:cNvSpPr>
          <p:nvPr/>
        </p:nvSpPr>
        <p:spPr>
          <a:xfrm xmlns:a="http://schemas.openxmlformats.org/drawingml/2006/main">
            <a:off x="1223962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3-comparison / n116 / text 1">
            <a:extLst xmlns:a="http://schemas.openxmlformats.org/drawingml/2006/main">
              <a:ext uri="{FF2B5EF4-FFF2-40B4-BE49-F238E27FC236}">
                <a16:creationId xmlns:a16="http://schemas.microsoft.com/office/drawing/2014/main" id="{55CFA5DA-01BD-461F-9BB2-29240A1F5ED3}"/>
              </a:ext>
            </a:extLst>
          </p:cNvPr>
          <p:cNvSpPr>
            <a:spLocks xmlns:a="http://schemas.openxmlformats.org/drawingml/2006/main" noGrp="1"/>
          </p:cNvSpPr>
          <p:nvPr/>
        </p:nvSpPr>
        <p:spPr>
          <a:xfrm xmlns:a="http://schemas.openxmlformats.org/drawingml/2006/main">
            <a:off x="1225867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199" name="dp43-comparison / n117">
            <a:extLst xmlns:a="http://schemas.openxmlformats.org/drawingml/2006/main">
              <a:ext uri="{FF2B5EF4-FFF2-40B4-BE49-F238E27FC236}">
                <a16:creationId xmlns:a16="http://schemas.microsoft.com/office/drawing/2014/main" id="{EA8F9E46-FC83-49A6-9F27-083C27AD481E}"/>
              </a:ext>
            </a:extLst>
          </p:cNvPr>
          <p:cNvSpPr>
            <a:spLocks xmlns:a="http://schemas.openxmlformats.org/drawingml/2006/main" noGrp="1"/>
          </p:cNvSpPr>
          <p:nvPr/>
        </p:nvSpPr>
        <p:spPr>
          <a:xfrm xmlns:a="http://schemas.openxmlformats.org/drawingml/2006/main">
            <a:off x="983932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3-comparison / n118 / text 1">
            <a:extLst xmlns:a="http://schemas.openxmlformats.org/drawingml/2006/main">
              <a:ext uri="{FF2B5EF4-FFF2-40B4-BE49-F238E27FC236}">
                <a16:creationId xmlns:a16="http://schemas.microsoft.com/office/drawing/2014/main" id="{3C99236A-F6B4-4984-BB7C-264C0F7F0538}"/>
              </a:ext>
            </a:extLst>
          </p:cNvPr>
          <p:cNvSpPr>
            <a:spLocks xmlns:a="http://schemas.openxmlformats.org/drawingml/2006/main" noGrp="1"/>
          </p:cNvSpPr>
          <p:nvPr/>
        </p:nvSpPr>
        <p:spPr>
          <a:xfrm xmlns:a="http://schemas.openxmlformats.org/drawingml/2006/main">
            <a:off x="985837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201" name="dp43-comparison / n127">
            <a:extLst xmlns:a="http://schemas.openxmlformats.org/drawingml/2006/main">
              <a:ext uri="{FF2B5EF4-FFF2-40B4-BE49-F238E27FC236}">
                <a16:creationId xmlns:a16="http://schemas.microsoft.com/office/drawing/2014/main" id="{5D9BA927-C8E7-4A78-AEEB-A89AD6B384B9}"/>
              </a:ext>
            </a:extLst>
          </p:cNvPr>
          <p:cNvSpPr>
            <a:spLocks xmlns:a="http://schemas.openxmlformats.org/drawingml/2006/main" noGrp="1"/>
          </p:cNvSpPr>
          <p:nvPr/>
        </p:nvSpPr>
        <p:spPr>
          <a:xfrm xmlns:a="http://schemas.openxmlformats.org/drawingml/2006/main">
            <a:off x="1002030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3-comparison / n128 / text 1">
            <a:extLst xmlns:a="http://schemas.openxmlformats.org/drawingml/2006/main">
              <a:ext uri="{FF2B5EF4-FFF2-40B4-BE49-F238E27FC236}">
                <a16:creationId xmlns:a16="http://schemas.microsoft.com/office/drawing/2014/main" id="{2A8BBB86-9F80-41D4-8123-63706539B3CC}"/>
              </a:ext>
            </a:extLst>
          </p:cNvPr>
          <p:cNvSpPr>
            <a:spLocks xmlns:a="http://schemas.openxmlformats.org/drawingml/2006/main" noGrp="1"/>
          </p:cNvSpPr>
          <p:nvPr/>
        </p:nvSpPr>
        <p:spPr>
          <a:xfrm xmlns:a="http://schemas.openxmlformats.org/drawingml/2006/main">
            <a:off x="1003935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F1 목표와 완료 조건</a:t>
            </a:r>
          </a:p>
        </p:txBody>
      </p:sp>
      <p:sp>
        <p:nvSpPr>
          <p:cNvPr id="203" name="dp43-comparison / n133">
            <a:extLst xmlns:a="http://schemas.openxmlformats.org/drawingml/2006/main">
              <a:ext uri="{FF2B5EF4-FFF2-40B4-BE49-F238E27FC236}">
                <a16:creationId xmlns:a16="http://schemas.microsoft.com/office/drawing/2014/main" id="{5A7A953A-81D5-4F77-ACA1-C8EE68F868FA}"/>
              </a:ext>
            </a:extLst>
          </p:cNvPr>
          <p:cNvSpPr>
            <a:spLocks xmlns:a="http://schemas.openxmlformats.org/drawingml/2006/main" noGrp="1"/>
          </p:cNvSpPr>
          <p:nvPr/>
        </p:nvSpPr>
        <p:spPr>
          <a:xfrm xmlns:a="http://schemas.openxmlformats.org/drawingml/2006/main">
            <a:off x="10020300" y="4943475"/>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3-comparison / n134 / text 1">
            <a:extLst xmlns:a="http://schemas.openxmlformats.org/drawingml/2006/main">
              <a:ext uri="{FF2B5EF4-FFF2-40B4-BE49-F238E27FC236}">
                <a16:creationId xmlns:a16="http://schemas.microsoft.com/office/drawing/2014/main" id="{447AA3A2-AFA1-42FC-8AD4-2DBA2284FE1C}"/>
              </a:ext>
            </a:extLst>
          </p:cNvPr>
          <p:cNvSpPr>
            <a:spLocks xmlns:a="http://schemas.openxmlformats.org/drawingml/2006/main" noGrp="1"/>
          </p:cNvSpPr>
          <p:nvPr/>
        </p:nvSpPr>
        <p:spPr>
          <a:xfrm xmlns:a="http://schemas.openxmlformats.org/drawingml/2006/main">
            <a:off x="1003935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F2 표와 결론의 범위</a:t>
            </a:r>
          </a:p>
        </p:txBody>
      </p:sp>
      <p:sp>
        <p:nvSpPr>
          <p:cNvPr id="205" name="dp43-comparison / n139">
            <a:extLst xmlns:a="http://schemas.openxmlformats.org/drawingml/2006/main">
              <a:ext uri="{FF2B5EF4-FFF2-40B4-BE49-F238E27FC236}">
                <a16:creationId xmlns:a16="http://schemas.microsoft.com/office/drawing/2014/main" id="{E9ACB78A-61E6-47E2-8D97-E26FD73591C1}"/>
              </a:ext>
            </a:extLst>
          </p:cNvPr>
          <p:cNvSpPr>
            <a:spLocks xmlns:a="http://schemas.openxmlformats.org/drawingml/2006/main" noGrp="1"/>
          </p:cNvSpPr>
          <p:nvPr/>
        </p:nvSpPr>
        <p:spPr>
          <a:xfrm xmlns:a="http://schemas.openxmlformats.org/drawingml/2006/main">
            <a:off x="10020300" y="5600700"/>
            <a:ext cx="226790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3-comparison / n140 / text 1">
            <a:extLst xmlns:a="http://schemas.openxmlformats.org/drawingml/2006/main">
              <a:ext uri="{FF2B5EF4-FFF2-40B4-BE49-F238E27FC236}">
                <a16:creationId xmlns:a16="http://schemas.microsoft.com/office/drawing/2014/main" id="{86C8AE52-C44A-48D2-BDC2-57955F4BC89D}"/>
              </a:ext>
            </a:extLst>
          </p:cNvPr>
          <p:cNvSpPr>
            <a:spLocks xmlns:a="http://schemas.openxmlformats.org/drawingml/2006/main" noGrp="1"/>
          </p:cNvSpPr>
          <p:nvPr/>
        </p:nvSpPr>
        <p:spPr>
          <a:xfrm xmlns:a="http://schemas.openxmlformats.org/drawingml/2006/main">
            <a:off x="1003935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F3 Conversation / Task 연결</a:t>
            </a:r>
          </a:p>
        </p:txBody>
      </p:sp>
      <p:sp>
        <p:nvSpPr>
          <p:cNvPr id="207" name="dp43-comparison / n145">
            <a:extLst xmlns:a="http://schemas.openxmlformats.org/drawingml/2006/main">
              <a:ext uri="{FF2B5EF4-FFF2-40B4-BE49-F238E27FC236}">
                <a16:creationId xmlns:a16="http://schemas.microsoft.com/office/drawing/2014/main" id="{C2A9569D-2F7E-4DA7-A358-CFFE0208B742}"/>
              </a:ext>
            </a:extLst>
          </p:cNvPr>
          <p:cNvSpPr>
            <a:spLocks xmlns:a="http://schemas.openxmlformats.org/drawingml/2006/main" noGrp="1"/>
          </p:cNvSpPr>
          <p:nvPr/>
        </p:nvSpPr>
        <p:spPr>
          <a:xfrm xmlns:a="http://schemas.openxmlformats.org/drawingml/2006/main">
            <a:off x="1522095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3-comparison / n146 / text 1">
            <a:extLst xmlns:a="http://schemas.openxmlformats.org/drawingml/2006/main">
              <a:ext uri="{FF2B5EF4-FFF2-40B4-BE49-F238E27FC236}">
                <a16:creationId xmlns:a16="http://schemas.microsoft.com/office/drawing/2014/main" id="{505D19AC-66BE-417E-9DBD-C330C5740796}"/>
              </a:ext>
            </a:extLst>
          </p:cNvPr>
          <p:cNvSpPr>
            <a:spLocks xmlns:a="http://schemas.openxmlformats.org/drawingml/2006/main" noGrp="1"/>
          </p:cNvSpPr>
          <p:nvPr/>
        </p:nvSpPr>
        <p:spPr>
          <a:xfrm xmlns:a="http://schemas.openxmlformats.org/drawingml/2006/main">
            <a:off x="1524000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F4 조건과 의존 관계</a:t>
            </a:r>
          </a:p>
        </p:txBody>
      </p:sp>
      <p:sp>
        <p:nvSpPr>
          <p:cNvPr id="209" name="dp43-comparison / n151">
            <a:extLst xmlns:a="http://schemas.openxmlformats.org/drawingml/2006/main">
              <a:ext uri="{FF2B5EF4-FFF2-40B4-BE49-F238E27FC236}">
                <a16:creationId xmlns:a16="http://schemas.microsoft.com/office/drawing/2014/main" id="{60BD6D1B-C2FC-4C8E-BDE0-1435AA7D6AC4}"/>
              </a:ext>
            </a:extLst>
          </p:cNvPr>
          <p:cNvSpPr>
            <a:spLocks xmlns:a="http://schemas.openxmlformats.org/drawingml/2006/main" noGrp="1"/>
          </p:cNvSpPr>
          <p:nvPr/>
        </p:nvSpPr>
        <p:spPr>
          <a:xfrm xmlns:a="http://schemas.openxmlformats.org/drawingml/2006/main">
            <a:off x="15220950" y="4943475"/>
            <a:ext cx="170211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3-comparison / n152 / text 1">
            <a:extLst xmlns:a="http://schemas.openxmlformats.org/drawingml/2006/main">
              <a:ext uri="{FF2B5EF4-FFF2-40B4-BE49-F238E27FC236}">
                <a16:creationId xmlns:a16="http://schemas.microsoft.com/office/drawing/2014/main" id="{49785A56-79C0-4F1F-B7E4-BDF90126898F}"/>
              </a:ext>
            </a:extLst>
          </p:cNvPr>
          <p:cNvSpPr>
            <a:spLocks xmlns:a="http://schemas.openxmlformats.org/drawingml/2006/main" noGrp="1"/>
          </p:cNvSpPr>
          <p:nvPr/>
        </p:nvSpPr>
        <p:spPr>
          <a:xfrm xmlns:a="http://schemas.openxmlformats.org/drawingml/2006/main">
            <a:off x="1524000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F5 PDF 유지 / 결론→표</a:t>
            </a:r>
          </a:p>
        </p:txBody>
      </p:sp>
      <p:sp>
        <p:nvSpPr>
          <p:cNvPr id="211" name="dp43-comparison / n157">
            <a:extLst xmlns:a="http://schemas.openxmlformats.org/drawingml/2006/main">
              <a:ext uri="{FF2B5EF4-FFF2-40B4-BE49-F238E27FC236}">
                <a16:creationId xmlns:a16="http://schemas.microsoft.com/office/drawing/2014/main" id="{00A6AC04-02BA-47E5-B5A9-228C738396DA}"/>
              </a:ext>
            </a:extLst>
          </p:cNvPr>
          <p:cNvSpPr>
            <a:spLocks xmlns:a="http://schemas.openxmlformats.org/drawingml/2006/main" noGrp="1"/>
          </p:cNvSpPr>
          <p:nvPr/>
        </p:nvSpPr>
        <p:spPr>
          <a:xfrm xmlns:a="http://schemas.openxmlformats.org/drawingml/2006/main">
            <a:off x="15220950" y="5600700"/>
            <a:ext cx="222218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3-comparison / n158 / text 1">
            <a:extLst xmlns:a="http://schemas.openxmlformats.org/drawingml/2006/main">
              <a:ext uri="{FF2B5EF4-FFF2-40B4-BE49-F238E27FC236}">
                <a16:creationId xmlns:a16="http://schemas.microsoft.com/office/drawing/2014/main" id="{C9C06587-84AD-44FA-8B4C-FE6D47C96045}"/>
              </a:ext>
            </a:extLst>
          </p:cNvPr>
          <p:cNvSpPr>
            <a:spLocks xmlns:a="http://schemas.openxmlformats.org/drawingml/2006/main" noGrp="1"/>
          </p:cNvSpPr>
          <p:nvPr/>
        </p:nvSpPr>
        <p:spPr>
          <a:xfrm xmlns:a="http://schemas.openxmlformats.org/drawingml/2006/main">
            <a:off x="1524000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F6 Delegation / 질문 / 대기</a:t>
            </a:r>
          </a:p>
        </p:txBody>
      </p:sp>
      <p:sp>
        <p:nvSpPr>
          <p:cNvPr id="213" name="dp43-comparison / n170">
            <a:extLst xmlns:a="http://schemas.openxmlformats.org/drawingml/2006/main">
              <a:ext uri="{FF2B5EF4-FFF2-40B4-BE49-F238E27FC236}">
                <a16:creationId xmlns:a16="http://schemas.microsoft.com/office/drawing/2014/main" id="{71BD90F2-E5D1-4B26-AC5A-EF3AD94307B7}"/>
              </a:ext>
            </a:extLst>
          </p:cNvPr>
          <p:cNvSpPr>
            <a:spLocks xmlns:a="http://schemas.openxmlformats.org/drawingml/2006/main" noGrp="1"/>
          </p:cNvSpPr>
          <p:nvPr/>
        </p:nvSpPr>
        <p:spPr>
          <a:xfrm xmlns:a="http://schemas.openxmlformats.org/drawingml/2006/main">
            <a:off x="12563475" y="3514725"/>
            <a:ext cx="264223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4" name="dp43-comparison / n171 / text 1">
            <a:extLst xmlns:a="http://schemas.openxmlformats.org/drawingml/2006/main">
              <a:ext uri="{FF2B5EF4-FFF2-40B4-BE49-F238E27FC236}">
                <a16:creationId xmlns:a16="http://schemas.microsoft.com/office/drawing/2014/main" id="{520304A8-10BE-4B52-9FB4-5C4943AC556A}"/>
              </a:ext>
            </a:extLst>
          </p:cNvPr>
          <p:cNvSpPr>
            <a:spLocks xmlns:a="http://schemas.openxmlformats.org/drawingml/2006/main" noGrp="1"/>
          </p:cNvSpPr>
          <p:nvPr/>
        </p:nvSpPr>
        <p:spPr>
          <a:xfrm xmlns:a="http://schemas.openxmlformats.org/drawingml/2006/main">
            <a:off x="12582525" y="3524250"/>
            <a:ext cx="49625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각 F1~F6 생산자의 모델 호출 / 반환</a:t>
            </a:r>
          </a:p>
        </p:txBody>
      </p:sp>
      <p:sp>
        <p:nvSpPr>
          <p:cNvPr id="215" name="dp43-comparison / n172">
            <a:extLst xmlns:a="http://schemas.openxmlformats.org/drawingml/2006/main">
              <a:ext uri="{FF2B5EF4-FFF2-40B4-BE49-F238E27FC236}">
                <a16:creationId xmlns:a16="http://schemas.microsoft.com/office/drawing/2014/main" id="{67A8C5F5-C717-4D3F-BCFC-306904044368}"/>
              </a:ext>
            </a:extLst>
          </p:cNvPr>
          <p:cNvSpPr>
            <a:spLocks xmlns:a="http://schemas.openxmlformats.org/drawingml/2006/main" noGrp="1"/>
          </p:cNvSpPr>
          <p:nvPr/>
        </p:nvSpPr>
        <p:spPr>
          <a:xfrm xmlns:a="http://schemas.openxmlformats.org/drawingml/2006/main">
            <a:off x="10020300" y="5810250"/>
            <a:ext cx="546201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6" name="dp43-comparison / n173 / text 1">
            <a:extLst xmlns:a="http://schemas.openxmlformats.org/drawingml/2006/main">
              <a:ext uri="{FF2B5EF4-FFF2-40B4-BE49-F238E27FC236}">
                <a16:creationId xmlns:a16="http://schemas.microsoft.com/office/drawing/2014/main" id="{A2E433FB-693C-4C72-8D4B-3239FA3612B7}"/>
              </a:ext>
            </a:extLst>
          </p:cNvPr>
          <p:cNvSpPr>
            <a:spLocks xmlns:a="http://schemas.openxmlformats.org/drawingml/2006/main" noGrp="1"/>
          </p:cNvSpPr>
          <p:nvPr/>
        </p:nvSpPr>
        <p:spPr>
          <a:xfrm xmlns:a="http://schemas.openxmlformats.org/drawingml/2006/main">
            <a:off x="10039350" y="5819775"/>
            <a:ext cx="75057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실선 제안 / 점선 원생산자 재판단 / Coordinator의 의미 덮어쓰기 금지</a:t>
            </a:r>
          </a:p>
        </p:txBody>
      </p:sp>
      <p:sp>
        <p:nvSpPr>
          <p:cNvPr id="217" name="dp43-comparison / n174">
            <a:extLst xmlns:a="http://schemas.openxmlformats.org/drawingml/2006/main">
              <a:ext uri="{FF2B5EF4-FFF2-40B4-BE49-F238E27FC236}">
                <a16:creationId xmlns:a16="http://schemas.microsoft.com/office/drawing/2014/main" id="{3899F3A2-3A85-4C74-AA13-5BDFAAA1DD10}"/>
              </a:ext>
            </a:extLst>
          </p:cNvPr>
          <p:cNvSpPr>
            <a:spLocks xmlns:a="http://schemas.openxmlformats.org/drawingml/2006/main" noGrp="1"/>
          </p:cNvSpPr>
          <p:nvPr/>
        </p:nvSpPr>
        <p:spPr>
          <a:xfrm xmlns:a="http://schemas.openxmlformats.org/drawingml/2006/main">
            <a:off x="989647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3-comparison / n175 / text 1">
            <a:extLst xmlns:a="http://schemas.openxmlformats.org/drawingml/2006/main">
              <a:ext uri="{FF2B5EF4-FFF2-40B4-BE49-F238E27FC236}">
                <a16:creationId xmlns:a16="http://schemas.microsoft.com/office/drawing/2014/main" id="{EEC1CFA1-F5C4-47A4-9836-21335FA63FB1}"/>
              </a:ext>
            </a:extLst>
          </p:cNvPr>
          <p:cNvSpPr>
            <a:spLocks xmlns:a="http://schemas.openxmlformats.org/drawingml/2006/main" noGrp="1"/>
          </p:cNvSpPr>
          <p:nvPr/>
        </p:nvSpPr>
        <p:spPr>
          <a:xfrm xmlns:a="http://schemas.openxmlformats.org/drawingml/2006/main">
            <a:off x="991552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7155A4"/>
                </a:solidFill>
                <a:latin typeface="Apple SD Gothic Neo"/>
                <a:ea typeface="Apple SD Gothic Neo"/>
                <a:cs typeface="Apple SD Gothic Neo"/>
              </a:defRPr>
            </a:pPr>
            <a:r>
              <a:rPr sz="1275" b="0">
                <a:solidFill>
                  <a:srgbClr val="7155A4"/>
                </a:solidFill>
                <a:latin typeface="Apple SD Gothic Neo"/>
                <a:ea typeface="Apple SD Gothic Neo"/>
                <a:cs typeface="Apple SD Gothic Neo"/>
              </a:rPr>
              <a:t>정정: F2와 F5 재판단 → F4 갱신 / Task Association은 입력 전제가 아닌 결과</a:t>
            </a:r>
          </a:p>
        </p:txBody>
      </p:sp>
      <p:sp>
        <p:nvSpPr>
          <p:cNvPr id="219" name="dp43-comparison / n185">
            <a:extLst xmlns:a="http://schemas.openxmlformats.org/drawingml/2006/main">
              <a:ext uri="{FF2B5EF4-FFF2-40B4-BE49-F238E27FC236}">
                <a16:creationId xmlns:a16="http://schemas.microsoft.com/office/drawing/2014/main" id="{5AC9CDA2-E5BB-4E61-A8AC-D5DE8746B10A}"/>
              </a:ext>
            </a:extLst>
          </p:cNvPr>
          <p:cNvSpPr>
            <a:spLocks xmlns:a="http://schemas.openxmlformats.org/drawingml/2006/main" noGrp="1"/>
          </p:cNvSpPr>
          <p:nvPr/>
        </p:nvSpPr>
        <p:spPr>
          <a:xfrm xmlns:a="http://schemas.openxmlformats.org/drawingml/2006/main">
            <a:off x="1250632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3-comparison / n186 / text 1">
            <a:extLst xmlns:a="http://schemas.openxmlformats.org/drawingml/2006/main">
              <a:ext uri="{FF2B5EF4-FFF2-40B4-BE49-F238E27FC236}">
                <a16:creationId xmlns:a16="http://schemas.microsoft.com/office/drawing/2014/main" id="{5DF7D618-69FD-4311-8776-EFBCB9FDEC0B}"/>
              </a:ext>
            </a:extLst>
          </p:cNvPr>
          <p:cNvSpPr>
            <a:spLocks xmlns:a="http://schemas.openxmlformats.org/drawingml/2006/main" noGrp="1"/>
          </p:cNvSpPr>
          <p:nvPr/>
        </p:nvSpPr>
        <p:spPr>
          <a:xfrm xmlns:a="http://schemas.openxmlformats.org/drawingml/2006/main">
            <a:off x="1252537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221" name="dp43-comparison / n187">
            <a:extLst xmlns:a="http://schemas.openxmlformats.org/drawingml/2006/main">
              <a:ext uri="{FF2B5EF4-FFF2-40B4-BE49-F238E27FC236}">
                <a16:creationId xmlns:a16="http://schemas.microsoft.com/office/drawing/2014/main" id="{E89C0477-816A-4A08-9D15-2965AAAC3997}"/>
              </a:ext>
            </a:extLst>
          </p:cNvPr>
          <p:cNvSpPr>
            <a:spLocks xmlns:a="http://schemas.openxmlformats.org/drawingml/2006/main" noGrp="1"/>
          </p:cNvSpPr>
          <p:nvPr/>
        </p:nvSpPr>
        <p:spPr>
          <a:xfrm xmlns:a="http://schemas.openxmlformats.org/drawingml/2006/main">
            <a:off x="1298257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2" name="dp43-comparison / n188 / text 1">
            <a:extLst xmlns:a="http://schemas.openxmlformats.org/drawingml/2006/main">
              <a:ext uri="{FF2B5EF4-FFF2-40B4-BE49-F238E27FC236}">
                <a16:creationId xmlns:a16="http://schemas.microsoft.com/office/drawing/2014/main" id="{BF754C77-1AD9-425D-B87A-36D3EE1ABC24}"/>
              </a:ext>
            </a:extLst>
          </p:cNvPr>
          <p:cNvSpPr>
            <a:spLocks xmlns:a="http://schemas.openxmlformats.org/drawingml/2006/main" noGrp="1"/>
          </p:cNvSpPr>
          <p:nvPr/>
        </p:nvSpPr>
        <p:spPr>
          <a:xfrm xmlns:a="http://schemas.openxmlformats.org/drawingml/2006/main">
            <a:off x="1300162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223" name="dp43-comparison / n189">
            <a:extLst xmlns:a="http://schemas.openxmlformats.org/drawingml/2006/main">
              <a:ext uri="{FF2B5EF4-FFF2-40B4-BE49-F238E27FC236}">
                <a16:creationId xmlns:a16="http://schemas.microsoft.com/office/drawing/2014/main" id="{7DC94E20-4AF0-4A86-A28E-A08C2D64EEC7}"/>
              </a:ext>
            </a:extLst>
          </p:cNvPr>
          <p:cNvSpPr>
            <a:spLocks xmlns:a="http://schemas.openxmlformats.org/drawingml/2006/main" noGrp="1"/>
          </p:cNvSpPr>
          <p:nvPr/>
        </p:nvSpPr>
        <p:spPr>
          <a:xfrm xmlns:a="http://schemas.openxmlformats.org/drawingml/2006/main">
            <a:off x="988695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4" name="dp43-comparison / n190 / text 1">
            <a:extLst xmlns:a="http://schemas.openxmlformats.org/drawingml/2006/main">
              <a:ext uri="{FF2B5EF4-FFF2-40B4-BE49-F238E27FC236}">
                <a16:creationId xmlns:a16="http://schemas.microsoft.com/office/drawing/2014/main" id="{0CFD3590-B83F-4F4D-9027-C257EFB2D697}"/>
              </a:ext>
            </a:extLst>
          </p:cNvPr>
          <p:cNvSpPr>
            <a:spLocks xmlns:a="http://schemas.openxmlformats.org/drawingml/2006/main" noGrp="1"/>
          </p:cNvSpPr>
          <p:nvPr/>
        </p:nvSpPr>
        <p:spPr>
          <a:xfrm xmlns:a="http://schemas.openxmlformats.org/drawingml/2006/main">
            <a:off x="990600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225" name="dp43-comparison / n191">
            <a:extLst xmlns:a="http://schemas.openxmlformats.org/drawingml/2006/main">
              <a:ext uri="{FF2B5EF4-FFF2-40B4-BE49-F238E27FC236}">
                <a16:creationId xmlns:a16="http://schemas.microsoft.com/office/drawing/2014/main" id="{707BDD6E-C099-4B8B-A8BE-A70382A8C896}"/>
              </a:ext>
            </a:extLst>
          </p:cNvPr>
          <p:cNvSpPr>
            <a:spLocks xmlns:a="http://schemas.openxmlformats.org/drawingml/2006/main" noGrp="1"/>
          </p:cNvSpPr>
          <p:nvPr/>
        </p:nvSpPr>
        <p:spPr>
          <a:xfrm xmlns:a="http://schemas.openxmlformats.org/drawingml/2006/main">
            <a:off x="988695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6" name="dp43-comparison / n192 / text 1">
            <a:extLst xmlns:a="http://schemas.openxmlformats.org/drawingml/2006/main">
              <a:ext uri="{FF2B5EF4-FFF2-40B4-BE49-F238E27FC236}">
                <a16:creationId xmlns:a16="http://schemas.microsoft.com/office/drawing/2014/main" id="{E751F4EB-5CAF-47BB-9854-4CB2BCBC6B6C}"/>
              </a:ext>
            </a:extLst>
          </p:cNvPr>
          <p:cNvSpPr>
            <a:spLocks xmlns:a="http://schemas.openxmlformats.org/drawingml/2006/main" noGrp="1"/>
          </p:cNvSpPr>
          <p:nvPr/>
        </p:nvSpPr>
        <p:spPr>
          <a:xfrm xmlns:a="http://schemas.openxmlformats.org/drawingml/2006/main">
            <a:off x="990600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Tree>
    <p:extLst>
      <p:ext uri="{BB962C8B-B14F-4D97-AF65-F5344CB8AC3E}">
        <p14:creationId xmlns:p14="http://schemas.microsoft.com/office/powerpoint/2010/main" val="151118535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dp44-background / n1">
            <a:extLst xmlns:a="http://schemas.openxmlformats.org/drawingml/2006/main">
              <a:ext uri="{FF2B5EF4-FFF2-40B4-BE49-F238E27FC236}">
                <a16:creationId xmlns:a16="http://schemas.microsoft.com/office/drawing/2014/main" id="{0E69307E-461A-485D-AB73-AE59F9C93138}"/>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background / n2 / text 1">
            <a:extLst xmlns:a="http://schemas.openxmlformats.org/drawingml/2006/main">
              <a:ext uri="{FF2B5EF4-FFF2-40B4-BE49-F238E27FC236}">
                <a16:creationId xmlns:a16="http://schemas.microsoft.com/office/drawing/2014/main" id="{902C3277-B3DE-43F2-BB2A-EDDF8C3FF2B5}"/>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4-background / n3 / text 1">
            <a:extLst xmlns:a="http://schemas.openxmlformats.org/drawingml/2006/main">
              <a:ext uri="{FF2B5EF4-FFF2-40B4-BE49-F238E27FC236}">
                <a16:creationId xmlns:a16="http://schemas.microsoft.com/office/drawing/2014/main" id="{EA21EABC-6818-4A58-9702-70FB99CFA1DD}"/>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04-44</a:t>
            </a:r>
          </a:p>
        </p:txBody>
      </p:sp>
      <p:sp>
        <p:nvSpPr>
          <p:cNvPr id="4" name="dp44-background / n4 / text 1">
            <a:extLst xmlns:a="http://schemas.openxmlformats.org/drawingml/2006/main">
              <a:ext uri="{FF2B5EF4-FFF2-40B4-BE49-F238E27FC236}">
                <a16:creationId xmlns:a16="http://schemas.microsoft.com/office/drawing/2014/main" id="{BBB4FDF8-8236-484E-88E0-08FF37A6581B}"/>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04-44. 반응성을 위한 VIA 지속 입력과 Response 전달 설계</a:t>
            </a:r>
          </a:p>
        </p:txBody>
      </p:sp>
      <p:sp>
        <p:nvSpPr>
          <p:cNvPr id="5" name="dp44-background / n5 / path">
            <a:extLst xmlns:a="http://schemas.openxmlformats.org/drawingml/2006/main">
              <a:ext uri="{FF2B5EF4-FFF2-40B4-BE49-F238E27FC236}">
                <a16:creationId xmlns:a16="http://schemas.microsoft.com/office/drawing/2014/main" id="{6F71EA15-EE33-4441-9EEF-DF5212B7E3C9}"/>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4-background / n6">
            <a:extLst xmlns:a="http://schemas.openxmlformats.org/drawingml/2006/main">
              <a:ext uri="{FF2B5EF4-FFF2-40B4-BE49-F238E27FC236}">
                <a16:creationId xmlns:a16="http://schemas.microsoft.com/office/drawing/2014/main" id="{02530544-A891-44B9-9F8F-01AC79CB1AF4}"/>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4-background / n7 / text 1">
            <a:extLst xmlns:a="http://schemas.openxmlformats.org/drawingml/2006/main">
              <a:ext uri="{FF2B5EF4-FFF2-40B4-BE49-F238E27FC236}">
                <a16:creationId xmlns:a16="http://schemas.microsoft.com/office/drawing/2014/main" id="{1DB3D147-3115-427D-BD9A-F952FEF31C99}"/>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새 발화 누락과 현재 대화에 맞지 않는 Response 전달 위험</a:t>
            </a:r>
          </a:p>
        </p:txBody>
      </p:sp>
      <p:sp>
        <p:nvSpPr>
          <p:cNvPr id="8" name="dp44-background / n8 / path">
            <a:extLst xmlns:a="http://schemas.openxmlformats.org/drawingml/2006/main">
              <a:ext uri="{FF2B5EF4-FFF2-40B4-BE49-F238E27FC236}">
                <a16:creationId xmlns:a16="http://schemas.microsoft.com/office/drawing/2014/main" id="{68C00784-7655-4F1C-B5AE-827A3F0E71D3}"/>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4-background / n9 / text 1">
            <a:extLst xmlns:a="http://schemas.openxmlformats.org/drawingml/2006/main">
              <a:ext uri="{FF2B5EF4-FFF2-40B4-BE49-F238E27FC236}">
                <a16:creationId xmlns:a16="http://schemas.microsoft.com/office/drawing/2014/main" id="{21254219-01E9-45CE-86C9-A206BCDEAF92}"/>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4-background / n10 / path">
            <a:extLst xmlns:a="http://schemas.openxmlformats.org/drawingml/2006/main">
              <a:ext uri="{FF2B5EF4-FFF2-40B4-BE49-F238E27FC236}">
                <a16:creationId xmlns:a16="http://schemas.microsoft.com/office/drawing/2014/main" id="{FC8B0CE9-37F3-47B2-86BB-A6EE94D0244F}"/>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4-background / n11 / text 1">
            <a:extLst xmlns:a="http://schemas.openxmlformats.org/drawingml/2006/main">
              <a:ext uri="{FF2B5EF4-FFF2-40B4-BE49-F238E27FC236}">
                <a16:creationId xmlns:a16="http://schemas.microsoft.com/office/drawing/2014/main" id="{7C3BE31F-10A0-4D79-AC57-992A7CD9445E}"/>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4-background / n12 / text 1">
            <a:extLst xmlns:a="http://schemas.openxmlformats.org/drawingml/2006/main">
              <a:ext uri="{FF2B5EF4-FFF2-40B4-BE49-F238E27FC236}">
                <a16:creationId xmlns:a16="http://schemas.microsoft.com/office/drawing/2014/main" id="{2E75A5A4-077F-42FD-86B6-D6BD9A9E5083}"/>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겹친 사건의 후속 실행과 전달을 이어가는 실행 구조 설계</a:t>
            </a:r>
          </a:p>
        </p:txBody>
      </p:sp>
      <p:sp>
        <p:nvSpPr>
          <p:cNvPr id="13" name="dp44-background / n13 / text 1">
            <a:extLst xmlns:a="http://schemas.openxmlformats.org/drawingml/2006/main">
              <a:ext uri="{FF2B5EF4-FFF2-40B4-BE49-F238E27FC236}">
                <a16:creationId xmlns:a16="http://schemas.microsoft.com/office/drawing/2014/main" id="{84E87EC7-8E9B-4F3E-A9C0-3E5643D73682}"/>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반응성 / 기능 정확성 / 자원 활용성</a:t>
            </a:r>
          </a:p>
        </p:txBody>
      </p:sp>
      <p:sp>
        <p:nvSpPr>
          <p:cNvPr id="14" name="dp44-background / n14 / text 1">
            <a:extLst xmlns:a="http://schemas.openxmlformats.org/drawingml/2006/main">
              <a:ext uri="{FF2B5EF4-FFF2-40B4-BE49-F238E27FC236}">
                <a16:creationId xmlns:a16="http://schemas.microsoft.com/office/drawing/2014/main" id="{07D8E6B2-4496-40D4-82F4-AD1B05EB9068}"/>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5" name="dp44-background / n15 / text 1">
            <a:extLst xmlns:a="http://schemas.openxmlformats.org/drawingml/2006/main">
              <a:ext uri="{FF2B5EF4-FFF2-40B4-BE49-F238E27FC236}">
                <a16:creationId xmlns:a16="http://schemas.microsoft.com/office/drawing/2014/main" id="{221C0AC3-AD14-48C6-9C80-364E99F2E33A}"/>
              </a:ext>
            </a:extLst>
          </p:cNvPr>
          <p:cNvSpPr>
            <a:spLocks xmlns:a="http://schemas.openxmlformats.org/drawingml/2006/main" noGrp="1"/>
          </p:cNvSpPr>
          <p:nvPr/>
        </p:nvSpPr>
        <p:spPr>
          <a:xfrm xmlns:a="http://schemas.openxmlformats.org/drawingml/2006/main">
            <a:off x="609600" y="2457450"/>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처음 / “보고서 내용 설명해주고, 내일 회의 안내 메일 초안도 만들어줘.”</a:t>
            </a:r>
          </a:p>
        </p:txBody>
      </p:sp>
      <p:sp>
        <p:nvSpPr>
          <p:cNvPr id="16" name="dp44-background / n16 / text 1">
            <a:extLst xmlns:a="http://schemas.openxmlformats.org/drawingml/2006/main">
              <a:ext uri="{FF2B5EF4-FFF2-40B4-BE49-F238E27FC236}">
                <a16:creationId xmlns:a16="http://schemas.microsoft.com/office/drawing/2014/main" id="{4B18F507-7E29-4F5A-8D40-2B6F4DA70C85}"/>
              </a:ext>
            </a:extLst>
          </p:cNvPr>
          <p:cNvSpPr>
            <a:spLocks xmlns:a="http://schemas.openxmlformats.org/drawingml/2006/main" noGrp="1"/>
          </p:cNvSpPr>
          <p:nvPr/>
        </p:nvSpPr>
        <p:spPr>
          <a:xfrm xmlns:a="http://schemas.openxmlformats.org/drawingml/2006/main">
            <a:off x="7620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처리 시작</a:t>
            </a:r>
          </a:p>
        </p:txBody>
      </p:sp>
      <p:sp>
        <p:nvSpPr>
          <p:cNvPr id="17" name="dp44-background / n17 / text 1">
            <a:extLst xmlns:a="http://schemas.openxmlformats.org/drawingml/2006/main">
              <a:ext uri="{FF2B5EF4-FFF2-40B4-BE49-F238E27FC236}">
                <a16:creationId xmlns:a16="http://schemas.microsoft.com/office/drawing/2014/main" id="{E1F076F6-013A-4413-8070-BD634B587CE1}"/>
              </a:ext>
            </a:extLst>
          </p:cNvPr>
          <p:cNvSpPr>
            <a:spLocks xmlns:a="http://schemas.openxmlformats.org/drawingml/2006/main" noGrp="1"/>
          </p:cNvSpPr>
          <p:nvPr/>
        </p:nvSpPr>
        <p:spPr>
          <a:xfrm xmlns:a="http://schemas.openxmlformats.org/drawingml/2006/main">
            <a:off x="44196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B63732"/>
                </a:solidFill>
                <a:latin typeface="Apple SD Gothic Neo"/>
                <a:ea typeface="Apple SD Gothic Neo"/>
                <a:cs typeface="Apple SD Gothic Neo"/>
              </a:defRPr>
            </a:pPr>
            <a:r>
              <a:rPr sz="1725" b="1">
                <a:solidFill>
                  <a:srgbClr val="B63732"/>
                </a:solidFill>
                <a:latin typeface="Apple SD Gothic Neo"/>
                <a:ea typeface="Apple SD Gothic Neo"/>
                <a:cs typeface="Apple SD Gothic Neo"/>
              </a:rPr>
              <a:t>설명 도중 / 두 사건 도착</a:t>
            </a:r>
          </a:p>
        </p:txBody>
      </p:sp>
      <p:sp>
        <p:nvSpPr>
          <p:cNvPr id="18" name="dp44-background / n18 / text 1">
            <a:extLst xmlns:a="http://schemas.openxmlformats.org/drawingml/2006/main">
              <a:ext uri="{FF2B5EF4-FFF2-40B4-BE49-F238E27FC236}">
                <a16:creationId xmlns:a16="http://schemas.microsoft.com/office/drawing/2014/main" id="{1B7130FE-368B-4415-A595-B1F968FF115C}"/>
              </a:ext>
            </a:extLst>
          </p:cNvPr>
          <p:cNvSpPr>
            <a:spLocks xmlns:a="http://schemas.openxmlformats.org/drawingml/2006/main" noGrp="1"/>
          </p:cNvSpPr>
          <p:nvPr/>
        </p:nvSpPr>
        <p:spPr>
          <a:xfrm xmlns:a="http://schemas.openxmlformats.org/drawingml/2006/main">
            <a:off x="8077200" y="295275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5F6B77"/>
                </a:solidFill>
                <a:latin typeface="Apple SD Gothic Neo"/>
                <a:ea typeface="Apple SD Gothic Neo"/>
                <a:cs typeface="Apple SD Gothic Neo"/>
              </a:defRPr>
            </a:pPr>
            <a:r>
              <a:rPr sz="1725" b="1">
                <a:solidFill>
                  <a:srgbClr val="5F6B77"/>
                </a:solidFill>
                <a:latin typeface="Apple SD Gothic Neo"/>
                <a:ea typeface="Apple SD Gothic Neo"/>
                <a:cs typeface="Apple SD Gothic Neo"/>
              </a:rPr>
              <a:t>발화 해석 후</a:t>
            </a:r>
          </a:p>
        </p:txBody>
      </p:sp>
      <p:sp>
        <p:nvSpPr>
          <p:cNvPr id="19" name="dp44-background / n19 / path">
            <a:extLst xmlns:a="http://schemas.openxmlformats.org/drawingml/2006/main">
              <a:ext uri="{FF2B5EF4-FFF2-40B4-BE49-F238E27FC236}">
                <a16:creationId xmlns:a16="http://schemas.microsoft.com/office/drawing/2014/main" id="{4466E9D9-45B8-4B03-B899-7D72B051432C}"/>
              </a:ext>
            </a:extLst>
          </p:cNvPr>
          <p:cNvSpPr>
            <a:spLocks xmlns:a="http://schemas.openxmlformats.org/drawingml/2006/main" noGrp="1"/>
          </p:cNvSpPr>
          <p:nvPr/>
        </p:nvSpPr>
        <p:spPr>
          <a:xfrm xmlns:a="http://schemas.openxmlformats.org/drawingml/2006/main">
            <a:off x="3914775" y="3105150"/>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20" name="dp44-background / n19 / arrow">
            <a:extLst xmlns:a="http://schemas.openxmlformats.org/drawingml/2006/main">
              <a:ext uri="{FF2B5EF4-FFF2-40B4-BE49-F238E27FC236}">
                <a16:creationId xmlns:a16="http://schemas.microsoft.com/office/drawing/2014/main" id="{FBE07F6C-39E8-4077-9837-75D23B93CA58}"/>
              </a:ext>
            </a:extLst>
          </p:cNvPr>
          <p:cNvSpPr>
            <a:spLocks xmlns:a="http://schemas.openxmlformats.org/drawingml/2006/main" noGrp="1"/>
          </p:cNvSpPr>
          <p:nvPr/>
        </p:nvSpPr>
        <p:spPr>
          <a:xfrm xmlns:a="http://schemas.openxmlformats.org/drawingml/2006/main">
            <a:off x="4069080" y="30441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1" name="dp44-background / n20 / path">
            <a:extLst xmlns:a="http://schemas.openxmlformats.org/drawingml/2006/main">
              <a:ext uri="{FF2B5EF4-FFF2-40B4-BE49-F238E27FC236}">
                <a16:creationId xmlns:a16="http://schemas.microsoft.com/office/drawing/2014/main" id="{BDB12527-15E9-4503-9D55-BD8480CDEED0}"/>
              </a:ext>
            </a:extLst>
          </p:cNvPr>
          <p:cNvSpPr>
            <a:spLocks xmlns:a="http://schemas.openxmlformats.org/drawingml/2006/main" noGrp="1"/>
          </p:cNvSpPr>
          <p:nvPr/>
        </p:nvSpPr>
        <p:spPr>
          <a:xfrm xmlns:a="http://schemas.openxmlformats.org/drawingml/2006/main">
            <a:off x="7572375" y="3105150"/>
            <a:ext cx="276225" cy="953"/>
          </a:xfrm>
          <a:custGeom xmlns:a="http://schemas.openxmlformats.org/drawingml/2006/main">
            <a:pathLst>
              <a:path w="276225" h="953">
                <a:moveTo>
                  <a:pt x="0" y="0"/>
                </a:moveTo>
                <a:lnTo>
                  <a:pt x="276225" y="0"/>
                </a:lnTo>
              </a:path>
            </a:pathLst>
          </a:custGeom>
          <a:noFill xmlns:a="http://schemas.openxmlformats.org/drawingml/2006/main"/>
          <a:ln xmlns:a="http://schemas.openxmlformats.org/drawingml/2006/main" w="19050">
            <a:solidFill>
              <a:srgbClr val="5F6B77"/>
            </a:solidFill>
            <a:prstDash val="solid"/>
          </a:ln>
        </p:spPr>
      </p:sp>
      <p:sp>
        <p:nvSpPr>
          <p:cNvPr id="22" name="dp44-background / n20 / arrow">
            <a:extLst xmlns:a="http://schemas.openxmlformats.org/drawingml/2006/main">
              <a:ext uri="{FF2B5EF4-FFF2-40B4-BE49-F238E27FC236}">
                <a16:creationId xmlns:a16="http://schemas.microsoft.com/office/drawing/2014/main" id="{51534F93-40C4-4591-814D-B195C1FC7CEC}"/>
              </a:ext>
            </a:extLst>
          </p:cNvPr>
          <p:cNvSpPr>
            <a:spLocks xmlns:a="http://schemas.openxmlformats.org/drawingml/2006/main" noGrp="1"/>
          </p:cNvSpPr>
          <p:nvPr/>
        </p:nvSpPr>
        <p:spPr>
          <a:xfrm xmlns:a="http://schemas.openxmlformats.org/drawingml/2006/main">
            <a:off x="7726680" y="304419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23" name="dp44-background / n21">
            <a:extLst xmlns:a="http://schemas.openxmlformats.org/drawingml/2006/main">
              <a:ext uri="{FF2B5EF4-FFF2-40B4-BE49-F238E27FC236}">
                <a16:creationId xmlns:a16="http://schemas.microsoft.com/office/drawing/2014/main" id="{B7F7D7BE-9529-48FD-ACB8-BD9868B4E931}"/>
              </a:ext>
            </a:extLst>
          </p:cNvPr>
          <p:cNvSpPr>
            <a:spLocks xmlns:a="http://schemas.openxmlformats.org/drawingml/2006/main" noGrp="1"/>
          </p:cNvSpPr>
          <p:nvPr/>
        </p:nvSpPr>
        <p:spPr>
          <a:xfrm xmlns:a="http://schemas.openxmlformats.org/drawingml/2006/main">
            <a:off x="609600" y="3390900"/>
            <a:ext cx="3257550" cy="1800225"/>
          </a:xfrm>
          <a:prstGeom xmlns:a="http://schemas.openxmlformats.org/drawingml/2006/main" prst="rect">
            <a:avLst/>
          </a:prstGeom>
          <a:solidFill xmlns:a="http://schemas.openxmlformats.org/drawingml/2006/main">
            <a:srgbClr val="F2F5F9"/>
          </a:solidFill>
          <a:ln xmlns:a="http://schemas.openxmlformats.org/drawingml/2006/main" w="0">
            <a:noFill/>
            <a:prstDash val="solid"/>
          </a:ln>
        </p:spPr>
      </p:sp>
      <p:sp>
        <p:nvSpPr>
          <p:cNvPr id="24" name="dp44-background / n22">
            <a:extLst xmlns:a="http://schemas.openxmlformats.org/drawingml/2006/main">
              <a:ext uri="{FF2B5EF4-FFF2-40B4-BE49-F238E27FC236}">
                <a16:creationId xmlns:a16="http://schemas.microsoft.com/office/drawing/2014/main" id="{F4341878-B394-4B07-B5DB-C024C4A989C9}"/>
              </a:ext>
            </a:extLst>
          </p:cNvPr>
          <p:cNvSpPr>
            <a:spLocks xmlns:a="http://schemas.openxmlformats.org/drawingml/2006/main" noGrp="1"/>
          </p:cNvSpPr>
          <p:nvPr/>
        </p:nvSpPr>
        <p:spPr>
          <a:xfrm xmlns:a="http://schemas.openxmlformats.org/drawingml/2006/main">
            <a:off x="4267200" y="3390900"/>
            <a:ext cx="3257550" cy="1800225"/>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25" name="dp44-background / n23">
            <a:extLst xmlns:a="http://schemas.openxmlformats.org/drawingml/2006/main">
              <a:ext uri="{FF2B5EF4-FFF2-40B4-BE49-F238E27FC236}">
                <a16:creationId xmlns:a16="http://schemas.microsoft.com/office/drawing/2014/main" id="{77CE869E-702C-4A39-AB4F-D6CA0AB6F933}"/>
              </a:ext>
            </a:extLst>
          </p:cNvPr>
          <p:cNvSpPr>
            <a:spLocks xmlns:a="http://schemas.openxmlformats.org/drawingml/2006/main" noGrp="1"/>
          </p:cNvSpPr>
          <p:nvPr/>
        </p:nvSpPr>
        <p:spPr>
          <a:xfrm xmlns:a="http://schemas.openxmlformats.org/drawingml/2006/main">
            <a:off x="7924800" y="3390900"/>
            <a:ext cx="3257550" cy="1800225"/>
          </a:xfrm>
          <a:prstGeom xmlns:a="http://schemas.openxmlformats.org/drawingml/2006/main" prst="rect">
            <a:avLst/>
          </a:prstGeom>
          <a:solidFill xmlns:a="http://schemas.openxmlformats.org/drawingml/2006/main">
            <a:srgbClr val="F2F5F9"/>
          </a:solidFill>
          <a:ln xmlns:a="http://schemas.openxmlformats.org/drawingml/2006/main" w="0">
            <a:noFill/>
            <a:prstDash val="solid"/>
          </a:ln>
        </p:spPr>
      </p:sp>
      <p:sp>
        <p:nvSpPr>
          <p:cNvPr id="26" name="dp44-background / n24 / text 1">
            <a:extLst xmlns:a="http://schemas.openxmlformats.org/drawingml/2006/main">
              <a:ext uri="{FF2B5EF4-FFF2-40B4-BE49-F238E27FC236}">
                <a16:creationId xmlns:a16="http://schemas.microsoft.com/office/drawing/2014/main" id="{4223B86E-941D-4905-84D4-6274E6A48C60}"/>
              </a:ext>
            </a:extLst>
          </p:cNvPr>
          <p:cNvSpPr>
            <a:spLocks xmlns:a="http://schemas.openxmlformats.org/drawingml/2006/main" noGrp="1"/>
          </p:cNvSpPr>
          <p:nvPr/>
        </p:nvSpPr>
        <p:spPr>
          <a:xfrm xmlns:a="http://schemas.openxmlformats.org/drawingml/2006/main">
            <a:off x="7620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Response</a:t>
            </a:r>
          </a:p>
        </p:txBody>
      </p:sp>
      <p:sp>
        <p:nvSpPr>
          <p:cNvPr id="27" name="dp44-background / n25 / text 1">
            <a:extLst xmlns:a="http://schemas.openxmlformats.org/drawingml/2006/main">
              <a:ext uri="{FF2B5EF4-FFF2-40B4-BE49-F238E27FC236}">
                <a16:creationId xmlns:a16="http://schemas.microsoft.com/office/drawing/2014/main" id="{198C7D19-E8C5-4FAB-9FDB-5862BDF0AB1F}"/>
              </a:ext>
            </a:extLst>
          </p:cNvPr>
          <p:cNvSpPr>
            <a:spLocks xmlns:a="http://schemas.openxmlformats.org/drawingml/2006/main" noGrp="1"/>
          </p:cNvSpPr>
          <p:nvPr/>
        </p:nvSpPr>
        <p:spPr>
          <a:xfrm xmlns:a="http://schemas.openxmlformats.org/drawingml/2006/main">
            <a:off x="762000" y="3952875"/>
            <a:ext cx="2952750" cy="4005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75" b="1">
                <a:solidFill>
                  <a:srgbClr val="18232E"/>
                </a:solidFill>
                <a:latin typeface="Apple SD Gothic Neo"/>
                <a:ea typeface="Apple SD Gothic Neo"/>
                <a:cs typeface="Apple SD Gothic Neo"/>
              </a:defRPr>
            </a:pPr>
            <a:r>
              <a:rPr sz="2175" b="1">
                <a:solidFill>
                  <a:srgbClr val="18232E"/>
                </a:solidFill>
                <a:latin typeface="Apple SD Gothic Neo"/>
                <a:ea typeface="Apple SD Gothic Neo"/>
                <a:cs typeface="Apple SD Gothic Neo"/>
              </a:rPr>
              <a:t>보고서 설명 중</a:t>
            </a:r>
          </a:p>
        </p:txBody>
      </p:sp>
      <p:sp>
        <p:nvSpPr>
          <p:cNvPr id="28" name="dp44-background / n26 / text 1">
            <a:extLst xmlns:a="http://schemas.openxmlformats.org/drawingml/2006/main">
              <a:ext uri="{FF2B5EF4-FFF2-40B4-BE49-F238E27FC236}">
                <a16:creationId xmlns:a16="http://schemas.microsoft.com/office/drawing/2014/main" id="{626C8756-5700-47C1-BCC1-D7728E519BCB}"/>
              </a:ext>
            </a:extLst>
          </p:cNvPr>
          <p:cNvSpPr>
            <a:spLocks xmlns:a="http://schemas.openxmlformats.org/drawingml/2006/main" noGrp="1"/>
          </p:cNvSpPr>
          <p:nvPr/>
        </p:nvSpPr>
        <p:spPr>
          <a:xfrm xmlns:a="http://schemas.openxmlformats.org/drawingml/2006/main">
            <a:off x="762000" y="46196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사용자 발화 계속 수신</a:t>
            </a:r>
          </a:p>
        </p:txBody>
      </p:sp>
      <p:sp>
        <p:nvSpPr>
          <p:cNvPr id="29" name="dp44-background / n27 / path">
            <a:extLst xmlns:a="http://schemas.openxmlformats.org/drawingml/2006/main">
              <a:ext uri="{FF2B5EF4-FFF2-40B4-BE49-F238E27FC236}">
                <a16:creationId xmlns:a16="http://schemas.microsoft.com/office/drawing/2014/main" id="{D5438D12-15EF-4356-9E09-1BA943D4F785}"/>
              </a:ext>
            </a:extLst>
          </p:cNvPr>
          <p:cNvSpPr>
            <a:spLocks xmlns:a="http://schemas.openxmlformats.org/drawingml/2006/main" noGrp="1"/>
          </p:cNvSpPr>
          <p:nvPr/>
        </p:nvSpPr>
        <p:spPr>
          <a:xfrm xmlns:a="http://schemas.openxmlformats.org/drawingml/2006/main">
            <a:off x="847725" y="4991100"/>
            <a:ext cx="953" cy="76200"/>
          </a:xfrm>
          <a:custGeom xmlns:a="http://schemas.openxmlformats.org/drawingml/2006/main">
            <a:pathLst>
              <a:path w="953" h="76200">
                <a:moveTo>
                  <a:pt x="0" y="0"/>
                </a:moveTo>
                <a:lnTo>
                  <a:pt x="0" y="76200"/>
                </a:lnTo>
              </a:path>
            </a:pathLst>
          </a:custGeom>
          <a:noFill xmlns:a="http://schemas.openxmlformats.org/drawingml/2006/main"/>
          <a:ln xmlns:a="http://schemas.openxmlformats.org/drawingml/2006/main" w="47625">
            <a:solidFill>
              <a:srgbClr val="2858A5"/>
            </a:solidFill>
            <a:prstDash val="solid"/>
          </a:ln>
        </p:spPr>
      </p:sp>
      <p:sp>
        <p:nvSpPr>
          <p:cNvPr id="30" name="dp44-background / n28 / path">
            <a:extLst xmlns:a="http://schemas.openxmlformats.org/drawingml/2006/main">
              <a:ext uri="{FF2B5EF4-FFF2-40B4-BE49-F238E27FC236}">
                <a16:creationId xmlns:a16="http://schemas.microsoft.com/office/drawing/2014/main" id="{9FDB9214-B03A-40D6-9C08-2ED64E463049}"/>
              </a:ext>
            </a:extLst>
          </p:cNvPr>
          <p:cNvSpPr>
            <a:spLocks xmlns:a="http://schemas.openxmlformats.org/drawingml/2006/main" noGrp="1"/>
          </p:cNvSpPr>
          <p:nvPr/>
        </p:nvSpPr>
        <p:spPr>
          <a:xfrm xmlns:a="http://schemas.openxmlformats.org/drawingml/2006/main">
            <a:off x="1057275" y="4933950"/>
            <a:ext cx="953" cy="133350"/>
          </a:xfrm>
          <a:custGeom xmlns:a="http://schemas.openxmlformats.org/drawingml/2006/main">
            <a:pathLst>
              <a:path w="953" h="133350">
                <a:moveTo>
                  <a:pt x="0" y="0"/>
                </a:moveTo>
                <a:lnTo>
                  <a:pt x="0" y="133350"/>
                </a:lnTo>
              </a:path>
            </a:pathLst>
          </a:custGeom>
          <a:noFill xmlns:a="http://schemas.openxmlformats.org/drawingml/2006/main"/>
          <a:ln xmlns:a="http://schemas.openxmlformats.org/drawingml/2006/main" w="47625">
            <a:solidFill>
              <a:srgbClr val="2858A5"/>
            </a:solidFill>
            <a:prstDash val="solid"/>
          </a:ln>
        </p:spPr>
      </p:sp>
      <p:sp>
        <p:nvSpPr>
          <p:cNvPr id="31" name="dp44-background / n29 / path">
            <a:extLst xmlns:a="http://schemas.openxmlformats.org/drawingml/2006/main">
              <a:ext uri="{FF2B5EF4-FFF2-40B4-BE49-F238E27FC236}">
                <a16:creationId xmlns:a16="http://schemas.microsoft.com/office/drawing/2014/main" id="{EBFDBB11-0AE6-467A-BC5C-719456AECEA9}"/>
              </a:ext>
            </a:extLst>
          </p:cNvPr>
          <p:cNvSpPr>
            <a:spLocks xmlns:a="http://schemas.openxmlformats.org/drawingml/2006/main" noGrp="1"/>
          </p:cNvSpPr>
          <p:nvPr/>
        </p:nvSpPr>
        <p:spPr>
          <a:xfrm xmlns:a="http://schemas.openxmlformats.org/drawingml/2006/main">
            <a:off x="1266825" y="4848225"/>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47625">
            <a:solidFill>
              <a:srgbClr val="2858A5"/>
            </a:solidFill>
            <a:prstDash val="solid"/>
          </a:ln>
        </p:spPr>
      </p:sp>
      <p:sp>
        <p:nvSpPr>
          <p:cNvPr id="32" name="dp44-background / n30 / path">
            <a:extLst xmlns:a="http://schemas.openxmlformats.org/drawingml/2006/main">
              <a:ext uri="{FF2B5EF4-FFF2-40B4-BE49-F238E27FC236}">
                <a16:creationId xmlns:a16="http://schemas.microsoft.com/office/drawing/2014/main" id="{A84D5CF7-1931-44F1-812A-8033B186F0DB}"/>
              </a:ext>
            </a:extLst>
          </p:cNvPr>
          <p:cNvSpPr>
            <a:spLocks xmlns:a="http://schemas.openxmlformats.org/drawingml/2006/main" noGrp="1"/>
          </p:cNvSpPr>
          <p:nvPr/>
        </p:nvSpPr>
        <p:spPr>
          <a:xfrm xmlns:a="http://schemas.openxmlformats.org/drawingml/2006/main">
            <a:off x="1476375" y="4962525"/>
            <a:ext cx="953" cy="104775"/>
          </a:xfrm>
          <a:custGeom xmlns:a="http://schemas.openxmlformats.org/drawingml/2006/main">
            <a:pathLst>
              <a:path w="953" h="104775">
                <a:moveTo>
                  <a:pt x="0" y="0"/>
                </a:moveTo>
                <a:lnTo>
                  <a:pt x="0" y="104775"/>
                </a:lnTo>
              </a:path>
            </a:pathLst>
          </a:custGeom>
          <a:noFill xmlns:a="http://schemas.openxmlformats.org/drawingml/2006/main"/>
          <a:ln xmlns:a="http://schemas.openxmlformats.org/drawingml/2006/main" w="47625">
            <a:solidFill>
              <a:srgbClr val="2858A5"/>
            </a:solidFill>
            <a:prstDash val="solid"/>
          </a:ln>
        </p:spPr>
      </p:sp>
      <p:sp>
        <p:nvSpPr>
          <p:cNvPr id="33" name="dp44-background / n31 / path">
            <a:extLst xmlns:a="http://schemas.openxmlformats.org/drawingml/2006/main">
              <a:ext uri="{FF2B5EF4-FFF2-40B4-BE49-F238E27FC236}">
                <a16:creationId xmlns:a16="http://schemas.microsoft.com/office/drawing/2014/main" id="{8389234B-6F62-4C88-9C56-56BB25775372}"/>
              </a:ext>
            </a:extLst>
          </p:cNvPr>
          <p:cNvSpPr>
            <a:spLocks xmlns:a="http://schemas.openxmlformats.org/drawingml/2006/main" noGrp="1"/>
          </p:cNvSpPr>
          <p:nvPr/>
        </p:nvSpPr>
        <p:spPr>
          <a:xfrm xmlns:a="http://schemas.openxmlformats.org/drawingml/2006/main">
            <a:off x="1685925" y="4895850"/>
            <a:ext cx="953" cy="171450"/>
          </a:xfrm>
          <a:custGeom xmlns:a="http://schemas.openxmlformats.org/drawingml/2006/main">
            <a:pathLst>
              <a:path w="953" h="171450">
                <a:moveTo>
                  <a:pt x="0" y="0"/>
                </a:moveTo>
                <a:lnTo>
                  <a:pt x="0" y="171450"/>
                </a:lnTo>
              </a:path>
            </a:pathLst>
          </a:custGeom>
          <a:noFill xmlns:a="http://schemas.openxmlformats.org/drawingml/2006/main"/>
          <a:ln xmlns:a="http://schemas.openxmlformats.org/drawingml/2006/main" w="47625">
            <a:solidFill>
              <a:srgbClr val="2858A5"/>
            </a:solidFill>
            <a:prstDash val="solid"/>
          </a:ln>
        </p:spPr>
      </p:sp>
      <p:sp>
        <p:nvSpPr>
          <p:cNvPr id="34" name="dp44-background / n32 / path">
            <a:extLst xmlns:a="http://schemas.openxmlformats.org/drawingml/2006/main">
              <a:ext uri="{FF2B5EF4-FFF2-40B4-BE49-F238E27FC236}">
                <a16:creationId xmlns:a16="http://schemas.microsoft.com/office/drawing/2014/main" id="{F9DEE1CB-08BF-4768-8CA4-A3A3AC44C011}"/>
              </a:ext>
            </a:extLst>
          </p:cNvPr>
          <p:cNvSpPr>
            <a:spLocks xmlns:a="http://schemas.openxmlformats.org/drawingml/2006/main" noGrp="1"/>
          </p:cNvSpPr>
          <p:nvPr/>
        </p:nvSpPr>
        <p:spPr>
          <a:xfrm xmlns:a="http://schemas.openxmlformats.org/drawingml/2006/main">
            <a:off x="1895475" y="49815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47625">
            <a:solidFill>
              <a:srgbClr val="2858A5"/>
            </a:solidFill>
            <a:prstDash val="solid"/>
          </a:ln>
        </p:spPr>
      </p:sp>
      <p:sp>
        <p:nvSpPr>
          <p:cNvPr id="35" name="dp44-background / n33 / text 1">
            <a:extLst xmlns:a="http://schemas.openxmlformats.org/drawingml/2006/main">
              <a:ext uri="{FF2B5EF4-FFF2-40B4-BE49-F238E27FC236}">
                <a16:creationId xmlns:a16="http://schemas.microsoft.com/office/drawing/2014/main" id="{46C6E809-9108-4BE5-B7D4-BF2843DEF1A1}"/>
              </a:ext>
            </a:extLst>
          </p:cNvPr>
          <p:cNvSpPr>
            <a:spLocks xmlns:a="http://schemas.openxmlformats.org/drawingml/2006/main" noGrp="1"/>
          </p:cNvSpPr>
          <p:nvPr/>
        </p:nvSpPr>
        <p:spPr>
          <a:xfrm xmlns:a="http://schemas.openxmlformats.org/drawingml/2006/main">
            <a:off x="44196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B63732"/>
                </a:solidFill>
                <a:latin typeface="Apple SD Gothic Neo"/>
                <a:ea typeface="Apple SD Gothic Neo"/>
                <a:cs typeface="Apple SD Gothic Neo"/>
              </a:defRPr>
            </a:pPr>
            <a:r>
              <a:rPr sz="1500" b="0">
                <a:solidFill>
                  <a:srgbClr val="B63732"/>
                </a:solidFill>
                <a:latin typeface="Apple SD Gothic Neo"/>
                <a:ea typeface="Apple SD Gothic Neo"/>
                <a:cs typeface="Apple SD Gothic Neo"/>
              </a:rPr>
              <a:t>새 User Turn</a:t>
            </a:r>
          </a:p>
        </p:txBody>
      </p:sp>
      <p:sp>
        <p:nvSpPr>
          <p:cNvPr id="36" name="dp44-background / n34 / text 1">
            <a:extLst xmlns:a="http://schemas.openxmlformats.org/drawingml/2006/main">
              <a:ext uri="{FF2B5EF4-FFF2-40B4-BE49-F238E27FC236}">
                <a16:creationId xmlns:a16="http://schemas.microsoft.com/office/drawing/2014/main" id="{286F107B-F795-4EBC-ACBA-8B76B339C82D}"/>
              </a:ext>
            </a:extLst>
          </p:cNvPr>
          <p:cNvSpPr>
            <a:spLocks xmlns:a="http://schemas.openxmlformats.org/drawingml/2006/main" noGrp="1"/>
          </p:cNvSpPr>
          <p:nvPr/>
        </p:nvSpPr>
        <p:spPr>
          <a:xfrm xmlns:a="http://schemas.openxmlformats.org/drawingml/2006/main">
            <a:off x="4419600" y="3886200"/>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“잠깐, 표부터</a:t>
            </a:r>
          </a:p>
        </p:txBody>
      </p:sp>
      <p:sp>
        <p:nvSpPr>
          <p:cNvPr id="37" name="dp44-background / n34 / text 2">
            <a:extLst xmlns:a="http://schemas.openxmlformats.org/drawingml/2006/main">
              <a:ext uri="{FF2B5EF4-FFF2-40B4-BE49-F238E27FC236}">
                <a16:creationId xmlns:a16="http://schemas.microsoft.com/office/drawing/2014/main" id="{D394A254-B03A-451B-B2BA-CD53ADBF1CA6}"/>
              </a:ext>
            </a:extLst>
          </p:cNvPr>
          <p:cNvSpPr>
            <a:spLocks xmlns:a="http://schemas.openxmlformats.org/drawingml/2006/main" noGrp="1"/>
          </p:cNvSpPr>
          <p:nvPr/>
        </p:nvSpPr>
        <p:spPr>
          <a:xfrm xmlns:a="http://schemas.openxmlformats.org/drawingml/2006/main">
            <a:off x="4419600" y="4210050"/>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설명해줘.”</a:t>
            </a:r>
          </a:p>
        </p:txBody>
      </p:sp>
      <p:sp>
        <p:nvSpPr>
          <p:cNvPr id="38" name="dp44-background / n35 / text 1">
            <a:extLst xmlns:a="http://schemas.openxmlformats.org/drawingml/2006/main">
              <a:ext uri="{FF2B5EF4-FFF2-40B4-BE49-F238E27FC236}">
                <a16:creationId xmlns:a16="http://schemas.microsoft.com/office/drawing/2014/main" id="{7D90EBA4-28F4-441B-95E8-E815E18EC70A}"/>
              </a:ext>
            </a:extLst>
          </p:cNvPr>
          <p:cNvSpPr>
            <a:spLocks xmlns:a="http://schemas.openxmlformats.org/drawingml/2006/main" noGrp="1"/>
          </p:cNvSpPr>
          <p:nvPr/>
        </p:nvSpPr>
        <p:spPr>
          <a:xfrm xmlns:a="http://schemas.openxmlformats.org/drawingml/2006/main">
            <a:off x="4419600" y="48196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현재 음성 중단과 발화 해석</a:t>
            </a:r>
          </a:p>
        </p:txBody>
      </p:sp>
      <p:sp>
        <p:nvSpPr>
          <p:cNvPr id="39" name="dp44-background / n36 / text 1">
            <a:extLst xmlns:a="http://schemas.openxmlformats.org/drawingml/2006/main">
              <a:ext uri="{FF2B5EF4-FFF2-40B4-BE49-F238E27FC236}">
                <a16:creationId xmlns:a16="http://schemas.microsoft.com/office/drawing/2014/main" id="{DC6FBC55-8127-4B21-B76F-C71AE7A47FD2}"/>
              </a:ext>
            </a:extLst>
          </p:cNvPr>
          <p:cNvSpPr>
            <a:spLocks xmlns:a="http://schemas.openxmlformats.org/drawingml/2006/main" noGrp="1"/>
          </p:cNvSpPr>
          <p:nvPr/>
        </p:nvSpPr>
        <p:spPr>
          <a:xfrm xmlns:a="http://schemas.openxmlformats.org/drawingml/2006/main">
            <a:off x="8077200" y="35242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현재 Request의 Response</a:t>
            </a:r>
          </a:p>
        </p:txBody>
      </p:sp>
      <p:sp>
        <p:nvSpPr>
          <p:cNvPr id="40" name="dp44-background / n37 / text 1">
            <a:extLst xmlns:a="http://schemas.openxmlformats.org/drawingml/2006/main">
              <a:ext uri="{FF2B5EF4-FFF2-40B4-BE49-F238E27FC236}">
                <a16:creationId xmlns:a16="http://schemas.microsoft.com/office/drawing/2014/main" id="{59A7EB1D-706A-404C-ABD1-10CE5C4D92FA}"/>
              </a:ext>
            </a:extLst>
          </p:cNvPr>
          <p:cNvSpPr>
            <a:spLocks xmlns:a="http://schemas.openxmlformats.org/drawingml/2006/main" noGrp="1"/>
          </p:cNvSpPr>
          <p:nvPr/>
        </p:nvSpPr>
        <p:spPr>
          <a:xfrm xmlns:a="http://schemas.openxmlformats.org/drawingml/2006/main">
            <a:off x="8077200" y="3952875"/>
            <a:ext cx="2952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100" b="1">
                <a:solidFill>
                  <a:srgbClr val="087E8B"/>
                </a:solidFill>
                <a:latin typeface="Apple SD Gothic Neo"/>
                <a:ea typeface="Apple SD Gothic Neo"/>
                <a:cs typeface="Apple SD Gothic Neo"/>
              </a:defRPr>
            </a:pPr>
            <a:r>
              <a:rPr sz="2100" b="1">
                <a:solidFill>
                  <a:srgbClr val="087E8B"/>
                </a:solidFill>
                <a:latin typeface="Apple SD Gothic Neo"/>
                <a:ea typeface="Apple SD Gothic Neo"/>
                <a:cs typeface="Apple SD Gothic Neo"/>
              </a:rPr>
              <a:t>표 설명으로 전환</a:t>
            </a:r>
          </a:p>
        </p:txBody>
      </p:sp>
      <p:sp>
        <p:nvSpPr>
          <p:cNvPr id="41" name="dp44-background / n38 / text 1">
            <a:extLst xmlns:a="http://schemas.openxmlformats.org/drawingml/2006/main">
              <a:ext uri="{FF2B5EF4-FFF2-40B4-BE49-F238E27FC236}">
                <a16:creationId xmlns:a16="http://schemas.microsoft.com/office/drawing/2014/main" id="{1EB83392-20B2-4E9D-805A-00AB753F6E33}"/>
              </a:ext>
            </a:extLst>
          </p:cNvPr>
          <p:cNvSpPr>
            <a:spLocks xmlns:a="http://schemas.openxmlformats.org/drawingml/2006/main" noGrp="1"/>
          </p:cNvSpPr>
          <p:nvPr/>
        </p:nvSpPr>
        <p:spPr>
          <a:xfrm xmlns:a="http://schemas.openxmlformats.org/drawingml/2006/main">
            <a:off x="8077200" y="46196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Text 및 음성 전달</a:t>
            </a:r>
          </a:p>
        </p:txBody>
      </p:sp>
      <p:sp>
        <p:nvSpPr>
          <p:cNvPr id="42" name="dp44-background / n39 / text 1">
            <a:extLst xmlns:a="http://schemas.openxmlformats.org/drawingml/2006/main">
              <a:ext uri="{FF2B5EF4-FFF2-40B4-BE49-F238E27FC236}">
                <a16:creationId xmlns:a16="http://schemas.microsoft.com/office/drawing/2014/main" id="{764E2F5B-167C-4EA9-B3F3-AC10FF3942E2}"/>
              </a:ext>
            </a:extLst>
          </p:cNvPr>
          <p:cNvSpPr>
            <a:spLocks xmlns:a="http://schemas.openxmlformats.org/drawingml/2006/main" noGrp="1"/>
          </p:cNvSpPr>
          <p:nvPr/>
        </p:nvSpPr>
        <p:spPr>
          <a:xfrm xmlns:a="http://schemas.openxmlformats.org/drawingml/2006/main">
            <a:off x="609600" y="5629275"/>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메일 초안 Task / Downstream Agent의 작업 실행</a:t>
            </a:r>
          </a:p>
        </p:txBody>
      </p:sp>
      <p:sp>
        <p:nvSpPr>
          <p:cNvPr id="43" name="dp44-background / n40">
            <a:extLst xmlns:a="http://schemas.openxmlformats.org/drawingml/2006/main">
              <a:ext uri="{FF2B5EF4-FFF2-40B4-BE49-F238E27FC236}">
                <a16:creationId xmlns:a16="http://schemas.microsoft.com/office/drawing/2014/main" id="{A38FEAD5-3BE6-4B8A-AD14-7908F6BB84D1}"/>
              </a:ext>
            </a:extLst>
          </p:cNvPr>
          <p:cNvSpPr>
            <a:spLocks xmlns:a="http://schemas.openxmlformats.org/drawingml/2006/main" noGrp="1"/>
          </p:cNvSpPr>
          <p:nvPr/>
        </p:nvSpPr>
        <p:spPr>
          <a:xfrm xmlns:a="http://schemas.openxmlformats.org/drawingml/2006/main">
            <a:off x="609600" y="6076950"/>
            <a:ext cx="3257550" cy="1562100"/>
          </a:xfrm>
          <a:prstGeom xmlns:a="http://schemas.openxmlformats.org/drawingml/2006/main" prst="rect">
            <a:avLst/>
          </a:prstGeom>
          <a:solidFill xmlns:a="http://schemas.openxmlformats.org/drawingml/2006/main">
            <a:srgbClr val="F3F7F7"/>
          </a:solidFill>
          <a:ln xmlns:a="http://schemas.openxmlformats.org/drawingml/2006/main" w="0">
            <a:noFill/>
            <a:prstDash val="solid"/>
          </a:ln>
        </p:spPr>
      </p:sp>
      <p:sp>
        <p:nvSpPr>
          <p:cNvPr id="44" name="dp44-background / n41">
            <a:extLst xmlns:a="http://schemas.openxmlformats.org/drawingml/2006/main">
              <a:ext uri="{FF2B5EF4-FFF2-40B4-BE49-F238E27FC236}">
                <a16:creationId xmlns:a16="http://schemas.microsoft.com/office/drawing/2014/main" id="{8370D525-A537-4CB0-A961-180FFB8A0E3C}"/>
              </a:ext>
            </a:extLst>
          </p:cNvPr>
          <p:cNvSpPr>
            <a:spLocks xmlns:a="http://schemas.openxmlformats.org/drawingml/2006/main" noGrp="1"/>
          </p:cNvSpPr>
          <p:nvPr/>
        </p:nvSpPr>
        <p:spPr>
          <a:xfrm xmlns:a="http://schemas.openxmlformats.org/drawingml/2006/main">
            <a:off x="4267200" y="6076950"/>
            <a:ext cx="3257550" cy="1562100"/>
          </a:xfrm>
          <a:prstGeom xmlns:a="http://schemas.openxmlformats.org/drawingml/2006/main" prst="rect">
            <a:avLst/>
          </a:prstGeom>
          <a:solidFill xmlns:a="http://schemas.openxmlformats.org/drawingml/2006/main">
            <a:srgbClr val="FFF0EC"/>
          </a:solidFill>
          <a:ln xmlns:a="http://schemas.openxmlformats.org/drawingml/2006/main" w="0">
            <a:noFill/>
            <a:prstDash val="solid"/>
          </a:ln>
        </p:spPr>
      </p:sp>
      <p:sp>
        <p:nvSpPr>
          <p:cNvPr id="45" name="dp44-background / n42">
            <a:extLst xmlns:a="http://schemas.openxmlformats.org/drawingml/2006/main">
              <a:ext uri="{FF2B5EF4-FFF2-40B4-BE49-F238E27FC236}">
                <a16:creationId xmlns:a16="http://schemas.microsoft.com/office/drawing/2014/main" id="{AA6D3375-9BD8-4334-889E-EEF09165560B}"/>
              </a:ext>
            </a:extLst>
          </p:cNvPr>
          <p:cNvSpPr>
            <a:spLocks xmlns:a="http://schemas.openxmlformats.org/drawingml/2006/main" noGrp="1"/>
          </p:cNvSpPr>
          <p:nvPr/>
        </p:nvSpPr>
        <p:spPr>
          <a:xfrm xmlns:a="http://schemas.openxmlformats.org/drawingml/2006/main">
            <a:off x="7924800" y="6076950"/>
            <a:ext cx="3257550" cy="1562100"/>
          </a:xfrm>
          <a:prstGeom xmlns:a="http://schemas.openxmlformats.org/drawingml/2006/main" prst="rect">
            <a:avLst/>
          </a:prstGeom>
          <a:solidFill xmlns:a="http://schemas.openxmlformats.org/drawingml/2006/main">
            <a:srgbClr val="F3F7F7"/>
          </a:solidFill>
          <a:ln xmlns:a="http://schemas.openxmlformats.org/drawingml/2006/main" w="0">
            <a:noFill/>
            <a:prstDash val="solid"/>
          </a:ln>
        </p:spPr>
      </p:sp>
      <p:sp>
        <p:nvSpPr>
          <p:cNvPr id="46" name="dp44-background / n43 / text 1">
            <a:extLst xmlns:a="http://schemas.openxmlformats.org/drawingml/2006/main">
              <a:ext uri="{FF2B5EF4-FFF2-40B4-BE49-F238E27FC236}">
                <a16:creationId xmlns:a16="http://schemas.microsoft.com/office/drawing/2014/main" id="{34610FC9-16A9-4603-9E11-5374EBA076F8}"/>
              </a:ext>
            </a:extLst>
          </p:cNvPr>
          <p:cNvSpPr>
            <a:spLocks xmlns:a="http://schemas.openxmlformats.org/drawingml/2006/main" noGrp="1"/>
          </p:cNvSpPr>
          <p:nvPr/>
        </p:nvSpPr>
        <p:spPr>
          <a:xfrm xmlns:a="http://schemas.openxmlformats.org/drawingml/2006/main">
            <a:off x="7620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Delegation 후 초안 작성</a:t>
            </a:r>
          </a:p>
        </p:txBody>
      </p:sp>
      <p:sp>
        <p:nvSpPr>
          <p:cNvPr id="47" name="dp44-background / n44 / text 1">
            <a:extLst xmlns:a="http://schemas.openxmlformats.org/drawingml/2006/main">
              <a:ext uri="{FF2B5EF4-FFF2-40B4-BE49-F238E27FC236}">
                <a16:creationId xmlns:a16="http://schemas.microsoft.com/office/drawing/2014/main" id="{965B30ED-16AA-4DE3-AA42-842BF42763CC}"/>
              </a:ext>
            </a:extLst>
          </p:cNvPr>
          <p:cNvSpPr>
            <a:spLocks xmlns:a="http://schemas.openxmlformats.org/drawingml/2006/main" noGrp="1"/>
          </p:cNvSpPr>
          <p:nvPr/>
        </p:nvSpPr>
        <p:spPr>
          <a:xfrm xmlns:a="http://schemas.openxmlformats.org/drawingml/2006/main">
            <a:off x="762000" y="6715125"/>
            <a:ext cx="29527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Agent Execution 진행 중</a:t>
            </a:r>
          </a:p>
        </p:txBody>
      </p:sp>
      <p:sp>
        <p:nvSpPr>
          <p:cNvPr id="48" name="dp44-background / n45 / text 1">
            <a:extLst xmlns:a="http://schemas.openxmlformats.org/drawingml/2006/main">
              <a:ext uri="{FF2B5EF4-FFF2-40B4-BE49-F238E27FC236}">
                <a16:creationId xmlns:a16="http://schemas.microsoft.com/office/drawing/2014/main" id="{E42BF152-97C0-4606-8812-2770C29F27D7}"/>
              </a:ext>
            </a:extLst>
          </p:cNvPr>
          <p:cNvSpPr>
            <a:spLocks xmlns:a="http://schemas.openxmlformats.org/drawingml/2006/main" noGrp="1"/>
          </p:cNvSpPr>
          <p:nvPr/>
        </p:nvSpPr>
        <p:spPr>
          <a:xfrm xmlns:a="http://schemas.openxmlformats.org/drawingml/2006/main">
            <a:off x="44196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B63732"/>
                </a:solidFill>
                <a:latin typeface="Apple SD Gothic Neo"/>
                <a:ea typeface="Apple SD Gothic Neo"/>
                <a:cs typeface="Apple SD Gothic Neo"/>
              </a:defRPr>
            </a:pPr>
            <a:r>
              <a:rPr sz="1725" b="1">
                <a:solidFill>
                  <a:srgbClr val="B63732"/>
                </a:solidFill>
                <a:latin typeface="Apple SD Gothic Neo"/>
                <a:ea typeface="Apple SD Gothic Neo"/>
                <a:cs typeface="Apple SD Gothic Neo"/>
              </a:rPr>
              <a:t>메일 Task의 질문 도착</a:t>
            </a:r>
          </a:p>
        </p:txBody>
      </p:sp>
      <p:sp>
        <p:nvSpPr>
          <p:cNvPr id="49" name="dp44-background / n46 / text 1">
            <a:extLst xmlns:a="http://schemas.openxmlformats.org/drawingml/2006/main">
              <a:ext uri="{FF2B5EF4-FFF2-40B4-BE49-F238E27FC236}">
                <a16:creationId xmlns:a16="http://schemas.microsoft.com/office/drawing/2014/main" id="{2BA4133C-E319-4221-B2FB-2475D7F7E741}"/>
              </a:ext>
            </a:extLst>
          </p:cNvPr>
          <p:cNvSpPr>
            <a:spLocks xmlns:a="http://schemas.openxmlformats.org/drawingml/2006/main" noGrp="1"/>
          </p:cNvSpPr>
          <p:nvPr/>
        </p:nvSpPr>
        <p:spPr>
          <a:xfrm xmlns:a="http://schemas.openxmlformats.org/drawingml/2006/main">
            <a:off x="4419600" y="668655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“받는 사람은</a:t>
            </a:r>
          </a:p>
        </p:txBody>
      </p:sp>
      <p:sp>
        <p:nvSpPr>
          <p:cNvPr id="50" name="dp44-background / n46 / text 2">
            <a:extLst xmlns:a="http://schemas.openxmlformats.org/drawingml/2006/main">
              <a:ext uri="{FF2B5EF4-FFF2-40B4-BE49-F238E27FC236}">
                <a16:creationId xmlns:a16="http://schemas.microsoft.com/office/drawing/2014/main" id="{34BB18C3-08AF-4917-81DC-44D80E0337A3}"/>
              </a:ext>
            </a:extLst>
          </p:cNvPr>
          <p:cNvSpPr>
            <a:spLocks xmlns:a="http://schemas.openxmlformats.org/drawingml/2006/main" noGrp="1"/>
          </p:cNvSpPr>
          <p:nvPr/>
        </p:nvSpPr>
        <p:spPr>
          <a:xfrm xmlns:a="http://schemas.openxmlformats.org/drawingml/2006/main">
            <a:off x="4419600" y="701040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누구인가요?”</a:t>
            </a:r>
          </a:p>
        </p:txBody>
      </p:sp>
      <p:sp>
        <p:nvSpPr>
          <p:cNvPr id="51" name="dp44-background / n47 / text 1">
            <a:extLst xmlns:a="http://schemas.openxmlformats.org/drawingml/2006/main">
              <a:ext uri="{FF2B5EF4-FFF2-40B4-BE49-F238E27FC236}">
                <a16:creationId xmlns:a16="http://schemas.microsoft.com/office/drawing/2014/main" id="{9D0BB081-9200-4E29-B28C-09F3AAC3E786}"/>
              </a:ext>
            </a:extLst>
          </p:cNvPr>
          <p:cNvSpPr>
            <a:spLocks xmlns:a="http://schemas.openxmlformats.org/drawingml/2006/main" noGrp="1"/>
          </p:cNvSpPr>
          <p:nvPr/>
        </p:nvSpPr>
        <p:spPr>
          <a:xfrm xmlns:a="http://schemas.openxmlformats.org/drawingml/2006/main">
            <a:off x="8077200" y="6248400"/>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표 설명 후 메일 질문 전달</a:t>
            </a:r>
          </a:p>
        </p:txBody>
      </p:sp>
      <p:sp>
        <p:nvSpPr>
          <p:cNvPr id="52" name="dp44-background / n48 / text 1">
            <a:extLst xmlns:a="http://schemas.openxmlformats.org/drawingml/2006/main">
              <a:ext uri="{FF2B5EF4-FFF2-40B4-BE49-F238E27FC236}">
                <a16:creationId xmlns:a16="http://schemas.microsoft.com/office/drawing/2014/main" id="{939A940F-714C-40A3-B50A-E14F8AA7525B}"/>
              </a:ext>
            </a:extLst>
          </p:cNvPr>
          <p:cNvSpPr>
            <a:spLocks xmlns:a="http://schemas.openxmlformats.org/drawingml/2006/main" noGrp="1"/>
          </p:cNvSpPr>
          <p:nvPr/>
        </p:nvSpPr>
        <p:spPr>
          <a:xfrm xmlns:a="http://schemas.openxmlformats.org/drawingml/2006/main">
            <a:off x="8077200" y="668655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“메일 초안의 받는 사람은</a:t>
            </a:r>
          </a:p>
        </p:txBody>
      </p:sp>
      <p:sp>
        <p:nvSpPr>
          <p:cNvPr id="53" name="dp44-background / n48 / text 2">
            <a:extLst xmlns:a="http://schemas.openxmlformats.org/drawingml/2006/main">
              <a:ext uri="{FF2B5EF4-FFF2-40B4-BE49-F238E27FC236}">
                <a16:creationId xmlns:a16="http://schemas.microsoft.com/office/drawing/2014/main" id="{A36A72FC-F212-43E0-812E-C083719AC273}"/>
              </a:ext>
            </a:extLst>
          </p:cNvPr>
          <p:cNvSpPr>
            <a:spLocks xmlns:a="http://schemas.openxmlformats.org/drawingml/2006/main" noGrp="1"/>
          </p:cNvSpPr>
          <p:nvPr/>
        </p:nvSpPr>
        <p:spPr>
          <a:xfrm xmlns:a="http://schemas.openxmlformats.org/drawingml/2006/main">
            <a:off x="8077200" y="6972300"/>
            <a:ext cx="2952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누구인가요?”</a:t>
            </a:r>
          </a:p>
        </p:txBody>
      </p:sp>
      <p:sp>
        <p:nvSpPr>
          <p:cNvPr id="54" name="dp44-background / n49 / text 1">
            <a:extLst xmlns:a="http://schemas.openxmlformats.org/drawingml/2006/main">
              <a:ext uri="{FF2B5EF4-FFF2-40B4-BE49-F238E27FC236}">
                <a16:creationId xmlns:a16="http://schemas.microsoft.com/office/drawing/2014/main" id="{EF9D9C3E-85DF-4FB4-8DB6-809D1B174536}"/>
              </a:ext>
            </a:extLst>
          </p:cNvPr>
          <p:cNvSpPr>
            <a:spLocks xmlns:a="http://schemas.openxmlformats.org/drawingml/2006/main" noGrp="1"/>
          </p:cNvSpPr>
          <p:nvPr/>
        </p:nvSpPr>
        <p:spPr>
          <a:xfrm xmlns:a="http://schemas.openxmlformats.org/drawingml/2006/main">
            <a:off x="8077200" y="7753350"/>
            <a:ext cx="295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Agent Execution / 답변 대기</a:t>
            </a:r>
          </a:p>
        </p:txBody>
      </p:sp>
      <p:sp>
        <p:nvSpPr>
          <p:cNvPr id="55" name="dp44-background / n50 / text 1">
            <a:extLst xmlns:a="http://schemas.openxmlformats.org/drawingml/2006/main">
              <a:ext uri="{FF2B5EF4-FFF2-40B4-BE49-F238E27FC236}">
                <a16:creationId xmlns:a16="http://schemas.microsoft.com/office/drawing/2014/main" id="{A6400DDD-81AA-4E74-9D6F-45576F4F3EC8}"/>
              </a:ext>
            </a:extLst>
          </p:cNvPr>
          <p:cNvSpPr>
            <a:spLocks xmlns:a="http://schemas.openxmlformats.org/drawingml/2006/main" noGrp="1"/>
          </p:cNvSpPr>
          <p:nvPr/>
        </p:nvSpPr>
        <p:spPr>
          <a:xfrm xmlns:a="http://schemas.openxmlformats.org/drawingml/2006/main">
            <a:off x="609600" y="8067675"/>
            <a:ext cx="105727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음성 중단 / Task 취소 의도 확인은 별도</a:t>
            </a:r>
          </a:p>
        </p:txBody>
      </p:sp>
      <p:sp>
        <p:nvSpPr>
          <p:cNvPr id="56" name="dp44-background / n51 / path">
            <a:extLst xmlns:a="http://schemas.openxmlformats.org/drawingml/2006/main">
              <a:ext uri="{FF2B5EF4-FFF2-40B4-BE49-F238E27FC236}">
                <a16:creationId xmlns:a16="http://schemas.microsoft.com/office/drawing/2014/main" id="{E88516AE-AC55-4CCA-B49D-893EC19E27E2}"/>
              </a:ext>
            </a:extLst>
          </p:cNvPr>
          <p:cNvSpPr>
            <a:spLocks xmlns:a="http://schemas.openxmlformats.org/drawingml/2006/main" noGrp="1"/>
          </p:cNvSpPr>
          <p:nvPr/>
        </p:nvSpPr>
        <p:spPr>
          <a:xfrm xmlns:a="http://schemas.openxmlformats.org/drawingml/2006/main">
            <a:off x="4057650" y="3333750"/>
            <a:ext cx="953" cy="4610100"/>
          </a:xfrm>
          <a:custGeom xmlns:a="http://schemas.openxmlformats.org/drawingml/2006/main">
            <a:pathLst>
              <a:path w="953" h="4610100">
                <a:moveTo>
                  <a:pt x="0" y="0"/>
                </a:moveTo>
                <a:lnTo>
                  <a:pt x="0" y="4610100"/>
                </a:lnTo>
              </a:path>
            </a:pathLst>
          </a:custGeom>
          <a:noFill xmlns:a="http://schemas.openxmlformats.org/drawingml/2006/main"/>
          <a:ln xmlns:a="http://schemas.openxmlformats.org/drawingml/2006/main" w="9525">
            <a:solidFill>
              <a:srgbClr val="CDD6DE"/>
            </a:solidFill>
            <a:prstDash val="dash"/>
          </a:ln>
        </p:spPr>
      </p:sp>
      <p:sp>
        <p:nvSpPr>
          <p:cNvPr id="57" name="dp44-background / n52 / path">
            <a:extLst xmlns:a="http://schemas.openxmlformats.org/drawingml/2006/main">
              <a:ext uri="{FF2B5EF4-FFF2-40B4-BE49-F238E27FC236}">
                <a16:creationId xmlns:a16="http://schemas.microsoft.com/office/drawing/2014/main" id="{72524623-8DD0-4293-BE67-7FE534D4EC30}"/>
              </a:ext>
            </a:extLst>
          </p:cNvPr>
          <p:cNvSpPr>
            <a:spLocks xmlns:a="http://schemas.openxmlformats.org/drawingml/2006/main" noGrp="1"/>
          </p:cNvSpPr>
          <p:nvPr/>
        </p:nvSpPr>
        <p:spPr>
          <a:xfrm xmlns:a="http://schemas.openxmlformats.org/drawingml/2006/main">
            <a:off x="7715250" y="3333750"/>
            <a:ext cx="953" cy="4610100"/>
          </a:xfrm>
          <a:custGeom xmlns:a="http://schemas.openxmlformats.org/drawingml/2006/main">
            <a:pathLst>
              <a:path w="953" h="4610100">
                <a:moveTo>
                  <a:pt x="0" y="0"/>
                </a:moveTo>
                <a:lnTo>
                  <a:pt x="0" y="4610100"/>
                </a:lnTo>
              </a:path>
            </a:pathLst>
          </a:custGeom>
          <a:noFill xmlns:a="http://schemas.openxmlformats.org/drawingml/2006/main"/>
          <a:ln xmlns:a="http://schemas.openxmlformats.org/drawingml/2006/main" w="9525">
            <a:solidFill>
              <a:srgbClr val="CDD6DE"/>
            </a:solidFill>
            <a:prstDash val="dash"/>
          </a:ln>
        </p:spPr>
      </p:sp>
      <p:sp>
        <p:nvSpPr>
          <p:cNvPr id="58" name="dp44-background / n53 / text 1">
            <a:extLst xmlns:a="http://schemas.openxmlformats.org/drawingml/2006/main">
              <a:ext uri="{FF2B5EF4-FFF2-40B4-BE49-F238E27FC236}">
                <a16:creationId xmlns:a16="http://schemas.microsoft.com/office/drawing/2014/main" id="{6532BC1D-4F94-482F-8F22-A0E4A5018FBB}"/>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수신과 중단의 우선 처리</a:t>
            </a:r>
          </a:p>
        </p:txBody>
      </p:sp>
      <p:sp>
        <p:nvSpPr>
          <p:cNvPr id="59" name="dp44-background / n54 / text 1">
            <a:extLst xmlns:a="http://schemas.openxmlformats.org/drawingml/2006/main">
              <a:ext uri="{FF2B5EF4-FFF2-40B4-BE49-F238E27FC236}">
                <a16:creationId xmlns:a16="http://schemas.microsoft.com/office/drawing/2014/main" id="{F18E3D29-3270-4E3F-A9F8-7ED48E740B64}"/>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긴 해석 중에도 새 발화의 수신과 음성 중단</a:t>
            </a:r>
          </a:p>
        </p:txBody>
      </p:sp>
      <p:sp>
        <p:nvSpPr>
          <p:cNvPr id="60" name="dp44-background / n55 / text 1">
            <a:extLst xmlns:a="http://schemas.openxmlformats.org/drawingml/2006/main">
              <a:ext uri="{FF2B5EF4-FFF2-40B4-BE49-F238E27FC236}">
                <a16:creationId xmlns:a16="http://schemas.microsoft.com/office/drawing/2014/main" id="{496C2FC5-1321-4B44-B8CC-18C0F998F845}"/>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후속 실행과 대기 상태</a:t>
            </a:r>
          </a:p>
        </p:txBody>
      </p:sp>
      <p:sp>
        <p:nvSpPr>
          <p:cNvPr id="61" name="dp44-background / n56 / text 1">
            <a:extLst xmlns:a="http://schemas.openxmlformats.org/drawingml/2006/main">
              <a:ext uri="{FF2B5EF4-FFF2-40B4-BE49-F238E27FC236}">
                <a16:creationId xmlns:a16="http://schemas.microsoft.com/office/drawing/2014/main" id="{9261CB4A-4F18-4500-9F57-8FDBE9F554FA}"/>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현재 Request와 메일 질문의 처리 연결</a:t>
            </a:r>
          </a:p>
        </p:txBody>
      </p:sp>
      <p:sp>
        <p:nvSpPr>
          <p:cNvPr id="62" name="dp44-background / n57 / text 1">
            <a:extLst xmlns:a="http://schemas.openxmlformats.org/drawingml/2006/main">
              <a:ext uri="{FF2B5EF4-FFF2-40B4-BE49-F238E27FC236}">
                <a16:creationId xmlns:a16="http://schemas.microsoft.com/office/drawing/2014/main" id="{C09B8CC1-9AD6-4440-972F-2EA4B8D1947E}"/>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현재성 확인과 실제 전달</a:t>
            </a:r>
          </a:p>
        </p:txBody>
      </p:sp>
      <p:sp>
        <p:nvSpPr>
          <p:cNvPr id="63" name="dp44-background / n58 / text 1">
            <a:extLst xmlns:a="http://schemas.openxmlformats.org/drawingml/2006/main">
              <a:ext uri="{FF2B5EF4-FFF2-40B4-BE49-F238E27FC236}">
                <a16:creationId xmlns:a16="http://schemas.microsoft.com/office/drawing/2014/main" id="{F3E8A759-CB74-4AE1-8018-E8A7C72C0477}"/>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정정 전 Response 보류와 전달 차례 결정</a:t>
            </a:r>
          </a:p>
        </p:txBody>
      </p:sp>
    </p:spTree>
    <p:extLst>
      <p:ext uri="{BB962C8B-B14F-4D97-AF65-F5344CB8AC3E}">
        <p14:creationId xmlns:p14="http://schemas.microsoft.com/office/powerpoint/2010/main" val="113725042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80" name="dp44-comparison / n1">
            <a:extLst xmlns:a="http://schemas.openxmlformats.org/drawingml/2006/main">
              <a:ext uri="{FF2B5EF4-FFF2-40B4-BE49-F238E27FC236}">
                <a16:creationId xmlns:a16="http://schemas.microsoft.com/office/drawing/2014/main" id="{9880AA08-CD1C-4F2D-9711-A86AAD517603}"/>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comparison / n2 / text 1">
            <a:extLst xmlns:a="http://schemas.openxmlformats.org/drawingml/2006/main">
              <a:ext uri="{FF2B5EF4-FFF2-40B4-BE49-F238E27FC236}">
                <a16:creationId xmlns:a16="http://schemas.microsoft.com/office/drawing/2014/main" id="{0E8E68BD-606F-4946-9800-2D2AF59A52CF}"/>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4-comparison / n3 / text 1">
            <a:extLst xmlns:a="http://schemas.openxmlformats.org/drawingml/2006/main">
              <a:ext uri="{FF2B5EF4-FFF2-40B4-BE49-F238E27FC236}">
                <a16:creationId xmlns:a16="http://schemas.microsoft.com/office/drawing/2014/main" id="{373E87F7-8897-4D0F-BCB0-1C63B0805E51}"/>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4-comparison / n4 / text 1">
            <a:extLst xmlns:a="http://schemas.openxmlformats.org/drawingml/2006/main">
              <a:ext uri="{FF2B5EF4-FFF2-40B4-BE49-F238E27FC236}">
                <a16:creationId xmlns:a16="http://schemas.microsoft.com/office/drawing/2014/main" id="{8C535DE1-BCEB-4B61-A88C-21E453B46914}"/>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04-44. 반응성을 위한 VIA 지속 입력과 Response 전달 설계</a:t>
            </a:r>
          </a:p>
        </p:txBody>
      </p:sp>
      <p:sp>
        <p:nvSpPr>
          <p:cNvPr id="5" name="dp44-comparison / n5 / path">
            <a:extLst xmlns:a="http://schemas.openxmlformats.org/drawingml/2006/main">
              <a:ext uri="{FF2B5EF4-FFF2-40B4-BE49-F238E27FC236}">
                <a16:creationId xmlns:a16="http://schemas.microsoft.com/office/drawing/2014/main" id="{EC1D5486-4E52-4309-A257-29AB4CCB3D49}"/>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4-comparison / n6 / text 1">
            <a:extLst xmlns:a="http://schemas.openxmlformats.org/drawingml/2006/main">
              <a:ext uri="{FF2B5EF4-FFF2-40B4-BE49-F238E27FC236}">
                <a16:creationId xmlns:a16="http://schemas.microsoft.com/office/drawing/2014/main" id="{BEE1EABA-051C-4E4E-8E18-C7872D3B6E64}"/>
              </a:ext>
            </a:extLst>
          </p:cNvPr>
          <p:cNvSpPr>
            <a:spLocks xmlns:a="http://schemas.openxmlformats.org/drawingml/2006/main" noGrp="1"/>
          </p:cNvSpPr>
          <p:nvPr/>
        </p:nvSpPr>
        <p:spPr>
          <a:xfrm xmlns:a="http://schemas.openxmlformats.org/drawingml/2006/main">
            <a:off x="381000" y="1266825"/>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 설명 도중 새 발화와 메일 질문 도착 / 표 설명 후 메일 질문 전달</a:t>
            </a:r>
          </a:p>
        </p:txBody>
      </p:sp>
      <p:sp>
        <p:nvSpPr>
          <p:cNvPr id="7" name="dp44-comparison / n7 / text 1">
            <a:extLst xmlns:a="http://schemas.openxmlformats.org/drawingml/2006/main">
              <a:ext uri="{FF2B5EF4-FFF2-40B4-BE49-F238E27FC236}">
                <a16:creationId xmlns:a16="http://schemas.microsoft.com/office/drawing/2014/main" id="{1C1FF38D-49B6-4137-9C3D-D1310217C610}"/>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4-comparison / n8 / text 1">
            <a:extLst xmlns:a="http://schemas.openxmlformats.org/drawingml/2006/main">
              <a:ext uri="{FF2B5EF4-FFF2-40B4-BE49-F238E27FC236}">
                <a16:creationId xmlns:a16="http://schemas.microsoft.com/office/drawing/2014/main" id="{62A1ED82-359C-41FE-B1CC-23C8881FE333}"/>
              </a:ext>
            </a:extLst>
          </p:cNvPr>
          <p:cNvSpPr>
            <a:spLocks xmlns:a="http://schemas.openxmlformats.org/drawingml/2006/main" noGrp="1"/>
          </p:cNvSpPr>
          <p:nvPr/>
        </p:nvSpPr>
        <p:spPr>
          <a:xfrm xmlns:a="http://schemas.openxmlformats.org/drawingml/2006/main">
            <a:off x="381000" y="1600200"/>
            <a:ext cx="14573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양안 공통: Agent Gateway ↔ Downstream Agent / Model Access ↔ 공유 Omni 1벌</a:t>
            </a:r>
          </a:p>
        </p:txBody>
      </p:sp>
      <p:sp>
        <p:nvSpPr>
          <p:cNvPr id="9" name="dp44-comparison / n9">
            <a:extLst xmlns:a="http://schemas.openxmlformats.org/drawingml/2006/main">
              <a:ext uri="{FF2B5EF4-FFF2-40B4-BE49-F238E27FC236}">
                <a16:creationId xmlns:a16="http://schemas.microsoft.com/office/drawing/2014/main" id="{545E8B73-3CD4-4C4E-98D1-7E4755A2AE47}"/>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10" name="dp44-comparison / n10 / text 1">
            <a:extLst xmlns:a="http://schemas.openxmlformats.org/drawingml/2006/main">
              <a:ext uri="{FF2B5EF4-FFF2-40B4-BE49-F238E27FC236}">
                <a16:creationId xmlns:a16="http://schemas.microsoft.com/office/drawing/2014/main" id="{F8CAD886-F885-4EF4-B697-B1EB0475ABAF}"/>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1" name="dp44-comparison / n11">
            <a:extLst xmlns:a="http://schemas.openxmlformats.org/drawingml/2006/main">
              <a:ext uri="{FF2B5EF4-FFF2-40B4-BE49-F238E27FC236}">
                <a16:creationId xmlns:a16="http://schemas.microsoft.com/office/drawing/2014/main" id="{5ABBC6E7-DB5A-4409-B672-E24E60F1B8E9}"/>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2" name="dp44-comparison / n12 / text 1">
            <a:extLst xmlns:a="http://schemas.openxmlformats.org/drawingml/2006/main">
              <a:ext uri="{FF2B5EF4-FFF2-40B4-BE49-F238E27FC236}">
                <a16:creationId xmlns:a16="http://schemas.microsoft.com/office/drawing/2014/main" id="{030A932F-C5BD-41B4-80F2-79DF2FEBF0B6}"/>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3" name="dp44-comparison / n13">
            <a:extLst xmlns:a="http://schemas.openxmlformats.org/drawingml/2006/main">
              <a:ext uri="{FF2B5EF4-FFF2-40B4-BE49-F238E27FC236}">
                <a16:creationId xmlns:a16="http://schemas.microsoft.com/office/drawing/2014/main" id="{6F251D16-5717-4185-9E2F-6FF9689809D1}"/>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4" name="dp44-comparison / n14 / text 1">
            <a:extLst xmlns:a="http://schemas.openxmlformats.org/drawingml/2006/main">
              <a:ext uri="{FF2B5EF4-FFF2-40B4-BE49-F238E27FC236}">
                <a16:creationId xmlns:a16="http://schemas.microsoft.com/office/drawing/2014/main" id="{8B8503FB-5209-4F53-92CD-853FB8ED42D5}"/>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5" name="dp44-comparison / n15">
            <a:extLst xmlns:a="http://schemas.openxmlformats.org/drawingml/2006/main">
              <a:ext uri="{FF2B5EF4-FFF2-40B4-BE49-F238E27FC236}">
                <a16:creationId xmlns:a16="http://schemas.microsoft.com/office/drawing/2014/main" id="{6518EFFC-5719-4205-9105-A12B1E3B0B6C}"/>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6" name="dp44-comparison / n16 / text 1">
            <a:extLst xmlns:a="http://schemas.openxmlformats.org/drawingml/2006/main">
              <a:ext uri="{FF2B5EF4-FFF2-40B4-BE49-F238E27FC236}">
                <a16:creationId xmlns:a16="http://schemas.microsoft.com/office/drawing/2014/main" id="{4BDC2F97-6211-42BE-82D0-A1031572D2BD}"/>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7" name="dp44-comparison / n17">
            <a:extLst xmlns:a="http://schemas.openxmlformats.org/drawingml/2006/main">
              <a:ext uri="{FF2B5EF4-FFF2-40B4-BE49-F238E27FC236}">
                <a16:creationId xmlns:a16="http://schemas.microsoft.com/office/drawing/2014/main" id="{4DE3434E-61D5-41F5-A4BB-0C5925371638}"/>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8" name="dp44-comparison / n18 / text 1">
            <a:extLst xmlns:a="http://schemas.openxmlformats.org/drawingml/2006/main">
              <a:ext uri="{FF2B5EF4-FFF2-40B4-BE49-F238E27FC236}">
                <a16:creationId xmlns:a16="http://schemas.microsoft.com/office/drawing/2014/main" id="{302B132B-D663-4D80-A931-DC5174A2B1CC}"/>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9" name="dp44-comparison / n18 / text 2">
            <a:extLst xmlns:a="http://schemas.openxmlformats.org/drawingml/2006/main">
              <a:ext uri="{FF2B5EF4-FFF2-40B4-BE49-F238E27FC236}">
                <a16:creationId xmlns:a16="http://schemas.microsoft.com/office/drawing/2014/main" id="{C2B60E4E-2825-4E6F-9AE8-1747A33E7F78}"/>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20" name="dp44-comparison / n19 / path">
            <a:extLst xmlns:a="http://schemas.openxmlformats.org/drawingml/2006/main">
              <a:ext uri="{FF2B5EF4-FFF2-40B4-BE49-F238E27FC236}">
                <a16:creationId xmlns:a16="http://schemas.microsoft.com/office/drawing/2014/main" id="{1C1A80A9-1018-4F7C-A278-DCC19D3E48B8}"/>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4-comparison / n20 / path">
            <a:extLst xmlns:a="http://schemas.openxmlformats.org/drawingml/2006/main">
              <a:ext uri="{FF2B5EF4-FFF2-40B4-BE49-F238E27FC236}">
                <a16:creationId xmlns:a16="http://schemas.microsoft.com/office/drawing/2014/main" id="{43317ED6-FAEA-41EE-B34C-F97DDDF15085}"/>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2" name="dp44-comparison / n21 / text 1">
            <a:extLst xmlns:a="http://schemas.openxmlformats.org/drawingml/2006/main">
              <a:ext uri="{FF2B5EF4-FFF2-40B4-BE49-F238E27FC236}">
                <a16:creationId xmlns:a16="http://schemas.microsoft.com/office/drawing/2014/main" id="{6265FD9E-8219-4AB7-955B-8E6935E9DA9B}"/>
              </a:ext>
            </a:extLst>
          </p:cNvPr>
          <p:cNvSpPr>
            <a:spLocks xmlns:a="http://schemas.openxmlformats.org/drawingml/2006/main" noGrp="1"/>
          </p:cNvSpPr>
          <p:nvPr/>
        </p:nvSpPr>
        <p:spPr>
          <a:xfrm xmlns:a="http://schemas.openxmlformats.org/drawingml/2006/main">
            <a:off x="1485900" y="182880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중앙 조정 방식</a:t>
            </a:r>
          </a:p>
        </p:txBody>
      </p:sp>
      <p:sp>
        <p:nvSpPr>
          <p:cNvPr id="23" name="dp44-comparison / n22 / text 1">
            <a:extLst xmlns:a="http://schemas.openxmlformats.org/drawingml/2006/main">
              <a:ext uri="{FF2B5EF4-FFF2-40B4-BE49-F238E27FC236}">
                <a16:creationId xmlns:a16="http://schemas.microsoft.com/office/drawing/2014/main" id="{E203783C-7CA4-4C8F-8106-F940EC2391DE}"/>
              </a:ext>
            </a:extLst>
          </p:cNvPr>
          <p:cNvSpPr>
            <a:spLocks xmlns:a="http://schemas.openxmlformats.org/drawingml/2006/main" noGrp="1"/>
          </p:cNvSpPr>
          <p:nvPr/>
        </p:nvSpPr>
        <p:spPr>
          <a:xfrm xmlns:a="http://schemas.openxmlformats.org/drawingml/2006/main">
            <a:off x="1485900" y="2133600"/>
            <a:ext cx="79819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0">
                <a:solidFill>
                  <a:srgbClr val="18232E"/>
                </a:solidFill>
                <a:latin typeface="Apple SD Gothic Neo"/>
                <a:ea typeface="Apple SD Gothic Neo"/>
                <a:cs typeface="Apple SD Gothic Neo"/>
              </a:defRPr>
            </a:pPr>
            <a:r>
              <a:rPr sz="1050" b="0">
                <a:solidFill>
                  <a:srgbClr val="18232E"/>
                </a:solidFill>
                <a:latin typeface="Apple SD Gothic Neo"/>
                <a:ea typeface="Apple SD Gothic Neo"/>
                <a:cs typeface="Apple SD Gothic Neo"/>
              </a:rPr>
              <a:t>중앙 비동기 Orchestration</a:t>
            </a:r>
          </a:p>
        </p:txBody>
      </p:sp>
      <p:sp>
        <p:nvSpPr>
          <p:cNvPr id="24" name="dp44-comparison / n23 / text 1">
            <a:extLst xmlns:a="http://schemas.openxmlformats.org/drawingml/2006/main">
              <a:ext uri="{FF2B5EF4-FFF2-40B4-BE49-F238E27FC236}">
                <a16:creationId xmlns:a16="http://schemas.microsoft.com/office/drawing/2014/main" id="{CDBDF101-EBE3-4F6C-BDF2-704BDB1E0072}"/>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집중된 실행 상태로 전체 메모리 13.3 GB (메모리 효율성 ↑)</a:t>
            </a:r>
          </a:p>
        </p:txBody>
      </p:sp>
      <p:sp>
        <p:nvSpPr>
          <p:cNvPr id="25" name="dp44-comparison / n24 / text 1">
            <a:extLst xmlns:a="http://schemas.openxmlformats.org/drawingml/2006/main">
              <a:ext uri="{FF2B5EF4-FFF2-40B4-BE49-F238E27FC236}">
                <a16:creationId xmlns:a16="http://schemas.microsoft.com/office/drawing/2014/main" id="{ED1C7196-DCF9-4688-A9E5-D275864AC17C}"/>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반환 회수와 재배정으로 평균 반응시간 0.85 s (응답 신속성 ↓)</a:t>
            </a:r>
          </a:p>
        </p:txBody>
      </p:sp>
      <p:sp>
        <p:nvSpPr>
          <p:cNvPr id="26" name="dp44-comparison / n25 / text 1">
            <a:extLst xmlns:a="http://schemas.openxmlformats.org/drawingml/2006/main">
              <a:ext uri="{FF2B5EF4-FFF2-40B4-BE49-F238E27FC236}">
                <a16:creationId xmlns:a16="http://schemas.microsoft.com/office/drawing/2014/main" id="{AE34A9D1-6C9F-4314-85F3-5B7A69987C1F}"/>
              </a:ext>
            </a:extLst>
          </p:cNvPr>
          <p:cNvSpPr>
            <a:spLocks xmlns:a="http://schemas.openxmlformats.org/drawingml/2006/main" noGrp="1"/>
          </p:cNvSpPr>
          <p:nvPr/>
        </p:nvSpPr>
        <p:spPr>
          <a:xfrm xmlns:a="http://schemas.openxmlformats.org/drawingml/2006/main">
            <a:off x="150495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교차 사건의 중앙 전이 변경, 평균 4.0개 (변경 용이성 ↓)</a:t>
            </a:r>
          </a:p>
        </p:txBody>
      </p:sp>
      <p:sp>
        <p:nvSpPr>
          <p:cNvPr id="27" name="dp44-comparison / n26 / text 1">
            <a:extLst xmlns:a="http://schemas.openxmlformats.org/drawingml/2006/main">
              <a:ext uri="{FF2B5EF4-FFF2-40B4-BE49-F238E27FC236}">
                <a16:creationId xmlns:a16="http://schemas.microsoft.com/office/drawing/2014/main" id="{AFA5DC51-F65E-417E-B831-CCFCF9F1AB16}"/>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V-04 응답 신속성</a:t>
            </a:r>
          </a:p>
        </p:txBody>
      </p:sp>
      <p:sp>
        <p:nvSpPr>
          <p:cNvPr id="28" name="dp44-comparison / n27 / text 1">
            <a:extLst xmlns:a="http://schemas.openxmlformats.org/drawingml/2006/main">
              <a:ext uri="{FF2B5EF4-FFF2-40B4-BE49-F238E27FC236}">
                <a16:creationId xmlns:a16="http://schemas.microsoft.com/office/drawing/2014/main" id="{49B5C055-3F83-4291-8AB3-7807146BED8F}"/>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9" name="dp44-comparison / n28 / text 1">
            <a:extLst xmlns:a="http://schemas.openxmlformats.org/drawingml/2006/main">
              <a:ext uri="{FF2B5EF4-FFF2-40B4-BE49-F238E27FC236}">
                <a16:creationId xmlns:a16="http://schemas.microsoft.com/office/drawing/2014/main" id="{A8242BEA-8EE1-4CF7-9929-1E3E68BE0813}"/>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0.85 s</a:t>
            </a:r>
          </a:p>
        </p:txBody>
      </p:sp>
      <p:sp>
        <p:nvSpPr>
          <p:cNvPr id="30" name="dp44-comparison / n29 / text 1">
            <a:extLst xmlns:a="http://schemas.openxmlformats.org/drawingml/2006/main">
              <a:ext uri="{FF2B5EF4-FFF2-40B4-BE49-F238E27FC236}">
                <a16:creationId xmlns:a16="http://schemas.microsoft.com/office/drawing/2014/main" id="{69C7FE99-ADDC-4319-8F41-CB94AA361F28}"/>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반응시간 ↓</a:t>
            </a:r>
          </a:p>
        </p:txBody>
      </p:sp>
      <p:sp>
        <p:nvSpPr>
          <p:cNvPr id="31" name="dp44-comparison / n30 / text 1">
            <a:extLst xmlns:a="http://schemas.openxmlformats.org/drawingml/2006/main">
              <a:ext uri="{FF2B5EF4-FFF2-40B4-BE49-F238E27FC236}">
                <a16:creationId xmlns:a16="http://schemas.microsoft.com/office/drawing/2014/main" id="{F70C6606-265D-4DA6-B59C-52ABE488B1D0}"/>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2" name="dp44-comparison / n31 / text 1">
            <a:extLst xmlns:a="http://schemas.openxmlformats.org/drawingml/2006/main">
              <a:ext uri="{FF2B5EF4-FFF2-40B4-BE49-F238E27FC236}">
                <a16:creationId xmlns:a16="http://schemas.microsoft.com/office/drawing/2014/main" id="{A31355E0-614C-4257-939C-7DF89CDA4096}"/>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3" name="dp44-comparison / n32 / text 1">
            <a:extLst xmlns:a="http://schemas.openxmlformats.org/drawingml/2006/main">
              <a:ext uri="{FF2B5EF4-FFF2-40B4-BE49-F238E27FC236}">
                <a16:creationId xmlns:a16="http://schemas.microsoft.com/office/drawing/2014/main" id="{54FE3E40-7064-4BFE-9FC3-96C2430AF6AD}"/>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4" name="dp44-comparison / n33 / text 1">
            <a:extLst xmlns:a="http://schemas.openxmlformats.org/drawingml/2006/main">
              <a:ext uri="{FF2B5EF4-FFF2-40B4-BE49-F238E27FC236}">
                <a16:creationId xmlns:a16="http://schemas.microsoft.com/office/drawing/2014/main" id="{09E1D95E-FCFC-4867-A3E2-75772C68DFB8}"/>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5" name="dp44-comparison / n34 / text 1">
            <a:extLst xmlns:a="http://schemas.openxmlformats.org/drawingml/2006/main">
              <a:ext uri="{FF2B5EF4-FFF2-40B4-BE49-F238E27FC236}">
                <a16:creationId xmlns:a16="http://schemas.microsoft.com/office/drawing/2014/main" id="{A7AE6C5C-E4EF-4843-BDC7-CF570D850907}"/>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36" name="dp44-comparison / n35 / text 1">
            <a:extLst xmlns:a="http://schemas.openxmlformats.org/drawingml/2006/main">
              <a:ext uri="{FF2B5EF4-FFF2-40B4-BE49-F238E27FC236}">
                <a16:creationId xmlns:a16="http://schemas.microsoft.com/office/drawing/2014/main" id="{799C4132-2C6C-4F4C-B5CA-A974C362CF9E}"/>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7" name="dp44-comparison / n36 / text 1">
            <a:extLst xmlns:a="http://schemas.openxmlformats.org/drawingml/2006/main">
              <a:ext uri="{FF2B5EF4-FFF2-40B4-BE49-F238E27FC236}">
                <a16:creationId xmlns:a16="http://schemas.microsoft.com/office/drawing/2014/main" id="{9A3C80B7-3F6B-4EBB-8CC2-F4ADAFDBB421}"/>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13.3 GB</a:t>
            </a:r>
          </a:p>
        </p:txBody>
      </p:sp>
      <p:sp>
        <p:nvSpPr>
          <p:cNvPr id="38" name="dp44-comparison / n37 / text 1">
            <a:extLst xmlns:a="http://schemas.openxmlformats.org/drawingml/2006/main">
              <a:ext uri="{FF2B5EF4-FFF2-40B4-BE49-F238E27FC236}">
                <a16:creationId xmlns:a16="http://schemas.microsoft.com/office/drawing/2014/main" id="{2219DA97-5A03-42B3-B330-FDF7935D2FB8}"/>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39" name="dp44-comparison / n38 / text 1">
            <a:extLst xmlns:a="http://schemas.openxmlformats.org/drawingml/2006/main">
              <a:ext uri="{FF2B5EF4-FFF2-40B4-BE49-F238E27FC236}">
                <a16:creationId xmlns:a16="http://schemas.microsoft.com/office/drawing/2014/main" id="{E3D5759D-ACF3-4C0F-9AA4-4272CD4EEB90}"/>
              </a:ext>
            </a:extLst>
          </p:cNvPr>
          <p:cNvSpPr>
            <a:spLocks xmlns:a="http://schemas.openxmlformats.org/drawingml/2006/main" noGrp="1"/>
          </p:cNvSpPr>
          <p:nvPr/>
        </p:nvSpPr>
        <p:spPr>
          <a:xfrm xmlns:a="http://schemas.openxmlformats.org/drawingml/2006/main">
            <a:off x="9772650" y="182880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이벤트 흐름을 연결하는 방식</a:t>
            </a:r>
          </a:p>
        </p:txBody>
      </p:sp>
      <p:sp>
        <p:nvSpPr>
          <p:cNvPr id="40" name="dp44-comparison / n39 / text 1">
            <a:extLst xmlns:a="http://schemas.openxmlformats.org/drawingml/2006/main">
              <a:ext uri="{FF2B5EF4-FFF2-40B4-BE49-F238E27FC236}">
                <a16:creationId xmlns:a16="http://schemas.microsoft.com/office/drawing/2014/main" id="{BD4F3710-4A45-46CC-8C26-1D0BBE037C5D}"/>
              </a:ext>
            </a:extLst>
          </p:cNvPr>
          <p:cNvSpPr>
            <a:spLocks xmlns:a="http://schemas.openxmlformats.org/drawingml/2006/main" noGrp="1"/>
          </p:cNvSpPr>
          <p:nvPr/>
        </p:nvSpPr>
        <p:spPr>
          <a:xfrm xmlns:a="http://schemas.openxmlformats.org/drawingml/2006/main">
            <a:off x="9772650" y="2133600"/>
            <a:ext cx="79819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0">
                <a:solidFill>
                  <a:srgbClr val="18232E"/>
                </a:solidFill>
                <a:latin typeface="Apple SD Gothic Neo"/>
                <a:ea typeface="Apple SD Gothic Neo"/>
                <a:cs typeface="Apple SD Gothic Neo"/>
              </a:defRPr>
            </a:pPr>
            <a:r>
              <a:rPr sz="1050" b="0">
                <a:solidFill>
                  <a:srgbClr val="18232E"/>
                </a:solidFill>
                <a:latin typeface="Apple SD Gothic Neo"/>
                <a:ea typeface="Apple SD Gothic Neo"/>
                <a:cs typeface="Apple SD Gothic Neo"/>
              </a:rPr>
              <a:t>반응형 Dataflow</a:t>
            </a:r>
          </a:p>
        </p:txBody>
      </p:sp>
      <p:sp>
        <p:nvSpPr>
          <p:cNvPr id="41" name="dp44-comparison / n40 / text 1">
            <a:extLst xmlns:a="http://schemas.openxmlformats.org/drawingml/2006/main">
              <a:ext uri="{FF2B5EF4-FFF2-40B4-BE49-F238E27FC236}">
                <a16:creationId xmlns:a16="http://schemas.microsoft.com/office/drawing/2014/main" id="{28253114-269C-461A-9354-00DEEC4C5248}"/>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사건의 직접 활성화로 평균 반응시간 0.62 s (응답 신속성 ↑)</a:t>
            </a:r>
          </a:p>
        </p:txBody>
      </p:sp>
      <p:sp>
        <p:nvSpPr>
          <p:cNvPr id="42" name="dp44-comparison / n41 / text 1">
            <a:extLst xmlns:a="http://schemas.openxmlformats.org/drawingml/2006/main">
              <a:ext uri="{FF2B5EF4-FFF2-40B4-BE49-F238E27FC236}">
                <a16:creationId xmlns:a16="http://schemas.microsoft.com/office/drawing/2014/main" id="{1DA52863-A6C0-45AB-9D68-42E069294B99}"/>
              </a:ext>
            </a:extLst>
          </p:cNvPr>
          <p:cNvSpPr>
            <a:spLocks xmlns:a="http://schemas.openxmlformats.org/drawingml/2006/main" noGrp="1"/>
          </p:cNvSpPr>
          <p:nvPr/>
        </p:nvSpPr>
        <p:spPr>
          <a:xfrm xmlns:a="http://schemas.openxmlformats.org/drawingml/2006/main">
            <a:off x="979170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동일 schema 안의 단계 조합 변경, 평균 2.5개 (변경 용이성 ↑)</a:t>
            </a:r>
          </a:p>
        </p:txBody>
      </p:sp>
      <p:sp>
        <p:nvSpPr>
          <p:cNvPr id="43" name="dp44-comparison / n42 / text 1">
            <a:extLst xmlns:a="http://schemas.openxmlformats.org/drawingml/2006/main">
              <a:ext uri="{FF2B5EF4-FFF2-40B4-BE49-F238E27FC236}">
                <a16:creationId xmlns:a16="http://schemas.microsoft.com/office/drawing/2014/main" id="{EA7A35C3-E2C8-49BF-A99D-5FB311DA5964}"/>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다수 window와 buffer로 전체 메모리 13.8 GB (메모리 효율성 ↓)</a:t>
            </a:r>
          </a:p>
        </p:txBody>
      </p:sp>
      <p:sp>
        <p:nvSpPr>
          <p:cNvPr id="44" name="dp44-comparison / n43 / text 1">
            <a:extLst xmlns:a="http://schemas.openxmlformats.org/drawingml/2006/main">
              <a:ext uri="{FF2B5EF4-FFF2-40B4-BE49-F238E27FC236}">
                <a16:creationId xmlns:a16="http://schemas.microsoft.com/office/drawing/2014/main" id="{BB6F1EBC-DE1E-4120-B6D5-9A8C9CE92E27}"/>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V-04 응답 신속성</a:t>
            </a:r>
          </a:p>
        </p:txBody>
      </p:sp>
      <p:sp>
        <p:nvSpPr>
          <p:cNvPr id="45" name="dp44-comparison / n44 / text 1">
            <a:extLst xmlns:a="http://schemas.openxmlformats.org/drawingml/2006/main">
              <a:ext uri="{FF2B5EF4-FFF2-40B4-BE49-F238E27FC236}">
                <a16:creationId xmlns:a16="http://schemas.microsoft.com/office/drawing/2014/main" id="{0AC016D3-3F0B-4E74-AF0F-D7F7B07DEDC3}"/>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6" name="dp44-comparison / n45 / text 1">
            <a:extLst xmlns:a="http://schemas.openxmlformats.org/drawingml/2006/main">
              <a:ext uri="{FF2B5EF4-FFF2-40B4-BE49-F238E27FC236}">
                <a16:creationId xmlns:a16="http://schemas.microsoft.com/office/drawing/2014/main" id="{D617D986-6596-4B62-8FE4-2ECDF86DD7EA}"/>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0.62 s</a:t>
            </a:r>
          </a:p>
        </p:txBody>
      </p:sp>
      <p:sp>
        <p:nvSpPr>
          <p:cNvPr id="47" name="dp44-comparison / n46 / text 1">
            <a:extLst xmlns:a="http://schemas.openxmlformats.org/drawingml/2006/main">
              <a:ext uri="{FF2B5EF4-FFF2-40B4-BE49-F238E27FC236}">
                <a16:creationId xmlns:a16="http://schemas.microsoft.com/office/drawing/2014/main" id="{36363DEC-1632-4486-98B8-1C2F4631BE04}"/>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반응시간 ↓</a:t>
            </a:r>
          </a:p>
        </p:txBody>
      </p:sp>
      <p:sp>
        <p:nvSpPr>
          <p:cNvPr id="48" name="dp44-comparison / n47 / text 1">
            <a:extLst xmlns:a="http://schemas.openxmlformats.org/drawingml/2006/main">
              <a:ext uri="{FF2B5EF4-FFF2-40B4-BE49-F238E27FC236}">
                <a16:creationId xmlns:a16="http://schemas.microsoft.com/office/drawing/2014/main" id="{D2B6E738-2BE5-4B5A-AD5E-B40132E268DF}"/>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49" name="dp44-comparison / n48 / text 1">
            <a:extLst xmlns:a="http://schemas.openxmlformats.org/drawingml/2006/main">
              <a:ext uri="{FF2B5EF4-FFF2-40B4-BE49-F238E27FC236}">
                <a16:creationId xmlns:a16="http://schemas.microsoft.com/office/drawing/2014/main" id="{28C7F02B-D8DC-4586-83C4-994BCE60033E}"/>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0" name="dp44-comparison / n49 / text 1">
            <a:extLst xmlns:a="http://schemas.openxmlformats.org/drawingml/2006/main">
              <a:ext uri="{FF2B5EF4-FFF2-40B4-BE49-F238E27FC236}">
                <a16:creationId xmlns:a16="http://schemas.microsoft.com/office/drawing/2014/main" id="{D02BF6A9-777E-4E4E-90B8-11E01A71773C}"/>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2.5개</a:t>
            </a:r>
          </a:p>
        </p:txBody>
      </p:sp>
      <p:sp>
        <p:nvSpPr>
          <p:cNvPr id="51" name="dp44-comparison / n50 / text 1">
            <a:extLst xmlns:a="http://schemas.openxmlformats.org/drawingml/2006/main">
              <a:ext uri="{FF2B5EF4-FFF2-40B4-BE49-F238E27FC236}">
                <a16:creationId xmlns:a16="http://schemas.microsoft.com/office/drawing/2014/main" id="{773BB26B-D3A3-4752-82B4-AB368F4DB9AE}"/>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2" name="dp44-comparison / n51 / text 1">
            <a:extLst xmlns:a="http://schemas.openxmlformats.org/drawingml/2006/main">
              <a:ext uri="{FF2B5EF4-FFF2-40B4-BE49-F238E27FC236}">
                <a16:creationId xmlns:a16="http://schemas.microsoft.com/office/drawing/2014/main" id="{2DA46055-A255-4B4B-BF09-F409F1A3927F}"/>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V-06 메모리 효율성</a:t>
            </a:r>
          </a:p>
        </p:txBody>
      </p:sp>
      <p:sp>
        <p:nvSpPr>
          <p:cNvPr id="53" name="dp44-comparison / n52 / text 1">
            <a:extLst xmlns:a="http://schemas.openxmlformats.org/drawingml/2006/main">
              <a:ext uri="{FF2B5EF4-FFF2-40B4-BE49-F238E27FC236}">
                <a16:creationId xmlns:a16="http://schemas.microsoft.com/office/drawing/2014/main" id="{FD46A750-3FE7-42EF-A80D-55BEE48A5234}"/>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4" name="dp44-comparison / n53 / text 1">
            <a:extLst xmlns:a="http://schemas.openxmlformats.org/drawingml/2006/main">
              <a:ext uri="{FF2B5EF4-FFF2-40B4-BE49-F238E27FC236}">
                <a16:creationId xmlns:a16="http://schemas.microsoft.com/office/drawing/2014/main" id="{2FD59040-7391-4BAD-8A21-59B26FBB1AFB}"/>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13.8 GB</a:t>
            </a:r>
          </a:p>
        </p:txBody>
      </p:sp>
      <p:sp>
        <p:nvSpPr>
          <p:cNvPr id="55" name="dp44-comparison / n54 / text 1">
            <a:extLst xmlns:a="http://schemas.openxmlformats.org/drawingml/2006/main">
              <a:ext uri="{FF2B5EF4-FFF2-40B4-BE49-F238E27FC236}">
                <a16:creationId xmlns:a16="http://schemas.microsoft.com/office/drawing/2014/main" id="{522B93BF-DCF7-4D1A-8EA4-D1526D6A30BF}"/>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최대 전체 메모리 ↓</a:t>
            </a:r>
          </a:p>
        </p:txBody>
      </p:sp>
      <p:sp>
        <p:nvSpPr>
          <p:cNvPr id="56" name="dp44-comparison / n55 / text 1">
            <a:extLst xmlns:a="http://schemas.openxmlformats.org/drawingml/2006/main">
              <a:ext uri="{FF2B5EF4-FFF2-40B4-BE49-F238E27FC236}">
                <a16:creationId xmlns:a16="http://schemas.microsoft.com/office/drawing/2014/main" id="{F42389B4-7D3C-47D4-9985-D81133DA4907}"/>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여러 사건의 집중 도착 / 양안의 입력 수신과 로컬 음성 중단은 동일</a:t>
            </a:r>
          </a:p>
        </p:txBody>
      </p:sp>
      <p:sp>
        <p:nvSpPr>
          <p:cNvPr id="57" name="dp44-comparison / n56 / text 1">
            <a:extLst xmlns:a="http://schemas.openxmlformats.org/drawingml/2006/main">
              <a:ext uri="{FF2B5EF4-FFF2-40B4-BE49-F238E27FC236}">
                <a16:creationId xmlns:a16="http://schemas.microsoft.com/office/drawing/2014/main" id="{7F6848C4-0EE9-4227-A73A-45B2804054C5}"/>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8" name="dp44-comparison / n57">
            <a:extLst xmlns:a="http://schemas.openxmlformats.org/drawingml/2006/main">
              <a:ext uri="{FF2B5EF4-FFF2-40B4-BE49-F238E27FC236}">
                <a16:creationId xmlns:a16="http://schemas.microsoft.com/office/drawing/2014/main" id="{5534661B-1758-45FF-84E4-3B5766D1F130}"/>
              </a:ext>
            </a:extLst>
          </p:cNvPr>
          <p:cNvSpPr>
            <a:spLocks xmlns:a="http://schemas.openxmlformats.org/drawingml/2006/main" noGrp="1"/>
          </p:cNvSpPr>
          <p:nvPr/>
        </p:nvSpPr>
        <p:spPr>
          <a:xfrm xmlns:a="http://schemas.openxmlformats.org/drawingml/2006/main">
            <a:off x="447675" y="2638425"/>
            <a:ext cx="819150" cy="4876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59" name="dp44-comparison / n58">
            <a:extLst xmlns:a="http://schemas.openxmlformats.org/drawingml/2006/main">
              <a:ext uri="{FF2B5EF4-FFF2-40B4-BE49-F238E27FC236}">
                <a16:creationId xmlns:a16="http://schemas.microsoft.com/office/drawing/2014/main" id="{E7F614BF-7465-4850-A645-D673DB3268C9}"/>
              </a:ext>
            </a:extLst>
          </p:cNvPr>
          <p:cNvSpPr>
            <a:spLocks xmlns:a="http://schemas.openxmlformats.org/drawingml/2006/main" noGrp="1"/>
          </p:cNvSpPr>
          <p:nvPr/>
        </p:nvSpPr>
        <p:spPr>
          <a:xfrm xmlns:a="http://schemas.openxmlformats.org/drawingml/2006/main">
            <a:off x="587121" y="2771775"/>
            <a:ext cx="502158" cy="18459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0" name="dp44-comparison / n59 / text 1">
            <a:extLst xmlns:a="http://schemas.openxmlformats.org/drawingml/2006/main">
              <a:ext uri="{FF2B5EF4-FFF2-40B4-BE49-F238E27FC236}">
                <a16:creationId xmlns:a16="http://schemas.microsoft.com/office/drawing/2014/main" id="{EDF62A10-BAD7-4FCC-A997-E52190931D8F}"/>
              </a:ext>
            </a:extLst>
          </p:cNvPr>
          <p:cNvSpPr>
            <a:spLocks xmlns:a="http://schemas.openxmlformats.org/drawingml/2006/main" noGrp="1"/>
          </p:cNvSpPr>
          <p:nvPr/>
        </p:nvSpPr>
        <p:spPr>
          <a:xfrm xmlns:a="http://schemas.openxmlformats.org/drawingml/2006/main">
            <a:off x="476250" y="2781300"/>
            <a:ext cx="762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Legend</a:t>
            </a:r>
          </a:p>
        </p:txBody>
      </p:sp>
      <p:sp>
        <p:nvSpPr>
          <p:cNvPr id="61" name="dp44-comparison / n60">
            <a:extLst xmlns:a="http://schemas.openxmlformats.org/drawingml/2006/main">
              <a:ext uri="{FF2B5EF4-FFF2-40B4-BE49-F238E27FC236}">
                <a16:creationId xmlns:a16="http://schemas.microsoft.com/office/drawing/2014/main" id="{7CD86BF2-1717-4C11-990D-939AB8D76EAB}"/>
              </a:ext>
            </a:extLst>
          </p:cNvPr>
          <p:cNvSpPr>
            <a:spLocks xmlns:a="http://schemas.openxmlformats.org/drawingml/2006/main" noGrp="1"/>
          </p:cNvSpPr>
          <p:nvPr/>
        </p:nvSpPr>
        <p:spPr>
          <a:xfrm xmlns:a="http://schemas.openxmlformats.org/drawingml/2006/main">
            <a:off x="504825" y="3114675"/>
            <a:ext cx="7048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2" name="dp44-comparison / n61 / text 1">
            <a:extLst xmlns:a="http://schemas.openxmlformats.org/drawingml/2006/main">
              <a:ext uri="{FF2B5EF4-FFF2-40B4-BE49-F238E27FC236}">
                <a16:creationId xmlns:a16="http://schemas.microsoft.com/office/drawing/2014/main" id="{45819D16-FAD4-463F-978C-8818D122E80A}"/>
              </a:ext>
            </a:extLst>
          </p:cNvPr>
          <p:cNvSpPr>
            <a:spLocks xmlns:a="http://schemas.openxmlformats.org/drawingml/2006/main" noGrp="1"/>
          </p:cNvSpPr>
          <p:nvPr/>
        </p:nvSpPr>
        <p:spPr>
          <a:xfrm xmlns:a="http://schemas.openxmlformats.org/drawingml/2006/main">
            <a:off x="571500" y="319230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63" name="dp44-comparison / n62">
            <a:extLst xmlns:a="http://schemas.openxmlformats.org/drawingml/2006/main">
              <a:ext uri="{FF2B5EF4-FFF2-40B4-BE49-F238E27FC236}">
                <a16:creationId xmlns:a16="http://schemas.microsoft.com/office/drawing/2014/main" id="{A5BB1F51-D278-4E65-B131-08217D797CF7}"/>
              </a:ext>
            </a:extLst>
          </p:cNvPr>
          <p:cNvSpPr>
            <a:spLocks xmlns:a="http://schemas.openxmlformats.org/drawingml/2006/main" noGrp="1"/>
          </p:cNvSpPr>
          <p:nvPr/>
        </p:nvSpPr>
        <p:spPr>
          <a:xfrm xmlns:a="http://schemas.openxmlformats.org/drawingml/2006/main">
            <a:off x="485775" y="3429000"/>
            <a:ext cx="585026"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4" name="dp44-comparison / n63 / text 1">
            <a:extLst xmlns:a="http://schemas.openxmlformats.org/drawingml/2006/main">
              <a:ext uri="{FF2B5EF4-FFF2-40B4-BE49-F238E27FC236}">
                <a16:creationId xmlns:a16="http://schemas.microsoft.com/office/drawing/2014/main" id="{AA4FC839-9FBF-405A-9CCD-E94985DC3647}"/>
              </a:ext>
            </a:extLst>
          </p:cNvPr>
          <p:cNvSpPr>
            <a:spLocks xmlns:a="http://schemas.openxmlformats.org/drawingml/2006/main" noGrp="1"/>
          </p:cNvSpPr>
          <p:nvPr/>
        </p:nvSpPr>
        <p:spPr>
          <a:xfrm xmlns:a="http://schemas.openxmlformats.org/drawingml/2006/main">
            <a:off x="504825" y="343852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Component</a:t>
            </a:r>
          </a:p>
        </p:txBody>
      </p:sp>
      <p:sp>
        <p:nvSpPr>
          <p:cNvPr id="65" name="dp44-comparison / n64">
            <a:extLst xmlns:a="http://schemas.openxmlformats.org/drawingml/2006/main">
              <a:ext uri="{FF2B5EF4-FFF2-40B4-BE49-F238E27FC236}">
                <a16:creationId xmlns:a16="http://schemas.microsoft.com/office/drawing/2014/main" id="{5D5ADE9C-B360-4A79-88A9-624882D8D119}"/>
              </a:ext>
            </a:extLst>
          </p:cNvPr>
          <p:cNvSpPr>
            <a:spLocks xmlns:a="http://schemas.openxmlformats.org/drawingml/2006/main" noGrp="1"/>
          </p:cNvSpPr>
          <p:nvPr/>
        </p:nvSpPr>
        <p:spPr>
          <a:xfrm xmlns:a="http://schemas.openxmlformats.org/drawingml/2006/main">
            <a:off x="504825" y="3733800"/>
            <a:ext cx="704850" cy="266700"/>
          </a:xfrm>
          <a:prstGeom xmlns:a="http://schemas.openxmlformats.org/drawingml/2006/main" prst="roundRect">
            <a:avLst>
              <a:gd name="adj" fmla="val 28571"/>
            </a:avLst>
          </a:prstGeom>
          <a:solidFill xmlns:a="http://schemas.openxmlformats.org/drawingml/2006/main">
            <a:srgbClr val="FFFFFF"/>
          </a:solidFill>
          <a:ln xmlns:a="http://schemas.openxmlformats.org/drawingml/2006/main" w="9525">
            <a:solidFill>
              <a:srgbClr val="000000"/>
            </a:solidFill>
            <a:prstDash val="solid"/>
          </a:ln>
        </p:spPr>
      </p:sp>
      <p:sp>
        <p:nvSpPr>
          <p:cNvPr id="66" name="dp44-comparison / n65 / text 1">
            <a:extLst xmlns:a="http://schemas.openxmlformats.org/drawingml/2006/main">
              <a:ext uri="{FF2B5EF4-FFF2-40B4-BE49-F238E27FC236}">
                <a16:creationId xmlns:a16="http://schemas.microsoft.com/office/drawing/2014/main" id="{61B76F5C-DB03-4030-A1B5-D956E871B4E3}"/>
              </a:ext>
            </a:extLst>
          </p:cNvPr>
          <p:cNvSpPr>
            <a:spLocks xmlns:a="http://schemas.openxmlformats.org/drawingml/2006/main" noGrp="1"/>
          </p:cNvSpPr>
          <p:nvPr/>
        </p:nvSpPr>
        <p:spPr>
          <a:xfrm xmlns:a="http://schemas.openxmlformats.org/drawingml/2006/main">
            <a:off x="571500" y="3811429"/>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67" name="dp44-comparison / n66">
            <a:extLst xmlns:a="http://schemas.openxmlformats.org/drawingml/2006/main">
              <a:ext uri="{FF2B5EF4-FFF2-40B4-BE49-F238E27FC236}">
                <a16:creationId xmlns:a16="http://schemas.microsoft.com/office/drawing/2014/main" id="{E7BB60D9-2C64-4286-9CEA-0AA5ABA8C1E3}"/>
              </a:ext>
            </a:extLst>
          </p:cNvPr>
          <p:cNvSpPr>
            <a:spLocks xmlns:a="http://schemas.openxmlformats.org/drawingml/2006/main" noGrp="1"/>
          </p:cNvSpPr>
          <p:nvPr/>
        </p:nvSpPr>
        <p:spPr>
          <a:xfrm xmlns:a="http://schemas.openxmlformats.org/drawingml/2006/main">
            <a:off x="485775" y="4048125"/>
            <a:ext cx="673037"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68" name="dp44-comparison / n67 / text 1">
            <a:extLst xmlns:a="http://schemas.openxmlformats.org/drawingml/2006/main">
              <a:ext uri="{FF2B5EF4-FFF2-40B4-BE49-F238E27FC236}">
                <a16:creationId xmlns:a16="http://schemas.microsoft.com/office/drawing/2014/main" id="{FB36AD25-1364-4ACD-9427-E67DF8752B38}"/>
              </a:ext>
            </a:extLst>
          </p:cNvPr>
          <p:cNvSpPr>
            <a:spLocks xmlns:a="http://schemas.openxmlformats.org/drawingml/2006/main" noGrp="1"/>
          </p:cNvSpPr>
          <p:nvPr/>
        </p:nvSpPr>
        <p:spPr>
          <a:xfrm xmlns:a="http://schemas.openxmlformats.org/drawingml/2006/main">
            <a:off x="504825" y="405765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내부 Module</a:t>
            </a:r>
          </a:p>
        </p:txBody>
      </p:sp>
      <p:sp>
        <p:nvSpPr>
          <p:cNvPr id="69" name="dp44-comparison / n68">
            <a:extLst xmlns:a="http://schemas.openxmlformats.org/drawingml/2006/main">
              <a:ext uri="{FF2B5EF4-FFF2-40B4-BE49-F238E27FC236}">
                <a16:creationId xmlns:a16="http://schemas.microsoft.com/office/drawing/2014/main" id="{3A0BA059-FA6A-479D-9890-839CDF99664E}"/>
              </a:ext>
            </a:extLst>
          </p:cNvPr>
          <p:cNvSpPr>
            <a:spLocks xmlns:a="http://schemas.openxmlformats.org/drawingml/2006/main" noGrp="1"/>
          </p:cNvSpPr>
          <p:nvPr/>
        </p:nvSpPr>
        <p:spPr>
          <a:xfrm xmlns:a="http://schemas.openxmlformats.org/drawingml/2006/main">
            <a:off x="504825" y="4352925"/>
            <a:ext cx="704850" cy="26670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0" name="dp44-comparison / n69 / text 1">
            <a:extLst xmlns:a="http://schemas.openxmlformats.org/drawingml/2006/main">
              <a:ext uri="{FF2B5EF4-FFF2-40B4-BE49-F238E27FC236}">
                <a16:creationId xmlns:a16="http://schemas.microsoft.com/office/drawing/2014/main" id="{604847D5-07D0-476D-9C5D-D218205DBF7A}"/>
              </a:ext>
            </a:extLst>
          </p:cNvPr>
          <p:cNvSpPr>
            <a:spLocks xmlns:a="http://schemas.openxmlformats.org/drawingml/2006/main" noGrp="1"/>
          </p:cNvSpPr>
          <p:nvPr/>
        </p:nvSpPr>
        <p:spPr>
          <a:xfrm xmlns:a="http://schemas.openxmlformats.org/drawingml/2006/main">
            <a:off x="571500" y="446865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71" name="dp44-comparison / n70">
            <a:extLst xmlns:a="http://schemas.openxmlformats.org/drawingml/2006/main">
              <a:ext uri="{FF2B5EF4-FFF2-40B4-BE49-F238E27FC236}">
                <a16:creationId xmlns:a16="http://schemas.microsoft.com/office/drawing/2014/main" id="{33836928-1D7A-4DDB-95F8-9F441E5C7EDC}"/>
              </a:ext>
            </a:extLst>
          </p:cNvPr>
          <p:cNvSpPr>
            <a:spLocks xmlns:a="http://schemas.openxmlformats.org/drawingml/2006/main" noGrp="1"/>
          </p:cNvSpPr>
          <p:nvPr/>
        </p:nvSpPr>
        <p:spPr>
          <a:xfrm xmlns:a="http://schemas.openxmlformats.org/drawingml/2006/main">
            <a:off x="485775" y="4667250"/>
            <a:ext cx="622745"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2" name="dp44-comparison / n71 / text 1">
            <a:extLst xmlns:a="http://schemas.openxmlformats.org/drawingml/2006/main">
              <a:ext uri="{FF2B5EF4-FFF2-40B4-BE49-F238E27FC236}">
                <a16:creationId xmlns:a16="http://schemas.microsoft.com/office/drawing/2014/main" id="{00B856B7-EB3B-46A1-A9EF-E15998D740D2}"/>
              </a:ext>
            </a:extLst>
          </p:cNvPr>
          <p:cNvSpPr>
            <a:spLocks xmlns:a="http://schemas.openxmlformats.org/drawingml/2006/main" noGrp="1"/>
          </p:cNvSpPr>
          <p:nvPr/>
        </p:nvSpPr>
        <p:spPr>
          <a:xfrm xmlns:a="http://schemas.openxmlformats.org/drawingml/2006/main">
            <a:off x="504825" y="467677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데이터 상태</a:t>
            </a:r>
          </a:p>
        </p:txBody>
      </p:sp>
      <p:sp>
        <p:nvSpPr>
          <p:cNvPr id="73" name="dp44-comparison / n72">
            <a:extLst xmlns:a="http://schemas.openxmlformats.org/drawingml/2006/main">
              <a:ext uri="{FF2B5EF4-FFF2-40B4-BE49-F238E27FC236}">
                <a16:creationId xmlns:a16="http://schemas.microsoft.com/office/drawing/2014/main" id="{58443EB9-6D8F-4FCD-91D6-79F28DE4ED3F}"/>
              </a:ext>
            </a:extLst>
          </p:cNvPr>
          <p:cNvSpPr>
            <a:spLocks xmlns:a="http://schemas.openxmlformats.org/drawingml/2006/main" noGrp="1"/>
          </p:cNvSpPr>
          <p:nvPr/>
        </p:nvSpPr>
        <p:spPr>
          <a:xfrm xmlns:a="http://schemas.openxmlformats.org/drawingml/2006/main">
            <a:off x="504825" y="6115050"/>
            <a:ext cx="704850" cy="266700"/>
          </a:xfrm>
          <a:prstGeom xmlns:a="http://schemas.openxmlformats.org/drawingml/2006/main" prst="roundRect">
            <a:avLst>
              <a:gd name="adj" fmla="val 28571"/>
            </a:avLst>
          </a:prstGeom>
          <a:solidFill xmlns:a="http://schemas.openxmlformats.org/drawingml/2006/main">
            <a:srgbClr val="FFF0DD"/>
          </a:solidFill>
          <a:ln xmlns:a="http://schemas.openxmlformats.org/drawingml/2006/main" w="17145">
            <a:solidFill>
              <a:srgbClr val="B8753F"/>
            </a:solidFill>
            <a:prstDash val="solid"/>
          </a:ln>
        </p:spPr>
      </p:sp>
      <p:sp>
        <p:nvSpPr>
          <p:cNvPr id="74" name="dp44-comparison / n73 / text 1">
            <a:extLst xmlns:a="http://schemas.openxmlformats.org/drawingml/2006/main">
              <a:ext uri="{FF2B5EF4-FFF2-40B4-BE49-F238E27FC236}">
                <a16:creationId xmlns:a16="http://schemas.microsoft.com/office/drawing/2014/main" id="{E0AC2832-FD10-45F6-8B18-D20AD4F6A2F2}"/>
              </a:ext>
            </a:extLst>
          </p:cNvPr>
          <p:cNvSpPr>
            <a:spLocks xmlns:a="http://schemas.openxmlformats.org/drawingml/2006/main" noGrp="1"/>
          </p:cNvSpPr>
          <p:nvPr/>
        </p:nvSpPr>
        <p:spPr>
          <a:xfrm xmlns:a="http://schemas.openxmlformats.org/drawingml/2006/main">
            <a:off x="571500" y="6192679"/>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75" name="dp44-comparison / n74">
            <a:extLst xmlns:a="http://schemas.openxmlformats.org/drawingml/2006/main">
              <a:ext uri="{FF2B5EF4-FFF2-40B4-BE49-F238E27FC236}">
                <a16:creationId xmlns:a16="http://schemas.microsoft.com/office/drawing/2014/main" id="{E7684B07-0A51-418C-A2A1-F9694881AF88}"/>
              </a:ext>
            </a:extLst>
          </p:cNvPr>
          <p:cNvSpPr>
            <a:spLocks xmlns:a="http://schemas.openxmlformats.org/drawingml/2006/main" noGrp="1"/>
          </p:cNvSpPr>
          <p:nvPr/>
        </p:nvSpPr>
        <p:spPr>
          <a:xfrm xmlns:a="http://schemas.openxmlformats.org/drawingml/2006/main">
            <a:off x="485775" y="6429375"/>
            <a:ext cx="683514"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6" name="dp44-comparison / n75 / text 1">
            <a:extLst xmlns:a="http://schemas.openxmlformats.org/drawingml/2006/main">
              <a:ext uri="{FF2B5EF4-FFF2-40B4-BE49-F238E27FC236}">
                <a16:creationId xmlns:a16="http://schemas.microsoft.com/office/drawing/2014/main" id="{EB072A5A-C5F4-4773-BB73-92775ADCA7F5}"/>
              </a:ext>
            </a:extLst>
          </p:cNvPr>
          <p:cNvSpPr>
            <a:spLocks xmlns:a="http://schemas.openxmlformats.org/drawingml/2006/main" noGrp="1"/>
          </p:cNvSpPr>
          <p:nvPr/>
        </p:nvSpPr>
        <p:spPr>
          <a:xfrm xmlns:a="http://schemas.openxmlformats.org/drawingml/2006/main">
            <a:off x="504825" y="643890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77" name="dp44-comparison / n76">
            <a:extLst xmlns:a="http://schemas.openxmlformats.org/drawingml/2006/main">
              <a:ext uri="{FF2B5EF4-FFF2-40B4-BE49-F238E27FC236}">
                <a16:creationId xmlns:a16="http://schemas.microsoft.com/office/drawing/2014/main" id="{3FEB1B4D-0DC9-45F6-9543-B4B834BE0631}"/>
              </a:ext>
            </a:extLst>
          </p:cNvPr>
          <p:cNvSpPr>
            <a:spLocks xmlns:a="http://schemas.openxmlformats.org/drawingml/2006/main" noGrp="1"/>
          </p:cNvSpPr>
          <p:nvPr/>
        </p:nvSpPr>
        <p:spPr>
          <a:xfrm xmlns:a="http://schemas.openxmlformats.org/drawingml/2006/main">
            <a:off x="504825" y="6734175"/>
            <a:ext cx="70485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8" name="dp44-comparison / n77 / text 1">
            <a:extLst xmlns:a="http://schemas.openxmlformats.org/drawingml/2006/main">
              <a:ext uri="{FF2B5EF4-FFF2-40B4-BE49-F238E27FC236}">
                <a16:creationId xmlns:a16="http://schemas.microsoft.com/office/drawing/2014/main" id="{B087331B-9C9C-44B5-B346-6390F41E6F24}"/>
              </a:ext>
            </a:extLst>
          </p:cNvPr>
          <p:cNvSpPr>
            <a:spLocks xmlns:a="http://schemas.openxmlformats.org/drawingml/2006/main" noGrp="1"/>
          </p:cNvSpPr>
          <p:nvPr/>
        </p:nvSpPr>
        <p:spPr>
          <a:xfrm xmlns:a="http://schemas.openxmlformats.org/drawingml/2006/main">
            <a:off x="571500" y="6811804"/>
            <a:ext cx="5715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External</a:t>
            </a:r>
          </a:p>
        </p:txBody>
      </p:sp>
      <p:sp>
        <p:nvSpPr>
          <p:cNvPr id="79" name="dp44-comparison / n78">
            <a:extLst xmlns:a="http://schemas.openxmlformats.org/drawingml/2006/main">
              <a:ext uri="{FF2B5EF4-FFF2-40B4-BE49-F238E27FC236}">
                <a16:creationId xmlns:a16="http://schemas.microsoft.com/office/drawing/2014/main" id="{9500F57A-20B6-4DFE-97B5-036AA26B81A3}"/>
              </a:ext>
            </a:extLst>
          </p:cNvPr>
          <p:cNvSpPr>
            <a:spLocks xmlns:a="http://schemas.openxmlformats.org/drawingml/2006/main" noGrp="1"/>
          </p:cNvSpPr>
          <p:nvPr/>
        </p:nvSpPr>
        <p:spPr>
          <a:xfrm xmlns:a="http://schemas.openxmlformats.org/drawingml/2006/main">
            <a:off x="485775" y="7048500"/>
            <a:ext cx="622745"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0" name="dp44-comparison / n79 / text 1">
            <a:extLst xmlns:a="http://schemas.openxmlformats.org/drawingml/2006/main">
              <a:ext uri="{FF2B5EF4-FFF2-40B4-BE49-F238E27FC236}">
                <a16:creationId xmlns:a16="http://schemas.microsoft.com/office/drawing/2014/main" id="{79D1D6C0-4DC9-47A0-85A3-69907E7A0F1E}"/>
              </a:ext>
            </a:extLst>
          </p:cNvPr>
          <p:cNvSpPr>
            <a:spLocks xmlns:a="http://schemas.openxmlformats.org/drawingml/2006/main" noGrp="1"/>
          </p:cNvSpPr>
          <p:nvPr/>
        </p:nvSpPr>
        <p:spPr>
          <a:xfrm xmlns:a="http://schemas.openxmlformats.org/drawingml/2006/main">
            <a:off x="504825" y="705802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외부 의존성</a:t>
            </a:r>
          </a:p>
        </p:txBody>
      </p:sp>
      <p:sp>
        <p:nvSpPr>
          <p:cNvPr id="81" name="dp44-comparison / n80 / path">
            <a:extLst xmlns:a="http://schemas.openxmlformats.org/drawingml/2006/main">
              <a:ext uri="{FF2B5EF4-FFF2-40B4-BE49-F238E27FC236}">
                <a16:creationId xmlns:a16="http://schemas.microsoft.com/office/drawing/2014/main" id="{0C6F1535-E208-49E2-AFBF-85863FEA1229}"/>
              </a:ext>
            </a:extLst>
          </p:cNvPr>
          <p:cNvSpPr>
            <a:spLocks xmlns:a="http://schemas.openxmlformats.org/drawingml/2006/main" noGrp="1"/>
          </p:cNvSpPr>
          <p:nvPr/>
        </p:nvSpPr>
        <p:spPr>
          <a:xfrm xmlns:a="http://schemas.openxmlformats.org/drawingml/2006/main">
            <a:off x="514350" y="5038725"/>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solid"/>
          </a:ln>
        </p:spPr>
      </p:sp>
      <p:sp>
        <p:nvSpPr>
          <p:cNvPr id="82" name="dp44-comparison / n80 / arrow">
            <a:extLst xmlns:a="http://schemas.openxmlformats.org/drawingml/2006/main">
              <a:ext uri="{FF2B5EF4-FFF2-40B4-BE49-F238E27FC236}">
                <a16:creationId xmlns:a16="http://schemas.microsoft.com/office/drawing/2014/main" id="{6D65B2E1-33B5-4ED6-9F75-94D139B11C6F}"/>
              </a:ext>
            </a:extLst>
          </p:cNvPr>
          <p:cNvSpPr>
            <a:spLocks xmlns:a="http://schemas.openxmlformats.org/drawingml/2006/main" noGrp="1"/>
          </p:cNvSpPr>
          <p:nvPr/>
        </p:nvSpPr>
        <p:spPr>
          <a:xfrm xmlns:a="http://schemas.openxmlformats.org/drawingml/2006/main">
            <a:off x="1104519" y="50051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3" name="dp44-comparison / n81">
            <a:extLst xmlns:a="http://schemas.openxmlformats.org/drawingml/2006/main">
              <a:ext uri="{FF2B5EF4-FFF2-40B4-BE49-F238E27FC236}">
                <a16:creationId xmlns:a16="http://schemas.microsoft.com/office/drawing/2014/main" id="{DBF89EBE-8F54-48F7-838E-4E731BA9B616}"/>
              </a:ext>
            </a:extLst>
          </p:cNvPr>
          <p:cNvSpPr>
            <a:spLocks xmlns:a="http://schemas.openxmlformats.org/drawingml/2006/main" noGrp="1"/>
          </p:cNvSpPr>
          <p:nvPr/>
        </p:nvSpPr>
        <p:spPr>
          <a:xfrm xmlns:a="http://schemas.openxmlformats.org/drawingml/2006/main">
            <a:off x="485775" y="5124450"/>
            <a:ext cx="639509"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4" name="dp44-comparison / n82 / text 1">
            <a:extLst xmlns:a="http://schemas.openxmlformats.org/drawingml/2006/main">
              <a:ext uri="{FF2B5EF4-FFF2-40B4-BE49-F238E27FC236}">
                <a16:creationId xmlns:a16="http://schemas.microsoft.com/office/drawing/2014/main" id="{83062F93-D7AB-4AAD-B9B2-10A71AACB2D0}"/>
              </a:ext>
            </a:extLst>
          </p:cNvPr>
          <p:cNvSpPr>
            <a:spLocks xmlns:a="http://schemas.openxmlformats.org/drawingml/2006/main" noGrp="1"/>
          </p:cNvSpPr>
          <p:nvPr/>
        </p:nvSpPr>
        <p:spPr>
          <a:xfrm xmlns:a="http://schemas.openxmlformats.org/drawingml/2006/main">
            <a:off x="504825" y="5133975"/>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요청 / 전달</a:t>
            </a:r>
          </a:p>
        </p:txBody>
      </p:sp>
      <p:sp>
        <p:nvSpPr>
          <p:cNvPr id="85" name="dp44-comparison / n83 / path">
            <a:extLst xmlns:a="http://schemas.openxmlformats.org/drawingml/2006/main">
              <a:ext uri="{FF2B5EF4-FFF2-40B4-BE49-F238E27FC236}">
                <a16:creationId xmlns:a16="http://schemas.microsoft.com/office/drawing/2014/main" id="{1B2702C7-DC6A-415F-8238-AFB2A3A32A9E}"/>
              </a:ext>
            </a:extLst>
          </p:cNvPr>
          <p:cNvSpPr>
            <a:spLocks xmlns:a="http://schemas.openxmlformats.org/drawingml/2006/main" noGrp="1"/>
          </p:cNvSpPr>
          <p:nvPr/>
        </p:nvSpPr>
        <p:spPr>
          <a:xfrm xmlns:a="http://schemas.openxmlformats.org/drawingml/2006/main">
            <a:off x="514350" y="5638800"/>
            <a:ext cx="657225" cy="953"/>
          </a:xfrm>
          <a:custGeom xmlns:a="http://schemas.openxmlformats.org/drawingml/2006/main">
            <a:pathLst>
              <a:path w="657225" h="953">
                <a:moveTo>
                  <a:pt x="0" y="0"/>
                </a:moveTo>
                <a:lnTo>
                  <a:pt x="657225" y="0"/>
                </a:lnTo>
              </a:path>
            </a:pathLst>
          </a:custGeom>
          <a:noFill xmlns:a="http://schemas.openxmlformats.org/drawingml/2006/main"/>
          <a:ln xmlns:a="http://schemas.openxmlformats.org/drawingml/2006/main" w="10478">
            <a:solidFill>
              <a:srgbClr val="000000"/>
            </a:solidFill>
            <a:prstDash val="dash"/>
          </a:ln>
        </p:spPr>
      </p:sp>
      <p:sp>
        <p:nvSpPr>
          <p:cNvPr id="86" name="dp44-comparison / n83 / arrow">
            <a:extLst xmlns:a="http://schemas.openxmlformats.org/drawingml/2006/main">
              <a:ext uri="{FF2B5EF4-FFF2-40B4-BE49-F238E27FC236}">
                <a16:creationId xmlns:a16="http://schemas.microsoft.com/office/drawing/2014/main" id="{2F41D136-7B6E-4D10-A052-E9C83EB516CA}"/>
              </a:ext>
            </a:extLst>
          </p:cNvPr>
          <p:cNvSpPr>
            <a:spLocks xmlns:a="http://schemas.openxmlformats.org/drawingml/2006/main" noGrp="1"/>
          </p:cNvSpPr>
          <p:nvPr/>
        </p:nvSpPr>
        <p:spPr>
          <a:xfrm xmlns:a="http://schemas.openxmlformats.org/drawingml/2006/main">
            <a:off x="1104519" y="56052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87" name="dp44-comparison / n84">
            <a:extLst xmlns:a="http://schemas.openxmlformats.org/drawingml/2006/main">
              <a:ext uri="{FF2B5EF4-FFF2-40B4-BE49-F238E27FC236}">
                <a16:creationId xmlns:a16="http://schemas.microsoft.com/office/drawing/2014/main" id="{C8EB70D2-1A5D-4669-9E86-DAF68C0CAAEE}"/>
              </a:ext>
            </a:extLst>
          </p:cNvPr>
          <p:cNvSpPr>
            <a:spLocks xmlns:a="http://schemas.openxmlformats.org/drawingml/2006/main" noGrp="1"/>
          </p:cNvSpPr>
          <p:nvPr/>
        </p:nvSpPr>
        <p:spPr>
          <a:xfrm xmlns:a="http://schemas.openxmlformats.org/drawingml/2006/main">
            <a:off x="485775" y="5724525"/>
            <a:ext cx="639509" cy="15116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88" name="dp44-comparison / n85 / text 1">
            <a:extLst xmlns:a="http://schemas.openxmlformats.org/drawingml/2006/main">
              <a:ext uri="{FF2B5EF4-FFF2-40B4-BE49-F238E27FC236}">
                <a16:creationId xmlns:a16="http://schemas.microsoft.com/office/drawing/2014/main" id="{250FEE92-B9A0-433C-AC51-BEAA8A4CA4FB}"/>
              </a:ext>
            </a:extLst>
          </p:cNvPr>
          <p:cNvSpPr>
            <a:spLocks xmlns:a="http://schemas.openxmlformats.org/drawingml/2006/main" noGrp="1"/>
          </p:cNvSpPr>
          <p:nvPr/>
        </p:nvSpPr>
        <p:spPr>
          <a:xfrm xmlns:a="http://schemas.openxmlformats.org/drawingml/2006/main">
            <a:off x="504825" y="5734050"/>
            <a:ext cx="762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응답 / 반환</a:t>
            </a:r>
          </a:p>
        </p:txBody>
      </p:sp>
      <p:sp>
        <p:nvSpPr>
          <p:cNvPr id="89" name="dp44-comparison / n86">
            <a:extLst xmlns:a="http://schemas.openxmlformats.org/drawingml/2006/main">
              <a:ext uri="{FF2B5EF4-FFF2-40B4-BE49-F238E27FC236}">
                <a16:creationId xmlns:a16="http://schemas.microsoft.com/office/drawing/2014/main" id="{02CFC5A5-E351-498A-AD8B-4B8B853FDFED}"/>
              </a:ext>
            </a:extLst>
          </p:cNvPr>
          <p:cNvSpPr>
            <a:spLocks xmlns:a="http://schemas.openxmlformats.org/drawingml/2006/main" noGrp="1"/>
          </p:cNvSpPr>
          <p:nvPr/>
        </p:nvSpPr>
        <p:spPr>
          <a:xfrm xmlns:a="http://schemas.openxmlformats.org/drawingml/2006/main">
            <a:off x="485775" y="7286625"/>
            <a:ext cx="569595" cy="2514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4-comparison / n87 / text 1">
            <a:extLst xmlns:a="http://schemas.openxmlformats.org/drawingml/2006/main">
              <a:ext uri="{FF2B5EF4-FFF2-40B4-BE49-F238E27FC236}">
                <a16:creationId xmlns:a16="http://schemas.microsoft.com/office/drawing/2014/main" id="{AB1838B5-01E7-44BA-9E53-415E1DD8BFD5}"/>
              </a:ext>
            </a:extLst>
          </p:cNvPr>
          <p:cNvSpPr>
            <a:spLocks xmlns:a="http://schemas.openxmlformats.org/drawingml/2006/main" noGrp="1"/>
          </p:cNvSpPr>
          <p:nvPr/>
        </p:nvSpPr>
        <p:spPr>
          <a:xfrm xmlns:a="http://schemas.openxmlformats.org/drawingml/2006/main">
            <a:off x="504825" y="7296150"/>
            <a:ext cx="762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공통: 흰색</a:t>
            </a:r>
          </a:p>
        </p:txBody>
      </p:sp>
      <p:sp>
        <p:nvSpPr>
          <p:cNvPr id="91" name="dp44-comparison / n87 / text 2">
            <a:extLst xmlns:a="http://schemas.openxmlformats.org/drawingml/2006/main">
              <a:ext uri="{FF2B5EF4-FFF2-40B4-BE49-F238E27FC236}">
                <a16:creationId xmlns:a16="http://schemas.microsoft.com/office/drawing/2014/main" id="{887138E9-6D8A-4758-9F31-11D6F37F3065}"/>
              </a:ext>
            </a:extLst>
          </p:cNvPr>
          <p:cNvSpPr>
            <a:spLocks xmlns:a="http://schemas.openxmlformats.org/drawingml/2006/main" noGrp="1"/>
          </p:cNvSpPr>
          <p:nvPr/>
        </p:nvSpPr>
        <p:spPr>
          <a:xfrm xmlns:a="http://schemas.openxmlformats.org/drawingml/2006/main">
            <a:off x="504825" y="7407593"/>
            <a:ext cx="762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검정 테두리</a:t>
            </a:r>
          </a:p>
        </p:txBody>
      </p:sp>
      <p:sp>
        <p:nvSpPr>
          <p:cNvPr id="92" name="dp44-comparison / n88">
            <a:extLst xmlns:a="http://schemas.openxmlformats.org/drawingml/2006/main">
              <a:ext uri="{FF2B5EF4-FFF2-40B4-BE49-F238E27FC236}">
                <a16:creationId xmlns:a16="http://schemas.microsoft.com/office/drawing/2014/main" id="{C3DB22FF-4114-4A71-AF72-9F50EF72A835}"/>
              </a:ext>
            </a:extLst>
          </p:cNvPr>
          <p:cNvSpPr>
            <a:spLocks xmlns:a="http://schemas.openxmlformats.org/drawingml/2006/main" noGrp="1"/>
          </p:cNvSpPr>
          <p:nvPr/>
        </p:nvSpPr>
        <p:spPr>
          <a:xfrm xmlns:a="http://schemas.openxmlformats.org/drawingml/2006/main">
            <a:off x="1604010" y="2341721"/>
            <a:ext cx="1084898" cy="255270"/>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93" name="dp44-comparison / n89 / text 1">
            <a:extLst xmlns:a="http://schemas.openxmlformats.org/drawingml/2006/main">
              <a:ext uri="{FF2B5EF4-FFF2-40B4-BE49-F238E27FC236}">
                <a16:creationId xmlns:a16="http://schemas.microsoft.com/office/drawing/2014/main" id="{D7F5248A-08D6-4CC5-B15A-552C1BE21096}"/>
              </a:ext>
            </a:extLst>
          </p:cNvPr>
          <p:cNvSpPr>
            <a:spLocks xmlns:a="http://schemas.openxmlformats.org/drawingml/2006/main" noGrp="1"/>
          </p:cNvSpPr>
          <p:nvPr/>
        </p:nvSpPr>
        <p:spPr>
          <a:xfrm xmlns:a="http://schemas.openxmlformats.org/drawingml/2006/main">
            <a:off x="1648682" y="2394690"/>
            <a:ext cx="995553"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사용자</a:t>
            </a:r>
          </a:p>
        </p:txBody>
      </p:sp>
      <p:sp>
        <p:nvSpPr>
          <p:cNvPr id="94" name="dp44-comparison / n90">
            <a:extLst xmlns:a="http://schemas.openxmlformats.org/drawingml/2006/main">
              <a:ext uri="{FF2B5EF4-FFF2-40B4-BE49-F238E27FC236}">
                <a16:creationId xmlns:a16="http://schemas.microsoft.com/office/drawing/2014/main" id="{95CDB5C6-0D26-43D1-8F44-24A710634AE4}"/>
              </a:ext>
            </a:extLst>
          </p:cNvPr>
          <p:cNvSpPr>
            <a:spLocks xmlns:a="http://schemas.openxmlformats.org/drawingml/2006/main" noGrp="1"/>
          </p:cNvSpPr>
          <p:nvPr/>
        </p:nvSpPr>
        <p:spPr>
          <a:xfrm xmlns:a="http://schemas.openxmlformats.org/drawingml/2006/main">
            <a:off x="1604010" y="2756535"/>
            <a:ext cx="2169795"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95" name="dp44-comparison / n91 / text 1">
            <a:extLst xmlns:a="http://schemas.openxmlformats.org/drawingml/2006/main">
              <a:ext uri="{FF2B5EF4-FFF2-40B4-BE49-F238E27FC236}">
                <a16:creationId xmlns:a16="http://schemas.microsoft.com/office/drawing/2014/main" id="{4F4FA75D-60F0-4FB7-AE39-48E7D9391B4C}"/>
              </a:ext>
            </a:extLst>
          </p:cNvPr>
          <p:cNvSpPr>
            <a:spLocks xmlns:a="http://schemas.openxmlformats.org/drawingml/2006/main" noGrp="1"/>
          </p:cNvSpPr>
          <p:nvPr/>
        </p:nvSpPr>
        <p:spPr>
          <a:xfrm xmlns:a="http://schemas.openxmlformats.org/drawingml/2006/main">
            <a:off x="1680591" y="2813971"/>
            <a:ext cx="2016633"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Interaction Manager</a:t>
            </a:r>
          </a:p>
        </p:txBody>
      </p:sp>
      <p:sp>
        <p:nvSpPr>
          <p:cNvPr id="96" name="dp44-comparison / n92">
            <a:extLst xmlns:a="http://schemas.openxmlformats.org/drawingml/2006/main">
              <a:ext uri="{FF2B5EF4-FFF2-40B4-BE49-F238E27FC236}">
                <a16:creationId xmlns:a16="http://schemas.microsoft.com/office/drawing/2014/main" id="{681FC625-8631-47E2-839F-81D014C4A41A}"/>
              </a:ext>
            </a:extLst>
          </p:cNvPr>
          <p:cNvSpPr>
            <a:spLocks xmlns:a="http://schemas.openxmlformats.org/drawingml/2006/main" noGrp="1"/>
          </p:cNvSpPr>
          <p:nvPr/>
        </p:nvSpPr>
        <p:spPr>
          <a:xfrm xmlns:a="http://schemas.openxmlformats.org/drawingml/2006/main">
            <a:off x="1699736"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97" name="dp44-comparison / n93 / text 1">
            <a:extLst xmlns:a="http://schemas.openxmlformats.org/drawingml/2006/main">
              <a:ext uri="{FF2B5EF4-FFF2-40B4-BE49-F238E27FC236}">
                <a16:creationId xmlns:a16="http://schemas.microsoft.com/office/drawing/2014/main" id="{D29960B4-CF06-488B-8672-820B4F9B5411}"/>
              </a:ext>
            </a:extLst>
          </p:cNvPr>
          <p:cNvSpPr>
            <a:spLocks xmlns:a="http://schemas.openxmlformats.org/drawingml/2006/main" noGrp="1"/>
          </p:cNvSpPr>
          <p:nvPr/>
        </p:nvSpPr>
        <p:spPr>
          <a:xfrm xmlns:a="http://schemas.openxmlformats.org/drawingml/2006/main">
            <a:off x="1744408" y="3189760"/>
            <a:ext cx="836009"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Channel I/O</a:t>
            </a:r>
          </a:p>
        </p:txBody>
      </p:sp>
      <p:sp>
        <p:nvSpPr>
          <p:cNvPr id="98" name="dp44-comparison / n94">
            <a:extLst xmlns:a="http://schemas.openxmlformats.org/drawingml/2006/main">
              <a:ext uri="{FF2B5EF4-FFF2-40B4-BE49-F238E27FC236}">
                <a16:creationId xmlns:a16="http://schemas.microsoft.com/office/drawing/2014/main" id="{D677BDC3-9007-4B93-A136-F8DD04B69B36}"/>
              </a:ext>
            </a:extLst>
          </p:cNvPr>
          <p:cNvSpPr>
            <a:spLocks xmlns:a="http://schemas.openxmlformats.org/drawingml/2006/main" noGrp="1"/>
          </p:cNvSpPr>
          <p:nvPr/>
        </p:nvSpPr>
        <p:spPr>
          <a:xfrm xmlns:a="http://schemas.openxmlformats.org/drawingml/2006/main">
            <a:off x="2739961"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99" name="dp44-comparison / n95 / text 1">
            <a:extLst xmlns:a="http://schemas.openxmlformats.org/drawingml/2006/main">
              <a:ext uri="{FF2B5EF4-FFF2-40B4-BE49-F238E27FC236}">
                <a16:creationId xmlns:a16="http://schemas.microsoft.com/office/drawing/2014/main" id="{82FF6910-7B4D-4C16-82E7-95290A1A544A}"/>
              </a:ext>
            </a:extLst>
          </p:cNvPr>
          <p:cNvSpPr>
            <a:spLocks xmlns:a="http://schemas.openxmlformats.org/drawingml/2006/main" noGrp="1"/>
          </p:cNvSpPr>
          <p:nvPr/>
        </p:nvSpPr>
        <p:spPr>
          <a:xfrm xmlns:a="http://schemas.openxmlformats.org/drawingml/2006/main">
            <a:off x="2784634" y="3126294"/>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Turn-Taking</a:t>
            </a:r>
          </a:p>
        </p:txBody>
      </p:sp>
      <p:sp>
        <p:nvSpPr>
          <p:cNvPr id="100" name="dp44-comparison / n95 / text 2">
            <a:extLst xmlns:a="http://schemas.openxmlformats.org/drawingml/2006/main">
              <a:ext uri="{FF2B5EF4-FFF2-40B4-BE49-F238E27FC236}">
                <a16:creationId xmlns:a16="http://schemas.microsoft.com/office/drawing/2014/main" id="{26B4E667-63C2-4DDB-8847-9C07FA44D340}"/>
              </a:ext>
            </a:extLst>
          </p:cNvPr>
          <p:cNvSpPr>
            <a:spLocks xmlns:a="http://schemas.openxmlformats.org/drawingml/2006/main" noGrp="1"/>
          </p:cNvSpPr>
          <p:nvPr/>
        </p:nvSpPr>
        <p:spPr>
          <a:xfrm xmlns:a="http://schemas.openxmlformats.org/drawingml/2006/main">
            <a:off x="2784634" y="3260693"/>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Control</a:t>
            </a:r>
          </a:p>
        </p:txBody>
      </p:sp>
      <p:sp>
        <p:nvSpPr>
          <p:cNvPr id="101" name="dp44-comparison / n96">
            <a:extLst xmlns:a="http://schemas.openxmlformats.org/drawingml/2006/main">
              <a:ext uri="{FF2B5EF4-FFF2-40B4-BE49-F238E27FC236}">
                <a16:creationId xmlns:a16="http://schemas.microsoft.com/office/drawing/2014/main" id="{DA43C3C6-E40A-48F6-9162-7660CDE488FD}"/>
              </a:ext>
            </a:extLst>
          </p:cNvPr>
          <p:cNvSpPr>
            <a:spLocks xmlns:a="http://schemas.openxmlformats.org/drawingml/2006/main" noGrp="1"/>
          </p:cNvSpPr>
          <p:nvPr/>
        </p:nvSpPr>
        <p:spPr>
          <a:xfrm xmlns:a="http://schemas.openxmlformats.org/drawingml/2006/main">
            <a:off x="1699736"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102" name="dp44-comparison / n97 / text 1">
            <a:extLst xmlns:a="http://schemas.openxmlformats.org/drawingml/2006/main">
              <a:ext uri="{FF2B5EF4-FFF2-40B4-BE49-F238E27FC236}">
                <a16:creationId xmlns:a16="http://schemas.microsoft.com/office/drawing/2014/main" id="{B0632290-79CA-4B86-9DF0-8622A76D75F4}"/>
              </a:ext>
            </a:extLst>
          </p:cNvPr>
          <p:cNvSpPr>
            <a:spLocks xmlns:a="http://schemas.openxmlformats.org/drawingml/2006/main" noGrp="1"/>
          </p:cNvSpPr>
          <p:nvPr/>
        </p:nvSpPr>
        <p:spPr>
          <a:xfrm xmlns:a="http://schemas.openxmlformats.org/drawingml/2006/main">
            <a:off x="1744408"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Evidence</a:t>
            </a:r>
          </a:p>
        </p:txBody>
      </p:sp>
      <p:sp>
        <p:nvSpPr>
          <p:cNvPr id="103" name="dp44-comparison / n97 / text 2">
            <a:extLst xmlns:a="http://schemas.openxmlformats.org/drawingml/2006/main">
              <a:ext uri="{FF2B5EF4-FFF2-40B4-BE49-F238E27FC236}">
                <a16:creationId xmlns:a16="http://schemas.microsoft.com/office/drawing/2014/main" id="{5C06D15C-A0E0-4A60-8EA3-84B33E3375C9}"/>
              </a:ext>
            </a:extLst>
          </p:cNvPr>
          <p:cNvSpPr>
            <a:spLocks xmlns:a="http://schemas.openxmlformats.org/drawingml/2006/main" noGrp="1"/>
          </p:cNvSpPr>
          <p:nvPr/>
        </p:nvSpPr>
        <p:spPr>
          <a:xfrm xmlns:a="http://schemas.openxmlformats.org/drawingml/2006/main">
            <a:off x="1744408"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Capture</a:t>
            </a:r>
          </a:p>
        </p:txBody>
      </p:sp>
      <p:sp>
        <p:nvSpPr>
          <p:cNvPr id="104" name="dp44-comparison / n98">
            <a:extLst xmlns:a="http://schemas.openxmlformats.org/drawingml/2006/main">
              <a:ext uri="{FF2B5EF4-FFF2-40B4-BE49-F238E27FC236}">
                <a16:creationId xmlns:a16="http://schemas.microsoft.com/office/drawing/2014/main" id="{B5D6E019-140A-4705-9C7D-825C8AD46214}"/>
              </a:ext>
            </a:extLst>
          </p:cNvPr>
          <p:cNvSpPr>
            <a:spLocks xmlns:a="http://schemas.openxmlformats.org/drawingml/2006/main" noGrp="1"/>
          </p:cNvSpPr>
          <p:nvPr/>
        </p:nvSpPr>
        <p:spPr>
          <a:xfrm xmlns:a="http://schemas.openxmlformats.org/drawingml/2006/main">
            <a:off x="2739961"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105" name="dp44-comparison / n99 / text 1">
            <a:extLst xmlns:a="http://schemas.openxmlformats.org/drawingml/2006/main">
              <a:ext uri="{FF2B5EF4-FFF2-40B4-BE49-F238E27FC236}">
                <a16:creationId xmlns:a16="http://schemas.microsoft.com/office/drawing/2014/main" id="{0ACAB3F1-473C-4F6F-9984-03D3DB4E8346}"/>
              </a:ext>
            </a:extLst>
          </p:cNvPr>
          <p:cNvSpPr>
            <a:spLocks xmlns:a="http://schemas.openxmlformats.org/drawingml/2006/main" noGrp="1"/>
          </p:cNvSpPr>
          <p:nvPr/>
        </p:nvSpPr>
        <p:spPr>
          <a:xfrm xmlns:a="http://schemas.openxmlformats.org/drawingml/2006/main">
            <a:off x="2784634"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Timeline &amp;</a:t>
            </a:r>
          </a:p>
        </p:txBody>
      </p:sp>
      <p:sp>
        <p:nvSpPr>
          <p:cNvPr id="106" name="dp44-comparison / n99 / text 2">
            <a:extLst xmlns:a="http://schemas.openxmlformats.org/drawingml/2006/main">
              <a:ext uri="{FF2B5EF4-FFF2-40B4-BE49-F238E27FC236}">
                <a16:creationId xmlns:a16="http://schemas.microsoft.com/office/drawing/2014/main" id="{30549983-D064-4314-B843-D68A45420FD5}"/>
              </a:ext>
            </a:extLst>
          </p:cNvPr>
          <p:cNvSpPr>
            <a:spLocks xmlns:a="http://schemas.openxmlformats.org/drawingml/2006/main" noGrp="1"/>
          </p:cNvSpPr>
          <p:nvPr/>
        </p:nvSpPr>
        <p:spPr>
          <a:xfrm xmlns:a="http://schemas.openxmlformats.org/drawingml/2006/main">
            <a:off x="2784634"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Buffer</a:t>
            </a:r>
          </a:p>
        </p:txBody>
      </p:sp>
      <p:sp>
        <p:nvSpPr>
          <p:cNvPr id="107" name="dp44-comparison / n100">
            <a:extLst xmlns:a="http://schemas.openxmlformats.org/drawingml/2006/main">
              <a:ext uri="{FF2B5EF4-FFF2-40B4-BE49-F238E27FC236}">
                <a16:creationId xmlns:a16="http://schemas.microsoft.com/office/drawing/2014/main" id="{E4077B11-0710-4999-B57B-680018BBEE2F}"/>
              </a:ext>
            </a:extLst>
          </p:cNvPr>
          <p:cNvSpPr>
            <a:spLocks xmlns:a="http://schemas.openxmlformats.org/drawingml/2006/main" noGrp="1"/>
          </p:cNvSpPr>
          <p:nvPr/>
        </p:nvSpPr>
        <p:spPr>
          <a:xfrm xmlns:a="http://schemas.openxmlformats.org/drawingml/2006/main">
            <a:off x="2146459" y="4128611"/>
            <a:ext cx="1116806" cy="331851"/>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108" name="dp44-comparison / n101 / text 1">
            <a:extLst xmlns:a="http://schemas.openxmlformats.org/drawingml/2006/main">
              <a:ext uri="{FF2B5EF4-FFF2-40B4-BE49-F238E27FC236}">
                <a16:creationId xmlns:a16="http://schemas.microsoft.com/office/drawing/2014/main" id="{419A0619-84F7-4F25-B2B1-A75AF858301F}"/>
              </a:ext>
            </a:extLst>
          </p:cNvPr>
          <p:cNvSpPr>
            <a:spLocks xmlns:a="http://schemas.openxmlformats.org/drawingml/2006/main" noGrp="1"/>
          </p:cNvSpPr>
          <p:nvPr/>
        </p:nvSpPr>
        <p:spPr>
          <a:xfrm xmlns:a="http://schemas.openxmlformats.org/drawingml/2006/main">
            <a:off x="2191131" y="4252864"/>
            <a:ext cx="1027462"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Playback State</a:t>
            </a:r>
          </a:p>
        </p:txBody>
      </p:sp>
      <p:sp>
        <p:nvSpPr>
          <p:cNvPr id="109" name="dp44-comparison / n102">
            <a:extLst xmlns:a="http://schemas.openxmlformats.org/drawingml/2006/main">
              <a:ext uri="{FF2B5EF4-FFF2-40B4-BE49-F238E27FC236}">
                <a16:creationId xmlns:a16="http://schemas.microsoft.com/office/drawing/2014/main" id="{D4544353-D502-445D-AB38-9FF777D723B5}"/>
              </a:ext>
            </a:extLst>
          </p:cNvPr>
          <p:cNvSpPr>
            <a:spLocks xmlns:a="http://schemas.openxmlformats.org/drawingml/2006/main" noGrp="1"/>
          </p:cNvSpPr>
          <p:nvPr/>
        </p:nvSpPr>
        <p:spPr>
          <a:xfrm xmlns:a="http://schemas.openxmlformats.org/drawingml/2006/main">
            <a:off x="4348163" y="2756535"/>
            <a:ext cx="4403408"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0" name="dp44-comparison / n103 / text 1">
            <a:extLst xmlns:a="http://schemas.openxmlformats.org/drawingml/2006/main">
              <a:ext uri="{FF2B5EF4-FFF2-40B4-BE49-F238E27FC236}">
                <a16:creationId xmlns:a16="http://schemas.microsoft.com/office/drawing/2014/main" id="{1C0B637D-BCF3-430A-8EC5-5346339E014B}"/>
              </a:ext>
            </a:extLst>
          </p:cNvPr>
          <p:cNvSpPr>
            <a:spLocks xmlns:a="http://schemas.openxmlformats.org/drawingml/2006/main" noGrp="1"/>
          </p:cNvSpPr>
          <p:nvPr/>
        </p:nvSpPr>
        <p:spPr>
          <a:xfrm xmlns:a="http://schemas.openxmlformats.org/drawingml/2006/main">
            <a:off x="4424744" y="2813971"/>
            <a:ext cx="425024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Request Controller</a:t>
            </a:r>
          </a:p>
        </p:txBody>
      </p:sp>
      <p:sp>
        <p:nvSpPr>
          <p:cNvPr id="111" name="dp44-comparison / n104">
            <a:extLst xmlns:a="http://schemas.openxmlformats.org/drawingml/2006/main">
              <a:ext uri="{FF2B5EF4-FFF2-40B4-BE49-F238E27FC236}">
                <a16:creationId xmlns:a16="http://schemas.microsoft.com/office/drawing/2014/main" id="{80E5D603-348E-4529-A561-70A2FD4F314B}"/>
              </a:ext>
            </a:extLst>
          </p:cNvPr>
          <p:cNvSpPr>
            <a:spLocks xmlns:a="http://schemas.openxmlformats.org/drawingml/2006/main" noGrp="1"/>
          </p:cNvSpPr>
          <p:nvPr/>
        </p:nvSpPr>
        <p:spPr>
          <a:xfrm xmlns:a="http://schemas.openxmlformats.org/drawingml/2006/main">
            <a:off x="4475798" y="3152204"/>
            <a:ext cx="1786890" cy="382905"/>
          </a:xfrm>
          <a:prstGeom xmlns:a="http://schemas.openxmlformats.org/drawingml/2006/main" prst="roundRect">
            <a:avLst>
              <a:gd name="adj" fmla="val 19900"/>
            </a:avLst>
          </a:prstGeom>
          <a:solidFill xmlns:a="http://schemas.openxmlformats.org/drawingml/2006/main">
            <a:srgbClr val="FFF0DD"/>
          </a:solidFill>
          <a:ln xmlns:a="http://schemas.openxmlformats.org/drawingml/2006/main" w="11487">
            <a:solidFill>
              <a:srgbClr val="B8753F"/>
            </a:solidFill>
            <a:prstDash val="solid"/>
          </a:ln>
        </p:spPr>
      </p:sp>
      <p:sp>
        <p:nvSpPr>
          <p:cNvPr id="112" name="dp44-comparison / n105 / text 1">
            <a:extLst xmlns:a="http://schemas.openxmlformats.org/drawingml/2006/main">
              <a:ext uri="{FF2B5EF4-FFF2-40B4-BE49-F238E27FC236}">
                <a16:creationId xmlns:a16="http://schemas.microsoft.com/office/drawing/2014/main" id="{B9A80344-EEF4-40DA-BBA8-EA6063415126}"/>
              </a:ext>
            </a:extLst>
          </p:cNvPr>
          <p:cNvSpPr>
            <a:spLocks xmlns:a="http://schemas.openxmlformats.org/drawingml/2006/main" noGrp="1"/>
          </p:cNvSpPr>
          <p:nvPr/>
        </p:nvSpPr>
        <p:spPr>
          <a:xfrm xmlns:a="http://schemas.openxmlformats.org/drawingml/2006/main">
            <a:off x="4520470" y="3261523"/>
            <a:ext cx="1697546"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Dialogue Dispatcher</a:t>
            </a:r>
          </a:p>
        </p:txBody>
      </p:sp>
      <p:sp>
        <p:nvSpPr>
          <p:cNvPr id="113" name="dp44-comparison / n106">
            <a:extLst xmlns:a="http://schemas.openxmlformats.org/drawingml/2006/main">
              <a:ext uri="{FF2B5EF4-FFF2-40B4-BE49-F238E27FC236}">
                <a16:creationId xmlns:a16="http://schemas.microsoft.com/office/drawing/2014/main" id="{53001492-F1A7-4437-A65D-95EDB371A4F8}"/>
              </a:ext>
            </a:extLst>
          </p:cNvPr>
          <p:cNvSpPr>
            <a:spLocks xmlns:a="http://schemas.openxmlformats.org/drawingml/2006/main" noGrp="1"/>
          </p:cNvSpPr>
          <p:nvPr/>
        </p:nvSpPr>
        <p:spPr>
          <a:xfrm xmlns:a="http://schemas.openxmlformats.org/drawingml/2006/main">
            <a:off x="6645593" y="3152204"/>
            <a:ext cx="1946434" cy="446723"/>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114" name="dp44-comparison / n107 / text 1">
            <a:extLst xmlns:a="http://schemas.openxmlformats.org/drawingml/2006/main">
              <a:ext uri="{FF2B5EF4-FFF2-40B4-BE49-F238E27FC236}">
                <a16:creationId xmlns:a16="http://schemas.microsoft.com/office/drawing/2014/main" id="{DD6E548E-D779-4D6A-9914-12A14A3DF13A}"/>
              </a:ext>
            </a:extLst>
          </p:cNvPr>
          <p:cNvSpPr>
            <a:spLocks xmlns:a="http://schemas.openxmlformats.org/drawingml/2006/main" noGrp="1"/>
          </p:cNvSpPr>
          <p:nvPr/>
        </p:nvSpPr>
        <p:spPr>
          <a:xfrm xmlns:a="http://schemas.openxmlformats.org/drawingml/2006/main">
            <a:off x="6690265" y="3326425"/>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Dialogue Progress State</a:t>
            </a:r>
          </a:p>
        </p:txBody>
      </p:sp>
      <p:sp>
        <p:nvSpPr>
          <p:cNvPr id="115" name="dp44-comparison / n108">
            <a:extLst xmlns:a="http://schemas.openxmlformats.org/drawingml/2006/main">
              <a:ext uri="{FF2B5EF4-FFF2-40B4-BE49-F238E27FC236}">
                <a16:creationId xmlns:a16="http://schemas.microsoft.com/office/drawing/2014/main" id="{96EB43FE-1995-4C1A-A917-B2B8E832979F}"/>
              </a:ext>
            </a:extLst>
          </p:cNvPr>
          <p:cNvSpPr>
            <a:spLocks xmlns:a="http://schemas.openxmlformats.org/drawingml/2006/main" noGrp="1"/>
          </p:cNvSpPr>
          <p:nvPr/>
        </p:nvSpPr>
        <p:spPr>
          <a:xfrm xmlns:a="http://schemas.openxmlformats.org/drawingml/2006/main">
            <a:off x="1604010" y="5022056"/>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6" name="dp44-comparison / n109 / text 1">
            <a:extLst xmlns:a="http://schemas.openxmlformats.org/drawingml/2006/main">
              <a:ext uri="{FF2B5EF4-FFF2-40B4-BE49-F238E27FC236}">
                <a16:creationId xmlns:a16="http://schemas.microsoft.com/office/drawing/2014/main" id="{AD712517-3A37-4609-823F-30671C0E3175}"/>
              </a:ext>
            </a:extLst>
          </p:cNvPr>
          <p:cNvSpPr>
            <a:spLocks xmlns:a="http://schemas.openxmlformats.org/drawingml/2006/main" noGrp="1"/>
          </p:cNvSpPr>
          <p:nvPr/>
        </p:nvSpPr>
        <p:spPr>
          <a:xfrm xmlns:a="http://schemas.openxmlformats.org/drawingml/2006/main">
            <a:off x="1648682" y="5112230"/>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Context Manager</a:t>
            </a:r>
          </a:p>
        </p:txBody>
      </p:sp>
      <p:sp>
        <p:nvSpPr>
          <p:cNvPr id="117" name="dp44-comparison / n110">
            <a:extLst xmlns:a="http://schemas.openxmlformats.org/drawingml/2006/main">
              <a:ext uri="{FF2B5EF4-FFF2-40B4-BE49-F238E27FC236}">
                <a16:creationId xmlns:a16="http://schemas.microsoft.com/office/drawing/2014/main" id="{EB292B0B-93D6-4983-9D6C-C49C986773BF}"/>
              </a:ext>
            </a:extLst>
          </p:cNvPr>
          <p:cNvSpPr>
            <a:spLocks xmlns:a="http://schemas.openxmlformats.org/drawingml/2006/main" noGrp="1"/>
          </p:cNvSpPr>
          <p:nvPr/>
        </p:nvSpPr>
        <p:spPr>
          <a:xfrm xmlns:a="http://schemas.openxmlformats.org/drawingml/2006/main">
            <a:off x="1604010" y="5583650"/>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18" name="dp44-comparison / n111 / text 1">
            <a:extLst xmlns:a="http://schemas.openxmlformats.org/drawingml/2006/main">
              <a:ext uri="{FF2B5EF4-FFF2-40B4-BE49-F238E27FC236}">
                <a16:creationId xmlns:a16="http://schemas.microsoft.com/office/drawing/2014/main" id="{F612E0A3-B668-44F1-B493-1E630C35DE9C}"/>
              </a:ext>
            </a:extLst>
          </p:cNvPr>
          <p:cNvSpPr>
            <a:spLocks xmlns:a="http://schemas.openxmlformats.org/drawingml/2006/main" noGrp="1"/>
          </p:cNvSpPr>
          <p:nvPr/>
        </p:nvSpPr>
        <p:spPr>
          <a:xfrm xmlns:a="http://schemas.openxmlformats.org/drawingml/2006/main">
            <a:off x="1648682" y="5677558"/>
            <a:ext cx="1569911"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Request Interpreter</a:t>
            </a:r>
          </a:p>
        </p:txBody>
      </p:sp>
      <p:sp>
        <p:nvSpPr>
          <p:cNvPr id="119" name="dp44-comparison / n112">
            <a:extLst xmlns:a="http://schemas.openxmlformats.org/drawingml/2006/main">
              <a:ext uri="{FF2B5EF4-FFF2-40B4-BE49-F238E27FC236}">
                <a16:creationId xmlns:a16="http://schemas.microsoft.com/office/drawing/2014/main" id="{AF507707-276A-439E-9486-50DA0B6B309A}"/>
              </a:ext>
            </a:extLst>
          </p:cNvPr>
          <p:cNvSpPr>
            <a:spLocks xmlns:a="http://schemas.openxmlformats.org/drawingml/2006/main" noGrp="1"/>
          </p:cNvSpPr>
          <p:nvPr/>
        </p:nvSpPr>
        <p:spPr>
          <a:xfrm xmlns:a="http://schemas.openxmlformats.org/drawingml/2006/main">
            <a:off x="4220528" y="5022056"/>
            <a:ext cx="2871788" cy="1627346"/>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20" name="dp44-comparison / n113 / text 1">
            <a:extLst xmlns:a="http://schemas.openxmlformats.org/drawingml/2006/main">
              <a:ext uri="{FF2B5EF4-FFF2-40B4-BE49-F238E27FC236}">
                <a16:creationId xmlns:a16="http://schemas.microsoft.com/office/drawing/2014/main" id="{B0F92A3F-0884-47E6-96C3-760460849125}"/>
              </a:ext>
            </a:extLst>
          </p:cNvPr>
          <p:cNvSpPr>
            <a:spLocks xmlns:a="http://schemas.openxmlformats.org/drawingml/2006/main" noGrp="1"/>
          </p:cNvSpPr>
          <p:nvPr/>
        </p:nvSpPr>
        <p:spPr>
          <a:xfrm xmlns:a="http://schemas.openxmlformats.org/drawingml/2006/main">
            <a:off x="4297109" y="5079492"/>
            <a:ext cx="271862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Response Manager</a:t>
            </a:r>
          </a:p>
        </p:txBody>
      </p:sp>
      <p:sp>
        <p:nvSpPr>
          <p:cNvPr id="121" name="dp44-comparison / n114">
            <a:extLst xmlns:a="http://schemas.openxmlformats.org/drawingml/2006/main">
              <a:ext uri="{FF2B5EF4-FFF2-40B4-BE49-F238E27FC236}">
                <a16:creationId xmlns:a16="http://schemas.microsoft.com/office/drawing/2014/main" id="{94699784-436B-4428-A976-3C4E53DD65A3}"/>
              </a:ext>
            </a:extLst>
          </p:cNvPr>
          <p:cNvSpPr>
            <a:spLocks xmlns:a="http://schemas.openxmlformats.org/drawingml/2006/main" noGrp="1"/>
          </p:cNvSpPr>
          <p:nvPr/>
        </p:nvSpPr>
        <p:spPr>
          <a:xfrm xmlns:a="http://schemas.openxmlformats.org/drawingml/2006/main">
            <a:off x="4316254" y="5373053"/>
            <a:ext cx="1212533" cy="350996"/>
          </a:xfrm>
          <a:prstGeom xmlns:a="http://schemas.openxmlformats.org/drawingml/2006/main" prst="roundRect">
            <a:avLst>
              <a:gd name="adj" fmla="val 21710"/>
            </a:avLst>
          </a:prstGeom>
          <a:solidFill xmlns:a="http://schemas.openxmlformats.org/drawingml/2006/main">
            <a:srgbClr val="FFFFFF"/>
          </a:solidFill>
          <a:ln xmlns:a="http://schemas.openxmlformats.org/drawingml/2006/main" w="6382">
            <a:solidFill>
              <a:srgbClr val="000000"/>
            </a:solidFill>
            <a:prstDash val="solid"/>
          </a:ln>
        </p:spPr>
      </p:sp>
      <p:sp>
        <p:nvSpPr>
          <p:cNvPr id="122" name="dp44-comparison / n115 / text 1">
            <a:extLst xmlns:a="http://schemas.openxmlformats.org/drawingml/2006/main">
              <a:ext uri="{FF2B5EF4-FFF2-40B4-BE49-F238E27FC236}">
                <a16:creationId xmlns:a16="http://schemas.microsoft.com/office/drawing/2014/main" id="{4F19E2B3-A714-46B0-AB1A-488BE9226CA8}"/>
              </a:ext>
            </a:extLst>
          </p:cNvPr>
          <p:cNvSpPr>
            <a:spLocks xmlns:a="http://schemas.openxmlformats.org/drawingml/2006/main" noGrp="1"/>
          </p:cNvSpPr>
          <p:nvPr/>
        </p:nvSpPr>
        <p:spPr>
          <a:xfrm xmlns:a="http://schemas.openxmlformats.org/drawingml/2006/main">
            <a:off x="4360926" y="5391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Response</a:t>
            </a:r>
          </a:p>
        </p:txBody>
      </p:sp>
      <p:sp>
        <p:nvSpPr>
          <p:cNvPr id="123" name="dp44-comparison / n115 / text 2">
            <a:extLst xmlns:a="http://schemas.openxmlformats.org/drawingml/2006/main">
              <a:ext uri="{FF2B5EF4-FFF2-40B4-BE49-F238E27FC236}">
                <a16:creationId xmlns:a16="http://schemas.microsoft.com/office/drawing/2014/main" id="{28453DAC-5ECA-4865-A528-D93C710FBA54}"/>
              </a:ext>
            </a:extLst>
          </p:cNvPr>
          <p:cNvSpPr>
            <a:spLocks xmlns:a="http://schemas.openxmlformats.org/drawingml/2006/main" noGrp="1"/>
          </p:cNvSpPr>
          <p:nvPr/>
        </p:nvSpPr>
        <p:spPr>
          <a:xfrm xmlns:a="http://schemas.openxmlformats.org/drawingml/2006/main">
            <a:off x="4360926" y="55485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Composer</a:t>
            </a:r>
          </a:p>
        </p:txBody>
      </p:sp>
      <p:sp>
        <p:nvSpPr>
          <p:cNvPr id="124" name="dp44-comparison / n116">
            <a:extLst xmlns:a="http://schemas.openxmlformats.org/drawingml/2006/main">
              <a:ext uri="{FF2B5EF4-FFF2-40B4-BE49-F238E27FC236}">
                <a16:creationId xmlns:a16="http://schemas.microsoft.com/office/drawing/2014/main" id="{C26AFD5A-ECF1-4564-B812-2F00B2869C64}"/>
              </a:ext>
            </a:extLst>
          </p:cNvPr>
          <p:cNvSpPr>
            <a:spLocks xmlns:a="http://schemas.openxmlformats.org/drawingml/2006/main" noGrp="1"/>
          </p:cNvSpPr>
          <p:nvPr/>
        </p:nvSpPr>
        <p:spPr>
          <a:xfrm xmlns:a="http://schemas.openxmlformats.org/drawingml/2006/main">
            <a:off x="4316254" y="6215444"/>
            <a:ext cx="1212533" cy="344615"/>
          </a:xfrm>
          <a:prstGeom xmlns:a="http://schemas.openxmlformats.org/drawingml/2006/main" prst="roundRect">
            <a:avLst>
              <a:gd name="adj" fmla="val 22112"/>
            </a:avLst>
          </a:prstGeom>
          <a:solidFill xmlns:a="http://schemas.openxmlformats.org/drawingml/2006/main">
            <a:srgbClr val="FFFFFF"/>
          </a:solidFill>
          <a:ln xmlns:a="http://schemas.openxmlformats.org/drawingml/2006/main" w="6382">
            <a:solidFill>
              <a:srgbClr val="000000"/>
            </a:solidFill>
            <a:prstDash val="solid"/>
          </a:ln>
        </p:spPr>
      </p:sp>
      <p:sp>
        <p:nvSpPr>
          <p:cNvPr id="125" name="dp44-comparison / n117 / text 1">
            <a:extLst xmlns:a="http://schemas.openxmlformats.org/drawingml/2006/main">
              <a:ext uri="{FF2B5EF4-FFF2-40B4-BE49-F238E27FC236}">
                <a16:creationId xmlns:a16="http://schemas.microsoft.com/office/drawing/2014/main" id="{535ADB6A-C5E9-430D-8D67-46D772952C6F}"/>
              </a:ext>
            </a:extLst>
          </p:cNvPr>
          <p:cNvSpPr>
            <a:spLocks xmlns:a="http://schemas.openxmlformats.org/drawingml/2006/main" noGrp="1"/>
          </p:cNvSpPr>
          <p:nvPr/>
        </p:nvSpPr>
        <p:spPr>
          <a:xfrm xmlns:a="http://schemas.openxmlformats.org/drawingml/2006/main">
            <a:off x="4360926" y="62309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Publication</a:t>
            </a:r>
          </a:p>
        </p:txBody>
      </p:sp>
      <p:sp>
        <p:nvSpPr>
          <p:cNvPr id="126" name="dp44-comparison / n117 / text 2">
            <a:extLst xmlns:a="http://schemas.openxmlformats.org/drawingml/2006/main">
              <a:ext uri="{FF2B5EF4-FFF2-40B4-BE49-F238E27FC236}">
                <a16:creationId xmlns:a16="http://schemas.microsoft.com/office/drawing/2014/main" id="{1B9757E3-7C40-4C73-9609-E4B2104BF6AB}"/>
              </a:ext>
            </a:extLst>
          </p:cNvPr>
          <p:cNvSpPr>
            <a:spLocks xmlns:a="http://schemas.openxmlformats.org/drawingml/2006/main" noGrp="1"/>
          </p:cNvSpPr>
          <p:nvPr/>
        </p:nvSpPr>
        <p:spPr>
          <a:xfrm xmlns:a="http://schemas.openxmlformats.org/drawingml/2006/main">
            <a:off x="4360926" y="6387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Control</a:t>
            </a:r>
          </a:p>
        </p:txBody>
      </p:sp>
      <p:sp>
        <p:nvSpPr>
          <p:cNvPr id="127" name="dp44-comparison / n118">
            <a:extLst xmlns:a="http://schemas.openxmlformats.org/drawingml/2006/main">
              <a:ext uri="{FF2B5EF4-FFF2-40B4-BE49-F238E27FC236}">
                <a16:creationId xmlns:a16="http://schemas.microsoft.com/office/drawing/2014/main" id="{4D43355F-4962-479D-8746-443725DD4F5D}"/>
              </a:ext>
            </a:extLst>
          </p:cNvPr>
          <p:cNvSpPr>
            <a:spLocks xmlns:a="http://schemas.openxmlformats.org/drawingml/2006/main" noGrp="1"/>
          </p:cNvSpPr>
          <p:nvPr/>
        </p:nvSpPr>
        <p:spPr>
          <a:xfrm xmlns:a="http://schemas.openxmlformats.org/drawingml/2006/main">
            <a:off x="5784056" y="6215444"/>
            <a:ext cx="1212533" cy="344615"/>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128" name="dp44-comparison / n119 / text 1">
            <a:extLst xmlns:a="http://schemas.openxmlformats.org/drawingml/2006/main">
              <a:ext uri="{FF2B5EF4-FFF2-40B4-BE49-F238E27FC236}">
                <a16:creationId xmlns:a16="http://schemas.microsoft.com/office/drawing/2014/main" id="{7F868317-E7CF-441D-9518-E30B95953F4F}"/>
              </a:ext>
            </a:extLst>
          </p:cNvPr>
          <p:cNvSpPr>
            <a:spLocks xmlns:a="http://schemas.openxmlformats.org/drawingml/2006/main" noGrp="1"/>
          </p:cNvSpPr>
          <p:nvPr/>
        </p:nvSpPr>
        <p:spPr>
          <a:xfrm xmlns:a="http://schemas.openxmlformats.org/drawingml/2006/main">
            <a:off x="5828728" y="6349811"/>
            <a:ext cx="112318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54" b="1">
                <a:solidFill>
                  <a:srgbClr val="000000"/>
                </a:solidFill>
                <a:latin typeface="Apple SD Gothic Neo"/>
                <a:ea typeface="Apple SD Gothic Neo"/>
                <a:cs typeface="Apple SD Gothic Neo"/>
              </a:defRPr>
            </a:pPr>
            <a:r>
              <a:rPr sz="854" b="1">
                <a:solidFill>
                  <a:srgbClr val="000000"/>
                </a:solidFill>
                <a:latin typeface="Apple SD Gothic Neo"/>
                <a:ea typeface="Apple SD Gothic Neo"/>
                <a:cs typeface="Apple SD Gothic Neo"/>
              </a:rPr>
              <a:t>Publication Outbox</a:t>
            </a:r>
          </a:p>
        </p:txBody>
      </p:sp>
      <p:sp>
        <p:nvSpPr>
          <p:cNvPr id="129" name="dp44-comparison / n120">
            <a:extLst xmlns:a="http://schemas.openxmlformats.org/drawingml/2006/main">
              <a:ext uri="{FF2B5EF4-FFF2-40B4-BE49-F238E27FC236}">
                <a16:creationId xmlns:a16="http://schemas.microsoft.com/office/drawing/2014/main" id="{6E7BF9D3-BF24-470A-8D38-05CEC7A564DF}"/>
              </a:ext>
            </a:extLst>
          </p:cNvPr>
          <p:cNvSpPr>
            <a:spLocks xmlns:a="http://schemas.openxmlformats.org/drawingml/2006/main" noGrp="1"/>
          </p:cNvSpPr>
          <p:nvPr/>
        </p:nvSpPr>
        <p:spPr>
          <a:xfrm xmlns:a="http://schemas.openxmlformats.org/drawingml/2006/main">
            <a:off x="7539038" y="5022056"/>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0" name="dp44-comparison / n121 / text 1">
            <a:extLst xmlns:a="http://schemas.openxmlformats.org/drawingml/2006/main">
              <a:ext uri="{FF2B5EF4-FFF2-40B4-BE49-F238E27FC236}">
                <a16:creationId xmlns:a16="http://schemas.microsoft.com/office/drawing/2014/main" id="{AB727E77-9605-477A-A7CC-627B17696A71}"/>
              </a:ext>
            </a:extLst>
          </p:cNvPr>
          <p:cNvSpPr>
            <a:spLocks xmlns:a="http://schemas.openxmlformats.org/drawingml/2006/main" noGrp="1"/>
          </p:cNvSpPr>
          <p:nvPr/>
        </p:nvSpPr>
        <p:spPr>
          <a:xfrm xmlns:a="http://schemas.openxmlformats.org/drawingml/2006/main">
            <a:off x="7583710" y="5112230"/>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Task Manager</a:t>
            </a:r>
          </a:p>
        </p:txBody>
      </p:sp>
      <p:sp>
        <p:nvSpPr>
          <p:cNvPr id="131" name="dp44-comparison / n122">
            <a:extLst xmlns:a="http://schemas.openxmlformats.org/drawingml/2006/main">
              <a:ext uri="{FF2B5EF4-FFF2-40B4-BE49-F238E27FC236}">
                <a16:creationId xmlns:a16="http://schemas.microsoft.com/office/drawing/2014/main" id="{0F9E3943-387C-4017-ADCD-489D3E7E8870}"/>
              </a:ext>
            </a:extLst>
          </p:cNvPr>
          <p:cNvSpPr>
            <a:spLocks xmlns:a="http://schemas.openxmlformats.org/drawingml/2006/main" noGrp="1"/>
          </p:cNvSpPr>
          <p:nvPr/>
        </p:nvSpPr>
        <p:spPr>
          <a:xfrm xmlns:a="http://schemas.openxmlformats.org/drawingml/2006/main">
            <a:off x="7539038" y="5583650"/>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2" name="dp44-comparison / n123 / text 1">
            <a:extLst xmlns:a="http://schemas.openxmlformats.org/drawingml/2006/main">
              <a:ext uri="{FF2B5EF4-FFF2-40B4-BE49-F238E27FC236}">
                <a16:creationId xmlns:a16="http://schemas.microsoft.com/office/drawing/2014/main" id="{0B8DD054-B471-4E59-BEDB-1B10389359E2}"/>
              </a:ext>
            </a:extLst>
          </p:cNvPr>
          <p:cNvSpPr>
            <a:spLocks xmlns:a="http://schemas.openxmlformats.org/drawingml/2006/main" noGrp="1"/>
          </p:cNvSpPr>
          <p:nvPr/>
        </p:nvSpPr>
        <p:spPr>
          <a:xfrm xmlns:a="http://schemas.openxmlformats.org/drawingml/2006/main">
            <a:off x="7583710" y="5673824"/>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Agent Gateway</a:t>
            </a:r>
          </a:p>
        </p:txBody>
      </p:sp>
      <p:sp>
        <p:nvSpPr>
          <p:cNvPr id="133" name="dp44-comparison / n124">
            <a:extLst xmlns:a="http://schemas.openxmlformats.org/drawingml/2006/main">
              <a:ext uri="{FF2B5EF4-FFF2-40B4-BE49-F238E27FC236}">
                <a16:creationId xmlns:a16="http://schemas.microsoft.com/office/drawing/2014/main" id="{E27A88FA-0ABF-423D-ACDE-9862C7F724DA}"/>
              </a:ext>
            </a:extLst>
          </p:cNvPr>
          <p:cNvSpPr>
            <a:spLocks xmlns:a="http://schemas.openxmlformats.org/drawingml/2006/main" noGrp="1"/>
          </p:cNvSpPr>
          <p:nvPr/>
        </p:nvSpPr>
        <p:spPr>
          <a:xfrm xmlns:a="http://schemas.openxmlformats.org/drawingml/2006/main">
            <a:off x="7539038" y="6138863"/>
            <a:ext cx="1212533" cy="344615"/>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134" name="dp44-comparison / n125 / text 1">
            <a:extLst xmlns:a="http://schemas.openxmlformats.org/drawingml/2006/main">
              <a:ext uri="{FF2B5EF4-FFF2-40B4-BE49-F238E27FC236}">
                <a16:creationId xmlns:a16="http://schemas.microsoft.com/office/drawing/2014/main" id="{72EBB830-E25A-46B0-B1DC-783B3556B763}"/>
              </a:ext>
            </a:extLst>
          </p:cNvPr>
          <p:cNvSpPr>
            <a:spLocks xmlns:a="http://schemas.openxmlformats.org/drawingml/2006/main" noGrp="1"/>
          </p:cNvSpPr>
          <p:nvPr/>
        </p:nvSpPr>
        <p:spPr>
          <a:xfrm xmlns:a="http://schemas.openxmlformats.org/drawingml/2006/main">
            <a:off x="7583710" y="624023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Downstream Agent</a:t>
            </a:r>
          </a:p>
        </p:txBody>
      </p:sp>
      <p:sp>
        <p:nvSpPr>
          <p:cNvPr id="135" name="dp44-comparison / n126">
            <a:extLst xmlns:a="http://schemas.openxmlformats.org/drawingml/2006/main">
              <a:ext uri="{FF2B5EF4-FFF2-40B4-BE49-F238E27FC236}">
                <a16:creationId xmlns:a16="http://schemas.microsoft.com/office/drawing/2014/main" id="{BD502FA6-7CD3-44EF-942A-7A0B417474A1}"/>
              </a:ext>
            </a:extLst>
          </p:cNvPr>
          <p:cNvSpPr>
            <a:spLocks xmlns:a="http://schemas.openxmlformats.org/drawingml/2006/main" noGrp="1"/>
          </p:cNvSpPr>
          <p:nvPr/>
        </p:nvSpPr>
        <p:spPr>
          <a:xfrm xmlns:a="http://schemas.openxmlformats.org/drawingml/2006/main">
            <a:off x="1604010" y="6343079"/>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6" name="dp44-comparison / n127 / text 1">
            <a:extLst xmlns:a="http://schemas.openxmlformats.org/drawingml/2006/main">
              <a:ext uri="{FF2B5EF4-FFF2-40B4-BE49-F238E27FC236}">
                <a16:creationId xmlns:a16="http://schemas.microsoft.com/office/drawing/2014/main" id="{7C623915-75FB-42F4-91D7-651CED0D793F}"/>
              </a:ext>
            </a:extLst>
          </p:cNvPr>
          <p:cNvSpPr>
            <a:spLocks xmlns:a="http://schemas.openxmlformats.org/drawingml/2006/main" noGrp="1"/>
          </p:cNvSpPr>
          <p:nvPr/>
        </p:nvSpPr>
        <p:spPr>
          <a:xfrm xmlns:a="http://schemas.openxmlformats.org/drawingml/2006/main">
            <a:off x="1648682" y="6433253"/>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Policy Manager</a:t>
            </a:r>
          </a:p>
        </p:txBody>
      </p:sp>
      <p:sp>
        <p:nvSpPr>
          <p:cNvPr id="137" name="dp44-comparison / n128">
            <a:extLst xmlns:a="http://schemas.openxmlformats.org/drawingml/2006/main">
              <a:ext uri="{FF2B5EF4-FFF2-40B4-BE49-F238E27FC236}">
                <a16:creationId xmlns:a16="http://schemas.microsoft.com/office/drawing/2014/main" id="{CDCC60DE-6B2E-4D9D-9A48-D5FE5C18F603}"/>
              </a:ext>
            </a:extLst>
          </p:cNvPr>
          <p:cNvSpPr>
            <a:spLocks xmlns:a="http://schemas.openxmlformats.org/drawingml/2006/main" noGrp="1"/>
          </p:cNvSpPr>
          <p:nvPr/>
        </p:nvSpPr>
        <p:spPr>
          <a:xfrm xmlns:a="http://schemas.openxmlformats.org/drawingml/2006/main">
            <a:off x="1604010" y="6949345"/>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38" name="dp44-comparison / n129 / text 1">
            <a:extLst xmlns:a="http://schemas.openxmlformats.org/drawingml/2006/main">
              <a:ext uri="{FF2B5EF4-FFF2-40B4-BE49-F238E27FC236}">
                <a16:creationId xmlns:a16="http://schemas.microsoft.com/office/drawing/2014/main" id="{B9A0AD93-59F1-40CC-876D-C02F1A3B00AE}"/>
              </a:ext>
            </a:extLst>
          </p:cNvPr>
          <p:cNvSpPr>
            <a:spLocks xmlns:a="http://schemas.openxmlformats.org/drawingml/2006/main" noGrp="1"/>
          </p:cNvSpPr>
          <p:nvPr/>
        </p:nvSpPr>
        <p:spPr>
          <a:xfrm xmlns:a="http://schemas.openxmlformats.org/drawingml/2006/main">
            <a:off x="1648682" y="7039519"/>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State Store</a:t>
            </a:r>
          </a:p>
        </p:txBody>
      </p:sp>
      <p:sp>
        <p:nvSpPr>
          <p:cNvPr id="139" name="dp44-comparison / n130">
            <a:extLst xmlns:a="http://schemas.openxmlformats.org/drawingml/2006/main">
              <a:ext uri="{FF2B5EF4-FFF2-40B4-BE49-F238E27FC236}">
                <a16:creationId xmlns:a16="http://schemas.microsoft.com/office/drawing/2014/main" id="{F3DCCE64-12C1-4C72-AC12-D9F5678A6F20}"/>
              </a:ext>
            </a:extLst>
          </p:cNvPr>
          <p:cNvSpPr>
            <a:spLocks xmlns:a="http://schemas.openxmlformats.org/drawingml/2006/main" noGrp="1"/>
          </p:cNvSpPr>
          <p:nvPr/>
        </p:nvSpPr>
        <p:spPr>
          <a:xfrm xmlns:a="http://schemas.openxmlformats.org/drawingml/2006/main">
            <a:off x="7539038" y="6725984"/>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140" name="dp44-comparison / n131 / text 1">
            <a:extLst xmlns:a="http://schemas.openxmlformats.org/drawingml/2006/main">
              <a:ext uri="{FF2B5EF4-FFF2-40B4-BE49-F238E27FC236}">
                <a16:creationId xmlns:a16="http://schemas.microsoft.com/office/drawing/2014/main" id="{4C161474-2396-42AF-AD4D-31125788B80C}"/>
              </a:ext>
            </a:extLst>
          </p:cNvPr>
          <p:cNvSpPr>
            <a:spLocks xmlns:a="http://schemas.openxmlformats.org/drawingml/2006/main" noGrp="1"/>
          </p:cNvSpPr>
          <p:nvPr/>
        </p:nvSpPr>
        <p:spPr>
          <a:xfrm xmlns:a="http://schemas.openxmlformats.org/drawingml/2006/main">
            <a:off x="7583710" y="6816158"/>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Model Access</a:t>
            </a:r>
          </a:p>
        </p:txBody>
      </p:sp>
      <p:sp>
        <p:nvSpPr>
          <p:cNvPr id="141" name="dp44-comparison / n132">
            <a:extLst xmlns:a="http://schemas.openxmlformats.org/drawingml/2006/main">
              <a:ext uri="{FF2B5EF4-FFF2-40B4-BE49-F238E27FC236}">
                <a16:creationId xmlns:a16="http://schemas.microsoft.com/office/drawing/2014/main" id="{777E0193-0A2F-44B1-A3A0-30A300DA4D21}"/>
              </a:ext>
            </a:extLst>
          </p:cNvPr>
          <p:cNvSpPr>
            <a:spLocks xmlns:a="http://schemas.openxmlformats.org/drawingml/2006/main" noGrp="1"/>
          </p:cNvSpPr>
          <p:nvPr/>
        </p:nvSpPr>
        <p:spPr>
          <a:xfrm xmlns:a="http://schemas.openxmlformats.org/drawingml/2006/main">
            <a:off x="7539038" y="7223760"/>
            <a:ext cx="1212533" cy="268034"/>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142" name="dp44-comparison / n133 / text 1">
            <a:extLst xmlns:a="http://schemas.openxmlformats.org/drawingml/2006/main">
              <a:ext uri="{FF2B5EF4-FFF2-40B4-BE49-F238E27FC236}">
                <a16:creationId xmlns:a16="http://schemas.microsoft.com/office/drawing/2014/main" id="{8C8A6C28-8CEB-4D21-B1B3-BF2FBFB922A3}"/>
              </a:ext>
            </a:extLst>
          </p:cNvPr>
          <p:cNvSpPr>
            <a:spLocks xmlns:a="http://schemas.openxmlformats.org/drawingml/2006/main" noGrp="1"/>
          </p:cNvSpPr>
          <p:nvPr/>
        </p:nvSpPr>
        <p:spPr>
          <a:xfrm xmlns:a="http://schemas.openxmlformats.org/drawingml/2006/main">
            <a:off x="7583710" y="7283110"/>
            <a:ext cx="1123188"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Shared Omni</a:t>
            </a:r>
          </a:p>
        </p:txBody>
      </p:sp>
      <p:sp>
        <p:nvSpPr>
          <p:cNvPr id="143" name="dp44-comparison / n134 / path">
            <a:extLst xmlns:a="http://schemas.openxmlformats.org/drawingml/2006/main">
              <a:ext uri="{FF2B5EF4-FFF2-40B4-BE49-F238E27FC236}">
                <a16:creationId xmlns:a16="http://schemas.microsoft.com/office/drawing/2014/main" id="{FA62CC46-C581-431B-9D35-4915FB5A8AE4}"/>
              </a:ext>
            </a:extLst>
          </p:cNvPr>
          <p:cNvSpPr>
            <a:spLocks xmlns:a="http://schemas.openxmlformats.org/drawingml/2006/main" noGrp="1"/>
          </p:cNvSpPr>
          <p:nvPr/>
        </p:nvSpPr>
        <p:spPr>
          <a:xfrm xmlns:a="http://schemas.openxmlformats.org/drawingml/2006/main">
            <a:off x="1546574" y="2596991"/>
            <a:ext cx="615839" cy="529685"/>
          </a:xfrm>
          <a:custGeom xmlns:a="http://schemas.openxmlformats.org/drawingml/2006/main">
            <a:pathLst>
              <a:path w="615839" h="529685">
                <a:moveTo>
                  <a:pt x="599885" y="0"/>
                </a:moveTo>
                <a:lnTo>
                  <a:pt x="0" y="0"/>
                </a:lnTo>
                <a:lnTo>
                  <a:pt x="0" y="529685"/>
                </a:lnTo>
                <a:lnTo>
                  <a:pt x="615839" y="529685"/>
                </a:lnTo>
              </a:path>
            </a:pathLst>
          </a:custGeom>
          <a:noFill xmlns:a="http://schemas.openxmlformats.org/drawingml/2006/main"/>
          <a:ln xmlns:a="http://schemas.openxmlformats.org/drawingml/2006/main" w="7020">
            <a:solidFill>
              <a:srgbClr val="000000"/>
            </a:solidFill>
            <a:prstDash val="solid"/>
          </a:ln>
        </p:spPr>
      </p:sp>
      <p:sp>
        <p:nvSpPr>
          <p:cNvPr id="144" name="dp44-comparison / n134 / arrow">
            <a:extLst xmlns:a="http://schemas.openxmlformats.org/drawingml/2006/main">
              <a:ext uri="{FF2B5EF4-FFF2-40B4-BE49-F238E27FC236}">
                <a16:creationId xmlns:a16="http://schemas.microsoft.com/office/drawing/2014/main" id="{11461854-899E-4497-9502-B9E911788C5B}"/>
              </a:ext>
            </a:extLst>
          </p:cNvPr>
          <p:cNvSpPr>
            <a:spLocks xmlns:a="http://schemas.openxmlformats.org/drawingml/2006/main" noGrp="1"/>
          </p:cNvSpPr>
          <p:nvPr/>
        </p:nvSpPr>
        <p:spPr>
          <a:xfrm xmlns:a="http://schemas.openxmlformats.org/drawingml/2006/main">
            <a:off x="2117486" y="31042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45" name="dp44-comparison / n135 / path">
            <a:extLst xmlns:a="http://schemas.openxmlformats.org/drawingml/2006/main">
              <a:ext uri="{FF2B5EF4-FFF2-40B4-BE49-F238E27FC236}">
                <a16:creationId xmlns:a16="http://schemas.microsoft.com/office/drawing/2014/main" id="{97ADF14D-E29C-4981-9907-D820F46DC3CE}"/>
              </a:ext>
            </a:extLst>
          </p:cNvPr>
          <p:cNvSpPr>
            <a:spLocks xmlns:a="http://schemas.openxmlformats.org/drawingml/2006/main" noGrp="1"/>
          </p:cNvSpPr>
          <p:nvPr/>
        </p:nvSpPr>
        <p:spPr>
          <a:xfrm xmlns:a="http://schemas.openxmlformats.org/drawingml/2006/main">
            <a:off x="2625090" y="3260693"/>
            <a:ext cx="114871" cy="953"/>
          </a:xfrm>
          <a:custGeom xmlns:a="http://schemas.openxmlformats.org/drawingml/2006/main">
            <a:pathLst>
              <a:path w="114871" h="953">
                <a:moveTo>
                  <a:pt x="114871" y="0"/>
                </a:moveTo>
                <a:lnTo>
                  <a:pt x="0" y="0"/>
                </a:lnTo>
              </a:path>
            </a:pathLst>
          </a:custGeom>
          <a:noFill xmlns:a="http://schemas.openxmlformats.org/drawingml/2006/main"/>
          <a:ln xmlns:a="http://schemas.openxmlformats.org/drawingml/2006/main" w="7020">
            <a:solidFill>
              <a:srgbClr val="000000"/>
            </a:solidFill>
            <a:prstDash val="solid"/>
          </a:ln>
        </p:spPr>
      </p:sp>
      <p:sp>
        <p:nvSpPr>
          <p:cNvPr id="146" name="dp44-comparison / n135 / arrow">
            <a:extLst xmlns:a="http://schemas.openxmlformats.org/drawingml/2006/main">
              <a:ext uri="{FF2B5EF4-FFF2-40B4-BE49-F238E27FC236}">
                <a16:creationId xmlns:a16="http://schemas.microsoft.com/office/drawing/2014/main" id="{4C0C9AA2-6760-4AC7-96F3-3050D1364F04}"/>
              </a:ext>
            </a:extLst>
          </p:cNvPr>
          <p:cNvSpPr>
            <a:spLocks xmlns:a="http://schemas.openxmlformats.org/drawingml/2006/main" noGrp="1"/>
          </p:cNvSpPr>
          <p:nvPr/>
        </p:nvSpPr>
        <p:spPr>
          <a:xfrm xmlns:a="http://schemas.openxmlformats.org/drawingml/2006/main">
            <a:off x="2625090" y="323822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47" name="dp44-comparison / n136">
            <a:extLst xmlns:a="http://schemas.openxmlformats.org/drawingml/2006/main">
              <a:ext uri="{FF2B5EF4-FFF2-40B4-BE49-F238E27FC236}">
                <a16:creationId xmlns:a16="http://schemas.microsoft.com/office/drawing/2014/main" id="{49047940-2DD0-40B0-B19F-7BA714DDF2A8}"/>
              </a:ext>
            </a:extLst>
          </p:cNvPr>
          <p:cNvSpPr>
            <a:spLocks xmlns:a="http://schemas.openxmlformats.org/drawingml/2006/main" noGrp="1"/>
          </p:cNvSpPr>
          <p:nvPr/>
        </p:nvSpPr>
        <p:spPr>
          <a:xfrm xmlns:a="http://schemas.openxmlformats.org/drawingml/2006/main">
            <a:off x="1693355" y="3433001"/>
            <a:ext cx="2042160"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8" name="dp44-comparison / n137 / text 1">
            <a:extLst xmlns:a="http://schemas.openxmlformats.org/drawingml/2006/main">
              <a:ext uri="{FF2B5EF4-FFF2-40B4-BE49-F238E27FC236}">
                <a16:creationId xmlns:a16="http://schemas.microsoft.com/office/drawing/2014/main" id="{3C468019-91BF-4E75-A9A3-B02D74286789}"/>
              </a:ext>
            </a:extLst>
          </p:cNvPr>
          <p:cNvSpPr>
            <a:spLocks xmlns:a="http://schemas.openxmlformats.org/drawingml/2006/main" noGrp="1"/>
          </p:cNvSpPr>
          <p:nvPr/>
        </p:nvSpPr>
        <p:spPr>
          <a:xfrm xmlns:a="http://schemas.openxmlformats.org/drawingml/2006/main">
            <a:off x="1706118" y="3439382"/>
            <a:ext cx="2042160"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InputStarted: 즉시 stop / epoch 무효화</a:t>
            </a:r>
          </a:p>
        </p:txBody>
      </p:sp>
      <p:sp>
        <p:nvSpPr>
          <p:cNvPr id="149" name="dp44-comparison / n138 / path">
            <a:extLst xmlns:a="http://schemas.openxmlformats.org/drawingml/2006/main">
              <a:ext uri="{FF2B5EF4-FFF2-40B4-BE49-F238E27FC236}">
                <a16:creationId xmlns:a16="http://schemas.microsoft.com/office/drawing/2014/main" id="{26A768A5-563F-4BE7-89B0-7A0454047FF2}"/>
              </a:ext>
            </a:extLst>
          </p:cNvPr>
          <p:cNvSpPr>
            <a:spLocks xmlns:a="http://schemas.openxmlformats.org/drawingml/2006/main" noGrp="1"/>
          </p:cNvSpPr>
          <p:nvPr/>
        </p:nvSpPr>
        <p:spPr>
          <a:xfrm xmlns:a="http://schemas.openxmlformats.org/drawingml/2006/main">
            <a:off x="2625090" y="3790379"/>
            <a:ext cx="114871" cy="953"/>
          </a:xfrm>
          <a:custGeom xmlns:a="http://schemas.openxmlformats.org/drawingml/2006/main">
            <a:pathLst>
              <a:path w="114871" h="953">
                <a:moveTo>
                  <a:pt x="0" y="0"/>
                </a:moveTo>
                <a:lnTo>
                  <a:pt x="114871" y="0"/>
                </a:lnTo>
              </a:path>
            </a:pathLst>
          </a:custGeom>
          <a:noFill xmlns:a="http://schemas.openxmlformats.org/drawingml/2006/main"/>
          <a:ln xmlns:a="http://schemas.openxmlformats.org/drawingml/2006/main" w="7020">
            <a:solidFill>
              <a:srgbClr val="000000"/>
            </a:solidFill>
            <a:prstDash val="solid"/>
          </a:ln>
        </p:spPr>
      </p:sp>
      <p:sp>
        <p:nvSpPr>
          <p:cNvPr id="150" name="dp44-comparison / n138 / arrow">
            <a:extLst xmlns:a="http://schemas.openxmlformats.org/drawingml/2006/main">
              <a:ext uri="{FF2B5EF4-FFF2-40B4-BE49-F238E27FC236}">
                <a16:creationId xmlns:a16="http://schemas.microsoft.com/office/drawing/2014/main" id="{3A9292C7-0004-4B5B-A145-ED17D194F7B2}"/>
              </a:ext>
            </a:extLst>
          </p:cNvPr>
          <p:cNvSpPr>
            <a:spLocks xmlns:a="http://schemas.openxmlformats.org/drawingml/2006/main" noGrp="1"/>
          </p:cNvSpPr>
          <p:nvPr/>
        </p:nvSpPr>
        <p:spPr>
          <a:xfrm xmlns:a="http://schemas.openxmlformats.org/drawingml/2006/main">
            <a:off x="2695034" y="376791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51" name="dp44-comparison / n139">
            <a:extLst xmlns:a="http://schemas.openxmlformats.org/drawingml/2006/main">
              <a:ext uri="{FF2B5EF4-FFF2-40B4-BE49-F238E27FC236}">
                <a16:creationId xmlns:a16="http://schemas.microsoft.com/office/drawing/2014/main" id="{68F564B8-4C63-4D2C-B7A3-36BBB99604BA}"/>
              </a:ext>
            </a:extLst>
          </p:cNvPr>
          <p:cNvSpPr>
            <a:spLocks xmlns:a="http://schemas.openxmlformats.org/drawingml/2006/main" noGrp="1"/>
          </p:cNvSpPr>
          <p:nvPr/>
        </p:nvSpPr>
        <p:spPr>
          <a:xfrm xmlns:a="http://schemas.openxmlformats.org/drawingml/2006/main">
            <a:off x="1686973" y="3969068"/>
            <a:ext cx="1779742"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4-comparison / n140 / text 1">
            <a:extLst xmlns:a="http://schemas.openxmlformats.org/drawingml/2006/main">
              <a:ext uri="{FF2B5EF4-FFF2-40B4-BE49-F238E27FC236}">
                <a16:creationId xmlns:a16="http://schemas.microsoft.com/office/drawing/2014/main" id="{01921D1A-1637-4059-B6FC-DCD590E5F963}"/>
              </a:ext>
            </a:extLst>
          </p:cNvPr>
          <p:cNvSpPr>
            <a:spLocks xmlns:a="http://schemas.openxmlformats.org/drawingml/2006/main" noGrp="1"/>
          </p:cNvSpPr>
          <p:nvPr/>
        </p:nvSpPr>
        <p:spPr>
          <a:xfrm xmlns:a="http://schemas.openxmlformats.org/drawingml/2006/main">
            <a:off x="1699736" y="3975449"/>
            <a:ext cx="1914525"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시점별 evidence ↔ 입력 revision</a:t>
            </a:r>
          </a:p>
        </p:txBody>
      </p:sp>
      <p:sp>
        <p:nvSpPr>
          <p:cNvPr id="153" name="dp44-comparison / n141 / path">
            <a:extLst xmlns:a="http://schemas.openxmlformats.org/drawingml/2006/main">
              <a:ext uri="{FF2B5EF4-FFF2-40B4-BE49-F238E27FC236}">
                <a16:creationId xmlns:a16="http://schemas.microsoft.com/office/drawing/2014/main" id="{A30615AF-BFBA-478C-BAAF-28916D8BD2E1}"/>
              </a:ext>
            </a:extLst>
          </p:cNvPr>
          <p:cNvSpPr>
            <a:spLocks xmlns:a="http://schemas.openxmlformats.org/drawingml/2006/main" noGrp="1"/>
          </p:cNvSpPr>
          <p:nvPr/>
        </p:nvSpPr>
        <p:spPr>
          <a:xfrm xmlns:a="http://schemas.openxmlformats.org/drawingml/2006/main">
            <a:off x="2162413" y="3394710"/>
            <a:ext cx="542449" cy="733901"/>
          </a:xfrm>
          <a:custGeom xmlns:a="http://schemas.openxmlformats.org/drawingml/2006/main">
            <a:pathLst>
              <a:path w="542449" h="733901">
                <a:moveTo>
                  <a:pt x="0" y="0"/>
                </a:moveTo>
                <a:lnTo>
                  <a:pt x="542449" y="0"/>
                </a:lnTo>
                <a:lnTo>
                  <a:pt x="542449" y="733901"/>
                </a:lnTo>
              </a:path>
            </a:pathLst>
          </a:custGeom>
          <a:noFill xmlns:a="http://schemas.openxmlformats.org/drawingml/2006/main"/>
          <a:ln xmlns:a="http://schemas.openxmlformats.org/drawingml/2006/main" w="7020">
            <a:solidFill>
              <a:srgbClr val="000000"/>
            </a:solidFill>
            <a:prstDash val="solid"/>
          </a:ln>
        </p:spPr>
      </p:sp>
      <p:sp>
        <p:nvSpPr>
          <p:cNvPr id="154" name="dp44-comparison / n141 / arrow">
            <a:extLst xmlns:a="http://schemas.openxmlformats.org/drawingml/2006/main">
              <a:ext uri="{FF2B5EF4-FFF2-40B4-BE49-F238E27FC236}">
                <a16:creationId xmlns:a16="http://schemas.microsoft.com/office/drawing/2014/main" id="{E76D725D-333A-4A2B-8FCB-6610520076B7}"/>
              </a:ext>
            </a:extLst>
          </p:cNvPr>
          <p:cNvSpPr>
            <a:spLocks xmlns:a="http://schemas.openxmlformats.org/drawingml/2006/main" noGrp="1"/>
          </p:cNvSpPr>
          <p:nvPr/>
        </p:nvSpPr>
        <p:spPr>
          <a:xfrm xmlns:a="http://schemas.openxmlformats.org/drawingml/2006/main">
            <a:off x="2682398" y="4083684"/>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55" name="dp44-comparison / n142 / path">
            <a:extLst xmlns:a="http://schemas.openxmlformats.org/drawingml/2006/main">
              <a:ext uri="{FF2B5EF4-FFF2-40B4-BE49-F238E27FC236}">
                <a16:creationId xmlns:a16="http://schemas.microsoft.com/office/drawing/2014/main" id="{BADD25C9-6A10-427E-9C16-8387E3420051}"/>
              </a:ext>
            </a:extLst>
          </p:cNvPr>
          <p:cNvSpPr>
            <a:spLocks xmlns:a="http://schemas.openxmlformats.org/drawingml/2006/main" noGrp="1"/>
          </p:cNvSpPr>
          <p:nvPr/>
        </p:nvSpPr>
        <p:spPr>
          <a:xfrm xmlns:a="http://schemas.openxmlformats.org/drawingml/2006/main">
            <a:off x="3665315" y="3343656"/>
            <a:ext cx="810482" cy="446722"/>
          </a:xfrm>
          <a:custGeom xmlns:a="http://schemas.openxmlformats.org/drawingml/2006/main">
            <a:pathLst>
              <a:path w="810482" h="446722">
                <a:moveTo>
                  <a:pt x="0" y="446722"/>
                </a:moveTo>
                <a:lnTo>
                  <a:pt x="0" y="0"/>
                </a:lnTo>
                <a:lnTo>
                  <a:pt x="810482" y="0"/>
                </a:lnTo>
              </a:path>
            </a:pathLst>
          </a:custGeom>
          <a:noFill xmlns:a="http://schemas.openxmlformats.org/drawingml/2006/main"/>
          <a:ln xmlns:a="http://schemas.openxmlformats.org/drawingml/2006/main" w="7020">
            <a:solidFill>
              <a:srgbClr val="000000"/>
            </a:solidFill>
            <a:prstDash val="solid"/>
          </a:ln>
        </p:spPr>
      </p:sp>
      <p:sp>
        <p:nvSpPr>
          <p:cNvPr id="156" name="dp44-comparison / n142 / arrow">
            <a:extLst xmlns:a="http://schemas.openxmlformats.org/drawingml/2006/main">
              <a:ext uri="{FF2B5EF4-FFF2-40B4-BE49-F238E27FC236}">
                <a16:creationId xmlns:a16="http://schemas.microsoft.com/office/drawing/2014/main" id="{51E49DFB-9A96-4387-9A6F-A24B48F8FB82}"/>
              </a:ext>
            </a:extLst>
          </p:cNvPr>
          <p:cNvSpPr>
            <a:spLocks xmlns:a="http://schemas.openxmlformats.org/drawingml/2006/main" noGrp="1"/>
          </p:cNvSpPr>
          <p:nvPr/>
        </p:nvSpPr>
        <p:spPr>
          <a:xfrm xmlns:a="http://schemas.openxmlformats.org/drawingml/2006/main">
            <a:off x="4430870" y="3321192"/>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57" name="dp44-comparison / n143 / path">
            <a:extLst xmlns:a="http://schemas.openxmlformats.org/drawingml/2006/main">
              <a:ext uri="{FF2B5EF4-FFF2-40B4-BE49-F238E27FC236}">
                <a16:creationId xmlns:a16="http://schemas.microsoft.com/office/drawing/2014/main" id="{7835138F-4F3F-4359-AF15-494B6AC54D4A}"/>
              </a:ext>
            </a:extLst>
          </p:cNvPr>
          <p:cNvSpPr>
            <a:spLocks xmlns:a="http://schemas.openxmlformats.org/drawingml/2006/main" noGrp="1"/>
          </p:cNvSpPr>
          <p:nvPr/>
        </p:nvSpPr>
        <p:spPr>
          <a:xfrm xmlns:a="http://schemas.openxmlformats.org/drawingml/2006/main">
            <a:off x="2625090" y="3094768"/>
            <a:ext cx="1850708" cy="172307"/>
          </a:xfrm>
          <a:custGeom xmlns:a="http://schemas.openxmlformats.org/drawingml/2006/main">
            <a:pathLst>
              <a:path w="1850708" h="172307">
                <a:moveTo>
                  <a:pt x="0" y="121253"/>
                </a:moveTo>
                <a:lnTo>
                  <a:pt x="0" y="0"/>
                </a:lnTo>
                <a:lnTo>
                  <a:pt x="1850708" y="0"/>
                </a:lnTo>
                <a:lnTo>
                  <a:pt x="1850708" y="172307"/>
                </a:lnTo>
              </a:path>
            </a:pathLst>
          </a:custGeom>
          <a:noFill xmlns:a="http://schemas.openxmlformats.org/drawingml/2006/main"/>
          <a:ln xmlns:a="http://schemas.openxmlformats.org/drawingml/2006/main" w="7020">
            <a:solidFill>
              <a:srgbClr val="000000"/>
            </a:solidFill>
            <a:prstDash val="solid"/>
          </a:ln>
        </p:spPr>
      </p:sp>
      <p:sp>
        <p:nvSpPr>
          <p:cNvPr id="158" name="dp44-comparison / n143 / arrow">
            <a:extLst xmlns:a="http://schemas.openxmlformats.org/drawingml/2006/main">
              <a:ext uri="{FF2B5EF4-FFF2-40B4-BE49-F238E27FC236}">
                <a16:creationId xmlns:a16="http://schemas.microsoft.com/office/drawing/2014/main" id="{28340B4D-7E2A-48BA-AAC6-13E136E404DE}"/>
              </a:ext>
            </a:extLst>
          </p:cNvPr>
          <p:cNvSpPr>
            <a:spLocks xmlns:a="http://schemas.openxmlformats.org/drawingml/2006/main" noGrp="1"/>
          </p:cNvSpPr>
          <p:nvPr/>
        </p:nvSpPr>
        <p:spPr>
          <a:xfrm xmlns:a="http://schemas.openxmlformats.org/drawingml/2006/main">
            <a:off x="4453334" y="3222147"/>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59" name="dp44-comparison / n144 / path">
            <a:extLst xmlns:a="http://schemas.openxmlformats.org/drawingml/2006/main">
              <a:ext uri="{FF2B5EF4-FFF2-40B4-BE49-F238E27FC236}">
                <a16:creationId xmlns:a16="http://schemas.microsoft.com/office/drawing/2014/main" id="{3AA9620C-873C-4159-BBE4-F6CCF54F147A}"/>
              </a:ext>
            </a:extLst>
          </p:cNvPr>
          <p:cNvSpPr>
            <a:spLocks xmlns:a="http://schemas.openxmlformats.org/drawingml/2006/main" noGrp="1"/>
          </p:cNvSpPr>
          <p:nvPr/>
        </p:nvSpPr>
        <p:spPr>
          <a:xfrm xmlns:a="http://schemas.openxmlformats.org/drawingml/2006/main">
            <a:off x="3773805" y="3388328"/>
            <a:ext cx="701992" cy="255270"/>
          </a:xfrm>
          <a:custGeom xmlns:a="http://schemas.openxmlformats.org/drawingml/2006/main">
            <a:pathLst>
              <a:path w="701992" h="255270">
                <a:moveTo>
                  <a:pt x="0" y="255270"/>
                </a:moveTo>
                <a:lnTo>
                  <a:pt x="0" y="0"/>
                </a:lnTo>
                <a:lnTo>
                  <a:pt x="701992" y="0"/>
                </a:lnTo>
              </a:path>
            </a:pathLst>
          </a:custGeom>
          <a:noFill xmlns:a="http://schemas.openxmlformats.org/drawingml/2006/main"/>
          <a:ln xmlns:a="http://schemas.openxmlformats.org/drawingml/2006/main" w="7020">
            <a:solidFill>
              <a:srgbClr val="000000"/>
            </a:solidFill>
            <a:prstDash val="solid"/>
          </a:ln>
        </p:spPr>
      </p:sp>
      <p:sp>
        <p:nvSpPr>
          <p:cNvPr id="160" name="dp44-comparison / n144 / arrow">
            <a:extLst xmlns:a="http://schemas.openxmlformats.org/drawingml/2006/main">
              <a:ext uri="{FF2B5EF4-FFF2-40B4-BE49-F238E27FC236}">
                <a16:creationId xmlns:a16="http://schemas.microsoft.com/office/drawing/2014/main" id="{0DA2DB01-C271-4AAA-9161-77B687E80ED5}"/>
              </a:ext>
            </a:extLst>
          </p:cNvPr>
          <p:cNvSpPr>
            <a:spLocks xmlns:a="http://schemas.openxmlformats.org/drawingml/2006/main" noGrp="1"/>
          </p:cNvSpPr>
          <p:nvPr/>
        </p:nvSpPr>
        <p:spPr>
          <a:xfrm xmlns:a="http://schemas.openxmlformats.org/drawingml/2006/main">
            <a:off x="4430870" y="336586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1" name="dp44-comparison / n145 / path">
            <a:extLst xmlns:a="http://schemas.openxmlformats.org/drawingml/2006/main">
              <a:ext uri="{FF2B5EF4-FFF2-40B4-BE49-F238E27FC236}">
                <a16:creationId xmlns:a16="http://schemas.microsoft.com/office/drawing/2014/main" id="{656336BD-02D3-4EF2-B4D7-7E0B9B05C8D7}"/>
              </a:ext>
            </a:extLst>
          </p:cNvPr>
          <p:cNvSpPr>
            <a:spLocks xmlns:a="http://schemas.openxmlformats.org/drawingml/2006/main" noGrp="1"/>
          </p:cNvSpPr>
          <p:nvPr/>
        </p:nvSpPr>
        <p:spPr>
          <a:xfrm xmlns:a="http://schemas.openxmlformats.org/drawingml/2006/main">
            <a:off x="2433638" y="3420237"/>
            <a:ext cx="2042160" cy="1601819"/>
          </a:xfrm>
          <a:custGeom xmlns:a="http://schemas.openxmlformats.org/drawingml/2006/main">
            <a:pathLst>
              <a:path w="2042160" h="1601819">
                <a:moveTo>
                  <a:pt x="2042160" y="0"/>
                </a:moveTo>
                <a:lnTo>
                  <a:pt x="2042160" y="1601819"/>
                </a:lnTo>
                <a:lnTo>
                  <a:pt x="0" y="1601819"/>
                </a:lnTo>
              </a:path>
            </a:pathLst>
          </a:custGeom>
          <a:noFill xmlns:a="http://schemas.openxmlformats.org/drawingml/2006/main"/>
          <a:ln xmlns:a="http://schemas.openxmlformats.org/drawingml/2006/main" w="7020">
            <a:solidFill>
              <a:srgbClr val="000000"/>
            </a:solidFill>
            <a:prstDash val="solid"/>
          </a:ln>
        </p:spPr>
      </p:sp>
      <p:sp>
        <p:nvSpPr>
          <p:cNvPr id="162" name="dp44-comparison / n145 / arrow">
            <a:extLst xmlns:a="http://schemas.openxmlformats.org/drawingml/2006/main">
              <a:ext uri="{FF2B5EF4-FFF2-40B4-BE49-F238E27FC236}">
                <a16:creationId xmlns:a16="http://schemas.microsoft.com/office/drawing/2014/main" id="{EB0401A1-419F-48D9-AED2-FE384A673BBE}"/>
              </a:ext>
            </a:extLst>
          </p:cNvPr>
          <p:cNvSpPr>
            <a:spLocks xmlns:a="http://schemas.openxmlformats.org/drawingml/2006/main" noGrp="1"/>
          </p:cNvSpPr>
          <p:nvPr/>
        </p:nvSpPr>
        <p:spPr>
          <a:xfrm xmlns:a="http://schemas.openxmlformats.org/drawingml/2006/main">
            <a:off x="2433638"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63" name="dp44-comparison / n146 / path">
            <a:extLst xmlns:a="http://schemas.openxmlformats.org/drawingml/2006/main">
              <a:ext uri="{FF2B5EF4-FFF2-40B4-BE49-F238E27FC236}">
                <a16:creationId xmlns:a16="http://schemas.microsoft.com/office/drawing/2014/main" id="{3E7D6A15-7607-44F3-A6B7-5C10866BF519}"/>
              </a:ext>
            </a:extLst>
          </p:cNvPr>
          <p:cNvSpPr>
            <a:spLocks xmlns:a="http://schemas.openxmlformats.org/drawingml/2006/main" noGrp="1"/>
          </p:cNvSpPr>
          <p:nvPr/>
        </p:nvSpPr>
        <p:spPr>
          <a:xfrm xmlns:a="http://schemas.openxmlformats.org/drawingml/2006/main">
            <a:off x="3263265" y="3458528"/>
            <a:ext cx="1212533" cy="1735836"/>
          </a:xfrm>
          <a:custGeom xmlns:a="http://schemas.openxmlformats.org/drawingml/2006/main">
            <a:pathLst>
              <a:path w="1212533" h="1735836">
                <a:moveTo>
                  <a:pt x="0" y="1735836"/>
                </a:moveTo>
                <a:lnTo>
                  <a:pt x="899827" y="1735836"/>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164" name="dp44-comparison / n146 / arrow">
            <a:extLst xmlns:a="http://schemas.openxmlformats.org/drawingml/2006/main">
              <a:ext uri="{FF2B5EF4-FFF2-40B4-BE49-F238E27FC236}">
                <a16:creationId xmlns:a16="http://schemas.microsoft.com/office/drawing/2014/main" id="{8FE7A758-2CDD-4391-8529-BF51D4EC4B28}"/>
              </a:ext>
            </a:extLst>
          </p:cNvPr>
          <p:cNvSpPr>
            <a:spLocks xmlns:a="http://schemas.openxmlformats.org/drawingml/2006/main" noGrp="1"/>
          </p:cNvSpPr>
          <p:nvPr/>
        </p:nvSpPr>
        <p:spPr>
          <a:xfrm xmlns:a="http://schemas.openxmlformats.org/drawingml/2006/main">
            <a:off x="4430870" y="343606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5" name="dp44-comparison / n147 / path">
            <a:extLst xmlns:a="http://schemas.openxmlformats.org/drawingml/2006/main">
              <a:ext uri="{FF2B5EF4-FFF2-40B4-BE49-F238E27FC236}">
                <a16:creationId xmlns:a16="http://schemas.microsoft.com/office/drawing/2014/main" id="{294C29DE-C15E-4080-9847-6EA1D6879CC0}"/>
              </a:ext>
            </a:extLst>
          </p:cNvPr>
          <p:cNvSpPr>
            <a:spLocks xmlns:a="http://schemas.openxmlformats.org/drawingml/2006/main" noGrp="1"/>
          </p:cNvSpPr>
          <p:nvPr/>
        </p:nvSpPr>
        <p:spPr>
          <a:xfrm xmlns:a="http://schemas.openxmlformats.org/drawingml/2006/main">
            <a:off x="2433638" y="3490436"/>
            <a:ext cx="2042160" cy="2093214"/>
          </a:xfrm>
          <a:custGeom xmlns:a="http://schemas.openxmlformats.org/drawingml/2006/main">
            <a:pathLst>
              <a:path w="2042160" h="2093214">
                <a:moveTo>
                  <a:pt x="2042160" y="0"/>
                </a:moveTo>
                <a:lnTo>
                  <a:pt x="1397603" y="0"/>
                </a:lnTo>
                <a:lnTo>
                  <a:pt x="1397603" y="2093214"/>
                </a:lnTo>
                <a:lnTo>
                  <a:pt x="0" y="2093214"/>
                </a:lnTo>
              </a:path>
            </a:pathLst>
          </a:custGeom>
          <a:noFill xmlns:a="http://schemas.openxmlformats.org/drawingml/2006/main"/>
          <a:ln xmlns:a="http://schemas.openxmlformats.org/drawingml/2006/main" w="7020">
            <a:solidFill>
              <a:srgbClr val="000000"/>
            </a:solidFill>
            <a:prstDash val="solid"/>
          </a:ln>
        </p:spPr>
      </p:sp>
      <p:sp>
        <p:nvSpPr>
          <p:cNvPr id="166" name="dp44-comparison / n147 / arrow">
            <a:extLst xmlns:a="http://schemas.openxmlformats.org/drawingml/2006/main">
              <a:ext uri="{FF2B5EF4-FFF2-40B4-BE49-F238E27FC236}">
                <a16:creationId xmlns:a16="http://schemas.microsoft.com/office/drawing/2014/main" id="{38301A5B-37CB-4C6C-A79E-1654BE808708}"/>
              </a:ext>
            </a:extLst>
          </p:cNvPr>
          <p:cNvSpPr>
            <a:spLocks xmlns:a="http://schemas.openxmlformats.org/drawingml/2006/main" noGrp="1"/>
          </p:cNvSpPr>
          <p:nvPr/>
        </p:nvSpPr>
        <p:spPr>
          <a:xfrm xmlns:a="http://schemas.openxmlformats.org/drawingml/2006/main">
            <a:off x="2433638" y="556118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67" name="dp44-comparison / n148 / path">
            <a:extLst xmlns:a="http://schemas.openxmlformats.org/drawingml/2006/main">
              <a:ext uri="{FF2B5EF4-FFF2-40B4-BE49-F238E27FC236}">
                <a16:creationId xmlns:a16="http://schemas.microsoft.com/office/drawing/2014/main" id="{FFC8380F-9EB5-4215-841F-DEE244EA1908}"/>
              </a:ext>
            </a:extLst>
          </p:cNvPr>
          <p:cNvSpPr>
            <a:spLocks xmlns:a="http://schemas.openxmlformats.org/drawingml/2006/main" noGrp="1"/>
          </p:cNvSpPr>
          <p:nvPr/>
        </p:nvSpPr>
        <p:spPr>
          <a:xfrm xmlns:a="http://schemas.openxmlformats.org/drawingml/2006/main">
            <a:off x="3263265" y="3496818"/>
            <a:ext cx="1212533" cy="2259139"/>
          </a:xfrm>
          <a:custGeom xmlns:a="http://schemas.openxmlformats.org/drawingml/2006/main">
            <a:pathLst>
              <a:path w="1212533" h="2259139">
                <a:moveTo>
                  <a:pt x="0" y="2259139"/>
                </a:moveTo>
                <a:lnTo>
                  <a:pt x="899827" y="2259139"/>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168" name="dp44-comparison / n148 / arrow">
            <a:extLst xmlns:a="http://schemas.openxmlformats.org/drawingml/2006/main">
              <a:ext uri="{FF2B5EF4-FFF2-40B4-BE49-F238E27FC236}">
                <a16:creationId xmlns:a16="http://schemas.microsoft.com/office/drawing/2014/main" id="{D4E6C50D-FCF6-45F4-984F-D4D40C0ECFEE}"/>
              </a:ext>
            </a:extLst>
          </p:cNvPr>
          <p:cNvSpPr>
            <a:spLocks xmlns:a="http://schemas.openxmlformats.org/drawingml/2006/main" noGrp="1"/>
          </p:cNvSpPr>
          <p:nvPr/>
        </p:nvSpPr>
        <p:spPr>
          <a:xfrm xmlns:a="http://schemas.openxmlformats.org/drawingml/2006/main">
            <a:off x="4430870" y="347435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69" name="dp44-comparison / n149 / path">
            <a:extLst xmlns:a="http://schemas.openxmlformats.org/drawingml/2006/main">
              <a:ext uri="{FF2B5EF4-FFF2-40B4-BE49-F238E27FC236}">
                <a16:creationId xmlns:a16="http://schemas.microsoft.com/office/drawing/2014/main" id="{7DBCE5B9-DC4D-46FB-967F-054D9298E285}"/>
              </a:ext>
            </a:extLst>
          </p:cNvPr>
          <p:cNvSpPr>
            <a:spLocks xmlns:a="http://schemas.openxmlformats.org/drawingml/2006/main" noGrp="1"/>
          </p:cNvSpPr>
          <p:nvPr/>
        </p:nvSpPr>
        <p:spPr>
          <a:xfrm xmlns:a="http://schemas.openxmlformats.org/drawingml/2006/main">
            <a:off x="8145304" y="4224338"/>
            <a:ext cx="606266" cy="797719"/>
          </a:xfrm>
          <a:custGeom xmlns:a="http://schemas.openxmlformats.org/drawingml/2006/main">
            <a:pathLst>
              <a:path w="606266" h="797719">
                <a:moveTo>
                  <a:pt x="606266" y="0"/>
                </a:moveTo>
                <a:lnTo>
                  <a:pt x="606266" y="797719"/>
                </a:lnTo>
                <a:lnTo>
                  <a:pt x="0" y="797719"/>
                </a:lnTo>
              </a:path>
            </a:pathLst>
          </a:custGeom>
          <a:noFill xmlns:a="http://schemas.openxmlformats.org/drawingml/2006/main"/>
          <a:ln xmlns:a="http://schemas.openxmlformats.org/drawingml/2006/main" w="7020">
            <a:solidFill>
              <a:srgbClr val="000000"/>
            </a:solidFill>
            <a:prstDash val="solid"/>
          </a:ln>
        </p:spPr>
      </p:sp>
      <p:sp>
        <p:nvSpPr>
          <p:cNvPr id="170" name="dp44-comparison / n149 / arrow">
            <a:extLst xmlns:a="http://schemas.openxmlformats.org/drawingml/2006/main">
              <a:ext uri="{FF2B5EF4-FFF2-40B4-BE49-F238E27FC236}">
                <a16:creationId xmlns:a16="http://schemas.microsoft.com/office/drawing/2014/main" id="{ADBA2DAC-9513-4CC9-85DA-33D14A0DAADF}"/>
              </a:ext>
            </a:extLst>
          </p:cNvPr>
          <p:cNvSpPr>
            <a:spLocks xmlns:a="http://schemas.openxmlformats.org/drawingml/2006/main" noGrp="1"/>
          </p:cNvSpPr>
          <p:nvPr/>
        </p:nvSpPr>
        <p:spPr>
          <a:xfrm xmlns:a="http://schemas.openxmlformats.org/drawingml/2006/main">
            <a:off x="8145304"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71" name="dp44-comparison / n150 / path">
            <a:extLst xmlns:a="http://schemas.openxmlformats.org/drawingml/2006/main">
              <a:ext uri="{FF2B5EF4-FFF2-40B4-BE49-F238E27FC236}">
                <a16:creationId xmlns:a16="http://schemas.microsoft.com/office/drawing/2014/main" id="{D43B4125-C1DE-4776-8805-497F98509686}"/>
              </a:ext>
            </a:extLst>
          </p:cNvPr>
          <p:cNvSpPr>
            <a:spLocks xmlns:a="http://schemas.openxmlformats.org/drawingml/2006/main" noGrp="1"/>
          </p:cNvSpPr>
          <p:nvPr/>
        </p:nvSpPr>
        <p:spPr>
          <a:xfrm xmlns:a="http://schemas.openxmlformats.org/drawingml/2006/main">
            <a:off x="8145304" y="5366671"/>
            <a:ext cx="953" cy="216979"/>
          </a:xfrm>
          <a:custGeom xmlns:a="http://schemas.openxmlformats.org/drawingml/2006/main">
            <a:pathLst>
              <a:path w="953" h="216979">
                <a:moveTo>
                  <a:pt x="0" y="0"/>
                </a:moveTo>
                <a:lnTo>
                  <a:pt x="0" y="216979"/>
                </a:lnTo>
              </a:path>
            </a:pathLst>
          </a:custGeom>
          <a:noFill xmlns:a="http://schemas.openxmlformats.org/drawingml/2006/main"/>
          <a:ln xmlns:a="http://schemas.openxmlformats.org/drawingml/2006/main" w="7020">
            <a:solidFill>
              <a:srgbClr val="000000"/>
            </a:solidFill>
            <a:prstDash val="solid"/>
          </a:ln>
        </p:spPr>
      </p:sp>
      <p:sp>
        <p:nvSpPr>
          <p:cNvPr id="172" name="dp44-comparison / n150 / arrow">
            <a:extLst xmlns:a="http://schemas.openxmlformats.org/drawingml/2006/main">
              <a:ext uri="{FF2B5EF4-FFF2-40B4-BE49-F238E27FC236}">
                <a16:creationId xmlns:a16="http://schemas.microsoft.com/office/drawing/2014/main" id="{15613A69-9CE2-4128-AE16-7E00A843598B}"/>
              </a:ext>
            </a:extLst>
          </p:cNvPr>
          <p:cNvSpPr>
            <a:spLocks xmlns:a="http://schemas.openxmlformats.org/drawingml/2006/main" noGrp="1"/>
          </p:cNvSpPr>
          <p:nvPr/>
        </p:nvSpPr>
        <p:spPr>
          <a:xfrm xmlns:a="http://schemas.openxmlformats.org/drawingml/2006/main">
            <a:off x="8122840" y="5538723"/>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73" name="dp44-comparison / n151 / path">
            <a:extLst xmlns:a="http://schemas.openxmlformats.org/drawingml/2006/main">
              <a:ext uri="{FF2B5EF4-FFF2-40B4-BE49-F238E27FC236}">
                <a16:creationId xmlns:a16="http://schemas.microsoft.com/office/drawing/2014/main" id="{EF6AF082-9CB2-4AE9-A375-FD2D426CA83B}"/>
              </a:ext>
            </a:extLst>
          </p:cNvPr>
          <p:cNvSpPr>
            <a:spLocks xmlns:a="http://schemas.openxmlformats.org/drawingml/2006/main" noGrp="1"/>
          </p:cNvSpPr>
          <p:nvPr/>
        </p:nvSpPr>
        <p:spPr>
          <a:xfrm xmlns:a="http://schemas.openxmlformats.org/drawingml/2006/main">
            <a:off x="8145304" y="5928265"/>
            <a:ext cx="953" cy="210598"/>
          </a:xfrm>
          <a:custGeom xmlns:a="http://schemas.openxmlformats.org/drawingml/2006/main">
            <a:pathLst>
              <a:path w="953" h="210598">
                <a:moveTo>
                  <a:pt x="0" y="0"/>
                </a:moveTo>
                <a:lnTo>
                  <a:pt x="0" y="210598"/>
                </a:lnTo>
              </a:path>
            </a:pathLst>
          </a:custGeom>
          <a:noFill xmlns:a="http://schemas.openxmlformats.org/drawingml/2006/main"/>
          <a:ln xmlns:a="http://schemas.openxmlformats.org/drawingml/2006/main" w="7020">
            <a:solidFill>
              <a:srgbClr val="000000"/>
            </a:solidFill>
            <a:prstDash val="solid"/>
          </a:ln>
        </p:spPr>
      </p:sp>
      <p:sp>
        <p:nvSpPr>
          <p:cNvPr id="174" name="dp44-comparison / n151 / arrow">
            <a:extLst xmlns:a="http://schemas.openxmlformats.org/drawingml/2006/main">
              <a:ext uri="{FF2B5EF4-FFF2-40B4-BE49-F238E27FC236}">
                <a16:creationId xmlns:a16="http://schemas.microsoft.com/office/drawing/2014/main" id="{5DB4ECCF-ECFD-4CD7-96A7-BB8CDAC81B0A}"/>
              </a:ext>
            </a:extLst>
          </p:cNvPr>
          <p:cNvSpPr>
            <a:spLocks xmlns:a="http://schemas.openxmlformats.org/drawingml/2006/main" noGrp="1"/>
          </p:cNvSpPr>
          <p:nvPr/>
        </p:nvSpPr>
        <p:spPr>
          <a:xfrm xmlns:a="http://schemas.openxmlformats.org/drawingml/2006/main">
            <a:off x="8122840" y="6093935"/>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175" name="dp44-comparison / n152 / path">
            <a:extLst xmlns:a="http://schemas.openxmlformats.org/drawingml/2006/main">
              <a:ext uri="{FF2B5EF4-FFF2-40B4-BE49-F238E27FC236}">
                <a16:creationId xmlns:a16="http://schemas.microsoft.com/office/drawing/2014/main" id="{12BFFC5D-A107-4445-AEA6-B622587CF6DE}"/>
              </a:ext>
            </a:extLst>
          </p:cNvPr>
          <p:cNvSpPr>
            <a:spLocks xmlns:a="http://schemas.openxmlformats.org/drawingml/2006/main" noGrp="1"/>
          </p:cNvSpPr>
          <p:nvPr/>
        </p:nvSpPr>
        <p:spPr>
          <a:xfrm xmlns:a="http://schemas.openxmlformats.org/drawingml/2006/main">
            <a:off x="8400574" y="5366671"/>
            <a:ext cx="953" cy="216979"/>
          </a:xfrm>
          <a:custGeom xmlns:a="http://schemas.openxmlformats.org/drawingml/2006/main">
            <a:pathLst>
              <a:path w="953" h="216979">
                <a:moveTo>
                  <a:pt x="0" y="216979"/>
                </a:moveTo>
                <a:lnTo>
                  <a:pt x="0" y="0"/>
                </a:lnTo>
              </a:path>
            </a:pathLst>
          </a:custGeom>
          <a:noFill xmlns:a="http://schemas.openxmlformats.org/drawingml/2006/main"/>
          <a:ln xmlns:a="http://schemas.openxmlformats.org/drawingml/2006/main" w="7020">
            <a:solidFill>
              <a:srgbClr val="000000"/>
            </a:solidFill>
            <a:prstDash val="dash"/>
          </a:ln>
        </p:spPr>
      </p:sp>
      <p:sp>
        <p:nvSpPr>
          <p:cNvPr id="176" name="dp44-comparison / n152 / arrow">
            <a:extLst xmlns:a="http://schemas.openxmlformats.org/drawingml/2006/main">
              <a:ext uri="{FF2B5EF4-FFF2-40B4-BE49-F238E27FC236}">
                <a16:creationId xmlns:a16="http://schemas.microsoft.com/office/drawing/2014/main" id="{339E6B07-5617-499C-9805-296704A8CB92}"/>
              </a:ext>
            </a:extLst>
          </p:cNvPr>
          <p:cNvSpPr>
            <a:spLocks xmlns:a="http://schemas.openxmlformats.org/drawingml/2006/main" noGrp="1"/>
          </p:cNvSpPr>
          <p:nvPr/>
        </p:nvSpPr>
        <p:spPr>
          <a:xfrm xmlns:a="http://schemas.openxmlformats.org/drawingml/2006/main">
            <a:off x="8378110" y="536667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77" name="dp44-comparison / n153 / path">
            <a:extLst xmlns:a="http://schemas.openxmlformats.org/drawingml/2006/main">
              <a:ext uri="{FF2B5EF4-FFF2-40B4-BE49-F238E27FC236}">
                <a16:creationId xmlns:a16="http://schemas.microsoft.com/office/drawing/2014/main" id="{02963C54-8D86-4926-8250-9B31C62B194D}"/>
              </a:ext>
            </a:extLst>
          </p:cNvPr>
          <p:cNvSpPr>
            <a:spLocks xmlns:a="http://schemas.openxmlformats.org/drawingml/2006/main" noGrp="1"/>
          </p:cNvSpPr>
          <p:nvPr/>
        </p:nvSpPr>
        <p:spPr>
          <a:xfrm xmlns:a="http://schemas.openxmlformats.org/drawingml/2006/main">
            <a:off x="8400574" y="5928265"/>
            <a:ext cx="953" cy="210598"/>
          </a:xfrm>
          <a:custGeom xmlns:a="http://schemas.openxmlformats.org/drawingml/2006/main">
            <a:pathLst>
              <a:path w="953" h="210598">
                <a:moveTo>
                  <a:pt x="0" y="210598"/>
                </a:moveTo>
                <a:lnTo>
                  <a:pt x="0" y="0"/>
                </a:lnTo>
              </a:path>
            </a:pathLst>
          </a:custGeom>
          <a:noFill xmlns:a="http://schemas.openxmlformats.org/drawingml/2006/main"/>
          <a:ln xmlns:a="http://schemas.openxmlformats.org/drawingml/2006/main" w="7020">
            <a:solidFill>
              <a:srgbClr val="000000"/>
            </a:solidFill>
            <a:prstDash val="dash"/>
          </a:ln>
        </p:spPr>
      </p:sp>
      <p:sp>
        <p:nvSpPr>
          <p:cNvPr id="178" name="dp44-comparison / n153 / arrow">
            <a:extLst xmlns:a="http://schemas.openxmlformats.org/drawingml/2006/main">
              <a:ext uri="{FF2B5EF4-FFF2-40B4-BE49-F238E27FC236}">
                <a16:creationId xmlns:a16="http://schemas.microsoft.com/office/drawing/2014/main" id="{261DE405-41F1-4AFD-91C8-854E3FCACB96}"/>
              </a:ext>
            </a:extLst>
          </p:cNvPr>
          <p:cNvSpPr>
            <a:spLocks xmlns:a="http://schemas.openxmlformats.org/drawingml/2006/main" noGrp="1"/>
          </p:cNvSpPr>
          <p:nvPr/>
        </p:nvSpPr>
        <p:spPr>
          <a:xfrm xmlns:a="http://schemas.openxmlformats.org/drawingml/2006/main">
            <a:off x="8378110" y="592826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79" name="dp44-comparison / n154 / path">
            <a:extLst xmlns:a="http://schemas.openxmlformats.org/drawingml/2006/main">
              <a:ext uri="{FF2B5EF4-FFF2-40B4-BE49-F238E27FC236}">
                <a16:creationId xmlns:a16="http://schemas.microsoft.com/office/drawing/2014/main" id="{303FBDB7-A164-4A82-B170-4A033886F0CD}"/>
              </a:ext>
            </a:extLst>
          </p:cNvPr>
          <p:cNvSpPr>
            <a:spLocks xmlns:a="http://schemas.openxmlformats.org/drawingml/2006/main" noGrp="1"/>
          </p:cNvSpPr>
          <p:nvPr/>
        </p:nvSpPr>
        <p:spPr>
          <a:xfrm xmlns:a="http://schemas.openxmlformats.org/drawingml/2006/main">
            <a:off x="6262688" y="3439382"/>
            <a:ext cx="1276350" cy="1754981"/>
          </a:xfrm>
          <a:custGeom xmlns:a="http://schemas.openxmlformats.org/drawingml/2006/main">
            <a:pathLst>
              <a:path w="1276350" h="1754981">
                <a:moveTo>
                  <a:pt x="1276350" y="1754981"/>
                </a:moveTo>
                <a:lnTo>
                  <a:pt x="1276350" y="216979"/>
                </a:lnTo>
                <a:lnTo>
                  <a:pt x="0" y="216979"/>
                </a:lnTo>
                <a:lnTo>
                  <a:pt x="0" y="0"/>
                </a:lnTo>
              </a:path>
            </a:pathLst>
          </a:custGeom>
          <a:noFill xmlns:a="http://schemas.openxmlformats.org/drawingml/2006/main"/>
          <a:ln xmlns:a="http://schemas.openxmlformats.org/drawingml/2006/main" w="7020">
            <a:solidFill>
              <a:srgbClr val="000000"/>
            </a:solidFill>
            <a:prstDash val="dash"/>
          </a:ln>
        </p:spPr>
      </p:sp>
      <p:sp>
        <p:nvSpPr>
          <p:cNvPr id="180" name="dp44-comparison / n154 / arrow">
            <a:extLst xmlns:a="http://schemas.openxmlformats.org/drawingml/2006/main">
              <a:ext uri="{FF2B5EF4-FFF2-40B4-BE49-F238E27FC236}">
                <a16:creationId xmlns:a16="http://schemas.microsoft.com/office/drawing/2014/main" id="{86310732-C9BA-4436-81D6-2A0E9950812C}"/>
              </a:ext>
            </a:extLst>
          </p:cNvPr>
          <p:cNvSpPr>
            <a:spLocks xmlns:a="http://schemas.openxmlformats.org/drawingml/2006/main" noGrp="1"/>
          </p:cNvSpPr>
          <p:nvPr/>
        </p:nvSpPr>
        <p:spPr>
          <a:xfrm xmlns:a="http://schemas.openxmlformats.org/drawingml/2006/main">
            <a:off x="6240224" y="3439382"/>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181" name="dp44-comparison / n155 / path">
            <a:extLst xmlns:a="http://schemas.openxmlformats.org/drawingml/2006/main">
              <a:ext uri="{FF2B5EF4-FFF2-40B4-BE49-F238E27FC236}">
                <a16:creationId xmlns:a16="http://schemas.microsoft.com/office/drawing/2014/main" id="{B4E89D63-7A07-494B-91EB-159B180CE21F}"/>
              </a:ext>
            </a:extLst>
          </p:cNvPr>
          <p:cNvSpPr>
            <a:spLocks xmlns:a="http://schemas.openxmlformats.org/drawingml/2006/main" noGrp="1"/>
          </p:cNvSpPr>
          <p:nvPr/>
        </p:nvSpPr>
        <p:spPr>
          <a:xfrm xmlns:a="http://schemas.openxmlformats.org/drawingml/2006/main">
            <a:off x="3202638" y="3394710"/>
            <a:ext cx="1113615" cy="2993041"/>
          </a:xfrm>
          <a:custGeom xmlns:a="http://schemas.openxmlformats.org/drawingml/2006/main">
            <a:pathLst>
              <a:path w="1113615" h="2993041">
                <a:moveTo>
                  <a:pt x="1113615" y="2993041"/>
                </a:moveTo>
                <a:lnTo>
                  <a:pt x="520113" y="2993041"/>
                </a:lnTo>
                <a:lnTo>
                  <a:pt x="520113" y="0"/>
                </a:lnTo>
                <a:lnTo>
                  <a:pt x="0" y="0"/>
                </a:lnTo>
              </a:path>
            </a:pathLst>
          </a:custGeom>
          <a:noFill xmlns:a="http://schemas.openxmlformats.org/drawingml/2006/main"/>
          <a:ln xmlns:a="http://schemas.openxmlformats.org/drawingml/2006/main" w="7020">
            <a:solidFill>
              <a:srgbClr val="000000"/>
            </a:solidFill>
            <a:prstDash val="solid"/>
          </a:ln>
        </p:spPr>
      </p:sp>
      <p:sp>
        <p:nvSpPr>
          <p:cNvPr id="182" name="dp44-comparison / n155 / arrow">
            <a:extLst xmlns:a="http://schemas.openxmlformats.org/drawingml/2006/main">
              <a:ext uri="{FF2B5EF4-FFF2-40B4-BE49-F238E27FC236}">
                <a16:creationId xmlns:a16="http://schemas.microsoft.com/office/drawing/2014/main" id="{932EA6B2-49C2-48D2-9ED1-21EE7CAE97B3}"/>
              </a:ext>
            </a:extLst>
          </p:cNvPr>
          <p:cNvSpPr>
            <a:spLocks xmlns:a="http://schemas.openxmlformats.org/drawingml/2006/main" noGrp="1"/>
          </p:cNvSpPr>
          <p:nvPr/>
        </p:nvSpPr>
        <p:spPr>
          <a:xfrm xmlns:a="http://schemas.openxmlformats.org/drawingml/2006/main">
            <a:off x="3202638" y="337224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83" name="dp44-comparison / n156 / path">
            <a:extLst xmlns:a="http://schemas.openxmlformats.org/drawingml/2006/main">
              <a:ext uri="{FF2B5EF4-FFF2-40B4-BE49-F238E27FC236}">
                <a16:creationId xmlns:a16="http://schemas.microsoft.com/office/drawing/2014/main" id="{71F08556-96DB-4F44-BA8E-1712ABE600A8}"/>
              </a:ext>
            </a:extLst>
          </p:cNvPr>
          <p:cNvSpPr>
            <a:spLocks xmlns:a="http://schemas.openxmlformats.org/drawingml/2006/main" noGrp="1"/>
          </p:cNvSpPr>
          <p:nvPr/>
        </p:nvSpPr>
        <p:spPr>
          <a:xfrm xmlns:a="http://schemas.openxmlformats.org/drawingml/2006/main">
            <a:off x="1699736" y="3260693"/>
            <a:ext cx="2616518" cy="3222784"/>
          </a:xfrm>
          <a:custGeom xmlns:a="http://schemas.openxmlformats.org/drawingml/2006/main">
            <a:pathLst>
              <a:path w="2616518" h="3222784">
                <a:moveTo>
                  <a:pt x="0" y="0"/>
                </a:moveTo>
                <a:lnTo>
                  <a:pt x="0" y="1703927"/>
                </a:lnTo>
                <a:lnTo>
                  <a:pt x="2463356" y="1703927"/>
                </a:lnTo>
                <a:lnTo>
                  <a:pt x="2463356" y="3222784"/>
                </a:lnTo>
                <a:lnTo>
                  <a:pt x="2616518" y="3222784"/>
                </a:lnTo>
              </a:path>
            </a:pathLst>
          </a:custGeom>
          <a:noFill xmlns:a="http://schemas.openxmlformats.org/drawingml/2006/main"/>
          <a:ln xmlns:a="http://schemas.openxmlformats.org/drawingml/2006/main" w="7020">
            <a:solidFill>
              <a:srgbClr val="000000"/>
            </a:solidFill>
            <a:prstDash val="dash"/>
          </a:ln>
        </p:spPr>
      </p:sp>
      <p:sp>
        <p:nvSpPr>
          <p:cNvPr id="184" name="dp44-comparison / n156 / arrow">
            <a:extLst xmlns:a="http://schemas.openxmlformats.org/drawingml/2006/main">
              <a:ext uri="{FF2B5EF4-FFF2-40B4-BE49-F238E27FC236}">
                <a16:creationId xmlns:a16="http://schemas.microsoft.com/office/drawing/2014/main" id="{5BEC45E6-83EA-4804-9D91-712A6E8A818F}"/>
              </a:ext>
            </a:extLst>
          </p:cNvPr>
          <p:cNvSpPr>
            <a:spLocks xmlns:a="http://schemas.openxmlformats.org/drawingml/2006/main" noGrp="1"/>
          </p:cNvSpPr>
          <p:nvPr/>
        </p:nvSpPr>
        <p:spPr>
          <a:xfrm xmlns:a="http://schemas.openxmlformats.org/drawingml/2006/main">
            <a:off x="4271326" y="64610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85" name="dp44-comparison / n157 / path">
            <a:extLst xmlns:a="http://schemas.openxmlformats.org/drawingml/2006/main">
              <a:ext uri="{FF2B5EF4-FFF2-40B4-BE49-F238E27FC236}">
                <a16:creationId xmlns:a16="http://schemas.microsoft.com/office/drawing/2014/main" id="{B745A1CA-FA9B-408B-B686-9FFF042C0364}"/>
              </a:ext>
            </a:extLst>
          </p:cNvPr>
          <p:cNvSpPr>
            <a:spLocks xmlns:a="http://schemas.openxmlformats.org/drawingml/2006/main" noGrp="1"/>
          </p:cNvSpPr>
          <p:nvPr/>
        </p:nvSpPr>
        <p:spPr>
          <a:xfrm xmlns:a="http://schemas.openxmlformats.org/drawingml/2006/main">
            <a:off x="5528786" y="63877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186" name="dp44-comparison / n157 / arrow">
            <a:extLst xmlns:a="http://schemas.openxmlformats.org/drawingml/2006/main">
              <a:ext uri="{FF2B5EF4-FFF2-40B4-BE49-F238E27FC236}">
                <a16:creationId xmlns:a16="http://schemas.microsoft.com/office/drawing/2014/main" id="{EEE259F8-E6B5-4060-B651-54E16FBC4548}"/>
              </a:ext>
            </a:extLst>
          </p:cNvPr>
          <p:cNvSpPr>
            <a:spLocks xmlns:a="http://schemas.openxmlformats.org/drawingml/2006/main" noGrp="1"/>
          </p:cNvSpPr>
          <p:nvPr/>
        </p:nvSpPr>
        <p:spPr>
          <a:xfrm xmlns:a="http://schemas.openxmlformats.org/drawingml/2006/main">
            <a:off x="5739129"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87" name="dp44-comparison / n158 / path">
            <a:extLst xmlns:a="http://schemas.openxmlformats.org/drawingml/2006/main">
              <a:ext uri="{FF2B5EF4-FFF2-40B4-BE49-F238E27FC236}">
                <a16:creationId xmlns:a16="http://schemas.microsoft.com/office/drawing/2014/main" id="{149B2695-0E11-4E3B-8DCF-3E10FFFDEE4E}"/>
              </a:ext>
            </a:extLst>
          </p:cNvPr>
          <p:cNvSpPr>
            <a:spLocks xmlns:a="http://schemas.openxmlformats.org/drawingml/2006/main" noGrp="1"/>
          </p:cNvSpPr>
          <p:nvPr/>
        </p:nvSpPr>
        <p:spPr>
          <a:xfrm xmlns:a="http://schemas.openxmlformats.org/drawingml/2006/main">
            <a:off x="6741319" y="4543425"/>
            <a:ext cx="408432" cy="1844326"/>
          </a:xfrm>
          <a:custGeom xmlns:a="http://schemas.openxmlformats.org/drawingml/2006/main">
            <a:pathLst>
              <a:path w="408432" h="1844326">
                <a:moveTo>
                  <a:pt x="255270" y="1844326"/>
                </a:moveTo>
                <a:lnTo>
                  <a:pt x="408432" y="1844326"/>
                </a:lnTo>
                <a:lnTo>
                  <a:pt x="408432" y="0"/>
                </a:lnTo>
                <a:lnTo>
                  <a:pt x="0" y="0"/>
                </a:lnTo>
              </a:path>
            </a:pathLst>
          </a:custGeom>
          <a:noFill xmlns:a="http://schemas.openxmlformats.org/drawingml/2006/main"/>
          <a:ln xmlns:a="http://schemas.openxmlformats.org/drawingml/2006/main" w="7020">
            <a:solidFill>
              <a:srgbClr val="000000"/>
            </a:solidFill>
            <a:prstDash val="dash"/>
          </a:ln>
        </p:spPr>
      </p:sp>
      <p:sp>
        <p:nvSpPr>
          <p:cNvPr id="188" name="dp44-comparison / n158 / arrow">
            <a:extLst xmlns:a="http://schemas.openxmlformats.org/drawingml/2006/main">
              <a:ext uri="{FF2B5EF4-FFF2-40B4-BE49-F238E27FC236}">
                <a16:creationId xmlns:a16="http://schemas.microsoft.com/office/drawing/2014/main" id="{1F8DA33A-CDFB-4D37-8D76-B6743D41BB26}"/>
              </a:ext>
            </a:extLst>
          </p:cNvPr>
          <p:cNvSpPr>
            <a:spLocks xmlns:a="http://schemas.openxmlformats.org/drawingml/2006/main" noGrp="1"/>
          </p:cNvSpPr>
          <p:nvPr/>
        </p:nvSpPr>
        <p:spPr>
          <a:xfrm xmlns:a="http://schemas.openxmlformats.org/drawingml/2006/main">
            <a:off x="6741319"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89" name="dp44-comparison / n159 / path">
            <a:extLst xmlns:a="http://schemas.openxmlformats.org/drawingml/2006/main">
              <a:ext uri="{FF2B5EF4-FFF2-40B4-BE49-F238E27FC236}">
                <a16:creationId xmlns:a16="http://schemas.microsoft.com/office/drawing/2014/main" id="{AD463459-C08E-40D4-AD70-7C678BDB0DAB}"/>
              </a:ext>
            </a:extLst>
          </p:cNvPr>
          <p:cNvSpPr>
            <a:spLocks xmlns:a="http://schemas.openxmlformats.org/drawingml/2006/main" noGrp="1"/>
          </p:cNvSpPr>
          <p:nvPr/>
        </p:nvSpPr>
        <p:spPr>
          <a:xfrm xmlns:a="http://schemas.openxmlformats.org/drawingml/2006/main">
            <a:off x="6262688" y="3343656"/>
            <a:ext cx="382905" cy="31909"/>
          </a:xfrm>
          <a:custGeom xmlns:a="http://schemas.openxmlformats.org/drawingml/2006/main">
            <a:pathLst>
              <a:path w="382905" h="31909">
                <a:moveTo>
                  <a:pt x="0" y="0"/>
                </a:moveTo>
                <a:lnTo>
                  <a:pt x="0" y="31909"/>
                </a:lnTo>
                <a:lnTo>
                  <a:pt x="382905" y="31909"/>
                </a:lnTo>
              </a:path>
            </a:pathLst>
          </a:custGeom>
          <a:noFill xmlns:a="http://schemas.openxmlformats.org/drawingml/2006/main"/>
          <a:ln xmlns:a="http://schemas.openxmlformats.org/drawingml/2006/main" w="7020">
            <a:solidFill>
              <a:srgbClr val="000000"/>
            </a:solidFill>
            <a:prstDash val="solid"/>
          </a:ln>
        </p:spPr>
      </p:sp>
      <p:sp>
        <p:nvSpPr>
          <p:cNvPr id="190" name="dp44-comparison / n159 / arrow">
            <a:extLst xmlns:a="http://schemas.openxmlformats.org/drawingml/2006/main">
              <a:ext uri="{FF2B5EF4-FFF2-40B4-BE49-F238E27FC236}">
                <a16:creationId xmlns:a16="http://schemas.microsoft.com/office/drawing/2014/main" id="{9B3A5097-5A1D-45E1-97B5-F91C6D4E3554}"/>
              </a:ext>
            </a:extLst>
          </p:cNvPr>
          <p:cNvSpPr>
            <a:spLocks xmlns:a="http://schemas.openxmlformats.org/drawingml/2006/main" noGrp="1"/>
          </p:cNvSpPr>
          <p:nvPr/>
        </p:nvSpPr>
        <p:spPr>
          <a:xfrm xmlns:a="http://schemas.openxmlformats.org/drawingml/2006/main">
            <a:off x="6600665" y="3353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1" name="dp44-comparison / n160 / path">
            <a:extLst xmlns:a="http://schemas.openxmlformats.org/drawingml/2006/main">
              <a:ext uri="{FF2B5EF4-FFF2-40B4-BE49-F238E27FC236}">
                <a16:creationId xmlns:a16="http://schemas.microsoft.com/office/drawing/2014/main" id="{C73AFE0A-0085-407D-BDB3-EEE2205524C6}"/>
              </a:ext>
            </a:extLst>
          </p:cNvPr>
          <p:cNvSpPr>
            <a:spLocks xmlns:a="http://schemas.openxmlformats.org/drawingml/2006/main" noGrp="1"/>
          </p:cNvSpPr>
          <p:nvPr/>
        </p:nvSpPr>
        <p:spPr>
          <a:xfrm xmlns:a="http://schemas.openxmlformats.org/drawingml/2006/main">
            <a:off x="6262688" y="3439382"/>
            <a:ext cx="382905" cy="31909"/>
          </a:xfrm>
          <a:custGeom xmlns:a="http://schemas.openxmlformats.org/drawingml/2006/main">
            <a:pathLst>
              <a:path w="382905" h="31909">
                <a:moveTo>
                  <a:pt x="382905" y="31909"/>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192" name="dp44-comparison / n160 / arrow">
            <a:extLst xmlns:a="http://schemas.openxmlformats.org/drawingml/2006/main">
              <a:ext uri="{FF2B5EF4-FFF2-40B4-BE49-F238E27FC236}">
                <a16:creationId xmlns:a16="http://schemas.microsoft.com/office/drawing/2014/main" id="{471DED7A-4314-4987-9B43-73D56E82733F}"/>
              </a:ext>
            </a:extLst>
          </p:cNvPr>
          <p:cNvSpPr>
            <a:spLocks xmlns:a="http://schemas.openxmlformats.org/drawingml/2006/main" noGrp="1"/>
          </p:cNvSpPr>
          <p:nvPr/>
        </p:nvSpPr>
        <p:spPr>
          <a:xfrm xmlns:a="http://schemas.openxmlformats.org/drawingml/2006/main">
            <a:off x="6262688" y="341691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193" name="dp44-comparison / n161 / path">
            <a:extLst xmlns:a="http://schemas.openxmlformats.org/drawingml/2006/main">
              <a:ext uri="{FF2B5EF4-FFF2-40B4-BE49-F238E27FC236}">
                <a16:creationId xmlns:a16="http://schemas.microsoft.com/office/drawing/2014/main" id="{6187076B-9C6F-4A6F-8BF5-96E6DBE8AA22}"/>
              </a:ext>
            </a:extLst>
          </p:cNvPr>
          <p:cNvSpPr>
            <a:spLocks xmlns:a="http://schemas.openxmlformats.org/drawingml/2006/main" noGrp="1"/>
          </p:cNvSpPr>
          <p:nvPr/>
        </p:nvSpPr>
        <p:spPr>
          <a:xfrm xmlns:a="http://schemas.openxmlformats.org/drawingml/2006/main">
            <a:off x="4163092" y="3535109"/>
            <a:ext cx="1206151" cy="1837944"/>
          </a:xfrm>
          <a:custGeom xmlns:a="http://schemas.openxmlformats.org/drawingml/2006/main">
            <a:pathLst>
              <a:path w="1206151" h="1837944">
                <a:moveTo>
                  <a:pt x="1206151" y="0"/>
                </a:moveTo>
                <a:lnTo>
                  <a:pt x="0" y="0"/>
                </a:lnTo>
                <a:lnTo>
                  <a:pt x="0" y="1837944"/>
                </a:lnTo>
                <a:lnTo>
                  <a:pt x="759428" y="1837944"/>
                </a:lnTo>
              </a:path>
            </a:pathLst>
          </a:custGeom>
          <a:noFill xmlns:a="http://schemas.openxmlformats.org/drawingml/2006/main"/>
          <a:ln xmlns:a="http://schemas.openxmlformats.org/drawingml/2006/main" w="7020">
            <a:solidFill>
              <a:srgbClr val="000000"/>
            </a:solidFill>
            <a:prstDash val="solid"/>
          </a:ln>
        </p:spPr>
      </p:sp>
      <p:sp>
        <p:nvSpPr>
          <p:cNvPr id="194" name="dp44-comparison / n161 / arrow">
            <a:extLst xmlns:a="http://schemas.openxmlformats.org/drawingml/2006/main">
              <a:ext uri="{FF2B5EF4-FFF2-40B4-BE49-F238E27FC236}">
                <a16:creationId xmlns:a16="http://schemas.microsoft.com/office/drawing/2014/main" id="{7B388EFA-4B4B-434E-A355-A6472C50951E}"/>
              </a:ext>
            </a:extLst>
          </p:cNvPr>
          <p:cNvSpPr>
            <a:spLocks xmlns:a="http://schemas.openxmlformats.org/drawingml/2006/main" noGrp="1"/>
          </p:cNvSpPr>
          <p:nvPr/>
        </p:nvSpPr>
        <p:spPr>
          <a:xfrm xmlns:a="http://schemas.openxmlformats.org/drawingml/2006/main">
            <a:off x="4877592"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5" name="dp44-comparison / n162 / path">
            <a:extLst xmlns:a="http://schemas.openxmlformats.org/drawingml/2006/main">
              <a:ext uri="{FF2B5EF4-FFF2-40B4-BE49-F238E27FC236}">
                <a16:creationId xmlns:a16="http://schemas.microsoft.com/office/drawing/2014/main" id="{7B5D024E-2B3E-42C1-8143-274B8C5E4DED}"/>
              </a:ext>
            </a:extLst>
          </p:cNvPr>
          <p:cNvSpPr>
            <a:spLocks xmlns:a="http://schemas.openxmlformats.org/drawingml/2006/main" noGrp="1"/>
          </p:cNvSpPr>
          <p:nvPr/>
        </p:nvSpPr>
        <p:spPr>
          <a:xfrm xmlns:a="http://schemas.openxmlformats.org/drawingml/2006/main">
            <a:off x="4163092" y="3535109"/>
            <a:ext cx="1461421" cy="1837944"/>
          </a:xfrm>
          <a:custGeom xmlns:a="http://schemas.openxmlformats.org/drawingml/2006/main">
            <a:pathLst>
              <a:path w="1461421" h="1837944">
                <a:moveTo>
                  <a:pt x="1014698" y="1837944"/>
                </a:moveTo>
                <a:lnTo>
                  <a:pt x="0" y="1837944"/>
                </a:lnTo>
                <a:lnTo>
                  <a:pt x="0" y="0"/>
                </a:lnTo>
                <a:lnTo>
                  <a:pt x="1461421" y="0"/>
                </a:lnTo>
              </a:path>
            </a:pathLst>
          </a:custGeom>
          <a:noFill xmlns:a="http://schemas.openxmlformats.org/drawingml/2006/main"/>
          <a:ln xmlns:a="http://schemas.openxmlformats.org/drawingml/2006/main" w="7020">
            <a:solidFill>
              <a:srgbClr val="000000"/>
            </a:solidFill>
            <a:prstDash val="dash"/>
          </a:ln>
        </p:spPr>
      </p:sp>
      <p:sp>
        <p:nvSpPr>
          <p:cNvPr id="196" name="dp44-comparison / n162 / arrow">
            <a:extLst xmlns:a="http://schemas.openxmlformats.org/drawingml/2006/main">
              <a:ext uri="{FF2B5EF4-FFF2-40B4-BE49-F238E27FC236}">
                <a16:creationId xmlns:a16="http://schemas.microsoft.com/office/drawing/2014/main" id="{1513FE85-93AE-4698-9FFB-D1F9F22E075B}"/>
              </a:ext>
            </a:extLst>
          </p:cNvPr>
          <p:cNvSpPr>
            <a:spLocks xmlns:a="http://schemas.openxmlformats.org/drawingml/2006/main" noGrp="1"/>
          </p:cNvSpPr>
          <p:nvPr/>
        </p:nvSpPr>
        <p:spPr>
          <a:xfrm xmlns:a="http://schemas.openxmlformats.org/drawingml/2006/main">
            <a:off x="5579585" y="351264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7" name="dp44-comparison / n163 / path">
            <a:extLst xmlns:a="http://schemas.openxmlformats.org/drawingml/2006/main">
              <a:ext uri="{FF2B5EF4-FFF2-40B4-BE49-F238E27FC236}">
                <a16:creationId xmlns:a16="http://schemas.microsoft.com/office/drawing/2014/main" id="{D680682E-B89B-44B3-AA6F-4EDCB639B7FF}"/>
              </a:ext>
            </a:extLst>
          </p:cNvPr>
          <p:cNvSpPr>
            <a:spLocks xmlns:a="http://schemas.openxmlformats.org/drawingml/2006/main" noGrp="1"/>
          </p:cNvSpPr>
          <p:nvPr/>
        </p:nvSpPr>
        <p:spPr>
          <a:xfrm xmlns:a="http://schemas.openxmlformats.org/drawingml/2006/main">
            <a:off x="4163092" y="3535109"/>
            <a:ext cx="631793" cy="2852642"/>
          </a:xfrm>
          <a:custGeom xmlns:a="http://schemas.openxmlformats.org/drawingml/2006/main">
            <a:pathLst>
              <a:path w="631793" h="2852642">
                <a:moveTo>
                  <a:pt x="631793" y="0"/>
                </a:moveTo>
                <a:lnTo>
                  <a:pt x="0" y="0"/>
                </a:lnTo>
                <a:lnTo>
                  <a:pt x="0" y="2852642"/>
                </a:lnTo>
                <a:lnTo>
                  <a:pt x="153162" y="2852642"/>
                </a:lnTo>
              </a:path>
            </a:pathLst>
          </a:custGeom>
          <a:noFill xmlns:a="http://schemas.openxmlformats.org/drawingml/2006/main"/>
          <a:ln xmlns:a="http://schemas.openxmlformats.org/drawingml/2006/main" w="7020">
            <a:solidFill>
              <a:srgbClr val="000000"/>
            </a:solidFill>
            <a:prstDash val="solid"/>
          </a:ln>
        </p:spPr>
      </p:sp>
      <p:sp>
        <p:nvSpPr>
          <p:cNvPr id="198" name="dp44-comparison / n163 / arrow">
            <a:extLst xmlns:a="http://schemas.openxmlformats.org/drawingml/2006/main">
              <a:ext uri="{FF2B5EF4-FFF2-40B4-BE49-F238E27FC236}">
                <a16:creationId xmlns:a16="http://schemas.microsoft.com/office/drawing/2014/main" id="{F2E1318B-C97B-4B42-8F3F-9FD458A45B3C}"/>
              </a:ext>
            </a:extLst>
          </p:cNvPr>
          <p:cNvSpPr>
            <a:spLocks xmlns:a="http://schemas.openxmlformats.org/drawingml/2006/main" noGrp="1"/>
          </p:cNvSpPr>
          <p:nvPr/>
        </p:nvSpPr>
        <p:spPr>
          <a:xfrm xmlns:a="http://schemas.openxmlformats.org/drawingml/2006/main">
            <a:off x="4271326"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199" name="dp44-comparison / n164 / path">
            <a:extLst xmlns:a="http://schemas.openxmlformats.org/drawingml/2006/main">
              <a:ext uri="{FF2B5EF4-FFF2-40B4-BE49-F238E27FC236}">
                <a16:creationId xmlns:a16="http://schemas.microsoft.com/office/drawing/2014/main" id="{CAD5E78F-F501-4B67-9B4D-15CC1B074DDB}"/>
              </a:ext>
            </a:extLst>
          </p:cNvPr>
          <p:cNvSpPr>
            <a:spLocks xmlns:a="http://schemas.openxmlformats.org/drawingml/2006/main" noGrp="1"/>
          </p:cNvSpPr>
          <p:nvPr/>
        </p:nvSpPr>
        <p:spPr>
          <a:xfrm xmlns:a="http://schemas.openxmlformats.org/drawingml/2006/main">
            <a:off x="5528786" y="4543425"/>
            <a:ext cx="1620964" cy="1767745"/>
          </a:xfrm>
          <a:custGeom xmlns:a="http://schemas.openxmlformats.org/drawingml/2006/main">
            <a:pathLst>
              <a:path w="1620964" h="1767745">
                <a:moveTo>
                  <a:pt x="0" y="1767745"/>
                </a:moveTo>
                <a:lnTo>
                  <a:pt x="0" y="880682"/>
                </a:lnTo>
                <a:lnTo>
                  <a:pt x="1620964" y="880682"/>
                </a:lnTo>
                <a:lnTo>
                  <a:pt x="1620964" y="0"/>
                </a:lnTo>
                <a:lnTo>
                  <a:pt x="829628" y="0"/>
                </a:lnTo>
              </a:path>
            </a:pathLst>
          </a:custGeom>
          <a:noFill xmlns:a="http://schemas.openxmlformats.org/drawingml/2006/main"/>
          <a:ln xmlns:a="http://schemas.openxmlformats.org/drawingml/2006/main" w="7020">
            <a:solidFill>
              <a:srgbClr val="000000"/>
            </a:solidFill>
            <a:prstDash val="solid"/>
          </a:ln>
        </p:spPr>
      </p:sp>
      <p:sp>
        <p:nvSpPr>
          <p:cNvPr id="200" name="dp44-comparison / n164 / arrow">
            <a:extLst xmlns:a="http://schemas.openxmlformats.org/drawingml/2006/main">
              <a:ext uri="{FF2B5EF4-FFF2-40B4-BE49-F238E27FC236}">
                <a16:creationId xmlns:a16="http://schemas.microsoft.com/office/drawing/2014/main" id="{D15A4AE1-7C70-4BD4-AA28-BD9223011F86}"/>
              </a:ext>
            </a:extLst>
          </p:cNvPr>
          <p:cNvSpPr>
            <a:spLocks xmlns:a="http://schemas.openxmlformats.org/drawingml/2006/main" noGrp="1"/>
          </p:cNvSpPr>
          <p:nvPr/>
        </p:nvSpPr>
        <p:spPr>
          <a:xfrm xmlns:a="http://schemas.openxmlformats.org/drawingml/2006/main">
            <a:off x="6358414"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01" name="dp44-comparison / n165 / path">
            <a:extLst xmlns:a="http://schemas.openxmlformats.org/drawingml/2006/main">
              <a:ext uri="{FF2B5EF4-FFF2-40B4-BE49-F238E27FC236}">
                <a16:creationId xmlns:a16="http://schemas.microsoft.com/office/drawing/2014/main" id="{0C184231-6E28-4FAC-9F4F-FB4C7B0774C5}"/>
              </a:ext>
            </a:extLst>
          </p:cNvPr>
          <p:cNvSpPr>
            <a:spLocks xmlns:a="http://schemas.openxmlformats.org/drawingml/2006/main" noGrp="1"/>
          </p:cNvSpPr>
          <p:nvPr/>
        </p:nvSpPr>
        <p:spPr>
          <a:xfrm xmlns:a="http://schemas.openxmlformats.org/drawingml/2006/main">
            <a:off x="5528786" y="4543425"/>
            <a:ext cx="1620964" cy="1716691"/>
          </a:xfrm>
          <a:custGeom xmlns:a="http://schemas.openxmlformats.org/drawingml/2006/main">
            <a:pathLst>
              <a:path w="1620964" h="1716691">
                <a:moveTo>
                  <a:pt x="957263" y="0"/>
                </a:moveTo>
                <a:lnTo>
                  <a:pt x="1620964" y="0"/>
                </a:lnTo>
                <a:lnTo>
                  <a:pt x="1620964" y="1614583"/>
                </a:lnTo>
                <a:lnTo>
                  <a:pt x="0" y="1614583"/>
                </a:lnTo>
                <a:lnTo>
                  <a:pt x="0" y="1716691"/>
                </a:lnTo>
              </a:path>
            </a:pathLst>
          </a:custGeom>
          <a:noFill xmlns:a="http://schemas.openxmlformats.org/drawingml/2006/main"/>
          <a:ln xmlns:a="http://schemas.openxmlformats.org/drawingml/2006/main" w="7020">
            <a:solidFill>
              <a:srgbClr val="000000"/>
            </a:solidFill>
            <a:prstDash val="dash"/>
          </a:ln>
        </p:spPr>
      </p:sp>
      <p:sp>
        <p:nvSpPr>
          <p:cNvPr id="202" name="dp44-comparison / n165 / arrow">
            <a:extLst xmlns:a="http://schemas.openxmlformats.org/drawingml/2006/main">
              <a:ext uri="{FF2B5EF4-FFF2-40B4-BE49-F238E27FC236}">
                <a16:creationId xmlns:a16="http://schemas.microsoft.com/office/drawing/2014/main" id="{0361528F-EB42-4BD0-B357-D278560BD155}"/>
              </a:ext>
            </a:extLst>
          </p:cNvPr>
          <p:cNvSpPr>
            <a:spLocks xmlns:a="http://schemas.openxmlformats.org/drawingml/2006/main" noGrp="1"/>
          </p:cNvSpPr>
          <p:nvPr/>
        </p:nvSpPr>
        <p:spPr>
          <a:xfrm xmlns:a="http://schemas.openxmlformats.org/drawingml/2006/main">
            <a:off x="5506322" y="6215188"/>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03" name="dp44-comparison / n166 / path">
            <a:extLst xmlns:a="http://schemas.openxmlformats.org/drawingml/2006/main">
              <a:ext uri="{FF2B5EF4-FFF2-40B4-BE49-F238E27FC236}">
                <a16:creationId xmlns:a16="http://schemas.microsoft.com/office/drawing/2014/main" id="{A251EFE8-5E1E-4951-B919-AA271D7AEDB4}"/>
              </a:ext>
            </a:extLst>
          </p:cNvPr>
          <p:cNvSpPr>
            <a:spLocks xmlns:a="http://schemas.openxmlformats.org/drawingml/2006/main" noGrp="1"/>
          </p:cNvSpPr>
          <p:nvPr/>
        </p:nvSpPr>
        <p:spPr>
          <a:xfrm xmlns:a="http://schemas.openxmlformats.org/drawingml/2006/main">
            <a:off x="5528786" y="5194364"/>
            <a:ext cx="2010251" cy="1257205"/>
          </a:xfrm>
          <a:custGeom xmlns:a="http://schemas.openxmlformats.org/drawingml/2006/main">
            <a:pathLst>
              <a:path w="2010251" h="1257205">
                <a:moveTo>
                  <a:pt x="0" y="1257205"/>
                </a:moveTo>
                <a:lnTo>
                  <a:pt x="0" y="229743"/>
                </a:lnTo>
                <a:lnTo>
                  <a:pt x="2010251" y="229743"/>
                </a:lnTo>
                <a:lnTo>
                  <a:pt x="2010251" y="0"/>
                </a:lnTo>
              </a:path>
            </a:pathLst>
          </a:custGeom>
          <a:noFill xmlns:a="http://schemas.openxmlformats.org/drawingml/2006/main"/>
          <a:ln xmlns:a="http://schemas.openxmlformats.org/drawingml/2006/main" w="7020">
            <a:solidFill>
              <a:srgbClr val="000000"/>
            </a:solidFill>
            <a:prstDash val="solid"/>
          </a:ln>
        </p:spPr>
      </p:sp>
      <p:sp>
        <p:nvSpPr>
          <p:cNvPr id="204" name="dp44-comparison / n166 / arrow">
            <a:extLst xmlns:a="http://schemas.openxmlformats.org/drawingml/2006/main">
              <a:ext uri="{FF2B5EF4-FFF2-40B4-BE49-F238E27FC236}">
                <a16:creationId xmlns:a16="http://schemas.microsoft.com/office/drawing/2014/main" id="{85874129-DC2E-431E-A20E-EF6B10DC6FD4}"/>
              </a:ext>
            </a:extLst>
          </p:cNvPr>
          <p:cNvSpPr>
            <a:spLocks xmlns:a="http://schemas.openxmlformats.org/drawingml/2006/main" noGrp="1"/>
          </p:cNvSpPr>
          <p:nvPr/>
        </p:nvSpPr>
        <p:spPr>
          <a:xfrm xmlns:a="http://schemas.openxmlformats.org/drawingml/2006/main">
            <a:off x="7516574" y="5194364"/>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05" name="dp44-comparison / n167 / path">
            <a:extLst xmlns:a="http://schemas.openxmlformats.org/drawingml/2006/main">
              <a:ext uri="{FF2B5EF4-FFF2-40B4-BE49-F238E27FC236}">
                <a16:creationId xmlns:a16="http://schemas.microsoft.com/office/drawing/2014/main" id="{21095BFE-5E1F-4FBB-9447-1681FA58FA6F}"/>
              </a:ext>
            </a:extLst>
          </p:cNvPr>
          <p:cNvSpPr>
            <a:spLocks xmlns:a="http://schemas.openxmlformats.org/drawingml/2006/main" noGrp="1"/>
          </p:cNvSpPr>
          <p:nvPr/>
        </p:nvSpPr>
        <p:spPr>
          <a:xfrm xmlns:a="http://schemas.openxmlformats.org/drawingml/2006/main">
            <a:off x="5528786" y="5258181"/>
            <a:ext cx="2010251" cy="1225296"/>
          </a:xfrm>
          <a:custGeom xmlns:a="http://schemas.openxmlformats.org/drawingml/2006/main">
            <a:pathLst>
              <a:path w="2010251" h="1225296">
                <a:moveTo>
                  <a:pt x="2010251" y="0"/>
                </a:moveTo>
                <a:lnTo>
                  <a:pt x="2010251" y="899827"/>
                </a:lnTo>
                <a:lnTo>
                  <a:pt x="0" y="899827"/>
                </a:lnTo>
                <a:lnTo>
                  <a:pt x="0" y="1225296"/>
                </a:lnTo>
              </a:path>
            </a:pathLst>
          </a:custGeom>
          <a:noFill xmlns:a="http://schemas.openxmlformats.org/drawingml/2006/main"/>
          <a:ln xmlns:a="http://schemas.openxmlformats.org/drawingml/2006/main" w="7020">
            <a:solidFill>
              <a:srgbClr val="000000"/>
            </a:solidFill>
            <a:prstDash val="dash"/>
          </a:ln>
        </p:spPr>
      </p:sp>
      <p:sp>
        <p:nvSpPr>
          <p:cNvPr id="206" name="dp44-comparison / n167 / arrow">
            <a:extLst xmlns:a="http://schemas.openxmlformats.org/drawingml/2006/main">
              <a:ext uri="{FF2B5EF4-FFF2-40B4-BE49-F238E27FC236}">
                <a16:creationId xmlns:a16="http://schemas.microsoft.com/office/drawing/2014/main" id="{54320FC8-E78E-40C9-B1F7-E843604D5234}"/>
              </a:ext>
            </a:extLst>
          </p:cNvPr>
          <p:cNvSpPr>
            <a:spLocks xmlns:a="http://schemas.openxmlformats.org/drawingml/2006/main" noGrp="1"/>
          </p:cNvSpPr>
          <p:nvPr/>
        </p:nvSpPr>
        <p:spPr>
          <a:xfrm xmlns:a="http://schemas.openxmlformats.org/drawingml/2006/main">
            <a:off x="5506322" y="643854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07" name="dp44-comparison / n168 / path">
            <a:extLst xmlns:a="http://schemas.openxmlformats.org/drawingml/2006/main">
              <a:ext uri="{FF2B5EF4-FFF2-40B4-BE49-F238E27FC236}">
                <a16:creationId xmlns:a16="http://schemas.microsoft.com/office/drawing/2014/main" id="{13C6E2F7-48EC-4993-9D22-B22ADBAA4C96}"/>
              </a:ext>
            </a:extLst>
          </p:cNvPr>
          <p:cNvSpPr>
            <a:spLocks xmlns:a="http://schemas.openxmlformats.org/drawingml/2006/main" noGrp="1"/>
          </p:cNvSpPr>
          <p:nvPr/>
        </p:nvSpPr>
        <p:spPr>
          <a:xfrm xmlns:a="http://schemas.openxmlformats.org/drawingml/2006/main">
            <a:off x="3263265" y="6323933"/>
            <a:ext cx="1052989" cy="127635"/>
          </a:xfrm>
          <a:custGeom xmlns:a="http://schemas.openxmlformats.org/drawingml/2006/main">
            <a:pathLst>
              <a:path w="1052989" h="127635">
                <a:moveTo>
                  <a:pt x="1052989" y="0"/>
                </a:moveTo>
                <a:lnTo>
                  <a:pt x="1052989" y="127635"/>
                </a:lnTo>
                <a:lnTo>
                  <a:pt x="0" y="127635"/>
                </a:lnTo>
              </a:path>
            </a:pathLst>
          </a:custGeom>
          <a:noFill xmlns:a="http://schemas.openxmlformats.org/drawingml/2006/main"/>
          <a:ln xmlns:a="http://schemas.openxmlformats.org/drawingml/2006/main" w="7020">
            <a:solidFill>
              <a:srgbClr val="000000"/>
            </a:solidFill>
            <a:prstDash val="solid"/>
          </a:ln>
        </p:spPr>
      </p:sp>
      <p:sp>
        <p:nvSpPr>
          <p:cNvPr id="208" name="dp44-comparison / n168 / arrow">
            <a:extLst xmlns:a="http://schemas.openxmlformats.org/drawingml/2006/main">
              <a:ext uri="{FF2B5EF4-FFF2-40B4-BE49-F238E27FC236}">
                <a16:creationId xmlns:a16="http://schemas.microsoft.com/office/drawing/2014/main" id="{BF6FEC72-74D1-4AC4-9FF4-10E7EE223F3A}"/>
              </a:ext>
            </a:extLst>
          </p:cNvPr>
          <p:cNvSpPr>
            <a:spLocks xmlns:a="http://schemas.openxmlformats.org/drawingml/2006/main" noGrp="1"/>
          </p:cNvSpPr>
          <p:nvPr/>
        </p:nvSpPr>
        <p:spPr>
          <a:xfrm xmlns:a="http://schemas.openxmlformats.org/drawingml/2006/main">
            <a:off x="3263265" y="6429104"/>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09" name="dp44-comparison / n169 / path">
            <a:extLst xmlns:a="http://schemas.openxmlformats.org/drawingml/2006/main">
              <a:ext uri="{FF2B5EF4-FFF2-40B4-BE49-F238E27FC236}">
                <a16:creationId xmlns:a16="http://schemas.microsoft.com/office/drawing/2014/main" id="{FF35C8D7-56DA-485D-B951-5E401029D0AD}"/>
              </a:ext>
            </a:extLst>
          </p:cNvPr>
          <p:cNvSpPr>
            <a:spLocks xmlns:a="http://schemas.openxmlformats.org/drawingml/2006/main" noGrp="1"/>
          </p:cNvSpPr>
          <p:nvPr/>
        </p:nvSpPr>
        <p:spPr>
          <a:xfrm xmlns:a="http://schemas.openxmlformats.org/drawingml/2006/main">
            <a:off x="3263265" y="4288155"/>
            <a:ext cx="1084897" cy="2227231"/>
          </a:xfrm>
          <a:custGeom xmlns:a="http://schemas.openxmlformats.org/drawingml/2006/main">
            <a:pathLst>
              <a:path w="1084897" h="2227231">
                <a:moveTo>
                  <a:pt x="1084897" y="0"/>
                </a:moveTo>
                <a:lnTo>
                  <a:pt x="567976" y="0"/>
                </a:lnTo>
                <a:lnTo>
                  <a:pt x="567976" y="2227231"/>
                </a:lnTo>
                <a:lnTo>
                  <a:pt x="0" y="2227231"/>
                </a:lnTo>
              </a:path>
            </a:pathLst>
          </a:custGeom>
          <a:noFill xmlns:a="http://schemas.openxmlformats.org/drawingml/2006/main"/>
          <a:ln xmlns:a="http://schemas.openxmlformats.org/drawingml/2006/main" w="7020">
            <a:solidFill>
              <a:srgbClr val="000000"/>
            </a:solidFill>
            <a:prstDash val="solid"/>
          </a:ln>
        </p:spPr>
      </p:sp>
      <p:sp>
        <p:nvSpPr>
          <p:cNvPr id="210" name="dp44-comparison / n169 / arrow">
            <a:extLst xmlns:a="http://schemas.openxmlformats.org/drawingml/2006/main">
              <a:ext uri="{FF2B5EF4-FFF2-40B4-BE49-F238E27FC236}">
                <a16:creationId xmlns:a16="http://schemas.microsoft.com/office/drawing/2014/main" id="{590CAAD7-43C8-427A-8F6C-7DC75208AC02}"/>
              </a:ext>
            </a:extLst>
          </p:cNvPr>
          <p:cNvSpPr>
            <a:spLocks xmlns:a="http://schemas.openxmlformats.org/drawingml/2006/main" noGrp="1"/>
          </p:cNvSpPr>
          <p:nvPr/>
        </p:nvSpPr>
        <p:spPr>
          <a:xfrm xmlns:a="http://schemas.openxmlformats.org/drawingml/2006/main">
            <a:off x="3263265" y="649292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11" name="dp44-comparison / n170 / path">
            <a:extLst xmlns:a="http://schemas.openxmlformats.org/drawingml/2006/main">
              <a:ext uri="{FF2B5EF4-FFF2-40B4-BE49-F238E27FC236}">
                <a16:creationId xmlns:a16="http://schemas.microsoft.com/office/drawing/2014/main" id="{E0DC7230-7F7F-458A-B47A-1D0E35615730}"/>
              </a:ext>
            </a:extLst>
          </p:cNvPr>
          <p:cNvSpPr>
            <a:spLocks xmlns:a="http://schemas.openxmlformats.org/drawingml/2006/main" noGrp="1"/>
          </p:cNvSpPr>
          <p:nvPr/>
        </p:nvSpPr>
        <p:spPr>
          <a:xfrm xmlns:a="http://schemas.openxmlformats.org/drawingml/2006/main">
            <a:off x="3263265" y="4351973"/>
            <a:ext cx="1084897" cy="2259140"/>
          </a:xfrm>
          <a:custGeom xmlns:a="http://schemas.openxmlformats.org/drawingml/2006/main">
            <a:pathLst>
              <a:path w="1084897" h="2259140">
                <a:moveTo>
                  <a:pt x="0" y="2259140"/>
                </a:moveTo>
                <a:lnTo>
                  <a:pt x="899827" y="2259140"/>
                </a:lnTo>
                <a:lnTo>
                  <a:pt x="899827" y="0"/>
                </a:lnTo>
                <a:lnTo>
                  <a:pt x="1084897" y="0"/>
                </a:lnTo>
              </a:path>
            </a:pathLst>
          </a:custGeom>
          <a:noFill xmlns:a="http://schemas.openxmlformats.org/drawingml/2006/main"/>
          <a:ln xmlns:a="http://schemas.openxmlformats.org/drawingml/2006/main" w="7020">
            <a:solidFill>
              <a:srgbClr val="000000"/>
            </a:solidFill>
            <a:prstDash val="dash"/>
          </a:ln>
        </p:spPr>
      </p:sp>
      <p:sp>
        <p:nvSpPr>
          <p:cNvPr id="212" name="dp44-comparison / n170 / arrow">
            <a:extLst xmlns:a="http://schemas.openxmlformats.org/drawingml/2006/main">
              <a:ext uri="{FF2B5EF4-FFF2-40B4-BE49-F238E27FC236}">
                <a16:creationId xmlns:a16="http://schemas.microsoft.com/office/drawing/2014/main" id="{DBD05D02-444F-4CD7-9D9A-6E497F2FC8CC}"/>
              </a:ext>
            </a:extLst>
          </p:cNvPr>
          <p:cNvSpPr>
            <a:spLocks xmlns:a="http://schemas.openxmlformats.org/drawingml/2006/main" noGrp="1"/>
          </p:cNvSpPr>
          <p:nvPr/>
        </p:nvSpPr>
        <p:spPr>
          <a:xfrm xmlns:a="http://schemas.openxmlformats.org/drawingml/2006/main">
            <a:off x="4303235" y="43295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3" name="dp44-comparison / n171 / path">
            <a:extLst xmlns:a="http://schemas.openxmlformats.org/drawingml/2006/main">
              <a:ext uri="{FF2B5EF4-FFF2-40B4-BE49-F238E27FC236}">
                <a16:creationId xmlns:a16="http://schemas.microsoft.com/office/drawing/2014/main" id="{4B9D8D8B-737E-4DAF-BF76-EFE9191081A8}"/>
              </a:ext>
            </a:extLst>
          </p:cNvPr>
          <p:cNvSpPr>
            <a:spLocks xmlns:a="http://schemas.openxmlformats.org/drawingml/2006/main" noGrp="1"/>
          </p:cNvSpPr>
          <p:nvPr/>
        </p:nvSpPr>
        <p:spPr>
          <a:xfrm xmlns:a="http://schemas.openxmlformats.org/drawingml/2006/main">
            <a:off x="3263265" y="6560058"/>
            <a:ext cx="3127057" cy="561594"/>
          </a:xfrm>
          <a:custGeom xmlns:a="http://schemas.openxmlformats.org/drawingml/2006/main">
            <a:pathLst>
              <a:path w="3127057" h="561594">
                <a:moveTo>
                  <a:pt x="3127057" y="0"/>
                </a:moveTo>
                <a:lnTo>
                  <a:pt x="3127057" y="561594"/>
                </a:lnTo>
                <a:lnTo>
                  <a:pt x="0" y="561594"/>
                </a:lnTo>
              </a:path>
            </a:pathLst>
          </a:custGeom>
          <a:noFill xmlns:a="http://schemas.openxmlformats.org/drawingml/2006/main"/>
          <a:ln xmlns:a="http://schemas.openxmlformats.org/drawingml/2006/main" w="7020">
            <a:solidFill>
              <a:srgbClr val="000000"/>
            </a:solidFill>
            <a:prstDash val="solid"/>
          </a:ln>
        </p:spPr>
      </p:sp>
      <p:sp>
        <p:nvSpPr>
          <p:cNvPr id="214" name="dp44-comparison / n171 / arrow">
            <a:extLst xmlns:a="http://schemas.openxmlformats.org/drawingml/2006/main">
              <a:ext uri="{FF2B5EF4-FFF2-40B4-BE49-F238E27FC236}">
                <a16:creationId xmlns:a16="http://schemas.microsoft.com/office/drawing/2014/main" id="{67301564-883D-449E-B41C-9175DF353C23}"/>
              </a:ext>
            </a:extLst>
          </p:cNvPr>
          <p:cNvSpPr>
            <a:spLocks xmlns:a="http://schemas.openxmlformats.org/drawingml/2006/main" noGrp="1"/>
          </p:cNvSpPr>
          <p:nvPr/>
        </p:nvSpPr>
        <p:spPr>
          <a:xfrm xmlns:a="http://schemas.openxmlformats.org/drawingml/2006/main">
            <a:off x="3263265" y="709918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15" name="dp44-comparison / n172 / path">
            <a:extLst xmlns:a="http://schemas.openxmlformats.org/drawingml/2006/main">
              <a:ext uri="{FF2B5EF4-FFF2-40B4-BE49-F238E27FC236}">
                <a16:creationId xmlns:a16="http://schemas.microsoft.com/office/drawing/2014/main" id="{C3CA374C-AAE6-4A17-866A-824F9DDC3DED}"/>
              </a:ext>
            </a:extLst>
          </p:cNvPr>
          <p:cNvSpPr>
            <a:spLocks xmlns:a="http://schemas.openxmlformats.org/drawingml/2006/main" noGrp="1"/>
          </p:cNvSpPr>
          <p:nvPr/>
        </p:nvSpPr>
        <p:spPr>
          <a:xfrm xmlns:a="http://schemas.openxmlformats.org/drawingml/2006/main">
            <a:off x="3263265" y="6560058"/>
            <a:ext cx="3318510" cy="657320"/>
          </a:xfrm>
          <a:custGeom xmlns:a="http://schemas.openxmlformats.org/drawingml/2006/main">
            <a:pathLst>
              <a:path w="3318510" h="657320">
                <a:moveTo>
                  <a:pt x="0" y="657320"/>
                </a:moveTo>
                <a:lnTo>
                  <a:pt x="0" y="0"/>
                </a:lnTo>
                <a:lnTo>
                  <a:pt x="3318510" y="0"/>
                </a:lnTo>
              </a:path>
            </a:pathLst>
          </a:custGeom>
          <a:noFill xmlns:a="http://schemas.openxmlformats.org/drawingml/2006/main"/>
          <a:ln xmlns:a="http://schemas.openxmlformats.org/drawingml/2006/main" w="7020">
            <a:solidFill>
              <a:srgbClr val="000000"/>
            </a:solidFill>
            <a:prstDash val="dash"/>
          </a:ln>
        </p:spPr>
      </p:sp>
      <p:sp>
        <p:nvSpPr>
          <p:cNvPr id="216" name="dp44-comparison / n172 / arrow">
            <a:extLst xmlns:a="http://schemas.openxmlformats.org/drawingml/2006/main">
              <a:ext uri="{FF2B5EF4-FFF2-40B4-BE49-F238E27FC236}">
                <a16:creationId xmlns:a16="http://schemas.microsoft.com/office/drawing/2014/main" id="{E03E1D4D-653F-4670-ABFF-8ADFE5E755AB}"/>
              </a:ext>
            </a:extLst>
          </p:cNvPr>
          <p:cNvSpPr>
            <a:spLocks xmlns:a="http://schemas.openxmlformats.org/drawingml/2006/main" noGrp="1"/>
          </p:cNvSpPr>
          <p:nvPr/>
        </p:nvSpPr>
        <p:spPr>
          <a:xfrm xmlns:a="http://schemas.openxmlformats.org/drawingml/2006/main">
            <a:off x="6536847" y="653759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7" name="dp44-comparison / n173 / path">
            <a:extLst xmlns:a="http://schemas.openxmlformats.org/drawingml/2006/main">
              <a:ext uri="{FF2B5EF4-FFF2-40B4-BE49-F238E27FC236}">
                <a16:creationId xmlns:a16="http://schemas.microsoft.com/office/drawing/2014/main" id="{745DCCED-83B9-409F-87DB-9D8D9AFB5509}"/>
              </a:ext>
            </a:extLst>
          </p:cNvPr>
          <p:cNvSpPr>
            <a:spLocks xmlns:a="http://schemas.openxmlformats.org/drawingml/2006/main" noGrp="1"/>
          </p:cNvSpPr>
          <p:nvPr/>
        </p:nvSpPr>
        <p:spPr>
          <a:xfrm xmlns:a="http://schemas.openxmlformats.org/drawingml/2006/main">
            <a:off x="2433638" y="5928265"/>
            <a:ext cx="5105400" cy="970026"/>
          </a:xfrm>
          <a:custGeom xmlns:a="http://schemas.openxmlformats.org/drawingml/2006/main">
            <a:pathLst>
              <a:path w="5105400" h="970026">
                <a:moveTo>
                  <a:pt x="0" y="0"/>
                </a:moveTo>
                <a:lnTo>
                  <a:pt x="1729454" y="0"/>
                </a:lnTo>
                <a:lnTo>
                  <a:pt x="1729454" y="970026"/>
                </a:lnTo>
                <a:lnTo>
                  <a:pt x="5105400" y="970026"/>
                </a:lnTo>
              </a:path>
            </a:pathLst>
          </a:custGeom>
          <a:noFill xmlns:a="http://schemas.openxmlformats.org/drawingml/2006/main"/>
          <a:ln xmlns:a="http://schemas.openxmlformats.org/drawingml/2006/main" w="7020">
            <a:solidFill>
              <a:srgbClr val="000000"/>
            </a:solidFill>
            <a:prstDash val="solid"/>
          </a:ln>
        </p:spPr>
      </p:sp>
      <p:sp>
        <p:nvSpPr>
          <p:cNvPr id="218" name="dp44-comparison / n173 / arrow">
            <a:extLst xmlns:a="http://schemas.openxmlformats.org/drawingml/2006/main">
              <a:ext uri="{FF2B5EF4-FFF2-40B4-BE49-F238E27FC236}">
                <a16:creationId xmlns:a16="http://schemas.microsoft.com/office/drawing/2014/main" id="{8BB76755-3C12-4E83-95A8-4E91A57E468E}"/>
              </a:ext>
            </a:extLst>
          </p:cNvPr>
          <p:cNvSpPr>
            <a:spLocks xmlns:a="http://schemas.openxmlformats.org/drawingml/2006/main" noGrp="1"/>
          </p:cNvSpPr>
          <p:nvPr/>
        </p:nvSpPr>
        <p:spPr>
          <a:xfrm xmlns:a="http://schemas.openxmlformats.org/drawingml/2006/main">
            <a:off x="7494110" y="687582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19" name="dp44-comparison / n174 / path">
            <a:extLst xmlns:a="http://schemas.openxmlformats.org/drawingml/2006/main">
              <a:ext uri="{FF2B5EF4-FFF2-40B4-BE49-F238E27FC236}">
                <a16:creationId xmlns:a16="http://schemas.microsoft.com/office/drawing/2014/main" id="{490AAA63-C3A7-4A4F-BDE8-FD9092193D6F}"/>
              </a:ext>
            </a:extLst>
          </p:cNvPr>
          <p:cNvSpPr>
            <a:spLocks xmlns:a="http://schemas.openxmlformats.org/drawingml/2006/main" noGrp="1"/>
          </p:cNvSpPr>
          <p:nvPr/>
        </p:nvSpPr>
        <p:spPr>
          <a:xfrm xmlns:a="http://schemas.openxmlformats.org/drawingml/2006/main">
            <a:off x="4731068" y="5724049"/>
            <a:ext cx="2807970" cy="1269968"/>
          </a:xfrm>
          <a:custGeom xmlns:a="http://schemas.openxmlformats.org/drawingml/2006/main">
            <a:pathLst>
              <a:path w="2807970" h="1269968">
                <a:moveTo>
                  <a:pt x="0" y="0"/>
                </a:moveTo>
                <a:lnTo>
                  <a:pt x="2807970" y="0"/>
                </a:lnTo>
                <a:lnTo>
                  <a:pt x="2807970" y="1269968"/>
                </a:lnTo>
              </a:path>
            </a:pathLst>
          </a:custGeom>
          <a:noFill xmlns:a="http://schemas.openxmlformats.org/drawingml/2006/main"/>
          <a:ln xmlns:a="http://schemas.openxmlformats.org/drawingml/2006/main" w="7020">
            <a:solidFill>
              <a:srgbClr val="000000"/>
            </a:solidFill>
            <a:prstDash val="solid"/>
          </a:ln>
        </p:spPr>
      </p:sp>
      <p:sp>
        <p:nvSpPr>
          <p:cNvPr id="220" name="dp44-comparison / n174 / arrow">
            <a:extLst xmlns:a="http://schemas.openxmlformats.org/drawingml/2006/main">
              <a:ext uri="{FF2B5EF4-FFF2-40B4-BE49-F238E27FC236}">
                <a16:creationId xmlns:a16="http://schemas.microsoft.com/office/drawing/2014/main" id="{D53B403F-BFB8-4ED1-ABBF-A28D6ECA78B5}"/>
              </a:ext>
            </a:extLst>
          </p:cNvPr>
          <p:cNvSpPr>
            <a:spLocks xmlns:a="http://schemas.openxmlformats.org/drawingml/2006/main" noGrp="1"/>
          </p:cNvSpPr>
          <p:nvPr/>
        </p:nvSpPr>
        <p:spPr>
          <a:xfrm xmlns:a="http://schemas.openxmlformats.org/drawingml/2006/main">
            <a:off x="7516574" y="694908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21" name="dp44-comparison / n175 / path">
            <a:extLst xmlns:a="http://schemas.openxmlformats.org/drawingml/2006/main">
              <a:ext uri="{FF2B5EF4-FFF2-40B4-BE49-F238E27FC236}">
                <a16:creationId xmlns:a16="http://schemas.microsoft.com/office/drawing/2014/main" id="{500D5023-F191-4373-92AA-D8A2F13C3B16}"/>
              </a:ext>
            </a:extLst>
          </p:cNvPr>
          <p:cNvSpPr>
            <a:spLocks xmlns:a="http://schemas.openxmlformats.org/drawingml/2006/main" noGrp="1"/>
          </p:cNvSpPr>
          <p:nvPr/>
        </p:nvSpPr>
        <p:spPr>
          <a:xfrm xmlns:a="http://schemas.openxmlformats.org/drawingml/2006/main">
            <a:off x="3773805" y="4351973"/>
            <a:ext cx="3765232" cy="2450592"/>
          </a:xfrm>
          <a:custGeom xmlns:a="http://schemas.openxmlformats.org/drawingml/2006/main">
            <a:pathLst>
              <a:path w="3765232" h="2450592">
                <a:moveTo>
                  <a:pt x="0" y="0"/>
                </a:moveTo>
                <a:lnTo>
                  <a:pt x="0" y="2450592"/>
                </a:lnTo>
                <a:lnTo>
                  <a:pt x="3765232" y="2450592"/>
                </a:lnTo>
              </a:path>
            </a:pathLst>
          </a:custGeom>
          <a:noFill xmlns:a="http://schemas.openxmlformats.org/drawingml/2006/main"/>
          <a:ln xmlns:a="http://schemas.openxmlformats.org/drawingml/2006/main" w="7020">
            <a:solidFill>
              <a:srgbClr val="000000"/>
            </a:solidFill>
            <a:prstDash val="solid"/>
          </a:ln>
        </p:spPr>
      </p:sp>
      <p:sp>
        <p:nvSpPr>
          <p:cNvPr id="222" name="dp44-comparison / n175 / arrow">
            <a:extLst xmlns:a="http://schemas.openxmlformats.org/drawingml/2006/main">
              <a:ext uri="{FF2B5EF4-FFF2-40B4-BE49-F238E27FC236}">
                <a16:creationId xmlns:a16="http://schemas.microsoft.com/office/drawing/2014/main" id="{AC204362-8B83-4F3B-9604-EA40607FD32E}"/>
              </a:ext>
            </a:extLst>
          </p:cNvPr>
          <p:cNvSpPr>
            <a:spLocks xmlns:a="http://schemas.openxmlformats.org/drawingml/2006/main" noGrp="1"/>
          </p:cNvSpPr>
          <p:nvPr/>
        </p:nvSpPr>
        <p:spPr>
          <a:xfrm xmlns:a="http://schemas.openxmlformats.org/drawingml/2006/main">
            <a:off x="7494110" y="6780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223" name="dp44-comparison / n176 / path">
            <a:extLst xmlns:a="http://schemas.openxmlformats.org/drawingml/2006/main">
              <a:ext uri="{FF2B5EF4-FFF2-40B4-BE49-F238E27FC236}">
                <a16:creationId xmlns:a16="http://schemas.microsoft.com/office/drawing/2014/main" id="{F82471FF-403B-4169-90FD-0B484511B947}"/>
              </a:ext>
            </a:extLst>
          </p:cNvPr>
          <p:cNvSpPr>
            <a:spLocks xmlns:a="http://schemas.openxmlformats.org/drawingml/2006/main" noGrp="1"/>
          </p:cNvSpPr>
          <p:nvPr/>
        </p:nvSpPr>
        <p:spPr>
          <a:xfrm xmlns:a="http://schemas.openxmlformats.org/drawingml/2006/main">
            <a:off x="2625090" y="5928265"/>
            <a:ext cx="4913948" cy="1033843"/>
          </a:xfrm>
          <a:custGeom xmlns:a="http://schemas.openxmlformats.org/drawingml/2006/main">
            <a:pathLst>
              <a:path w="4913948" h="1033843">
                <a:moveTo>
                  <a:pt x="4913948" y="1033843"/>
                </a:moveTo>
                <a:lnTo>
                  <a:pt x="695611" y="1033843"/>
                </a:lnTo>
                <a:lnTo>
                  <a:pt x="695611" y="0"/>
                </a:lnTo>
                <a:lnTo>
                  <a:pt x="0" y="0"/>
                </a:lnTo>
              </a:path>
            </a:pathLst>
          </a:custGeom>
          <a:noFill xmlns:a="http://schemas.openxmlformats.org/drawingml/2006/main"/>
          <a:ln xmlns:a="http://schemas.openxmlformats.org/drawingml/2006/main" w="7020">
            <a:solidFill>
              <a:srgbClr val="000000"/>
            </a:solidFill>
            <a:prstDash val="dash"/>
          </a:ln>
        </p:spPr>
      </p:sp>
      <p:sp>
        <p:nvSpPr>
          <p:cNvPr id="224" name="dp44-comparison / n176 / arrow">
            <a:extLst xmlns:a="http://schemas.openxmlformats.org/drawingml/2006/main">
              <a:ext uri="{FF2B5EF4-FFF2-40B4-BE49-F238E27FC236}">
                <a16:creationId xmlns:a16="http://schemas.microsoft.com/office/drawing/2014/main" id="{A6A3F614-7CCD-490F-80AF-D3E3EA758E95}"/>
              </a:ext>
            </a:extLst>
          </p:cNvPr>
          <p:cNvSpPr>
            <a:spLocks xmlns:a="http://schemas.openxmlformats.org/drawingml/2006/main" noGrp="1"/>
          </p:cNvSpPr>
          <p:nvPr/>
        </p:nvSpPr>
        <p:spPr>
          <a:xfrm xmlns:a="http://schemas.openxmlformats.org/drawingml/2006/main">
            <a:off x="2625090" y="590580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25" name="dp44-comparison / n177 / path">
            <a:extLst xmlns:a="http://schemas.openxmlformats.org/drawingml/2006/main">
              <a:ext uri="{FF2B5EF4-FFF2-40B4-BE49-F238E27FC236}">
                <a16:creationId xmlns:a16="http://schemas.microsoft.com/office/drawing/2014/main" id="{E86731C8-EB2F-4DC6-94B6-D3006FFC58EC}"/>
              </a:ext>
            </a:extLst>
          </p:cNvPr>
          <p:cNvSpPr>
            <a:spLocks xmlns:a="http://schemas.openxmlformats.org/drawingml/2006/main" noGrp="1"/>
          </p:cNvSpPr>
          <p:nvPr/>
        </p:nvSpPr>
        <p:spPr>
          <a:xfrm xmlns:a="http://schemas.openxmlformats.org/drawingml/2006/main">
            <a:off x="5113973" y="5724049"/>
            <a:ext cx="2425065" cy="1110424"/>
          </a:xfrm>
          <a:custGeom xmlns:a="http://schemas.openxmlformats.org/drawingml/2006/main">
            <a:pathLst>
              <a:path w="2425065" h="1110424">
                <a:moveTo>
                  <a:pt x="2425065" y="1110424"/>
                </a:moveTo>
                <a:lnTo>
                  <a:pt x="2425065" y="0"/>
                </a:lnTo>
                <a:lnTo>
                  <a:pt x="0" y="0"/>
                </a:lnTo>
              </a:path>
            </a:pathLst>
          </a:custGeom>
          <a:noFill xmlns:a="http://schemas.openxmlformats.org/drawingml/2006/main"/>
          <a:ln xmlns:a="http://schemas.openxmlformats.org/drawingml/2006/main" w="7020">
            <a:solidFill>
              <a:srgbClr val="000000"/>
            </a:solidFill>
            <a:prstDash val="dash"/>
          </a:ln>
        </p:spPr>
      </p:sp>
      <p:sp>
        <p:nvSpPr>
          <p:cNvPr id="226" name="dp44-comparison / n177 / arrow">
            <a:extLst xmlns:a="http://schemas.openxmlformats.org/drawingml/2006/main">
              <a:ext uri="{FF2B5EF4-FFF2-40B4-BE49-F238E27FC236}">
                <a16:creationId xmlns:a16="http://schemas.microsoft.com/office/drawing/2014/main" id="{23165905-B741-495B-8041-E24E167B4B79}"/>
              </a:ext>
            </a:extLst>
          </p:cNvPr>
          <p:cNvSpPr>
            <a:spLocks xmlns:a="http://schemas.openxmlformats.org/drawingml/2006/main" noGrp="1"/>
          </p:cNvSpPr>
          <p:nvPr/>
        </p:nvSpPr>
        <p:spPr>
          <a:xfrm xmlns:a="http://schemas.openxmlformats.org/drawingml/2006/main">
            <a:off x="5113973" y="5701585"/>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227" name="dp44-comparison / n178 / path">
            <a:extLst xmlns:a="http://schemas.openxmlformats.org/drawingml/2006/main">
              <a:ext uri="{FF2B5EF4-FFF2-40B4-BE49-F238E27FC236}">
                <a16:creationId xmlns:a16="http://schemas.microsoft.com/office/drawing/2014/main" id="{21AF23BC-014A-4E33-A2B1-F5F7D9BC11BA}"/>
              </a:ext>
            </a:extLst>
          </p:cNvPr>
          <p:cNvSpPr>
            <a:spLocks xmlns:a="http://schemas.openxmlformats.org/drawingml/2006/main" noGrp="1"/>
          </p:cNvSpPr>
          <p:nvPr/>
        </p:nvSpPr>
        <p:spPr>
          <a:xfrm xmlns:a="http://schemas.openxmlformats.org/drawingml/2006/main">
            <a:off x="3773805" y="4288155"/>
            <a:ext cx="3765232" cy="2482501"/>
          </a:xfrm>
          <a:custGeom xmlns:a="http://schemas.openxmlformats.org/drawingml/2006/main">
            <a:pathLst>
              <a:path w="3765232" h="2482501">
                <a:moveTo>
                  <a:pt x="3765232" y="2482501"/>
                </a:moveTo>
                <a:lnTo>
                  <a:pt x="0" y="2482501"/>
                </a:lnTo>
                <a:lnTo>
                  <a:pt x="0" y="0"/>
                </a:lnTo>
              </a:path>
            </a:pathLst>
          </a:custGeom>
          <a:noFill xmlns:a="http://schemas.openxmlformats.org/drawingml/2006/main"/>
          <a:ln xmlns:a="http://schemas.openxmlformats.org/drawingml/2006/main" w="7020">
            <a:solidFill>
              <a:srgbClr val="000000"/>
            </a:solidFill>
            <a:prstDash val="dash"/>
          </a:ln>
        </p:spPr>
      </p:sp>
      <p:sp>
        <p:nvSpPr>
          <p:cNvPr id="228" name="dp44-comparison / n178 / arrow">
            <a:extLst xmlns:a="http://schemas.openxmlformats.org/drawingml/2006/main">
              <a:ext uri="{FF2B5EF4-FFF2-40B4-BE49-F238E27FC236}">
                <a16:creationId xmlns:a16="http://schemas.microsoft.com/office/drawing/2014/main" id="{1FEEB208-B63A-4708-A679-DDAB7B5AED13}"/>
              </a:ext>
            </a:extLst>
          </p:cNvPr>
          <p:cNvSpPr>
            <a:spLocks xmlns:a="http://schemas.openxmlformats.org/drawingml/2006/main" noGrp="1"/>
          </p:cNvSpPr>
          <p:nvPr/>
        </p:nvSpPr>
        <p:spPr>
          <a:xfrm xmlns:a="http://schemas.openxmlformats.org/drawingml/2006/main">
            <a:off x="3751341" y="428815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29" name="dp44-comparison / n179 / path">
            <a:extLst xmlns:a="http://schemas.openxmlformats.org/drawingml/2006/main">
              <a:ext uri="{FF2B5EF4-FFF2-40B4-BE49-F238E27FC236}">
                <a16:creationId xmlns:a16="http://schemas.microsoft.com/office/drawing/2014/main" id="{5F15D109-B087-410E-9ABC-6C3D49185CF8}"/>
              </a:ext>
            </a:extLst>
          </p:cNvPr>
          <p:cNvSpPr>
            <a:spLocks xmlns:a="http://schemas.openxmlformats.org/drawingml/2006/main" noGrp="1"/>
          </p:cNvSpPr>
          <p:nvPr/>
        </p:nvSpPr>
        <p:spPr>
          <a:xfrm xmlns:a="http://schemas.openxmlformats.org/drawingml/2006/main">
            <a:off x="8145304" y="7070598"/>
            <a:ext cx="953" cy="153162"/>
          </a:xfrm>
          <a:custGeom xmlns:a="http://schemas.openxmlformats.org/drawingml/2006/main">
            <a:pathLst>
              <a:path w="953" h="153162">
                <a:moveTo>
                  <a:pt x="0" y="0"/>
                </a:moveTo>
                <a:lnTo>
                  <a:pt x="0" y="153162"/>
                </a:lnTo>
              </a:path>
            </a:pathLst>
          </a:custGeom>
          <a:noFill xmlns:a="http://schemas.openxmlformats.org/drawingml/2006/main"/>
          <a:ln xmlns:a="http://schemas.openxmlformats.org/drawingml/2006/main" w="7020">
            <a:solidFill>
              <a:srgbClr val="000000"/>
            </a:solidFill>
            <a:prstDash val="solid"/>
          </a:ln>
        </p:spPr>
      </p:sp>
      <p:sp>
        <p:nvSpPr>
          <p:cNvPr id="230" name="dp44-comparison / n179 / arrow">
            <a:extLst xmlns:a="http://schemas.openxmlformats.org/drawingml/2006/main">
              <a:ext uri="{FF2B5EF4-FFF2-40B4-BE49-F238E27FC236}">
                <a16:creationId xmlns:a16="http://schemas.microsoft.com/office/drawing/2014/main" id="{A699EA95-9AA1-40F2-B538-60E5687E479A}"/>
              </a:ext>
            </a:extLst>
          </p:cNvPr>
          <p:cNvSpPr>
            <a:spLocks xmlns:a="http://schemas.openxmlformats.org/drawingml/2006/main" noGrp="1"/>
          </p:cNvSpPr>
          <p:nvPr/>
        </p:nvSpPr>
        <p:spPr>
          <a:xfrm xmlns:a="http://schemas.openxmlformats.org/drawingml/2006/main">
            <a:off x="8122840" y="717883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231" name="dp44-comparison / n180 / path">
            <a:extLst xmlns:a="http://schemas.openxmlformats.org/drawingml/2006/main">
              <a:ext uri="{FF2B5EF4-FFF2-40B4-BE49-F238E27FC236}">
                <a16:creationId xmlns:a16="http://schemas.microsoft.com/office/drawing/2014/main" id="{47D26587-FB36-4986-8283-F87319585F58}"/>
              </a:ext>
            </a:extLst>
          </p:cNvPr>
          <p:cNvSpPr>
            <a:spLocks xmlns:a="http://schemas.openxmlformats.org/drawingml/2006/main" noGrp="1"/>
          </p:cNvSpPr>
          <p:nvPr/>
        </p:nvSpPr>
        <p:spPr>
          <a:xfrm xmlns:a="http://schemas.openxmlformats.org/drawingml/2006/main">
            <a:off x="8432483" y="7070598"/>
            <a:ext cx="953" cy="153162"/>
          </a:xfrm>
          <a:custGeom xmlns:a="http://schemas.openxmlformats.org/drawingml/2006/main">
            <a:pathLst>
              <a:path w="953" h="153162">
                <a:moveTo>
                  <a:pt x="0" y="153162"/>
                </a:moveTo>
                <a:lnTo>
                  <a:pt x="0" y="0"/>
                </a:lnTo>
              </a:path>
            </a:pathLst>
          </a:custGeom>
          <a:noFill xmlns:a="http://schemas.openxmlformats.org/drawingml/2006/main"/>
          <a:ln xmlns:a="http://schemas.openxmlformats.org/drawingml/2006/main" w="7020">
            <a:solidFill>
              <a:srgbClr val="000000"/>
            </a:solidFill>
            <a:prstDash val="dash"/>
          </a:ln>
        </p:spPr>
      </p:sp>
      <p:sp>
        <p:nvSpPr>
          <p:cNvPr id="232" name="dp44-comparison / n180 / arrow">
            <a:extLst xmlns:a="http://schemas.openxmlformats.org/drawingml/2006/main">
              <a:ext uri="{FF2B5EF4-FFF2-40B4-BE49-F238E27FC236}">
                <a16:creationId xmlns:a16="http://schemas.microsoft.com/office/drawing/2014/main" id="{826673DE-5E0D-41BA-BCEC-A22C47154044}"/>
              </a:ext>
            </a:extLst>
          </p:cNvPr>
          <p:cNvSpPr>
            <a:spLocks xmlns:a="http://schemas.openxmlformats.org/drawingml/2006/main" noGrp="1"/>
          </p:cNvSpPr>
          <p:nvPr/>
        </p:nvSpPr>
        <p:spPr>
          <a:xfrm xmlns:a="http://schemas.openxmlformats.org/drawingml/2006/main">
            <a:off x="8410019" y="707059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233" name="dp44-comparison / n181">
            <a:extLst xmlns:a="http://schemas.openxmlformats.org/drawingml/2006/main">
              <a:ext uri="{FF2B5EF4-FFF2-40B4-BE49-F238E27FC236}">
                <a16:creationId xmlns:a16="http://schemas.microsoft.com/office/drawing/2014/main" id="{403033F7-2A15-4E5E-B852-89E9FB83D921}"/>
              </a:ext>
            </a:extLst>
          </p:cNvPr>
          <p:cNvSpPr>
            <a:spLocks xmlns:a="http://schemas.openxmlformats.org/drawingml/2006/main" noGrp="1"/>
          </p:cNvSpPr>
          <p:nvPr/>
        </p:nvSpPr>
        <p:spPr>
          <a:xfrm xmlns:a="http://schemas.openxmlformats.org/drawingml/2006/main">
            <a:off x="1686973" y="4588097"/>
            <a:ext cx="175268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4" name="dp44-comparison / n182 / text 1">
            <a:extLst xmlns:a="http://schemas.openxmlformats.org/drawingml/2006/main">
              <a:ext uri="{FF2B5EF4-FFF2-40B4-BE49-F238E27FC236}">
                <a16:creationId xmlns:a16="http://schemas.microsoft.com/office/drawing/2014/main" id="{F9FC5D11-D1C3-4D4D-B19F-D0DCF8C2848A}"/>
              </a:ext>
            </a:extLst>
          </p:cNvPr>
          <p:cNvSpPr>
            <a:spLocks xmlns:a="http://schemas.openxmlformats.org/drawingml/2006/main" noGrp="1"/>
          </p:cNvSpPr>
          <p:nvPr/>
        </p:nvSpPr>
        <p:spPr>
          <a:xfrm xmlns:a="http://schemas.openxmlformats.org/drawingml/2006/main">
            <a:off x="1699736" y="4594479"/>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1 입력 / revision / evidence</a:t>
            </a:r>
          </a:p>
        </p:txBody>
      </p:sp>
      <p:sp>
        <p:nvSpPr>
          <p:cNvPr id="235" name="dp44-comparison / n183">
            <a:extLst xmlns:a="http://schemas.openxmlformats.org/drawingml/2006/main">
              <a:ext uri="{FF2B5EF4-FFF2-40B4-BE49-F238E27FC236}">
                <a16:creationId xmlns:a16="http://schemas.microsoft.com/office/drawing/2014/main" id="{D80BFB55-48FA-4E7E-9853-BFD3E6C1C636}"/>
              </a:ext>
            </a:extLst>
          </p:cNvPr>
          <p:cNvSpPr>
            <a:spLocks xmlns:a="http://schemas.openxmlformats.org/drawingml/2006/main" noGrp="1"/>
          </p:cNvSpPr>
          <p:nvPr/>
        </p:nvSpPr>
        <p:spPr>
          <a:xfrm xmlns:a="http://schemas.openxmlformats.org/drawingml/2006/main">
            <a:off x="3792950" y="2494883"/>
            <a:ext cx="780616"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6" name="dp44-comparison / n184 / text 1">
            <a:extLst xmlns:a="http://schemas.openxmlformats.org/drawingml/2006/main">
              <a:ext uri="{FF2B5EF4-FFF2-40B4-BE49-F238E27FC236}">
                <a16:creationId xmlns:a16="http://schemas.microsoft.com/office/drawing/2014/main" id="{D6AC9ECC-C7AD-49FA-BBCA-E5F891A5DBDE}"/>
              </a:ext>
            </a:extLst>
          </p:cNvPr>
          <p:cNvSpPr>
            <a:spLocks xmlns:a="http://schemas.openxmlformats.org/drawingml/2006/main" noGrp="1"/>
          </p:cNvSpPr>
          <p:nvPr/>
        </p:nvSpPr>
        <p:spPr>
          <a:xfrm xmlns:a="http://schemas.openxmlformats.org/drawingml/2006/main">
            <a:off x="3805714" y="2501265"/>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InputStarted</a:t>
            </a:r>
          </a:p>
        </p:txBody>
      </p:sp>
      <p:sp>
        <p:nvSpPr>
          <p:cNvPr id="237" name="dp44-comparison / n185">
            <a:extLst xmlns:a="http://schemas.openxmlformats.org/drawingml/2006/main">
              <a:ext uri="{FF2B5EF4-FFF2-40B4-BE49-F238E27FC236}">
                <a16:creationId xmlns:a16="http://schemas.microsoft.com/office/drawing/2014/main" id="{BF28C28F-647B-44B2-AC9D-BBC26D2DA258}"/>
              </a:ext>
            </a:extLst>
          </p:cNvPr>
          <p:cNvSpPr>
            <a:spLocks xmlns:a="http://schemas.openxmlformats.org/drawingml/2006/main" noGrp="1"/>
          </p:cNvSpPr>
          <p:nvPr/>
        </p:nvSpPr>
        <p:spPr>
          <a:xfrm xmlns:a="http://schemas.openxmlformats.org/drawingml/2006/main">
            <a:off x="3799332" y="3637217"/>
            <a:ext cx="1717967"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8" name="dp44-comparison / n186 / text 1">
            <a:extLst xmlns:a="http://schemas.openxmlformats.org/drawingml/2006/main">
              <a:ext uri="{FF2B5EF4-FFF2-40B4-BE49-F238E27FC236}">
                <a16:creationId xmlns:a16="http://schemas.microsoft.com/office/drawing/2014/main" id="{6777EBF0-A492-4B77-A303-09881E3E3FDA}"/>
              </a:ext>
            </a:extLst>
          </p:cNvPr>
          <p:cNvSpPr>
            <a:spLocks xmlns:a="http://schemas.openxmlformats.org/drawingml/2006/main" noGrp="1"/>
          </p:cNvSpPr>
          <p:nvPr/>
        </p:nvSpPr>
        <p:spPr>
          <a:xfrm xmlns:a="http://schemas.openxmlformats.org/drawingml/2006/main">
            <a:off x="3812096" y="3643598"/>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Direct 후보 → 좁은 admission</a:t>
            </a:r>
          </a:p>
        </p:txBody>
      </p:sp>
      <p:sp>
        <p:nvSpPr>
          <p:cNvPr id="239" name="dp44-comparison / n187">
            <a:extLst xmlns:a="http://schemas.openxmlformats.org/drawingml/2006/main">
              <a:ext uri="{FF2B5EF4-FFF2-40B4-BE49-F238E27FC236}">
                <a16:creationId xmlns:a16="http://schemas.microsoft.com/office/drawing/2014/main" id="{ADA87CA5-944C-4311-AC65-1290F3FD11C2}"/>
              </a:ext>
            </a:extLst>
          </p:cNvPr>
          <p:cNvSpPr>
            <a:spLocks xmlns:a="http://schemas.openxmlformats.org/drawingml/2006/main" noGrp="1"/>
          </p:cNvSpPr>
          <p:nvPr/>
        </p:nvSpPr>
        <p:spPr>
          <a:xfrm xmlns:a="http://schemas.openxmlformats.org/drawingml/2006/main">
            <a:off x="1604010" y="4760405"/>
            <a:ext cx="103665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0" name="dp44-comparison / n188 / text 1">
            <a:extLst xmlns:a="http://schemas.openxmlformats.org/drawingml/2006/main">
              <a:ext uri="{FF2B5EF4-FFF2-40B4-BE49-F238E27FC236}">
                <a16:creationId xmlns:a16="http://schemas.microsoft.com/office/drawing/2014/main" id="{031FD0D3-5992-418E-B4D3-0351A933235A}"/>
              </a:ext>
            </a:extLst>
          </p:cNvPr>
          <p:cNvSpPr>
            <a:spLocks xmlns:a="http://schemas.openxmlformats.org/drawingml/2006/main" noGrp="1"/>
          </p:cNvSpPr>
          <p:nvPr/>
        </p:nvSpPr>
        <p:spPr>
          <a:xfrm xmlns:a="http://schemas.openxmlformats.org/drawingml/2006/main">
            <a:off x="1616774" y="4766786"/>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2 허용된 근거 조회</a:t>
            </a:r>
          </a:p>
        </p:txBody>
      </p:sp>
      <p:sp>
        <p:nvSpPr>
          <p:cNvPr id="241" name="dp44-comparison / n189">
            <a:extLst xmlns:a="http://schemas.openxmlformats.org/drawingml/2006/main">
              <a:ext uri="{FF2B5EF4-FFF2-40B4-BE49-F238E27FC236}">
                <a16:creationId xmlns:a16="http://schemas.microsoft.com/office/drawing/2014/main" id="{A61A9DEC-5619-45CE-946C-2DD980E7A542}"/>
              </a:ext>
            </a:extLst>
          </p:cNvPr>
          <p:cNvSpPr>
            <a:spLocks xmlns:a="http://schemas.openxmlformats.org/drawingml/2006/main" noGrp="1"/>
          </p:cNvSpPr>
          <p:nvPr/>
        </p:nvSpPr>
        <p:spPr>
          <a:xfrm xmlns:a="http://schemas.openxmlformats.org/drawingml/2006/main">
            <a:off x="1604010" y="5411343"/>
            <a:ext cx="18720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2" name="dp44-comparison / n190 / text 1">
            <a:extLst xmlns:a="http://schemas.openxmlformats.org/drawingml/2006/main">
              <a:ext uri="{FF2B5EF4-FFF2-40B4-BE49-F238E27FC236}">
                <a16:creationId xmlns:a16="http://schemas.microsoft.com/office/drawing/2014/main" id="{ECF01E4F-ECD9-452D-A14F-33E77A614ECA}"/>
              </a:ext>
            </a:extLst>
          </p:cNvPr>
          <p:cNvSpPr>
            <a:spLocks xmlns:a="http://schemas.openxmlformats.org/drawingml/2006/main" noGrp="1"/>
          </p:cNvSpPr>
          <p:nvPr/>
        </p:nvSpPr>
        <p:spPr>
          <a:xfrm xmlns:a="http://schemas.openxmlformats.org/drawingml/2006/main">
            <a:off x="1616774" y="5417725"/>
            <a:ext cx="2137886"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3 입력 / 근거 / revision / 예산</a:t>
            </a:r>
          </a:p>
        </p:txBody>
      </p:sp>
      <p:sp>
        <p:nvSpPr>
          <p:cNvPr id="243" name="dp44-comparison / n191">
            <a:extLst xmlns:a="http://schemas.openxmlformats.org/drawingml/2006/main">
              <a:ext uri="{FF2B5EF4-FFF2-40B4-BE49-F238E27FC236}">
                <a16:creationId xmlns:a16="http://schemas.microsoft.com/office/drawing/2014/main" id="{8C4C6306-AB23-4E56-943F-0FA96849FC6F}"/>
              </a:ext>
            </a:extLst>
          </p:cNvPr>
          <p:cNvSpPr>
            <a:spLocks xmlns:a="http://schemas.openxmlformats.org/drawingml/2006/main" noGrp="1"/>
          </p:cNvSpPr>
          <p:nvPr/>
        </p:nvSpPr>
        <p:spPr>
          <a:xfrm xmlns:a="http://schemas.openxmlformats.org/drawingml/2006/main">
            <a:off x="1604010" y="6011228"/>
            <a:ext cx="148796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4" name="dp44-comparison / n192 / text 1">
            <a:extLst xmlns:a="http://schemas.openxmlformats.org/drawingml/2006/main">
              <a:ext uri="{FF2B5EF4-FFF2-40B4-BE49-F238E27FC236}">
                <a16:creationId xmlns:a16="http://schemas.microsoft.com/office/drawing/2014/main" id="{9E55E009-45E2-4C9E-AB62-58406D3A469A}"/>
              </a:ext>
            </a:extLst>
          </p:cNvPr>
          <p:cNvSpPr>
            <a:spLocks xmlns:a="http://schemas.openxmlformats.org/drawingml/2006/main" noGrp="1"/>
          </p:cNvSpPr>
          <p:nvPr/>
        </p:nvSpPr>
        <p:spPr>
          <a:xfrm xmlns:a="http://schemas.openxmlformats.org/drawingml/2006/main">
            <a:off x="1616774" y="6017609"/>
            <a:ext cx="216979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의미 제안 / 추가 근거 요구</a:t>
            </a:r>
          </a:p>
        </p:txBody>
      </p:sp>
      <p:sp>
        <p:nvSpPr>
          <p:cNvPr id="245" name="dp44-comparison / n193">
            <a:extLst xmlns:a="http://schemas.openxmlformats.org/drawingml/2006/main">
              <a:ext uri="{FF2B5EF4-FFF2-40B4-BE49-F238E27FC236}">
                <a16:creationId xmlns:a16="http://schemas.microsoft.com/office/drawing/2014/main" id="{AB19C2DB-248F-44B3-BB84-9851A6AFE9A1}"/>
              </a:ext>
            </a:extLst>
          </p:cNvPr>
          <p:cNvSpPr>
            <a:spLocks xmlns:a="http://schemas.openxmlformats.org/drawingml/2006/main" noGrp="1"/>
          </p:cNvSpPr>
          <p:nvPr/>
        </p:nvSpPr>
        <p:spPr>
          <a:xfrm xmlns:a="http://schemas.openxmlformats.org/drawingml/2006/main">
            <a:off x="6677501" y="4798695"/>
            <a:ext cx="18438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6" name="dp44-comparison / n194 / text 1">
            <a:extLst xmlns:a="http://schemas.openxmlformats.org/drawingml/2006/main">
              <a:ext uri="{FF2B5EF4-FFF2-40B4-BE49-F238E27FC236}">
                <a16:creationId xmlns:a16="http://schemas.microsoft.com/office/drawing/2014/main" id="{362D8572-C41A-4E83-802E-DC07CD745918}"/>
              </a:ext>
            </a:extLst>
          </p:cNvPr>
          <p:cNvSpPr>
            <a:spLocks xmlns:a="http://schemas.openxmlformats.org/drawingml/2006/main" noGrp="1"/>
          </p:cNvSpPr>
          <p:nvPr/>
        </p:nvSpPr>
        <p:spPr>
          <a:xfrm xmlns:a="http://schemas.openxmlformats.org/drawingml/2006/main">
            <a:off x="6690265" y="4805077"/>
            <a:ext cx="2157032"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4 채택 의미 / hold / admission</a:t>
            </a:r>
          </a:p>
        </p:txBody>
      </p:sp>
      <p:sp>
        <p:nvSpPr>
          <p:cNvPr id="247" name="dp44-comparison / n195">
            <a:extLst xmlns:a="http://schemas.openxmlformats.org/drawingml/2006/main">
              <a:ext uri="{FF2B5EF4-FFF2-40B4-BE49-F238E27FC236}">
                <a16:creationId xmlns:a16="http://schemas.microsoft.com/office/drawing/2014/main" id="{BD40EA35-E2B3-4A81-A938-E5B06C495A63}"/>
              </a:ext>
            </a:extLst>
          </p:cNvPr>
          <p:cNvSpPr>
            <a:spLocks xmlns:a="http://schemas.openxmlformats.org/drawingml/2006/main" noGrp="1"/>
          </p:cNvSpPr>
          <p:nvPr/>
        </p:nvSpPr>
        <p:spPr>
          <a:xfrm xmlns:a="http://schemas.openxmlformats.org/drawingml/2006/main">
            <a:off x="7309295" y="5404961"/>
            <a:ext cx="13686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8" name="dp44-comparison / n196 / text 1">
            <a:extLst xmlns:a="http://schemas.openxmlformats.org/drawingml/2006/main">
              <a:ext uri="{FF2B5EF4-FFF2-40B4-BE49-F238E27FC236}">
                <a16:creationId xmlns:a16="http://schemas.microsoft.com/office/drawing/2014/main" id="{2C0ECEA2-5DE6-49C7-AB8C-62BDBDA753A1}"/>
              </a:ext>
            </a:extLst>
          </p:cNvPr>
          <p:cNvSpPr>
            <a:spLocks xmlns:a="http://schemas.openxmlformats.org/drawingml/2006/main" noGrp="1"/>
          </p:cNvSpPr>
          <p:nvPr/>
        </p:nvSpPr>
        <p:spPr>
          <a:xfrm xmlns:a="http://schemas.openxmlformats.org/drawingml/2006/main">
            <a:off x="7322058" y="5411343"/>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명령 / hold / 반환 사건</a:t>
            </a:r>
          </a:p>
        </p:txBody>
      </p:sp>
      <p:sp>
        <p:nvSpPr>
          <p:cNvPr id="249" name="dp44-comparison / n197">
            <a:extLst xmlns:a="http://schemas.openxmlformats.org/drawingml/2006/main">
              <a:ext uri="{FF2B5EF4-FFF2-40B4-BE49-F238E27FC236}">
                <a16:creationId xmlns:a16="http://schemas.microsoft.com/office/drawing/2014/main" id="{D7B1DDC0-CC4B-46C1-BD91-AF2761603999}"/>
              </a:ext>
            </a:extLst>
          </p:cNvPr>
          <p:cNvSpPr>
            <a:spLocks xmlns:a="http://schemas.openxmlformats.org/drawingml/2006/main" noGrp="1"/>
          </p:cNvSpPr>
          <p:nvPr/>
        </p:nvSpPr>
        <p:spPr>
          <a:xfrm xmlns:a="http://schemas.openxmlformats.org/drawingml/2006/main">
            <a:off x="7360349" y="5960174"/>
            <a:ext cx="145503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0" name="dp44-comparison / n198 / text 1">
            <a:extLst xmlns:a="http://schemas.openxmlformats.org/drawingml/2006/main">
              <a:ext uri="{FF2B5EF4-FFF2-40B4-BE49-F238E27FC236}">
                <a16:creationId xmlns:a16="http://schemas.microsoft.com/office/drawing/2014/main" id="{8F7B8C2E-08A6-4964-8206-814CC155AD72}"/>
              </a:ext>
            </a:extLst>
          </p:cNvPr>
          <p:cNvSpPr>
            <a:spLocks xmlns:a="http://schemas.openxmlformats.org/drawingml/2006/main" noGrp="1"/>
          </p:cNvSpPr>
          <p:nvPr/>
        </p:nvSpPr>
        <p:spPr>
          <a:xfrm xmlns:a="http://schemas.openxmlformats.org/drawingml/2006/main">
            <a:off x="7373112" y="5966555"/>
            <a:ext cx="14550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전송 / 외부 접수 / 질문 / 결과</a:t>
            </a:r>
          </a:p>
        </p:txBody>
      </p:sp>
      <p:sp>
        <p:nvSpPr>
          <p:cNvPr id="251" name="dp44-comparison / n199">
            <a:extLst xmlns:a="http://schemas.openxmlformats.org/drawingml/2006/main">
              <a:ext uri="{FF2B5EF4-FFF2-40B4-BE49-F238E27FC236}">
                <a16:creationId xmlns:a16="http://schemas.microsoft.com/office/drawing/2014/main" id="{B627EC18-8057-46FB-97F7-A00281B61F75}"/>
              </a:ext>
            </a:extLst>
          </p:cNvPr>
          <p:cNvSpPr>
            <a:spLocks xmlns:a="http://schemas.openxmlformats.org/drawingml/2006/main" noGrp="1"/>
          </p:cNvSpPr>
          <p:nvPr/>
        </p:nvSpPr>
        <p:spPr>
          <a:xfrm xmlns:a="http://schemas.openxmlformats.org/drawingml/2006/main">
            <a:off x="6868954" y="4620006"/>
            <a:ext cx="163117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2" name="dp44-comparison / n200 / text 1">
            <a:extLst xmlns:a="http://schemas.openxmlformats.org/drawingml/2006/main">
              <a:ext uri="{FF2B5EF4-FFF2-40B4-BE49-F238E27FC236}">
                <a16:creationId xmlns:a16="http://schemas.microsoft.com/office/drawing/2014/main" id="{964F28AD-28C1-4774-9492-3C39BEDDBA36}"/>
              </a:ext>
            </a:extLst>
          </p:cNvPr>
          <p:cNvSpPr>
            <a:spLocks xmlns:a="http://schemas.openxmlformats.org/drawingml/2006/main" noGrp="1"/>
          </p:cNvSpPr>
          <p:nvPr/>
        </p:nvSpPr>
        <p:spPr>
          <a:xfrm xmlns:a="http://schemas.openxmlformats.org/drawingml/2006/main">
            <a:off x="6881717" y="4626388"/>
            <a:ext cx="196557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확인 / 저장 후 대화 연결</a:t>
            </a:r>
          </a:p>
        </p:txBody>
      </p:sp>
      <p:sp>
        <p:nvSpPr>
          <p:cNvPr id="253" name="dp44-comparison / n201">
            <a:extLst xmlns:a="http://schemas.openxmlformats.org/drawingml/2006/main">
              <a:ext uri="{FF2B5EF4-FFF2-40B4-BE49-F238E27FC236}">
                <a16:creationId xmlns:a16="http://schemas.microsoft.com/office/drawing/2014/main" id="{171BFA14-B8F6-4993-8617-0BFBC790F4CD}"/>
              </a:ext>
            </a:extLst>
          </p:cNvPr>
          <p:cNvSpPr>
            <a:spLocks xmlns:a="http://schemas.openxmlformats.org/drawingml/2006/main" noGrp="1"/>
          </p:cNvSpPr>
          <p:nvPr/>
        </p:nvSpPr>
        <p:spPr>
          <a:xfrm xmlns:a="http://schemas.openxmlformats.org/drawingml/2006/main">
            <a:off x="4080129" y="6725984"/>
            <a:ext cx="178740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4" name="dp44-comparison / n202 / text 1">
            <a:extLst xmlns:a="http://schemas.openxmlformats.org/drawingml/2006/main">
              <a:ext uri="{FF2B5EF4-FFF2-40B4-BE49-F238E27FC236}">
                <a16:creationId xmlns:a16="http://schemas.microsoft.com/office/drawing/2014/main" id="{0E7617F8-ED80-481A-A956-FC294CF95EC1}"/>
              </a:ext>
            </a:extLst>
          </p:cNvPr>
          <p:cNvSpPr>
            <a:spLocks xmlns:a="http://schemas.openxmlformats.org/drawingml/2006/main" noGrp="1"/>
          </p:cNvSpPr>
          <p:nvPr/>
        </p:nvSpPr>
        <p:spPr>
          <a:xfrm xmlns:a="http://schemas.openxmlformats.org/drawingml/2006/main">
            <a:off x="4092893" y="6732365"/>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7 release / P2 / Q1 identity</a:t>
            </a:r>
          </a:p>
        </p:txBody>
      </p:sp>
      <p:sp>
        <p:nvSpPr>
          <p:cNvPr id="255" name="dp44-comparison / n203">
            <a:extLst xmlns:a="http://schemas.openxmlformats.org/drawingml/2006/main">
              <a:ext uri="{FF2B5EF4-FFF2-40B4-BE49-F238E27FC236}">
                <a16:creationId xmlns:a16="http://schemas.microsoft.com/office/drawing/2014/main" id="{B6280BDC-5E96-43CB-B8DC-7053AB9EC085}"/>
              </a:ext>
            </a:extLst>
          </p:cNvPr>
          <p:cNvSpPr>
            <a:spLocks xmlns:a="http://schemas.openxmlformats.org/drawingml/2006/main" noGrp="1"/>
          </p:cNvSpPr>
          <p:nvPr/>
        </p:nvSpPr>
        <p:spPr>
          <a:xfrm xmlns:a="http://schemas.openxmlformats.org/drawingml/2006/main">
            <a:off x="1578483" y="6764274"/>
            <a:ext cx="23754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6" name="dp44-comparison / n204 / text 1">
            <a:extLst xmlns:a="http://schemas.openxmlformats.org/drawingml/2006/main">
              <a:ext uri="{FF2B5EF4-FFF2-40B4-BE49-F238E27FC236}">
                <a16:creationId xmlns:a16="http://schemas.microsoft.com/office/drawing/2014/main" id="{BD6DEC15-9CAD-4D6C-A08F-A6FDF6861194}"/>
              </a:ext>
            </a:extLst>
          </p:cNvPr>
          <p:cNvSpPr>
            <a:spLocks xmlns:a="http://schemas.openxmlformats.org/drawingml/2006/main" noGrp="1"/>
          </p:cNvSpPr>
          <p:nvPr/>
        </p:nvSpPr>
        <p:spPr>
          <a:xfrm xmlns:a="http://schemas.openxmlformats.org/drawingml/2006/main">
            <a:off x="1591247" y="6770656"/>
            <a:ext cx="382905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실제 전달 / 중단 receipt / actual range</a:t>
            </a:r>
          </a:p>
        </p:txBody>
      </p:sp>
      <p:sp>
        <p:nvSpPr>
          <p:cNvPr id="257" name="dp44-comparison / n205">
            <a:extLst xmlns:a="http://schemas.openxmlformats.org/drawingml/2006/main">
              <a:ext uri="{FF2B5EF4-FFF2-40B4-BE49-F238E27FC236}">
                <a16:creationId xmlns:a16="http://schemas.microsoft.com/office/drawing/2014/main" id="{3CDCA12A-267E-4BD5-A00F-0219B41413F4}"/>
              </a:ext>
            </a:extLst>
          </p:cNvPr>
          <p:cNvSpPr>
            <a:spLocks xmlns:a="http://schemas.openxmlformats.org/drawingml/2006/main" noGrp="1"/>
          </p:cNvSpPr>
          <p:nvPr/>
        </p:nvSpPr>
        <p:spPr>
          <a:xfrm xmlns:a="http://schemas.openxmlformats.org/drawingml/2006/main">
            <a:off x="5630894" y="6585585"/>
            <a:ext cx="80231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8" name="dp44-comparison / n206 / text 1">
            <a:extLst xmlns:a="http://schemas.openxmlformats.org/drawingml/2006/main">
              <a:ext uri="{FF2B5EF4-FFF2-40B4-BE49-F238E27FC236}">
                <a16:creationId xmlns:a16="http://schemas.microsoft.com/office/drawing/2014/main" id="{12AC7433-889E-4AE8-A1B8-3B1BD3CCC9FC}"/>
              </a:ext>
            </a:extLst>
          </p:cNvPr>
          <p:cNvSpPr>
            <a:spLocks xmlns:a="http://schemas.openxmlformats.org/drawingml/2006/main" noGrp="1"/>
          </p:cNvSpPr>
          <p:nvPr/>
        </p:nvSpPr>
        <p:spPr>
          <a:xfrm xmlns:a="http://schemas.openxmlformats.org/drawingml/2006/main">
            <a:off x="5643658" y="6591967"/>
            <a:ext cx="135931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전달 기록 갱신</a:t>
            </a:r>
          </a:p>
        </p:txBody>
      </p:sp>
      <p:sp>
        <p:nvSpPr>
          <p:cNvPr id="259" name="dp44-comparison / n207">
            <a:extLst xmlns:a="http://schemas.openxmlformats.org/drawingml/2006/main">
              <a:ext uri="{FF2B5EF4-FFF2-40B4-BE49-F238E27FC236}">
                <a16:creationId xmlns:a16="http://schemas.microsoft.com/office/drawing/2014/main" id="{E70BF3ED-AD64-4D1F-AD6D-53FAB7628ACF}"/>
              </a:ext>
            </a:extLst>
          </p:cNvPr>
          <p:cNvSpPr>
            <a:spLocks xmlns:a="http://schemas.openxmlformats.org/drawingml/2006/main" noGrp="1"/>
          </p:cNvSpPr>
          <p:nvPr/>
        </p:nvSpPr>
        <p:spPr>
          <a:xfrm xmlns:a="http://schemas.openxmlformats.org/drawingml/2006/main">
            <a:off x="4341781" y="4862513"/>
            <a:ext cx="154004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0" name="dp44-comparison / n208 / text 1">
            <a:extLst xmlns:a="http://schemas.openxmlformats.org/drawingml/2006/main">
              <a:ext uri="{FF2B5EF4-FFF2-40B4-BE49-F238E27FC236}">
                <a16:creationId xmlns:a16="http://schemas.microsoft.com/office/drawing/2014/main" id="{0FE58FDA-1C6F-4C84-8B9D-E4842036C062}"/>
              </a:ext>
            </a:extLst>
          </p:cNvPr>
          <p:cNvSpPr>
            <a:spLocks xmlns:a="http://schemas.openxmlformats.org/drawingml/2006/main" noGrp="1"/>
          </p:cNvSpPr>
          <p:nvPr/>
        </p:nvSpPr>
        <p:spPr>
          <a:xfrm xmlns:a="http://schemas.openxmlformats.org/drawingml/2006/main">
            <a:off x="4354544" y="4868894"/>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8 확인된 제시 → 질문 focus</a:t>
            </a:r>
          </a:p>
        </p:txBody>
      </p:sp>
      <p:sp>
        <p:nvSpPr>
          <p:cNvPr id="261" name="dp44-comparison / n209">
            <a:extLst xmlns:a="http://schemas.openxmlformats.org/drawingml/2006/main">
              <a:ext uri="{FF2B5EF4-FFF2-40B4-BE49-F238E27FC236}">
                <a16:creationId xmlns:a16="http://schemas.microsoft.com/office/drawing/2014/main" id="{A3DB64D5-B328-4820-9FF6-6A957AF60536}"/>
              </a:ext>
            </a:extLst>
          </p:cNvPr>
          <p:cNvSpPr>
            <a:spLocks xmlns:a="http://schemas.openxmlformats.org/drawingml/2006/main" noGrp="1"/>
          </p:cNvSpPr>
          <p:nvPr/>
        </p:nvSpPr>
        <p:spPr>
          <a:xfrm xmlns:a="http://schemas.openxmlformats.org/drawingml/2006/main">
            <a:off x="6377559" y="3656362"/>
            <a:ext cx="159211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2" name="dp44-comparison / n210 / text 1">
            <a:extLst xmlns:a="http://schemas.openxmlformats.org/drawingml/2006/main">
              <a:ext uri="{FF2B5EF4-FFF2-40B4-BE49-F238E27FC236}">
                <a16:creationId xmlns:a16="http://schemas.microsoft.com/office/drawing/2014/main" id="{B0A62E7E-683B-4E67-93DE-2A399C2FFC34}"/>
              </a:ext>
            </a:extLst>
          </p:cNvPr>
          <p:cNvSpPr>
            <a:spLocks xmlns:a="http://schemas.openxmlformats.org/drawingml/2006/main" noGrp="1"/>
          </p:cNvSpPr>
          <p:nvPr/>
        </p:nvSpPr>
        <p:spPr>
          <a:xfrm xmlns:a="http://schemas.openxmlformats.org/drawingml/2006/main">
            <a:off x="6390323" y="3662744"/>
            <a:ext cx="23293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job / revision / 대기 참조</a:t>
            </a:r>
          </a:p>
        </p:txBody>
      </p:sp>
      <p:sp>
        <p:nvSpPr>
          <p:cNvPr id="263" name="dp44-comparison / n211">
            <a:extLst xmlns:a="http://schemas.openxmlformats.org/drawingml/2006/main">
              <a:ext uri="{FF2B5EF4-FFF2-40B4-BE49-F238E27FC236}">
                <a16:creationId xmlns:a16="http://schemas.microsoft.com/office/drawing/2014/main" id="{F6D364E6-CC59-4A01-B8FB-24C60817680F}"/>
              </a:ext>
            </a:extLst>
          </p:cNvPr>
          <p:cNvSpPr>
            <a:spLocks xmlns:a="http://schemas.openxmlformats.org/drawingml/2006/main" noGrp="1"/>
          </p:cNvSpPr>
          <p:nvPr/>
        </p:nvSpPr>
        <p:spPr>
          <a:xfrm xmlns:a="http://schemas.openxmlformats.org/drawingml/2006/main">
            <a:off x="4322636" y="4683824"/>
            <a:ext cx="19002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4" name="dp44-comparison / n212 / text 1">
            <a:extLst xmlns:a="http://schemas.openxmlformats.org/drawingml/2006/main">
              <a:ext uri="{FF2B5EF4-FFF2-40B4-BE49-F238E27FC236}">
                <a16:creationId xmlns:a16="http://schemas.microsoft.com/office/drawing/2014/main" id="{04F42F0D-8AE2-4C30-A396-BB2E5BF86651}"/>
              </a:ext>
            </a:extLst>
          </p:cNvPr>
          <p:cNvSpPr>
            <a:spLocks xmlns:a="http://schemas.openxmlformats.org/drawingml/2006/main" noGrp="1"/>
          </p:cNvSpPr>
          <p:nvPr/>
        </p:nvSpPr>
        <p:spPr>
          <a:xfrm xmlns:a="http://schemas.openxmlformats.org/drawingml/2006/main">
            <a:off x="4335399" y="4690205"/>
            <a:ext cx="201025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5 채택 의미 / 허용 사실 / job ID</a:t>
            </a:r>
          </a:p>
        </p:txBody>
      </p:sp>
      <p:sp>
        <p:nvSpPr>
          <p:cNvPr id="265" name="dp44-comparison / n213">
            <a:extLst xmlns:a="http://schemas.openxmlformats.org/drawingml/2006/main">
              <a:ext uri="{FF2B5EF4-FFF2-40B4-BE49-F238E27FC236}">
                <a16:creationId xmlns:a16="http://schemas.microsoft.com/office/drawing/2014/main" id="{9555688D-4EBF-4690-B938-1446F6F30250}"/>
              </a:ext>
            </a:extLst>
          </p:cNvPr>
          <p:cNvSpPr>
            <a:spLocks xmlns:a="http://schemas.openxmlformats.org/drawingml/2006/main" noGrp="1"/>
          </p:cNvSpPr>
          <p:nvPr/>
        </p:nvSpPr>
        <p:spPr>
          <a:xfrm xmlns:a="http://schemas.openxmlformats.org/drawingml/2006/main">
            <a:off x="4309872" y="5768721"/>
            <a:ext cx="1494478"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6" name="dp44-comparison / n214 / text 1">
            <a:extLst xmlns:a="http://schemas.openxmlformats.org/drawingml/2006/main">
              <a:ext uri="{FF2B5EF4-FFF2-40B4-BE49-F238E27FC236}">
                <a16:creationId xmlns:a16="http://schemas.microsoft.com/office/drawing/2014/main" id="{77D9C91E-58CC-4EF0-A190-9B25AB5F53E3}"/>
              </a:ext>
            </a:extLst>
          </p:cNvPr>
          <p:cNvSpPr>
            <a:spLocks xmlns:a="http://schemas.openxmlformats.org/drawingml/2006/main" noGrp="1"/>
          </p:cNvSpPr>
          <p:nvPr/>
        </p:nvSpPr>
        <p:spPr>
          <a:xfrm xmlns:a="http://schemas.openxmlformats.org/drawingml/2006/main">
            <a:off x="4322636" y="5775103"/>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후보 반환 / 시작 revision</a:t>
            </a:r>
          </a:p>
        </p:txBody>
      </p:sp>
      <p:sp>
        <p:nvSpPr>
          <p:cNvPr id="267" name="dp44-comparison / n215">
            <a:extLst xmlns:a="http://schemas.openxmlformats.org/drawingml/2006/main">
              <a:ext uri="{FF2B5EF4-FFF2-40B4-BE49-F238E27FC236}">
                <a16:creationId xmlns:a16="http://schemas.microsoft.com/office/drawing/2014/main" id="{492A1DC4-68D9-4EB2-9FFC-22D33927033B}"/>
              </a:ext>
            </a:extLst>
          </p:cNvPr>
          <p:cNvSpPr>
            <a:spLocks xmlns:a="http://schemas.openxmlformats.org/drawingml/2006/main" noGrp="1"/>
          </p:cNvSpPr>
          <p:nvPr/>
        </p:nvSpPr>
        <p:spPr>
          <a:xfrm xmlns:a="http://schemas.openxmlformats.org/drawingml/2006/main">
            <a:off x="4316254" y="6043136"/>
            <a:ext cx="133391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68" name="dp44-comparison / n216 / text 1">
            <a:extLst xmlns:a="http://schemas.openxmlformats.org/drawingml/2006/main">
              <a:ext uri="{FF2B5EF4-FFF2-40B4-BE49-F238E27FC236}">
                <a16:creationId xmlns:a16="http://schemas.microsoft.com/office/drawing/2014/main" id="{F0CC1F5B-9D84-46D4-9EB5-2B07BDFAE4B9}"/>
              </a:ext>
            </a:extLst>
          </p:cNvPr>
          <p:cNvSpPr>
            <a:spLocks xmlns:a="http://schemas.openxmlformats.org/drawingml/2006/main" noGrp="1"/>
          </p:cNvSpPr>
          <p:nvPr/>
        </p:nvSpPr>
        <p:spPr>
          <a:xfrm xmlns:a="http://schemas.openxmlformats.org/drawingml/2006/main">
            <a:off x="4329017" y="6049518"/>
            <a:ext cx="211874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6 유효 후보 → 게시 요청</a:t>
            </a:r>
          </a:p>
        </p:txBody>
      </p:sp>
      <p:sp>
        <p:nvSpPr>
          <p:cNvPr id="269" name="dp44-comparison / n217">
            <a:extLst xmlns:a="http://schemas.openxmlformats.org/drawingml/2006/main">
              <a:ext uri="{FF2B5EF4-FFF2-40B4-BE49-F238E27FC236}">
                <a16:creationId xmlns:a16="http://schemas.microsoft.com/office/drawing/2014/main" id="{1E4297F8-8265-48EA-A082-D7C89E33407B}"/>
              </a:ext>
            </a:extLst>
          </p:cNvPr>
          <p:cNvSpPr>
            <a:spLocks xmlns:a="http://schemas.openxmlformats.org/drawingml/2006/main" noGrp="1"/>
          </p:cNvSpPr>
          <p:nvPr/>
        </p:nvSpPr>
        <p:spPr>
          <a:xfrm xmlns:a="http://schemas.openxmlformats.org/drawingml/2006/main">
            <a:off x="9890760" y="2341721"/>
            <a:ext cx="1084898" cy="255270"/>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270" name="dp44-comparison / n218 / text 1">
            <a:extLst xmlns:a="http://schemas.openxmlformats.org/drawingml/2006/main">
              <a:ext uri="{FF2B5EF4-FFF2-40B4-BE49-F238E27FC236}">
                <a16:creationId xmlns:a16="http://schemas.microsoft.com/office/drawing/2014/main" id="{98891078-79EE-4117-9E8C-19E0765AF3E4}"/>
              </a:ext>
            </a:extLst>
          </p:cNvPr>
          <p:cNvSpPr>
            <a:spLocks xmlns:a="http://schemas.openxmlformats.org/drawingml/2006/main" noGrp="1"/>
          </p:cNvSpPr>
          <p:nvPr/>
        </p:nvSpPr>
        <p:spPr>
          <a:xfrm xmlns:a="http://schemas.openxmlformats.org/drawingml/2006/main">
            <a:off x="9935432" y="2394690"/>
            <a:ext cx="995553"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사용자</a:t>
            </a:r>
          </a:p>
        </p:txBody>
      </p:sp>
      <p:sp>
        <p:nvSpPr>
          <p:cNvPr id="271" name="dp44-comparison / n219">
            <a:extLst xmlns:a="http://schemas.openxmlformats.org/drawingml/2006/main">
              <a:ext uri="{FF2B5EF4-FFF2-40B4-BE49-F238E27FC236}">
                <a16:creationId xmlns:a16="http://schemas.microsoft.com/office/drawing/2014/main" id="{BCD09636-1F11-4CF2-8DA6-D69137595C1E}"/>
              </a:ext>
            </a:extLst>
          </p:cNvPr>
          <p:cNvSpPr>
            <a:spLocks xmlns:a="http://schemas.openxmlformats.org/drawingml/2006/main" noGrp="1"/>
          </p:cNvSpPr>
          <p:nvPr/>
        </p:nvSpPr>
        <p:spPr>
          <a:xfrm xmlns:a="http://schemas.openxmlformats.org/drawingml/2006/main">
            <a:off x="9890760" y="2756535"/>
            <a:ext cx="2169795"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72" name="dp44-comparison / n220 / text 1">
            <a:extLst xmlns:a="http://schemas.openxmlformats.org/drawingml/2006/main">
              <a:ext uri="{FF2B5EF4-FFF2-40B4-BE49-F238E27FC236}">
                <a16:creationId xmlns:a16="http://schemas.microsoft.com/office/drawing/2014/main" id="{182E2FB5-5834-45FF-8905-B9DB4F408D58}"/>
              </a:ext>
            </a:extLst>
          </p:cNvPr>
          <p:cNvSpPr>
            <a:spLocks xmlns:a="http://schemas.openxmlformats.org/drawingml/2006/main" noGrp="1"/>
          </p:cNvSpPr>
          <p:nvPr/>
        </p:nvSpPr>
        <p:spPr>
          <a:xfrm xmlns:a="http://schemas.openxmlformats.org/drawingml/2006/main">
            <a:off x="9967341" y="2813971"/>
            <a:ext cx="2016633"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Interaction Manager</a:t>
            </a:r>
          </a:p>
        </p:txBody>
      </p:sp>
      <p:sp>
        <p:nvSpPr>
          <p:cNvPr id="273" name="dp44-comparison / n221">
            <a:extLst xmlns:a="http://schemas.openxmlformats.org/drawingml/2006/main">
              <a:ext uri="{FF2B5EF4-FFF2-40B4-BE49-F238E27FC236}">
                <a16:creationId xmlns:a16="http://schemas.microsoft.com/office/drawing/2014/main" id="{891569F0-1C8A-49D0-9A2C-492B3A744EED}"/>
              </a:ext>
            </a:extLst>
          </p:cNvPr>
          <p:cNvSpPr>
            <a:spLocks xmlns:a="http://schemas.openxmlformats.org/drawingml/2006/main" noGrp="1"/>
          </p:cNvSpPr>
          <p:nvPr/>
        </p:nvSpPr>
        <p:spPr>
          <a:xfrm xmlns:a="http://schemas.openxmlformats.org/drawingml/2006/main">
            <a:off x="9986486"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274" name="dp44-comparison / n222 / text 1">
            <a:extLst xmlns:a="http://schemas.openxmlformats.org/drawingml/2006/main">
              <a:ext uri="{FF2B5EF4-FFF2-40B4-BE49-F238E27FC236}">
                <a16:creationId xmlns:a16="http://schemas.microsoft.com/office/drawing/2014/main" id="{94B465F1-40BE-4793-8491-5B420E65337D}"/>
              </a:ext>
            </a:extLst>
          </p:cNvPr>
          <p:cNvSpPr>
            <a:spLocks xmlns:a="http://schemas.openxmlformats.org/drawingml/2006/main" noGrp="1"/>
          </p:cNvSpPr>
          <p:nvPr/>
        </p:nvSpPr>
        <p:spPr>
          <a:xfrm xmlns:a="http://schemas.openxmlformats.org/drawingml/2006/main">
            <a:off x="10031159" y="3189760"/>
            <a:ext cx="836009"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Channel I/O</a:t>
            </a:r>
          </a:p>
        </p:txBody>
      </p:sp>
      <p:sp>
        <p:nvSpPr>
          <p:cNvPr id="275" name="dp44-comparison / n223">
            <a:extLst xmlns:a="http://schemas.openxmlformats.org/drawingml/2006/main">
              <a:ext uri="{FF2B5EF4-FFF2-40B4-BE49-F238E27FC236}">
                <a16:creationId xmlns:a16="http://schemas.microsoft.com/office/drawing/2014/main" id="{D8D8F736-9292-4386-9614-FF7BA768AF76}"/>
              </a:ext>
            </a:extLst>
          </p:cNvPr>
          <p:cNvSpPr>
            <a:spLocks xmlns:a="http://schemas.openxmlformats.org/drawingml/2006/main" noGrp="1"/>
          </p:cNvSpPr>
          <p:nvPr/>
        </p:nvSpPr>
        <p:spPr>
          <a:xfrm xmlns:a="http://schemas.openxmlformats.org/drawingml/2006/main">
            <a:off x="11026712" y="3126677"/>
            <a:ext cx="925354" cy="268034"/>
          </a:xfrm>
          <a:prstGeom xmlns:a="http://schemas.openxmlformats.org/drawingml/2006/main" prst="roundRect">
            <a:avLst>
              <a:gd name="adj" fmla="val 28429"/>
            </a:avLst>
          </a:prstGeom>
          <a:solidFill xmlns:a="http://schemas.openxmlformats.org/drawingml/2006/main">
            <a:srgbClr val="FFFFFF"/>
          </a:solidFill>
          <a:ln xmlns:a="http://schemas.openxmlformats.org/drawingml/2006/main" w="6382">
            <a:solidFill>
              <a:srgbClr val="000000"/>
            </a:solidFill>
            <a:prstDash val="solid"/>
          </a:ln>
        </p:spPr>
      </p:sp>
      <p:sp>
        <p:nvSpPr>
          <p:cNvPr id="276" name="dp44-comparison / n224 / text 1">
            <a:extLst xmlns:a="http://schemas.openxmlformats.org/drawingml/2006/main">
              <a:ext uri="{FF2B5EF4-FFF2-40B4-BE49-F238E27FC236}">
                <a16:creationId xmlns:a16="http://schemas.microsoft.com/office/drawing/2014/main" id="{D47FF807-8314-4A2E-9AFC-C1FC66C6F4AF}"/>
              </a:ext>
            </a:extLst>
          </p:cNvPr>
          <p:cNvSpPr>
            <a:spLocks xmlns:a="http://schemas.openxmlformats.org/drawingml/2006/main" noGrp="1"/>
          </p:cNvSpPr>
          <p:nvPr/>
        </p:nvSpPr>
        <p:spPr>
          <a:xfrm xmlns:a="http://schemas.openxmlformats.org/drawingml/2006/main">
            <a:off x="11071384" y="3126294"/>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Turn-Taking</a:t>
            </a:r>
          </a:p>
        </p:txBody>
      </p:sp>
      <p:sp>
        <p:nvSpPr>
          <p:cNvPr id="277" name="dp44-comparison / n224 / text 2">
            <a:extLst xmlns:a="http://schemas.openxmlformats.org/drawingml/2006/main">
              <a:ext uri="{FF2B5EF4-FFF2-40B4-BE49-F238E27FC236}">
                <a16:creationId xmlns:a16="http://schemas.microsoft.com/office/drawing/2014/main" id="{AECC6993-2124-4BBA-B7E1-4B9C57578F8F}"/>
              </a:ext>
            </a:extLst>
          </p:cNvPr>
          <p:cNvSpPr>
            <a:spLocks xmlns:a="http://schemas.openxmlformats.org/drawingml/2006/main" noGrp="1"/>
          </p:cNvSpPr>
          <p:nvPr/>
        </p:nvSpPr>
        <p:spPr>
          <a:xfrm xmlns:a="http://schemas.openxmlformats.org/drawingml/2006/main">
            <a:off x="11071384" y="3260693"/>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Control</a:t>
            </a:r>
          </a:p>
        </p:txBody>
      </p:sp>
      <p:sp>
        <p:nvSpPr>
          <p:cNvPr id="278" name="dp44-comparison / n225">
            <a:extLst xmlns:a="http://schemas.openxmlformats.org/drawingml/2006/main">
              <a:ext uri="{FF2B5EF4-FFF2-40B4-BE49-F238E27FC236}">
                <a16:creationId xmlns:a16="http://schemas.microsoft.com/office/drawing/2014/main" id="{ED1F2D1C-8C34-4933-AC91-66E590AB1F7E}"/>
              </a:ext>
            </a:extLst>
          </p:cNvPr>
          <p:cNvSpPr>
            <a:spLocks xmlns:a="http://schemas.openxmlformats.org/drawingml/2006/main" noGrp="1"/>
          </p:cNvSpPr>
          <p:nvPr/>
        </p:nvSpPr>
        <p:spPr>
          <a:xfrm xmlns:a="http://schemas.openxmlformats.org/drawingml/2006/main">
            <a:off x="9986486"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279" name="dp44-comparison / n226 / text 1">
            <a:extLst xmlns:a="http://schemas.openxmlformats.org/drawingml/2006/main">
              <a:ext uri="{FF2B5EF4-FFF2-40B4-BE49-F238E27FC236}">
                <a16:creationId xmlns:a16="http://schemas.microsoft.com/office/drawing/2014/main" id="{D762CB6F-96B9-458B-8C1E-C0EE770F89DF}"/>
              </a:ext>
            </a:extLst>
          </p:cNvPr>
          <p:cNvSpPr>
            <a:spLocks xmlns:a="http://schemas.openxmlformats.org/drawingml/2006/main" noGrp="1"/>
          </p:cNvSpPr>
          <p:nvPr/>
        </p:nvSpPr>
        <p:spPr>
          <a:xfrm xmlns:a="http://schemas.openxmlformats.org/drawingml/2006/main">
            <a:off x="10031159"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Evidence</a:t>
            </a:r>
          </a:p>
        </p:txBody>
      </p:sp>
      <p:sp>
        <p:nvSpPr>
          <p:cNvPr id="280" name="dp44-comparison / n226 / text 2">
            <a:extLst xmlns:a="http://schemas.openxmlformats.org/drawingml/2006/main">
              <a:ext uri="{FF2B5EF4-FFF2-40B4-BE49-F238E27FC236}">
                <a16:creationId xmlns:a16="http://schemas.microsoft.com/office/drawing/2014/main" id="{DFC3CBBA-72BC-410E-A638-94EE33ECCFE0}"/>
              </a:ext>
            </a:extLst>
          </p:cNvPr>
          <p:cNvSpPr>
            <a:spLocks xmlns:a="http://schemas.openxmlformats.org/drawingml/2006/main" noGrp="1"/>
          </p:cNvSpPr>
          <p:nvPr/>
        </p:nvSpPr>
        <p:spPr>
          <a:xfrm xmlns:a="http://schemas.openxmlformats.org/drawingml/2006/main">
            <a:off x="10031159"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Capture</a:t>
            </a:r>
          </a:p>
        </p:txBody>
      </p:sp>
      <p:sp>
        <p:nvSpPr>
          <p:cNvPr id="281" name="dp44-comparison / n227">
            <a:extLst xmlns:a="http://schemas.openxmlformats.org/drawingml/2006/main">
              <a:ext uri="{FF2B5EF4-FFF2-40B4-BE49-F238E27FC236}">
                <a16:creationId xmlns:a16="http://schemas.microsoft.com/office/drawing/2014/main" id="{6FCEEA4C-1415-42ED-A72F-DBF531DE9D68}"/>
              </a:ext>
            </a:extLst>
          </p:cNvPr>
          <p:cNvSpPr>
            <a:spLocks xmlns:a="http://schemas.openxmlformats.org/drawingml/2006/main" noGrp="1"/>
          </p:cNvSpPr>
          <p:nvPr/>
        </p:nvSpPr>
        <p:spPr>
          <a:xfrm xmlns:a="http://schemas.openxmlformats.org/drawingml/2006/main">
            <a:off x="11026712" y="3649980"/>
            <a:ext cx="925354" cy="280797"/>
          </a:xfrm>
          <a:prstGeom xmlns:a="http://schemas.openxmlformats.org/drawingml/2006/main" prst="roundRect">
            <a:avLst>
              <a:gd name="adj" fmla="val 27137"/>
            </a:avLst>
          </a:prstGeom>
          <a:solidFill xmlns:a="http://schemas.openxmlformats.org/drawingml/2006/main">
            <a:srgbClr val="FFFFFF"/>
          </a:solidFill>
          <a:ln xmlns:a="http://schemas.openxmlformats.org/drawingml/2006/main" w="6382">
            <a:solidFill>
              <a:srgbClr val="000000"/>
            </a:solidFill>
            <a:prstDash val="solid"/>
          </a:ln>
        </p:spPr>
      </p:sp>
      <p:sp>
        <p:nvSpPr>
          <p:cNvPr id="282" name="dp44-comparison / n228 / text 1">
            <a:extLst xmlns:a="http://schemas.openxmlformats.org/drawingml/2006/main">
              <a:ext uri="{FF2B5EF4-FFF2-40B4-BE49-F238E27FC236}">
                <a16:creationId xmlns:a16="http://schemas.microsoft.com/office/drawing/2014/main" id="{50885E73-1C85-41BB-8479-57C9833AD8A6}"/>
              </a:ext>
            </a:extLst>
          </p:cNvPr>
          <p:cNvSpPr>
            <a:spLocks xmlns:a="http://schemas.openxmlformats.org/drawingml/2006/main" noGrp="1"/>
          </p:cNvSpPr>
          <p:nvPr/>
        </p:nvSpPr>
        <p:spPr>
          <a:xfrm xmlns:a="http://schemas.openxmlformats.org/drawingml/2006/main">
            <a:off x="11071384" y="36559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Timeline &amp;</a:t>
            </a:r>
          </a:p>
        </p:txBody>
      </p:sp>
      <p:sp>
        <p:nvSpPr>
          <p:cNvPr id="283" name="dp44-comparison / n228 / text 2">
            <a:extLst xmlns:a="http://schemas.openxmlformats.org/drawingml/2006/main">
              <a:ext uri="{FF2B5EF4-FFF2-40B4-BE49-F238E27FC236}">
                <a16:creationId xmlns:a16="http://schemas.microsoft.com/office/drawing/2014/main" id="{C3E46A69-F920-4D60-B1CE-F152E37B2FD5}"/>
              </a:ext>
            </a:extLst>
          </p:cNvPr>
          <p:cNvSpPr>
            <a:spLocks xmlns:a="http://schemas.openxmlformats.org/drawingml/2006/main" noGrp="1"/>
          </p:cNvSpPr>
          <p:nvPr/>
        </p:nvSpPr>
        <p:spPr>
          <a:xfrm xmlns:a="http://schemas.openxmlformats.org/drawingml/2006/main">
            <a:off x="11071384" y="3790379"/>
            <a:ext cx="836009"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Buffer</a:t>
            </a:r>
          </a:p>
        </p:txBody>
      </p:sp>
      <p:sp>
        <p:nvSpPr>
          <p:cNvPr id="284" name="dp44-comparison / n229">
            <a:extLst xmlns:a="http://schemas.openxmlformats.org/drawingml/2006/main">
              <a:ext uri="{FF2B5EF4-FFF2-40B4-BE49-F238E27FC236}">
                <a16:creationId xmlns:a16="http://schemas.microsoft.com/office/drawing/2014/main" id="{DCE4FDCD-6424-4260-9C1F-E03B0D917C42}"/>
              </a:ext>
            </a:extLst>
          </p:cNvPr>
          <p:cNvSpPr>
            <a:spLocks xmlns:a="http://schemas.openxmlformats.org/drawingml/2006/main" noGrp="1"/>
          </p:cNvSpPr>
          <p:nvPr/>
        </p:nvSpPr>
        <p:spPr>
          <a:xfrm xmlns:a="http://schemas.openxmlformats.org/drawingml/2006/main">
            <a:off x="10433209" y="4128611"/>
            <a:ext cx="1116806" cy="331851"/>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285" name="dp44-comparison / n230 / text 1">
            <a:extLst xmlns:a="http://schemas.openxmlformats.org/drawingml/2006/main">
              <a:ext uri="{FF2B5EF4-FFF2-40B4-BE49-F238E27FC236}">
                <a16:creationId xmlns:a16="http://schemas.microsoft.com/office/drawing/2014/main" id="{02906183-2895-46BB-87C3-4DC8A69A7965}"/>
              </a:ext>
            </a:extLst>
          </p:cNvPr>
          <p:cNvSpPr>
            <a:spLocks xmlns:a="http://schemas.openxmlformats.org/drawingml/2006/main" noGrp="1"/>
          </p:cNvSpPr>
          <p:nvPr/>
        </p:nvSpPr>
        <p:spPr>
          <a:xfrm xmlns:a="http://schemas.openxmlformats.org/drawingml/2006/main">
            <a:off x="10477881" y="4252864"/>
            <a:ext cx="1027462" cy="16656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5" b="1">
                <a:solidFill>
                  <a:srgbClr val="000000"/>
                </a:solidFill>
                <a:latin typeface="Apple SD Gothic Neo"/>
                <a:ea typeface="Apple SD Gothic Neo"/>
                <a:cs typeface="Apple SD Gothic Neo"/>
              </a:defRPr>
            </a:pPr>
            <a:r>
              <a:rPr sz="905" b="1">
                <a:solidFill>
                  <a:srgbClr val="000000"/>
                </a:solidFill>
                <a:latin typeface="Apple SD Gothic Neo"/>
                <a:ea typeface="Apple SD Gothic Neo"/>
                <a:cs typeface="Apple SD Gothic Neo"/>
              </a:rPr>
              <a:t>Playback State</a:t>
            </a:r>
          </a:p>
        </p:txBody>
      </p:sp>
      <p:sp>
        <p:nvSpPr>
          <p:cNvPr id="286" name="dp44-comparison / n231">
            <a:extLst xmlns:a="http://schemas.openxmlformats.org/drawingml/2006/main">
              <a:ext uri="{FF2B5EF4-FFF2-40B4-BE49-F238E27FC236}">
                <a16:creationId xmlns:a16="http://schemas.microsoft.com/office/drawing/2014/main" id="{E8ECAF68-05A3-43F2-8035-DBF86BBB69F0}"/>
              </a:ext>
            </a:extLst>
          </p:cNvPr>
          <p:cNvSpPr>
            <a:spLocks xmlns:a="http://schemas.openxmlformats.org/drawingml/2006/main" noGrp="1"/>
          </p:cNvSpPr>
          <p:nvPr/>
        </p:nvSpPr>
        <p:spPr>
          <a:xfrm xmlns:a="http://schemas.openxmlformats.org/drawingml/2006/main">
            <a:off x="12634913" y="2756535"/>
            <a:ext cx="4403408" cy="1786890"/>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87" name="dp44-comparison / n232 / text 1">
            <a:extLst xmlns:a="http://schemas.openxmlformats.org/drawingml/2006/main">
              <a:ext uri="{FF2B5EF4-FFF2-40B4-BE49-F238E27FC236}">
                <a16:creationId xmlns:a16="http://schemas.microsoft.com/office/drawing/2014/main" id="{002D7F6A-9424-47A8-B6A9-A3923F2CE6A8}"/>
              </a:ext>
            </a:extLst>
          </p:cNvPr>
          <p:cNvSpPr>
            <a:spLocks xmlns:a="http://schemas.openxmlformats.org/drawingml/2006/main" noGrp="1"/>
          </p:cNvSpPr>
          <p:nvPr/>
        </p:nvSpPr>
        <p:spPr>
          <a:xfrm xmlns:a="http://schemas.openxmlformats.org/drawingml/2006/main">
            <a:off x="12711494" y="2813971"/>
            <a:ext cx="425024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Request Controller</a:t>
            </a:r>
          </a:p>
        </p:txBody>
      </p:sp>
      <p:sp>
        <p:nvSpPr>
          <p:cNvPr id="288" name="dp44-comparison / n233">
            <a:extLst xmlns:a="http://schemas.openxmlformats.org/drawingml/2006/main">
              <a:ext uri="{FF2B5EF4-FFF2-40B4-BE49-F238E27FC236}">
                <a16:creationId xmlns:a16="http://schemas.microsoft.com/office/drawing/2014/main" id="{6D426D9A-1796-46D6-8FF6-7D9BF49ABC97}"/>
              </a:ext>
            </a:extLst>
          </p:cNvPr>
          <p:cNvSpPr>
            <a:spLocks xmlns:a="http://schemas.openxmlformats.org/drawingml/2006/main" noGrp="1"/>
          </p:cNvSpPr>
          <p:nvPr/>
        </p:nvSpPr>
        <p:spPr>
          <a:xfrm xmlns:a="http://schemas.openxmlformats.org/drawingml/2006/main">
            <a:off x="12762548" y="3152204"/>
            <a:ext cx="1786890" cy="344615"/>
          </a:xfrm>
          <a:prstGeom xmlns:a="http://schemas.openxmlformats.org/drawingml/2006/main" prst="roundRect">
            <a:avLst>
              <a:gd name="adj" fmla="val 22112"/>
            </a:avLst>
          </a:prstGeom>
          <a:solidFill xmlns:a="http://schemas.openxmlformats.org/drawingml/2006/main">
            <a:srgbClr val="FFF0DD"/>
          </a:solidFill>
          <a:ln xmlns:a="http://schemas.openxmlformats.org/drawingml/2006/main" w="11487">
            <a:solidFill>
              <a:srgbClr val="B8753F"/>
            </a:solidFill>
            <a:prstDash val="solid"/>
          </a:ln>
        </p:spPr>
      </p:sp>
      <p:sp>
        <p:nvSpPr>
          <p:cNvPr id="289" name="dp44-comparison / n234 / text 1">
            <a:extLst xmlns:a="http://schemas.openxmlformats.org/drawingml/2006/main">
              <a:ext uri="{FF2B5EF4-FFF2-40B4-BE49-F238E27FC236}">
                <a16:creationId xmlns:a16="http://schemas.microsoft.com/office/drawing/2014/main" id="{75919E95-AE67-4297-9896-9072E1A98DB8}"/>
              </a:ext>
            </a:extLst>
          </p:cNvPr>
          <p:cNvSpPr>
            <a:spLocks xmlns:a="http://schemas.openxmlformats.org/drawingml/2006/main" noGrp="1"/>
          </p:cNvSpPr>
          <p:nvPr/>
        </p:nvSpPr>
        <p:spPr>
          <a:xfrm xmlns:a="http://schemas.openxmlformats.org/drawingml/2006/main">
            <a:off x="12807220" y="3246111"/>
            <a:ext cx="1697546"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Input Resolution Stage</a:t>
            </a:r>
          </a:p>
        </p:txBody>
      </p:sp>
      <p:sp>
        <p:nvSpPr>
          <p:cNvPr id="290" name="dp44-comparison / n235">
            <a:extLst xmlns:a="http://schemas.openxmlformats.org/drawingml/2006/main">
              <a:ext uri="{FF2B5EF4-FFF2-40B4-BE49-F238E27FC236}">
                <a16:creationId xmlns:a16="http://schemas.microsoft.com/office/drawing/2014/main" id="{0200DAC1-BBD9-40F2-8EDE-32C3C9FC33D2}"/>
              </a:ext>
            </a:extLst>
          </p:cNvPr>
          <p:cNvSpPr>
            <a:spLocks xmlns:a="http://schemas.openxmlformats.org/drawingml/2006/main" noGrp="1"/>
          </p:cNvSpPr>
          <p:nvPr/>
        </p:nvSpPr>
        <p:spPr>
          <a:xfrm xmlns:a="http://schemas.openxmlformats.org/drawingml/2006/main">
            <a:off x="14932343" y="3152204"/>
            <a:ext cx="1946434" cy="38290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291" name="dp44-comparison / n236 / text 1">
            <a:extLst xmlns:a="http://schemas.openxmlformats.org/drawingml/2006/main">
              <a:ext uri="{FF2B5EF4-FFF2-40B4-BE49-F238E27FC236}">
                <a16:creationId xmlns:a16="http://schemas.microsoft.com/office/drawing/2014/main" id="{F1E78986-164E-4532-960F-73D77982886D}"/>
              </a:ext>
            </a:extLst>
          </p:cNvPr>
          <p:cNvSpPr>
            <a:spLocks xmlns:a="http://schemas.openxmlformats.org/drawingml/2006/main" noGrp="1"/>
          </p:cNvSpPr>
          <p:nvPr/>
        </p:nvSpPr>
        <p:spPr>
          <a:xfrm xmlns:a="http://schemas.openxmlformats.org/drawingml/2006/main">
            <a:off x="14977015" y="3294517"/>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Input Window</a:t>
            </a:r>
          </a:p>
        </p:txBody>
      </p:sp>
      <p:sp>
        <p:nvSpPr>
          <p:cNvPr id="292" name="dp44-comparison / n237">
            <a:extLst xmlns:a="http://schemas.openxmlformats.org/drawingml/2006/main">
              <a:ext uri="{FF2B5EF4-FFF2-40B4-BE49-F238E27FC236}">
                <a16:creationId xmlns:a16="http://schemas.microsoft.com/office/drawing/2014/main" id="{E1D1D52E-93AB-4DF9-8985-55F1584AAF4F}"/>
              </a:ext>
            </a:extLst>
          </p:cNvPr>
          <p:cNvSpPr>
            <a:spLocks xmlns:a="http://schemas.openxmlformats.org/drawingml/2006/main" noGrp="1"/>
          </p:cNvSpPr>
          <p:nvPr/>
        </p:nvSpPr>
        <p:spPr>
          <a:xfrm xmlns:a="http://schemas.openxmlformats.org/drawingml/2006/main">
            <a:off x="12762548" y="3886105"/>
            <a:ext cx="1786890" cy="344615"/>
          </a:xfrm>
          <a:prstGeom xmlns:a="http://schemas.openxmlformats.org/drawingml/2006/main" prst="roundRect">
            <a:avLst>
              <a:gd name="adj" fmla="val 22112"/>
            </a:avLst>
          </a:prstGeom>
          <a:solidFill xmlns:a="http://schemas.openxmlformats.org/drawingml/2006/main">
            <a:srgbClr val="FFF0DD"/>
          </a:solidFill>
          <a:ln xmlns:a="http://schemas.openxmlformats.org/drawingml/2006/main" w="11487">
            <a:solidFill>
              <a:srgbClr val="B8753F"/>
            </a:solidFill>
            <a:prstDash val="solid"/>
          </a:ln>
        </p:spPr>
      </p:sp>
      <p:sp>
        <p:nvSpPr>
          <p:cNvPr id="293" name="dp44-comparison / n238 / text 1">
            <a:extLst xmlns:a="http://schemas.openxmlformats.org/drawingml/2006/main">
              <a:ext uri="{FF2B5EF4-FFF2-40B4-BE49-F238E27FC236}">
                <a16:creationId xmlns:a16="http://schemas.microsoft.com/office/drawing/2014/main" id="{F408F7C3-5850-4AC5-B28F-11641A15E6B6}"/>
              </a:ext>
            </a:extLst>
          </p:cNvPr>
          <p:cNvSpPr>
            <a:spLocks xmlns:a="http://schemas.openxmlformats.org/drawingml/2006/main" noGrp="1"/>
          </p:cNvSpPr>
          <p:nvPr/>
        </p:nvSpPr>
        <p:spPr>
          <a:xfrm xmlns:a="http://schemas.openxmlformats.org/drawingml/2006/main">
            <a:off x="12807220" y="3980012"/>
            <a:ext cx="1697546"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Task Notice Stage</a:t>
            </a:r>
          </a:p>
        </p:txBody>
      </p:sp>
      <p:sp>
        <p:nvSpPr>
          <p:cNvPr id="294" name="dp44-comparison / n239">
            <a:extLst xmlns:a="http://schemas.openxmlformats.org/drawingml/2006/main">
              <a:ext uri="{FF2B5EF4-FFF2-40B4-BE49-F238E27FC236}">
                <a16:creationId xmlns:a16="http://schemas.microsoft.com/office/drawing/2014/main" id="{3D63151C-5C55-4862-81CC-CAF56CDA24E2}"/>
              </a:ext>
            </a:extLst>
          </p:cNvPr>
          <p:cNvSpPr>
            <a:spLocks xmlns:a="http://schemas.openxmlformats.org/drawingml/2006/main" noGrp="1"/>
          </p:cNvSpPr>
          <p:nvPr/>
        </p:nvSpPr>
        <p:spPr>
          <a:xfrm xmlns:a="http://schemas.openxmlformats.org/drawingml/2006/main">
            <a:off x="14932343" y="3886105"/>
            <a:ext cx="1946434" cy="38290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295" name="dp44-comparison / n240 / text 1">
            <a:extLst xmlns:a="http://schemas.openxmlformats.org/drawingml/2006/main">
              <a:ext uri="{FF2B5EF4-FFF2-40B4-BE49-F238E27FC236}">
                <a16:creationId xmlns:a16="http://schemas.microsoft.com/office/drawing/2014/main" id="{B50E65ED-2097-4545-A1B5-112C8DFF5843}"/>
              </a:ext>
            </a:extLst>
          </p:cNvPr>
          <p:cNvSpPr>
            <a:spLocks xmlns:a="http://schemas.openxmlformats.org/drawingml/2006/main" noGrp="1"/>
          </p:cNvSpPr>
          <p:nvPr/>
        </p:nvSpPr>
        <p:spPr>
          <a:xfrm xmlns:a="http://schemas.openxmlformats.org/drawingml/2006/main">
            <a:off x="14977015" y="4028418"/>
            <a:ext cx="1857089"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Notice Window</a:t>
            </a:r>
          </a:p>
        </p:txBody>
      </p:sp>
      <p:sp>
        <p:nvSpPr>
          <p:cNvPr id="296" name="dp44-comparison / n241">
            <a:extLst xmlns:a="http://schemas.openxmlformats.org/drawingml/2006/main">
              <a:ext uri="{FF2B5EF4-FFF2-40B4-BE49-F238E27FC236}">
                <a16:creationId xmlns:a16="http://schemas.microsoft.com/office/drawing/2014/main" id="{B053011E-4710-4695-B8EE-C27D2AB6EC7A}"/>
              </a:ext>
            </a:extLst>
          </p:cNvPr>
          <p:cNvSpPr>
            <a:spLocks xmlns:a="http://schemas.openxmlformats.org/drawingml/2006/main" noGrp="1"/>
          </p:cNvSpPr>
          <p:nvPr/>
        </p:nvSpPr>
        <p:spPr>
          <a:xfrm xmlns:a="http://schemas.openxmlformats.org/drawingml/2006/main">
            <a:off x="9890760" y="5022056"/>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97" name="dp44-comparison / n242 / text 1">
            <a:extLst xmlns:a="http://schemas.openxmlformats.org/drawingml/2006/main">
              <a:ext uri="{FF2B5EF4-FFF2-40B4-BE49-F238E27FC236}">
                <a16:creationId xmlns:a16="http://schemas.microsoft.com/office/drawing/2014/main" id="{F98BBF45-E142-4C35-BA5A-92BEA7881497}"/>
              </a:ext>
            </a:extLst>
          </p:cNvPr>
          <p:cNvSpPr>
            <a:spLocks xmlns:a="http://schemas.openxmlformats.org/drawingml/2006/main" noGrp="1"/>
          </p:cNvSpPr>
          <p:nvPr/>
        </p:nvSpPr>
        <p:spPr>
          <a:xfrm xmlns:a="http://schemas.openxmlformats.org/drawingml/2006/main">
            <a:off x="9935432" y="5112230"/>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Context Manager</a:t>
            </a:r>
          </a:p>
        </p:txBody>
      </p:sp>
      <p:sp>
        <p:nvSpPr>
          <p:cNvPr id="298" name="dp44-comparison / n243">
            <a:extLst xmlns:a="http://schemas.openxmlformats.org/drawingml/2006/main">
              <a:ext uri="{FF2B5EF4-FFF2-40B4-BE49-F238E27FC236}">
                <a16:creationId xmlns:a16="http://schemas.microsoft.com/office/drawing/2014/main" id="{0718EA94-42B6-4B9F-AF3D-706980317305}"/>
              </a:ext>
            </a:extLst>
          </p:cNvPr>
          <p:cNvSpPr>
            <a:spLocks xmlns:a="http://schemas.openxmlformats.org/drawingml/2006/main" noGrp="1"/>
          </p:cNvSpPr>
          <p:nvPr/>
        </p:nvSpPr>
        <p:spPr>
          <a:xfrm xmlns:a="http://schemas.openxmlformats.org/drawingml/2006/main">
            <a:off x="9890760" y="5583650"/>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299" name="dp44-comparison / n244 / text 1">
            <a:extLst xmlns:a="http://schemas.openxmlformats.org/drawingml/2006/main">
              <a:ext uri="{FF2B5EF4-FFF2-40B4-BE49-F238E27FC236}">
                <a16:creationId xmlns:a16="http://schemas.microsoft.com/office/drawing/2014/main" id="{2C9D71B4-9060-45DE-ACC5-DF2E0AC06C90}"/>
              </a:ext>
            </a:extLst>
          </p:cNvPr>
          <p:cNvSpPr>
            <a:spLocks xmlns:a="http://schemas.openxmlformats.org/drawingml/2006/main" noGrp="1"/>
          </p:cNvSpPr>
          <p:nvPr/>
        </p:nvSpPr>
        <p:spPr>
          <a:xfrm xmlns:a="http://schemas.openxmlformats.org/drawingml/2006/main">
            <a:off x="9935432" y="5677558"/>
            <a:ext cx="1569911"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Request Interpreter</a:t>
            </a:r>
          </a:p>
        </p:txBody>
      </p:sp>
      <p:sp>
        <p:nvSpPr>
          <p:cNvPr id="300" name="dp44-comparison / n245">
            <a:extLst xmlns:a="http://schemas.openxmlformats.org/drawingml/2006/main">
              <a:ext uri="{FF2B5EF4-FFF2-40B4-BE49-F238E27FC236}">
                <a16:creationId xmlns:a16="http://schemas.microsoft.com/office/drawing/2014/main" id="{AF9CF0F3-A223-4F88-85FF-3B13984FBF27}"/>
              </a:ext>
            </a:extLst>
          </p:cNvPr>
          <p:cNvSpPr>
            <a:spLocks xmlns:a="http://schemas.openxmlformats.org/drawingml/2006/main" noGrp="1"/>
          </p:cNvSpPr>
          <p:nvPr/>
        </p:nvSpPr>
        <p:spPr>
          <a:xfrm xmlns:a="http://schemas.openxmlformats.org/drawingml/2006/main">
            <a:off x="12507278" y="5022056"/>
            <a:ext cx="2871788" cy="1627346"/>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01" name="dp44-comparison / n246 / text 1">
            <a:extLst xmlns:a="http://schemas.openxmlformats.org/drawingml/2006/main">
              <a:ext uri="{FF2B5EF4-FFF2-40B4-BE49-F238E27FC236}">
                <a16:creationId xmlns:a16="http://schemas.microsoft.com/office/drawing/2014/main" id="{F77906BE-CC33-454A-80AF-43C9BC1D78FE}"/>
              </a:ext>
            </a:extLst>
          </p:cNvPr>
          <p:cNvSpPr>
            <a:spLocks xmlns:a="http://schemas.openxmlformats.org/drawingml/2006/main" noGrp="1"/>
          </p:cNvSpPr>
          <p:nvPr/>
        </p:nvSpPr>
        <p:spPr>
          <a:xfrm xmlns:a="http://schemas.openxmlformats.org/drawingml/2006/main">
            <a:off x="12583859" y="5079492"/>
            <a:ext cx="2718626" cy="2313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56" b="1">
                <a:solidFill>
                  <a:srgbClr val="000000"/>
                </a:solidFill>
                <a:latin typeface="Apple SD Gothic Neo"/>
                <a:ea typeface="Apple SD Gothic Neo"/>
                <a:cs typeface="Apple SD Gothic Neo"/>
              </a:defRPr>
            </a:pPr>
            <a:r>
              <a:rPr sz="1256" b="1">
                <a:solidFill>
                  <a:srgbClr val="000000"/>
                </a:solidFill>
                <a:latin typeface="Apple SD Gothic Neo"/>
                <a:ea typeface="Apple SD Gothic Neo"/>
                <a:cs typeface="Apple SD Gothic Neo"/>
              </a:rPr>
              <a:t>Response Manager</a:t>
            </a:r>
          </a:p>
        </p:txBody>
      </p:sp>
      <p:sp>
        <p:nvSpPr>
          <p:cNvPr id="302" name="dp44-comparison / n247">
            <a:extLst xmlns:a="http://schemas.openxmlformats.org/drawingml/2006/main">
              <a:ext uri="{FF2B5EF4-FFF2-40B4-BE49-F238E27FC236}">
                <a16:creationId xmlns:a16="http://schemas.microsoft.com/office/drawing/2014/main" id="{DFE3E4AC-9D7A-4E00-8EF5-F404B4A1DD76}"/>
              </a:ext>
            </a:extLst>
          </p:cNvPr>
          <p:cNvSpPr>
            <a:spLocks xmlns:a="http://schemas.openxmlformats.org/drawingml/2006/main" noGrp="1"/>
          </p:cNvSpPr>
          <p:nvPr/>
        </p:nvSpPr>
        <p:spPr>
          <a:xfrm xmlns:a="http://schemas.openxmlformats.org/drawingml/2006/main">
            <a:off x="12603004" y="5373053"/>
            <a:ext cx="1212533" cy="350996"/>
          </a:xfrm>
          <a:prstGeom xmlns:a="http://schemas.openxmlformats.org/drawingml/2006/main" prst="roundRect">
            <a:avLst>
              <a:gd name="adj" fmla="val 21710"/>
            </a:avLst>
          </a:prstGeom>
          <a:solidFill xmlns:a="http://schemas.openxmlformats.org/drawingml/2006/main">
            <a:srgbClr val="FFFFFF"/>
          </a:solidFill>
          <a:ln xmlns:a="http://schemas.openxmlformats.org/drawingml/2006/main" w="6382">
            <a:solidFill>
              <a:srgbClr val="000000"/>
            </a:solidFill>
            <a:prstDash val="solid"/>
          </a:ln>
        </p:spPr>
      </p:sp>
      <p:sp>
        <p:nvSpPr>
          <p:cNvPr id="303" name="dp44-comparison / n248 / text 1">
            <a:extLst xmlns:a="http://schemas.openxmlformats.org/drawingml/2006/main">
              <a:ext uri="{FF2B5EF4-FFF2-40B4-BE49-F238E27FC236}">
                <a16:creationId xmlns:a16="http://schemas.microsoft.com/office/drawing/2014/main" id="{F3782408-96F3-4BA2-9A05-3EDA885B1C94}"/>
              </a:ext>
            </a:extLst>
          </p:cNvPr>
          <p:cNvSpPr>
            <a:spLocks xmlns:a="http://schemas.openxmlformats.org/drawingml/2006/main" noGrp="1"/>
          </p:cNvSpPr>
          <p:nvPr/>
        </p:nvSpPr>
        <p:spPr>
          <a:xfrm xmlns:a="http://schemas.openxmlformats.org/drawingml/2006/main">
            <a:off x="12647676" y="5391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Response</a:t>
            </a:r>
          </a:p>
        </p:txBody>
      </p:sp>
      <p:sp>
        <p:nvSpPr>
          <p:cNvPr id="304" name="dp44-comparison / n248 / text 2">
            <a:extLst xmlns:a="http://schemas.openxmlformats.org/drawingml/2006/main">
              <a:ext uri="{FF2B5EF4-FFF2-40B4-BE49-F238E27FC236}">
                <a16:creationId xmlns:a16="http://schemas.microsoft.com/office/drawing/2014/main" id="{74BF26D7-30C4-4129-83A7-898B5CE4BECE}"/>
              </a:ext>
            </a:extLst>
          </p:cNvPr>
          <p:cNvSpPr>
            <a:spLocks xmlns:a="http://schemas.openxmlformats.org/drawingml/2006/main" noGrp="1"/>
          </p:cNvSpPr>
          <p:nvPr/>
        </p:nvSpPr>
        <p:spPr>
          <a:xfrm xmlns:a="http://schemas.openxmlformats.org/drawingml/2006/main">
            <a:off x="12647676" y="55485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Composer</a:t>
            </a:r>
          </a:p>
        </p:txBody>
      </p:sp>
      <p:sp>
        <p:nvSpPr>
          <p:cNvPr id="305" name="dp44-comparison / n249">
            <a:extLst xmlns:a="http://schemas.openxmlformats.org/drawingml/2006/main">
              <a:ext uri="{FF2B5EF4-FFF2-40B4-BE49-F238E27FC236}">
                <a16:creationId xmlns:a16="http://schemas.microsoft.com/office/drawing/2014/main" id="{8F9B2716-4A37-4F61-8323-B9EF8B7B9D58}"/>
              </a:ext>
            </a:extLst>
          </p:cNvPr>
          <p:cNvSpPr>
            <a:spLocks xmlns:a="http://schemas.openxmlformats.org/drawingml/2006/main" noGrp="1"/>
          </p:cNvSpPr>
          <p:nvPr/>
        </p:nvSpPr>
        <p:spPr>
          <a:xfrm xmlns:a="http://schemas.openxmlformats.org/drawingml/2006/main">
            <a:off x="14070806" y="5373053"/>
            <a:ext cx="1212533" cy="350996"/>
          </a:xfrm>
          <a:prstGeom xmlns:a="http://schemas.openxmlformats.org/drawingml/2006/main" prst="roundRect">
            <a:avLst>
              <a:gd name="adj" fmla="val 21710"/>
            </a:avLst>
          </a:prstGeom>
          <a:solidFill xmlns:a="http://schemas.openxmlformats.org/drawingml/2006/main">
            <a:srgbClr val="FFF0DD"/>
          </a:solidFill>
          <a:ln xmlns:a="http://schemas.openxmlformats.org/drawingml/2006/main" w="11487">
            <a:solidFill>
              <a:srgbClr val="B8753F"/>
            </a:solidFill>
            <a:prstDash val="solid"/>
          </a:ln>
        </p:spPr>
      </p:sp>
      <p:sp>
        <p:nvSpPr>
          <p:cNvPr id="306" name="dp44-comparison / n250 / text 1">
            <a:extLst xmlns:a="http://schemas.openxmlformats.org/drawingml/2006/main">
              <a:ext uri="{FF2B5EF4-FFF2-40B4-BE49-F238E27FC236}">
                <a16:creationId xmlns:a16="http://schemas.microsoft.com/office/drawing/2014/main" id="{E83AA578-739C-4858-B2D9-D089D2E66216}"/>
              </a:ext>
            </a:extLst>
          </p:cNvPr>
          <p:cNvSpPr>
            <a:spLocks xmlns:a="http://schemas.openxmlformats.org/drawingml/2006/main" noGrp="1"/>
          </p:cNvSpPr>
          <p:nvPr/>
        </p:nvSpPr>
        <p:spPr>
          <a:xfrm xmlns:a="http://schemas.openxmlformats.org/drawingml/2006/main">
            <a:off x="14115479" y="547761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Publication Join</a:t>
            </a:r>
          </a:p>
        </p:txBody>
      </p:sp>
      <p:sp>
        <p:nvSpPr>
          <p:cNvPr id="307" name="dp44-comparison / n251">
            <a:extLst xmlns:a="http://schemas.openxmlformats.org/drawingml/2006/main">
              <a:ext uri="{FF2B5EF4-FFF2-40B4-BE49-F238E27FC236}">
                <a16:creationId xmlns:a16="http://schemas.microsoft.com/office/drawing/2014/main" id="{4179F0FB-FDF6-4649-8D7E-A4C492FFA6E7}"/>
              </a:ext>
            </a:extLst>
          </p:cNvPr>
          <p:cNvSpPr>
            <a:spLocks xmlns:a="http://schemas.openxmlformats.org/drawingml/2006/main" noGrp="1"/>
          </p:cNvSpPr>
          <p:nvPr/>
        </p:nvSpPr>
        <p:spPr>
          <a:xfrm xmlns:a="http://schemas.openxmlformats.org/drawingml/2006/main">
            <a:off x="14070806" y="5826157"/>
            <a:ext cx="1212533" cy="344615"/>
          </a:xfrm>
          <a:prstGeom xmlns:a="http://schemas.openxmlformats.org/drawingml/2006/main" prst="can">
            <a:avLst>
              <a:gd name="adj" fmla="val 20000"/>
            </a:avLst>
          </a:prstGeom>
          <a:solidFill xmlns:a="http://schemas.openxmlformats.org/drawingml/2006/main">
            <a:srgbClr val="FFF0DD"/>
          </a:solidFill>
          <a:ln xmlns:a="http://schemas.openxmlformats.org/drawingml/2006/main" w="11487">
            <a:solidFill>
              <a:srgbClr val="B8753F"/>
            </a:solidFill>
            <a:prstDash val="solid"/>
          </a:ln>
        </p:spPr>
      </p:sp>
      <p:sp>
        <p:nvSpPr>
          <p:cNvPr id="308" name="dp44-comparison / n252 / text 1">
            <a:extLst xmlns:a="http://schemas.openxmlformats.org/drawingml/2006/main">
              <a:ext uri="{FF2B5EF4-FFF2-40B4-BE49-F238E27FC236}">
                <a16:creationId xmlns:a16="http://schemas.microsoft.com/office/drawing/2014/main" id="{A873C0F3-8424-488F-83C1-873553146FC6}"/>
              </a:ext>
            </a:extLst>
          </p:cNvPr>
          <p:cNvSpPr>
            <a:spLocks xmlns:a="http://schemas.openxmlformats.org/drawingml/2006/main" noGrp="1"/>
          </p:cNvSpPr>
          <p:nvPr/>
        </p:nvSpPr>
        <p:spPr>
          <a:xfrm xmlns:a="http://schemas.openxmlformats.org/drawingml/2006/main">
            <a:off x="14115479" y="5964258"/>
            <a:ext cx="1123188"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04" b="1">
                <a:solidFill>
                  <a:srgbClr val="000000"/>
                </a:solidFill>
                <a:latin typeface="Apple SD Gothic Neo"/>
                <a:ea typeface="Apple SD Gothic Neo"/>
                <a:cs typeface="Apple SD Gothic Neo"/>
              </a:defRPr>
            </a:pPr>
            <a:r>
              <a:rPr sz="804" b="1">
                <a:solidFill>
                  <a:srgbClr val="000000"/>
                </a:solidFill>
                <a:latin typeface="Apple SD Gothic Neo"/>
                <a:ea typeface="Apple SD Gothic Neo"/>
                <a:cs typeface="Apple SD Gothic Neo"/>
              </a:rPr>
              <a:t>Publication Window</a:t>
            </a:r>
          </a:p>
        </p:txBody>
      </p:sp>
      <p:sp>
        <p:nvSpPr>
          <p:cNvPr id="309" name="dp44-comparison / n253">
            <a:extLst xmlns:a="http://schemas.openxmlformats.org/drawingml/2006/main">
              <a:ext uri="{FF2B5EF4-FFF2-40B4-BE49-F238E27FC236}">
                <a16:creationId xmlns:a16="http://schemas.microsoft.com/office/drawing/2014/main" id="{1359403C-1098-4ADA-8006-51C108BB2BA5}"/>
              </a:ext>
            </a:extLst>
          </p:cNvPr>
          <p:cNvSpPr>
            <a:spLocks xmlns:a="http://schemas.openxmlformats.org/drawingml/2006/main" noGrp="1"/>
          </p:cNvSpPr>
          <p:nvPr/>
        </p:nvSpPr>
        <p:spPr>
          <a:xfrm xmlns:a="http://schemas.openxmlformats.org/drawingml/2006/main">
            <a:off x="12603004" y="6215444"/>
            <a:ext cx="1212533" cy="344615"/>
          </a:xfrm>
          <a:prstGeom xmlns:a="http://schemas.openxmlformats.org/drawingml/2006/main" prst="roundRect">
            <a:avLst>
              <a:gd name="adj" fmla="val 22112"/>
            </a:avLst>
          </a:prstGeom>
          <a:solidFill xmlns:a="http://schemas.openxmlformats.org/drawingml/2006/main">
            <a:srgbClr val="FFFFFF"/>
          </a:solidFill>
          <a:ln xmlns:a="http://schemas.openxmlformats.org/drawingml/2006/main" w="6382">
            <a:solidFill>
              <a:srgbClr val="000000"/>
            </a:solidFill>
            <a:prstDash val="solid"/>
          </a:ln>
        </p:spPr>
      </p:sp>
      <p:sp>
        <p:nvSpPr>
          <p:cNvPr id="310" name="dp44-comparison / n254 / text 1">
            <a:extLst xmlns:a="http://schemas.openxmlformats.org/drawingml/2006/main">
              <a:ext uri="{FF2B5EF4-FFF2-40B4-BE49-F238E27FC236}">
                <a16:creationId xmlns:a16="http://schemas.microsoft.com/office/drawing/2014/main" id="{D27AD5EC-34BA-4BBA-838D-AEA88C41EC96}"/>
              </a:ext>
            </a:extLst>
          </p:cNvPr>
          <p:cNvSpPr>
            <a:spLocks xmlns:a="http://schemas.openxmlformats.org/drawingml/2006/main" noGrp="1"/>
          </p:cNvSpPr>
          <p:nvPr/>
        </p:nvSpPr>
        <p:spPr>
          <a:xfrm xmlns:a="http://schemas.openxmlformats.org/drawingml/2006/main">
            <a:off x="12647676" y="62309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Publication</a:t>
            </a:r>
          </a:p>
        </p:txBody>
      </p:sp>
      <p:sp>
        <p:nvSpPr>
          <p:cNvPr id="311" name="dp44-comparison / n254 / text 2">
            <a:extLst xmlns:a="http://schemas.openxmlformats.org/drawingml/2006/main">
              <a:ext uri="{FF2B5EF4-FFF2-40B4-BE49-F238E27FC236}">
                <a16:creationId xmlns:a16="http://schemas.microsoft.com/office/drawing/2014/main" id="{2330FA8D-2D73-4FE9-A164-56F8092B6FE7}"/>
              </a:ext>
            </a:extLst>
          </p:cNvPr>
          <p:cNvSpPr>
            <a:spLocks xmlns:a="http://schemas.openxmlformats.org/drawingml/2006/main" noGrp="1"/>
          </p:cNvSpPr>
          <p:nvPr/>
        </p:nvSpPr>
        <p:spPr>
          <a:xfrm xmlns:a="http://schemas.openxmlformats.org/drawingml/2006/main">
            <a:off x="12647676" y="6387751"/>
            <a:ext cx="1123188" cy="1943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5" b="1">
                <a:solidFill>
                  <a:srgbClr val="000000"/>
                </a:solidFill>
                <a:latin typeface="Apple SD Gothic Neo"/>
                <a:ea typeface="Apple SD Gothic Neo"/>
                <a:cs typeface="Apple SD Gothic Neo"/>
              </a:defRPr>
            </a:pPr>
            <a:r>
              <a:rPr sz="1055" b="1">
                <a:solidFill>
                  <a:srgbClr val="000000"/>
                </a:solidFill>
                <a:latin typeface="Apple SD Gothic Neo"/>
                <a:ea typeface="Apple SD Gothic Neo"/>
                <a:cs typeface="Apple SD Gothic Neo"/>
              </a:rPr>
              <a:t>Control</a:t>
            </a:r>
          </a:p>
        </p:txBody>
      </p:sp>
      <p:sp>
        <p:nvSpPr>
          <p:cNvPr id="312" name="dp44-comparison / n255">
            <a:extLst xmlns:a="http://schemas.openxmlformats.org/drawingml/2006/main">
              <a:ext uri="{FF2B5EF4-FFF2-40B4-BE49-F238E27FC236}">
                <a16:creationId xmlns:a16="http://schemas.microsoft.com/office/drawing/2014/main" id="{97B54DD7-8B04-49DB-8FB8-2D392A87A450}"/>
              </a:ext>
            </a:extLst>
          </p:cNvPr>
          <p:cNvSpPr>
            <a:spLocks xmlns:a="http://schemas.openxmlformats.org/drawingml/2006/main" noGrp="1"/>
          </p:cNvSpPr>
          <p:nvPr/>
        </p:nvSpPr>
        <p:spPr>
          <a:xfrm xmlns:a="http://schemas.openxmlformats.org/drawingml/2006/main">
            <a:off x="14070806" y="6215444"/>
            <a:ext cx="1212533" cy="344615"/>
          </a:xfrm>
          <a:prstGeom xmlns:a="http://schemas.openxmlformats.org/drawingml/2006/main" prst="can">
            <a:avLst>
              <a:gd name="adj" fmla="val 20000"/>
            </a:avLst>
          </a:prstGeom>
          <a:solidFill xmlns:a="http://schemas.openxmlformats.org/drawingml/2006/main">
            <a:srgbClr val="FFFFFF"/>
          </a:solidFill>
          <a:ln xmlns:a="http://schemas.openxmlformats.org/drawingml/2006/main" w="6382">
            <a:solidFill>
              <a:srgbClr val="000000"/>
            </a:solidFill>
            <a:prstDash val="solid"/>
          </a:ln>
        </p:spPr>
      </p:sp>
      <p:sp>
        <p:nvSpPr>
          <p:cNvPr id="313" name="dp44-comparison / n256 / text 1">
            <a:extLst xmlns:a="http://schemas.openxmlformats.org/drawingml/2006/main">
              <a:ext uri="{FF2B5EF4-FFF2-40B4-BE49-F238E27FC236}">
                <a16:creationId xmlns:a16="http://schemas.microsoft.com/office/drawing/2014/main" id="{8467E486-9A17-4CD8-B3A9-41FBF19216C2}"/>
              </a:ext>
            </a:extLst>
          </p:cNvPr>
          <p:cNvSpPr>
            <a:spLocks xmlns:a="http://schemas.openxmlformats.org/drawingml/2006/main" noGrp="1"/>
          </p:cNvSpPr>
          <p:nvPr/>
        </p:nvSpPr>
        <p:spPr>
          <a:xfrm xmlns:a="http://schemas.openxmlformats.org/drawingml/2006/main">
            <a:off x="14115479" y="6349811"/>
            <a:ext cx="112318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854" b="1">
                <a:solidFill>
                  <a:srgbClr val="000000"/>
                </a:solidFill>
                <a:latin typeface="Apple SD Gothic Neo"/>
                <a:ea typeface="Apple SD Gothic Neo"/>
                <a:cs typeface="Apple SD Gothic Neo"/>
              </a:defRPr>
            </a:pPr>
            <a:r>
              <a:rPr sz="854" b="1">
                <a:solidFill>
                  <a:srgbClr val="000000"/>
                </a:solidFill>
                <a:latin typeface="Apple SD Gothic Neo"/>
                <a:ea typeface="Apple SD Gothic Neo"/>
                <a:cs typeface="Apple SD Gothic Neo"/>
              </a:rPr>
              <a:t>Publication Outbox</a:t>
            </a:r>
          </a:p>
        </p:txBody>
      </p:sp>
      <p:sp>
        <p:nvSpPr>
          <p:cNvPr id="314" name="dp44-comparison / n257">
            <a:extLst xmlns:a="http://schemas.openxmlformats.org/drawingml/2006/main">
              <a:ext uri="{FF2B5EF4-FFF2-40B4-BE49-F238E27FC236}">
                <a16:creationId xmlns:a16="http://schemas.microsoft.com/office/drawing/2014/main" id="{29D9EA34-58A5-42FD-B81E-D1475A7D63D1}"/>
              </a:ext>
            </a:extLst>
          </p:cNvPr>
          <p:cNvSpPr>
            <a:spLocks xmlns:a="http://schemas.openxmlformats.org/drawingml/2006/main" noGrp="1"/>
          </p:cNvSpPr>
          <p:nvPr/>
        </p:nvSpPr>
        <p:spPr>
          <a:xfrm xmlns:a="http://schemas.openxmlformats.org/drawingml/2006/main">
            <a:off x="15825788" y="5022056"/>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15" name="dp44-comparison / n258 / text 1">
            <a:extLst xmlns:a="http://schemas.openxmlformats.org/drawingml/2006/main">
              <a:ext uri="{FF2B5EF4-FFF2-40B4-BE49-F238E27FC236}">
                <a16:creationId xmlns:a16="http://schemas.microsoft.com/office/drawing/2014/main" id="{45DB394D-E84D-495D-A68B-CB50D05AAFE9}"/>
              </a:ext>
            </a:extLst>
          </p:cNvPr>
          <p:cNvSpPr>
            <a:spLocks xmlns:a="http://schemas.openxmlformats.org/drawingml/2006/main" noGrp="1"/>
          </p:cNvSpPr>
          <p:nvPr/>
        </p:nvSpPr>
        <p:spPr>
          <a:xfrm xmlns:a="http://schemas.openxmlformats.org/drawingml/2006/main">
            <a:off x="15870460" y="5112230"/>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Task Manager</a:t>
            </a:r>
          </a:p>
        </p:txBody>
      </p:sp>
      <p:sp>
        <p:nvSpPr>
          <p:cNvPr id="316" name="dp44-comparison / n259">
            <a:extLst xmlns:a="http://schemas.openxmlformats.org/drawingml/2006/main">
              <a:ext uri="{FF2B5EF4-FFF2-40B4-BE49-F238E27FC236}">
                <a16:creationId xmlns:a16="http://schemas.microsoft.com/office/drawing/2014/main" id="{9958AB8D-C287-4142-A7C9-C65CEB0EECF4}"/>
              </a:ext>
            </a:extLst>
          </p:cNvPr>
          <p:cNvSpPr>
            <a:spLocks xmlns:a="http://schemas.openxmlformats.org/drawingml/2006/main" noGrp="1"/>
          </p:cNvSpPr>
          <p:nvPr/>
        </p:nvSpPr>
        <p:spPr>
          <a:xfrm xmlns:a="http://schemas.openxmlformats.org/drawingml/2006/main">
            <a:off x="15825788" y="5583650"/>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17" name="dp44-comparison / n260 / text 1">
            <a:extLst xmlns:a="http://schemas.openxmlformats.org/drawingml/2006/main">
              <a:ext uri="{FF2B5EF4-FFF2-40B4-BE49-F238E27FC236}">
                <a16:creationId xmlns:a16="http://schemas.microsoft.com/office/drawing/2014/main" id="{FA05E872-5606-49D7-901C-A6314A699E71}"/>
              </a:ext>
            </a:extLst>
          </p:cNvPr>
          <p:cNvSpPr>
            <a:spLocks xmlns:a="http://schemas.openxmlformats.org/drawingml/2006/main" noGrp="1"/>
          </p:cNvSpPr>
          <p:nvPr/>
        </p:nvSpPr>
        <p:spPr>
          <a:xfrm xmlns:a="http://schemas.openxmlformats.org/drawingml/2006/main">
            <a:off x="15870460" y="5673824"/>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Agent Gateway</a:t>
            </a:r>
          </a:p>
        </p:txBody>
      </p:sp>
      <p:sp>
        <p:nvSpPr>
          <p:cNvPr id="318" name="dp44-comparison / n261">
            <a:extLst xmlns:a="http://schemas.openxmlformats.org/drawingml/2006/main">
              <a:ext uri="{FF2B5EF4-FFF2-40B4-BE49-F238E27FC236}">
                <a16:creationId xmlns:a16="http://schemas.microsoft.com/office/drawing/2014/main" id="{5C5E6B03-0AD5-4F89-8562-91FA3A40697D}"/>
              </a:ext>
            </a:extLst>
          </p:cNvPr>
          <p:cNvSpPr>
            <a:spLocks xmlns:a="http://schemas.openxmlformats.org/drawingml/2006/main" noGrp="1"/>
          </p:cNvSpPr>
          <p:nvPr/>
        </p:nvSpPr>
        <p:spPr>
          <a:xfrm xmlns:a="http://schemas.openxmlformats.org/drawingml/2006/main">
            <a:off x="15825788" y="6138863"/>
            <a:ext cx="1212533" cy="344615"/>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319" name="dp44-comparison / n262 / text 1">
            <a:extLst xmlns:a="http://schemas.openxmlformats.org/drawingml/2006/main">
              <a:ext uri="{FF2B5EF4-FFF2-40B4-BE49-F238E27FC236}">
                <a16:creationId xmlns:a16="http://schemas.microsoft.com/office/drawing/2014/main" id="{E6C6C07F-A419-48AA-86AB-78A7DB6F4CE1}"/>
              </a:ext>
            </a:extLst>
          </p:cNvPr>
          <p:cNvSpPr>
            <a:spLocks xmlns:a="http://schemas.openxmlformats.org/drawingml/2006/main" noGrp="1"/>
          </p:cNvSpPr>
          <p:nvPr/>
        </p:nvSpPr>
        <p:spPr>
          <a:xfrm xmlns:a="http://schemas.openxmlformats.org/drawingml/2006/main">
            <a:off x="15870460" y="6240237"/>
            <a:ext cx="1123188" cy="17581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55" b="1">
                <a:solidFill>
                  <a:srgbClr val="000000"/>
                </a:solidFill>
                <a:latin typeface="Apple SD Gothic Neo"/>
                <a:ea typeface="Apple SD Gothic Neo"/>
                <a:cs typeface="Apple SD Gothic Neo"/>
              </a:defRPr>
            </a:pPr>
            <a:r>
              <a:rPr sz="955" b="1">
                <a:solidFill>
                  <a:srgbClr val="000000"/>
                </a:solidFill>
                <a:latin typeface="Apple SD Gothic Neo"/>
                <a:ea typeface="Apple SD Gothic Neo"/>
                <a:cs typeface="Apple SD Gothic Neo"/>
              </a:rPr>
              <a:t>Downstream Agent</a:t>
            </a:r>
          </a:p>
        </p:txBody>
      </p:sp>
      <p:sp>
        <p:nvSpPr>
          <p:cNvPr id="320" name="dp44-comparison / n263">
            <a:extLst xmlns:a="http://schemas.openxmlformats.org/drawingml/2006/main">
              <a:ext uri="{FF2B5EF4-FFF2-40B4-BE49-F238E27FC236}">
                <a16:creationId xmlns:a16="http://schemas.microsoft.com/office/drawing/2014/main" id="{442BAA00-6E74-4554-89F9-2EA0D9E7596A}"/>
              </a:ext>
            </a:extLst>
          </p:cNvPr>
          <p:cNvSpPr>
            <a:spLocks xmlns:a="http://schemas.openxmlformats.org/drawingml/2006/main" noGrp="1"/>
          </p:cNvSpPr>
          <p:nvPr/>
        </p:nvSpPr>
        <p:spPr>
          <a:xfrm xmlns:a="http://schemas.openxmlformats.org/drawingml/2006/main">
            <a:off x="9890760" y="6343079"/>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1" name="dp44-comparison / n264 / text 1">
            <a:extLst xmlns:a="http://schemas.openxmlformats.org/drawingml/2006/main">
              <a:ext uri="{FF2B5EF4-FFF2-40B4-BE49-F238E27FC236}">
                <a16:creationId xmlns:a16="http://schemas.microsoft.com/office/drawing/2014/main" id="{44574A8B-0837-46C7-83D8-A3EF4F2A32C2}"/>
              </a:ext>
            </a:extLst>
          </p:cNvPr>
          <p:cNvSpPr>
            <a:spLocks xmlns:a="http://schemas.openxmlformats.org/drawingml/2006/main" noGrp="1"/>
          </p:cNvSpPr>
          <p:nvPr/>
        </p:nvSpPr>
        <p:spPr>
          <a:xfrm xmlns:a="http://schemas.openxmlformats.org/drawingml/2006/main">
            <a:off x="9935432" y="6433253"/>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Policy Manager</a:t>
            </a:r>
          </a:p>
        </p:txBody>
      </p:sp>
      <p:sp>
        <p:nvSpPr>
          <p:cNvPr id="322" name="dp44-comparison / n265">
            <a:extLst xmlns:a="http://schemas.openxmlformats.org/drawingml/2006/main">
              <a:ext uri="{FF2B5EF4-FFF2-40B4-BE49-F238E27FC236}">
                <a16:creationId xmlns:a16="http://schemas.microsoft.com/office/drawing/2014/main" id="{77EE6970-DF6A-44DA-B1F5-EA69B53C17AA}"/>
              </a:ext>
            </a:extLst>
          </p:cNvPr>
          <p:cNvSpPr>
            <a:spLocks xmlns:a="http://schemas.openxmlformats.org/drawingml/2006/main" noGrp="1"/>
          </p:cNvSpPr>
          <p:nvPr/>
        </p:nvSpPr>
        <p:spPr>
          <a:xfrm xmlns:a="http://schemas.openxmlformats.org/drawingml/2006/main">
            <a:off x="9890760" y="6949345"/>
            <a:ext cx="1659255"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3" name="dp44-comparison / n266 / text 1">
            <a:extLst xmlns:a="http://schemas.openxmlformats.org/drawingml/2006/main">
              <a:ext uri="{FF2B5EF4-FFF2-40B4-BE49-F238E27FC236}">
                <a16:creationId xmlns:a16="http://schemas.microsoft.com/office/drawing/2014/main" id="{081C12A2-6C6E-42A4-9A71-C476CF69935E}"/>
              </a:ext>
            </a:extLst>
          </p:cNvPr>
          <p:cNvSpPr>
            <a:spLocks xmlns:a="http://schemas.openxmlformats.org/drawingml/2006/main" noGrp="1"/>
          </p:cNvSpPr>
          <p:nvPr/>
        </p:nvSpPr>
        <p:spPr>
          <a:xfrm xmlns:a="http://schemas.openxmlformats.org/drawingml/2006/main">
            <a:off x="9935432" y="7039519"/>
            <a:ext cx="1569911"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State Store</a:t>
            </a:r>
          </a:p>
        </p:txBody>
      </p:sp>
      <p:sp>
        <p:nvSpPr>
          <p:cNvPr id="324" name="dp44-comparison / n267">
            <a:extLst xmlns:a="http://schemas.openxmlformats.org/drawingml/2006/main">
              <a:ext uri="{FF2B5EF4-FFF2-40B4-BE49-F238E27FC236}">
                <a16:creationId xmlns:a16="http://schemas.microsoft.com/office/drawing/2014/main" id="{1202522A-E2DA-40D8-BECB-5EE3EA8FD6BD}"/>
              </a:ext>
            </a:extLst>
          </p:cNvPr>
          <p:cNvSpPr>
            <a:spLocks xmlns:a="http://schemas.openxmlformats.org/drawingml/2006/main" noGrp="1"/>
          </p:cNvSpPr>
          <p:nvPr/>
        </p:nvSpPr>
        <p:spPr>
          <a:xfrm xmlns:a="http://schemas.openxmlformats.org/drawingml/2006/main">
            <a:off x="15825788" y="6725984"/>
            <a:ext cx="1212533" cy="344615"/>
          </a:xfrm>
          <a:prstGeom xmlns:a="http://schemas.openxmlformats.org/drawingml/2006/main" prst="rect">
            <a:avLst/>
          </a:prstGeom>
          <a:solidFill xmlns:a="http://schemas.openxmlformats.org/drawingml/2006/main">
            <a:srgbClr val="FFFFFF"/>
          </a:solidFill>
          <a:ln xmlns:a="http://schemas.openxmlformats.org/drawingml/2006/main" w="6382">
            <a:solidFill>
              <a:srgbClr val="000000"/>
            </a:solidFill>
            <a:prstDash val="solid"/>
          </a:ln>
        </p:spPr>
      </p:sp>
      <p:sp>
        <p:nvSpPr>
          <p:cNvPr id="325" name="dp44-comparison / n268 / text 1">
            <a:extLst xmlns:a="http://schemas.openxmlformats.org/drawingml/2006/main">
              <a:ext uri="{FF2B5EF4-FFF2-40B4-BE49-F238E27FC236}">
                <a16:creationId xmlns:a16="http://schemas.microsoft.com/office/drawing/2014/main" id="{8929312F-FC8A-44DC-96B0-5BAC31C91549}"/>
              </a:ext>
            </a:extLst>
          </p:cNvPr>
          <p:cNvSpPr>
            <a:spLocks xmlns:a="http://schemas.openxmlformats.org/drawingml/2006/main" noGrp="1"/>
          </p:cNvSpPr>
          <p:nvPr/>
        </p:nvSpPr>
        <p:spPr>
          <a:xfrm xmlns:a="http://schemas.openxmlformats.org/drawingml/2006/main">
            <a:off x="15870460" y="6816158"/>
            <a:ext cx="1123188" cy="20357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06" b="1">
                <a:solidFill>
                  <a:srgbClr val="000000"/>
                </a:solidFill>
                <a:latin typeface="Apple SD Gothic Neo"/>
                <a:ea typeface="Apple SD Gothic Neo"/>
                <a:cs typeface="Apple SD Gothic Neo"/>
              </a:defRPr>
            </a:pPr>
            <a:r>
              <a:rPr sz="1106" b="1">
                <a:solidFill>
                  <a:srgbClr val="000000"/>
                </a:solidFill>
                <a:latin typeface="Apple SD Gothic Neo"/>
                <a:ea typeface="Apple SD Gothic Neo"/>
                <a:cs typeface="Apple SD Gothic Neo"/>
              </a:rPr>
              <a:t>Model Access</a:t>
            </a:r>
          </a:p>
        </p:txBody>
      </p:sp>
      <p:sp>
        <p:nvSpPr>
          <p:cNvPr id="326" name="dp44-comparison / n269">
            <a:extLst xmlns:a="http://schemas.openxmlformats.org/drawingml/2006/main">
              <a:ext uri="{FF2B5EF4-FFF2-40B4-BE49-F238E27FC236}">
                <a16:creationId xmlns:a16="http://schemas.microsoft.com/office/drawing/2014/main" id="{306C8A03-9CA4-481B-BB00-BCB0A71DF5CE}"/>
              </a:ext>
            </a:extLst>
          </p:cNvPr>
          <p:cNvSpPr>
            <a:spLocks xmlns:a="http://schemas.openxmlformats.org/drawingml/2006/main" noGrp="1"/>
          </p:cNvSpPr>
          <p:nvPr/>
        </p:nvSpPr>
        <p:spPr>
          <a:xfrm xmlns:a="http://schemas.openxmlformats.org/drawingml/2006/main">
            <a:off x="15825788" y="7223760"/>
            <a:ext cx="1212533" cy="268034"/>
          </a:xfrm>
          <a:prstGeom xmlns:a="http://schemas.openxmlformats.org/drawingml/2006/main" prst="hexagon">
            <a:avLst/>
          </a:prstGeom>
          <a:solidFill xmlns:a="http://schemas.openxmlformats.org/drawingml/2006/main">
            <a:srgbClr val="FFFFFF"/>
          </a:solidFill>
          <a:ln xmlns:a="http://schemas.openxmlformats.org/drawingml/2006/main" w="6382">
            <a:solidFill>
              <a:srgbClr val="000000"/>
            </a:solidFill>
            <a:prstDash val="solid"/>
          </a:ln>
        </p:spPr>
      </p:sp>
      <p:sp>
        <p:nvSpPr>
          <p:cNvPr id="327" name="dp44-comparison / n270 / text 1">
            <a:extLst xmlns:a="http://schemas.openxmlformats.org/drawingml/2006/main">
              <a:ext uri="{FF2B5EF4-FFF2-40B4-BE49-F238E27FC236}">
                <a16:creationId xmlns:a16="http://schemas.microsoft.com/office/drawing/2014/main" id="{DB2B74B2-1603-47C3-B9DF-8CD3CBF0607D}"/>
              </a:ext>
            </a:extLst>
          </p:cNvPr>
          <p:cNvSpPr>
            <a:spLocks xmlns:a="http://schemas.openxmlformats.org/drawingml/2006/main" noGrp="1"/>
          </p:cNvSpPr>
          <p:nvPr/>
        </p:nvSpPr>
        <p:spPr>
          <a:xfrm xmlns:a="http://schemas.openxmlformats.org/drawingml/2006/main">
            <a:off x="15870460" y="7283110"/>
            <a:ext cx="1123188" cy="18507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05" b="1">
                <a:solidFill>
                  <a:srgbClr val="000000"/>
                </a:solidFill>
                <a:latin typeface="Apple SD Gothic Neo"/>
                <a:ea typeface="Apple SD Gothic Neo"/>
                <a:cs typeface="Apple SD Gothic Neo"/>
              </a:defRPr>
            </a:pPr>
            <a:r>
              <a:rPr sz="1005" b="1">
                <a:solidFill>
                  <a:srgbClr val="000000"/>
                </a:solidFill>
                <a:latin typeface="Apple SD Gothic Neo"/>
                <a:ea typeface="Apple SD Gothic Neo"/>
                <a:cs typeface="Apple SD Gothic Neo"/>
              </a:rPr>
              <a:t>Shared Omni</a:t>
            </a:r>
          </a:p>
        </p:txBody>
      </p:sp>
      <p:sp>
        <p:nvSpPr>
          <p:cNvPr id="328" name="dp44-comparison / n271 / path">
            <a:extLst xmlns:a="http://schemas.openxmlformats.org/drawingml/2006/main">
              <a:ext uri="{FF2B5EF4-FFF2-40B4-BE49-F238E27FC236}">
                <a16:creationId xmlns:a16="http://schemas.microsoft.com/office/drawing/2014/main" id="{D055BEF1-3828-4477-9479-277B2FFD7CB5}"/>
              </a:ext>
            </a:extLst>
          </p:cNvPr>
          <p:cNvSpPr>
            <a:spLocks xmlns:a="http://schemas.openxmlformats.org/drawingml/2006/main" noGrp="1"/>
          </p:cNvSpPr>
          <p:nvPr/>
        </p:nvSpPr>
        <p:spPr>
          <a:xfrm xmlns:a="http://schemas.openxmlformats.org/drawingml/2006/main">
            <a:off x="9833324" y="2596991"/>
            <a:ext cx="615839" cy="529685"/>
          </a:xfrm>
          <a:custGeom xmlns:a="http://schemas.openxmlformats.org/drawingml/2006/main">
            <a:pathLst>
              <a:path w="615839" h="529685">
                <a:moveTo>
                  <a:pt x="599885" y="0"/>
                </a:moveTo>
                <a:lnTo>
                  <a:pt x="0" y="0"/>
                </a:lnTo>
                <a:lnTo>
                  <a:pt x="0" y="529685"/>
                </a:lnTo>
                <a:lnTo>
                  <a:pt x="615839" y="529685"/>
                </a:lnTo>
              </a:path>
            </a:pathLst>
          </a:custGeom>
          <a:noFill xmlns:a="http://schemas.openxmlformats.org/drawingml/2006/main"/>
          <a:ln xmlns:a="http://schemas.openxmlformats.org/drawingml/2006/main" w="7020">
            <a:solidFill>
              <a:srgbClr val="000000"/>
            </a:solidFill>
            <a:prstDash val="solid"/>
          </a:ln>
        </p:spPr>
      </p:sp>
      <p:sp>
        <p:nvSpPr>
          <p:cNvPr id="329" name="dp44-comparison / n271 / arrow">
            <a:extLst xmlns:a="http://schemas.openxmlformats.org/drawingml/2006/main">
              <a:ext uri="{FF2B5EF4-FFF2-40B4-BE49-F238E27FC236}">
                <a16:creationId xmlns:a16="http://schemas.microsoft.com/office/drawing/2014/main" id="{2D576533-3DC5-43F9-95B7-29D830DBF92C}"/>
              </a:ext>
            </a:extLst>
          </p:cNvPr>
          <p:cNvSpPr>
            <a:spLocks xmlns:a="http://schemas.openxmlformats.org/drawingml/2006/main" noGrp="1"/>
          </p:cNvSpPr>
          <p:nvPr/>
        </p:nvSpPr>
        <p:spPr>
          <a:xfrm xmlns:a="http://schemas.openxmlformats.org/drawingml/2006/main">
            <a:off x="10404236" y="31042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30" name="dp44-comparison / n272 / path">
            <a:extLst xmlns:a="http://schemas.openxmlformats.org/drawingml/2006/main">
              <a:ext uri="{FF2B5EF4-FFF2-40B4-BE49-F238E27FC236}">
                <a16:creationId xmlns:a16="http://schemas.microsoft.com/office/drawing/2014/main" id="{8E627A32-E4ED-42D4-9758-2FFDDD5E0594}"/>
              </a:ext>
            </a:extLst>
          </p:cNvPr>
          <p:cNvSpPr>
            <a:spLocks xmlns:a="http://schemas.openxmlformats.org/drawingml/2006/main" noGrp="1"/>
          </p:cNvSpPr>
          <p:nvPr/>
        </p:nvSpPr>
        <p:spPr>
          <a:xfrm xmlns:a="http://schemas.openxmlformats.org/drawingml/2006/main">
            <a:off x="10911840" y="3260693"/>
            <a:ext cx="114872" cy="953"/>
          </a:xfrm>
          <a:custGeom xmlns:a="http://schemas.openxmlformats.org/drawingml/2006/main">
            <a:pathLst>
              <a:path w="114872" h="953">
                <a:moveTo>
                  <a:pt x="114872" y="0"/>
                </a:moveTo>
                <a:lnTo>
                  <a:pt x="0" y="0"/>
                </a:lnTo>
              </a:path>
            </a:pathLst>
          </a:custGeom>
          <a:noFill xmlns:a="http://schemas.openxmlformats.org/drawingml/2006/main"/>
          <a:ln xmlns:a="http://schemas.openxmlformats.org/drawingml/2006/main" w="7020">
            <a:solidFill>
              <a:srgbClr val="000000"/>
            </a:solidFill>
            <a:prstDash val="solid"/>
          </a:ln>
        </p:spPr>
      </p:sp>
      <p:sp>
        <p:nvSpPr>
          <p:cNvPr id="331" name="dp44-comparison / n272 / arrow">
            <a:extLst xmlns:a="http://schemas.openxmlformats.org/drawingml/2006/main">
              <a:ext uri="{FF2B5EF4-FFF2-40B4-BE49-F238E27FC236}">
                <a16:creationId xmlns:a16="http://schemas.microsoft.com/office/drawing/2014/main" id="{22AA6D31-3A59-4759-B3E4-5AA8806730BC}"/>
              </a:ext>
            </a:extLst>
          </p:cNvPr>
          <p:cNvSpPr>
            <a:spLocks xmlns:a="http://schemas.openxmlformats.org/drawingml/2006/main" noGrp="1"/>
          </p:cNvSpPr>
          <p:nvPr/>
        </p:nvSpPr>
        <p:spPr>
          <a:xfrm xmlns:a="http://schemas.openxmlformats.org/drawingml/2006/main">
            <a:off x="10911840" y="323822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32" name="dp44-comparison / n273">
            <a:extLst xmlns:a="http://schemas.openxmlformats.org/drawingml/2006/main">
              <a:ext uri="{FF2B5EF4-FFF2-40B4-BE49-F238E27FC236}">
                <a16:creationId xmlns:a16="http://schemas.microsoft.com/office/drawing/2014/main" id="{AACD288F-63FC-4A9B-A591-3548701AE310}"/>
              </a:ext>
            </a:extLst>
          </p:cNvPr>
          <p:cNvSpPr>
            <a:spLocks xmlns:a="http://schemas.openxmlformats.org/drawingml/2006/main" noGrp="1"/>
          </p:cNvSpPr>
          <p:nvPr/>
        </p:nvSpPr>
        <p:spPr>
          <a:xfrm xmlns:a="http://schemas.openxmlformats.org/drawingml/2006/main">
            <a:off x="9980105" y="3433001"/>
            <a:ext cx="2042160"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3" name="dp44-comparison / n274 / text 1">
            <a:extLst xmlns:a="http://schemas.openxmlformats.org/drawingml/2006/main">
              <a:ext uri="{FF2B5EF4-FFF2-40B4-BE49-F238E27FC236}">
                <a16:creationId xmlns:a16="http://schemas.microsoft.com/office/drawing/2014/main" id="{FBD6D32D-EC38-418F-B09D-B3B09C7DBA8C}"/>
              </a:ext>
            </a:extLst>
          </p:cNvPr>
          <p:cNvSpPr>
            <a:spLocks xmlns:a="http://schemas.openxmlformats.org/drawingml/2006/main" noGrp="1"/>
          </p:cNvSpPr>
          <p:nvPr/>
        </p:nvSpPr>
        <p:spPr>
          <a:xfrm xmlns:a="http://schemas.openxmlformats.org/drawingml/2006/main">
            <a:off x="9992868" y="3439382"/>
            <a:ext cx="2042160"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InputStarted: 즉시 stop / epoch 무효화</a:t>
            </a:r>
          </a:p>
        </p:txBody>
      </p:sp>
      <p:sp>
        <p:nvSpPr>
          <p:cNvPr id="334" name="dp44-comparison / n275 / path">
            <a:extLst xmlns:a="http://schemas.openxmlformats.org/drawingml/2006/main">
              <a:ext uri="{FF2B5EF4-FFF2-40B4-BE49-F238E27FC236}">
                <a16:creationId xmlns:a16="http://schemas.microsoft.com/office/drawing/2014/main" id="{523CFFC4-6C89-42D6-B553-9F2B9FCB21A1}"/>
              </a:ext>
            </a:extLst>
          </p:cNvPr>
          <p:cNvSpPr>
            <a:spLocks xmlns:a="http://schemas.openxmlformats.org/drawingml/2006/main" noGrp="1"/>
          </p:cNvSpPr>
          <p:nvPr/>
        </p:nvSpPr>
        <p:spPr>
          <a:xfrm xmlns:a="http://schemas.openxmlformats.org/drawingml/2006/main">
            <a:off x="10911840" y="3790379"/>
            <a:ext cx="114872" cy="953"/>
          </a:xfrm>
          <a:custGeom xmlns:a="http://schemas.openxmlformats.org/drawingml/2006/main">
            <a:pathLst>
              <a:path w="114872" h="953">
                <a:moveTo>
                  <a:pt x="0" y="0"/>
                </a:moveTo>
                <a:lnTo>
                  <a:pt x="114872" y="0"/>
                </a:lnTo>
              </a:path>
            </a:pathLst>
          </a:custGeom>
          <a:noFill xmlns:a="http://schemas.openxmlformats.org/drawingml/2006/main"/>
          <a:ln xmlns:a="http://schemas.openxmlformats.org/drawingml/2006/main" w="7020">
            <a:solidFill>
              <a:srgbClr val="000000"/>
            </a:solidFill>
            <a:prstDash val="solid"/>
          </a:ln>
        </p:spPr>
      </p:sp>
      <p:sp>
        <p:nvSpPr>
          <p:cNvPr id="335" name="dp44-comparison / n275 / arrow">
            <a:extLst xmlns:a="http://schemas.openxmlformats.org/drawingml/2006/main">
              <a:ext uri="{FF2B5EF4-FFF2-40B4-BE49-F238E27FC236}">
                <a16:creationId xmlns:a16="http://schemas.microsoft.com/office/drawing/2014/main" id="{1CCC7F17-552B-4C0B-984C-D35EC6718830}"/>
              </a:ext>
            </a:extLst>
          </p:cNvPr>
          <p:cNvSpPr>
            <a:spLocks xmlns:a="http://schemas.openxmlformats.org/drawingml/2006/main" noGrp="1"/>
          </p:cNvSpPr>
          <p:nvPr/>
        </p:nvSpPr>
        <p:spPr>
          <a:xfrm xmlns:a="http://schemas.openxmlformats.org/drawingml/2006/main">
            <a:off x="10981784" y="376791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36" name="dp44-comparison / n276">
            <a:extLst xmlns:a="http://schemas.openxmlformats.org/drawingml/2006/main">
              <a:ext uri="{FF2B5EF4-FFF2-40B4-BE49-F238E27FC236}">
                <a16:creationId xmlns:a16="http://schemas.microsoft.com/office/drawing/2014/main" id="{5EA04187-3957-4069-9936-A126E0A6F9D9}"/>
              </a:ext>
            </a:extLst>
          </p:cNvPr>
          <p:cNvSpPr>
            <a:spLocks xmlns:a="http://schemas.openxmlformats.org/drawingml/2006/main" noGrp="1"/>
          </p:cNvSpPr>
          <p:nvPr/>
        </p:nvSpPr>
        <p:spPr>
          <a:xfrm xmlns:a="http://schemas.openxmlformats.org/drawingml/2006/main">
            <a:off x="9973723" y="3969068"/>
            <a:ext cx="1779742" cy="1386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7" name="dp44-comparison / n277 / text 1">
            <a:extLst xmlns:a="http://schemas.openxmlformats.org/drawingml/2006/main">
              <a:ext uri="{FF2B5EF4-FFF2-40B4-BE49-F238E27FC236}">
                <a16:creationId xmlns:a16="http://schemas.microsoft.com/office/drawing/2014/main" id="{32067CE1-F8B0-450F-9D87-374818086DA0}"/>
              </a:ext>
            </a:extLst>
          </p:cNvPr>
          <p:cNvSpPr>
            <a:spLocks xmlns:a="http://schemas.openxmlformats.org/drawingml/2006/main" noGrp="1"/>
          </p:cNvSpPr>
          <p:nvPr/>
        </p:nvSpPr>
        <p:spPr>
          <a:xfrm xmlns:a="http://schemas.openxmlformats.org/drawingml/2006/main">
            <a:off x="9986486" y="3975449"/>
            <a:ext cx="1914525" cy="14805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04" b="0">
                <a:solidFill>
                  <a:srgbClr val="000000"/>
                </a:solidFill>
                <a:latin typeface="Apple SD Gothic Neo"/>
                <a:ea typeface="Apple SD Gothic Neo"/>
                <a:cs typeface="Apple SD Gothic Neo"/>
              </a:defRPr>
            </a:pPr>
            <a:r>
              <a:rPr sz="804" b="0">
                <a:solidFill>
                  <a:srgbClr val="000000"/>
                </a:solidFill>
                <a:latin typeface="Apple SD Gothic Neo"/>
                <a:ea typeface="Apple SD Gothic Neo"/>
                <a:cs typeface="Apple SD Gothic Neo"/>
              </a:rPr>
              <a:t>시점별 evidence ↔ 입력 revision</a:t>
            </a:r>
          </a:p>
        </p:txBody>
      </p:sp>
      <p:sp>
        <p:nvSpPr>
          <p:cNvPr id="338" name="dp44-comparison / n278 / path">
            <a:extLst xmlns:a="http://schemas.openxmlformats.org/drawingml/2006/main">
              <a:ext uri="{FF2B5EF4-FFF2-40B4-BE49-F238E27FC236}">
                <a16:creationId xmlns:a16="http://schemas.microsoft.com/office/drawing/2014/main" id="{22C44B62-1B17-444A-AB1C-638D710F56BC}"/>
              </a:ext>
            </a:extLst>
          </p:cNvPr>
          <p:cNvSpPr>
            <a:spLocks xmlns:a="http://schemas.openxmlformats.org/drawingml/2006/main" noGrp="1"/>
          </p:cNvSpPr>
          <p:nvPr/>
        </p:nvSpPr>
        <p:spPr>
          <a:xfrm xmlns:a="http://schemas.openxmlformats.org/drawingml/2006/main">
            <a:off x="10449163" y="3394710"/>
            <a:ext cx="542449" cy="733901"/>
          </a:xfrm>
          <a:custGeom xmlns:a="http://schemas.openxmlformats.org/drawingml/2006/main">
            <a:pathLst>
              <a:path w="542449" h="733901">
                <a:moveTo>
                  <a:pt x="0" y="0"/>
                </a:moveTo>
                <a:lnTo>
                  <a:pt x="542449" y="0"/>
                </a:lnTo>
                <a:lnTo>
                  <a:pt x="542449" y="733901"/>
                </a:lnTo>
              </a:path>
            </a:pathLst>
          </a:custGeom>
          <a:noFill xmlns:a="http://schemas.openxmlformats.org/drawingml/2006/main"/>
          <a:ln xmlns:a="http://schemas.openxmlformats.org/drawingml/2006/main" w="7020">
            <a:solidFill>
              <a:srgbClr val="000000"/>
            </a:solidFill>
            <a:prstDash val="solid"/>
          </a:ln>
        </p:spPr>
      </p:sp>
      <p:sp>
        <p:nvSpPr>
          <p:cNvPr id="339" name="dp44-comparison / n278 / arrow">
            <a:extLst xmlns:a="http://schemas.openxmlformats.org/drawingml/2006/main">
              <a:ext uri="{FF2B5EF4-FFF2-40B4-BE49-F238E27FC236}">
                <a16:creationId xmlns:a16="http://schemas.microsoft.com/office/drawing/2014/main" id="{9DCE4598-C09D-4241-A12E-9E1D63F75A3B}"/>
              </a:ext>
            </a:extLst>
          </p:cNvPr>
          <p:cNvSpPr>
            <a:spLocks xmlns:a="http://schemas.openxmlformats.org/drawingml/2006/main" noGrp="1"/>
          </p:cNvSpPr>
          <p:nvPr/>
        </p:nvSpPr>
        <p:spPr>
          <a:xfrm xmlns:a="http://schemas.openxmlformats.org/drawingml/2006/main">
            <a:off x="10969148" y="4083684"/>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40" name="dp44-comparison / n279 / path">
            <a:extLst xmlns:a="http://schemas.openxmlformats.org/drawingml/2006/main">
              <a:ext uri="{FF2B5EF4-FFF2-40B4-BE49-F238E27FC236}">
                <a16:creationId xmlns:a16="http://schemas.microsoft.com/office/drawing/2014/main" id="{A4770E58-09A9-42B1-A3E4-B0FB3BEECB45}"/>
              </a:ext>
            </a:extLst>
          </p:cNvPr>
          <p:cNvSpPr>
            <a:spLocks xmlns:a="http://schemas.openxmlformats.org/drawingml/2006/main" noGrp="1"/>
          </p:cNvSpPr>
          <p:nvPr/>
        </p:nvSpPr>
        <p:spPr>
          <a:xfrm xmlns:a="http://schemas.openxmlformats.org/drawingml/2006/main">
            <a:off x="11952065" y="3324511"/>
            <a:ext cx="810482" cy="465868"/>
          </a:xfrm>
          <a:custGeom xmlns:a="http://schemas.openxmlformats.org/drawingml/2006/main">
            <a:pathLst>
              <a:path w="810482" h="465868">
                <a:moveTo>
                  <a:pt x="0" y="465868"/>
                </a:moveTo>
                <a:lnTo>
                  <a:pt x="0" y="0"/>
                </a:lnTo>
                <a:lnTo>
                  <a:pt x="810482" y="0"/>
                </a:lnTo>
              </a:path>
            </a:pathLst>
          </a:custGeom>
          <a:noFill xmlns:a="http://schemas.openxmlformats.org/drawingml/2006/main"/>
          <a:ln xmlns:a="http://schemas.openxmlformats.org/drawingml/2006/main" w="7020">
            <a:solidFill>
              <a:srgbClr val="000000"/>
            </a:solidFill>
            <a:prstDash val="solid"/>
          </a:ln>
        </p:spPr>
      </p:sp>
      <p:sp>
        <p:nvSpPr>
          <p:cNvPr id="341" name="dp44-comparison / n279 / arrow">
            <a:extLst xmlns:a="http://schemas.openxmlformats.org/drawingml/2006/main">
              <a:ext uri="{FF2B5EF4-FFF2-40B4-BE49-F238E27FC236}">
                <a16:creationId xmlns:a16="http://schemas.microsoft.com/office/drawing/2014/main" id="{0C087AD4-E174-45D0-AC5F-653FFC0F57C5}"/>
              </a:ext>
            </a:extLst>
          </p:cNvPr>
          <p:cNvSpPr>
            <a:spLocks xmlns:a="http://schemas.openxmlformats.org/drawingml/2006/main" noGrp="1"/>
          </p:cNvSpPr>
          <p:nvPr/>
        </p:nvSpPr>
        <p:spPr>
          <a:xfrm xmlns:a="http://schemas.openxmlformats.org/drawingml/2006/main">
            <a:off x="12717620" y="330204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42" name="dp44-comparison / n280 / path">
            <a:extLst xmlns:a="http://schemas.openxmlformats.org/drawingml/2006/main">
              <a:ext uri="{FF2B5EF4-FFF2-40B4-BE49-F238E27FC236}">
                <a16:creationId xmlns:a16="http://schemas.microsoft.com/office/drawing/2014/main" id="{56020A4A-11F0-4815-BF1C-E658786A0B2B}"/>
              </a:ext>
            </a:extLst>
          </p:cNvPr>
          <p:cNvSpPr>
            <a:spLocks xmlns:a="http://schemas.openxmlformats.org/drawingml/2006/main" noGrp="1"/>
          </p:cNvSpPr>
          <p:nvPr/>
        </p:nvSpPr>
        <p:spPr>
          <a:xfrm xmlns:a="http://schemas.openxmlformats.org/drawingml/2006/main">
            <a:off x="10911840" y="3094768"/>
            <a:ext cx="1850708" cy="153162"/>
          </a:xfrm>
          <a:custGeom xmlns:a="http://schemas.openxmlformats.org/drawingml/2006/main">
            <a:pathLst>
              <a:path w="1850708" h="153162">
                <a:moveTo>
                  <a:pt x="0" y="121253"/>
                </a:moveTo>
                <a:lnTo>
                  <a:pt x="0" y="0"/>
                </a:lnTo>
                <a:lnTo>
                  <a:pt x="1850708" y="0"/>
                </a:lnTo>
                <a:lnTo>
                  <a:pt x="1850708" y="153162"/>
                </a:lnTo>
              </a:path>
            </a:pathLst>
          </a:custGeom>
          <a:noFill xmlns:a="http://schemas.openxmlformats.org/drawingml/2006/main"/>
          <a:ln xmlns:a="http://schemas.openxmlformats.org/drawingml/2006/main" w="7020">
            <a:solidFill>
              <a:srgbClr val="000000"/>
            </a:solidFill>
            <a:prstDash val="solid"/>
          </a:ln>
        </p:spPr>
      </p:sp>
      <p:sp>
        <p:nvSpPr>
          <p:cNvPr id="343" name="dp44-comparison / n280 / arrow">
            <a:extLst xmlns:a="http://schemas.openxmlformats.org/drawingml/2006/main">
              <a:ext uri="{FF2B5EF4-FFF2-40B4-BE49-F238E27FC236}">
                <a16:creationId xmlns:a16="http://schemas.microsoft.com/office/drawing/2014/main" id="{AA43AE16-B5F9-4E08-8205-B49E626AFE30}"/>
              </a:ext>
            </a:extLst>
          </p:cNvPr>
          <p:cNvSpPr>
            <a:spLocks xmlns:a="http://schemas.openxmlformats.org/drawingml/2006/main" noGrp="1"/>
          </p:cNvSpPr>
          <p:nvPr/>
        </p:nvSpPr>
        <p:spPr>
          <a:xfrm xmlns:a="http://schemas.openxmlformats.org/drawingml/2006/main">
            <a:off x="12740084" y="320300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44" name="dp44-comparison / n281 / path">
            <a:extLst xmlns:a="http://schemas.openxmlformats.org/drawingml/2006/main">
              <a:ext uri="{FF2B5EF4-FFF2-40B4-BE49-F238E27FC236}">
                <a16:creationId xmlns:a16="http://schemas.microsoft.com/office/drawing/2014/main" id="{C0C1EA1A-5CEA-4516-BA3E-025598544E4D}"/>
              </a:ext>
            </a:extLst>
          </p:cNvPr>
          <p:cNvSpPr>
            <a:spLocks xmlns:a="http://schemas.openxmlformats.org/drawingml/2006/main" noGrp="1"/>
          </p:cNvSpPr>
          <p:nvPr/>
        </p:nvSpPr>
        <p:spPr>
          <a:xfrm xmlns:a="http://schemas.openxmlformats.org/drawingml/2006/main">
            <a:off x="12060555" y="3369183"/>
            <a:ext cx="701993" cy="274415"/>
          </a:xfrm>
          <a:custGeom xmlns:a="http://schemas.openxmlformats.org/drawingml/2006/main">
            <a:pathLst>
              <a:path w="701993" h="274415">
                <a:moveTo>
                  <a:pt x="0" y="274415"/>
                </a:moveTo>
                <a:lnTo>
                  <a:pt x="0" y="0"/>
                </a:lnTo>
                <a:lnTo>
                  <a:pt x="701993" y="0"/>
                </a:lnTo>
              </a:path>
            </a:pathLst>
          </a:custGeom>
          <a:noFill xmlns:a="http://schemas.openxmlformats.org/drawingml/2006/main"/>
          <a:ln xmlns:a="http://schemas.openxmlformats.org/drawingml/2006/main" w="7020">
            <a:solidFill>
              <a:srgbClr val="000000"/>
            </a:solidFill>
            <a:prstDash val="solid"/>
          </a:ln>
        </p:spPr>
      </p:sp>
      <p:sp>
        <p:nvSpPr>
          <p:cNvPr id="345" name="dp44-comparison / n281 / arrow">
            <a:extLst xmlns:a="http://schemas.openxmlformats.org/drawingml/2006/main">
              <a:ext uri="{FF2B5EF4-FFF2-40B4-BE49-F238E27FC236}">
                <a16:creationId xmlns:a16="http://schemas.microsoft.com/office/drawing/2014/main" id="{F1C0E725-5188-4734-8CDF-50BDF33256CE}"/>
              </a:ext>
            </a:extLst>
          </p:cNvPr>
          <p:cNvSpPr>
            <a:spLocks xmlns:a="http://schemas.openxmlformats.org/drawingml/2006/main" noGrp="1"/>
          </p:cNvSpPr>
          <p:nvPr/>
        </p:nvSpPr>
        <p:spPr>
          <a:xfrm xmlns:a="http://schemas.openxmlformats.org/drawingml/2006/main">
            <a:off x="12717620" y="334671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46" name="dp44-comparison / n282 / path">
            <a:extLst xmlns:a="http://schemas.openxmlformats.org/drawingml/2006/main">
              <a:ext uri="{FF2B5EF4-FFF2-40B4-BE49-F238E27FC236}">
                <a16:creationId xmlns:a16="http://schemas.microsoft.com/office/drawing/2014/main" id="{7A070AA6-D890-4B71-9893-E95DA1FD75AB}"/>
              </a:ext>
            </a:extLst>
          </p:cNvPr>
          <p:cNvSpPr>
            <a:spLocks xmlns:a="http://schemas.openxmlformats.org/drawingml/2006/main" noGrp="1"/>
          </p:cNvSpPr>
          <p:nvPr/>
        </p:nvSpPr>
        <p:spPr>
          <a:xfrm xmlns:a="http://schemas.openxmlformats.org/drawingml/2006/main">
            <a:off x="10720388" y="3401092"/>
            <a:ext cx="2042160" cy="1620965"/>
          </a:xfrm>
          <a:custGeom xmlns:a="http://schemas.openxmlformats.org/drawingml/2006/main">
            <a:pathLst>
              <a:path w="2042160" h="1620965">
                <a:moveTo>
                  <a:pt x="2042160" y="0"/>
                </a:moveTo>
                <a:lnTo>
                  <a:pt x="2042160" y="1620965"/>
                </a:lnTo>
                <a:lnTo>
                  <a:pt x="0" y="1620965"/>
                </a:lnTo>
              </a:path>
            </a:pathLst>
          </a:custGeom>
          <a:noFill xmlns:a="http://schemas.openxmlformats.org/drawingml/2006/main"/>
          <a:ln xmlns:a="http://schemas.openxmlformats.org/drawingml/2006/main" w="7020">
            <a:solidFill>
              <a:srgbClr val="000000"/>
            </a:solidFill>
            <a:prstDash val="solid"/>
          </a:ln>
        </p:spPr>
      </p:sp>
      <p:sp>
        <p:nvSpPr>
          <p:cNvPr id="347" name="dp44-comparison / n282 / arrow">
            <a:extLst xmlns:a="http://schemas.openxmlformats.org/drawingml/2006/main">
              <a:ext uri="{FF2B5EF4-FFF2-40B4-BE49-F238E27FC236}">
                <a16:creationId xmlns:a16="http://schemas.microsoft.com/office/drawing/2014/main" id="{B77C54C9-81EB-4015-8B3D-6C7C38AAF66A}"/>
              </a:ext>
            </a:extLst>
          </p:cNvPr>
          <p:cNvSpPr>
            <a:spLocks xmlns:a="http://schemas.openxmlformats.org/drawingml/2006/main" noGrp="1"/>
          </p:cNvSpPr>
          <p:nvPr/>
        </p:nvSpPr>
        <p:spPr>
          <a:xfrm xmlns:a="http://schemas.openxmlformats.org/drawingml/2006/main">
            <a:off x="10720388"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48" name="dp44-comparison / n283 / path">
            <a:extLst xmlns:a="http://schemas.openxmlformats.org/drawingml/2006/main">
              <a:ext uri="{FF2B5EF4-FFF2-40B4-BE49-F238E27FC236}">
                <a16:creationId xmlns:a16="http://schemas.microsoft.com/office/drawing/2014/main" id="{E1A3393A-5DA8-43A5-A24A-87DC8C3FE306}"/>
              </a:ext>
            </a:extLst>
          </p:cNvPr>
          <p:cNvSpPr>
            <a:spLocks xmlns:a="http://schemas.openxmlformats.org/drawingml/2006/main" noGrp="1"/>
          </p:cNvSpPr>
          <p:nvPr/>
        </p:nvSpPr>
        <p:spPr>
          <a:xfrm xmlns:a="http://schemas.openxmlformats.org/drawingml/2006/main">
            <a:off x="11550015" y="3439382"/>
            <a:ext cx="1212533" cy="1754981"/>
          </a:xfrm>
          <a:custGeom xmlns:a="http://schemas.openxmlformats.org/drawingml/2006/main">
            <a:pathLst>
              <a:path w="1212533" h="1754981">
                <a:moveTo>
                  <a:pt x="0" y="1754981"/>
                </a:moveTo>
                <a:lnTo>
                  <a:pt x="899827" y="1754981"/>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349" name="dp44-comparison / n283 / arrow">
            <a:extLst xmlns:a="http://schemas.openxmlformats.org/drawingml/2006/main">
              <a:ext uri="{FF2B5EF4-FFF2-40B4-BE49-F238E27FC236}">
                <a16:creationId xmlns:a16="http://schemas.microsoft.com/office/drawing/2014/main" id="{54BE06CB-1FD5-48EA-A604-C38DD25DF383}"/>
              </a:ext>
            </a:extLst>
          </p:cNvPr>
          <p:cNvSpPr>
            <a:spLocks xmlns:a="http://schemas.openxmlformats.org/drawingml/2006/main" noGrp="1"/>
          </p:cNvSpPr>
          <p:nvPr/>
        </p:nvSpPr>
        <p:spPr>
          <a:xfrm xmlns:a="http://schemas.openxmlformats.org/drawingml/2006/main">
            <a:off x="12717620" y="3416918"/>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50" name="dp44-comparison / n284 / path">
            <a:extLst xmlns:a="http://schemas.openxmlformats.org/drawingml/2006/main">
              <a:ext uri="{FF2B5EF4-FFF2-40B4-BE49-F238E27FC236}">
                <a16:creationId xmlns:a16="http://schemas.microsoft.com/office/drawing/2014/main" id="{489F1972-191B-4D99-BBD9-E1DC60686D2F}"/>
              </a:ext>
            </a:extLst>
          </p:cNvPr>
          <p:cNvSpPr>
            <a:spLocks xmlns:a="http://schemas.openxmlformats.org/drawingml/2006/main" noGrp="1"/>
          </p:cNvSpPr>
          <p:nvPr/>
        </p:nvSpPr>
        <p:spPr>
          <a:xfrm xmlns:a="http://schemas.openxmlformats.org/drawingml/2006/main">
            <a:off x="10720388" y="3471291"/>
            <a:ext cx="2042160" cy="2112359"/>
          </a:xfrm>
          <a:custGeom xmlns:a="http://schemas.openxmlformats.org/drawingml/2006/main">
            <a:pathLst>
              <a:path w="2042160" h="2112359">
                <a:moveTo>
                  <a:pt x="2042160" y="0"/>
                </a:moveTo>
                <a:lnTo>
                  <a:pt x="1397603" y="0"/>
                </a:lnTo>
                <a:lnTo>
                  <a:pt x="1397603" y="2112359"/>
                </a:lnTo>
                <a:lnTo>
                  <a:pt x="0" y="2112359"/>
                </a:lnTo>
              </a:path>
            </a:pathLst>
          </a:custGeom>
          <a:noFill xmlns:a="http://schemas.openxmlformats.org/drawingml/2006/main"/>
          <a:ln xmlns:a="http://schemas.openxmlformats.org/drawingml/2006/main" w="7020">
            <a:solidFill>
              <a:srgbClr val="000000"/>
            </a:solidFill>
            <a:prstDash val="solid"/>
          </a:ln>
        </p:spPr>
      </p:sp>
      <p:sp>
        <p:nvSpPr>
          <p:cNvPr id="351" name="dp44-comparison / n284 / arrow">
            <a:extLst xmlns:a="http://schemas.openxmlformats.org/drawingml/2006/main">
              <a:ext uri="{FF2B5EF4-FFF2-40B4-BE49-F238E27FC236}">
                <a16:creationId xmlns:a16="http://schemas.microsoft.com/office/drawing/2014/main" id="{D4FBB85E-3359-4A0B-9DAF-01EF2FC3E76B}"/>
              </a:ext>
            </a:extLst>
          </p:cNvPr>
          <p:cNvSpPr>
            <a:spLocks xmlns:a="http://schemas.openxmlformats.org/drawingml/2006/main" noGrp="1"/>
          </p:cNvSpPr>
          <p:nvPr/>
        </p:nvSpPr>
        <p:spPr>
          <a:xfrm xmlns:a="http://schemas.openxmlformats.org/drawingml/2006/main">
            <a:off x="10720388" y="556118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52" name="dp44-comparison / n285 / path">
            <a:extLst xmlns:a="http://schemas.openxmlformats.org/drawingml/2006/main">
              <a:ext uri="{FF2B5EF4-FFF2-40B4-BE49-F238E27FC236}">
                <a16:creationId xmlns:a16="http://schemas.microsoft.com/office/drawing/2014/main" id="{BFEEC0EF-9851-4AB1-8BAF-CEBE2F9AF72D}"/>
              </a:ext>
            </a:extLst>
          </p:cNvPr>
          <p:cNvSpPr>
            <a:spLocks xmlns:a="http://schemas.openxmlformats.org/drawingml/2006/main" noGrp="1"/>
          </p:cNvSpPr>
          <p:nvPr/>
        </p:nvSpPr>
        <p:spPr>
          <a:xfrm xmlns:a="http://schemas.openxmlformats.org/drawingml/2006/main">
            <a:off x="11550015" y="3477673"/>
            <a:ext cx="1212533" cy="2278285"/>
          </a:xfrm>
          <a:custGeom xmlns:a="http://schemas.openxmlformats.org/drawingml/2006/main">
            <a:pathLst>
              <a:path w="1212533" h="2278285">
                <a:moveTo>
                  <a:pt x="0" y="2278285"/>
                </a:moveTo>
                <a:lnTo>
                  <a:pt x="899827" y="2278285"/>
                </a:lnTo>
                <a:lnTo>
                  <a:pt x="899827" y="0"/>
                </a:lnTo>
                <a:lnTo>
                  <a:pt x="1212533" y="0"/>
                </a:lnTo>
              </a:path>
            </a:pathLst>
          </a:custGeom>
          <a:noFill xmlns:a="http://schemas.openxmlformats.org/drawingml/2006/main"/>
          <a:ln xmlns:a="http://schemas.openxmlformats.org/drawingml/2006/main" w="7020">
            <a:solidFill>
              <a:srgbClr val="000000"/>
            </a:solidFill>
            <a:prstDash val="dash"/>
          </a:ln>
        </p:spPr>
      </p:sp>
      <p:sp>
        <p:nvSpPr>
          <p:cNvPr id="353" name="dp44-comparison / n285 / arrow">
            <a:extLst xmlns:a="http://schemas.openxmlformats.org/drawingml/2006/main">
              <a:ext uri="{FF2B5EF4-FFF2-40B4-BE49-F238E27FC236}">
                <a16:creationId xmlns:a16="http://schemas.microsoft.com/office/drawing/2014/main" id="{B53AC91D-9DF5-4522-B61A-2E44D6534156}"/>
              </a:ext>
            </a:extLst>
          </p:cNvPr>
          <p:cNvSpPr>
            <a:spLocks xmlns:a="http://schemas.openxmlformats.org/drawingml/2006/main" noGrp="1"/>
          </p:cNvSpPr>
          <p:nvPr/>
        </p:nvSpPr>
        <p:spPr>
          <a:xfrm xmlns:a="http://schemas.openxmlformats.org/drawingml/2006/main">
            <a:off x="12717620" y="34552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54" name="dp44-comparison / n286 / path">
            <a:extLst xmlns:a="http://schemas.openxmlformats.org/drawingml/2006/main">
              <a:ext uri="{FF2B5EF4-FFF2-40B4-BE49-F238E27FC236}">
                <a16:creationId xmlns:a16="http://schemas.microsoft.com/office/drawing/2014/main" id="{386CC784-43BB-4BA7-B811-F75E6097FAFC}"/>
              </a:ext>
            </a:extLst>
          </p:cNvPr>
          <p:cNvSpPr>
            <a:spLocks xmlns:a="http://schemas.openxmlformats.org/drawingml/2006/main" noGrp="1"/>
          </p:cNvSpPr>
          <p:nvPr/>
        </p:nvSpPr>
        <p:spPr>
          <a:xfrm xmlns:a="http://schemas.openxmlformats.org/drawingml/2006/main">
            <a:off x="16432054" y="4224338"/>
            <a:ext cx="606266" cy="797719"/>
          </a:xfrm>
          <a:custGeom xmlns:a="http://schemas.openxmlformats.org/drawingml/2006/main">
            <a:pathLst>
              <a:path w="606266" h="797719">
                <a:moveTo>
                  <a:pt x="606266" y="0"/>
                </a:moveTo>
                <a:lnTo>
                  <a:pt x="606266" y="797719"/>
                </a:lnTo>
                <a:lnTo>
                  <a:pt x="0" y="797719"/>
                </a:lnTo>
              </a:path>
            </a:pathLst>
          </a:custGeom>
          <a:noFill xmlns:a="http://schemas.openxmlformats.org/drawingml/2006/main"/>
          <a:ln xmlns:a="http://schemas.openxmlformats.org/drawingml/2006/main" w="7020">
            <a:solidFill>
              <a:srgbClr val="000000"/>
            </a:solidFill>
            <a:prstDash val="solid"/>
          </a:ln>
        </p:spPr>
      </p:sp>
      <p:sp>
        <p:nvSpPr>
          <p:cNvPr id="355" name="dp44-comparison / n286 / arrow">
            <a:extLst xmlns:a="http://schemas.openxmlformats.org/drawingml/2006/main">
              <a:ext uri="{FF2B5EF4-FFF2-40B4-BE49-F238E27FC236}">
                <a16:creationId xmlns:a16="http://schemas.microsoft.com/office/drawing/2014/main" id="{DC914277-6ADF-43C4-9BFD-564743041370}"/>
              </a:ext>
            </a:extLst>
          </p:cNvPr>
          <p:cNvSpPr>
            <a:spLocks xmlns:a="http://schemas.openxmlformats.org/drawingml/2006/main" noGrp="1"/>
          </p:cNvSpPr>
          <p:nvPr/>
        </p:nvSpPr>
        <p:spPr>
          <a:xfrm xmlns:a="http://schemas.openxmlformats.org/drawingml/2006/main">
            <a:off x="16432054" y="499959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56" name="dp44-comparison / n287 / path">
            <a:extLst xmlns:a="http://schemas.openxmlformats.org/drawingml/2006/main">
              <a:ext uri="{FF2B5EF4-FFF2-40B4-BE49-F238E27FC236}">
                <a16:creationId xmlns:a16="http://schemas.microsoft.com/office/drawing/2014/main" id="{265E9295-AE02-48CA-84ED-481AD20583C3}"/>
              </a:ext>
            </a:extLst>
          </p:cNvPr>
          <p:cNvSpPr>
            <a:spLocks xmlns:a="http://schemas.openxmlformats.org/drawingml/2006/main" noGrp="1"/>
          </p:cNvSpPr>
          <p:nvPr/>
        </p:nvSpPr>
        <p:spPr>
          <a:xfrm xmlns:a="http://schemas.openxmlformats.org/drawingml/2006/main">
            <a:off x="16432054" y="5366671"/>
            <a:ext cx="953" cy="216979"/>
          </a:xfrm>
          <a:custGeom xmlns:a="http://schemas.openxmlformats.org/drawingml/2006/main">
            <a:pathLst>
              <a:path w="953" h="216979">
                <a:moveTo>
                  <a:pt x="0" y="0"/>
                </a:moveTo>
                <a:lnTo>
                  <a:pt x="0" y="216979"/>
                </a:lnTo>
              </a:path>
            </a:pathLst>
          </a:custGeom>
          <a:noFill xmlns:a="http://schemas.openxmlformats.org/drawingml/2006/main"/>
          <a:ln xmlns:a="http://schemas.openxmlformats.org/drawingml/2006/main" w="7020">
            <a:solidFill>
              <a:srgbClr val="000000"/>
            </a:solidFill>
            <a:prstDash val="solid"/>
          </a:ln>
        </p:spPr>
      </p:sp>
      <p:sp>
        <p:nvSpPr>
          <p:cNvPr id="357" name="dp44-comparison / n287 / arrow">
            <a:extLst xmlns:a="http://schemas.openxmlformats.org/drawingml/2006/main">
              <a:ext uri="{FF2B5EF4-FFF2-40B4-BE49-F238E27FC236}">
                <a16:creationId xmlns:a16="http://schemas.microsoft.com/office/drawing/2014/main" id="{E79772FA-292B-424D-B305-B718F963F34D}"/>
              </a:ext>
            </a:extLst>
          </p:cNvPr>
          <p:cNvSpPr>
            <a:spLocks xmlns:a="http://schemas.openxmlformats.org/drawingml/2006/main" noGrp="1"/>
          </p:cNvSpPr>
          <p:nvPr/>
        </p:nvSpPr>
        <p:spPr>
          <a:xfrm xmlns:a="http://schemas.openxmlformats.org/drawingml/2006/main">
            <a:off x="16409590" y="5538723"/>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58" name="dp44-comparison / n288 / path">
            <a:extLst xmlns:a="http://schemas.openxmlformats.org/drawingml/2006/main">
              <a:ext uri="{FF2B5EF4-FFF2-40B4-BE49-F238E27FC236}">
                <a16:creationId xmlns:a16="http://schemas.microsoft.com/office/drawing/2014/main" id="{2B9D16B8-A1A3-42DC-9922-BE4CF14C6118}"/>
              </a:ext>
            </a:extLst>
          </p:cNvPr>
          <p:cNvSpPr>
            <a:spLocks xmlns:a="http://schemas.openxmlformats.org/drawingml/2006/main" noGrp="1"/>
          </p:cNvSpPr>
          <p:nvPr/>
        </p:nvSpPr>
        <p:spPr>
          <a:xfrm xmlns:a="http://schemas.openxmlformats.org/drawingml/2006/main">
            <a:off x="16432054" y="5928265"/>
            <a:ext cx="953" cy="210598"/>
          </a:xfrm>
          <a:custGeom xmlns:a="http://schemas.openxmlformats.org/drawingml/2006/main">
            <a:pathLst>
              <a:path w="953" h="210598">
                <a:moveTo>
                  <a:pt x="0" y="0"/>
                </a:moveTo>
                <a:lnTo>
                  <a:pt x="0" y="210598"/>
                </a:lnTo>
              </a:path>
            </a:pathLst>
          </a:custGeom>
          <a:noFill xmlns:a="http://schemas.openxmlformats.org/drawingml/2006/main"/>
          <a:ln xmlns:a="http://schemas.openxmlformats.org/drawingml/2006/main" w="7020">
            <a:solidFill>
              <a:srgbClr val="000000"/>
            </a:solidFill>
            <a:prstDash val="solid"/>
          </a:ln>
        </p:spPr>
      </p:sp>
      <p:sp>
        <p:nvSpPr>
          <p:cNvPr id="359" name="dp44-comparison / n288 / arrow">
            <a:extLst xmlns:a="http://schemas.openxmlformats.org/drawingml/2006/main">
              <a:ext uri="{FF2B5EF4-FFF2-40B4-BE49-F238E27FC236}">
                <a16:creationId xmlns:a16="http://schemas.microsoft.com/office/drawing/2014/main" id="{125CB376-B925-4F61-9F0D-DD85BF6B1744}"/>
              </a:ext>
            </a:extLst>
          </p:cNvPr>
          <p:cNvSpPr>
            <a:spLocks xmlns:a="http://schemas.openxmlformats.org/drawingml/2006/main" noGrp="1"/>
          </p:cNvSpPr>
          <p:nvPr/>
        </p:nvSpPr>
        <p:spPr>
          <a:xfrm xmlns:a="http://schemas.openxmlformats.org/drawingml/2006/main">
            <a:off x="16409590" y="6093935"/>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60" name="dp44-comparison / n289 / path">
            <a:extLst xmlns:a="http://schemas.openxmlformats.org/drawingml/2006/main">
              <a:ext uri="{FF2B5EF4-FFF2-40B4-BE49-F238E27FC236}">
                <a16:creationId xmlns:a16="http://schemas.microsoft.com/office/drawing/2014/main" id="{DF8004DD-36FC-4AC6-A9CA-FCB47EC1ADC0}"/>
              </a:ext>
            </a:extLst>
          </p:cNvPr>
          <p:cNvSpPr>
            <a:spLocks xmlns:a="http://schemas.openxmlformats.org/drawingml/2006/main" noGrp="1"/>
          </p:cNvSpPr>
          <p:nvPr/>
        </p:nvSpPr>
        <p:spPr>
          <a:xfrm xmlns:a="http://schemas.openxmlformats.org/drawingml/2006/main">
            <a:off x="16687324" y="5366671"/>
            <a:ext cx="953" cy="216979"/>
          </a:xfrm>
          <a:custGeom xmlns:a="http://schemas.openxmlformats.org/drawingml/2006/main">
            <a:pathLst>
              <a:path w="953" h="216979">
                <a:moveTo>
                  <a:pt x="0" y="216979"/>
                </a:moveTo>
                <a:lnTo>
                  <a:pt x="0" y="0"/>
                </a:lnTo>
              </a:path>
            </a:pathLst>
          </a:custGeom>
          <a:noFill xmlns:a="http://schemas.openxmlformats.org/drawingml/2006/main"/>
          <a:ln xmlns:a="http://schemas.openxmlformats.org/drawingml/2006/main" w="7020">
            <a:solidFill>
              <a:srgbClr val="000000"/>
            </a:solidFill>
            <a:prstDash val="dash"/>
          </a:ln>
        </p:spPr>
      </p:sp>
      <p:sp>
        <p:nvSpPr>
          <p:cNvPr id="361" name="dp44-comparison / n289 / arrow">
            <a:extLst xmlns:a="http://schemas.openxmlformats.org/drawingml/2006/main">
              <a:ext uri="{FF2B5EF4-FFF2-40B4-BE49-F238E27FC236}">
                <a16:creationId xmlns:a16="http://schemas.microsoft.com/office/drawing/2014/main" id="{DABE2E5B-7CBE-4731-BD10-78E372152D71}"/>
              </a:ext>
            </a:extLst>
          </p:cNvPr>
          <p:cNvSpPr>
            <a:spLocks xmlns:a="http://schemas.openxmlformats.org/drawingml/2006/main" noGrp="1"/>
          </p:cNvSpPr>
          <p:nvPr/>
        </p:nvSpPr>
        <p:spPr>
          <a:xfrm xmlns:a="http://schemas.openxmlformats.org/drawingml/2006/main">
            <a:off x="16664860" y="536667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2" name="dp44-comparison / n290 / path">
            <a:extLst xmlns:a="http://schemas.openxmlformats.org/drawingml/2006/main">
              <a:ext uri="{FF2B5EF4-FFF2-40B4-BE49-F238E27FC236}">
                <a16:creationId xmlns:a16="http://schemas.microsoft.com/office/drawing/2014/main" id="{FCF1B149-0269-4628-A669-327885E151C4}"/>
              </a:ext>
            </a:extLst>
          </p:cNvPr>
          <p:cNvSpPr>
            <a:spLocks xmlns:a="http://schemas.openxmlformats.org/drawingml/2006/main" noGrp="1"/>
          </p:cNvSpPr>
          <p:nvPr/>
        </p:nvSpPr>
        <p:spPr>
          <a:xfrm xmlns:a="http://schemas.openxmlformats.org/drawingml/2006/main">
            <a:off x="16687324" y="5928265"/>
            <a:ext cx="953" cy="210598"/>
          </a:xfrm>
          <a:custGeom xmlns:a="http://schemas.openxmlformats.org/drawingml/2006/main">
            <a:pathLst>
              <a:path w="953" h="210598">
                <a:moveTo>
                  <a:pt x="0" y="210598"/>
                </a:moveTo>
                <a:lnTo>
                  <a:pt x="0" y="0"/>
                </a:lnTo>
              </a:path>
            </a:pathLst>
          </a:custGeom>
          <a:noFill xmlns:a="http://schemas.openxmlformats.org/drawingml/2006/main"/>
          <a:ln xmlns:a="http://schemas.openxmlformats.org/drawingml/2006/main" w="7020">
            <a:solidFill>
              <a:srgbClr val="000000"/>
            </a:solidFill>
            <a:prstDash val="dash"/>
          </a:ln>
        </p:spPr>
      </p:sp>
      <p:sp>
        <p:nvSpPr>
          <p:cNvPr id="363" name="dp44-comparison / n290 / arrow">
            <a:extLst xmlns:a="http://schemas.openxmlformats.org/drawingml/2006/main">
              <a:ext uri="{FF2B5EF4-FFF2-40B4-BE49-F238E27FC236}">
                <a16:creationId xmlns:a16="http://schemas.microsoft.com/office/drawing/2014/main" id="{017AC706-F04E-4AB8-9A73-E414571E9655}"/>
              </a:ext>
            </a:extLst>
          </p:cNvPr>
          <p:cNvSpPr>
            <a:spLocks xmlns:a="http://schemas.openxmlformats.org/drawingml/2006/main" noGrp="1"/>
          </p:cNvSpPr>
          <p:nvPr/>
        </p:nvSpPr>
        <p:spPr>
          <a:xfrm xmlns:a="http://schemas.openxmlformats.org/drawingml/2006/main">
            <a:off x="16664860" y="592826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4" name="dp44-comparison / n291 / path">
            <a:extLst xmlns:a="http://schemas.openxmlformats.org/drawingml/2006/main">
              <a:ext uri="{FF2B5EF4-FFF2-40B4-BE49-F238E27FC236}">
                <a16:creationId xmlns:a16="http://schemas.microsoft.com/office/drawing/2014/main" id="{CD3D470F-2060-42C4-ACFE-6A2CC01D49F6}"/>
              </a:ext>
            </a:extLst>
          </p:cNvPr>
          <p:cNvSpPr>
            <a:spLocks xmlns:a="http://schemas.openxmlformats.org/drawingml/2006/main" noGrp="1"/>
          </p:cNvSpPr>
          <p:nvPr/>
        </p:nvSpPr>
        <p:spPr>
          <a:xfrm xmlns:a="http://schemas.openxmlformats.org/drawingml/2006/main">
            <a:off x="14549438" y="4154138"/>
            <a:ext cx="1276350" cy="1040225"/>
          </a:xfrm>
          <a:custGeom xmlns:a="http://schemas.openxmlformats.org/drawingml/2006/main">
            <a:pathLst>
              <a:path w="1276350" h="1040225">
                <a:moveTo>
                  <a:pt x="1276350" y="1040225"/>
                </a:moveTo>
                <a:lnTo>
                  <a:pt x="1276350" y="134017"/>
                </a:lnTo>
                <a:lnTo>
                  <a:pt x="0" y="134017"/>
                </a:lnTo>
                <a:lnTo>
                  <a:pt x="0" y="0"/>
                </a:lnTo>
              </a:path>
            </a:pathLst>
          </a:custGeom>
          <a:noFill xmlns:a="http://schemas.openxmlformats.org/drawingml/2006/main"/>
          <a:ln xmlns:a="http://schemas.openxmlformats.org/drawingml/2006/main" w="7020">
            <a:solidFill>
              <a:srgbClr val="000000"/>
            </a:solidFill>
            <a:prstDash val="dash"/>
          </a:ln>
        </p:spPr>
      </p:sp>
      <p:sp>
        <p:nvSpPr>
          <p:cNvPr id="365" name="dp44-comparison / n291 / arrow">
            <a:extLst xmlns:a="http://schemas.openxmlformats.org/drawingml/2006/main">
              <a:ext uri="{FF2B5EF4-FFF2-40B4-BE49-F238E27FC236}">
                <a16:creationId xmlns:a16="http://schemas.microsoft.com/office/drawing/2014/main" id="{147C3F94-4A24-484F-8253-C73D45923893}"/>
              </a:ext>
            </a:extLst>
          </p:cNvPr>
          <p:cNvSpPr>
            <a:spLocks xmlns:a="http://schemas.openxmlformats.org/drawingml/2006/main" noGrp="1"/>
          </p:cNvSpPr>
          <p:nvPr/>
        </p:nvSpPr>
        <p:spPr>
          <a:xfrm xmlns:a="http://schemas.openxmlformats.org/drawingml/2006/main">
            <a:off x="14526974" y="415413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66" name="dp44-comparison / n292 / path">
            <a:extLst xmlns:a="http://schemas.openxmlformats.org/drawingml/2006/main">
              <a:ext uri="{FF2B5EF4-FFF2-40B4-BE49-F238E27FC236}">
                <a16:creationId xmlns:a16="http://schemas.microsoft.com/office/drawing/2014/main" id="{DB7F89EA-CAB9-4DF9-B541-DED7AF1676A2}"/>
              </a:ext>
            </a:extLst>
          </p:cNvPr>
          <p:cNvSpPr>
            <a:spLocks xmlns:a="http://schemas.openxmlformats.org/drawingml/2006/main" noGrp="1"/>
          </p:cNvSpPr>
          <p:nvPr/>
        </p:nvSpPr>
        <p:spPr>
          <a:xfrm xmlns:a="http://schemas.openxmlformats.org/drawingml/2006/main">
            <a:off x="11489388" y="3394710"/>
            <a:ext cx="1113615" cy="2993041"/>
          </a:xfrm>
          <a:custGeom xmlns:a="http://schemas.openxmlformats.org/drawingml/2006/main">
            <a:pathLst>
              <a:path w="1113615" h="2993041">
                <a:moveTo>
                  <a:pt x="1113615" y="2993041"/>
                </a:moveTo>
                <a:lnTo>
                  <a:pt x="520113" y="2993041"/>
                </a:lnTo>
                <a:lnTo>
                  <a:pt x="520113" y="0"/>
                </a:lnTo>
                <a:lnTo>
                  <a:pt x="0" y="0"/>
                </a:lnTo>
              </a:path>
            </a:pathLst>
          </a:custGeom>
          <a:noFill xmlns:a="http://schemas.openxmlformats.org/drawingml/2006/main"/>
          <a:ln xmlns:a="http://schemas.openxmlformats.org/drawingml/2006/main" w="7020">
            <a:solidFill>
              <a:srgbClr val="000000"/>
            </a:solidFill>
            <a:prstDash val="solid"/>
          </a:ln>
        </p:spPr>
      </p:sp>
      <p:sp>
        <p:nvSpPr>
          <p:cNvPr id="367" name="dp44-comparison / n292 / arrow">
            <a:extLst xmlns:a="http://schemas.openxmlformats.org/drawingml/2006/main">
              <a:ext uri="{FF2B5EF4-FFF2-40B4-BE49-F238E27FC236}">
                <a16:creationId xmlns:a16="http://schemas.microsoft.com/office/drawing/2014/main" id="{61655A1B-0513-422B-843D-5CC02255261A}"/>
              </a:ext>
            </a:extLst>
          </p:cNvPr>
          <p:cNvSpPr>
            <a:spLocks xmlns:a="http://schemas.openxmlformats.org/drawingml/2006/main" noGrp="1"/>
          </p:cNvSpPr>
          <p:nvPr/>
        </p:nvSpPr>
        <p:spPr>
          <a:xfrm xmlns:a="http://schemas.openxmlformats.org/drawingml/2006/main">
            <a:off x="11489388" y="3372246"/>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68" name="dp44-comparison / n293 / path">
            <a:extLst xmlns:a="http://schemas.openxmlformats.org/drawingml/2006/main">
              <a:ext uri="{FF2B5EF4-FFF2-40B4-BE49-F238E27FC236}">
                <a16:creationId xmlns:a16="http://schemas.microsoft.com/office/drawing/2014/main" id="{2C043A62-89C9-45E3-A695-EAA3F2C82E47}"/>
              </a:ext>
            </a:extLst>
          </p:cNvPr>
          <p:cNvSpPr>
            <a:spLocks xmlns:a="http://schemas.openxmlformats.org/drawingml/2006/main" noGrp="1"/>
          </p:cNvSpPr>
          <p:nvPr/>
        </p:nvSpPr>
        <p:spPr>
          <a:xfrm xmlns:a="http://schemas.openxmlformats.org/drawingml/2006/main">
            <a:off x="9986486" y="3260693"/>
            <a:ext cx="2616518" cy="3222784"/>
          </a:xfrm>
          <a:custGeom xmlns:a="http://schemas.openxmlformats.org/drawingml/2006/main">
            <a:pathLst>
              <a:path w="2616518" h="3222784">
                <a:moveTo>
                  <a:pt x="0" y="0"/>
                </a:moveTo>
                <a:lnTo>
                  <a:pt x="0" y="1703927"/>
                </a:lnTo>
                <a:lnTo>
                  <a:pt x="2463355" y="1703927"/>
                </a:lnTo>
                <a:lnTo>
                  <a:pt x="2463355" y="3222784"/>
                </a:lnTo>
                <a:lnTo>
                  <a:pt x="2616518" y="3222784"/>
                </a:lnTo>
              </a:path>
            </a:pathLst>
          </a:custGeom>
          <a:noFill xmlns:a="http://schemas.openxmlformats.org/drawingml/2006/main"/>
          <a:ln xmlns:a="http://schemas.openxmlformats.org/drawingml/2006/main" w="7020">
            <a:solidFill>
              <a:srgbClr val="000000"/>
            </a:solidFill>
            <a:prstDash val="dash"/>
          </a:ln>
        </p:spPr>
      </p:sp>
      <p:sp>
        <p:nvSpPr>
          <p:cNvPr id="369" name="dp44-comparison / n293 / arrow">
            <a:extLst xmlns:a="http://schemas.openxmlformats.org/drawingml/2006/main">
              <a:ext uri="{FF2B5EF4-FFF2-40B4-BE49-F238E27FC236}">
                <a16:creationId xmlns:a16="http://schemas.microsoft.com/office/drawing/2014/main" id="{4939EC1E-2251-4570-B0A3-4BE251CFC07D}"/>
              </a:ext>
            </a:extLst>
          </p:cNvPr>
          <p:cNvSpPr>
            <a:spLocks xmlns:a="http://schemas.openxmlformats.org/drawingml/2006/main" noGrp="1"/>
          </p:cNvSpPr>
          <p:nvPr/>
        </p:nvSpPr>
        <p:spPr>
          <a:xfrm xmlns:a="http://schemas.openxmlformats.org/drawingml/2006/main">
            <a:off x="12558076" y="646101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0" name="dp44-comparison / n294 / path">
            <a:extLst xmlns:a="http://schemas.openxmlformats.org/drawingml/2006/main">
              <a:ext uri="{FF2B5EF4-FFF2-40B4-BE49-F238E27FC236}">
                <a16:creationId xmlns:a16="http://schemas.microsoft.com/office/drawing/2014/main" id="{7C0DE0F3-CBA0-44E2-A07A-ADE424C2E098}"/>
              </a:ext>
            </a:extLst>
          </p:cNvPr>
          <p:cNvSpPr>
            <a:spLocks xmlns:a="http://schemas.openxmlformats.org/drawingml/2006/main" noGrp="1"/>
          </p:cNvSpPr>
          <p:nvPr/>
        </p:nvSpPr>
        <p:spPr>
          <a:xfrm xmlns:a="http://schemas.openxmlformats.org/drawingml/2006/main">
            <a:off x="13815536" y="63877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371" name="dp44-comparison / n294 / arrow">
            <a:extLst xmlns:a="http://schemas.openxmlformats.org/drawingml/2006/main">
              <a:ext uri="{FF2B5EF4-FFF2-40B4-BE49-F238E27FC236}">
                <a16:creationId xmlns:a16="http://schemas.microsoft.com/office/drawing/2014/main" id="{7F18B34C-2B99-45E4-9969-50BAD1BC2027}"/>
              </a:ext>
            </a:extLst>
          </p:cNvPr>
          <p:cNvSpPr>
            <a:spLocks xmlns:a="http://schemas.openxmlformats.org/drawingml/2006/main" noGrp="1"/>
          </p:cNvSpPr>
          <p:nvPr/>
        </p:nvSpPr>
        <p:spPr>
          <a:xfrm xmlns:a="http://schemas.openxmlformats.org/drawingml/2006/main">
            <a:off x="14025879" y="63652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2" name="dp44-comparison / n295 / path">
            <a:extLst xmlns:a="http://schemas.openxmlformats.org/drawingml/2006/main">
              <a:ext uri="{FF2B5EF4-FFF2-40B4-BE49-F238E27FC236}">
                <a16:creationId xmlns:a16="http://schemas.microsoft.com/office/drawing/2014/main" id="{C344220A-FFF3-4766-A7A8-CA5E42A4D345}"/>
              </a:ext>
            </a:extLst>
          </p:cNvPr>
          <p:cNvSpPr>
            <a:spLocks xmlns:a="http://schemas.openxmlformats.org/drawingml/2006/main" noGrp="1"/>
          </p:cNvSpPr>
          <p:nvPr/>
        </p:nvSpPr>
        <p:spPr>
          <a:xfrm xmlns:a="http://schemas.openxmlformats.org/drawingml/2006/main">
            <a:off x="15028069" y="4543425"/>
            <a:ext cx="408432" cy="1844326"/>
          </a:xfrm>
          <a:custGeom xmlns:a="http://schemas.openxmlformats.org/drawingml/2006/main">
            <a:pathLst>
              <a:path w="408432" h="1844326">
                <a:moveTo>
                  <a:pt x="255270" y="1844326"/>
                </a:moveTo>
                <a:lnTo>
                  <a:pt x="408432" y="1844326"/>
                </a:lnTo>
                <a:lnTo>
                  <a:pt x="408432" y="0"/>
                </a:lnTo>
                <a:lnTo>
                  <a:pt x="0" y="0"/>
                </a:lnTo>
              </a:path>
            </a:pathLst>
          </a:custGeom>
          <a:noFill xmlns:a="http://schemas.openxmlformats.org/drawingml/2006/main"/>
          <a:ln xmlns:a="http://schemas.openxmlformats.org/drawingml/2006/main" w="7020">
            <a:solidFill>
              <a:srgbClr val="000000"/>
            </a:solidFill>
            <a:prstDash val="dash"/>
          </a:ln>
        </p:spPr>
      </p:sp>
      <p:sp>
        <p:nvSpPr>
          <p:cNvPr id="373" name="dp44-comparison / n295 / arrow">
            <a:extLst xmlns:a="http://schemas.openxmlformats.org/drawingml/2006/main">
              <a:ext uri="{FF2B5EF4-FFF2-40B4-BE49-F238E27FC236}">
                <a16:creationId xmlns:a16="http://schemas.microsoft.com/office/drawing/2014/main" id="{10FDA055-EE29-487E-892E-4903F3B588BB}"/>
              </a:ext>
            </a:extLst>
          </p:cNvPr>
          <p:cNvSpPr>
            <a:spLocks xmlns:a="http://schemas.openxmlformats.org/drawingml/2006/main" noGrp="1"/>
          </p:cNvSpPr>
          <p:nvPr/>
        </p:nvSpPr>
        <p:spPr>
          <a:xfrm xmlns:a="http://schemas.openxmlformats.org/drawingml/2006/main">
            <a:off x="15028069"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74" name="dp44-comparison / n296 / path">
            <a:extLst xmlns:a="http://schemas.openxmlformats.org/drawingml/2006/main">
              <a:ext uri="{FF2B5EF4-FFF2-40B4-BE49-F238E27FC236}">
                <a16:creationId xmlns:a16="http://schemas.microsoft.com/office/drawing/2014/main" id="{07F56A9A-A9DE-45C4-8EEC-A1624F94540E}"/>
              </a:ext>
            </a:extLst>
          </p:cNvPr>
          <p:cNvSpPr>
            <a:spLocks xmlns:a="http://schemas.openxmlformats.org/drawingml/2006/main" noGrp="1"/>
          </p:cNvSpPr>
          <p:nvPr/>
        </p:nvSpPr>
        <p:spPr>
          <a:xfrm xmlns:a="http://schemas.openxmlformats.org/drawingml/2006/main">
            <a:off x="14549438" y="3324511"/>
            <a:ext cx="382905" cy="19145"/>
          </a:xfrm>
          <a:custGeom xmlns:a="http://schemas.openxmlformats.org/drawingml/2006/main">
            <a:pathLst>
              <a:path w="382905" h="19145">
                <a:moveTo>
                  <a:pt x="0" y="0"/>
                </a:moveTo>
                <a:lnTo>
                  <a:pt x="0" y="19145"/>
                </a:lnTo>
                <a:lnTo>
                  <a:pt x="382905" y="19145"/>
                </a:lnTo>
              </a:path>
            </a:pathLst>
          </a:custGeom>
          <a:noFill xmlns:a="http://schemas.openxmlformats.org/drawingml/2006/main"/>
          <a:ln xmlns:a="http://schemas.openxmlformats.org/drawingml/2006/main" w="7020">
            <a:solidFill>
              <a:srgbClr val="000000"/>
            </a:solidFill>
            <a:prstDash val="solid"/>
          </a:ln>
        </p:spPr>
      </p:sp>
      <p:sp>
        <p:nvSpPr>
          <p:cNvPr id="375" name="dp44-comparison / n296 / arrow">
            <a:extLst xmlns:a="http://schemas.openxmlformats.org/drawingml/2006/main">
              <a:ext uri="{FF2B5EF4-FFF2-40B4-BE49-F238E27FC236}">
                <a16:creationId xmlns:a16="http://schemas.microsoft.com/office/drawing/2014/main" id="{5E319A17-F72A-4D49-8792-75F24FFBBDEE}"/>
              </a:ext>
            </a:extLst>
          </p:cNvPr>
          <p:cNvSpPr>
            <a:spLocks xmlns:a="http://schemas.openxmlformats.org/drawingml/2006/main" noGrp="1"/>
          </p:cNvSpPr>
          <p:nvPr/>
        </p:nvSpPr>
        <p:spPr>
          <a:xfrm xmlns:a="http://schemas.openxmlformats.org/drawingml/2006/main">
            <a:off x="14887415" y="3321192"/>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76" name="dp44-comparison / n297 / path">
            <a:extLst xmlns:a="http://schemas.openxmlformats.org/drawingml/2006/main">
              <a:ext uri="{FF2B5EF4-FFF2-40B4-BE49-F238E27FC236}">
                <a16:creationId xmlns:a16="http://schemas.microsoft.com/office/drawing/2014/main" id="{9095108E-8FBB-484F-A1B3-AD3C584CCD0C}"/>
              </a:ext>
            </a:extLst>
          </p:cNvPr>
          <p:cNvSpPr>
            <a:spLocks xmlns:a="http://schemas.openxmlformats.org/drawingml/2006/main" noGrp="1"/>
          </p:cNvSpPr>
          <p:nvPr/>
        </p:nvSpPr>
        <p:spPr>
          <a:xfrm xmlns:a="http://schemas.openxmlformats.org/drawingml/2006/main">
            <a:off x="14549438" y="3407474"/>
            <a:ext cx="382905" cy="19145"/>
          </a:xfrm>
          <a:custGeom xmlns:a="http://schemas.openxmlformats.org/drawingml/2006/main">
            <a:pathLst>
              <a:path w="382905" h="19145">
                <a:moveTo>
                  <a:pt x="382905" y="19145"/>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377" name="dp44-comparison / n297 / arrow">
            <a:extLst xmlns:a="http://schemas.openxmlformats.org/drawingml/2006/main">
              <a:ext uri="{FF2B5EF4-FFF2-40B4-BE49-F238E27FC236}">
                <a16:creationId xmlns:a16="http://schemas.microsoft.com/office/drawing/2014/main" id="{03F3ACDC-C131-49E1-82FB-51A1864D538A}"/>
              </a:ext>
            </a:extLst>
          </p:cNvPr>
          <p:cNvSpPr>
            <a:spLocks xmlns:a="http://schemas.openxmlformats.org/drawingml/2006/main" noGrp="1"/>
          </p:cNvSpPr>
          <p:nvPr/>
        </p:nvSpPr>
        <p:spPr>
          <a:xfrm xmlns:a="http://schemas.openxmlformats.org/drawingml/2006/main">
            <a:off x="14549438" y="3385010"/>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78" name="dp44-comparison / n298 / path">
            <a:extLst xmlns:a="http://schemas.openxmlformats.org/drawingml/2006/main">
              <a:ext uri="{FF2B5EF4-FFF2-40B4-BE49-F238E27FC236}">
                <a16:creationId xmlns:a16="http://schemas.microsoft.com/office/drawing/2014/main" id="{365198DC-1756-47BD-AA68-B2E9339FC7AC}"/>
              </a:ext>
            </a:extLst>
          </p:cNvPr>
          <p:cNvSpPr>
            <a:spLocks xmlns:a="http://schemas.openxmlformats.org/drawingml/2006/main" noGrp="1"/>
          </p:cNvSpPr>
          <p:nvPr/>
        </p:nvSpPr>
        <p:spPr>
          <a:xfrm xmlns:a="http://schemas.openxmlformats.org/drawingml/2006/main">
            <a:off x="14549438" y="4058412"/>
            <a:ext cx="382905" cy="19145"/>
          </a:xfrm>
          <a:custGeom xmlns:a="http://schemas.openxmlformats.org/drawingml/2006/main">
            <a:pathLst>
              <a:path w="382905" h="19145">
                <a:moveTo>
                  <a:pt x="0" y="0"/>
                </a:moveTo>
                <a:lnTo>
                  <a:pt x="0" y="19145"/>
                </a:lnTo>
                <a:lnTo>
                  <a:pt x="382905" y="19145"/>
                </a:lnTo>
              </a:path>
            </a:pathLst>
          </a:custGeom>
          <a:noFill xmlns:a="http://schemas.openxmlformats.org/drawingml/2006/main"/>
          <a:ln xmlns:a="http://schemas.openxmlformats.org/drawingml/2006/main" w="7020">
            <a:solidFill>
              <a:srgbClr val="000000"/>
            </a:solidFill>
            <a:prstDash val="solid"/>
          </a:ln>
        </p:spPr>
      </p:sp>
      <p:sp>
        <p:nvSpPr>
          <p:cNvPr id="379" name="dp44-comparison / n298 / arrow">
            <a:extLst xmlns:a="http://schemas.openxmlformats.org/drawingml/2006/main">
              <a:ext uri="{FF2B5EF4-FFF2-40B4-BE49-F238E27FC236}">
                <a16:creationId xmlns:a16="http://schemas.microsoft.com/office/drawing/2014/main" id="{99D020CA-A160-4BAF-9265-3F7A365C358C}"/>
              </a:ext>
            </a:extLst>
          </p:cNvPr>
          <p:cNvSpPr>
            <a:spLocks xmlns:a="http://schemas.openxmlformats.org/drawingml/2006/main" noGrp="1"/>
          </p:cNvSpPr>
          <p:nvPr/>
        </p:nvSpPr>
        <p:spPr>
          <a:xfrm xmlns:a="http://schemas.openxmlformats.org/drawingml/2006/main">
            <a:off x="14887415" y="4055093"/>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0" name="dp44-comparison / n299 / path">
            <a:extLst xmlns:a="http://schemas.openxmlformats.org/drawingml/2006/main">
              <a:ext uri="{FF2B5EF4-FFF2-40B4-BE49-F238E27FC236}">
                <a16:creationId xmlns:a16="http://schemas.microsoft.com/office/drawing/2014/main" id="{E87F31BE-03DA-4F3D-8041-5E6CCFDB30F4}"/>
              </a:ext>
            </a:extLst>
          </p:cNvPr>
          <p:cNvSpPr>
            <a:spLocks xmlns:a="http://schemas.openxmlformats.org/drawingml/2006/main" noGrp="1"/>
          </p:cNvSpPr>
          <p:nvPr/>
        </p:nvSpPr>
        <p:spPr>
          <a:xfrm xmlns:a="http://schemas.openxmlformats.org/drawingml/2006/main">
            <a:off x="14549438" y="4141375"/>
            <a:ext cx="382905" cy="19145"/>
          </a:xfrm>
          <a:custGeom xmlns:a="http://schemas.openxmlformats.org/drawingml/2006/main">
            <a:pathLst>
              <a:path w="382905" h="19145">
                <a:moveTo>
                  <a:pt x="382905" y="19145"/>
                </a:moveTo>
                <a:lnTo>
                  <a:pt x="382905" y="0"/>
                </a:lnTo>
                <a:lnTo>
                  <a:pt x="0" y="0"/>
                </a:lnTo>
              </a:path>
            </a:pathLst>
          </a:custGeom>
          <a:noFill xmlns:a="http://schemas.openxmlformats.org/drawingml/2006/main"/>
          <a:ln xmlns:a="http://schemas.openxmlformats.org/drawingml/2006/main" w="7020">
            <a:solidFill>
              <a:srgbClr val="000000"/>
            </a:solidFill>
            <a:prstDash val="dash"/>
          </a:ln>
        </p:spPr>
      </p:sp>
      <p:sp>
        <p:nvSpPr>
          <p:cNvPr id="381" name="dp44-comparison / n299 / arrow">
            <a:extLst xmlns:a="http://schemas.openxmlformats.org/drawingml/2006/main">
              <a:ext uri="{FF2B5EF4-FFF2-40B4-BE49-F238E27FC236}">
                <a16:creationId xmlns:a16="http://schemas.microsoft.com/office/drawing/2014/main" id="{4255DD16-EFD2-4FFE-B394-3382523E052F}"/>
              </a:ext>
            </a:extLst>
          </p:cNvPr>
          <p:cNvSpPr>
            <a:spLocks xmlns:a="http://schemas.openxmlformats.org/drawingml/2006/main" noGrp="1"/>
          </p:cNvSpPr>
          <p:nvPr/>
        </p:nvSpPr>
        <p:spPr>
          <a:xfrm xmlns:a="http://schemas.openxmlformats.org/drawingml/2006/main">
            <a:off x="14549438" y="411891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82" name="dp44-comparison / n300 / path">
            <a:extLst xmlns:a="http://schemas.openxmlformats.org/drawingml/2006/main">
              <a:ext uri="{FF2B5EF4-FFF2-40B4-BE49-F238E27FC236}">
                <a16:creationId xmlns:a16="http://schemas.microsoft.com/office/drawing/2014/main" id="{346A26F9-1E75-4468-AFFF-E63187EE9D26}"/>
              </a:ext>
            </a:extLst>
          </p:cNvPr>
          <p:cNvSpPr>
            <a:spLocks xmlns:a="http://schemas.openxmlformats.org/drawingml/2006/main" noGrp="1"/>
          </p:cNvSpPr>
          <p:nvPr/>
        </p:nvSpPr>
        <p:spPr>
          <a:xfrm xmlns:a="http://schemas.openxmlformats.org/drawingml/2006/main">
            <a:off x="12449842" y="3496818"/>
            <a:ext cx="1206151" cy="1876235"/>
          </a:xfrm>
          <a:custGeom xmlns:a="http://schemas.openxmlformats.org/drawingml/2006/main">
            <a:pathLst>
              <a:path w="1206151" h="1876235">
                <a:moveTo>
                  <a:pt x="1206151" y="0"/>
                </a:moveTo>
                <a:lnTo>
                  <a:pt x="0" y="0"/>
                </a:lnTo>
                <a:lnTo>
                  <a:pt x="0" y="1876235"/>
                </a:lnTo>
                <a:lnTo>
                  <a:pt x="759428" y="1876235"/>
                </a:lnTo>
              </a:path>
            </a:pathLst>
          </a:custGeom>
          <a:noFill xmlns:a="http://schemas.openxmlformats.org/drawingml/2006/main"/>
          <a:ln xmlns:a="http://schemas.openxmlformats.org/drawingml/2006/main" w="7020">
            <a:solidFill>
              <a:srgbClr val="000000"/>
            </a:solidFill>
            <a:prstDash val="solid"/>
          </a:ln>
        </p:spPr>
      </p:sp>
      <p:sp>
        <p:nvSpPr>
          <p:cNvPr id="383" name="dp44-comparison / n300 / arrow">
            <a:extLst xmlns:a="http://schemas.openxmlformats.org/drawingml/2006/main">
              <a:ext uri="{FF2B5EF4-FFF2-40B4-BE49-F238E27FC236}">
                <a16:creationId xmlns:a16="http://schemas.microsoft.com/office/drawing/2014/main" id="{0E9A8F97-2E5C-4AD6-BFB5-45A590EDB83A}"/>
              </a:ext>
            </a:extLst>
          </p:cNvPr>
          <p:cNvSpPr>
            <a:spLocks xmlns:a="http://schemas.openxmlformats.org/drawingml/2006/main" noGrp="1"/>
          </p:cNvSpPr>
          <p:nvPr/>
        </p:nvSpPr>
        <p:spPr>
          <a:xfrm xmlns:a="http://schemas.openxmlformats.org/drawingml/2006/main">
            <a:off x="13164342"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4" name="dp44-comparison / n301 / path">
            <a:extLst xmlns:a="http://schemas.openxmlformats.org/drawingml/2006/main">
              <a:ext uri="{FF2B5EF4-FFF2-40B4-BE49-F238E27FC236}">
                <a16:creationId xmlns:a16="http://schemas.microsoft.com/office/drawing/2014/main" id="{22C8089D-FCC6-4699-B4B5-1EB259AD6760}"/>
              </a:ext>
            </a:extLst>
          </p:cNvPr>
          <p:cNvSpPr>
            <a:spLocks xmlns:a="http://schemas.openxmlformats.org/drawingml/2006/main" noGrp="1"/>
          </p:cNvSpPr>
          <p:nvPr/>
        </p:nvSpPr>
        <p:spPr>
          <a:xfrm xmlns:a="http://schemas.openxmlformats.org/drawingml/2006/main">
            <a:off x="12449842" y="4230719"/>
            <a:ext cx="1652873" cy="1142333"/>
          </a:xfrm>
          <a:custGeom xmlns:a="http://schemas.openxmlformats.org/drawingml/2006/main">
            <a:pathLst>
              <a:path w="1652873" h="1142333">
                <a:moveTo>
                  <a:pt x="1652873" y="0"/>
                </a:moveTo>
                <a:lnTo>
                  <a:pt x="0" y="0"/>
                </a:lnTo>
                <a:lnTo>
                  <a:pt x="0" y="1142333"/>
                </a:lnTo>
                <a:lnTo>
                  <a:pt x="1046607" y="1142333"/>
                </a:lnTo>
              </a:path>
            </a:pathLst>
          </a:custGeom>
          <a:noFill xmlns:a="http://schemas.openxmlformats.org/drawingml/2006/main"/>
          <a:ln xmlns:a="http://schemas.openxmlformats.org/drawingml/2006/main" w="7020">
            <a:solidFill>
              <a:srgbClr val="000000"/>
            </a:solidFill>
            <a:prstDash val="solid"/>
          </a:ln>
        </p:spPr>
      </p:sp>
      <p:sp>
        <p:nvSpPr>
          <p:cNvPr id="385" name="dp44-comparison / n301 / arrow">
            <a:extLst xmlns:a="http://schemas.openxmlformats.org/drawingml/2006/main">
              <a:ext uri="{FF2B5EF4-FFF2-40B4-BE49-F238E27FC236}">
                <a16:creationId xmlns:a16="http://schemas.microsoft.com/office/drawing/2014/main" id="{342D78ED-9347-47F3-9706-11A2BF3D9132}"/>
              </a:ext>
            </a:extLst>
          </p:cNvPr>
          <p:cNvSpPr>
            <a:spLocks xmlns:a="http://schemas.openxmlformats.org/drawingml/2006/main" noGrp="1"/>
          </p:cNvSpPr>
          <p:nvPr/>
        </p:nvSpPr>
        <p:spPr>
          <a:xfrm xmlns:a="http://schemas.openxmlformats.org/drawingml/2006/main">
            <a:off x="13451521" y="535058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6" name="dp44-comparison / n302 / path">
            <a:extLst xmlns:a="http://schemas.openxmlformats.org/drawingml/2006/main">
              <a:ext uri="{FF2B5EF4-FFF2-40B4-BE49-F238E27FC236}">
                <a16:creationId xmlns:a16="http://schemas.microsoft.com/office/drawing/2014/main" id="{FCFF6AE1-4D39-419F-A421-F23555165257}"/>
              </a:ext>
            </a:extLst>
          </p:cNvPr>
          <p:cNvSpPr>
            <a:spLocks xmlns:a="http://schemas.openxmlformats.org/drawingml/2006/main" noGrp="1"/>
          </p:cNvSpPr>
          <p:nvPr/>
        </p:nvSpPr>
        <p:spPr>
          <a:xfrm xmlns:a="http://schemas.openxmlformats.org/drawingml/2006/main">
            <a:off x="13815536" y="5548551"/>
            <a:ext cx="255270" cy="953"/>
          </a:xfrm>
          <a:custGeom xmlns:a="http://schemas.openxmlformats.org/drawingml/2006/main">
            <a:pathLst>
              <a:path w="255270" h="953">
                <a:moveTo>
                  <a:pt x="0" y="0"/>
                </a:moveTo>
                <a:lnTo>
                  <a:pt x="255270" y="0"/>
                </a:lnTo>
              </a:path>
            </a:pathLst>
          </a:custGeom>
          <a:noFill xmlns:a="http://schemas.openxmlformats.org/drawingml/2006/main"/>
          <a:ln xmlns:a="http://schemas.openxmlformats.org/drawingml/2006/main" w="7020">
            <a:solidFill>
              <a:srgbClr val="000000"/>
            </a:solidFill>
            <a:prstDash val="solid"/>
          </a:ln>
        </p:spPr>
      </p:sp>
      <p:sp>
        <p:nvSpPr>
          <p:cNvPr id="387" name="dp44-comparison / n302 / arrow">
            <a:extLst xmlns:a="http://schemas.openxmlformats.org/drawingml/2006/main">
              <a:ext uri="{FF2B5EF4-FFF2-40B4-BE49-F238E27FC236}">
                <a16:creationId xmlns:a16="http://schemas.microsoft.com/office/drawing/2014/main" id="{52FB9A48-6CF7-4887-ACC9-56071639B774}"/>
              </a:ext>
            </a:extLst>
          </p:cNvPr>
          <p:cNvSpPr>
            <a:spLocks xmlns:a="http://schemas.openxmlformats.org/drawingml/2006/main" noGrp="1"/>
          </p:cNvSpPr>
          <p:nvPr/>
        </p:nvSpPr>
        <p:spPr>
          <a:xfrm xmlns:a="http://schemas.openxmlformats.org/drawingml/2006/main">
            <a:off x="14025879" y="552608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388" name="dp44-comparison / n303 / path">
            <a:extLst xmlns:a="http://schemas.openxmlformats.org/drawingml/2006/main">
              <a:ext uri="{FF2B5EF4-FFF2-40B4-BE49-F238E27FC236}">
                <a16:creationId xmlns:a16="http://schemas.microsoft.com/office/drawing/2014/main" id="{C3B31D07-4BF1-4EED-AFEC-17F42D492C29}"/>
              </a:ext>
            </a:extLst>
          </p:cNvPr>
          <p:cNvSpPr>
            <a:spLocks xmlns:a="http://schemas.openxmlformats.org/drawingml/2006/main" noGrp="1"/>
          </p:cNvSpPr>
          <p:nvPr/>
        </p:nvSpPr>
        <p:spPr>
          <a:xfrm xmlns:a="http://schemas.openxmlformats.org/drawingml/2006/main">
            <a:off x="14677073" y="5724049"/>
            <a:ext cx="953" cy="102108"/>
          </a:xfrm>
          <a:custGeom xmlns:a="http://schemas.openxmlformats.org/drawingml/2006/main">
            <a:pathLst>
              <a:path w="953" h="102108">
                <a:moveTo>
                  <a:pt x="0" y="0"/>
                </a:moveTo>
                <a:lnTo>
                  <a:pt x="0" y="102108"/>
                </a:lnTo>
              </a:path>
            </a:pathLst>
          </a:custGeom>
          <a:noFill xmlns:a="http://schemas.openxmlformats.org/drawingml/2006/main"/>
          <a:ln xmlns:a="http://schemas.openxmlformats.org/drawingml/2006/main" w="7020">
            <a:solidFill>
              <a:srgbClr val="000000"/>
            </a:solidFill>
            <a:prstDash val="solid"/>
          </a:ln>
        </p:spPr>
      </p:sp>
      <p:sp>
        <p:nvSpPr>
          <p:cNvPr id="389" name="dp44-comparison / n303 / arrow">
            <a:extLst xmlns:a="http://schemas.openxmlformats.org/drawingml/2006/main">
              <a:ext uri="{FF2B5EF4-FFF2-40B4-BE49-F238E27FC236}">
                <a16:creationId xmlns:a16="http://schemas.microsoft.com/office/drawing/2014/main" id="{D2D2B373-E8D7-41CC-AEB5-008333866D8D}"/>
              </a:ext>
            </a:extLst>
          </p:cNvPr>
          <p:cNvSpPr>
            <a:spLocks xmlns:a="http://schemas.openxmlformats.org/drawingml/2006/main" noGrp="1"/>
          </p:cNvSpPr>
          <p:nvPr/>
        </p:nvSpPr>
        <p:spPr>
          <a:xfrm xmlns:a="http://schemas.openxmlformats.org/drawingml/2006/main">
            <a:off x="14654609" y="578122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390" name="dp44-comparison / n304 / path">
            <a:extLst xmlns:a="http://schemas.openxmlformats.org/drawingml/2006/main">
              <a:ext uri="{FF2B5EF4-FFF2-40B4-BE49-F238E27FC236}">
                <a16:creationId xmlns:a16="http://schemas.microsoft.com/office/drawing/2014/main" id="{07315437-2D14-47BB-BE55-D976CB01AF3C}"/>
              </a:ext>
            </a:extLst>
          </p:cNvPr>
          <p:cNvSpPr>
            <a:spLocks xmlns:a="http://schemas.openxmlformats.org/drawingml/2006/main" noGrp="1"/>
          </p:cNvSpPr>
          <p:nvPr/>
        </p:nvSpPr>
        <p:spPr>
          <a:xfrm xmlns:a="http://schemas.openxmlformats.org/drawingml/2006/main">
            <a:off x="14932343" y="5724049"/>
            <a:ext cx="953" cy="102108"/>
          </a:xfrm>
          <a:custGeom xmlns:a="http://schemas.openxmlformats.org/drawingml/2006/main">
            <a:pathLst>
              <a:path w="953" h="102108">
                <a:moveTo>
                  <a:pt x="0" y="102108"/>
                </a:moveTo>
                <a:lnTo>
                  <a:pt x="0" y="0"/>
                </a:lnTo>
              </a:path>
            </a:pathLst>
          </a:custGeom>
          <a:noFill xmlns:a="http://schemas.openxmlformats.org/drawingml/2006/main"/>
          <a:ln xmlns:a="http://schemas.openxmlformats.org/drawingml/2006/main" w="7020">
            <a:solidFill>
              <a:srgbClr val="000000"/>
            </a:solidFill>
            <a:prstDash val="dash"/>
          </a:ln>
        </p:spPr>
      </p:sp>
      <p:sp>
        <p:nvSpPr>
          <p:cNvPr id="391" name="dp44-comparison / n304 / arrow">
            <a:extLst xmlns:a="http://schemas.openxmlformats.org/drawingml/2006/main">
              <a:ext uri="{FF2B5EF4-FFF2-40B4-BE49-F238E27FC236}">
                <a16:creationId xmlns:a16="http://schemas.microsoft.com/office/drawing/2014/main" id="{004740E9-F5CF-4656-ABFF-65395842022C}"/>
              </a:ext>
            </a:extLst>
          </p:cNvPr>
          <p:cNvSpPr>
            <a:spLocks xmlns:a="http://schemas.openxmlformats.org/drawingml/2006/main" noGrp="1"/>
          </p:cNvSpPr>
          <p:nvPr/>
        </p:nvSpPr>
        <p:spPr>
          <a:xfrm xmlns:a="http://schemas.openxmlformats.org/drawingml/2006/main">
            <a:off x="14909879" y="5724049"/>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92" name="dp44-comparison / n305 / path">
            <a:extLst xmlns:a="http://schemas.openxmlformats.org/drawingml/2006/main">
              <a:ext uri="{FF2B5EF4-FFF2-40B4-BE49-F238E27FC236}">
                <a16:creationId xmlns:a16="http://schemas.microsoft.com/office/drawing/2014/main" id="{4298F8FE-9877-4A2F-B3DA-FC1302F1FBB7}"/>
              </a:ext>
            </a:extLst>
          </p:cNvPr>
          <p:cNvSpPr>
            <a:spLocks xmlns:a="http://schemas.openxmlformats.org/drawingml/2006/main" noGrp="1"/>
          </p:cNvSpPr>
          <p:nvPr/>
        </p:nvSpPr>
        <p:spPr>
          <a:xfrm xmlns:a="http://schemas.openxmlformats.org/drawingml/2006/main">
            <a:off x="13209270" y="5548551"/>
            <a:ext cx="861536" cy="666893"/>
          </a:xfrm>
          <a:custGeom xmlns:a="http://schemas.openxmlformats.org/drawingml/2006/main">
            <a:pathLst>
              <a:path w="861536" h="666893">
                <a:moveTo>
                  <a:pt x="861536" y="0"/>
                </a:moveTo>
                <a:lnTo>
                  <a:pt x="861536" y="666893"/>
                </a:lnTo>
                <a:lnTo>
                  <a:pt x="0" y="666893"/>
                </a:lnTo>
              </a:path>
            </a:pathLst>
          </a:custGeom>
          <a:noFill xmlns:a="http://schemas.openxmlformats.org/drawingml/2006/main"/>
          <a:ln xmlns:a="http://schemas.openxmlformats.org/drawingml/2006/main" w="7020">
            <a:solidFill>
              <a:srgbClr val="000000"/>
            </a:solidFill>
            <a:prstDash val="solid"/>
          </a:ln>
        </p:spPr>
      </p:sp>
      <p:sp>
        <p:nvSpPr>
          <p:cNvPr id="393" name="dp44-comparison / n305 / arrow">
            <a:extLst xmlns:a="http://schemas.openxmlformats.org/drawingml/2006/main">
              <a:ext uri="{FF2B5EF4-FFF2-40B4-BE49-F238E27FC236}">
                <a16:creationId xmlns:a16="http://schemas.microsoft.com/office/drawing/2014/main" id="{05160D93-3EA4-4D1B-A02F-FECE31274D5F}"/>
              </a:ext>
            </a:extLst>
          </p:cNvPr>
          <p:cNvSpPr>
            <a:spLocks xmlns:a="http://schemas.openxmlformats.org/drawingml/2006/main" noGrp="1"/>
          </p:cNvSpPr>
          <p:nvPr/>
        </p:nvSpPr>
        <p:spPr>
          <a:xfrm xmlns:a="http://schemas.openxmlformats.org/drawingml/2006/main">
            <a:off x="13209270" y="6192980"/>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94" name="dp44-comparison / n306 / path">
            <a:extLst xmlns:a="http://schemas.openxmlformats.org/drawingml/2006/main">
              <a:ext uri="{FF2B5EF4-FFF2-40B4-BE49-F238E27FC236}">
                <a16:creationId xmlns:a16="http://schemas.microsoft.com/office/drawing/2014/main" id="{A8AF5E8A-2D60-4765-BD95-B1F85C141458}"/>
              </a:ext>
            </a:extLst>
          </p:cNvPr>
          <p:cNvSpPr>
            <a:spLocks xmlns:a="http://schemas.openxmlformats.org/drawingml/2006/main" noGrp="1"/>
          </p:cNvSpPr>
          <p:nvPr/>
        </p:nvSpPr>
        <p:spPr>
          <a:xfrm xmlns:a="http://schemas.openxmlformats.org/drawingml/2006/main">
            <a:off x="14836616" y="4543425"/>
            <a:ext cx="599885" cy="829628"/>
          </a:xfrm>
          <a:custGeom xmlns:a="http://schemas.openxmlformats.org/drawingml/2006/main">
            <a:pathLst>
              <a:path w="599885" h="829628">
                <a:moveTo>
                  <a:pt x="0" y="0"/>
                </a:moveTo>
                <a:lnTo>
                  <a:pt x="599885" y="0"/>
                </a:lnTo>
                <a:lnTo>
                  <a:pt x="599885" y="829628"/>
                </a:lnTo>
                <a:lnTo>
                  <a:pt x="223361" y="829628"/>
                </a:lnTo>
              </a:path>
            </a:pathLst>
          </a:custGeom>
          <a:noFill xmlns:a="http://schemas.openxmlformats.org/drawingml/2006/main"/>
          <a:ln xmlns:a="http://schemas.openxmlformats.org/drawingml/2006/main" w="7020">
            <a:solidFill>
              <a:srgbClr val="000000"/>
            </a:solidFill>
            <a:prstDash val="solid"/>
          </a:ln>
        </p:spPr>
      </p:sp>
      <p:sp>
        <p:nvSpPr>
          <p:cNvPr id="395" name="dp44-comparison / n306 / arrow">
            <a:extLst xmlns:a="http://schemas.openxmlformats.org/drawingml/2006/main">
              <a:ext uri="{FF2B5EF4-FFF2-40B4-BE49-F238E27FC236}">
                <a16:creationId xmlns:a16="http://schemas.microsoft.com/office/drawing/2014/main" id="{2EC6FF62-A909-4C3A-BE1F-50576689C82A}"/>
              </a:ext>
            </a:extLst>
          </p:cNvPr>
          <p:cNvSpPr>
            <a:spLocks xmlns:a="http://schemas.openxmlformats.org/drawingml/2006/main" noGrp="1"/>
          </p:cNvSpPr>
          <p:nvPr/>
        </p:nvSpPr>
        <p:spPr>
          <a:xfrm xmlns:a="http://schemas.openxmlformats.org/drawingml/2006/main">
            <a:off x="15059978" y="5350589"/>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396" name="dp44-comparison / n307 / path">
            <a:extLst xmlns:a="http://schemas.openxmlformats.org/drawingml/2006/main">
              <a:ext uri="{FF2B5EF4-FFF2-40B4-BE49-F238E27FC236}">
                <a16:creationId xmlns:a16="http://schemas.microsoft.com/office/drawing/2014/main" id="{33489044-9398-4CA8-9687-DB6050566E8F}"/>
              </a:ext>
            </a:extLst>
          </p:cNvPr>
          <p:cNvSpPr>
            <a:spLocks xmlns:a="http://schemas.openxmlformats.org/drawingml/2006/main" noGrp="1"/>
          </p:cNvSpPr>
          <p:nvPr/>
        </p:nvSpPr>
        <p:spPr>
          <a:xfrm xmlns:a="http://schemas.openxmlformats.org/drawingml/2006/main">
            <a:off x="15283339" y="5548551"/>
            <a:ext cx="953" cy="839200"/>
          </a:xfrm>
          <a:custGeom xmlns:a="http://schemas.openxmlformats.org/drawingml/2006/main">
            <a:pathLst>
              <a:path w="953" h="839200">
                <a:moveTo>
                  <a:pt x="0" y="839200"/>
                </a:moveTo>
                <a:lnTo>
                  <a:pt x="0" y="0"/>
                </a:lnTo>
              </a:path>
            </a:pathLst>
          </a:custGeom>
          <a:noFill xmlns:a="http://schemas.openxmlformats.org/drawingml/2006/main"/>
          <a:ln xmlns:a="http://schemas.openxmlformats.org/drawingml/2006/main" w="7020">
            <a:solidFill>
              <a:srgbClr val="000000"/>
            </a:solidFill>
            <a:prstDash val="dash"/>
          </a:ln>
        </p:spPr>
      </p:sp>
      <p:sp>
        <p:nvSpPr>
          <p:cNvPr id="397" name="dp44-comparison / n307 / arrow">
            <a:extLst xmlns:a="http://schemas.openxmlformats.org/drawingml/2006/main">
              <a:ext uri="{FF2B5EF4-FFF2-40B4-BE49-F238E27FC236}">
                <a16:creationId xmlns:a16="http://schemas.microsoft.com/office/drawing/2014/main" id="{B085C3A2-10F1-4CF9-8CCE-E7978C2082C9}"/>
              </a:ext>
            </a:extLst>
          </p:cNvPr>
          <p:cNvSpPr>
            <a:spLocks xmlns:a="http://schemas.openxmlformats.org/drawingml/2006/main" noGrp="1"/>
          </p:cNvSpPr>
          <p:nvPr/>
        </p:nvSpPr>
        <p:spPr>
          <a:xfrm xmlns:a="http://schemas.openxmlformats.org/drawingml/2006/main">
            <a:off x="15260875" y="554855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398" name="dp44-comparison / n308 / path">
            <a:extLst xmlns:a="http://schemas.openxmlformats.org/drawingml/2006/main">
              <a:ext uri="{FF2B5EF4-FFF2-40B4-BE49-F238E27FC236}">
                <a16:creationId xmlns:a16="http://schemas.microsoft.com/office/drawing/2014/main" id="{B061C88E-93D0-4513-9458-BA2ECB680267}"/>
              </a:ext>
            </a:extLst>
          </p:cNvPr>
          <p:cNvSpPr>
            <a:spLocks xmlns:a="http://schemas.openxmlformats.org/drawingml/2006/main" noGrp="1"/>
          </p:cNvSpPr>
          <p:nvPr/>
        </p:nvSpPr>
        <p:spPr>
          <a:xfrm xmlns:a="http://schemas.openxmlformats.org/drawingml/2006/main">
            <a:off x="13815536" y="5657040"/>
            <a:ext cx="255270" cy="953"/>
          </a:xfrm>
          <a:custGeom xmlns:a="http://schemas.openxmlformats.org/drawingml/2006/main">
            <a:pathLst>
              <a:path w="255270" h="953">
                <a:moveTo>
                  <a:pt x="255270" y="0"/>
                </a:moveTo>
                <a:lnTo>
                  <a:pt x="0" y="0"/>
                </a:lnTo>
              </a:path>
            </a:pathLst>
          </a:custGeom>
          <a:noFill xmlns:a="http://schemas.openxmlformats.org/drawingml/2006/main"/>
          <a:ln xmlns:a="http://schemas.openxmlformats.org/drawingml/2006/main" w="7020">
            <a:solidFill>
              <a:srgbClr val="000000"/>
            </a:solidFill>
            <a:prstDash val="dash"/>
          </a:ln>
        </p:spPr>
      </p:sp>
      <p:sp>
        <p:nvSpPr>
          <p:cNvPr id="399" name="dp44-comparison / n308 / arrow">
            <a:extLst xmlns:a="http://schemas.openxmlformats.org/drawingml/2006/main">
              <a:ext uri="{FF2B5EF4-FFF2-40B4-BE49-F238E27FC236}">
                <a16:creationId xmlns:a16="http://schemas.microsoft.com/office/drawing/2014/main" id="{27CC6054-60A7-44D8-897C-3A9B67E524C8}"/>
              </a:ext>
            </a:extLst>
          </p:cNvPr>
          <p:cNvSpPr>
            <a:spLocks xmlns:a="http://schemas.openxmlformats.org/drawingml/2006/main" noGrp="1"/>
          </p:cNvSpPr>
          <p:nvPr/>
        </p:nvSpPr>
        <p:spPr>
          <a:xfrm xmlns:a="http://schemas.openxmlformats.org/drawingml/2006/main">
            <a:off x="13815536" y="5634577"/>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00" name="dp44-comparison / n309 / path">
            <a:extLst xmlns:a="http://schemas.openxmlformats.org/drawingml/2006/main">
              <a:ext uri="{FF2B5EF4-FFF2-40B4-BE49-F238E27FC236}">
                <a16:creationId xmlns:a16="http://schemas.microsoft.com/office/drawing/2014/main" id="{5F2CA121-6855-4533-9B65-816A5A29069E}"/>
              </a:ext>
            </a:extLst>
          </p:cNvPr>
          <p:cNvSpPr>
            <a:spLocks xmlns:a="http://schemas.openxmlformats.org/drawingml/2006/main" noGrp="1"/>
          </p:cNvSpPr>
          <p:nvPr/>
        </p:nvSpPr>
        <p:spPr>
          <a:xfrm xmlns:a="http://schemas.openxmlformats.org/drawingml/2006/main">
            <a:off x="14549438" y="3324511"/>
            <a:ext cx="887063" cy="2048542"/>
          </a:xfrm>
          <a:custGeom xmlns:a="http://schemas.openxmlformats.org/drawingml/2006/main">
            <a:pathLst>
              <a:path w="887063" h="2048542">
                <a:moveTo>
                  <a:pt x="319088" y="2048542"/>
                </a:moveTo>
                <a:lnTo>
                  <a:pt x="887063" y="2048542"/>
                </a:lnTo>
                <a:lnTo>
                  <a:pt x="887063" y="963644"/>
                </a:lnTo>
                <a:lnTo>
                  <a:pt x="0" y="963644"/>
                </a:lnTo>
                <a:lnTo>
                  <a:pt x="0" y="0"/>
                </a:lnTo>
              </a:path>
            </a:pathLst>
          </a:custGeom>
          <a:noFill xmlns:a="http://schemas.openxmlformats.org/drawingml/2006/main"/>
          <a:ln xmlns:a="http://schemas.openxmlformats.org/drawingml/2006/main" w="7020">
            <a:solidFill>
              <a:srgbClr val="000000"/>
            </a:solidFill>
            <a:prstDash val="dash"/>
          </a:ln>
        </p:spPr>
      </p:sp>
      <p:sp>
        <p:nvSpPr>
          <p:cNvPr id="401" name="dp44-comparison / n309 / arrow">
            <a:extLst xmlns:a="http://schemas.openxmlformats.org/drawingml/2006/main">
              <a:ext uri="{FF2B5EF4-FFF2-40B4-BE49-F238E27FC236}">
                <a16:creationId xmlns:a16="http://schemas.microsoft.com/office/drawing/2014/main" id="{3A693570-D5F0-4B34-B7F2-9465A726161E}"/>
              </a:ext>
            </a:extLst>
          </p:cNvPr>
          <p:cNvSpPr>
            <a:spLocks xmlns:a="http://schemas.openxmlformats.org/drawingml/2006/main" noGrp="1"/>
          </p:cNvSpPr>
          <p:nvPr/>
        </p:nvSpPr>
        <p:spPr>
          <a:xfrm xmlns:a="http://schemas.openxmlformats.org/drawingml/2006/main">
            <a:off x="14526974" y="3324511"/>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02" name="dp44-comparison / n310 / path">
            <a:extLst xmlns:a="http://schemas.openxmlformats.org/drawingml/2006/main">
              <a:ext uri="{FF2B5EF4-FFF2-40B4-BE49-F238E27FC236}">
                <a16:creationId xmlns:a16="http://schemas.microsoft.com/office/drawing/2014/main" id="{8C54527F-3EE3-4AB4-9DD9-33EBCD25A346}"/>
              </a:ext>
            </a:extLst>
          </p:cNvPr>
          <p:cNvSpPr>
            <a:spLocks xmlns:a="http://schemas.openxmlformats.org/drawingml/2006/main" noGrp="1"/>
          </p:cNvSpPr>
          <p:nvPr/>
        </p:nvSpPr>
        <p:spPr>
          <a:xfrm xmlns:a="http://schemas.openxmlformats.org/drawingml/2006/main">
            <a:off x="13847445" y="4230719"/>
            <a:ext cx="1589056" cy="1142333"/>
          </a:xfrm>
          <a:custGeom xmlns:a="http://schemas.openxmlformats.org/drawingml/2006/main">
            <a:pathLst>
              <a:path w="1589056" h="1142333">
                <a:moveTo>
                  <a:pt x="638175" y="1142333"/>
                </a:moveTo>
                <a:lnTo>
                  <a:pt x="1589056" y="1142333"/>
                </a:lnTo>
                <a:lnTo>
                  <a:pt x="1589056" y="57436"/>
                </a:lnTo>
                <a:lnTo>
                  <a:pt x="0" y="57436"/>
                </a:lnTo>
                <a:lnTo>
                  <a:pt x="0" y="0"/>
                </a:lnTo>
              </a:path>
            </a:pathLst>
          </a:custGeom>
          <a:noFill xmlns:a="http://schemas.openxmlformats.org/drawingml/2006/main"/>
          <a:ln xmlns:a="http://schemas.openxmlformats.org/drawingml/2006/main" w="7020">
            <a:solidFill>
              <a:srgbClr val="000000"/>
            </a:solidFill>
            <a:prstDash val="dash"/>
          </a:ln>
        </p:spPr>
      </p:sp>
      <p:sp>
        <p:nvSpPr>
          <p:cNvPr id="403" name="dp44-comparison / n310 / arrow">
            <a:extLst xmlns:a="http://schemas.openxmlformats.org/drawingml/2006/main">
              <a:ext uri="{FF2B5EF4-FFF2-40B4-BE49-F238E27FC236}">
                <a16:creationId xmlns:a16="http://schemas.microsoft.com/office/drawing/2014/main" id="{BADF3627-3020-40F7-8978-1321B7084A3C}"/>
              </a:ext>
            </a:extLst>
          </p:cNvPr>
          <p:cNvSpPr>
            <a:spLocks xmlns:a="http://schemas.openxmlformats.org/drawingml/2006/main" noGrp="1"/>
          </p:cNvSpPr>
          <p:nvPr/>
        </p:nvSpPr>
        <p:spPr>
          <a:xfrm xmlns:a="http://schemas.openxmlformats.org/drawingml/2006/main">
            <a:off x="13824981" y="4230719"/>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04" name="dp44-comparison / n311 / path">
            <a:extLst xmlns:a="http://schemas.openxmlformats.org/drawingml/2006/main">
              <a:ext uri="{FF2B5EF4-FFF2-40B4-BE49-F238E27FC236}">
                <a16:creationId xmlns:a16="http://schemas.microsoft.com/office/drawing/2014/main" id="{53ECA292-9EE4-409A-A6AA-5A165967F086}"/>
              </a:ext>
            </a:extLst>
          </p:cNvPr>
          <p:cNvSpPr>
            <a:spLocks xmlns:a="http://schemas.openxmlformats.org/drawingml/2006/main" noGrp="1"/>
          </p:cNvSpPr>
          <p:nvPr/>
        </p:nvSpPr>
        <p:spPr>
          <a:xfrm xmlns:a="http://schemas.openxmlformats.org/drawingml/2006/main">
            <a:off x="13017818" y="5724049"/>
            <a:ext cx="1467802" cy="491395"/>
          </a:xfrm>
          <a:custGeom xmlns:a="http://schemas.openxmlformats.org/drawingml/2006/main">
            <a:pathLst>
              <a:path w="1467802" h="491395">
                <a:moveTo>
                  <a:pt x="0" y="491395"/>
                </a:moveTo>
                <a:lnTo>
                  <a:pt x="0" y="0"/>
                </a:lnTo>
                <a:lnTo>
                  <a:pt x="1467802" y="0"/>
                </a:lnTo>
              </a:path>
            </a:pathLst>
          </a:custGeom>
          <a:noFill xmlns:a="http://schemas.openxmlformats.org/drawingml/2006/main"/>
          <a:ln xmlns:a="http://schemas.openxmlformats.org/drawingml/2006/main" w="7020">
            <a:solidFill>
              <a:srgbClr val="000000"/>
            </a:solidFill>
            <a:prstDash val="dash"/>
          </a:ln>
        </p:spPr>
      </p:sp>
      <p:sp>
        <p:nvSpPr>
          <p:cNvPr id="405" name="dp44-comparison / n311 / arrow">
            <a:extLst xmlns:a="http://schemas.openxmlformats.org/drawingml/2006/main">
              <a:ext uri="{FF2B5EF4-FFF2-40B4-BE49-F238E27FC236}">
                <a16:creationId xmlns:a16="http://schemas.microsoft.com/office/drawing/2014/main" id="{5D67FC3F-4D68-4C4F-BCEF-9E3BF11293FF}"/>
              </a:ext>
            </a:extLst>
          </p:cNvPr>
          <p:cNvSpPr>
            <a:spLocks xmlns:a="http://schemas.openxmlformats.org/drawingml/2006/main" noGrp="1"/>
          </p:cNvSpPr>
          <p:nvPr/>
        </p:nvSpPr>
        <p:spPr>
          <a:xfrm xmlns:a="http://schemas.openxmlformats.org/drawingml/2006/main">
            <a:off x="14440692" y="5701585"/>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06" name="dp44-comparison / n312 / path">
            <a:extLst xmlns:a="http://schemas.openxmlformats.org/drawingml/2006/main">
              <a:ext uri="{FF2B5EF4-FFF2-40B4-BE49-F238E27FC236}">
                <a16:creationId xmlns:a16="http://schemas.microsoft.com/office/drawing/2014/main" id="{765FDC6E-FB0B-42A9-A1E5-C57CD66C52FE}"/>
              </a:ext>
            </a:extLst>
          </p:cNvPr>
          <p:cNvSpPr>
            <a:spLocks xmlns:a="http://schemas.openxmlformats.org/drawingml/2006/main" noGrp="1"/>
          </p:cNvSpPr>
          <p:nvPr/>
        </p:nvSpPr>
        <p:spPr>
          <a:xfrm xmlns:a="http://schemas.openxmlformats.org/drawingml/2006/main">
            <a:off x="13815536" y="4543425"/>
            <a:ext cx="1620965" cy="1767745"/>
          </a:xfrm>
          <a:custGeom xmlns:a="http://schemas.openxmlformats.org/drawingml/2006/main">
            <a:pathLst>
              <a:path w="1620965" h="1767745">
                <a:moveTo>
                  <a:pt x="0" y="1767745"/>
                </a:moveTo>
                <a:lnTo>
                  <a:pt x="0" y="1225296"/>
                </a:lnTo>
                <a:lnTo>
                  <a:pt x="1620965" y="1225296"/>
                </a:lnTo>
                <a:lnTo>
                  <a:pt x="1620965" y="0"/>
                </a:lnTo>
                <a:lnTo>
                  <a:pt x="829628" y="0"/>
                </a:lnTo>
              </a:path>
            </a:pathLst>
          </a:custGeom>
          <a:noFill xmlns:a="http://schemas.openxmlformats.org/drawingml/2006/main"/>
          <a:ln xmlns:a="http://schemas.openxmlformats.org/drawingml/2006/main" w="7020">
            <a:solidFill>
              <a:srgbClr val="000000"/>
            </a:solidFill>
            <a:prstDash val="solid"/>
          </a:ln>
        </p:spPr>
      </p:sp>
      <p:sp>
        <p:nvSpPr>
          <p:cNvPr id="407" name="dp44-comparison / n312 / arrow">
            <a:extLst xmlns:a="http://schemas.openxmlformats.org/drawingml/2006/main">
              <a:ext uri="{FF2B5EF4-FFF2-40B4-BE49-F238E27FC236}">
                <a16:creationId xmlns:a16="http://schemas.microsoft.com/office/drawing/2014/main" id="{A59B67CB-8A58-481D-B308-C535B1DFF348}"/>
              </a:ext>
            </a:extLst>
          </p:cNvPr>
          <p:cNvSpPr>
            <a:spLocks xmlns:a="http://schemas.openxmlformats.org/drawingml/2006/main" noGrp="1"/>
          </p:cNvSpPr>
          <p:nvPr/>
        </p:nvSpPr>
        <p:spPr>
          <a:xfrm xmlns:a="http://schemas.openxmlformats.org/drawingml/2006/main">
            <a:off x="14645164" y="452096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08" name="dp44-comparison / n313 / path">
            <a:extLst xmlns:a="http://schemas.openxmlformats.org/drawingml/2006/main">
              <a:ext uri="{FF2B5EF4-FFF2-40B4-BE49-F238E27FC236}">
                <a16:creationId xmlns:a16="http://schemas.microsoft.com/office/drawing/2014/main" id="{F4C52BA0-AB6B-4BDA-B948-44BA03A4EB48}"/>
              </a:ext>
            </a:extLst>
          </p:cNvPr>
          <p:cNvSpPr>
            <a:spLocks xmlns:a="http://schemas.openxmlformats.org/drawingml/2006/main" noGrp="1"/>
          </p:cNvSpPr>
          <p:nvPr/>
        </p:nvSpPr>
        <p:spPr>
          <a:xfrm xmlns:a="http://schemas.openxmlformats.org/drawingml/2006/main">
            <a:off x="13815536" y="4543425"/>
            <a:ext cx="1620965" cy="1716691"/>
          </a:xfrm>
          <a:custGeom xmlns:a="http://schemas.openxmlformats.org/drawingml/2006/main">
            <a:pathLst>
              <a:path w="1620965" h="1716691">
                <a:moveTo>
                  <a:pt x="957263" y="0"/>
                </a:moveTo>
                <a:lnTo>
                  <a:pt x="1620965" y="0"/>
                </a:lnTo>
                <a:lnTo>
                  <a:pt x="1620965" y="1238060"/>
                </a:lnTo>
                <a:lnTo>
                  <a:pt x="0" y="1238060"/>
                </a:lnTo>
                <a:lnTo>
                  <a:pt x="0" y="1716691"/>
                </a:lnTo>
              </a:path>
            </a:pathLst>
          </a:custGeom>
          <a:noFill xmlns:a="http://schemas.openxmlformats.org/drawingml/2006/main"/>
          <a:ln xmlns:a="http://schemas.openxmlformats.org/drawingml/2006/main" w="7020">
            <a:solidFill>
              <a:srgbClr val="000000"/>
            </a:solidFill>
            <a:prstDash val="dash"/>
          </a:ln>
        </p:spPr>
      </p:sp>
      <p:sp>
        <p:nvSpPr>
          <p:cNvPr id="409" name="dp44-comparison / n313 / arrow">
            <a:extLst xmlns:a="http://schemas.openxmlformats.org/drawingml/2006/main">
              <a:ext uri="{FF2B5EF4-FFF2-40B4-BE49-F238E27FC236}">
                <a16:creationId xmlns:a16="http://schemas.microsoft.com/office/drawing/2014/main" id="{54F21FB2-A31C-4611-8DC2-5D296FA07221}"/>
              </a:ext>
            </a:extLst>
          </p:cNvPr>
          <p:cNvSpPr>
            <a:spLocks xmlns:a="http://schemas.openxmlformats.org/drawingml/2006/main" noGrp="1"/>
          </p:cNvSpPr>
          <p:nvPr/>
        </p:nvSpPr>
        <p:spPr>
          <a:xfrm xmlns:a="http://schemas.openxmlformats.org/drawingml/2006/main">
            <a:off x="13793072" y="6215188"/>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10" name="dp44-comparison / n314 / path">
            <a:extLst xmlns:a="http://schemas.openxmlformats.org/drawingml/2006/main">
              <a:ext uri="{FF2B5EF4-FFF2-40B4-BE49-F238E27FC236}">
                <a16:creationId xmlns:a16="http://schemas.microsoft.com/office/drawing/2014/main" id="{EF5BEDAB-9A09-4929-AE9B-C1A9682615C8}"/>
              </a:ext>
            </a:extLst>
          </p:cNvPr>
          <p:cNvSpPr>
            <a:spLocks xmlns:a="http://schemas.openxmlformats.org/drawingml/2006/main" noGrp="1"/>
          </p:cNvSpPr>
          <p:nvPr/>
        </p:nvSpPr>
        <p:spPr>
          <a:xfrm xmlns:a="http://schemas.openxmlformats.org/drawingml/2006/main">
            <a:off x="13815536" y="5194364"/>
            <a:ext cx="2010251" cy="1257205"/>
          </a:xfrm>
          <a:custGeom xmlns:a="http://schemas.openxmlformats.org/drawingml/2006/main">
            <a:pathLst>
              <a:path w="2010251" h="1257205">
                <a:moveTo>
                  <a:pt x="0" y="1257205"/>
                </a:moveTo>
                <a:lnTo>
                  <a:pt x="0" y="574358"/>
                </a:lnTo>
                <a:lnTo>
                  <a:pt x="2010251" y="574358"/>
                </a:lnTo>
                <a:lnTo>
                  <a:pt x="2010251" y="0"/>
                </a:lnTo>
              </a:path>
            </a:pathLst>
          </a:custGeom>
          <a:noFill xmlns:a="http://schemas.openxmlformats.org/drawingml/2006/main"/>
          <a:ln xmlns:a="http://schemas.openxmlformats.org/drawingml/2006/main" w="7020">
            <a:solidFill>
              <a:srgbClr val="000000"/>
            </a:solidFill>
            <a:prstDash val="solid"/>
          </a:ln>
        </p:spPr>
      </p:sp>
      <p:sp>
        <p:nvSpPr>
          <p:cNvPr id="411" name="dp44-comparison / n314 / arrow">
            <a:extLst xmlns:a="http://schemas.openxmlformats.org/drawingml/2006/main">
              <a:ext uri="{FF2B5EF4-FFF2-40B4-BE49-F238E27FC236}">
                <a16:creationId xmlns:a16="http://schemas.microsoft.com/office/drawing/2014/main" id="{D468DAF7-A45D-4AD7-9727-E47512DABEAF}"/>
              </a:ext>
            </a:extLst>
          </p:cNvPr>
          <p:cNvSpPr>
            <a:spLocks xmlns:a="http://schemas.openxmlformats.org/drawingml/2006/main" noGrp="1"/>
          </p:cNvSpPr>
          <p:nvPr/>
        </p:nvSpPr>
        <p:spPr>
          <a:xfrm xmlns:a="http://schemas.openxmlformats.org/drawingml/2006/main">
            <a:off x="15803324" y="5194364"/>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12" name="dp44-comparison / n315 / path">
            <a:extLst xmlns:a="http://schemas.openxmlformats.org/drawingml/2006/main">
              <a:ext uri="{FF2B5EF4-FFF2-40B4-BE49-F238E27FC236}">
                <a16:creationId xmlns:a16="http://schemas.microsoft.com/office/drawing/2014/main" id="{ADAABBCC-FE10-4CE1-ACB7-BB79C11DA2DA}"/>
              </a:ext>
            </a:extLst>
          </p:cNvPr>
          <p:cNvSpPr>
            <a:spLocks xmlns:a="http://schemas.openxmlformats.org/drawingml/2006/main" noGrp="1"/>
          </p:cNvSpPr>
          <p:nvPr/>
        </p:nvSpPr>
        <p:spPr>
          <a:xfrm xmlns:a="http://schemas.openxmlformats.org/drawingml/2006/main">
            <a:off x="13815536" y="5258181"/>
            <a:ext cx="2010251" cy="1225296"/>
          </a:xfrm>
          <a:custGeom xmlns:a="http://schemas.openxmlformats.org/drawingml/2006/main">
            <a:pathLst>
              <a:path w="2010251" h="1225296">
                <a:moveTo>
                  <a:pt x="2010251" y="0"/>
                </a:moveTo>
                <a:lnTo>
                  <a:pt x="2010251" y="523304"/>
                </a:lnTo>
                <a:lnTo>
                  <a:pt x="0" y="523304"/>
                </a:lnTo>
                <a:lnTo>
                  <a:pt x="0" y="1225296"/>
                </a:lnTo>
              </a:path>
            </a:pathLst>
          </a:custGeom>
          <a:noFill xmlns:a="http://schemas.openxmlformats.org/drawingml/2006/main"/>
          <a:ln xmlns:a="http://schemas.openxmlformats.org/drawingml/2006/main" w="7020">
            <a:solidFill>
              <a:srgbClr val="000000"/>
            </a:solidFill>
            <a:prstDash val="dash"/>
          </a:ln>
        </p:spPr>
      </p:sp>
      <p:sp>
        <p:nvSpPr>
          <p:cNvPr id="413" name="dp44-comparison / n315 / arrow">
            <a:extLst xmlns:a="http://schemas.openxmlformats.org/drawingml/2006/main">
              <a:ext uri="{FF2B5EF4-FFF2-40B4-BE49-F238E27FC236}">
                <a16:creationId xmlns:a16="http://schemas.microsoft.com/office/drawing/2014/main" id="{1756B6ED-9E30-428B-8B14-A55BA746658D}"/>
              </a:ext>
            </a:extLst>
          </p:cNvPr>
          <p:cNvSpPr>
            <a:spLocks xmlns:a="http://schemas.openxmlformats.org/drawingml/2006/main" noGrp="1"/>
          </p:cNvSpPr>
          <p:nvPr/>
        </p:nvSpPr>
        <p:spPr>
          <a:xfrm xmlns:a="http://schemas.openxmlformats.org/drawingml/2006/main">
            <a:off x="13793072" y="643854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14" name="dp44-comparison / n316 / path">
            <a:extLst xmlns:a="http://schemas.openxmlformats.org/drawingml/2006/main">
              <a:ext uri="{FF2B5EF4-FFF2-40B4-BE49-F238E27FC236}">
                <a16:creationId xmlns:a16="http://schemas.microsoft.com/office/drawing/2014/main" id="{4959D2F1-3699-419B-BEED-DA5C78F50151}"/>
              </a:ext>
            </a:extLst>
          </p:cNvPr>
          <p:cNvSpPr>
            <a:spLocks xmlns:a="http://schemas.openxmlformats.org/drawingml/2006/main" noGrp="1"/>
          </p:cNvSpPr>
          <p:nvPr/>
        </p:nvSpPr>
        <p:spPr>
          <a:xfrm xmlns:a="http://schemas.openxmlformats.org/drawingml/2006/main">
            <a:off x="11550015" y="6323933"/>
            <a:ext cx="1052989" cy="127635"/>
          </a:xfrm>
          <a:custGeom xmlns:a="http://schemas.openxmlformats.org/drawingml/2006/main">
            <a:pathLst>
              <a:path w="1052989" h="127635">
                <a:moveTo>
                  <a:pt x="1052989" y="0"/>
                </a:moveTo>
                <a:lnTo>
                  <a:pt x="1052989" y="127635"/>
                </a:lnTo>
                <a:lnTo>
                  <a:pt x="0" y="127635"/>
                </a:lnTo>
              </a:path>
            </a:pathLst>
          </a:custGeom>
          <a:noFill xmlns:a="http://schemas.openxmlformats.org/drawingml/2006/main"/>
          <a:ln xmlns:a="http://schemas.openxmlformats.org/drawingml/2006/main" w="7020">
            <a:solidFill>
              <a:srgbClr val="000000"/>
            </a:solidFill>
            <a:prstDash val="solid"/>
          </a:ln>
        </p:spPr>
      </p:sp>
      <p:sp>
        <p:nvSpPr>
          <p:cNvPr id="415" name="dp44-comparison / n316 / arrow">
            <a:extLst xmlns:a="http://schemas.openxmlformats.org/drawingml/2006/main">
              <a:ext uri="{FF2B5EF4-FFF2-40B4-BE49-F238E27FC236}">
                <a16:creationId xmlns:a16="http://schemas.microsoft.com/office/drawing/2014/main" id="{2F9F1FC5-27F4-4A5A-BC75-A8F92DD8AD6A}"/>
              </a:ext>
            </a:extLst>
          </p:cNvPr>
          <p:cNvSpPr>
            <a:spLocks xmlns:a="http://schemas.openxmlformats.org/drawingml/2006/main" noGrp="1"/>
          </p:cNvSpPr>
          <p:nvPr/>
        </p:nvSpPr>
        <p:spPr>
          <a:xfrm xmlns:a="http://schemas.openxmlformats.org/drawingml/2006/main">
            <a:off x="11550015" y="6429104"/>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16" name="dp44-comparison / n317 / path">
            <a:extLst xmlns:a="http://schemas.openxmlformats.org/drawingml/2006/main">
              <a:ext uri="{FF2B5EF4-FFF2-40B4-BE49-F238E27FC236}">
                <a16:creationId xmlns:a16="http://schemas.microsoft.com/office/drawing/2014/main" id="{DC8024B3-DC4D-4CD6-970E-049180C3EDB5}"/>
              </a:ext>
            </a:extLst>
          </p:cNvPr>
          <p:cNvSpPr>
            <a:spLocks xmlns:a="http://schemas.openxmlformats.org/drawingml/2006/main" noGrp="1"/>
          </p:cNvSpPr>
          <p:nvPr/>
        </p:nvSpPr>
        <p:spPr>
          <a:xfrm xmlns:a="http://schemas.openxmlformats.org/drawingml/2006/main">
            <a:off x="11550015" y="4288155"/>
            <a:ext cx="1084898" cy="2227231"/>
          </a:xfrm>
          <a:custGeom xmlns:a="http://schemas.openxmlformats.org/drawingml/2006/main">
            <a:pathLst>
              <a:path w="1084898" h="2227231">
                <a:moveTo>
                  <a:pt x="1084898" y="0"/>
                </a:moveTo>
                <a:lnTo>
                  <a:pt x="567976" y="0"/>
                </a:lnTo>
                <a:lnTo>
                  <a:pt x="567976" y="2227231"/>
                </a:lnTo>
                <a:lnTo>
                  <a:pt x="0" y="2227231"/>
                </a:lnTo>
              </a:path>
            </a:pathLst>
          </a:custGeom>
          <a:noFill xmlns:a="http://schemas.openxmlformats.org/drawingml/2006/main"/>
          <a:ln xmlns:a="http://schemas.openxmlformats.org/drawingml/2006/main" w="7020">
            <a:solidFill>
              <a:srgbClr val="000000"/>
            </a:solidFill>
            <a:prstDash val="solid"/>
          </a:ln>
        </p:spPr>
      </p:sp>
      <p:sp>
        <p:nvSpPr>
          <p:cNvPr id="417" name="dp44-comparison / n317 / arrow">
            <a:extLst xmlns:a="http://schemas.openxmlformats.org/drawingml/2006/main">
              <a:ext uri="{FF2B5EF4-FFF2-40B4-BE49-F238E27FC236}">
                <a16:creationId xmlns:a16="http://schemas.microsoft.com/office/drawing/2014/main" id="{A9ECC72A-129A-4F27-88C8-8E54D0F3A2EC}"/>
              </a:ext>
            </a:extLst>
          </p:cNvPr>
          <p:cNvSpPr>
            <a:spLocks xmlns:a="http://schemas.openxmlformats.org/drawingml/2006/main" noGrp="1"/>
          </p:cNvSpPr>
          <p:nvPr/>
        </p:nvSpPr>
        <p:spPr>
          <a:xfrm xmlns:a="http://schemas.openxmlformats.org/drawingml/2006/main">
            <a:off x="11550015" y="6492922"/>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18" name="dp44-comparison / n318 / path">
            <a:extLst xmlns:a="http://schemas.openxmlformats.org/drawingml/2006/main">
              <a:ext uri="{FF2B5EF4-FFF2-40B4-BE49-F238E27FC236}">
                <a16:creationId xmlns:a16="http://schemas.microsoft.com/office/drawing/2014/main" id="{5FFF7A25-533E-4F2D-ADE8-BC6AF56D402F}"/>
              </a:ext>
            </a:extLst>
          </p:cNvPr>
          <p:cNvSpPr>
            <a:spLocks xmlns:a="http://schemas.openxmlformats.org/drawingml/2006/main" noGrp="1"/>
          </p:cNvSpPr>
          <p:nvPr/>
        </p:nvSpPr>
        <p:spPr>
          <a:xfrm xmlns:a="http://schemas.openxmlformats.org/drawingml/2006/main">
            <a:off x="11550015" y="4351973"/>
            <a:ext cx="1084898" cy="2259140"/>
          </a:xfrm>
          <a:custGeom xmlns:a="http://schemas.openxmlformats.org/drawingml/2006/main">
            <a:pathLst>
              <a:path w="1084898" h="2259140">
                <a:moveTo>
                  <a:pt x="0" y="2259140"/>
                </a:moveTo>
                <a:lnTo>
                  <a:pt x="899827" y="2259140"/>
                </a:lnTo>
                <a:lnTo>
                  <a:pt x="899827" y="0"/>
                </a:lnTo>
                <a:lnTo>
                  <a:pt x="1084898" y="0"/>
                </a:lnTo>
              </a:path>
            </a:pathLst>
          </a:custGeom>
          <a:noFill xmlns:a="http://schemas.openxmlformats.org/drawingml/2006/main"/>
          <a:ln xmlns:a="http://schemas.openxmlformats.org/drawingml/2006/main" w="7020">
            <a:solidFill>
              <a:srgbClr val="000000"/>
            </a:solidFill>
            <a:prstDash val="dash"/>
          </a:ln>
        </p:spPr>
      </p:sp>
      <p:sp>
        <p:nvSpPr>
          <p:cNvPr id="419" name="dp44-comparison / n318 / arrow">
            <a:extLst xmlns:a="http://schemas.openxmlformats.org/drawingml/2006/main">
              <a:ext uri="{FF2B5EF4-FFF2-40B4-BE49-F238E27FC236}">
                <a16:creationId xmlns:a16="http://schemas.microsoft.com/office/drawing/2014/main" id="{D9698FD5-6844-47A9-8595-053A9486CF5E}"/>
              </a:ext>
            </a:extLst>
          </p:cNvPr>
          <p:cNvSpPr>
            <a:spLocks xmlns:a="http://schemas.openxmlformats.org/drawingml/2006/main" noGrp="1"/>
          </p:cNvSpPr>
          <p:nvPr/>
        </p:nvSpPr>
        <p:spPr>
          <a:xfrm xmlns:a="http://schemas.openxmlformats.org/drawingml/2006/main">
            <a:off x="12589985" y="4329509"/>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0" name="dp44-comparison / n319 / path">
            <a:extLst xmlns:a="http://schemas.openxmlformats.org/drawingml/2006/main">
              <a:ext uri="{FF2B5EF4-FFF2-40B4-BE49-F238E27FC236}">
                <a16:creationId xmlns:a16="http://schemas.microsoft.com/office/drawing/2014/main" id="{4D477973-1A03-450B-A852-5AC333EDFE95}"/>
              </a:ext>
            </a:extLst>
          </p:cNvPr>
          <p:cNvSpPr>
            <a:spLocks xmlns:a="http://schemas.openxmlformats.org/drawingml/2006/main" noGrp="1"/>
          </p:cNvSpPr>
          <p:nvPr/>
        </p:nvSpPr>
        <p:spPr>
          <a:xfrm xmlns:a="http://schemas.openxmlformats.org/drawingml/2006/main">
            <a:off x="11550015" y="6560058"/>
            <a:ext cx="3127058" cy="561594"/>
          </a:xfrm>
          <a:custGeom xmlns:a="http://schemas.openxmlformats.org/drawingml/2006/main">
            <a:pathLst>
              <a:path w="3127058" h="561594">
                <a:moveTo>
                  <a:pt x="3127058" y="0"/>
                </a:moveTo>
                <a:lnTo>
                  <a:pt x="3127058" y="561594"/>
                </a:lnTo>
                <a:lnTo>
                  <a:pt x="0" y="561594"/>
                </a:lnTo>
              </a:path>
            </a:pathLst>
          </a:custGeom>
          <a:noFill xmlns:a="http://schemas.openxmlformats.org/drawingml/2006/main"/>
          <a:ln xmlns:a="http://schemas.openxmlformats.org/drawingml/2006/main" w="7020">
            <a:solidFill>
              <a:srgbClr val="000000"/>
            </a:solidFill>
            <a:prstDash val="solid"/>
          </a:ln>
        </p:spPr>
      </p:sp>
      <p:sp>
        <p:nvSpPr>
          <p:cNvPr id="421" name="dp44-comparison / n319 / arrow">
            <a:extLst xmlns:a="http://schemas.openxmlformats.org/drawingml/2006/main">
              <a:ext uri="{FF2B5EF4-FFF2-40B4-BE49-F238E27FC236}">
                <a16:creationId xmlns:a16="http://schemas.microsoft.com/office/drawing/2014/main" id="{2C3D74A5-EFEB-4849-85A0-CD55C8945C14}"/>
              </a:ext>
            </a:extLst>
          </p:cNvPr>
          <p:cNvSpPr>
            <a:spLocks xmlns:a="http://schemas.openxmlformats.org/drawingml/2006/main" noGrp="1"/>
          </p:cNvSpPr>
          <p:nvPr/>
        </p:nvSpPr>
        <p:spPr>
          <a:xfrm xmlns:a="http://schemas.openxmlformats.org/drawingml/2006/main">
            <a:off x="11550015" y="7099188"/>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22" name="dp44-comparison / n320 / path">
            <a:extLst xmlns:a="http://schemas.openxmlformats.org/drawingml/2006/main">
              <a:ext uri="{FF2B5EF4-FFF2-40B4-BE49-F238E27FC236}">
                <a16:creationId xmlns:a16="http://schemas.microsoft.com/office/drawing/2014/main" id="{51CB17B7-0922-4068-BEAF-AFBBEECF2437}"/>
              </a:ext>
            </a:extLst>
          </p:cNvPr>
          <p:cNvSpPr>
            <a:spLocks xmlns:a="http://schemas.openxmlformats.org/drawingml/2006/main" noGrp="1"/>
          </p:cNvSpPr>
          <p:nvPr/>
        </p:nvSpPr>
        <p:spPr>
          <a:xfrm xmlns:a="http://schemas.openxmlformats.org/drawingml/2006/main">
            <a:off x="11550015" y="6560058"/>
            <a:ext cx="3318510" cy="657320"/>
          </a:xfrm>
          <a:custGeom xmlns:a="http://schemas.openxmlformats.org/drawingml/2006/main">
            <a:pathLst>
              <a:path w="3318510" h="657320">
                <a:moveTo>
                  <a:pt x="0" y="657320"/>
                </a:moveTo>
                <a:lnTo>
                  <a:pt x="0" y="0"/>
                </a:lnTo>
                <a:lnTo>
                  <a:pt x="3318510" y="0"/>
                </a:lnTo>
              </a:path>
            </a:pathLst>
          </a:custGeom>
          <a:noFill xmlns:a="http://schemas.openxmlformats.org/drawingml/2006/main"/>
          <a:ln xmlns:a="http://schemas.openxmlformats.org/drawingml/2006/main" w="7020">
            <a:solidFill>
              <a:srgbClr val="000000"/>
            </a:solidFill>
            <a:prstDash val="dash"/>
          </a:ln>
        </p:spPr>
      </p:sp>
      <p:sp>
        <p:nvSpPr>
          <p:cNvPr id="423" name="dp44-comparison / n320 / arrow">
            <a:extLst xmlns:a="http://schemas.openxmlformats.org/drawingml/2006/main">
              <a:ext uri="{FF2B5EF4-FFF2-40B4-BE49-F238E27FC236}">
                <a16:creationId xmlns:a16="http://schemas.microsoft.com/office/drawing/2014/main" id="{B0C23686-B4C7-453F-89A1-D0AE0BE54EC4}"/>
              </a:ext>
            </a:extLst>
          </p:cNvPr>
          <p:cNvSpPr>
            <a:spLocks xmlns:a="http://schemas.openxmlformats.org/drawingml/2006/main" noGrp="1"/>
          </p:cNvSpPr>
          <p:nvPr/>
        </p:nvSpPr>
        <p:spPr>
          <a:xfrm xmlns:a="http://schemas.openxmlformats.org/drawingml/2006/main">
            <a:off x="14823597" y="6537594"/>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4" name="dp44-comparison / n321 / path">
            <a:extLst xmlns:a="http://schemas.openxmlformats.org/drawingml/2006/main">
              <a:ext uri="{FF2B5EF4-FFF2-40B4-BE49-F238E27FC236}">
                <a16:creationId xmlns:a16="http://schemas.microsoft.com/office/drawing/2014/main" id="{42271481-911F-44D7-891C-061AD4D30B28}"/>
              </a:ext>
            </a:extLst>
          </p:cNvPr>
          <p:cNvSpPr>
            <a:spLocks xmlns:a="http://schemas.openxmlformats.org/drawingml/2006/main" noGrp="1"/>
          </p:cNvSpPr>
          <p:nvPr/>
        </p:nvSpPr>
        <p:spPr>
          <a:xfrm xmlns:a="http://schemas.openxmlformats.org/drawingml/2006/main">
            <a:off x="10720388" y="5928265"/>
            <a:ext cx="5105400" cy="970026"/>
          </a:xfrm>
          <a:custGeom xmlns:a="http://schemas.openxmlformats.org/drawingml/2006/main">
            <a:pathLst>
              <a:path w="5105400" h="970026">
                <a:moveTo>
                  <a:pt x="0" y="0"/>
                </a:moveTo>
                <a:lnTo>
                  <a:pt x="1729454" y="0"/>
                </a:lnTo>
                <a:lnTo>
                  <a:pt x="1729454" y="970026"/>
                </a:lnTo>
                <a:lnTo>
                  <a:pt x="5105400" y="970026"/>
                </a:lnTo>
              </a:path>
            </a:pathLst>
          </a:custGeom>
          <a:noFill xmlns:a="http://schemas.openxmlformats.org/drawingml/2006/main"/>
          <a:ln xmlns:a="http://schemas.openxmlformats.org/drawingml/2006/main" w="7020">
            <a:solidFill>
              <a:srgbClr val="000000"/>
            </a:solidFill>
            <a:prstDash val="solid"/>
          </a:ln>
        </p:spPr>
      </p:sp>
      <p:sp>
        <p:nvSpPr>
          <p:cNvPr id="425" name="dp44-comparison / n321 / arrow">
            <a:extLst xmlns:a="http://schemas.openxmlformats.org/drawingml/2006/main">
              <a:ext uri="{FF2B5EF4-FFF2-40B4-BE49-F238E27FC236}">
                <a16:creationId xmlns:a16="http://schemas.microsoft.com/office/drawing/2014/main" id="{468A6134-7862-47CB-9B2B-E35D06B900E3}"/>
              </a:ext>
            </a:extLst>
          </p:cNvPr>
          <p:cNvSpPr>
            <a:spLocks xmlns:a="http://schemas.openxmlformats.org/drawingml/2006/main" noGrp="1"/>
          </p:cNvSpPr>
          <p:nvPr/>
        </p:nvSpPr>
        <p:spPr>
          <a:xfrm xmlns:a="http://schemas.openxmlformats.org/drawingml/2006/main">
            <a:off x="15780860" y="6875827"/>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26" name="dp44-comparison / n322 / path">
            <a:extLst xmlns:a="http://schemas.openxmlformats.org/drawingml/2006/main">
              <a:ext uri="{FF2B5EF4-FFF2-40B4-BE49-F238E27FC236}">
                <a16:creationId xmlns:a16="http://schemas.microsoft.com/office/drawing/2014/main" id="{962B7F6A-E41F-4C2C-AC21-C28EE90346B9}"/>
              </a:ext>
            </a:extLst>
          </p:cNvPr>
          <p:cNvSpPr>
            <a:spLocks xmlns:a="http://schemas.openxmlformats.org/drawingml/2006/main" noGrp="1"/>
          </p:cNvSpPr>
          <p:nvPr/>
        </p:nvSpPr>
        <p:spPr>
          <a:xfrm xmlns:a="http://schemas.openxmlformats.org/drawingml/2006/main">
            <a:off x="13017818" y="5724049"/>
            <a:ext cx="2807970" cy="1269968"/>
          </a:xfrm>
          <a:custGeom xmlns:a="http://schemas.openxmlformats.org/drawingml/2006/main">
            <a:pathLst>
              <a:path w="2807970" h="1269968">
                <a:moveTo>
                  <a:pt x="0" y="0"/>
                </a:moveTo>
                <a:lnTo>
                  <a:pt x="2807970" y="0"/>
                </a:lnTo>
                <a:lnTo>
                  <a:pt x="2807970" y="1269968"/>
                </a:lnTo>
              </a:path>
            </a:pathLst>
          </a:custGeom>
          <a:noFill xmlns:a="http://schemas.openxmlformats.org/drawingml/2006/main"/>
          <a:ln xmlns:a="http://schemas.openxmlformats.org/drawingml/2006/main" w="7020">
            <a:solidFill>
              <a:srgbClr val="000000"/>
            </a:solidFill>
            <a:prstDash val="solid"/>
          </a:ln>
        </p:spPr>
      </p:sp>
      <p:sp>
        <p:nvSpPr>
          <p:cNvPr id="427" name="dp44-comparison / n322 / arrow">
            <a:extLst xmlns:a="http://schemas.openxmlformats.org/drawingml/2006/main">
              <a:ext uri="{FF2B5EF4-FFF2-40B4-BE49-F238E27FC236}">
                <a16:creationId xmlns:a16="http://schemas.microsoft.com/office/drawing/2014/main" id="{A659C1C5-8DDC-4539-B425-F44E12B76B0E}"/>
              </a:ext>
            </a:extLst>
          </p:cNvPr>
          <p:cNvSpPr>
            <a:spLocks xmlns:a="http://schemas.openxmlformats.org/drawingml/2006/main" noGrp="1"/>
          </p:cNvSpPr>
          <p:nvPr/>
        </p:nvSpPr>
        <p:spPr>
          <a:xfrm xmlns:a="http://schemas.openxmlformats.org/drawingml/2006/main">
            <a:off x="15803324" y="6949089"/>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28" name="dp44-comparison / n323 / path">
            <a:extLst xmlns:a="http://schemas.openxmlformats.org/drawingml/2006/main">
              <a:ext uri="{FF2B5EF4-FFF2-40B4-BE49-F238E27FC236}">
                <a16:creationId xmlns:a16="http://schemas.microsoft.com/office/drawing/2014/main" id="{E6EFB471-C6FE-4CA8-BA70-D361202D9B01}"/>
              </a:ext>
            </a:extLst>
          </p:cNvPr>
          <p:cNvSpPr>
            <a:spLocks xmlns:a="http://schemas.openxmlformats.org/drawingml/2006/main" noGrp="1"/>
          </p:cNvSpPr>
          <p:nvPr/>
        </p:nvSpPr>
        <p:spPr>
          <a:xfrm xmlns:a="http://schemas.openxmlformats.org/drawingml/2006/main">
            <a:off x="12060555" y="4351973"/>
            <a:ext cx="3765232" cy="2450592"/>
          </a:xfrm>
          <a:custGeom xmlns:a="http://schemas.openxmlformats.org/drawingml/2006/main">
            <a:pathLst>
              <a:path w="3765232" h="2450592">
                <a:moveTo>
                  <a:pt x="0" y="0"/>
                </a:moveTo>
                <a:lnTo>
                  <a:pt x="0" y="2450592"/>
                </a:lnTo>
                <a:lnTo>
                  <a:pt x="3765232" y="2450592"/>
                </a:lnTo>
              </a:path>
            </a:pathLst>
          </a:custGeom>
          <a:noFill xmlns:a="http://schemas.openxmlformats.org/drawingml/2006/main"/>
          <a:ln xmlns:a="http://schemas.openxmlformats.org/drawingml/2006/main" w="7020">
            <a:solidFill>
              <a:srgbClr val="000000"/>
            </a:solidFill>
            <a:prstDash val="solid"/>
          </a:ln>
        </p:spPr>
      </p:sp>
      <p:sp>
        <p:nvSpPr>
          <p:cNvPr id="429" name="dp44-comparison / n323 / arrow">
            <a:extLst xmlns:a="http://schemas.openxmlformats.org/drawingml/2006/main">
              <a:ext uri="{FF2B5EF4-FFF2-40B4-BE49-F238E27FC236}">
                <a16:creationId xmlns:a16="http://schemas.microsoft.com/office/drawing/2014/main" id="{3E753BB2-E2A9-4C78-8B94-587A4F33F0D9}"/>
              </a:ext>
            </a:extLst>
          </p:cNvPr>
          <p:cNvSpPr>
            <a:spLocks xmlns:a="http://schemas.openxmlformats.org/drawingml/2006/main" noGrp="1"/>
          </p:cNvSpPr>
          <p:nvPr/>
        </p:nvSpPr>
        <p:spPr>
          <a:xfrm xmlns:a="http://schemas.openxmlformats.org/drawingml/2006/main">
            <a:off x="15780860" y="6780101"/>
            <a:ext cx="44928" cy="44928"/>
          </a:xfrm>
          <a:custGeom xmlns:a="http://schemas.openxmlformats.org/drawingml/2006/main">
            <a:pathLst>
              <a:path w="44928" h="44928">
                <a:moveTo>
                  <a:pt x="0" y="44928"/>
                </a:moveTo>
                <a:lnTo>
                  <a:pt x="44928" y="22464"/>
                </a:lnTo>
                <a:lnTo>
                  <a:pt x="0" y="0"/>
                </a:lnTo>
              </a:path>
            </a:pathLst>
          </a:custGeom>
          <a:noFill xmlns:a="http://schemas.openxmlformats.org/drawingml/2006/main"/>
          <a:ln xmlns:a="http://schemas.openxmlformats.org/drawingml/2006/main" w="8986">
            <a:solidFill>
              <a:srgbClr val="000000"/>
            </a:solidFill>
            <a:prstDash val="solid"/>
          </a:ln>
        </p:spPr>
      </p:sp>
      <p:sp>
        <p:nvSpPr>
          <p:cNvPr id="430" name="dp44-comparison / n324 / path">
            <a:extLst xmlns:a="http://schemas.openxmlformats.org/drawingml/2006/main">
              <a:ext uri="{FF2B5EF4-FFF2-40B4-BE49-F238E27FC236}">
                <a16:creationId xmlns:a16="http://schemas.microsoft.com/office/drawing/2014/main" id="{B4E1681D-AE9D-428E-91DA-81AECF6F5423}"/>
              </a:ext>
            </a:extLst>
          </p:cNvPr>
          <p:cNvSpPr>
            <a:spLocks xmlns:a="http://schemas.openxmlformats.org/drawingml/2006/main" noGrp="1"/>
          </p:cNvSpPr>
          <p:nvPr/>
        </p:nvSpPr>
        <p:spPr>
          <a:xfrm xmlns:a="http://schemas.openxmlformats.org/drawingml/2006/main">
            <a:off x="10911840" y="5928265"/>
            <a:ext cx="4913948" cy="1033843"/>
          </a:xfrm>
          <a:custGeom xmlns:a="http://schemas.openxmlformats.org/drawingml/2006/main">
            <a:pathLst>
              <a:path w="4913948" h="1033843">
                <a:moveTo>
                  <a:pt x="4913948" y="1033843"/>
                </a:moveTo>
                <a:lnTo>
                  <a:pt x="695611" y="1033843"/>
                </a:lnTo>
                <a:lnTo>
                  <a:pt x="695611" y="0"/>
                </a:lnTo>
                <a:lnTo>
                  <a:pt x="0" y="0"/>
                </a:lnTo>
              </a:path>
            </a:pathLst>
          </a:custGeom>
          <a:noFill xmlns:a="http://schemas.openxmlformats.org/drawingml/2006/main"/>
          <a:ln xmlns:a="http://schemas.openxmlformats.org/drawingml/2006/main" w="7020">
            <a:solidFill>
              <a:srgbClr val="000000"/>
            </a:solidFill>
            <a:prstDash val="dash"/>
          </a:ln>
        </p:spPr>
      </p:sp>
      <p:sp>
        <p:nvSpPr>
          <p:cNvPr id="431" name="dp44-comparison / n324 / arrow">
            <a:extLst xmlns:a="http://schemas.openxmlformats.org/drawingml/2006/main">
              <a:ext uri="{FF2B5EF4-FFF2-40B4-BE49-F238E27FC236}">
                <a16:creationId xmlns:a16="http://schemas.microsoft.com/office/drawing/2014/main" id="{6CE64DDA-271F-404B-98C7-DC5FECD11A54}"/>
              </a:ext>
            </a:extLst>
          </p:cNvPr>
          <p:cNvSpPr>
            <a:spLocks xmlns:a="http://schemas.openxmlformats.org/drawingml/2006/main" noGrp="1"/>
          </p:cNvSpPr>
          <p:nvPr/>
        </p:nvSpPr>
        <p:spPr>
          <a:xfrm xmlns:a="http://schemas.openxmlformats.org/drawingml/2006/main">
            <a:off x="10911840" y="5905801"/>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32" name="dp44-comparison / n325 / path">
            <a:extLst xmlns:a="http://schemas.openxmlformats.org/drawingml/2006/main">
              <a:ext uri="{FF2B5EF4-FFF2-40B4-BE49-F238E27FC236}">
                <a16:creationId xmlns:a16="http://schemas.microsoft.com/office/drawing/2014/main" id="{47E894AD-237F-45A6-B009-F34C345B44FB}"/>
              </a:ext>
            </a:extLst>
          </p:cNvPr>
          <p:cNvSpPr>
            <a:spLocks xmlns:a="http://schemas.openxmlformats.org/drawingml/2006/main" noGrp="1"/>
          </p:cNvSpPr>
          <p:nvPr/>
        </p:nvSpPr>
        <p:spPr>
          <a:xfrm xmlns:a="http://schemas.openxmlformats.org/drawingml/2006/main">
            <a:off x="13400723" y="5724049"/>
            <a:ext cx="2425065" cy="1110424"/>
          </a:xfrm>
          <a:custGeom xmlns:a="http://schemas.openxmlformats.org/drawingml/2006/main">
            <a:pathLst>
              <a:path w="2425065" h="1110424">
                <a:moveTo>
                  <a:pt x="2425065" y="1110424"/>
                </a:moveTo>
                <a:lnTo>
                  <a:pt x="2425065" y="0"/>
                </a:lnTo>
                <a:lnTo>
                  <a:pt x="0" y="0"/>
                </a:lnTo>
              </a:path>
            </a:pathLst>
          </a:custGeom>
          <a:noFill xmlns:a="http://schemas.openxmlformats.org/drawingml/2006/main"/>
          <a:ln xmlns:a="http://schemas.openxmlformats.org/drawingml/2006/main" w="7020">
            <a:solidFill>
              <a:srgbClr val="000000"/>
            </a:solidFill>
            <a:prstDash val="dash"/>
          </a:ln>
        </p:spPr>
      </p:sp>
      <p:sp>
        <p:nvSpPr>
          <p:cNvPr id="433" name="dp44-comparison / n325 / arrow">
            <a:extLst xmlns:a="http://schemas.openxmlformats.org/drawingml/2006/main">
              <a:ext uri="{FF2B5EF4-FFF2-40B4-BE49-F238E27FC236}">
                <a16:creationId xmlns:a16="http://schemas.microsoft.com/office/drawing/2014/main" id="{1546348D-AD81-40C0-8798-456CBDD5BFCE}"/>
              </a:ext>
            </a:extLst>
          </p:cNvPr>
          <p:cNvSpPr>
            <a:spLocks xmlns:a="http://schemas.openxmlformats.org/drawingml/2006/main" noGrp="1"/>
          </p:cNvSpPr>
          <p:nvPr/>
        </p:nvSpPr>
        <p:spPr>
          <a:xfrm xmlns:a="http://schemas.openxmlformats.org/drawingml/2006/main">
            <a:off x="13400723" y="5701585"/>
            <a:ext cx="44928" cy="44928"/>
          </a:xfrm>
          <a:custGeom xmlns:a="http://schemas.openxmlformats.org/drawingml/2006/main">
            <a:pathLst>
              <a:path w="44928" h="44928">
                <a:moveTo>
                  <a:pt x="44928" y="0"/>
                </a:moveTo>
                <a:lnTo>
                  <a:pt x="0" y="22464"/>
                </a:lnTo>
                <a:lnTo>
                  <a:pt x="44928" y="44928"/>
                </a:lnTo>
              </a:path>
            </a:pathLst>
          </a:custGeom>
          <a:noFill xmlns:a="http://schemas.openxmlformats.org/drawingml/2006/main"/>
          <a:ln xmlns:a="http://schemas.openxmlformats.org/drawingml/2006/main" w="8986">
            <a:solidFill>
              <a:srgbClr val="000000"/>
            </a:solidFill>
            <a:prstDash val="solid"/>
          </a:ln>
        </p:spPr>
      </p:sp>
      <p:sp>
        <p:nvSpPr>
          <p:cNvPr id="434" name="dp44-comparison / n326 / path">
            <a:extLst xmlns:a="http://schemas.openxmlformats.org/drawingml/2006/main">
              <a:ext uri="{FF2B5EF4-FFF2-40B4-BE49-F238E27FC236}">
                <a16:creationId xmlns:a16="http://schemas.microsoft.com/office/drawing/2014/main" id="{36475F49-CD83-4724-B90B-59C8147C7972}"/>
              </a:ext>
            </a:extLst>
          </p:cNvPr>
          <p:cNvSpPr>
            <a:spLocks xmlns:a="http://schemas.openxmlformats.org/drawingml/2006/main" noGrp="1"/>
          </p:cNvSpPr>
          <p:nvPr/>
        </p:nvSpPr>
        <p:spPr>
          <a:xfrm xmlns:a="http://schemas.openxmlformats.org/drawingml/2006/main">
            <a:off x="12060555" y="4288155"/>
            <a:ext cx="3765232" cy="2482501"/>
          </a:xfrm>
          <a:custGeom xmlns:a="http://schemas.openxmlformats.org/drawingml/2006/main">
            <a:pathLst>
              <a:path w="3765232" h="2482501">
                <a:moveTo>
                  <a:pt x="3765232" y="2482501"/>
                </a:moveTo>
                <a:lnTo>
                  <a:pt x="0" y="2482501"/>
                </a:lnTo>
                <a:lnTo>
                  <a:pt x="0" y="0"/>
                </a:lnTo>
              </a:path>
            </a:pathLst>
          </a:custGeom>
          <a:noFill xmlns:a="http://schemas.openxmlformats.org/drawingml/2006/main"/>
          <a:ln xmlns:a="http://schemas.openxmlformats.org/drawingml/2006/main" w="7020">
            <a:solidFill>
              <a:srgbClr val="000000"/>
            </a:solidFill>
            <a:prstDash val="dash"/>
          </a:ln>
        </p:spPr>
      </p:sp>
      <p:sp>
        <p:nvSpPr>
          <p:cNvPr id="435" name="dp44-comparison / n326 / arrow">
            <a:extLst xmlns:a="http://schemas.openxmlformats.org/drawingml/2006/main">
              <a:ext uri="{FF2B5EF4-FFF2-40B4-BE49-F238E27FC236}">
                <a16:creationId xmlns:a16="http://schemas.microsoft.com/office/drawing/2014/main" id="{D81EDB72-7D2E-4ED5-B8ED-4C638D8BB4AA}"/>
              </a:ext>
            </a:extLst>
          </p:cNvPr>
          <p:cNvSpPr>
            <a:spLocks xmlns:a="http://schemas.openxmlformats.org/drawingml/2006/main" noGrp="1"/>
          </p:cNvSpPr>
          <p:nvPr/>
        </p:nvSpPr>
        <p:spPr>
          <a:xfrm xmlns:a="http://schemas.openxmlformats.org/drawingml/2006/main">
            <a:off x="12038091" y="4288155"/>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36" name="dp44-comparison / n327 / path">
            <a:extLst xmlns:a="http://schemas.openxmlformats.org/drawingml/2006/main">
              <a:ext uri="{FF2B5EF4-FFF2-40B4-BE49-F238E27FC236}">
                <a16:creationId xmlns:a16="http://schemas.microsoft.com/office/drawing/2014/main" id="{8E3530DD-579E-4B4A-A4D1-C3A58625C05A}"/>
              </a:ext>
            </a:extLst>
          </p:cNvPr>
          <p:cNvSpPr>
            <a:spLocks xmlns:a="http://schemas.openxmlformats.org/drawingml/2006/main" noGrp="1"/>
          </p:cNvSpPr>
          <p:nvPr/>
        </p:nvSpPr>
        <p:spPr>
          <a:xfrm xmlns:a="http://schemas.openxmlformats.org/drawingml/2006/main">
            <a:off x="16432054" y="7070598"/>
            <a:ext cx="953" cy="153162"/>
          </a:xfrm>
          <a:custGeom xmlns:a="http://schemas.openxmlformats.org/drawingml/2006/main">
            <a:pathLst>
              <a:path w="953" h="153162">
                <a:moveTo>
                  <a:pt x="0" y="0"/>
                </a:moveTo>
                <a:lnTo>
                  <a:pt x="0" y="153162"/>
                </a:lnTo>
              </a:path>
            </a:pathLst>
          </a:custGeom>
          <a:noFill xmlns:a="http://schemas.openxmlformats.org/drawingml/2006/main"/>
          <a:ln xmlns:a="http://schemas.openxmlformats.org/drawingml/2006/main" w="7020">
            <a:solidFill>
              <a:srgbClr val="000000"/>
            </a:solidFill>
            <a:prstDash val="solid"/>
          </a:ln>
        </p:spPr>
      </p:sp>
      <p:sp>
        <p:nvSpPr>
          <p:cNvPr id="437" name="dp44-comparison / n327 / arrow">
            <a:extLst xmlns:a="http://schemas.openxmlformats.org/drawingml/2006/main">
              <a:ext uri="{FF2B5EF4-FFF2-40B4-BE49-F238E27FC236}">
                <a16:creationId xmlns:a16="http://schemas.microsoft.com/office/drawing/2014/main" id="{25B715F6-5C40-45B1-8BB6-CB0A9F73CD28}"/>
              </a:ext>
            </a:extLst>
          </p:cNvPr>
          <p:cNvSpPr>
            <a:spLocks xmlns:a="http://schemas.openxmlformats.org/drawingml/2006/main" noGrp="1"/>
          </p:cNvSpPr>
          <p:nvPr/>
        </p:nvSpPr>
        <p:spPr>
          <a:xfrm xmlns:a="http://schemas.openxmlformats.org/drawingml/2006/main">
            <a:off x="16409590" y="7178832"/>
            <a:ext cx="44928" cy="44928"/>
          </a:xfrm>
          <a:custGeom xmlns:a="http://schemas.openxmlformats.org/drawingml/2006/main">
            <a:pathLst>
              <a:path w="44928" h="44928">
                <a:moveTo>
                  <a:pt x="0" y="0"/>
                </a:moveTo>
                <a:lnTo>
                  <a:pt x="22464" y="44928"/>
                </a:lnTo>
                <a:lnTo>
                  <a:pt x="44928" y="0"/>
                </a:lnTo>
              </a:path>
            </a:pathLst>
          </a:custGeom>
          <a:noFill xmlns:a="http://schemas.openxmlformats.org/drawingml/2006/main"/>
          <a:ln xmlns:a="http://schemas.openxmlformats.org/drawingml/2006/main" w="8986">
            <a:solidFill>
              <a:srgbClr val="000000"/>
            </a:solidFill>
            <a:prstDash val="solid"/>
          </a:ln>
        </p:spPr>
      </p:sp>
      <p:sp>
        <p:nvSpPr>
          <p:cNvPr id="438" name="dp44-comparison / n328 / path">
            <a:extLst xmlns:a="http://schemas.openxmlformats.org/drawingml/2006/main">
              <a:ext uri="{FF2B5EF4-FFF2-40B4-BE49-F238E27FC236}">
                <a16:creationId xmlns:a16="http://schemas.microsoft.com/office/drawing/2014/main" id="{A58970D1-B629-47B1-ABE9-15C38207D751}"/>
              </a:ext>
            </a:extLst>
          </p:cNvPr>
          <p:cNvSpPr>
            <a:spLocks xmlns:a="http://schemas.openxmlformats.org/drawingml/2006/main" noGrp="1"/>
          </p:cNvSpPr>
          <p:nvPr/>
        </p:nvSpPr>
        <p:spPr>
          <a:xfrm xmlns:a="http://schemas.openxmlformats.org/drawingml/2006/main">
            <a:off x="16719233" y="7070598"/>
            <a:ext cx="953" cy="153162"/>
          </a:xfrm>
          <a:custGeom xmlns:a="http://schemas.openxmlformats.org/drawingml/2006/main">
            <a:pathLst>
              <a:path w="953" h="153162">
                <a:moveTo>
                  <a:pt x="0" y="153162"/>
                </a:moveTo>
                <a:lnTo>
                  <a:pt x="0" y="0"/>
                </a:lnTo>
              </a:path>
            </a:pathLst>
          </a:custGeom>
          <a:noFill xmlns:a="http://schemas.openxmlformats.org/drawingml/2006/main"/>
          <a:ln xmlns:a="http://schemas.openxmlformats.org/drawingml/2006/main" w="7020">
            <a:solidFill>
              <a:srgbClr val="000000"/>
            </a:solidFill>
            <a:prstDash val="dash"/>
          </a:ln>
        </p:spPr>
      </p:sp>
      <p:sp>
        <p:nvSpPr>
          <p:cNvPr id="439" name="dp44-comparison / n328 / arrow">
            <a:extLst xmlns:a="http://schemas.openxmlformats.org/drawingml/2006/main">
              <a:ext uri="{FF2B5EF4-FFF2-40B4-BE49-F238E27FC236}">
                <a16:creationId xmlns:a16="http://schemas.microsoft.com/office/drawing/2014/main" id="{FD134BFF-370D-48D2-A805-B0FA66C0F4F5}"/>
              </a:ext>
            </a:extLst>
          </p:cNvPr>
          <p:cNvSpPr>
            <a:spLocks xmlns:a="http://schemas.openxmlformats.org/drawingml/2006/main" noGrp="1"/>
          </p:cNvSpPr>
          <p:nvPr/>
        </p:nvSpPr>
        <p:spPr>
          <a:xfrm xmlns:a="http://schemas.openxmlformats.org/drawingml/2006/main">
            <a:off x="16696769" y="7070598"/>
            <a:ext cx="44928" cy="44928"/>
          </a:xfrm>
          <a:custGeom xmlns:a="http://schemas.openxmlformats.org/drawingml/2006/main">
            <a:pathLst>
              <a:path w="44928" h="44928">
                <a:moveTo>
                  <a:pt x="44928" y="44928"/>
                </a:moveTo>
                <a:lnTo>
                  <a:pt x="22464" y="0"/>
                </a:lnTo>
                <a:lnTo>
                  <a:pt x="0" y="44928"/>
                </a:lnTo>
              </a:path>
            </a:pathLst>
          </a:custGeom>
          <a:noFill xmlns:a="http://schemas.openxmlformats.org/drawingml/2006/main"/>
          <a:ln xmlns:a="http://schemas.openxmlformats.org/drawingml/2006/main" w="8986">
            <a:solidFill>
              <a:srgbClr val="000000"/>
            </a:solidFill>
            <a:prstDash val="solid"/>
          </a:ln>
        </p:spPr>
      </p:sp>
      <p:sp>
        <p:nvSpPr>
          <p:cNvPr id="440" name="dp44-comparison / n329">
            <a:extLst xmlns:a="http://schemas.openxmlformats.org/drawingml/2006/main">
              <a:ext uri="{FF2B5EF4-FFF2-40B4-BE49-F238E27FC236}">
                <a16:creationId xmlns:a16="http://schemas.microsoft.com/office/drawing/2014/main" id="{4F21C3BA-D120-45B0-9A16-D83B819027E6}"/>
              </a:ext>
            </a:extLst>
          </p:cNvPr>
          <p:cNvSpPr>
            <a:spLocks xmlns:a="http://schemas.openxmlformats.org/drawingml/2006/main" noGrp="1"/>
          </p:cNvSpPr>
          <p:nvPr/>
        </p:nvSpPr>
        <p:spPr>
          <a:xfrm xmlns:a="http://schemas.openxmlformats.org/drawingml/2006/main">
            <a:off x="9973723" y="4588097"/>
            <a:ext cx="175268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1" name="dp44-comparison / n330 / text 1">
            <a:extLst xmlns:a="http://schemas.openxmlformats.org/drawingml/2006/main">
              <a:ext uri="{FF2B5EF4-FFF2-40B4-BE49-F238E27FC236}">
                <a16:creationId xmlns:a16="http://schemas.microsoft.com/office/drawing/2014/main" id="{501F7423-5682-4DC9-9528-6B1DEB4D27F9}"/>
              </a:ext>
            </a:extLst>
          </p:cNvPr>
          <p:cNvSpPr>
            <a:spLocks xmlns:a="http://schemas.openxmlformats.org/drawingml/2006/main" noGrp="1"/>
          </p:cNvSpPr>
          <p:nvPr/>
        </p:nvSpPr>
        <p:spPr>
          <a:xfrm xmlns:a="http://schemas.openxmlformats.org/drawingml/2006/main">
            <a:off x="9986486" y="4594479"/>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1 입력 / revision / evidence</a:t>
            </a:r>
          </a:p>
        </p:txBody>
      </p:sp>
      <p:sp>
        <p:nvSpPr>
          <p:cNvPr id="442" name="dp44-comparison / n331">
            <a:extLst xmlns:a="http://schemas.openxmlformats.org/drawingml/2006/main">
              <a:ext uri="{FF2B5EF4-FFF2-40B4-BE49-F238E27FC236}">
                <a16:creationId xmlns:a16="http://schemas.microsoft.com/office/drawing/2014/main" id="{328405EA-B23E-49E4-9A9F-05DBD66E7CF1}"/>
              </a:ext>
            </a:extLst>
          </p:cNvPr>
          <p:cNvSpPr>
            <a:spLocks xmlns:a="http://schemas.openxmlformats.org/drawingml/2006/main" noGrp="1"/>
          </p:cNvSpPr>
          <p:nvPr/>
        </p:nvSpPr>
        <p:spPr>
          <a:xfrm xmlns:a="http://schemas.openxmlformats.org/drawingml/2006/main">
            <a:off x="12079700" y="2494883"/>
            <a:ext cx="780616"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3" name="dp44-comparison / n332 / text 1">
            <a:extLst xmlns:a="http://schemas.openxmlformats.org/drawingml/2006/main">
              <a:ext uri="{FF2B5EF4-FFF2-40B4-BE49-F238E27FC236}">
                <a16:creationId xmlns:a16="http://schemas.microsoft.com/office/drawing/2014/main" id="{814E5BB7-3202-4CE7-ADB2-81A4D321BBB5}"/>
              </a:ext>
            </a:extLst>
          </p:cNvPr>
          <p:cNvSpPr>
            <a:spLocks xmlns:a="http://schemas.openxmlformats.org/drawingml/2006/main" noGrp="1"/>
          </p:cNvSpPr>
          <p:nvPr/>
        </p:nvSpPr>
        <p:spPr>
          <a:xfrm xmlns:a="http://schemas.openxmlformats.org/drawingml/2006/main">
            <a:off x="12092464" y="2501265"/>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InputStarted</a:t>
            </a:r>
          </a:p>
        </p:txBody>
      </p:sp>
      <p:sp>
        <p:nvSpPr>
          <p:cNvPr id="444" name="dp44-comparison / n333">
            <a:extLst xmlns:a="http://schemas.openxmlformats.org/drawingml/2006/main">
              <a:ext uri="{FF2B5EF4-FFF2-40B4-BE49-F238E27FC236}">
                <a16:creationId xmlns:a16="http://schemas.microsoft.com/office/drawing/2014/main" id="{49499456-A5DF-469C-90E5-E96C87E3358D}"/>
              </a:ext>
            </a:extLst>
          </p:cNvPr>
          <p:cNvSpPr>
            <a:spLocks xmlns:a="http://schemas.openxmlformats.org/drawingml/2006/main" noGrp="1"/>
          </p:cNvSpPr>
          <p:nvPr/>
        </p:nvSpPr>
        <p:spPr>
          <a:xfrm xmlns:a="http://schemas.openxmlformats.org/drawingml/2006/main">
            <a:off x="12086082" y="3637217"/>
            <a:ext cx="1717967"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5" name="dp44-comparison / n334 / text 1">
            <a:extLst xmlns:a="http://schemas.openxmlformats.org/drawingml/2006/main">
              <a:ext uri="{FF2B5EF4-FFF2-40B4-BE49-F238E27FC236}">
                <a16:creationId xmlns:a16="http://schemas.microsoft.com/office/drawing/2014/main" id="{343721F8-4F7D-4D14-A554-0200D777EDD2}"/>
              </a:ext>
            </a:extLst>
          </p:cNvPr>
          <p:cNvSpPr>
            <a:spLocks xmlns:a="http://schemas.openxmlformats.org/drawingml/2006/main" noGrp="1"/>
          </p:cNvSpPr>
          <p:nvPr/>
        </p:nvSpPr>
        <p:spPr>
          <a:xfrm xmlns:a="http://schemas.openxmlformats.org/drawingml/2006/main">
            <a:off x="12098846" y="3643598"/>
            <a:ext cx="2105978"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Direct 후보 → 좁은 admission</a:t>
            </a:r>
          </a:p>
        </p:txBody>
      </p:sp>
      <p:sp>
        <p:nvSpPr>
          <p:cNvPr id="446" name="dp44-comparison / n335">
            <a:extLst xmlns:a="http://schemas.openxmlformats.org/drawingml/2006/main">
              <a:ext uri="{FF2B5EF4-FFF2-40B4-BE49-F238E27FC236}">
                <a16:creationId xmlns:a16="http://schemas.microsoft.com/office/drawing/2014/main" id="{F67AD130-95C7-4443-B7F0-E9F5FEA9A56B}"/>
              </a:ext>
            </a:extLst>
          </p:cNvPr>
          <p:cNvSpPr>
            <a:spLocks xmlns:a="http://schemas.openxmlformats.org/drawingml/2006/main" noGrp="1"/>
          </p:cNvSpPr>
          <p:nvPr/>
        </p:nvSpPr>
        <p:spPr>
          <a:xfrm xmlns:a="http://schemas.openxmlformats.org/drawingml/2006/main">
            <a:off x="9890760" y="4760405"/>
            <a:ext cx="103665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7" name="dp44-comparison / n336 / text 1">
            <a:extLst xmlns:a="http://schemas.openxmlformats.org/drawingml/2006/main">
              <a:ext uri="{FF2B5EF4-FFF2-40B4-BE49-F238E27FC236}">
                <a16:creationId xmlns:a16="http://schemas.microsoft.com/office/drawing/2014/main" id="{F737AAB2-BC24-4A52-B5D1-AA9206640ED5}"/>
              </a:ext>
            </a:extLst>
          </p:cNvPr>
          <p:cNvSpPr>
            <a:spLocks xmlns:a="http://schemas.openxmlformats.org/drawingml/2006/main" noGrp="1"/>
          </p:cNvSpPr>
          <p:nvPr/>
        </p:nvSpPr>
        <p:spPr>
          <a:xfrm xmlns:a="http://schemas.openxmlformats.org/drawingml/2006/main">
            <a:off x="9903524" y="4766786"/>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2 허용된 근거 조회</a:t>
            </a:r>
          </a:p>
        </p:txBody>
      </p:sp>
      <p:sp>
        <p:nvSpPr>
          <p:cNvPr id="448" name="dp44-comparison / n337">
            <a:extLst xmlns:a="http://schemas.openxmlformats.org/drawingml/2006/main">
              <a:ext uri="{FF2B5EF4-FFF2-40B4-BE49-F238E27FC236}">
                <a16:creationId xmlns:a16="http://schemas.microsoft.com/office/drawing/2014/main" id="{BD19F594-8371-4DEA-BE1E-2E6D247CC15B}"/>
              </a:ext>
            </a:extLst>
          </p:cNvPr>
          <p:cNvSpPr>
            <a:spLocks xmlns:a="http://schemas.openxmlformats.org/drawingml/2006/main" noGrp="1"/>
          </p:cNvSpPr>
          <p:nvPr/>
        </p:nvSpPr>
        <p:spPr>
          <a:xfrm xmlns:a="http://schemas.openxmlformats.org/drawingml/2006/main">
            <a:off x="9890760" y="5411343"/>
            <a:ext cx="18720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49" name="dp44-comparison / n338 / text 1">
            <a:extLst xmlns:a="http://schemas.openxmlformats.org/drawingml/2006/main">
              <a:ext uri="{FF2B5EF4-FFF2-40B4-BE49-F238E27FC236}">
                <a16:creationId xmlns:a16="http://schemas.microsoft.com/office/drawing/2014/main" id="{BEC85378-A413-4219-BD43-D83C67AD67CD}"/>
              </a:ext>
            </a:extLst>
          </p:cNvPr>
          <p:cNvSpPr>
            <a:spLocks xmlns:a="http://schemas.openxmlformats.org/drawingml/2006/main" noGrp="1"/>
          </p:cNvSpPr>
          <p:nvPr/>
        </p:nvSpPr>
        <p:spPr>
          <a:xfrm xmlns:a="http://schemas.openxmlformats.org/drawingml/2006/main">
            <a:off x="9903524" y="5417725"/>
            <a:ext cx="2137886"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3 입력 / 근거 / revision / 예산</a:t>
            </a:r>
          </a:p>
        </p:txBody>
      </p:sp>
      <p:sp>
        <p:nvSpPr>
          <p:cNvPr id="450" name="dp44-comparison / n339">
            <a:extLst xmlns:a="http://schemas.openxmlformats.org/drawingml/2006/main">
              <a:ext uri="{FF2B5EF4-FFF2-40B4-BE49-F238E27FC236}">
                <a16:creationId xmlns:a16="http://schemas.microsoft.com/office/drawing/2014/main" id="{5BAEF850-7265-4C57-905E-528FE0FCF9C7}"/>
              </a:ext>
            </a:extLst>
          </p:cNvPr>
          <p:cNvSpPr>
            <a:spLocks xmlns:a="http://schemas.openxmlformats.org/drawingml/2006/main" noGrp="1"/>
          </p:cNvSpPr>
          <p:nvPr/>
        </p:nvSpPr>
        <p:spPr>
          <a:xfrm xmlns:a="http://schemas.openxmlformats.org/drawingml/2006/main">
            <a:off x="9890760" y="6011228"/>
            <a:ext cx="148796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1" name="dp44-comparison / n340 / text 1">
            <a:extLst xmlns:a="http://schemas.openxmlformats.org/drawingml/2006/main">
              <a:ext uri="{FF2B5EF4-FFF2-40B4-BE49-F238E27FC236}">
                <a16:creationId xmlns:a16="http://schemas.microsoft.com/office/drawing/2014/main" id="{F92A87AF-2B35-486C-8B1E-F951095A4EF6}"/>
              </a:ext>
            </a:extLst>
          </p:cNvPr>
          <p:cNvSpPr>
            <a:spLocks xmlns:a="http://schemas.openxmlformats.org/drawingml/2006/main" noGrp="1"/>
          </p:cNvSpPr>
          <p:nvPr/>
        </p:nvSpPr>
        <p:spPr>
          <a:xfrm xmlns:a="http://schemas.openxmlformats.org/drawingml/2006/main">
            <a:off x="9903524" y="6017609"/>
            <a:ext cx="216979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의미 제안 / 추가 근거 요구</a:t>
            </a:r>
          </a:p>
        </p:txBody>
      </p:sp>
      <p:sp>
        <p:nvSpPr>
          <p:cNvPr id="452" name="dp44-comparison / n341">
            <a:extLst xmlns:a="http://schemas.openxmlformats.org/drawingml/2006/main">
              <a:ext uri="{FF2B5EF4-FFF2-40B4-BE49-F238E27FC236}">
                <a16:creationId xmlns:a16="http://schemas.microsoft.com/office/drawing/2014/main" id="{8E0F7D89-5958-42F4-86BF-C07825D91232}"/>
              </a:ext>
            </a:extLst>
          </p:cNvPr>
          <p:cNvSpPr>
            <a:spLocks xmlns:a="http://schemas.openxmlformats.org/drawingml/2006/main" noGrp="1"/>
          </p:cNvSpPr>
          <p:nvPr/>
        </p:nvSpPr>
        <p:spPr>
          <a:xfrm xmlns:a="http://schemas.openxmlformats.org/drawingml/2006/main">
            <a:off x="14964251" y="4798695"/>
            <a:ext cx="18438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3" name="dp44-comparison / n342 / text 1">
            <a:extLst xmlns:a="http://schemas.openxmlformats.org/drawingml/2006/main">
              <a:ext uri="{FF2B5EF4-FFF2-40B4-BE49-F238E27FC236}">
                <a16:creationId xmlns:a16="http://schemas.microsoft.com/office/drawing/2014/main" id="{D727414E-5160-40F1-9CBE-67C348E5F894}"/>
              </a:ext>
            </a:extLst>
          </p:cNvPr>
          <p:cNvSpPr>
            <a:spLocks xmlns:a="http://schemas.openxmlformats.org/drawingml/2006/main" noGrp="1"/>
          </p:cNvSpPr>
          <p:nvPr/>
        </p:nvSpPr>
        <p:spPr>
          <a:xfrm xmlns:a="http://schemas.openxmlformats.org/drawingml/2006/main">
            <a:off x="14977015" y="4805077"/>
            <a:ext cx="2157032"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4 채택 의미 / hold / admission</a:t>
            </a:r>
          </a:p>
        </p:txBody>
      </p:sp>
      <p:sp>
        <p:nvSpPr>
          <p:cNvPr id="454" name="dp44-comparison / n343">
            <a:extLst xmlns:a="http://schemas.openxmlformats.org/drawingml/2006/main">
              <a:ext uri="{FF2B5EF4-FFF2-40B4-BE49-F238E27FC236}">
                <a16:creationId xmlns:a16="http://schemas.microsoft.com/office/drawing/2014/main" id="{B93A5565-1548-4701-9EFE-7AC1CFD5A438}"/>
              </a:ext>
            </a:extLst>
          </p:cNvPr>
          <p:cNvSpPr>
            <a:spLocks xmlns:a="http://schemas.openxmlformats.org/drawingml/2006/main" noGrp="1"/>
          </p:cNvSpPr>
          <p:nvPr/>
        </p:nvSpPr>
        <p:spPr>
          <a:xfrm xmlns:a="http://schemas.openxmlformats.org/drawingml/2006/main">
            <a:off x="15596045" y="5404961"/>
            <a:ext cx="1368630"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5" name="dp44-comparison / n344 / text 1">
            <a:extLst xmlns:a="http://schemas.openxmlformats.org/drawingml/2006/main">
              <a:ext uri="{FF2B5EF4-FFF2-40B4-BE49-F238E27FC236}">
                <a16:creationId xmlns:a16="http://schemas.microsoft.com/office/drawing/2014/main" id="{77072AED-0A88-4343-B77D-E765F66891D7}"/>
              </a:ext>
            </a:extLst>
          </p:cNvPr>
          <p:cNvSpPr>
            <a:spLocks xmlns:a="http://schemas.openxmlformats.org/drawingml/2006/main" noGrp="1"/>
          </p:cNvSpPr>
          <p:nvPr/>
        </p:nvSpPr>
        <p:spPr>
          <a:xfrm xmlns:a="http://schemas.openxmlformats.org/drawingml/2006/main">
            <a:off x="15608808" y="5411343"/>
            <a:ext cx="153162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명령 / hold / 반환 사건</a:t>
            </a:r>
          </a:p>
        </p:txBody>
      </p:sp>
      <p:sp>
        <p:nvSpPr>
          <p:cNvPr id="456" name="dp44-comparison / n345">
            <a:extLst xmlns:a="http://schemas.openxmlformats.org/drawingml/2006/main">
              <a:ext uri="{FF2B5EF4-FFF2-40B4-BE49-F238E27FC236}">
                <a16:creationId xmlns:a16="http://schemas.microsoft.com/office/drawing/2014/main" id="{1A21CCD0-ECFB-4430-AFFE-39C7893D81C4}"/>
              </a:ext>
            </a:extLst>
          </p:cNvPr>
          <p:cNvSpPr>
            <a:spLocks xmlns:a="http://schemas.openxmlformats.org/drawingml/2006/main" noGrp="1"/>
          </p:cNvSpPr>
          <p:nvPr/>
        </p:nvSpPr>
        <p:spPr>
          <a:xfrm xmlns:a="http://schemas.openxmlformats.org/drawingml/2006/main">
            <a:off x="15647099" y="5960174"/>
            <a:ext cx="145503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7" name="dp44-comparison / n346 / text 1">
            <a:extLst xmlns:a="http://schemas.openxmlformats.org/drawingml/2006/main">
              <a:ext uri="{FF2B5EF4-FFF2-40B4-BE49-F238E27FC236}">
                <a16:creationId xmlns:a16="http://schemas.microsoft.com/office/drawing/2014/main" id="{25C8B944-0834-485B-BE87-985F806ED00C}"/>
              </a:ext>
            </a:extLst>
          </p:cNvPr>
          <p:cNvSpPr>
            <a:spLocks xmlns:a="http://schemas.openxmlformats.org/drawingml/2006/main" noGrp="1"/>
          </p:cNvSpPr>
          <p:nvPr/>
        </p:nvSpPr>
        <p:spPr>
          <a:xfrm xmlns:a="http://schemas.openxmlformats.org/drawingml/2006/main">
            <a:off x="15659862" y="5966555"/>
            <a:ext cx="145503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전송 / 외부 접수 / 질문 / 결과</a:t>
            </a:r>
          </a:p>
        </p:txBody>
      </p:sp>
      <p:sp>
        <p:nvSpPr>
          <p:cNvPr id="458" name="dp44-comparison / n347">
            <a:extLst xmlns:a="http://schemas.openxmlformats.org/drawingml/2006/main">
              <a:ext uri="{FF2B5EF4-FFF2-40B4-BE49-F238E27FC236}">
                <a16:creationId xmlns:a16="http://schemas.microsoft.com/office/drawing/2014/main" id="{F69568A9-1837-48C7-BE2F-8FF441D9DBA1}"/>
              </a:ext>
            </a:extLst>
          </p:cNvPr>
          <p:cNvSpPr>
            <a:spLocks xmlns:a="http://schemas.openxmlformats.org/drawingml/2006/main" noGrp="1"/>
          </p:cNvSpPr>
          <p:nvPr/>
        </p:nvSpPr>
        <p:spPr>
          <a:xfrm xmlns:a="http://schemas.openxmlformats.org/drawingml/2006/main">
            <a:off x="15155704" y="4620006"/>
            <a:ext cx="163117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9" name="dp44-comparison / n348 / text 1">
            <a:extLst xmlns:a="http://schemas.openxmlformats.org/drawingml/2006/main">
              <a:ext uri="{FF2B5EF4-FFF2-40B4-BE49-F238E27FC236}">
                <a16:creationId xmlns:a16="http://schemas.microsoft.com/office/drawing/2014/main" id="{735C68F4-B803-423F-B2F2-28C37A9843FB}"/>
              </a:ext>
            </a:extLst>
          </p:cNvPr>
          <p:cNvSpPr>
            <a:spLocks xmlns:a="http://schemas.openxmlformats.org/drawingml/2006/main" noGrp="1"/>
          </p:cNvSpPr>
          <p:nvPr/>
        </p:nvSpPr>
        <p:spPr>
          <a:xfrm xmlns:a="http://schemas.openxmlformats.org/drawingml/2006/main">
            <a:off x="15168467" y="4626388"/>
            <a:ext cx="1965579"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확인 / 저장 후 대화 연결</a:t>
            </a:r>
          </a:p>
        </p:txBody>
      </p:sp>
      <p:sp>
        <p:nvSpPr>
          <p:cNvPr id="460" name="dp44-comparison / n349">
            <a:extLst xmlns:a="http://schemas.openxmlformats.org/drawingml/2006/main">
              <a:ext uri="{FF2B5EF4-FFF2-40B4-BE49-F238E27FC236}">
                <a16:creationId xmlns:a16="http://schemas.microsoft.com/office/drawing/2014/main" id="{721B53FC-3B3D-4292-872F-E82110E7B143}"/>
              </a:ext>
            </a:extLst>
          </p:cNvPr>
          <p:cNvSpPr>
            <a:spLocks xmlns:a="http://schemas.openxmlformats.org/drawingml/2006/main" noGrp="1"/>
          </p:cNvSpPr>
          <p:nvPr/>
        </p:nvSpPr>
        <p:spPr>
          <a:xfrm xmlns:a="http://schemas.openxmlformats.org/drawingml/2006/main">
            <a:off x="12366879" y="6725984"/>
            <a:ext cx="1787401"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1" name="dp44-comparison / n350 / text 1">
            <a:extLst xmlns:a="http://schemas.openxmlformats.org/drawingml/2006/main">
              <a:ext uri="{FF2B5EF4-FFF2-40B4-BE49-F238E27FC236}">
                <a16:creationId xmlns:a16="http://schemas.microsoft.com/office/drawing/2014/main" id="{637BE695-EF31-4220-84B0-C28C0B7120E2}"/>
              </a:ext>
            </a:extLst>
          </p:cNvPr>
          <p:cNvSpPr>
            <a:spLocks xmlns:a="http://schemas.openxmlformats.org/drawingml/2006/main" noGrp="1"/>
          </p:cNvSpPr>
          <p:nvPr/>
        </p:nvSpPr>
        <p:spPr>
          <a:xfrm xmlns:a="http://schemas.openxmlformats.org/drawingml/2006/main">
            <a:off x="12379643" y="6732365"/>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7 release / P2 / Q1 identity</a:t>
            </a:r>
          </a:p>
        </p:txBody>
      </p:sp>
      <p:sp>
        <p:nvSpPr>
          <p:cNvPr id="462" name="dp44-comparison / n351">
            <a:extLst xmlns:a="http://schemas.openxmlformats.org/drawingml/2006/main">
              <a:ext uri="{FF2B5EF4-FFF2-40B4-BE49-F238E27FC236}">
                <a16:creationId xmlns:a16="http://schemas.microsoft.com/office/drawing/2014/main" id="{F5D267D0-E58C-4989-B575-D5413B0DE9E6}"/>
              </a:ext>
            </a:extLst>
          </p:cNvPr>
          <p:cNvSpPr>
            <a:spLocks xmlns:a="http://schemas.openxmlformats.org/drawingml/2006/main" noGrp="1"/>
          </p:cNvSpPr>
          <p:nvPr/>
        </p:nvSpPr>
        <p:spPr>
          <a:xfrm xmlns:a="http://schemas.openxmlformats.org/drawingml/2006/main">
            <a:off x="9865233" y="6764274"/>
            <a:ext cx="23754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3" name="dp44-comparison / n352 / text 1">
            <a:extLst xmlns:a="http://schemas.openxmlformats.org/drawingml/2006/main">
              <a:ext uri="{FF2B5EF4-FFF2-40B4-BE49-F238E27FC236}">
                <a16:creationId xmlns:a16="http://schemas.microsoft.com/office/drawing/2014/main" id="{4F437E0F-749A-45B0-A6BC-10BC821DD9AE}"/>
              </a:ext>
            </a:extLst>
          </p:cNvPr>
          <p:cNvSpPr>
            <a:spLocks xmlns:a="http://schemas.openxmlformats.org/drawingml/2006/main" noGrp="1"/>
          </p:cNvSpPr>
          <p:nvPr/>
        </p:nvSpPr>
        <p:spPr>
          <a:xfrm xmlns:a="http://schemas.openxmlformats.org/drawingml/2006/main">
            <a:off x="9877997" y="6770656"/>
            <a:ext cx="3829050"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실제 전달 / 중단 receipt / actual range</a:t>
            </a:r>
          </a:p>
        </p:txBody>
      </p:sp>
      <p:sp>
        <p:nvSpPr>
          <p:cNvPr id="464" name="dp44-comparison / n353">
            <a:extLst xmlns:a="http://schemas.openxmlformats.org/drawingml/2006/main">
              <a:ext uri="{FF2B5EF4-FFF2-40B4-BE49-F238E27FC236}">
                <a16:creationId xmlns:a16="http://schemas.microsoft.com/office/drawing/2014/main" id="{03F5BD62-9880-451F-826F-E44114A952DA}"/>
              </a:ext>
            </a:extLst>
          </p:cNvPr>
          <p:cNvSpPr>
            <a:spLocks xmlns:a="http://schemas.openxmlformats.org/drawingml/2006/main" noGrp="1"/>
          </p:cNvSpPr>
          <p:nvPr/>
        </p:nvSpPr>
        <p:spPr>
          <a:xfrm xmlns:a="http://schemas.openxmlformats.org/drawingml/2006/main">
            <a:off x="13917644" y="6585585"/>
            <a:ext cx="80231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5" name="dp44-comparison / n354 / text 1">
            <a:extLst xmlns:a="http://schemas.openxmlformats.org/drawingml/2006/main">
              <a:ext uri="{FF2B5EF4-FFF2-40B4-BE49-F238E27FC236}">
                <a16:creationId xmlns:a16="http://schemas.microsoft.com/office/drawing/2014/main" id="{66CB558A-FFC7-4C86-AF90-9BEBDBD1BCE7}"/>
              </a:ext>
            </a:extLst>
          </p:cNvPr>
          <p:cNvSpPr>
            <a:spLocks xmlns:a="http://schemas.openxmlformats.org/drawingml/2006/main" noGrp="1"/>
          </p:cNvSpPr>
          <p:nvPr/>
        </p:nvSpPr>
        <p:spPr>
          <a:xfrm xmlns:a="http://schemas.openxmlformats.org/drawingml/2006/main">
            <a:off x="13930408" y="6591967"/>
            <a:ext cx="135931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전달 기록 갱신</a:t>
            </a:r>
          </a:p>
        </p:txBody>
      </p:sp>
      <p:sp>
        <p:nvSpPr>
          <p:cNvPr id="466" name="dp44-comparison / n355">
            <a:extLst xmlns:a="http://schemas.openxmlformats.org/drawingml/2006/main">
              <a:ext uri="{FF2B5EF4-FFF2-40B4-BE49-F238E27FC236}">
                <a16:creationId xmlns:a16="http://schemas.microsoft.com/office/drawing/2014/main" id="{90A1261B-AB96-48F6-A2BA-FB13A0B009FB}"/>
              </a:ext>
            </a:extLst>
          </p:cNvPr>
          <p:cNvSpPr>
            <a:spLocks xmlns:a="http://schemas.openxmlformats.org/drawingml/2006/main" noGrp="1"/>
          </p:cNvSpPr>
          <p:nvPr/>
        </p:nvSpPr>
        <p:spPr>
          <a:xfrm xmlns:a="http://schemas.openxmlformats.org/drawingml/2006/main">
            <a:off x="12628531" y="4862513"/>
            <a:ext cx="154004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7" name="dp44-comparison / n356 / text 1">
            <a:extLst xmlns:a="http://schemas.openxmlformats.org/drawingml/2006/main">
              <a:ext uri="{FF2B5EF4-FFF2-40B4-BE49-F238E27FC236}">
                <a16:creationId xmlns:a16="http://schemas.microsoft.com/office/drawing/2014/main" id="{62DE4FFC-63C5-43C6-B3D2-F4A4D893C92B}"/>
              </a:ext>
            </a:extLst>
          </p:cNvPr>
          <p:cNvSpPr>
            <a:spLocks xmlns:a="http://schemas.openxmlformats.org/drawingml/2006/main" noGrp="1"/>
          </p:cNvSpPr>
          <p:nvPr/>
        </p:nvSpPr>
        <p:spPr>
          <a:xfrm xmlns:a="http://schemas.openxmlformats.org/drawingml/2006/main">
            <a:off x="12641294" y="4868894"/>
            <a:ext cx="220170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8 확인된 제시 → 질문 focus</a:t>
            </a:r>
          </a:p>
        </p:txBody>
      </p:sp>
      <p:sp>
        <p:nvSpPr>
          <p:cNvPr id="468" name="dp44-comparison / n357">
            <a:extLst xmlns:a="http://schemas.openxmlformats.org/drawingml/2006/main">
              <a:ext uri="{FF2B5EF4-FFF2-40B4-BE49-F238E27FC236}">
                <a16:creationId xmlns:a16="http://schemas.microsoft.com/office/drawing/2014/main" id="{0B08365A-6DE3-4BD7-B116-9D948A0DBDE2}"/>
              </a:ext>
            </a:extLst>
          </p:cNvPr>
          <p:cNvSpPr>
            <a:spLocks xmlns:a="http://schemas.openxmlformats.org/drawingml/2006/main" noGrp="1"/>
          </p:cNvSpPr>
          <p:nvPr/>
        </p:nvSpPr>
        <p:spPr>
          <a:xfrm xmlns:a="http://schemas.openxmlformats.org/drawingml/2006/main">
            <a:off x="14970633" y="3586163"/>
            <a:ext cx="1312215"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69" name="dp44-comparison / n358 / text 1">
            <a:extLst xmlns:a="http://schemas.openxmlformats.org/drawingml/2006/main">
              <a:ext uri="{FF2B5EF4-FFF2-40B4-BE49-F238E27FC236}">
                <a16:creationId xmlns:a16="http://schemas.microsoft.com/office/drawing/2014/main" id="{06E99494-D170-4828-886D-9DF3DB7612AA}"/>
              </a:ext>
            </a:extLst>
          </p:cNvPr>
          <p:cNvSpPr>
            <a:spLocks xmlns:a="http://schemas.openxmlformats.org/drawingml/2006/main" noGrp="1"/>
          </p:cNvSpPr>
          <p:nvPr/>
        </p:nvSpPr>
        <p:spPr>
          <a:xfrm xmlns:a="http://schemas.openxmlformats.org/drawingml/2006/main">
            <a:off x="14983397" y="3592544"/>
            <a:ext cx="197834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입력 / job / revision</a:t>
            </a:r>
          </a:p>
        </p:txBody>
      </p:sp>
      <p:sp>
        <p:nvSpPr>
          <p:cNvPr id="470" name="dp44-comparison / n359">
            <a:extLst xmlns:a="http://schemas.openxmlformats.org/drawingml/2006/main">
              <a:ext uri="{FF2B5EF4-FFF2-40B4-BE49-F238E27FC236}">
                <a16:creationId xmlns:a16="http://schemas.microsoft.com/office/drawing/2014/main" id="{A3C26F94-2199-48E8-9E42-F0FD9AE720E6}"/>
              </a:ext>
            </a:extLst>
          </p:cNvPr>
          <p:cNvSpPr>
            <a:spLocks xmlns:a="http://schemas.openxmlformats.org/drawingml/2006/main" noGrp="1"/>
          </p:cNvSpPr>
          <p:nvPr/>
        </p:nvSpPr>
        <p:spPr>
          <a:xfrm xmlns:a="http://schemas.openxmlformats.org/drawingml/2006/main">
            <a:off x="14970633" y="4288155"/>
            <a:ext cx="1242782"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1" name="dp44-comparison / n360 / text 1">
            <a:extLst xmlns:a="http://schemas.openxmlformats.org/drawingml/2006/main">
              <a:ext uri="{FF2B5EF4-FFF2-40B4-BE49-F238E27FC236}">
                <a16:creationId xmlns:a16="http://schemas.microsoft.com/office/drawing/2014/main" id="{DE3AE2DF-AA8C-47BB-8416-19C77610528B}"/>
              </a:ext>
            </a:extLst>
          </p:cNvPr>
          <p:cNvSpPr>
            <a:spLocks xmlns:a="http://schemas.openxmlformats.org/drawingml/2006/main" noGrp="1"/>
          </p:cNvSpPr>
          <p:nvPr/>
        </p:nvSpPr>
        <p:spPr>
          <a:xfrm xmlns:a="http://schemas.openxmlformats.org/drawingml/2006/main">
            <a:off x="14983397" y="4294537"/>
            <a:ext cx="1914525"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Q1 참조 / 준비 / 대기</a:t>
            </a:r>
          </a:p>
        </p:txBody>
      </p:sp>
      <p:sp>
        <p:nvSpPr>
          <p:cNvPr id="472" name="dp44-comparison / n361">
            <a:extLst xmlns:a="http://schemas.openxmlformats.org/drawingml/2006/main">
              <a:ext uri="{FF2B5EF4-FFF2-40B4-BE49-F238E27FC236}">
                <a16:creationId xmlns:a16="http://schemas.microsoft.com/office/drawing/2014/main" id="{B46B70D5-C633-47D5-88A9-4E24978D4C1C}"/>
              </a:ext>
            </a:extLst>
          </p:cNvPr>
          <p:cNvSpPr>
            <a:spLocks xmlns:a="http://schemas.openxmlformats.org/drawingml/2006/main" noGrp="1"/>
          </p:cNvSpPr>
          <p:nvPr/>
        </p:nvSpPr>
        <p:spPr>
          <a:xfrm xmlns:a="http://schemas.openxmlformats.org/drawingml/2006/main">
            <a:off x="12609386" y="4683824"/>
            <a:ext cx="1774382"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3" name="dp44-comparison / n362 / text 1">
            <a:extLst xmlns:a="http://schemas.openxmlformats.org/drawingml/2006/main">
              <a:ext uri="{FF2B5EF4-FFF2-40B4-BE49-F238E27FC236}">
                <a16:creationId xmlns:a16="http://schemas.microsoft.com/office/drawing/2014/main" id="{1DF4618F-9B62-43A2-9A51-DBE4A830737A}"/>
              </a:ext>
            </a:extLst>
          </p:cNvPr>
          <p:cNvSpPr>
            <a:spLocks xmlns:a="http://schemas.openxmlformats.org/drawingml/2006/main" noGrp="1"/>
          </p:cNvSpPr>
          <p:nvPr/>
        </p:nvSpPr>
        <p:spPr>
          <a:xfrm xmlns:a="http://schemas.openxmlformats.org/drawingml/2006/main">
            <a:off x="12622149" y="4690205"/>
            <a:ext cx="2010251"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5 채택 의미 / 허용 Notice 소비</a:t>
            </a:r>
          </a:p>
        </p:txBody>
      </p:sp>
      <p:sp>
        <p:nvSpPr>
          <p:cNvPr id="474" name="dp44-comparison / n363">
            <a:extLst xmlns:a="http://schemas.openxmlformats.org/drawingml/2006/main">
              <a:ext uri="{FF2B5EF4-FFF2-40B4-BE49-F238E27FC236}">
                <a16:creationId xmlns:a16="http://schemas.microsoft.com/office/drawing/2014/main" id="{DF40DEB3-8B2A-4ACA-9572-7C595189FAEB}"/>
              </a:ext>
            </a:extLst>
          </p:cNvPr>
          <p:cNvSpPr>
            <a:spLocks xmlns:a="http://schemas.openxmlformats.org/drawingml/2006/main" noGrp="1"/>
          </p:cNvSpPr>
          <p:nvPr/>
        </p:nvSpPr>
        <p:spPr>
          <a:xfrm xmlns:a="http://schemas.openxmlformats.org/drawingml/2006/main">
            <a:off x="13962317" y="5226272"/>
            <a:ext cx="808823"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5" name="dp44-comparison / n364 / text 1">
            <a:extLst xmlns:a="http://schemas.openxmlformats.org/drawingml/2006/main">
              <a:ext uri="{FF2B5EF4-FFF2-40B4-BE49-F238E27FC236}">
                <a16:creationId xmlns:a16="http://schemas.microsoft.com/office/drawing/2014/main" id="{3206069A-3B6B-46E1-8069-59A87B97B7FD}"/>
              </a:ext>
            </a:extLst>
          </p:cNvPr>
          <p:cNvSpPr>
            <a:spLocks xmlns:a="http://schemas.openxmlformats.org/drawingml/2006/main" noGrp="1"/>
          </p:cNvSpPr>
          <p:nvPr/>
        </p:nvSpPr>
        <p:spPr>
          <a:xfrm xmlns:a="http://schemas.openxmlformats.org/drawingml/2006/main">
            <a:off x="13975080" y="5232654"/>
            <a:ext cx="143589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후보 / Direct</a:t>
            </a:r>
          </a:p>
        </p:txBody>
      </p:sp>
      <p:sp>
        <p:nvSpPr>
          <p:cNvPr id="476" name="dp44-comparison / n365">
            <a:extLst xmlns:a="http://schemas.openxmlformats.org/drawingml/2006/main">
              <a:ext uri="{FF2B5EF4-FFF2-40B4-BE49-F238E27FC236}">
                <a16:creationId xmlns:a16="http://schemas.microsoft.com/office/drawing/2014/main" id="{5B362C7B-1CFF-46A7-8869-B5030695690B}"/>
              </a:ext>
            </a:extLst>
          </p:cNvPr>
          <p:cNvSpPr>
            <a:spLocks xmlns:a="http://schemas.openxmlformats.org/drawingml/2006/main" noGrp="1"/>
          </p:cNvSpPr>
          <p:nvPr/>
        </p:nvSpPr>
        <p:spPr>
          <a:xfrm xmlns:a="http://schemas.openxmlformats.org/drawingml/2006/main">
            <a:off x="12590240" y="6023991"/>
            <a:ext cx="1435894"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7" name="dp44-comparison / n366 / text 1">
            <a:extLst xmlns:a="http://schemas.openxmlformats.org/drawingml/2006/main">
              <a:ext uri="{FF2B5EF4-FFF2-40B4-BE49-F238E27FC236}">
                <a16:creationId xmlns:a16="http://schemas.microsoft.com/office/drawing/2014/main" id="{0A4E0618-CDA5-4174-B393-B11AFD6B15CE}"/>
              </a:ext>
            </a:extLst>
          </p:cNvPr>
          <p:cNvSpPr>
            <a:spLocks xmlns:a="http://schemas.openxmlformats.org/drawingml/2006/main" noGrp="1"/>
          </p:cNvSpPr>
          <p:nvPr/>
        </p:nvSpPr>
        <p:spPr>
          <a:xfrm xmlns:a="http://schemas.openxmlformats.org/drawingml/2006/main">
            <a:off x="12603004" y="6030373"/>
            <a:ext cx="1435894"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6 조건 충족 / 대기 / 폐기</a:t>
            </a:r>
          </a:p>
        </p:txBody>
      </p:sp>
      <p:sp>
        <p:nvSpPr>
          <p:cNvPr id="478" name="dp44-comparison / n367">
            <a:extLst xmlns:a="http://schemas.openxmlformats.org/drawingml/2006/main">
              <a:ext uri="{FF2B5EF4-FFF2-40B4-BE49-F238E27FC236}">
                <a16:creationId xmlns:a16="http://schemas.microsoft.com/office/drawing/2014/main" id="{A1F1985C-6277-4A70-8655-EDC09E05F234}"/>
              </a:ext>
            </a:extLst>
          </p:cNvPr>
          <p:cNvSpPr>
            <a:spLocks xmlns:a="http://schemas.openxmlformats.org/drawingml/2006/main" noGrp="1"/>
          </p:cNvSpPr>
          <p:nvPr/>
        </p:nvSpPr>
        <p:spPr>
          <a:xfrm xmlns:a="http://schemas.openxmlformats.org/drawingml/2006/main">
            <a:off x="14549438" y="4454081"/>
            <a:ext cx="1700609" cy="1460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9" name="dp44-comparison / n368 / text 1">
            <a:extLst xmlns:a="http://schemas.openxmlformats.org/drawingml/2006/main">
              <a:ext uri="{FF2B5EF4-FFF2-40B4-BE49-F238E27FC236}">
                <a16:creationId xmlns:a16="http://schemas.microsoft.com/office/drawing/2014/main" id="{CB39D699-C3CE-4B70-9C04-982B5F67290F}"/>
              </a:ext>
            </a:extLst>
          </p:cNvPr>
          <p:cNvSpPr>
            <a:spLocks xmlns:a="http://schemas.openxmlformats.org/drawingml/2006/main" noGrp="1"/>
          </p:cNvSpPr>
          <p:nvPr/>
        </p:nvSpPr>
        <p:spPr>
          <a:xfrm xmlns:a="http://schemas.openxmlformats.org/drawingml/2006/main">
            <a:off x="14562201" y="4460462"/>
            <a:ext cx="2488883" cy="15731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54" b="0">
                <a:solidFill>
                  <a:srgbClr val="000000"/>
                </a:solidFill>
                <a:latin typeface="Apple SD Gothic Neo"/>
                <a:ea typeface="Apple SD Gothic Neo"/>
                <a:cs typeface="Apple SD Gothic Neo"/>
              </a:defRPr>
            </a:pPr>
            <a:r>
              <a:rPr sz="854" b="0">
                <a:solidFill>
                  <a:srgbClr val="000000"/>
                </a:solidFill>
                <a:latin typeface="Apple SD Gothic Neo"/>
                <a:ea typeface="Apple SD Gothic Neo"/>
                <a:cs typeface="Apple SD Gothic Neo"/>
              </a:rPr>
              <a:t>credit / cancel: 처리량 조절</a:t>
            </a:r>
          </a:p>
        </p:txBody>
      </p:sp>
    </p:spTree>
    <p:extLst>
      <p:ext uri="{BB962C8B-B14F-4D97-AF65-F5344CB8AC3E}">
        <p14:creationId xmlns:p14="http://schemas.microsoft.com/office/powerpoint/2010/main" val="4288606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dp45-background / n1">
            <a:extLst xmlns:a="http://schemas.openxmlformats.org/drawingml/2006/main">
              <a:ext uri="{FF2B5EF4-FFF2-40B4-BE49-F238E27FC236}">
                <a16:creationId xmlns:a16="http://schemas.microsoft.com/office/drawing/2014/main" id="{7A772645-6BFE-484A-9FCA-FE99186AC493}"/>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background / n2 / text 1">
            <a:extLst xmlns:a="http://schemas.openxmlformats.org/drawingml/2006/main">
              <a:ext uri="{FF2B5EF4-FFF2-40B4-BE49-F238E27FC236}">
                <a16:creationId xmlns:a16="http://schemas.microsoft.com/office/drawing/2014/main" id="{FE67F6E9-2622-40E6-A51C-4FF194408EB6}"/>
              </a:ext>
            </a:extLst>
          </p:cNvPr>
          <p:cNvSpPr>
            <a:spLocks xmlns:a="http://schemas.openxmlformats.org/drawingml/2006/main" noGrp="1"/>
          </p:cNvSpPr>
          <p:nvPr/>
        </p:nvSpPr>
        <p:spPr>
          <a:xfrm xmlns:a="http://schemas.openxmlformats.org/drawingml/2006/main">
            <a:off x="609600" y="238125"/>
            <a:ext cx="11906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087E8B"/>
                </a:solidFill>
                <a:latin typeface="Apple SD Gothic Neo"/>
                <a:ea typeface="Apple SD Gothic Neo"/>
                <a:cs typeface="Apple SD Gothic Neo"/>
              </a:defRPr>
            </a:pPr>
            <a:r>
              <a:rPr sz="1500" b="1">
                <a:solidFill>
                  <a:srgbClr val="087E8B"/>
                </a:solidFill>
                <a:latin typeface="Apple SD Gothic Neo"/>
                <a:ea typeface="Apple SD Gothic Neo"/>
                <a:cs typeface="Apple SD Gothic Neo"/>
              </a:rPr>
              <a:t>VIA SOFTWARE ARCHITECTURE / DP 배경</a:t>
            </a:r>
          </a:p>
        </p:txBody>
      </p:sp>
      <p:sp>
        <p:nvSpPr>
          <p:cNvPr id="3" name="dp45-background / n3 / text 1">
            <a:extLst xmlns:a="http://schemas.openxmlformats.org/drawingml/2006/main">
              <a:ext uri="{FF2B5EF4-FFF2-40B4-BE49-F238E27FC236}">
                <a16:creationId xmlns:a16="http://schemas.microsoft.com/office/drawing/2014/main" id="{703445BB-570F-462B-BC62-D0D55A078729}"/>
              </a:ext>
            </a:extLst>
          </p:cNvPr>
          <p:cNvSpPr>
            <a:spLocks xmlns:a="http://schemas.openxmlformats.org/drawingml/2006/main" noGrp="1"/>
          </p:cNvSpPr>
          <p:nvPr/>
        </p:nvSpPr>
        <p:spPr>
          <a:xfrm xmlns:a="http://schemas.openxmlformats.org/drawingml/2006/main">
            <a:off x="15011400" y="238125"/>
            <a:ext cx="2667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04-45</a:t>
            </a:r>
          </a:p>
        </p:txBody>
      </p:sp>
      <p:sp>
        <p:nvSpPr>
          <p:cNvPr id="4" name="dp45-background / n4 / text 1">
            <a:extLst xmlns:a="http://schemas.openxmlformats.org/drawingml/2006/main">
              <a:ext uri="{FF2B5EF4-FFF2-40B4-BE49-F238E27FC236}">
                <a16:creationId xmlns:a16="http://schemas.microsoft.com/office/drawing/2014/main" id="{C03AC5E3-C196-4FB0-ADDF-3869546EABF5}"/>
              </a:ext>
            </a:extLst>
          </p:cNvPr>
          <p:cNvSpPr>
            <a:spLocks xmlns:a="http://schemas.openxmlformats.org/drawingml/2006/main" noGrp="1"/>
          </p:cNvSpPr>
          <p:nvPr/>
        </p:nvSpPr>
        <p:spPr>
          <a:xfrm xmlns:a="http://schemas.openxmlformats.org/drawingml/2006/main">
            <a:off x="609600" y="619125"/>
            <a:ext cx="1695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04-45. 기능 정확성을 위한 VIA 기억과 Context 제공 설계</a:t>
            </a:r>
          </a:p>
        </p:txBody>
      </p:sp>
      <p:sp>
        <p:nvSpPr>
          <p:cNvPr id="5" name="dp45-background / n5 / path">
            <a:extLst xmlns:a="http://schemas.openxmlformats.org/drawingml/2006/main">
              <a:ext uri="{FF2B5EF4-FFF2-40B4-BE49-F238E27FC236}">
                <a16:creationId xmlns:a16="http://schemas.microsoft.com/office/drawing/2014/main" id="{1EB6DE68-C3C8-498A-B235-559246EB532C}"/>
              </a:ext>
            </a:extLst>
          </p:cNvPr>
          <p:cNvSpPr>
            <a:spLocks xmlns:a="http://schemas.openxmlformats.org/drawingml/2006/main" noGrp="1"/>
          </p:cNvSpPr>
          <p:nvPr/>
        </p:nvSpPr>
        <p:spPr>
          <a:xfrm xmlns:a="http://schemas.openxmlformats.org/drawingml/2006/main">
            <a:off x="609600" y="120967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45-background / n6">
            <a:extLst xmlns:a="http://schemas.openxmlformats.org/drawingml/2006/main">
              <a:ext uri="{FF2B5EF4-FFF2-40B4-BE49-F238E27FC236}">
                <a16:creationId xmlns:a16="http://schemas.microsoft.com/office/drawing/2014/main" id="{6C10F472-5381-4CFA-B377-4051D70B5BDE}"/>
              </a:ext>
            </a:extLst>
          </p:cNvPr>
          <p:cNvSpPr>
            <a:spLocks xmlns:a="http://schemas.openxmlformats.org/drawingml/2006/main" noGrp="1"/>
          </p:cNvSpPr>
          <p:nvPr/>
        </p:nvSpPr>
        <p:spPr>
          <a:xfrm xmlns:a="http://schemas.openxmlformats.org/drawingml/2006/main">
            <a:off x="609600" y="1438275"/>
            <a:ext cx="17068800" cy="609600"/>
          </a:xfrm>
          <a:prstGeom xmlns:a="http://schemas.openxmlformats.org/drawingml/2006/main" prst="rect">
            <a:avLst/>
          </a:prstGeom>
          <a:solidFill xmlns:a="http://schemas.openxmlformats.org/drawingml/2006/main">
            <a:srgbClr val="FFF4A8"/>
          </a:solidFill>
          <a:ln xmlns:a="http://schemas.openxmlformats.org/drawingml/2006/main" w="0">
            <a:noFill/>
            <a:prstDash val="solid"/>
          </a:ln>
        </p:spPr>
      </p:sp>
      <p:sp>
        <p:nvSpPr>
          <p:cNvPr id="7" name="dp45-background / n7 / text 1">
            <a:extLst xmlns:a="http://schemas.openxmlformats.org/drawingml/2006/main">
              <a:ext uri="{FF2B5EF4-FFF2-40B4-BE49-F238E27FC236}">
                <a16:creationId xmlns:a16="http://schemas.microsoft.com/office/drawing/2014/main" id="{7B474045-A716-4E06-B4E6-3449B515392E}"/>
              </a:ext>
            </a:extLst>
          </p:cNvPr>
          <p:cNvSpPr>
            <a:spLocks xmlns:a="http://schemas.openxmlformats.org/drawingml/2006/main" noGrp="1"/>
          </p:cNvSpPr>
          <p:nvPr/>
        </p:nvSpPr>
        <p:spPr>
          <a:xfrm xmlns:a="http://schemas.openxmlformats.org/drawingml/2006/main">
            <a:off x="781050" y="1571625"/>
            <a:ext cx="16725900" cy="49720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700" b="1">
                <a:solidFill>
                  <a:srgbClr val="18232E"/>
                </a:solidFill>
                <a:latin typeface="Apple SD Gothic Neo"/>
                <a:ea typeface="Apple SD Gothic Neo"/>
                <a:cs typeface="Apple SD Gothic Neo"/>
              </a:defRPr>
            </a:pPr>
            <a:r>
              <a:rPr sz="2700" b="1">
                <a:solidFill>
                  <a:srgbClr val="18232E"/>
                </a:solidFill>
                <a:latin typeface="Apple SD Gothic Neo"/>
                <a:ea typeface="Apple SD Gothic Neo"/>
                <a:cs typeface="Apple SD Gothic Neo"/>
              </a:rPr>
              <a:t>여러 활동의 과거 근거 누락과 실제 전달 내용의 오연결 위험</a:t>
            </a:r>
          </a:p>
        </p:txBody>
      </p:sp>
      <p:sp>
        <p:nvSpPr>
          <p:cNvPr id="8" name="dp45-background / n8 / path">
            <a:extLst xmlns:a="http://schemas.openxmlformats.org/drawingml/2006/main">
              <a:ext uri="{FF2B5EF4-FFF2-40B4-BE49-F238E27FC236}">
                <a16:creationId xmlns:a16="http://schemas.microsoft.com/office/drawing/2014/main" id="{EEDBD477-4898-4F52-8596-2738A17AD23F}"/>
              </a:ext>
            </a:extLst>
          </p:cNvPr>
          <p:cNvSpPr>
            <a:spLocks xmlns:a="http://schemas.openxmlformats.org/drawingml/2006/main" noGrp="1"/>
          </p:cNvSpPr>
          <p:nvPr/>
        </p:nvSpPr>
        <p:spPr>
          <a:xfrm xmlns:a="http://schemas.openxmlformats.org/drawingml/2006/main">
            <a:off x="11553825" y="2686050"/>
            <a:ext cx="953" cy="5495925"/>
          </a:xfrm>
          <a:custGeom xmlns:a="http://schemas.openxmlformats.org/drawingml/2006/main">
            <a:pathLst>
              <a:path w="953" h="5495925">
                <a:moveTo>
                  <a:pt x="0" y="0"/>
                </a:moveTo>
                <a:lnTo>
                  <a:pt x="0" y="5495925"/>
                </a:lnTo>
              </a:path>
            </a:pathLst>
          </a:custGeom>
          <a:noFill xmlns:a="http://schemas.openxmlformats.org/drawingml/2006/main"/>
          <a:ln xmlns:a="http://schemas.openxmlformats.org/drawingml/2006/main" w="19050">
            <a:solidFill>
              <a:srgbClr val="CDD6DE"/>
            </a:solidFill>
            <a:prstDash val="solid"/>
          </a:ln>
        </p:spPr>
      </p:sp>
      <p:sp>
        <p:nvSpPr>
          <p:cNvPr id="9" name="dp45-background / n9 / text 1">
            <a:extLst xmlns:a="http://schemas.openxmlformats.org/drawingml/2006/main">
              <a:ext uri="{FF2B5EF4-FFF2-40B4-BE49-F238E27FC236}">
                <a16:creationId xmlns:a16="http://schemas.microsoft.com/office/drawing/2014/main" id="{49BC1BB1-C311-4DBE-A6C3-2C8461DA21A0}"/>
              </a:ext>
            </a:extLst>
          </p:cNvPr>
          <p:cNvSpPr>
            <a:spLocks xmlns:a="http://schemas.openxmlformats.org/drawingml/2006/main" noGrp="1"/>
          </p:cNvSpPr>
          <p:nvPr/>
        </p:nvSpPr>
        <p:spPr>
          <a:xfrm xmlns:a="http://schemas.openxmlformats.org/drawingml/2006/main">
            <a:off x="12001500" y="2695575"/>
            <a:ext cx="56769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5F6B77"/>
                </a:solidFill>
                <a:latin typeface="Apple SD Gothic Neo"/>
                <a:ea typeface="Apple SD Gothic Neo"/>
                <a:cs typeface="Apple SD Gothic Neo"/>
              </a:defRPr>
            </a:pPr>
            <a:r>
              <a:rPr sz="1950" b="1">
                <a:solidFill>
                  <a:srgbClr val="5F6B77"/>
                </a:solidFill>
                <a:latin typeface="Apple SD Gothic Neo"/>
                <a:ea typeface="Apple SD Gothic Neo"/>
                <a:cs typeface="Apple SD Gothic Neo"/>
              </a:rPr>
              <a:t>설계 고려 사항</a:t>
            </a:r>
          </a:p>
        </p:txBody>
      </p:sp>
      <p:sp>
        <p:nvSpPr>
          <p:cNvPr id="10" name="dp45-background / n10 / path">
            <a:extLst xmlns:a="http://schemas.openxmlformats.org/drawingml/2006/main">
              <a:ext uri="{FF2B5EF4-FFF2-40B4-BE49-F238E27FC236}">
                <a16:creationId xmlns:a16="http://schemas.microsoft.com/office/drawing/2014/main" id="{BD70A6D5-19E3-447B-A95A-705E082E0523}"/>
              </a:ext>
            </a:extLst>
          </p:cNvPr>
          <p:cNvSpPr>
            <a:spLocks xmlns:a="http://schemas.openxmlformats.org/drawingml/2006/main" noGrp="1"/>
          </p:cNvSpPr>
          <p:nvPr/>
        </p:nvSpPr>
        <p:spPr>
          <a:xfrm xmlns:a="http://schemas.openxmlformats.org/drawingml/2006/main">
            <a:off x="609600" y="845820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11" name="dp45-background / n11 / text 1">
            <a:extLst xmlns:a="http://schemas.openxmlformats.org/drawingml/2006/main">
              <a:ext uri="{FF2B5EF4-FFF2-40B4-BE49-F238E27FC236}">
                <a16:creationId xmlns:a16="http://schemas.microsoft.com/office/drawing/2014/main" id="{83733F0E-D48E-4A89-AACA-EAA61C8DA33C}"/>
              </a:ext>
            </a:extLst>
          </p:cNvPr>
          <p:cNvSpPr>
            <a:spLocks xmlns:a="http://schemas.openxmlformats.org/drawingml/2006/main" noGrp="1"/>
          </p:cNvSpPr>
          <p:nvPr/>
        </p:nvSpPr>
        <p:spPr>
          <a:xfrm xmlns:a="http://schemas.openxmlformats.org/drawingml/2006/main">
            <a:off x="609600" y="8810625"/>
            <a:ext cx="1571625"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B63732"/>
                </a:solidFill>
                <a:latin typeface="Apple SD Gothic Neo"/>
                <a:ea typeface="Apple SD Gothic Neo"/>
                <a:cs typeface="Apple SD Gothic Neo"/>
              </a:defRPr>
            </a:pPr>
            <a:r>
              <a:rPr sz="1950" b="1">
                <a:solidFill>
                  <a:srgbClr val="B63732"/>
                </a:solidFill>
                <a:latin typeface="Apple SD Gothic Neo"/>
                <a:ea typeface="Apple SD Gothic Neo"/>
                <a:cs typeface="Apple SD Gothic Neo"/>
              </a:rPr>
              <a:t>설계 과제</a:t>
            </a:r>
          </a:p>
        </p:txBody>
      </p:sp>
      <p:sp>
        <p:nvSpPr>
          <p:cNvPr id="12" name="dp45-background / n12 / text 1">
            <a:extLst xmlns:a="http://schemas.openxmlformats.org/drawingml/2006/main">
              <a:ext uri="{FF2B5EF4-FFF2-40B4-BE49-F238E27FC236}">
                <a16:creationId xmlns:a16="http://schemas.microsoft.com/office/drawing/2014/main" id="{291507DE-3544-466A-A7C3-34B732815B95}"/>
              </a:ext>
            </a:extLst>
          </p:cNvPr>
          <p:cNvSpPr>
            <a:spLocks xmlns:a="http://schemas.openxmlformats.org/drawingml/2006/main" noGrp="1"/>
          </p:cNvSpPr>
          <p:nvPr/>
        </p:nvSpPr>
        <p:spPr>
          <a:xfrm xmlns:a="http://schemas.openxmlformats.org/drawingml/2006/main">
            <a:off x="2286000" y="8763000"/>
            <a:ext cx="15392400" cy="42814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325" b="1">
                <a:solidFill>
                  <a:srgbClr val="18232E"/>
                </a:solidFill>
                <a:latin typeface="Apple SD Gothic Neo"/>
                <a:ea typeface="Apple SD Gothic Neo"/>
                <a:cs typeface="Apple SD Gothic Neo"/>
              </a:defRPr>
            </a:pPr>
            <a:r>
              <a:rPr sz="2325" b="1">
                <a:solidFill>
                  <a:srgbClr val="18232E"/>
                </a:solidFill>
                <a:latin typeface="Apple SD Gothic Neo"/>
                <a:ea typeface="Apple SD Gothic Neo"/>
                <a:cs typeface="Apple SD Gothic Neo"/>
              </a:rPr>
              <a:t>과거 근거를 연결하는 Context의 생산, 조회와 갱신 책임 설계</a:t>
            </a:r>
          </a:p>
        </p:txBody>
      </p:sp>
      <p:sp>
        <p:nvSpPr>
          <p:cNvPr id="13" name="dp45-background / n13 / text 1">
            <a:extLst xmlns:a="http://schemas.openxmlformats.org/drawingml/2006/main">
              <a:ext uri="{FF2B5EF4-FFF2-40B4-BE49-F238E27FC236}">
                <a16:creationId xmlns:a16="http://schemas.microsoft.com/office/drawing/2014/main" id="{180B0AE8-A394-46E2-8937-3C3A29F988FC}"/>
              </a:ext>
            </a:extLst>
          </p:cNvPr>
          <p:cNvSpPr>
            <a:spLocks xmlns:a="http://schemas.openxmlformats.org/drawingml/2006/main" noGrp="1"/>
          </p:cNvSpPr>
          <p:nvPr/>
        </p:nvSpPr>
        <p:spPr>
          <a:xfrm xmlns:a="http://schemas.openxmlformats.org/drawingml/2006/main">
            <a:off x="2286000" y="9277350"/>
            <a:ext cx="15392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VIA는 허용 근거를 연결 / 업무 판단과 제안서 작성은 Downstream Agent</a:t>
            </a:r>
          </a:p>
        </p:txBody>
      </p:sp>
      <p:sp>
        <p:nvSpPr>
          <p:cNvPr id="14" name="dp45-background / n14 / text 1">
            <a:extLst xmlns:a="http://schemas.openxmlformats.org/drawingml/2006/main">
              <a:ext uri="{FF2B5EF4-FFF2-40B4-BE49-F238E27FC236}">
                <a16:creationId xmlns:a16="http://schemas.microsoft.com/office/drawing/2014/main" id="{9AE7E139-5AA9-4A8C-963D-A51C1E61F04D}"/>
              </a:ext>
            </a:extLst>
          </p:cNvPr>
          <p:cNvSpPr>
            <a:spLocks xmlns:a="http://schemas.openxmlformats.org/drawingml/2006/main" noGrp="1"/>
          </p:cNvSpPr>
          <p:nvPr/>
        </p:nvSpPr>
        <p:spPr>
          <a:xfrm xmlns:a="http://schemas.openxmlformats.org/drawingml/2006/main">
            <a:off x="609600" y="9858375"/>
            <a:ext cx="12001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품질 관점: 기능 정확성 / 반응성 / 자원 활용성</a:t>
            </a:r>
          </a:p>
        </p:txBody>
      </p:sp>
      <p:sp>
        <p:nvSpPr>
          <p:cNvPr id="15" name="dp45-background / n15 / text 1">
            <a:extLst xmlns:a="http://schemas.openxmlformats.org/drawingml/2006/main">
              <a:ext uri="{FF2B5EF4-FFF2-40B4-BE49-F238E27FC236}">
                <a16:creationId xmlns:a16="http://schemas.microsoft.com/office/drawing/2014/main" id="{686AC35B-01F1-4AE2-B349-D44C2BBFC0A6}"/>
              </a:ext>
            </a:extLst>
          </p:cNvPr>
          <p:cNvSpPr>
            <a:spLocks xmlns:a="http://schemas.openxmlformats.org/drawingml/2006/main" noGrp="1"/>
          </p:cNvSpPr>
          <p:nvPr/>
        </p:nvSpPr>
        <p:spPr>
          <a:xfrm xmlns:a="http://schemas.openxmlformats.org/drawingml/2006/main">
            <a:off x="13106400" y="985837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350" b="0">
                <a:solidFill>
                  <a:srgbClr val="5F6B77"/>
                </a:solidFill>
                <a:latin typeface="Apple SD Gothic Neo"/>
                <a:ea typeface="Apple SD Gothic Neo"/>
                <a:cs typeface="Apple SD Gothic Neo"/>
              </a:defRPr>
            </a:pPr>
            <a:r>
              <a:rPr sz="1350" b="0">
                <a:solidFill>
                  <a:srgbClr val="5F6B77"/>
                </a:solidFill>
                <a:latin typeface="Apple SD Gothic Neo"/>
                <a:ea typeface="Apple SD Gothic Neo"/>
                <a:cs typeface="Apple SD Gothic Neo"/>
              </a:rPr>
              <a:t>구조 후보 / 미선정 / 미측정</a:t>
            </a:r>
          </a:p>
        </p:txBody>
      </p:sp>
      <p:sp>
        <p:nvSpPr>
          <p:cNvPr id="16" name="dp45-background / n16 / text 1">
            <a:extLst xmlns:a="http://schemas.openxmlformats.org/drawingml/2006/main">
              <a:ext uri="{FF2B5EF4-FFF2-40B4-BE49-F238E27FC236}">
                <a16:creationId xmlns:a16="http://schemas.microsoft.com/office/drawing/2014/main" id="{F004D699-0A42-4707-AD86-36D8E71A699C}"/>
              </a:ext>
            </a:extLst>
          </p:cNvPr>
          <p:cNvSpPr>
            <a:spLocks xmlns:a="http://schemas.openxmlformats.org/drawingml/2006/main" noGrp="1"/>
          </p:cNvSpPr>
          <p:nvPr/>
        </p:nvSpPr>
        <p:spPr>
          <a:xfrm xmlns:a="http://schemas.openxmlformats.org/drawingml/2006/main">
            <a:off x="609600" y="2505075"/>
            <a:ext cx="1057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과거 활동의 시간 흐름 / VIA가 받은 기록과 허용된 참조</a:t>
            </a:r>
          </a:p>
        </p:txBody>
      </p:sp>
      <p:sp>
        <p:nvSpPr>
          <p:cNvPr id="17" name="dp45-background / n17">
            <a:extLst xmlns:a="http://schemas.openxmlformats.org/drawingml/2006/main">
              <a:ext uri="{FF2B5EF4-FFF2-40B4-BE49-F238E27FC236}">
                <a16:creationId xmlns:a16="http://schemas.microsoft.com/office/drawing/2014/main" id="{40018322-1B73-4056-BEF2-DBC3C050643F}"/>
              </a:ext>
            </a:extLst>
          </p:cNvPr>
          <p:cNvSpPr>
            <a:spLocks xmlns:a="http://schemas.openxmlformats.org/drawingml/2006/main" noGrp="1"/>
          </p:cNvSpPr>
          <p:nvPr/>
        </p:nvSpPr>
        <p:spPr>
          <a:xfrm xmlns:a="http://schemas.openxmlformats.org/drawingml/2006/main">
            <a:off x="6096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18" name="dp45-background / n17 / fold">
            <a:extLst xmlns:a="http://schemas.openxmlformats.org/drawingml/2006/main">
              <a:ext uri="{FF2B5EF4-FFF2-40B4-BE49-F238E27FC236}">
                <a16:creationId xmlns:a16="http://schemas.microsoft.com/office/drawing/2014/main" id="{534AAE77-B601-466C-AACE-49363C32E56D}"/>
              </a:ext>
            </a:extLst>
          </p:cNvPr>
          <p:cNvSpPr>
            <a:spLocks xmlns:a="http://schemas.openxmlformats.org/drawingml/2006/main" noGrp="1"/>
          </p:cNvSpPr>
          <p:nvPr/>
        </p:nvSpPr>
        <p:spPr>
          <a:xfrm xmlns:a="http://schemas.openxmlformats.org/drawingml/2006/main">
            <a:off x="37719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19" name="dp45-background / n18">
            <a:extLst xmlns:a="http://schemas.openxmlformats.org/drawingml/2006/main">
              <a:ext uri="{FF2B5EF4-FFF2-40B4-BE49-F238E27FC236}">
                <a16:creationId xmlns:a16="http://schemas.microsoft.com/office/drawing/2014/main" id="{2715C1C8-18C3-43DC-AC06-2FB5AD5B003E}"/>
              </a:ext>
            </a:extLst>
          </p:cNvPr>
          <p:cNvSpPr>
            <a:spLocks xmlns:a="http://schemas.openxmlformats.org/drawingml/2006/main" noGrp="1"/>
          </p:cNvSpPr>
          <p:nvPr/>
        </p:nvSpPr>
        <p:spPr>
          <a:xfrm xmlns:a="http://schemas.openxmlformats.org/drawingml/2006/main">
            <a:off x="42291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20" name="dp45-background / n18 / fold">
            <a:extLst xmlns:a="http://schemas.openxmlformats.org/drawingml/2006/main">
              <a:ext uri="{FF2B5EF4-FFF2-40B4-BE49-F238E27FC236}">
                <a16:creationId xmlns:a16="http://schemas.microsoft.com/office/drawing/2014/main" id="{B7CA18B6-9C63-4CD7-91C3-10A31062A762}"/>
              </a:ext>
            </a:extLst>
          </p:cNvPr>
          <p:cNvSpPr>
            <a:spLocks xmlns:a="http://schemas.openxmlformats.org/drawingml/2006/main" noGrp="1"/>
          </p:cNvSpPr>
          <p:nvPr/>
        </p:nvSpPr>
        <p:spPr>
          <a:xfrm xmlns:a="http://schemas.openxmlformats.org/drawingml/2006/main">
            <a:off x="73914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1" name="dp45-background / n19">
            <a:extLst xmlns:a="http://schemas.openxmlformats.org/drawingml/2006/main">
              <a:ext uri="{FF2B5EF4-FFF2-40B4-BE49-F238E27FC236}">
                <a16:creationId xmlns:a16="http://schemas.microsoft.com/office/drawing/2014/main" id="{6BB19DFC-AEB3-42E4-AB19-23C0B4A33AA3}"/>
              </a:ext>
            </a:extLst>
          </p:cNvPr>
          <p:cNvSpPr>
            <a:spLocks xmlns:a="http://schemas.openxmlformats.org/drawingml/2006/main" noGrp="1"/>
          </p:cNvSpPr>
          <p:nvPr/>
        </p:nvSpPr>
        <p:spPr>
          <a:xfrm xmlns:a="http://schemas.openxmlformats.org/drawingml/2006/main">
            <a:off x="7848600" y="3133725"/>
            <a:ext cx="3333750" cy="2733675"/>
          </a:xfrm>
          <a:custGeom xmlns:a="http://schemas.openxmlformats.org/drawingml/2006/main">
            <a:pathLst>
              <a:path w="3333750" h="2733675">
                <a:moveTo>
                  <a:pt x="0" y="0"/>
                </a:moveTo>
                <a:lnTo>
                  <a:pt x="3162300" y="0"/>
                </a:lnTo>
                <a:lnTo>
                  <a:pt x="3333750" y="171450"/>
                </a:lnTo>
                <a:lnTo>
                  <a:pt x="3333750" y="2733675"/>
                </a:lnTo>
                <a:lnTo>
                  <a:pt x="0" y="2733675"/>
                </a:lnTo>
                <a:close/>
              </a:path>
            </a:pathLst>
          </a:custGeom>
          <a:solidFill xmlns:a="http://schemas.openxmlformats.org/drawingml/2006/main">
            <a:srgbClr val="F4F6F8"/>
          </a:solidFill>
          <a:ln xmlns:a="http://schemas.openxmlformats.org/drawingml/2006/main" w="16193">
            <a:solidFill>
              <a:srgbClr val="CDD6DE"/>
            </a:solidFill>
            <a:prstDash val="solid"/>
          </a:ln>
        </p:spPr>
      </p:sp>
      <p:sp>
        <p:nvSpPr>
          <p:cNvPr id="22" name="dp45-background / n19 / fold">
            <a:extLst xmlns:a="http://schemas.openxmlformats.org/drawingml/2006/main">
              <a:ext uri="{FF2B5EF4-FFF2-40B4-BE49-F238E27FC236}">
                <a16:creationId xmlns:a16="http://schemas.microsoft.com/office/drawing/2014/main" id="{83C90A47-DDD7-455A-B4F8-BFA7E56476E8}"/>
              </a:ext>
            </a:extLst>
          </p:cNvPr>
          <p:cNvSpPr>
            <a:spLocks xmlns:a="http://schemas.openxmlformats.org/drawingml/2006/main" noGrp="1"/>
          </p:cNvSpPr>
          <p:nvPr/>
        </p:nvSpPr>
        <p:spPr>
          <a:xfrm xmlns:a="http://schemas.openxmlformats.org/drawingml/2006/main">
            <a:off x="11010900" y="31337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16193">
            <a:solidFill>
              <a:srgbClr val="CDD6DE"/>
            </a:solidFill>
            <a:prstDash val="solid"/>
          </a:ln>
        </p:spPr>
      </p:sp>
      <p:sp>
        <p:nvSpPr>
          <p:cNvPr id="23" name="dp45-background / n20 / text 1">
            <a:extLst xmlns:a="http://schemas.openxmlformats.org/drawingml/2006/main">
              <a:ext uri="{FF2B5EF4-FFF2-40B4-BE49-F238E27FC236}">
                <a16:creationId xmlns:a16="http://schemas.microsoft.com/office/drawing/2014/main" id="{61CED0F1-6C2E-43AB-ACC6-49DF312139E5}"/>
              </a:ext>
            </a:extLst>
          </p:cNvPr>
          <p:cNvSpPr>
            <a:spLocks xmlns:a="http://schemas.openxmlformats.org/drawingml/2006/main" noGrp="1"/>
          </p:cNvSpPr>
          <p:nvPr/>
        </p:nvSpPr>
        <p:spPr>
          <a:xfrm xmlns:a="http://schemas.openxmlformats.org/drawingml/2006/main">
            <a:off x="8001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앞선 대화 C20</a:t>
            </a:r>
          </a:p>
        </p:txBody>
      </p:sp>
      <p:sp>
        <p:nvSpPr>
          <p:cNvPr id="24" name="dp45-background / n21 / text 1">
            <a:extLst xmlns:a="http://schemas.openxmlformats.org/drawingml/2006/main">
              <a:ext uri="{FF2B5EF4-FFF2-40B4-BE49-F238E27FC236}">
                <a16:creationId xmlns:a16="http://schemas.microsoft.com/office/drawing/2014/main" id="{3989A51A-2AC6-4035-AD7D-5999849B34C4}"/>
              </a:ext>
            </a:extLst>
          </p:cNvPr>
          <p:cNvSpPr>
            <a:spLocks xmlns:a="http://schemas.openxmlformats.org/drawingml/2006/main" noGrp="1"/>
          </p:cNvSpPr>
          <p:nvPr/>
        </p:nvSpPr>
        <p:spPr>
          <a:xfrm xmlns:a="http://schemas.openxmlformats.org/drawingml/2006/main">
            <a:off x="800100" y="3829050"/>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VIA의 직접 설명 E20</a:t>
            </a:r>
          </a:p>
        </p:txBody>
      </p:sp>
      <p:sp>
        <p:nvSpPr>
          <p:cNvPr id="25" name="dp45-background / n21 / text 2">
            <a:extLst xmlns:a="http://schemas.openxmlformats.org/drawingml/2006/main">
              <a:ext uri="{FF2B5EF4-FFF2-40B4-BE49-F238E27FC236}">
                <a16:creationId xmlns:a16="http://schemas.microsoft.com/office/drawing/2014/main" id="{D6EA698A-B565-4344-B9B1-A7E5B9760FAE}"/>
              </a:ext>
            </a:extLst>
          </p:cNvPr>
          <p:cNvSpPr>
            <a:spLocks xmlns:a="http://schemas.openxmlformats.org/drawingml/2006/main" noGrp="1"/>
          </p:cNvSpPr>
          <p:nvPr/>
        </p:nvSpPr>
        <p:spPr>
          <a:xfrm xmlns:a="http://schemas.openxmlformats.org/drawingml/2006/main">
            <a:off x="800100" y="4181475"/>
            <a:ext cx="2952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평가 기준</a:t>
            </a:r>
          </a:p>
        </p:txBody>
      </p:sp>
      <p:sp>
        <p:nvSpPr>
          <p:cNvPr id="26" name="dp45-background / n22 / text 1">
            <a:extLst xmlns:a="http://schemas.openxmlformats.org/drawingml/2006/main">
              <a:ext uri="{FF2B5EF4-FFF2-40B4-BE49-F238E27FC236}">
                <a16:creationId xmlns:a16="http://schemas.microsoft.com/office/drawing/2014/main" id="{4A21350E-AF9E-4AF6-B3EA-B445DC5AE15B}"/>
              </a:ext>
            </a:extLst>
          </p:cNvPr>
          <p:cNvSpPr>
            <a:spLocks xmlns:a="http://schemas.openxmlformats.org/drawingml/2006/main" noGrp="1"/>
          </p:cNvSpPr>
          <p:nvPr/>
        </p:nvSpPr>
        <p:spPr>
          <a:xfrm xmlns:a="http://schemas.openxmlformats.org/drawingml/2006/main">
            <a:off x="8001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실제 전달 P20의</a:t>
            </a:r>
          </a:p>
        </p:txBody>
      </p:sp>
      <p:sp>
        <p:nvSpPr>
          <p:cNvPr id="27" name="dp45-background / n22 / text 2">
            <a:extLst xmlns:a="http://schemas.openxmlformats.org/drawingml/2006/main">
              <a:ext uri="{FF2B5EF4-FFF2-40B4-BE49-F238E27FC236}">
                <a16:creationId xmlns:a16="http://schemas.microsoft.com/office/drawing/2014/main" id="{F2D52654-6F67-4129-8ED9-F4E824519586}"/>
              </a:ext>
            </a:extLst>
          </p:cNvPr>
          <p:cNvSpPr>
            <a:spLocks xmlns:a="http://schemas.openxmlformats.org/drawingml/2006/main" noGrp="1"/>
          </p:cNvSpPr>
          <p:nvPr/>
        </p:nvSpPr>
        <p:spPr>
          <a:xfrm xmlns:a="http://schemas.openxmlformats.org/drawingml/2006/main">
            <a:off x="8001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설명 내용과 범위</a:t>
            </a:r>
          </a:p>
        </p:txBody>
      </p:sp>
      <p:sp>
        <p:nvSpPr>
          <p:cNvPr id="28" name="dp45-background / n23 / text 1">
            <a:extLst xmlns:a="http://schemas.openxmlformats.org/drawingml/2006/main">
              <a:ext uri="{FF2B5EF4-FFF2-40B4-BE49-F238E27FC236}">
                <a16:creationId xmlns:a16="http://schemas.microsoft.com/office/drawing/2014/main" id="{360EE4B3-0EEC-414A-91D9-F36CADFBCBC6}"/>
              </a:ext>
            </a:extLst>
          </p:cNvPr>
          <p:cNvSpPr>
            <a:spLocks xmlns:a="http://schemas.openxmlformats.org/drawingml/2006/main" noGrp="1"/>
          </p:cNvSpPr>
          <p:nvPr/>
        </p:nvSpPr>
        <p:spPr>
          <a:xfrm xmlns:a="http://schemas.openxmlformats.org/drawingml/2006/main">
            <a:off x="8001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생성과 실제 전달 구별</a:t>
            </a:r>
          </a:p>
        </p:txBody>
      </p:sp>
      <p:sp>
        <p:nvSpPr>
          <p:cNvPr id="29" name="dp45-background / n24 / text 1">
            <a:extLst xmlns:a="http://schemas.openxmlformats.org/drawingml/2006/main">
              <a:ext uri="{FF2B5EF4-FFF2-40B4-BE49-F238E27FC236}">
                <a16:creationId xmlns:a16="http://schemas.microsoft.com/office/drawing/2014/main" id="{4740CE16-7F4E-4976-9489-A8E6E45B1844}"/>
              </a:ext>
            </a:extLst>
          </p:cNvPr>
          <p:cNvSpPr>
            <a:spLocks xmlns:a="http://schemas.openxmlformats.org/drawingml/2006/main" noGrp="1"/>
          </p:cNvSpPr>
          <p:nvPr/>
        </p:nvSpPr>
        <p:spPr>
          <a:xfrm xmlns:a="http://schemas.openxmlformats.org/drawingml/2006/main">
            <a:off x="44196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이후 제품 조사 T21</a:t>
            </a:r>
          </a:p>
        </p:txBody>
      </p:sp>
      <p:sp>
        <p:nvSpPr>
          <p:cNvPr id="30" name="dp45-background / n25 / text 1">
            <a:extLst xmlns:a="http://schemas.openxmlformats.org/drawingml/2006/main">
              <a:ext uri="{FF2B5EF4-FFF2-40B4-BE49-F238E27FC236}">
                <a16:creationId xmlns:a16="http://schemas.microsoft.com/office/drawing/2014/main" id="{24E5F3B5-1385-4465-B51D-B9D77FA1BF00}"/>
              </a:ext>
            </a:extLst>
          </p:cNvPr>
          <p:cNvSpPr>
            <a:spLocks xmlns:a="http://schemas.openxmlformats.org/drawingml/2006/main" noGrp="1"/>
          </p:cNvSpPr>
          <p:nvPr/>
        </p:nvSpPr>
        <p:spPr>
          <a:xfrm xmlns:a="http://schemas.openxmlformats.org/drawingml/2006/main">
            <a:off x="4419600" y="3829050"/>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한 Downstream Agent</a:t>
            </a:r>
          </a:p>
        </p:txBody>
      </p:sp>
      <p:sp>
        <p:nvSpPr>
          <p:cNvPr id="31" name="dp45-background / n25 / text 2">
            <a:extLst xmlns:a="http://schemas.openxmlformats.org/drawingml/2006/main">
              <a:ext uri="{FF2B5EF4-FFF2-40B4-BE49-F238E27FC236}">
                <a16:creationId xmlns:a16="http://schemas.microsoft.com/office/drawing/2014/main" id="{89A65DF9-CBE5-4C9D-ABE2-F6531B12BB81}"/>
              </a:ext>
            </a:extLst>
          </p:cNvPr>
          <p:cNvSpPr>
            <a:spLocks xmlns:a="http://schemas.openxmlformats.org/drawingml/2006/main" noGrp="1"/>
          </p:cNvSpPr>
          <p:nvPr/>
        </p:nvSpPr>
        <p:spPr>
          <a:xfrm xmlns:a="http://schemas.openxmlformats.org/drawingml/2006/main">
            <a:off x="4419600" y="4181475"/>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제품 비교 수행</a:t>
            </a:r>
          </a:p>
        </p:txBody>
      </p:sp>
      <p:sp>
        <p:nvSpPr>
          <p:cNvPr id="32" name="dp45-background / n26 / text 1">
            <a:extLst xmlns:a="http://schemas.openxmlformats.org/drawingml/2006/main">
              <a:ext uri="{FF2B5EF4-FFF2-40B4-BE49-F238E27FC236}">
                <a16:creationId xmlns:a16="http://schemas.microsoft.com/office/drawing/2014/main" id="{53A1D9D8-C13B-4CD6-B9D5-F64A55C777FC}"/>
              </a:ext>
            </a:extLst>
          </p:cNvPr>
          <p:cNvSpPr>
            <a:spLocks xmlns:a="http://schemas.openxmlformats.org/drawingml/2006/main" noGrp="1"/>
          </p:cNvSpPr>
          <p:nvPr/>
        </p:nvSpPr>
        <p:spPr>
          <a:xfrm xmlns:a="http://schemas.openxmlformats.org/drawingml/2006/main">
            <a:off x="44196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VIA가 확인한 결과 참조</a:t>
            </a:r>
          </a:p>
        </p:txBody>
      </p:sp>
      <p:sp>
        <p:nvSpPr>
          <p:cNvPr id="33" name="dp45-background / n26 / text 2">
            <a:extLst xmlns:a="http://schemas.openxmlformats.org/drawingml/2006/main">
              <a:ext uri="{FF2B5EF4-FFF2-40B4-BE49-F238E27FC236}">
                <a16:creationId xmlns:a16="http://schemas.microsoft.com/office/drawing/2014/main" id="{83F79A77-D2DC-41F2-BA3E-968A9ABDF749}"/>
              </a:ext>
            </a:extLst>
          </p:cNvPr>
          <p:cNvSpPr>
            <a:spLocks xmlns:a="http://schemas.openxmlformats.org/drawingml/2006/main" noGrp="1"/>
          </p:cNvSpPr>
          <p:nvPr/>
        </p:nvSpPr>
        <p:spPr>
          <a:xfrm xmlns:a="http://schemas.openxmlformats.org/drawingml/2006/main">
            <a:off x="44196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D21@v2</a:t>
            </a:r>
          </a:p>
        </p:txBody>
      </p:sp>
      <p:sp>
        <p:nvSpPr>
          <p:cNvPr id="34" name="dp45-background / n27 / text 1">
            <a:extLst xmlns:a="http://schemas.openxmlformats.org/drawingml/2006/main">
              <a:ext uri="{FF2B5EF4-FFF2-40B4-BE49-F238E27FC236}">
                <a16:creationId xmlns:a16="http://schemas.microsoft.com/office/drawing/2014/main" id="{028DA93E-9251-42ED-9987-805627BBDD15}"/>
              </a:ext>
            </a:extLst>
          </p:cNvPr>
          <p:cNvSpPr>
            <a:spLocks xmlns:a="http://schemas.openxmlformats.org/drawingml/2006/main" noGrp="1"/>
          </p:cNvSpPr>
          <p:nvPr/>
        </p:nvSpPr>
        <p:spPr>
          <a:xfrm xmlns:a="http://schemas.openxmlformats.org/drawingml/2006/main">
            <a:off x="44196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C21 대화에 연결</a:t>
            </a:r>
          </a:p>
        </p:txBody>
      </p:sp>
      <p:sp>
        <p:nvSpPr>
          <p:cNvPr id="35" name="dp45-background / n28 / text 1">
            <a:extLst xmlns:a="http://schemas.openxmlformats.org/drawingml/2006/main">
              <a:ext uri="{FF2B5EF4-FFF2-40B4-BE49-F238E27FC236}">
                <a16:creationId xmlns:a16="http://schemas.microsoft.com/office/drawing/2014/main" id="{E9E1AC5E-B80C-456B-A08C-89E497D02492}"/>
              </a:ext>
            </a:extLst>
          </p:cNvPr>
          <p:cNvSpPr>
            <a:spLocks xmlns:a="http://schemas.openxmlformats.org/drawingml/2006/main" noGrp="1"/>
          </p:cNvSpPr>
          <p:nvPr/>
        </p:nvSpPr>
        <p:spPr>
          <a:xfrm xmlns:a="http://schemas.openxmlformats.org/drawingml/2006/main">
            <a:off x="8039100" y="3305175"/>
            <a:ext cx="2952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이후 견적 업무 T22</a:t>
            </a:r>
          </a:p>
        </p:txBody>
      </p:sp>
      <p:sp>
        <p:nvSpPr>
          <p:cNvPr id="36" name="dp45-background / n29 / text 1">
            <a:extLst xmlns:a="http://schemas.openxmlformats.org/drawingml/2006/main">
              <a:ext uri="{FF2B5EF4-FFF2-40B4-BE49-F238E27FC236}">
                <a16:creationId xmlns:a16="http://schemas.microsoft.com/office/drawing/2014/main" id="{CFC51EB2-4E9D-4236-8C2D-EBDB295D6F76}"/>
              </a:ext>
            </a:extLst>
          </p:cNvPr>
          <p:cNvSpPr>
            <a:spLocks xmlns:a="http://schemas.openxmlformats.org/drawingml/2006/main" noGrp="1"/>
          </p:cNvSpPr>
          <p:nvPr/>
        </p:nvSpPr>
        <p:spPr>
          <a:xfrm xmlns:a="http://schemas.openxmlformats.org/drawingml/2006/main">
            <a:off x="8039100" y="3829050"/>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다른 Downstream Agent</a:t>
            </a:r>
          </a:p>
        </p:txBody>
      </p:sp>
      <p:sp>
        <p:nvSpPr>
          <p:cNvPr id="37" name="dp45-background / n29 / text 2">
            <a:extLst xmlns:a="http://schemas.openxmlformats.org/drawingml/2006/main">
              <a:ext uri="{FF2B5EF4-FFF2-40B4-BE49-F238E27FC236}">
                <a16:creationId xmlns:a16="http://schemas.microsoft.com/office/drawing/2014/main" id="{ED33CDC7-7AE0-4C8B-854C-8BF314DC1BA0}"/>
              </a:ext>
            </a:extLst>
          </p:cNvPr>
          <p:cNvSpPr>
            <a:spLocks xmlns:a="http://schemas.openxmlformats.org/drawingml/2006/main" noGrp="1"/>
          </p:cNvSpPr>
          <p:nvPr/>
        </p:nvSpPr>
        <p:spPr>
          <a:xfrm xmlns:a="http://schemas.openxmlformats.org/drawingml/2006/main">
            <a:off x="8039100" y="4181475"/>
            <a:ext cx="29527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견적 업무 수행</a:t>
            </a:r>
          </a:p>
        </p:txBody>
      </p:sp>
      <p:sp>
        <p:nvSpPr>
          <p:cNvPr id="38" name="dp45-background / n30 / text 1">
            <a:extLst xmlns:a="http://schemas.openxmlformats.org/drawingml/2006/main">
              <a:ext uri="{FF2B5EF4-FFF2-40B4-BE49-F238E27FC236}">
                <a16:creationId xmlns:a16="http://schemas.microsoft.com/office/drawing/2014/main" id="{F75C4CC2-0C94-4416-BFCC-5DFB674C8989}"/>
              </a:ext>
            </a:extLst>
          </p:cNvPr>
          <p:cNvSpPr>
            <a:spLocks xmlns:a="http://schemas.openxmlformats.org/drawingml/2006/main" noGrp="1"/>
          </p:cNvSpPr>
          <p:nvPr/>
        </p:nvSpPr>
        <p:spPr>
          <a:xfrm xmlns:a="http://schemas.openxmlformats.org/drawingml/2006/main">
            <a:off x="8039100" y="471487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VIA가 확인한 결과 참조</a:t>
            </a:r>
          </a:p>
        </p:txBody>
      </p:sp>
      <p:sp>
        <p:nvSpPr>
          <p:cNvPr id="39" name="dp45-background / n30 / text 2">
            <a:extLst xmlns:a="http://schemas.openxmlformats.org/drawingml/2006/main">
              <a:ext uri="{FF2B5EF4-FFF2-40B4-BE49-F238E27FC236}">
                <a16:creationId xmlns:a16="http://schemas.microsoft.com/office/drawing/2014/main" id="{C373B61F-5275-47FD-B218-0A4458A223EC}"/>
              </a:ext>
            </a:extLst>
          </p:cNvPr>
          <p:cNvSpPr>
            <a:spLocks xmlns:a="http://schemas.openxmlformats.org/drawingml/2006/main" noGrp="1"/>
          </p:cNvSpPr>
          <p:nvPr/>
        </p:nvSpPr>
        <p:spPr>
          <a:xfrm xmlns:a="http://schemas.openxmlformats.org/drawingml/2006/main">
            <a:off x="8039100" y="5038725"/>
            <a:ext cx="295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087E8B"/>
                </a:solidFill>
                <a:latin typeface="Apple SD Gothic Neo"/>
                <a:ea typeface="Apple SD Gothic Neo"/>
                <a:cs typeface="Apple SD Gothic Neo"/>
              </a:defRPr>
            </a:pPr>
            <a:r>
              <a:rPr sz="1725" b="1">
                <a:solidFill>
                  <a:srgbClr val="087E8B"/>
                </a:solidFill>
                <a:latin typeface="Apple SD Gothic Neo"/>
                <a:ea typeface="Apple SD Gothic Neo"/>
                <a:cs typeface="Apple SD Gothic Neo"/>
              </a:rPr>
              <a:t>D22@v1</a:t>
            </a:r>
          </a:p>
        </p:txBody>
      </p:sp>
      <p:sp>
        <p:nvSpPr>
          <p:cNvPr id="40" name="dp45-background / n31 / text 1">
            <a:extLst xmlns:a="http://schemas.openxmlformats.org/drawingml/2006/main">
              <a:ext uri="{FF2B5EF4-FFF2-40B4-BE49-F238E27FC236}">
                <a16:creationId xmlns:a16="http://schemas.microsoft.com/office/drawing/2014/main" id="{95463C63-0F9F-4411-9CE5-C87EEC8F88B8}"/>
              </a:ext>
            </a:extLst>
          </p:cNvPr>
          <p:cNvSpPr>
            <a:spLocks xmlns:a="http://schemas.openxmlformats.org/drawingml/2006/main" noGrp="1"/>
          </p:cNvSpPr>
          <p:nvPr/>
        </p:nvSpPr>
        <p:spPr>
          <a:xfrm xmlns:a="http://schemas.openxmlformats.org/drawingml/2006/main">
            <a:off x="8039100" y="5524500"/>
            <a:ext cx="29527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C22 대화에 연결</a:t>
            </a:r>
          </a:p>
        </p:txBody>
      </p:sp>
      <p:sp>
        <p:nvSpPr>
          <p:cNvPr id="41" name="dp45-background / n32 / path">
            <a:extLst xmlns:a="http://schemas.openxmlformats.org/drawingml/2006/main">
              <a:ext uri="{FF2B5EF4-FFF2-40B4-BE49-F238E27FC236}">
                <a16:creationId xmlns:a16="http://schemas.microsoft.com/office/drawing/2014/main" id="{54A9F10F-151E-47DC-BA80-1FFF0639A9CC}"/>
              </a:ext>
            </a:extLst>
          </p:cNvPr>
          <p:cNvSpPr>
            <a:spLocks xmlns:a="http://schemas.openxmlformats.org/drawingml/2006/main" noGrp="1"/>
          </p:cNvSpPr>
          <p:nvPr/>
        </p:nvSpPr>
        <p:spPr>
          <a:xfrm xmlns:a="http://schemas.openxmlformats.org/drawingml/2006/main">
            <a:off x="3962400" y="3495675"/>
            <a:ext cx="247650" cy="953"/>
          </a:xfrm>
          <a:custGeom xmlns:a="http://schemas.openxmlformats.org/drawingml/2006/main">
            <a:pathLst>
              <a:path w="247650" h="953">
                <a:moveTo>
                  <a:pt x="0" y="0"/>
                </a:moveTo>
                <a:lnTo>
                  <a:pt x="247650" y="0"/>
                </a:lnTo>
              </a:path>
            </a:pathLst>
          </a:custGeom>
          <a:noFill xmlns:a="http://schemas.openxmlformats.org/drawingml/2006/main"/>
          <a:ln xmlns:a="http://schemas.openxmlformats.org/drawingml/2006/main" w="19050">
            <a:solidFill>
              <a:srgbClr val="5F6B77"/>
            </a:solidFill>
            <a:prstDash val="solid"/>
          </a:ln>
        </p:spPr>
      </p:sp>
      <p:sp>
        <p:nvSpPr>
          <p:cNvPr id="42" name="dp45-background / n32 / arrow">
            <a:extLst xmlns:a="http://schemas.openxmlformats.org/drawingml/2006/main">
              <a:ext uri="{FF2B5EF4-FFF2-40B4-BE49-F238E27FC236}">
                <a16:creationId xmlns:a16="http://schemas.microsoft.com/office/drawing/2014/main" id="{2C689E77-6242-4AAF-AF28-00AFB5107437}"/>
              </a:ext>
            </a:extLst>
          </p:cNvPr>
          <p:cNvSpPr>
            <a:spLocks xmlns:a="http://schemas.openxmlformats.org/drawingml/2006/main" noGrp="1"/>
          </p:cNvSpPr>
          <p:nvPr/>
        </p:nvSpPr>
        <p:spPr>
          <a:xfrm xmlns:a="http://schemas.openxmlformats.org/drawingml/2006/main">
            <a:off x="4088130" y="34347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43" name="dp45-background / n33 / path">
            <a:extLst xmlns:a="http://schemas.openxmlformats.org/drawingml/2006/main">
              <a:ext uri="{FF2B5EF4-FFF2-40B4-BE49-F238E27FC236}">
                <a16:creationId xmlns:a16="http://schemas.microsoft.com/office/drawing/2014/main" id="{554482BF-2332-416E-9817-761B704C258D}"/>
              </a:ext>
            </a:extLst>
          </p:cNvPr>
          <p:cNvSpPr>
            <a:spLocks xmlns:a="http://schemas.openxmlformats.org/drawingml/2006/main" noGrp="1"/>
          </p:cNvSpPr>
          <p:nvPr/>
        </p:nvSpPr>
        <p:spPr>
          <a:xfrm xmlns:a="http://schemas.openxmlformats.org/drawingml/2006/main">
            <a:off x="7581900" y="3495675"/>
            <a:ext cx="247650" cy="953"/>
          </a:xfrm>
          <a:custGeom xmlns:a="http://schemas.openxmlformats.org/drawingml/2006/main">
            <a:pathLst>
              <a:path w="247650" h="953">
                <a:moveTo>
                  <a:pt x="0" y="0"/>
                </a:moveTo>
                <a:lnTo>
                  <a:pt x="247650" y="0"/>
                </a:lnTo>
              </a:path>
            </a:pathLst>
          </a:custGeom>
          <a:noFill xmlns:a="http://schemas.openxmlformats.org/drawingml/2006/main"/>
          <a:ln xmlns:a="http://schemas.openxmlformats.org/drawingml/2006/main" w="19050">
            <a:solidFill>
              <a:srgbClr val="5F6B77"/>
            </a:solidFill>
            <a:prstDash val="solid"/>
          </a:ln>
        </p:spPr>
      </p:sp>
      <p:sp>
        <p:nvSpPr>
          <p:cNvPr id="44" name="dp45-background / n33 / arrow">
            <a:extLst xmlns:a="http://schemas.openxmlformats.org/drawingml/2006/main">
              <a:ext uri="{FF2B5EF4-FFF2-40B4-BE49-F238E27FC236}">
                <a16:creationId xmlns:a16="http://schemas.microsoft.com/office/drawing/2014/main" id="{31B16916-4212-429E-9E50-95A20E1C29AC}"/>
              </a:ext>
            </a:extLst>
          </p:cNvPr>
          <p:cNvSpPr>
            <a:spLocks xmlns:a="http://schemas.openxmlformats.org/drawingml/2006/main" noGrp="1"/>
          </p:cNvSpPr>
          <p:nvPr/>
        </p:nvSpPr>
        <p:spPr>
          <a:xfrm xmlns:a="http://schemas.openxmlformats.org/drawingml/2006/main">
            <a:off x="7707630" y="34347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5F6B77"/>
            </a:solidFill>
            <a:prstDash val="solid"/>
          </a:ln>
        </p:spPr>
      </p:sp>
      <p:sp>
        <p:nvSpPr>
          <p:cNvPr id="45" name="dp45-background / n34 / path">
            <a:extLst xmlns:a="http://schemas.openxmlformats.org/drawingml/2006/main">
              <a:ext uri="{FF2B5EF4-FFF2-40B4-BE49-F238E27FC236}">
                <a16:creationId xmlns:a16="http://schemas.microsoft.com/office/drawing/2014/main" id="{F24F78B5-7895-4C11-89E7-F9C7CC084BF0}"/>
              </a:ext>
            </a:extLst>
          </p:cNvPr>
          <p:cNvSpPr>
            <a:spLocks xmlns:a="http://schemas.openxmlformats.org/drawingml/2006/main" noGrp="1"/>
          </p:cNvSpPr>
          <p:nvPr/>
        </p:nvSpPr>
        <p:spPr>
          <a:xfrm xmlns:a="http://schemas.openxmlformats.org/drawingml/2006/main">
            <a:off x="22764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6" name="dp45-background / n35 / path">
            <a:extLst xmlns:a="http://schemas.openxmlformats.org/drawingml/2006/main">
              <a:ext uri="{FF2B5EF4-FFF2-40B4-BE49-F238E27FC236}">
                <a16:creationId xmlns:a16="http://schemas.microsoft.com/office/drawing/2014/main" id="{52872266-91EC-43F3-BD46-E0E189E9B850}"/>
              </a:ext>
            </a:extLst>
          </p:cNvPr>
          <p:cNvSpPr>
            <a:spLocks xmlns:a="http://schemas.openxmlformats.org/drawingml/2006/main" noGrp="1"/>
          </p:cNvSpPr>
          <p:nvPr/>
        </p:nvSpPr>
        <p:spPr>
          <a:xfrm xmlns:a="http://schemas.openxmlformats.org/drawingml/2006/main">
            <a:off x="58959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7" name="dp45-background / n36 / path">
            <a:extLst xmlns:a="http://schemas.openxmlformats.org/drawingml/2006/main">
              <a:ext uri="{FF2B5EF4-FFF2-40B4-BE49-F238E27FC236}">
                <a16:creationId xmlns:a16="http://schemas.microsoft.com/office/drawing/2014/main" id="{DCB05BB5-4948-4171-BCC4-323B8330A62E}"/>
              </a:ext>
            </a:extLst>
          </p:cNvPr>
          <p:cNvSpPr>
            <a:spLocks xmlns:a="http://schemas.openxmlformats.org/drawingml/2006/main" noGrp="1"/>
          </p:cNvSpPr>
          <p:nvPr/>
        </p:nvSpPr>
        <p:spPr>
          <a:xfrm xmlns:a="http://schemas.openxmlformats.org/drawingml/2006/main">
            <a:off x="9515475" y="5924550"/>
            <a:ext cx="953" cy="219075"/>
          </a:xfrm>
          <a:custGeom xmlns:a="http://schemas.openxmlformats.org/drawingml/2006/main">
            <a:pathLst>
              <a:path w="953" h="219075">
                <a:moveTo>
                  <a:pt x="0" y="0"/>
                </a:moveTo>
                <a:lnTo>
                  <a:pt x="0" y="219075"/>
                </a:lnTo>
              </a:path>
            </a:pathLst>
          </a:custGeom>
          <a:noFill xmlns:a="http://schemas.openxmlformats.org/drawingml/2006/main"/>
          <a:ln xmlns:a="http://schemas.openxmlformats.org/drawingml/2006/main" w="19050">
            <a:solidFill>
              <a:srgbClr val="087E8B"/>
            </a:solidFill>
            <a:prstDash val="dash"/>
          </a:ln>
        </p:spPr>
      </p:sp>
      <p:sp>
        <p:nvSpPr>
          <p:cNvPr id="48" name="dp45-background / n37 / path">
            <a:extLst xmlns:a="http://schemas.openxmlformats.org/drawingml/2006/main">
              <a:ext uri="{FF2B5EF4-FFF2-40B4-BE49-F238E27FC236}">
                <a16:creationId xmlns:a16="http://schemas.microsoft.com/office/drawing/2014/main" id="{97DB88DC-61AE-4DAB-898F-0B8BE81AA6ED}"/>
              </a:ext>
            </a:extLst>
          </p:cNvPr>
          <p:cNvSpPr>
            <a:spLocks xmlns:a="http://schemas.openxmlformats.org/drawingml/2006/main" noGrp="1"/>
          </p:cNvSpPr>
          <p:nvPr/>
        </p:nvSpPr>
        <p:spPr>
          <a:xfrm xmlns:a="http://schemas.openxmlformats.org/drawingml/2006/main">
            <a:off x="2276475" y="6143625"/>
            <a:ext cx="9077325" cy="1866900"/>
          </a:xfrm>
          <a:custGeom xmlns:a="http://schemas.openxmlformats.org/drawingml/2006/main">
            <a:pathLst>
              <a:path w="9077325" h="1866900">
                <a:moveTo>
                  <a:pt x="0" y="0"/>
                </a:moveTo>
                <a:lnTo>
                  <a:pt x="9077325" y="0"/>
                </a:lnTo>
                <a:lnTo>
                  <a:pt x="9077325" y="1866900"/>
                </a:lnTo>
                <a:lnTo>
                  <a:pt x="8905875" y="1866900"/>
                </a:lnTo>
              </a:path>
            </a:pathLst>
          </a:custGeom>
          <a:noFill xmlns:a="http://schemas.openxmlformats.org/drawingml/2006/main"/>
          <a:ln xmlns:a="http://schemas.openxmlformats.org/drawingml/2006/main" w="19050">
            <a:solidFill>
              <a:srgbClr val="087E8B"/>
            </a:solidFill>
            <a:prstDash val="dash"/>
          </a:ln>
        </p:spPr>
      </p:sp>
      <p:sp>
        <p:nvSpPr>
          <p:cNvPr id="49" name="dp45-background / n37 / arrow">
            <a:extLst xmlns:a="http://schemas.openxmlformats.org/drawingml/2006/main">
              <a:ext uri="{FF2B5EF4-FFF2-40B4-BE49-F238E27FC236}">
                <a16:creationId xmlns:a16="http://schemas.microsoft.com/office/drawing/2014/main" id="{73AFD600-4385-4372-B311-B9615CD77E86}"/>
              </a:ext>
            </a:extLst>
          </p:cNvPr>
          <p:cNvSpPr>
            <a:spLocks xmlns:a="http://schemas.openxmlformats.org/drawingml/2006/main" noGrp="1"/>
          </p:cNvSpPr>
          <p:nvPr/>
        </p:nvSpPr>
        <p:spPr>
          <a:xfrm xmlns:a="http://schemas.openxmlformats.org/drawingml/2006/main">
            <a:off x="11182350" y="7949565"/>
            <a:ext cx="121920" cy="121920"/>
          </a:xfrm>
          <a:custGeom xmlns:a="http://schemas.openxmlformats.org/drawingml/2006/main">
            <a:pathLst>
              <a:path w="121920" h="121920">
                <a:moveTo>
                  <a:pt x="121920" y="0"/>
                </a:moveTo>
                <a:lnTo>
                  <a:pt x="0" y="60960"/>
                </a:lnTo>
                <a:lnTo>
                  <a:pt x="121920" y="121920"/>
                </a:lnTo>
              </a:path>
            </a:pathLst>
          </a:custGeom>
          <a:noFill xmlns:a="http://schemas.openxmlformats.org/drawingml/2006/main"/>
          <a:ln xmlns:a="http://schemas.openxmlformats.org/drawingml/2006/main" w="24384">
            <a:solidFill>
              <a:srgbClr val="087E8B"/>
            </a:solidFill>
            <a:prstDash val="solid"/>
          </a:ln>
        </p:spPr>
      </p:sp>
      <p:sp>
        <p:nvSpPr>
          <p:cNvPr id="50" name="dp45-background / n38 / text 1">
            <a:extLst xmlns:a="http://schemas.openxmlformats.org/drawingml/2006/main">
              <a:ext uri="{FF2B5EF4-FFF2-40B4-BE49-F238E27FC236}">
                <a16:creationId xmlns:a16="http://schemas.microsoft.com/office/drawing/2014/main" id="{16C9A6EC-8BB0-478D-82C0-96E0114007AB}"/>
              </a:ext>
            </a:extLst>
          </p:cNvPr>
          <p:cNvSpPr>
            <a:spLocks xmlns:a="http://schemas.openxmlformats.org/drawingml/2006/main" noGrp="1"/>
          </p:cNvSpPr>
          <p:nvPr/>
        </p:nvSpPr>
        <p:spPr>
          <a:xfrm xmlns:a="http://schemas.openxmlformats.org/drawingml/2006/main">
            <a:off x="609600" y="6305550"/>
            <a:ext cx="10572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이번 C23 / R23: 여러 활동을 참조하는 새 제안서 요청</a:t>
            </a:r>
          </a:p>
        </p:txBody>
      </p:sp>
      <p:sp>
        <p:nvSpPr>
          <p:cNvPr id="51" name="dp45-background / n39">
            <a:extLst xmlns:a="http://schemas.openxmlformats.org/drawingml/2006/main">
              <a:ext uri="{FF2B5EF4-FFF2-40B4-BE49-F238E27FC236}">
                <a16:creationId xmlns:a16="http://schemas.microsoft.com/office/drawing/2014/main" id="{A1D793DE-12AE-4D4D-A7EB-35F75AB51B3C}"/>
              </a:ext>
            </a:extLst>
          </p:cNvPr>
          <p:cNvSpPr>
            <a:spLocks xmlns:a="http://schemas.openxmlformats.org/drawingml/2006/main" noGrp="1"/>
          </p:cNvSpPr>
          <p:nvPr/>
        </p:nvSpPr>
        <p:spPr>
          <a:xfrm xmlns:a="http://schemas.openxmlformats.org/drawingml/2006/main">
            <a:off x="609600" y="6686550"/>
            <a:ext cx="10572750" cy="981075"/>
          </a:xfrm>
          <a:prstGeom xmlns:a="http://schemas.openxmlformats.org/drawingml/2006/main" prst="rect">
            <a:avLst/>
          </a:prstGeom>
          <a:solidFill xmlns:a="http://schemas.openxmlformats.org/drawingml/2006/main">
            <a:srgbClr val="EAF0F8"/>
          </a:solidFill>
          <a:ln xmlns:a="http://schemas.openxmlformats.org/drawingml/2006/main" w="0">
            <a:noFill/>
            <a:prstDash val="solid"/>
          </a:ln>
        </p:spPr>
      </p:sp>
      <p:sp>
        <p:nvSpPr>
          <p:cNvPr id="52" name="dp45-background / n40 / text 1">
            <a:extLst xmlns:a="http://schemas.openxmlformats.org/drawingml/2006/main">
              <a:ext uri="{FF2B5EF4-FFF2-40B4-BE49-F238E27FC236}">
                <a16:creationId xmlns:a16="http://schemas.microsoft.com/office/drawing/2014/main" id="{0C81048F-4771-4D7A-952B-8ADD8B8A3B91}"/>
              </a:ext>
            </a:extLst>
          </p:cNvPr>
          <p:cNvSpPr>
            <a:spLocks xmlns:a="http://schemas.openxmlformats.org/drawingml/2006/main" noGrp="1"/>
          </p:cNvSpPr>
          <p:nvPr/>
        </p:nvSpPr>
        <p:spPr>
          <a:xfrm xmlns:a="http://schemas.openxmlformats.org/drawingml/2006/main">
            <a:off x="800100" y="6829425"/>
            <a:ext cx="10191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“지난번 네가 설명한 평가 기준에 맞춰, 앞서 조사한 제품 비교 결과와</a:t>
            </a:r>
          </a:p>
        </p:txBody>
      </p:sp>
      <p:sp>
        <p:nvSpPr>
          <p:cNvPr id="53" name="dp45-background / n40 / text 2">
            <a:extLst xmlns:a="http://schemas.openxmlformats.org/drawingml/2006/main">
              <a:ext uri="{FF2B5EF4-FFF2-40B4-BE49-F238E27FC236}">
                <a16:creationId xmlns:a16="http://schemas.microsoft.com/office/drawing/2014/main" id="{1AF641A5-C977-4102-889D-8BEA99286F36}"/>
              </a:ext>
            </a:extLst>
          </p:cNvPr>
          <p:cNvSpPr>
            <a:spLocks xmlns:a="http://schemas.openxmlformats.org/drawingml/2006/main" noGrp="1"/>
          </p:cNvSpPr>
          <p:nvPr/>
        </p:nvSpPr>
        <p:spPr>
          <a:xfrm xmlns:a="http://schemas.openxmlformats.org/drawingml/2006/main">
            <a:off x="800100" y="7181850"/>
            <a:ext cx="101917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받아둔 견적을 이번 제안서에 반영해줘.”</a:t>
            </a:r>
          </a:p>
        </p:txBody>
      </p:sp>
      <p:sp>
        <p:nvSpPr>
          <p:cNvPr id="54" name="dp45-background / n41">
            <a:extLst xmlns:a="http://schemas.openxmlformats.org/drawingml/2006/main">
              <a:ext uri="{FF2B5EF4-FFF2-40B4-BE49-F238E27FC236}">
                <a16:creationId xmlns:a16="http://schemas.microsoft.com/office/drawing/2014/main" id="{2EAD342C-8C78-49B5-91EB-71B21CFC6597}"/>
              </a:ext>
            </a:extLst>
          </p:cNvPr>
          <p:cNvSpPr>
            <a:spLocks xmlns:a="http://schemas.openxmlformats.org/drawingml/2006/main" noGrp="1"/>
          </p:cNvSpPr>
          <p:nvPr/>
        </p:nvSpPr>
        <p:spPr>
          <a:xfrm xmlns:a="http://schemas.openxmlformats.org/drawingml/2006/main">
            <a:off x="609600" y="7820025"/>
            <a:ext cx="10572750" cy="438150"/>
          </a:xfrm>
          <a:prstGeom xmlns:a="http://schemas.openxmlformats.org/drawingml/2006/main" prst="rect">
            <a:avLst/>
          </a:prstGeom>
          <a:solidFill xmlns:a="http://schemas.openxmlformats.org/drawingml/2006/main">
            <a:srgbClr val="F0F8F7"/>
          </a:solidFill>
          <a:ln xmlns:a="http://schemas.openxmlformats.org/drawingml/2006/main" w="0">
            <a:noFill/>
            <a:prstDash val="solid"/>
          </a:ln>
        </p:spPr>
      </p:sp>
      <p:sp>
        <p:nvSpPr>
          <p:cNvPr id="55" name="dp45-background / n42 / text 1">
            <a:extLst xmlns:a="http://schemas.openxmlformats.org/drawingml/2006/main">
              <a:ext uri="{FF2B5EF4-FFF2-40B4-BE49-F238E27FC236}">
                <a16:creationId xmlns:a16="http://schemas.microsoft.com/office/drawing/2014/main" id="{A237500E-5EA3-4838-A7D1-2419201DAAE0}"/>
              </a:ext>
            </a:extLst>
          </p:cNvPr>
          <p:cNvSpPr>
            <a:spLocks xmlns:a="http://schemas.openxmlformats.org/drawingml/2006/main" noGrp="1"/>
          </p:cNvSpPr>
          <p:nvPr/>
        </p:nvSpPr>
        <p:spPr>
          <a:xfrm xmlns:a="http://schemas.openxmlformats.org/drawingml/2006/main">
            <a:off x="800100" y="7915275"/>
            <a:ext cx="10191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VIA: P20 전달 범위와 D21/D22 발췌 또는 참조를 이번 Context에 연결</a:t>
            </a:r>
          </a:p>
        </p:txBody>
      </p:sp>
      <p:sp>
        <p:nvSpPr>
          <p:cNvPr id="56" name="dp45-background / n43 / text 1">
            <a:extLst xmlns:a="http://schemas.openxmlformats.org/drawingml/2006/main">
              <a:ext uri="{FF2B5EF4-FFF2-40B4-BE49-F238E27FC236}">
                <a16:creationId xmlns:a16="http://schemas.microsoft.com/office/drawing/2014/main" id="{727FF82E-7B86-480B-A685-EBE97CBBBF4C}"/>
              </a:ext>
            </a:extLst>
          </p:cNvPr>
          <p:cNvSpPr>
            <a:spLocks xmlns:a="http://schemas.openxmlformats.org/drawingml/2006/main" noGrp="1"/>
          </p:cNvSpPr>
          <p:nvPr/>
        </p:nvSpPr>
        <p:spPr>
          <a:xfrm xmlns:a="http://schemas.openxmlformats.org/drawingml/2006/main">
            <a:off x="12001500" y="3381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여러 활동의 근거 연결</a:t>
            </a:r>
          </a:p>
        </p:txBody>
      </p:sp>
      <p:sp>
        <p:nvSpPr>
          <p:cNvPr id="57" name="dp45-background / n44 / text 1">
            <a:extLst xmlns:a="http://schemas.openxmlformats.org/drawingml/2006/main">
              <a:ext uri="{FF2B5EF4-FFF2-40B4-BE49-F238E27FC236}">
                <a16:creationId xmlns:a16="http://schemas.microsoft.com/office/drawing/2014/main" id="{9F09DC99-3BF4-4171-AFE0-A7075A8BD598}"/>
              </a:ext>
            </a:extLst>
          </p:cNvPr>
          <p:cNvSpPr>
            <a:spLocks xmlns:a="http://schemas.openxmlformats.org/drawingml/2006/main" noGrp="1"/>
          </p:cNvSpPr>
          <p:nvPr/>
        </p:nvSpPr>
        <p:spPr>
          <a:xfrm xmlns:a="http://schemas.openxmlformats.org/drawingml/2006/main">
            <a:off x="12001500" y="3781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직접 설명과 두 업무 결과의 후보 및 버전 확인</a:t>
            </a:r>
          </a:p>
        </p:txBody>
      </p:sp>
      <p:sp>
        <p:nvSpPr>
          <p:cNvPr id="58" name="dp45-background / n45 / text 1">
            <a:extLst xmlns:a="http://schemas.openxmlformats.org/drawingml/2006/main">
              <a:ext uri="{FF2B5EF4-FFF2-40B4-BE49-F238E27FC236}">
                <a16:creationId xmlns:a16="http://schemas.microsoft.com/office/drawing/2014/main" id="{B62044D0-2A9A-4685-8535-2AFB3C3FAFAE}"/>
              </a:ext>
            </a:extLst>
          </p:cNvPr>
          <p:cNvSpPr>
            <a:spLocks xmlns:a="http://schemas.openxmlformats.org/drawingml/2006/main" noGrp="1"/>
          </p:cNvSpPr>
          <p:nvPr/>
        </p:nvSpPr>
        <p:spPr>
          <a:xfrm xmlns:a="http://schemas.openxmlformats.org/drawingml/2006/main">
            <a:off x="12001500" y="4905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실제 전달과 자료 범위</a:t>
            </a:r>
          </a:p>
        </p:txBody>
      </p:sp>
      <p:sp>
        <p:nvSpPr>
          <p:cNvPr id="59" name="dp45-background / n46 / text 1">
            <a:extLst xmlns:a="http://schemas.openxmlformats.org/drawingml/2006/main">
              <a:ext uri="{FF2B5EF4-FFF2-40B4-BE49-F238E27FC236}">
                <a16:creationId xmlns:a16="http://schemas.microsoft.com/office/drawing/2014/main" id="{2BB015FE-7296-4EE5-8B1F-8C865B00463B}"/>
              </a:ext>
            </a:extLst>
          </p:cNvPr>
          <p:cNvSpPr>
            <a:spLocks xmlns:a="http://schemas.openxmlformats.org/drawingml/2006/main" noGrp="1"/>
          </p:cNvSpPr>
          <p:nvPr/>
        </p:nvSpPr>
        <p:spPr>
          <a:xfrm xmlns:a="http://schemas.openxmlformats.org/drawingml/2006/main">
            <a:off x="12001500" y="5305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설명 원문과 실제 표시/재생 범위 구별</a:t>
            </a:r>
          </a:p>
        </p:txBody>
      </p:sp>
      <p:sp>
        <p:nvSpPr>
          <p:cNvPr id="60" name="dp45-background / n46 / text 2">
            <a:extLst xmlns:a="http://schemas.openxmlformats.org/drawingml/2006/main">
              <a:ext uri="{FF2B5EF4-FFF2-40B4-BE49-F238E27FC236}">
                <a16:creationId xmlns:a16="http://schemas.microsoft.com/office/drawing/2014/main" id="{91E7A74B-6F88-42ED-B4BA-D9E4D19F8F9B}"/>
              </a:ext>
            </a:extLst>
          </p:cNvPr>
          <p:cNvSpPr>
            <a:spLocks xmlns:a="http://schemas.openxmlformats.org/drawingml/2006/main" noGrp="1"/>
          </p:cNvSpPr>
          <p:nvPr/>
        </p:nvSpPr>
        <p:spPr>
          <a:xfrm xmlns:a="http://schemas.openxmlformats.org/drawingml/2006/main">
            <a:off x="12001500" y="5619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결과 본문과 허용된 참조 구별</a:t>
            </a:r>
          </a:p>
        </p:txBody>
      </p:sp>
      <p:sp>
        <p:nvSpPr>
          <p:cNvPr id="61" name="dp45-background / n47 / text 1">
            <a:extLst xmlns:a="http://schemas.openxmlformats.org/drawingml/2006/main">
              <a:ext uri="{FF2B5EF4-FFF2-40B4-BE49-F238E27FC236}">
                <a16:creationId xmlns:a16="http://schemas.microsoft.com/office/drawing/2014/main" id="{D4F5749C-0736-43ED-8A04-E828FFEC78CB}"/>
              </a:ext>
            </a:extLst>
          </p:cNvPr>
          <p:cNvSpPr>
            <a:spLocks xmlns:a="http://schemas.openxmlformats.org/drawingml/2006/main" noGrp="1"/>
          </p:cNvSpPr>
          <p:nvPr/>
        </p:nvSpPr>
        <p:spPr>
          <a:xfrm xmlns:a="http://schemas.openxmlformats.org/drawingml/2006/main">
            <a:off x="12001500" y="6429375"/>
            <a:ext cx="56769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제공 방식과 비용</a:t>
            </a:r>
          </a:p>
        </p:txBody>
      </p:sp>
      <p:sp>
        <p:nvSpPr>
          <p:cNvPr id="62" name="dp45-background / n48 / text 1">
            <a:extLst xmlns:a="http://schemas.openxmlformats.org/drawingml/2006/main">
              <a:ext uri="{FF2B5EF4-FFF2-40B4-BE49-F238E27FC236}">
                <a16:creationId xmlns:a16="http://schemas.microsoft.com/office/drawing/2014/main" id="{2B195F3E-9FD3-4FA5-B4FA-6B44E10C81BE}"/>
              </a:ext>
            </a:extLst>
          </p:cNvPr>
          <p:cNvSpPr>
            <a:spLocks xmlns:a="http://schemas.openxmlformats.org/drawingml/2006/main" noGrp="1"/>
          </p:cNvSpPr>
          <p:nvPr/>
        </p:nvSpPr>
        <p:spPr>
          <a:xfrm xmlns:a="http://schemas.openxmlformats.org/drawingml/2006/main">
            <a:off x="12001500" y="6829425"/>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단순 실행 맥락이나 index/cache로 충분한지</a:t>
            </a:r>
          </a:p>
        </p:txBody>
      </p:sp>
      <p:sp>
        <p:nvSpPr>
          <p:cNvPr id="63" name="dp45-background / n48 / text 2">
            <a:extLst xmlns:a="http://schemas.openxmlformats.org/drawingml/2006/main">
              <a:ext uri="{FF2B5EF4-FFF2-40B4-BE49-F238E27FC236}">
                <a16:creationId xmlns:a16="http://schemas.microsoft.com/office/drawing/2014/main" id="{CC1B92C0-6D7F-4FA0-B9CC-01BC6993FDC8}"/>
              </a:ext>
            </a:extLst>
          </p:cNvPr>
          <p:cNvSpPr>
            <a:spLocks xmlns:a="http://schemas.openxmlformats.org/drawingml/2006/main" noGrp="1"/>
          </p:cNvSpPr>
          <p:nvPr/>
        </p:nvSpPr>
        <p:spPr>
          <a:xfrm xmlns:a="http://schemas.openxmlformats.org/drawingml/2006/main">
            <a:off x="12001500" y="7143750"/>
            <a:ext cx="56769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공통 파생 관계의 유지가 필요한지 검토</a:t>
            </a:r>
          </a:p>
        </p:txBody>
      </p:sp>
    </p:spTree>
    <p:extLst>
      <p:ext uri="{BB962C8B-B14F-4D97-AF65-F5344CB8AC3E}">
        <p14:creationId xmlns:p14="http://schemas.microsoft.com/office/powerpoint/2010/main" val="69727446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32" name="dp45-comparison / n1">
            <a:extLst xmlns:a="http://schemas.openxmlformats.org/drawingml/2006/main">
              <a:ext uri="{FF2B5EF4-FFF2-40B4-BE49-F238E27FC236}">
                <a16:creationId xmlns:a16="http://schemas.microsoft.com/office/drawing/2014/main" id="{1234F3AE-1315-4BF4-8068-6C220E60F344}"/>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comparison / n2 / text 1">
            <a:extLst xmlns:a="http://schemas.openxmlformats.org/drawingml/2006/main">
              <a:ext uri="{FF2B5EF4-FFF2-40B4-BE49-F238E27FC236}">
                <a16:creationId xmlns:a16="http://schemas.microsoft.com/office/drawing/2014/main" id="{DAF0686A-0419-44AB-B955-29C6ACE995CB}"/>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5-comparison / n3 / text 1">
            <a:extLst xmlns:a="http://schemas.openxmlformats.org/drawingml/2006/main">
              <a:ext uri="{FF2B5EF4-FFF2-40B4-BE49-F238E27FC236}">
                <a16:creationId xmlns:a16="http://schemas.microsoft.com/office/drawing/2014/main" id="{4589B18C-9453-4909-858C-858F21ADC714}"/>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5-comparison / n4 / text 1">
            <a:extLst xmlns:a="http://schemas.openxmlformats.org/drawingml/2006/main">
              <a:ext uri="{FF2B5EF4-FFF2-40B4-BE49-F238E27FC236}">
                <a16:creationId xmlns:a16="http://schemas.microsoft.com/office/drawing/2014/main" id="{6FFAC009-2188-491B-95ED-8D60B6BC6D8D}"/>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04-45. VIA 과거 근거의 요청별 구성과 공통 생산/조회</a:t>
            </a:r>
          </a:p>
        </p:txBody>
      </p:sp>
      <p:sp>
        <p:nvSpPr>
          <p:cNvPr id="5" name="dp45-comparison / n5 / path">
            <a:extLst xmlns:a="http://schemas.openxmlformats.org/drawingml/2006/main">
              <a:ext uri="{FF2B5EF4-FFF2-40B4-BE49-F238E27FC236}">
                <a16:creationId xmlns:a16="http://schemas.microsoft.com/office/drawing/2014/main" id="{BDA4BF2E-33A8-4617-8A75-FAE1E9DF33F8}"/>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5-comparison / n6 / text 1">
            <a:extLst xmlns:a="http://schemas.openxmlformats.org/drawingml/2006/main">
              <a:ext uri="{FF2B5EF4-FFF2-40B4-BE49-F238E27FC236}">
                <a16:creationId xmlns:a16="http://schemas.microsoft.com/office/drawing/2014/main" id="{15E980D3-C69D-4553-A79F-11B314E064B9}"/>
              </a:ext>
            </a:extLst>
          </p:cNvPr>
          <p:cNvSpPr>
            <a:spLocks xmlns:a="http://schemas.openxmlformats.org/drawingml/2006/main" noGrp="1"/>
          </p:cNvSpPr>
          <p:nvPr/>
        </p:nvSpPr>
        <p:spPr>
          <a:xfrm xmlns:a="http://schemas.openxmlformats.org/drawingml/2006/main">
            <a:off x="381000" y="1285875"/>
            <a:ext cx="1752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R23 “지난번 네가 설명한 평가 기준에 맞춰, 앞서 조사한 제품 비교 결과와 받아둔 견적을 이번 제안서에 반영해줘.”</a:t>
            </a:r>
          </a:p>
        </p:txBody>
      </p:sp>
      <p:sp>
        <p:nvSpPr>
          <p:cNvPr id="7" name="dp45-comparison / n7 / text 1">
            <a:extLst xmlns:a="http://schemas.openxmlformats.org/drawingml/2006/main">
              <a:ext uri="{FF2B5EF4-FFF2-40B4-BE49-F238E27FC236}">
                <a16:creationId xmlns:a16="http://schemas.microsoft.com/office/drawing/2014/main" id="{71B82403-876F-41DB-A482-28601DF3463B}"/>
              </a:ext>
            </a:extLst>
          </p:cNvPr>
          <p:cNvSpPr>
            <a:spLocks xmlns:a="http://schemas.openxmlformats.org/drawingml/2006/main" noGrp="1"/>
          </p:cNvSpPr>
          <p:nvPr/>
        </p:nvSpPr>
        <p:spPr>
          <a:xfrm xmlns:a="http://schemas.openxmlformats.org/drawingml/2006/main">
            <a:off x="381000" y="16002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같은 원본 / 현재 T23 연결은 판단 결과 / VIA: 허용 근거 연결, Agent: 기준 적용과 제안서 작성</a:t>
            </a:r>
          </a:p>
        </p:txBody>
      </p:sp>
      <p:sp>
        <p:nvSpPr>
          <p:cNvPr id="8" name="dp45-comparison / n8 / text 1">
            <a:extLst xmlns:a="http://schemas.openxmlformats.org/drawingml/2006/main">
              <a:ext uri="{FF2B5EF4-FFF2-40B4-BE49-F238E27FC236}">
                <a16:creationId xmlns:a16="http://schemas.microsoft.com/office/drawing/2014/main" id="{37399942-F6A3-4D2C-840F-62494B494FF1}"/>
              </a:ext>
            </a:extLst>
          </p:cNvPr>
          <p:cNvSpPr>
            <a:spLocks xmlns:a="http://schemas.openxmlformats.org/drawingml/2006/main" noGrp="1"/>
          </p:cNvSpPr>
          <p:nvPr/>
        </p:nvSpPr>
        <p:spPr>
          <a:xfrm xmlns:a="http://schemas.openxmlformats.org/drawingml/2006/main">
            <a:off x="1504950" y="1828800"/>
            <a:ext cx="7810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원본 서비스 조합형</a:t>
            </a:r>
          </a:p>
        </p:txBody>
      </p:sp>
      <p:sp>
        <p:nvSpPr>
          <p:cNvPr id="9" name="dp45-comparison / n9 / text 1">
            <a:extLst xmlns:a="http://schemas.openxmlformats.org/drawingml/2006/main">
              <a:ext uri="{FF2B5EF4-FFF2-40B4-BE49-F238E27FC236}">
                <a16:creationId xmlns:a16="http://schemas.microsoft.com/office/drawing/2014/main" id="{B80309B8-A85C-4365-BE8E-C68B7F4E7050}"/>
              </a:ext>
            </a:extLst>
          </p:cNvPr>
          <p:cNvSpPr>
            <a:spLocks xmlns:a="http://schemas.openxmlformats.org/drawingml/2006/main" noGrp="1"/>
          </p:cNvSpPr>
          <p:nvPr/>
        </p:nvSpPr>
        <p:spPr>
          <a:xfrm xmlns:a="http://schemas.openxmlformats.org/drawingml/2006/main">
            <a:off x="1504950" y="2152650"/>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현재 요청의 owner 읽기 결과 조합 / 누락 해결</a:t>
            </a:r>
          </a:p>
        </p:txBody>
      </p:sp>
      <p:sp>
        <p:nvSpPr>
          <p:cNvPr id="10" name="dp45-comparison / n10 / text 1">
            <a:extLst xmlns:a="http://schemas.openxmlformats.org/drawingml/2006/main">
              <a:ext uri="{FF2B5EF4-FFF2-40B4-BE49-F238E27FC236}">
                <a16:creationId xmlns:a16="http://schemas.microsoft.com/office/drawing/2014/main" id="{84871A9F-626B-4D7B-ABCE-4203EBF3A82F}"/>
              </a:ext>
            </a:extLst>
          </p:cNvPr>
          <p:cNvSpPr>
            <a:spLocks xmlns:a="http://schemas.openxmlformats.org/drawingml/2006/main" noGrp="1"/>
          </p:cNvSpPr>
          <p:nvPr/>
        </p:nvSpPr>
        <p:spPr>
          <a:xfrm xmlns:a="http://schemas.openxmlformats.org/drawingml/2006/main">
            <a:off x="9791700" y="1828800"/>
            <a:ext cx="7810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공통 파생 기억 저장소형</a:t>
            </a:r>
          </a:p>
        </p:txBody>
      </p:sp>
      <p:sp>
        <p:nvSpPr>
          <p:cNvPr id="11" name="dp45-comparison / n11 / text 1">
            <a:extLst xmlns:a="http://schemas.openxmlformats.org/drawingml/2006/main">
              <a:ext uri="{FF2B5EF4-FFF2-40B4-BE49-F238E27FC236}">
                <a16:creationId xmlns:a16="http://schemas.microsoft.com/office/drawing/2014/main" id="{F23F338D-29CA-4095-9974-DD193728989D}"/>
              </a:ext>
            </a:extLst>
          </p:cNvPr>
          <p:cNvSpPr>
            <a:spLocks xmlns:a="http://schemas.openxmlformats.org/drawingml/2006/main" noGrp="1"/>
          </p:cNvSpPr>
          <p:nvPr/>
        </p:nvSpPr>
        <p:spPr>
          <a:xfrm xmlns:a="http://schemas.openxmlformats.org/drawingml/2006/main">
            <a:off x="9791700" y="2152650"/>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과거 관계 생산 / 검증 / 게시 / 공통 읽기 계약 소비</a:t>
            </a:r>
          </a:p>
        </p:txBody>
      </p:sp>
      <p:sp>
        <p:nvSpPr>
          <p:cNvPr id="12" name="dp45-comparison / n12 / path">
            <a:extLst xmlns:a="http://schemas.openxmlformats.org/drawingml/2006/main">
              <a:ext uri="{FF2B5EF4-FFF2-40B4-BE49-F238E27FC236}">
                <a16:creationId xmlns:a16="http://schemas.microsoft.com/office/drawing/2014/main" id="{68FF5201-6E77-4CE0-9FA1-F2B25053C36A}"/>
              </a:ext>
            </a:extLst>
          </p:cNvPr>
          <p:cNvSpPr>
            <a:spLocks xmlns:a="http://schemas.openxmlformats.org/drawingml/2006/main" noGrp="1"/>
          </p:cNvSpPr>
          <p:nvPr/>
        </p:nvSpPr>
        <p:spPr>
          <a:xfrm xmlns:a="http://schemas.openxmlformats.org/drawingml/2006/main">
            <a:off x="94297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3" name="dp45-comparison / n13 / text 1">
            <a:extLst xmlns:a="http://schemas.openxmlformats.org/drawingml/2006/main">
              <a:ext uri="{FF2B5EF4-FFF2-40B4-BE49-F238E27FC236}">
                <a16:creationId xmlns:a16="http://schemas.microsoft.com/office/drawing/2014/main" id="{2DC90AC7-E529-4005-9E75-8D275AC19746}"/>
              </a:ext>
            </a:extLst>
          </p:cNvPr>
          <p:cNvSpPr>
            <a:spLocks xmlns:a="http://schemas.openxmlformats.org/drawingml/2006/main" noGrp="1"/>
          </p:cNvSpPr>
          <p:nvPr/>
        </p:nvSpPr>
        <p:spPr>
          <a:xfrm xmlns:a="http://schemas.openxmlformats.org/drawingml/2006/main">
            <a:off x="381000" y="748665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장면: 첫 요청 → 필요한 원본 / 미게시 생산 | 반복 R24 → warm cache / 유효 게시 | 정정 직후 → fence 후 갱신 | 표현 밖 새 관계 → 미지원</a:t>
            </a:r>
          </a:p>
        </p:txBody>
      </p:sp>
      <p:sp>
        <p:nvSpPr>
          <p:cNvPr id="14" name="dp45-comparison / n14">
            <a:extLst xmlns:a="http://schemas.openxmlformats.org/drawingml/2006/main">
              <a:ext uri="{FF2B5EF4-FFF2-40B4-BE49-F238E27FC236}">
                <a16:creationId xmlns:a16="http://schemas.microsoft.com/office/drawing/2014/main" id="{D9614892-2E31-4B28-A39D-C9A47A102F52}"/>
              </a:ext>
            </a:extLst>
          </p:cNvPr>
          <p:cNvSpPr>
            <a:spLocks xmlns:a="http://schemas.openxmlformats.org/drawingml/2006/main" noGrp="1"/>
          </p:cNvSpPr>
          <p:nvPr/>
        </p:nvSpPr>
        <p:spPr>
          <a:xfrm xmlns:a="http://schemas.openxmlformats.org/drawingml/2006/main">
            <a:off x="1238250" y="7762875"/>
            <a:ext cx="1071563" cy="228600"/>
          </a:xfrm>
          <a:prstGeom xmlns:a="http://schemas.openxmlformats.org/drawingml/2006/main" prst="rect">
            <a:avLst/>
          </a:prstGeom>
          <a:solidFill xmlns:a="http://schemas.openxmlformats.org/drawingml/2006/main">
            <a:srgbClr val="FFFFFF"/>
          </a:solidFill>
          <a:ln xmlns:a="http://schemas.openxmlformats.org/drawingml/2006/main" w="7144">
            <a:solidFill>
              <a:srgbClr val="000000"/>
            </a:solidFill>
            <a:prstDash val="solid"/>
          </a:ln>
        </p:spPr>
      </p:sp>
      <p:sp>
        <p:nvSpPr>
          <p:cNvPr id="15" name="dp45-comparison / n15 / text 1">
            <a:extLst xmlns:a="http://schemas.openxmlformats.org/drawingml/2006/main">
              <a:ext uri="{FF2B5EF4-FFF2-40B4-BE49-F238E27FC236}">
                <a16:creationId xmlns:a16="http://schemas.microsoft.com/office/drawing/2014/main" id="{C760A609-9244-4B75-A916-09CBF4C75EC4}"/>
              </a:ext>
            </a:extLst>
          </p:cNvPr>
          <p:cNvSpPr>
            <a:spLocks xmlns:a="http://schemas.openxmlformats.org/drawingml/2006/main" noGrp="1"/>
          </p:cNvSpPr>
          <p:nvPr/>
        </p:nvSpPr>
        <p:spPr>
          <a:xfrm xmlns:a="http://schemas.openxmlformats.org/drawingml/2006/main">
            <a:off x="1288256"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Component</a:t>
            </a:r>
          </a:p>
        </p:txBody>
      </p:sp>
      <p:sp>
        <p:nvSpPr>
          <p:cNvPr id="16" name="dp45-comparison / n16">
            <a:extLst xmlns:a="http://schemas.openxmlformats.org/drawingml/2006/main">
              <a:ext uri="{FF2B5EF4-FFF2-40B4-BE49-F238E27FC236}">
                <a16:creationId xmlns:a16="http://schemas.microsoft.com/office/drawing/2014/main" id="{17B295D0-D16C-438C-8154-5A847062EED1}"/>
              </a:ext>
            </a:extLst>
          </p:cNvPr>
          <p:cNvSpPr>
            <a:spLocks xmlns:a="http://schemas.openxmlformats.org/drawingml/2006/main" noGrp="1"/>
          </p:cNvSpPr>
          <p:nvPr/>
        </p:nvSpPr>
        <p:spPr>
          <a:xfrm xmlns:a="http://schemas.openxmlformats.org/drawingml/2006/main">
            <a:off x="2702719" y="7762875"/>
            <a:ext cx="1071563" cy="228600"/>
          </a:xfrm>
          <a:prstGeom xmlns:a="http://schemas.openxmlformats.org/drawingml/2006/main" prst="roundRect">
            <a:avLst>
              <a:gd name="adj" fmla="val 33333"/>
            </a:avLst>
          </a:prstGeom>
          <a:solidFill xmlns:a="http://schemas.openxmlformats.org/drawingml/2006/main">
            <a:srgbClr val="FFFFFF"/>
          </a:solidFill>
          <a:ln xmlns:a="http://schemas.openxmlformats.org/drawingml/2006/main" w="7144">
            <a:solidFill>
              <a:srgbClr val="000000"/>
            </a:solidFill>
            <a:prstDash val="solid"/>
          </a:ln>
        </p:spPr>
      </p:sp>
      <p:sp>
        <p:nvSpPr>
          <p:cNvPr id="17" name="dp45-comparison / n17 / text 1">
            <a:extLst xmlns:a="http://schemas.openxmlformats.org/drawingml/2006/main">
              <a:ext uri="{FF2B5EF4-FFF2-40B4-BE49-F238E27FC236}">
                <a16:creationId xmlns:a16="http://schemas.microsoft.com/office/drawing/2014/main" id="{AC60C3E1-D009-4B09-B103-A3CD88EE2106}"/>
              </a:ext>
            </a:extLst>
          </p:cNvPr>
          <p:cNvSpPr>
            <a:spLocks xmlns:a="http://schemas.openxmlformats.org/drawingml/2006/main" noGrp="1"/>
          </p:cNvSpPr>
          <p:nvPr/>
        </p:nvSpPr>
        <p:spPr>
          <a:xfrm xmlns:a="http://schemas.openxmlformats.org/drawingml/2006/main">
            <a:off x="2752725"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Module</a:t>
            </a:r>
          </a:p>
        </p:txBody>
      </p:sp>
      <p:sp>
        <p:nvSpPr>
          <p:cNvPr id="18" name="dp45-comparison / n18">
            <a:extLst xmlns:a="http://schemas.openxmlformats.org/drawingml/2006/main">
              <a:ext uri="{FF2B5EF4-FFF2-40B4-BE49-F238E27FC236}">
                <a16:creationId xmlns:a16="http://schemas.microsoft.com/office/drawing/2014/main" id="{9F3917F3-9375-4322-9AD7-E5A7E92E6266}"/>
              </a:ext>
            </a:extLst>
          </p:cNvPr>
          <p:cNvSpPr>
            <a:spLocks xmlns:a="http://schemas.openxmlformats.org/drawingml/2006/main" noGrp="1"/>
          </p:cNvSpPr>
          <p:nvPr/>
        </p:nvSpPr>
        <p:spPr>
          <a:xfrm xmlns:a="http://schemas.openxmlformats.org/drawingml/2006/main">
            <a:off x="4095750" y="7762875"/>
            <a:ext cx="1071563" cy="228600"/>
          </a:xfrm>
          <a:prstGeom xmlns:a="http://schemas.openxmlformats.org/drawingml/2006/main" prst="can">
            <a:avLst>
              <a:gd name="adj" fmla="val 20000"/>
            </a:avLst>
          </a:prstGeom>
          <a:solidFill xmlns:a="http://schemas.openxmlformats.org/drawingml/2006/main">
            <a:srgbClr val="FFFFFF"/>
          </a:solidFill>
          <a:ln xmlns:a="http://schemas.openxmlformats.org/drawingml/2006/main" w="7144">
            <a:solidFill>
              <a:srgbClr val="000000"/>
            </a:solidFill>
            <a:prstDash val="solid"/>
          </a:ln>
        </p:spPr>
      </p:sp>
      <p:sp>
        <p:nvSpPr>
          <p:cNvPr id="19" name="dp45-comparison / n19 / text 1">
            <a:extLst xmlns:a="http://schemas.openxmlformats.org/drawingml/2006/main">
              <a:ext uri="{FF2B5EF4-FFF2-40B4-BE49-F238E27FC236}">
                <a16:creationId xmlns:a16="http://schemas.microsoft.com/office/drawing/2014/main" id="{6A3FD8D8-48AA-4CC7-94FC-6A4FECCCA44E}"/>
              </a:ext>
            </a:extLst>
          </p:cNvPr>
          <p:cNvSpPr>
            <a:spLocks xmlns:a="http://schemas.openxmlformats.org/drawingml/2006/main" noGrp="1"/>
          </p:cNvSpPr>
          <p:nvPr/>
        </p:nvSpPr>
        <p:spPr>
          <a:xfrm xmlns:a="http://schemas.openxmlformats.org/drawingml/2006/main">
            <a:off x="4145756" y="7838885"/>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State</a:t>
            </a:r>
          </a:p>
        </p:txBody>
      </p:sp>
      <p:sp>
        <p:nvSpPr>
          <p:cNvPr id="20" name="dp45-comparison / n20">
            <a:extLst xmlns:a="http://schemas.openxmlformats.org/drawingml/2006/main">
              <a:ext uri="{FF2B5EF4-FFF2-40B4-BE49-F238E27FC236}">
                <a16:creationId xmlns:a16="http://schemas.microsoft.com/office/drawing/2014/main" id="{5450D387-194E-4B45-9F1E-0606426224CA}"/>
              </a:ext>
            </a:extLst>
          </p:cNvPr>
          <p:cNvSpPr>
            <a:spLocks xmlns:a="http://schemas.openxmlformats.org/drawingml/2006/main" noGrp="1"/>
          </p:cNvSpPr>
          <p:nvPr/>
        </p:nvSpPr>
        <p:spPr>
          <a:xfrm xmlns:a="http://schemas.openxmlformats.org/drawingml/2006/main">
            <a:off x="9310688" y="7762875"/>
            <a:ext cx="1071563" cy="228600"/>
          </a:xfrm>
          <a:prstGeom xmlns:a="http://schemas.openxmlformats.org/drawingml/2006/main" prst="roundRect">
            <a:avLst>
              <a:gd name="adj" fmla="val 33333"/>
            </a:avLst>
          </a:prstGeom>
          <a:solidFill xmlns:a="http://schemas.openxmlformats.org/drawingml/2006/main">
            <a:srgbClr val="FFF0DD"/>
          </a:solidFill>
          <a:ln xmlns:a="http://schemas.openxmlformats.org/drawingml/2006/main" w="12859">
            <a:solidFill>
              <a:srgbClr val="B8753F"/>
            </a:solidFill>
            <a:prstDash val="solid"/>
          </a:ln>
        </p:spPr>
      </p:sp>
      <p:sp>
        <p:nvSpPr>
          <p:cNvPr id="21" name="dp45-comparison / n21 / text 1">
            <a:extLst xmlns:a="http://schemas.openxmlformats.org/drawingml/2006/main">
              <a:ext uri="{FF2B5EF4-FFF2-40B4-BE49-F238E27FC236}">
                <a16:creationId xmlns:a16="http://schemas.microsoft.com/office/drawing/2014/main" id="{26D145EE-DA91-45E5-A55F-CCEB2FC3C01E}"/>
              </a:ext>
            </a:extLst>
          </p:cNvPr>
          <p:cNvSpPr>
            <a:spLocks xmlns:a="http://schemas.openxmlformats.org/drawingml/2006/main" noGrp="1"/>
          </p:cNvSpPr>
          <p:nvPr/>
        </p:nvSpPr>
        <p:spPr>
          <a:xfrm xmlns:a="http://schemas.openxmlformats.org/drawingml/2006/main">
            <a:off x="9360694"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Module</a:t>
            </a:r>
          </a:p>
        </p:txBody>
      </p:sp>
      <p:sp>
        <p:nvSpPr>
          <p:cNvPr id="22" name="dp45-comparison / n22">
            <a:extLst xmlns:a="http://schemas.openxmlformats.org/drawingml/2006/main">
              <a:ext uri="{FF2B5EF4-FFF2-40B4-BE49-F238E27FC236}">
                <a16:creationId xmlns:a16="http://schemas.microsoft.com/office/drawing/2014/main" id="{435C47FA-EE3D-4C0E-BD37-50AF7B37C5B5}"/>
              </a:ext>
            </a:extLst>
          </p:cNvPr>
          <p:cNvSpPr>
            <a:spLocks xmlns:a="http://schemas.openxmlformats.org/drawingml/2006/main" noGrp="1"/>
          </p:cNvSpPr>
          <p:nvPr/>
        </p:nvSpPr>
        <p:spPr>
          <a:xfrm xmlns:a="http://schemas.openxmlformats.org/drawingml/2006/main">
            <a:off x="12882563" y="7762875"/>
            <a:ext cx="1071563" cy="228600"/>
          </a:xfrm>
          <a:prstGeom xmlns:a="http://schemas.openxmlformats.org/drawingml/2006/main" prst="hexagon">
            <a:avLst/>
          </a:prstGeom>
          <a:solidFill xmlns:a="http://schemas.openxmlformats.org/drawingml/2006/main">
            <a:srgbClr val="FFFFFF"/>
          </a:solidFill>
          <a:ln xmlns:a="http://schemas.openxmlformats.org/drawingml/2006/main" w="7144">
            <a:solidFill>
              <a:srgbClr val="000000"/>
            </a:solidFill>
            <a:prstDash val="solid"/>
          </a:ln>
        </p:spPr>
      </p:sp>
      <p:sp>
        <p:nvSpPr>
          <p:cNvPr id="23" name="dp45-comparison / n23 / text 1">
            <a:extLst xmlns:a="http://schemas.openxmlformats.org/drawingml/2006/main">
              <a:ext uri="{FF2B5EF4-FFF2-40B4-BE49-F238E27FC236}">
                <a16:creationId xmlns:a16="http://schemas.microsoft.com/office/drawing/2014/main" id="{A8B15A92-07AA-409A-86BB-0B6C51292B01}"/>
              </a:ext>
            </a:extLst>
          </p:cNvPr>
          <p:cNvSpPr>
            <a:spLocks xmlns:a="http://schemas.openxmlformats.org/drawingml/2006/main" noGrp="1"/>
          </p:cNvSpPr>
          <p:nvPr/>
        </p:nvSpPr>
        <p:spPr>
          <a:xfrm xmlns:a="http://schemas.openxmlformats.org/drawingml/2006/main">
            <a:off x="12932569" y="7810310"/>
            <a:ext cx="971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1">
                <a:solidFill>
                  <a:srgbClr val="000000"/>
                </a:solidFill>
                <a:latin typeface="Apple SD Gothic Neo"/>
                <a:ea typeface="Apple SD Gothic Neo"/>
                <a:cs typeface="Apple SD Gothic Neo"/>
              </a:defRPr>
            </a:pPr>
            <a:r>
              <a:rPr sz="900" b="1">
                <a:solidFill>
                  <a:srgbClr val="000000"/>
                </a:solidFill>
                <a:latin typeface="Apple SD Gothic Neo"/>
                <a:ea typeface="Apple SD Gothic Neo"/>
                <a:cs typeface="Apple SD Gothic Neo"/>
              </a:rPr>
              <a:t>Dependency</a:t>
            </a:r>
          </a:p>
        </p:txBody>
      </p:sp>
      <p:sp>
        <p:nvSpPr>
          <p:cNvPr id="24" name="dp45-comparison / n24">
            <a:extLst xmlns:a="http://schemas.openxmlformats.org/drawingml/2006/main">
              <a:ext uri="{FF2B5EF4-FFF2-40B4-BE49-F238E27FC236}">
                <a16:creationId xmlns:a16="http://schemas.microsoft.com/office/drawing/2014/main" id="{EAC5B135-9CDE-445C-8CA3-6A37C5D49184}"/>
              </a:ext>
            </a:extLst>
          </p:cNvPr>
          <p:cNvSpPr>
            <a:spLocks xmlns:a="http://schemas.openxmlformats.org/drawingml/2006/main" noGrp="1"/>
          </p:cNvSpPr>
          <p:nvPr/>
        </p:nvSpPr>
        <p:spPr>
          <a:xfrm xmlns:a="http://schemas.openxmlformats.org/drawingml/2006/main">
            <a:off x="366713" y="7777163"/>
            <a:ext cx="525780" cy="18859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5" name="dp45-comparison / n25 / text 1">
            <a:extLst xmlns:a="http://schemas.openxmlformats.org/drawingml/2006/main">
              <a:ext uri="{FF2B5EF4-FFF2-40B4-BE49-F238E27FC236}">
                <a16:creationId xmlns:a16="http://schemas.microsoft.com/office/drawing/2014/main" id="{12225242-FC7A-438B-AE54-8979B94A7731}"/>
              </a:ext>
            </a:extLst>
          </p:cNvPr>
          <p:cNvSpPr>
            <a:spLocks xmlns:a="http://schemas.openxmlformats.org/drawingml/2006/main" noGrp="1"/>
          </p:cNvSpPr>
          <p:nvPr/>
        </p:nvSpPr>
        <p:spPr>
          <a:xfrm xmlns:a="http://schemas.openxmlformats.org/drawingml/2006/main">
            <a:off x="381000" y="7784306"/>
            <a:ext cx="785813"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26" name="dp45-comparison / n26">
            <a:extLst xmlns:a="http://schemas.openxmlformats.org/drawingml/2006/main">
              <a:ext uri="{FF2B5EF4-FFF2-40B4-BE49-F238E27FC236}">
                <a16:creationId xmlns:a16="http://schemas.microsoft.com/office/drawing/2014/main" id="{EC7003F7-BCEE-4F82-AE37-0FC1971B8FCA}"/>
              </a:ext>
            </a:extLst>
          </p:cNvPr>
          <p:cNvSpPr>
            <a:spLocks xmlns:a="http://schemas.openxmlformats.org/drawingml/2006/main" noGrp="1"/>
          </p:cNvSpPr>
          <p:nvPr/>
        </p:nvSpPr>
        <p:spPr>
          <a:xfrm xmlns:a="http://schemas.openxmlformats.org/drawingml/2006/main">
            <a:off x="1223963" y="8034338"/>
            <a:ext cx="584787"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 name="dp45-comparison / n27 / text 1">
            <a:extLst xmlns:a="http://schemas.openxmlformats.org/drawingml/2006/main">
              <a:ext uri="{FF2B5EF4-FFF2-40B4-BE49-F238E27FC236}">
                <a16:creationId xmlns:a16="http://schemas.microsoft.com/office/drawing/2014/main" id="{EC544BBE-15A6-4A3E-A114-2AA5815C43B6}"/>
              </a:ext>
            </a:extLst>
          </p:cNvPr>
          <p:cNvSpPr>
            <a:spLocks xmlns:a="http://schemas.openxmlformats.org/drawingml/2006/main" noGrp="1"/>
          </p:cNvSpPr>
          <p:nvPr/>
        </p:nvSpPr>
        <p:spPr>
          <a:xfrm xmlns:a="http://schemas.openxmlformats.org/drawingml/2006/main">
            <a:off x="1238250"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논리 책임</a:t>
            </a:r>
          </a:p>
        </p:txBody>
      </p:sp>
      <p:sp>
        <p:nvSpPr>
          <p:cNvPr id="28" name="dp45-comparison / n28">
            <a:extLst xmlns:a="http://schemas.openxmlformats.org/drawingml/2006/main">
              <a:ext uri="{FF2B5EF4-FFF2-40B4-BE49-F238E27FC236}">
                <a16:creationId xmlns:a16="http://schemas.microsoft.com/office/drawing/2014/main" id="{92672E70-C418-41A3-8D2A-406C26AF1511}"/>
              </a:ext>
            </a:extLst>
          </p:cNvPr>
          <p:cNvSpPr>
            <a:spLocks xmlns:a="http://schemas.openxmlformats.org/drawingml/2006/main" noGrp="1"/>
          </p:cNvSpPr>
          <p:nvPr/>
        </p:nvSpPr>
        <p:spPr>
          <a:xfrm xmlns:a="http://schemas.openxmlformats.org/drawingml/2006/main">
            <a:off x="2688431" y="8034338"/>
            <a:ext cx="764524"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 name="dp45-comparison / n29 / text 1">
            <a:extLst xmlns:a="http://schemas.openxmlformats.org/drawingml/2006/main">
              <a:ext uri="{FF2B5EF4-FFF2-40B4-BE49-F238E27FC236}">
                <a16:creationId xmlns:a16="http://schemas.microsoft.com/office/drawing/2014/main" id="{F6771870-1D8E-4AD1-B5E8-1EE80F67B9A9}"/>
              </a:ext>
            </a:extLst>
          </p:cNvPr>
          <p:cNvSpPr>
            <a:spLocks xmlns:a="http://schemas.openxmlformats.org/drawingml/2006/main" noGrp="1"/>
          </p:cNvSpPr>
          <p:nvPr/>
        </p:nvSpPr>
        <p:spPr>
          <a:xfrm xmlns:a="http://schemas.openxmlformats.org/drawingml/2006/main">
            <a:off x="2702719"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내부 Module</a:t>
            </a:r>
          </a:p>
        </p:txBody>
      </p:sp>
      <p:sp>
        <p:nvSpPr>
          <p:cNvPr id="30" name="dp45-comparison / n30">
            <a:extLst xmlns:a="http://schemas.openxmlformats.org/drawingml/2006/main">
              <a:ext uri="{FF2B5EF4-FFF2-40B4-BE49-F238E27FC236}">
                <a16:creationId xmlns:a16="http://schemas.microsoft.com/office/drawing/2014/main" id="{8AEBC683-B792-4F8D-9C90-910C4603F73B}"/>
              </a:ext>
            </a:extLst>
          </p:cNvPr>
          <p:cNvSpPr>
            <a:spLocks xmlns:a="http://schemas.openxmlformats.org/drawingml/2006/main" noGrp="1"/>
          </p:cNvSpPr>
          <p:nvPr/>
        </p:nvSpPr>
        <p:spPr>
          <a:xfrm xmlns:a="http://schemas.openxmlformats.org/drawingml/2006/main">
            <a:off x="4081463" y="8034338"/>
            <a:ext cx="706231"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 name="dp45-comparison / n31 / text 1">
            <a:extLst xmlns:a="http://schemas.openxmlformats.org/drawingml/2006/main">
              <a:ext uri="{FF2B5EF4-FFF2-40B4-BE49-F238E27FC236}">
                <a16:creationId xmlns:a16="http://schemas.microsoft.com/office/drawing/2014/main" id="{FE7CF21A-B28C-4C03-A038-724495C602C8}"/>
              </a:ext>
            </a:extLst>
          </p:cNvPr>
          <p:cNvSpPr>
            <a:spLocks xmlns:a="http://schemas.openxmlformats.org/drawingml/2006/main" noGrp="1"/>
          </p:cNvSpPr>
          <p:nvPr/>
        </p:nvSpPr>
        <p:spPr>
          <a:xfrm xmlns:a="http://schemas.openxmlformats.org/drawingml/2006/main">
            <a:off x="4095750"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데이터 상태</a:t>
            </a:r>
          </a:p>
        </p:txBody>
      </p:sp>
      <p:sp>
        <p:nvSpPr>
          <p:cNvPr id="32" name="dp45-comparison / n32">
            <a:extLst xmlns:a="http://schemas.openxmlformats.org/drawingml/2006/main">
              <a:ext uri="{FF2B5EF4-FFF2-40B4-BE49-F238E27FC236}">
                <a16:creationId xmlns:a16="http://schemas.microsoft.com/office/drawing/2014/main" id="{1979BF5D-6FA4-4140-A0DD-D7F205A431F1}"/>
              </a:ext>
            </a:extLst>
          </p:cNvPr>
          <p:cNvSpPr>
            <a:spLocks xmlns:a="http://schemas.openxmlformats.org/drawingml/2006/main" noGrp="1"/>
          </p:cNvSpPr>
          <p:nvPr/>
        </p:nvSpPr>
        <p:spPr>
          <a:xfrm xmlns:a="http://schemas.openxmlformats.org/drawingml/2006/main">
            <a:off x="9296400" y="8034338"/>
            <a:ext cx="1665637"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 name="dp45-comparison / n33 / text 1">
            <a:extLst xmlns:a="http://schemas.openxmlformats.org/drawingml/2006/main">
              <a:ext uri="{FF2B5EF4-FFF2-40B4-BE49-F238E27FC236}">
                <a16:creationId xmlns:a16="http://schemas.microsoft.com/office/drawing/2014/main" id="{7D60337B-9AF3-4BE9-A52D-ED833F81DDF0}"/>
              </a:ext>
            </a:extLst>
          </p:cNvPr>
          <p:cNvSpPr>
            <a:spLocks xmlns:a="http://schemas.openxmlformats.org/drawingml/2006/main" noGrp="1"/>
          </p:cNvSpPr>
          <p:nvPr/>
        </p:nvSpPr>
        <p:spPr>
          <a:xfrm xmlns:a="http://schemas.openxmlformats.org/drawingml/2006/main">
            <a:off x="9310688"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차이: 살구색 / 짙은 테두리</a:t>
            </a:r>
          </a:p>
        </p:txBody>
      </p:sp>
      <p:sp>
        <p:nvSpPr>
          <p:cNvPr id="34" name="dp45-comparison / n34">
            <a:extLst xmlns:a="http://schemas.openxmlformats.org/drawingml/2006/main">
              <a:ext uri="{FF2B5EF4-FFF2-40B4-BE49-F238E27FC236}">
                <a16:creationId xmlns:a16="http://schemas.microsoft.com/office/drawing/2014/main" id="{2BBFD3ED-2761-41A0-8191-1A7407DD069A}"/>
              </a:ext>
            </a:extLst>
          </p:cNvPr>
          <p:cNvSpPr>
            <a:spLocks xmlns:a="http://schemas.openxmlformats.org/drawingml/2006/main" noGrp="1"/>
          </p:cNvSpPr>
          <p:nvPr/>
        </p:nvSpPr>
        <p:spPr>
          <a:xfrm xmlns:a="http://schemas.openxmlformats.org/drawingml/2006/main">
            <a:off x="12868275" y="8034338"/>
            <a:ext cx="1148286"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5" name="dp45-comparison / n35 / text 1">
            <a:extLst xmlns:a="http://schemas.openxmlformats.org/drawingml/2006/main">
              <a:ext uri="{FF2B5EF4-FFF2-40B4-BE49-F238E27FC236}">
                <a16:creationId xmlns:a16="http://schemas.microsoft.com/office/drawing/2014/main" id="{7CCA933C-DB03-47BC-880A-F71B686FEC14}"/>
              </a:ext>
            </a:extLst>
          </p:cNvPr>
          <p:cNvSpPr>
            <a:spLocks xmlns:a="http://schemas.openxmlformats.org/drawingml/2006/main" noGrp="1"/>
          </p:cNvSpPr>
          <p:nvPr/>
        </p:nvSpPr>
        <p:spPr>
          <a:xfrm xmlns:a="http://schemas.openxmlformats.org/drawingml/2006/main">
            <a:off x="12882563"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외부 Agent / 모델</a:t>
            </a:r>
          </a:p>
        </p:txBody>
      </p:sp>
      <p:sp>
        <p:nvSpPr>
          <p:cNvPr id="36" name="dp45-comparison / n36 / path">
            <a:extLst xmlns:a="http://schemas.openxmlformats.org/drawingml/2006/main">
              <a:ext uri="{FF2B5EF4-FFF2-40B4-BE49-F238E27FC236}">
                <a16:creationId xmlns:a16="http://schemas.microsoft.com/office/drawing/2014/main" id="{A8996E5B-8FE2-4EA6-9C26-6AEAF7E1145F}"/>
              </a:ext>
            </a:extLst>
          </p:cNvPr>
          <p:cNvSpPr>
            <a:spLocks xmlns:a="http://schemas.openxmlformats.org/drawingml/2006/main" noGrp="1"/>
          </p:cNvSpPr>
          <p:nvPr/>
        </p:nvSpPr>
        <p:spPr>
          <a:xfrm xmlns:a="http://schemas.openxmlformats.org/drawingml/2006/main">
            <a:off x="5667375" y="7877175"/>
            <a:ext cx="1071563" cy="953"/>
          </a:xfrm>
          <a:custGeom xmlns:a="http://schemas.openxmlformats.org/drawingml/2006/main">
            <a:pathLst>
              <a:path w="1071563" h="953">
                <a:moveTo>
                  <a:pt x="0" y="0"/>
                </a:moveTo>
                <a:lnTo>
                  <a:pt x="1071563" y="0"/>
                </a:lnTo>
              </a:path>
            </a:pathLst>
          </a:custGeom>
          <a:noFill xmlns:a="http://schemas.openxmlformats.org/drawingml/2006/main"/>
          <a:ln xmlns:a="http://schemas.openxmlformats.org/drawingml/2006/main" w="7858">
            <a:solidFill>
              <a:srgbClr val="000000"/>
            </a:solidFill>
            <a:prstDash val="solid"/>
          </a:ln>
        </p:spPr>
      </p:sp>
      <p:sp>
        <p:nvSpPr>
          <p:cNvPr id="37" name="dp45-comparison / n36 / arrow">
            <a:extLst xmlns:a="http://schemas.openxmlformats.org/drawingml/2006/main">
              <a:ext uri="{FF2B5EF4-FFF2-40B4-BE49-F238E27FC236}">
                <a16:creationId xmlns:a16="http://schemas.microsoft.com/office/drawing/2014/main" id="{14C68EDB-B2E0-416A-B542-90222B371081}"/>
              </a:ext>
            </a:extLst>
          </p:cNvPr>
          <p:cNvSpPr>
            <a:spLocks xmlns:a="http://schemas.openxmlformats.org/drawingml/2006/main" noGrp="1"/>
          </p:cNvSpPr>
          <p:nvPr/>
        </p:nvSpPr>
        <p:spPr>
          <a:xfrm xmlns:a="http://schemas.openxmlformats.org/drawingml/2006/main">
            <a:off x="6688646" y="7852029"/>
            <a:ext cx="50292" cy="50292"/>
          </a:xfrm>
          <a:custGeom xmlns:a="http://schemas.openxmlformats.org/drawingml/2006/main">
            <a:pathLst>
              <a:path w="50292" h="50292">
                <a:moveTo>
                  <a:pt x="0" y="50292"/>
                </a:moveTo>
                <a:lnTo>
                  <a:pt x="50292" y="25146"/>
                </a:lnTo>
                <a:lnTo>
                  <a:pt x="0" y="0"/>
                </a:lnTo>
              </a:path>
            </a:pathLst>
          </a:custGeom>
          <a:noFill xmlns:a="http://schemas.openxmlformats.org/drawingml/2006/main"/>
          <a:ln xmlns:a="http://schemas.openxmlformats.org/drawingml/2006/main" w="10058">
            <a:solidFill>
              <a:srgbClr val="000000"/>
            </a:solidFill>
            <a:prstDash val="solid"/>
          </a:ln>
        </p:spPr>
      </p:sp>
      <p:sp>
        <p:nvSpPr>
          <p:cNvPr id="38" name="dp45-comparison / n37">
            <a:extLst xmlns:a="http://schemas.openxmlformats.org/drawingml/2006/main">
              <a:ext uri="{FF2B5EF4-FFF2-40B4-BE49-F238E27FC236}">
                <a16:creationId xmlns:a16="http://schemas.microsoft.com/office/drawing/2014/main" id="{D936B3E5-5122-49B7-8FFE-3D6BBE79DC64}"/>
              </a:ext>
            </a:extLst>
          </p:cNvPr>
          <p:cNvSpPr>
            <a:spLocks xmlns:a="http://schemas.openxmlformats.org/drawingml/2006/main" noGrp="1"/>
          </p:cNvSpPr>
          <p:nvPr/>
        </p:nvSpPr>
        <p:spPr>
          <a:xfrm xmlns:a="http://schemas.openxmlformats.org/drawingml/2006/main">
            <a:off x="5653088" y="8034338"/>
            <a:ext cx="7256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9" name="dp45-comparison / n38 / text 1">
            <a:extLst xmlns:a="http://schemas.openxmlformats.org/drawingml/2006/main">
              <a:ext uri="{FF2B5EF4-FFF2-40B4-BE49-F238E27FC236}">
                <a16:creationId xmlns:a16="http://schemas.microsoft.com/office/drawing/2014/main" id="{F8E73D5F-ACB3-40EF-875F-C4EFC53E7034}"/>
              </a:ext>
            </a:extLst>
          </p:cNvPr>
          <p:cNvSpPr>
            <a:spLocks xmlns:a="http://schemas.openxmlformats.org/drawingml/2006/main" noGrp="1"/>
          </p:cNvSpPr>
          <p:nvPr/>
        </p:nvSpPr>
        <p:spPr>
          <a:xfrm xmlns:a="http://schemas.openxmlformats.org/drawingml/2006/main">
            <a:off x="5667375" y="8041481"/>
            <a:ext cx="157162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요청 / 전달</a:t>
            </a:r>
          </a:p>
        </p:txBody>
      </p:sp>
      <p:sp>
        <p:nvSpPr>
          <p:cNvPr id="40" name="dp45-comparison / n39 / path">
            <a:extLst xmlns:a="http://schemas.openxmlformats.org/drawingml/2006/main">
              <a:ext uri="{FF2B5EF4-FFF2-40B4-BE49-F238E27FC236}">
                <a16:creationId xmlns:a16="http://schemas.microsoft.com/office/drawing/2014/main" id="{8594997E-657C-4918-820D-52F155C2D11A}"/>
              </a:ext>
            </a:extLst>
          </p:cNvPr>
          <p:cNvSpPr>
            <a:spLocks xmlns:a="http://schemas.openxmlformats.org/drawingml/2006/main" noGrp="1"/>
          </p:cNvSpPr>
          <p:nvPr/>
        </p:nvSpPr>
        <p:spPr>
          <a:xfrm xmlns:a="http://schemas.openxmlformats.org/drawingml/2006/main">
            <a:off x="7381875" y="7877175"/>
            <a:ext cx="1071563" cy="953"/>
          </a:xfrm>
          <a:custGeom xmlns:a="http://schemas.openxmlformats.org/drawingml/2006/main">
            <a:pathLst>
              <a:path w="1071563" h="953">
                <a:moveTo>
                  <a:pt x="0" y="0"/>
                </a:moveTo>
                <a:lnTo>
                  <a:pt x="1071563" y="0"/>
                </a:lnTo>
              </a:path>
            </a:pathLst>
          </a:custGeom>
          <a:noFill xmlns:a="http://schemas.openxmlformats.org/drawingml/2006/main"/>
          <a:ln xmlns:a="http://schemas.openxmlformats.org/drawingml/2006/main" w="7858">
            <a:solidFill>
              <a:srgbClr val="000000"/>
            </a:solidFill>
            <a:prstDash val="dash"/>
          </a:ln>
        </p:spPr>
      </p:sp>
      <p:sp>
        <p:nvSpPr>
          <p:cNvPr id="41" name="dp45-comparison / n39 / arrow">
            <a:extLst xmlns:a="http://schemas.openxmlformats.org/drawingml/2006/main">
              <a:ext uri="{FF2B5EF4-FFF2-40B4-BE49-F238E27FC236}">
                <a16:creationId xmlns:a16="http://schemas.microsoft.com/office/drawing/2014/main" id="{5178FD33-ABE3-41F7-B6A8-41DDBA865B39}"/>
              </a:ext>
            </a:extLst>
          </p:cNvPr>
          <p:cNvSpPr>
            <a:spLocks xmlns:a="http://schemas.openxmlformats.org/drawingml/2006/main" noGrp="1"/>
          </p:cNvSpPr>
          <p:nvPr/>
        </p:nvSpPr>
        <p:spPr>
          <a:xfrm xmlns:a="http://schemas.openxmlformats.org/drawingml/2006/main">
            <a:off x="8403146" y="7852029"/>
            <a:ext cx="50292" cy="50292"/>
          </a:xfrm>
          <a:custGeom xmlns:a="http://schemas.openxmlformats.org/drawingml/2006/main">
            <a:pathLst>
              <a:path w="50292" h="50292">
                <a:moveTo>
                  <a:pt x="0" y="50292"/>
                </a:moveTo>
                <a:lnTo>
                  <a:pt x="50292" y="25146"/>
                </a:lnTo>
                <a:lnTo>
                  <a:pt x="0" y="0"/>
                </a:lnTo>
              </a:path>
            </a:pathLst>
          </a:custGeom>
          <a:noFill xmlns:a="http://schemas.openxmlformats.org/drawingml/2006/main"/>
          <a:ln xmlns:a="http://schemas.openxmlformats.org/drawingml/2006/main" w="10058">
            <a:solidFill>
              <a:srgbClr val="000000"/>
            </a:solidFill>
            <a:prstDash val="solid"/>
          </a:ln>
        </p:spPr>
      </p:sp>
      <p:sp>
        <p:nvSpPr>
          <p:cNvPr id="42" name="dp45-comparison / n40">
            <a:extLst xmlns:a="http://schemas.openxmlformats.org/drawingml/2006/main">
              <a:ext uri="{FF2B5EF4-FFF2-40B4-BE49-F238E27FC236}">
                <a16:creationId xmlns:a16="http://schemas.microsoft.com/office/drawing/2014/main" id="{6D841D71-68B3-42E7-9904-95971775F064}"/>
              </a:ext>
            </a:extLst>
          </p:cNvPr>
          <p:cNvSpPr>
            <a:spLocks xmlns:a="http://schemas.openxmlformats.org/drawingml/2006/main" noGrp="1"/>
          </p:cNvSpPr>
          <p:nvPr/>
        </p:nvSpPr>
        <p:spPr>
          <a:xfrm xmlns:a="http://schemas.openxmlformats.org/drawingml/2006/main">
            <a:off x="7367588" y="8034338"/>
            <a:ext cx="7256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3" name="dp45-comparison / n41 / text 1">
            <a:extLst xmlns:a="http://schemas.openxmlformats.org/drawingml/2006/main">
              <a:ext uri="{FF2B5EF4-FFF2-40B4-BE49-F238E27FC236}">
                <a16:creationId xmlns:a16="http://schemas.microsoft.com/office/drawing/2014/main" id="{0AF0669C-72CD-49FE-8695-85E42AB92164}"/>
              </a:ext>
            </a:extLst>
          </p:cNvPr>
          <p:cNvSpPr>
            <a:spLocks xmlns:a="http://schemas.openxmlformats.org/drawingml/2006/main" noGrp="1"/>
          </p:cNvSpPr>
          <p:nvPr/>
        </p:nvSpPr>
        <p:spPr>
          <a:xfrm xmlns:a="http://schemas.openxmlformats.org/drawingml/2006/main">
            <a:off x="7381875" y="8041481"/>
            <a:ext cx="157162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응답 / 반환</a:t>
            </a:r>
          </a:p>
        </p:txBody>
      </p:sp>
      <p:sp>
        <p:nvSpPr>
          <p:cNvPr id="44" name="dp45-comparison / n42">
            <a:extLst xmlns:a="http://schemas.openxmlformats.org/drawingml/2006/main">
              <a:ext uri="{FF2B5EF4-FFF2-40B4-BE49-F238E27FC236}">
                <a16:creationId xmlns:a16="http://schemas.microsoft.com/office/drawing/2014/main" id="{59051E94-C9CC-4DA7-9100-B3E330339E96}"/>
              </a:ext>
            </a:extLst>
          </p:cNvPr>
          <p:cNvSpPr>
            <a:spLocks xmlns:a="http://schemas.openxmlformats.org/drawingml/2006/main" noGrp="1"/>
          </p:cNvSpPr>
          <p:nvPr/>
        </p:nvSpPr>
        <p:spPr>
          <a:xfrm xmlns:a="http://schemas.openxmlformats.org/drawingml/2006/main">
            <a:off x="11082338" y="7777163"/>
            <a:ext cx="1109424"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5" name="dp45-comparison / n43 / text 1">
            <a:extLst xmlns:a="http://schemas.openxmlformats.org/drawingml/2006/main">
              <a:ext uri="{FF2B5EF4-FFF2-40B4-BE49-F238E27FC236}">
                <a16:creationId xmlns:a16="http://schemas.microsoft.com/office/drawing/2014/main" id="{0270F1B3-EDF0-4FD2-B7F9-3ADEE6F751AB}"/>
              </a:ext>
            </a:extLst>
          </p:cNvPr>
          <p:cNvSpPr>
            <a:spLocks xmlns:a="http://schemas.openxmlformats.org/drawingml/2006/main" noGrp="1"/>
          </p:cNvSpPr>
          <p:nvPr/>
        </p:nvSpPr>
        <p:spPr>
          <a:xfrm xmlns:a="http://schemas.openxmlformats.org/drawingml/2006/main">
            <a:off x="11096625" y="7784306"/>
            <a:ext cx="1678781"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공통: 흰색 / 검정</a:t>
            </a:r>
          </a:p>
        </p:txBody>
      </p:sp>
      <p:sp>
        <p:nvSpPr>
          <p:cNvPr id="46" name="dp45-comparison / n44">
            <a:extLst xmlns:a="http://schemas.openxmlformats.org/drawingml/2006/main">
              <a:ext uri="{FF2B5EF4-FFF2-40B4-BE49-F238E27FC236}">
                <a16:creationId xmlns:a16="http://schemas.microsoft.com/office/drawing/2014/main" id="{561BF827-7AC9-4E1C-BF63-046B926F7E59}"/>
              </a:ext>
            </a:extLst>
          </p:cNvPr>
          <p:cNvSpPr>
            <a:spLocks xmlns:a="http://schemas.openxmlformats.org/drawingml/2006/main" noGrp="1"/>
          </p:cNvSpPr>
          <p:nvPr/>
        </p:nvSpPr>
        <p:spPr>
          <a:xfrm xmlns:a="http://schemas.openxmlformats.org/drawingml/2006/main">
            <a:off x="14725650" y="7777163"/>
            <a:ext cx="1524762"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7" name="dp45-comparison / n45 / text 1">
            <a:extLst xmlns:a="http://schemas.openxmlformats.org/drawingml/2006/main">
              <a:ext uri="{FF2B5EF4-FFF2-40B4-BE49-F238E27FC236}">
                <a16:creationId xmlns:a16="http://schemas.microsoft.com/office/drawing/2014/main" id="{0F464816-836C-4E6D-B71B-EA886AC753F7}"/>
              </a:ext>
            </a:extLst>
          </p:cNvPr>
          <p:cNvSpPr>
            <a:spLocks xmlns:a="http://schemas.openxmlformats.org/drawingml/2006/main" noGrp="1"/>
          </p:cNvSpPr>
          <p:nvPr/>
        </p:nvSpPr>
        <p:spPr>
          <a:xfrm xmlns:a="http://schemas.openxmlformats.org/drawingml/2006/main">
            <a:off x="14739938" y="7784306"/>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좌우 칸: 배치용 레이아웃</a:t>
            </a:r>
          </a:p>
        </p:txBody>
      </p:sp>
      <p:sp>
        <p:nvSpPr>
          <p:cNvPr id="48" name="dp45-comparison / n46">
            <a:extLst xmlns:a="http://schemas.openxmlformats.org/drawingml/2006/main">
              <a:ext uri="{FF2B5EF4-FFF2-40B4-BE49-F238E27FC236}">
                <a16:creationId xmlns:a16="http://schemas.microsoft.com/office/drawing/2014/main" id="{8008C2D8-ED45-476A-BEBF-1DA4B51E00E4}"/>
              </a:ext>
            </a:extLst>
          </p:cNvPr>
          <p:cNvSpPr>
            <a:spLocks xmlns:a="http://schemas.openxmlformats.org/drawingml/2006/main" noGrp="1"/>
          </p:cNvSpPr>
          <p:nvPr/>
        </p:nvSpPr>
        <p:spPr>
          <a:xfrm xmlns:a="http://schemas.openxmlformats.org/drawingml/2006/main">
            <a:off x="14725650" y="8034338"/>
            <a:ext cx="1787081" cy="1635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dp45-comparison / n47 / text 1">
            <a:extLst xmlns:a="http://schemas.openxmlformats.org/drawingml/2006/main">
              <a:ext uri="{FF2B5EF4-FFF2-40B4-BE49-F238E27FC236}">
                <a16:creationId xmlns:a16="http://schemas.microsoft.com/office/drawing/2014/main" id="{CB67D471-2123-46AF-A8AC-48D0E45E38AA}"/>
              </a:ext>
            </a:extLst>
          </p:cNvPr>
          <p:cNvSpPr>
            <a:spLocks xmlns:a="http://schemas.openxmlformats.org/drawingml/2006/main" noGrp="1"/>
          </p:cNvSpPr>
          <p:nvPr/>
        </p:nvSpPr>
        <p:spPr>
          <a:xfrm xmlns:a="http://schemas.openxmlformats.org/drawingml/2006/main">
            <a:off x="14739938" y="8041481"/>
            <a:ext cx="3000375" cy="17609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56" b="0">
                <a:solidFill>
                  <a:srgbClr val="000000"/>
                </a:solidFill>
                <a:latin typeface="Apple SD Gothic Neo"/>
                <a:ea typeface="Apple SD Gothic Neo"/>
                <a:cs typeface="Apple SD Gothic Neo"/>
              </a:defRPr>
            </a:pPr>
            <a:r>
              <a:rPr sz="956" b="0">
                <a:solidFill>
                  <a:srgbClr val="000000"/>
                </a:solidFill>
                <a:latin typeface="Apple SD Gothic Neo"/>
                <a:ea typeface="Apple SD Gothic Neo"/>
                <a:cs typeface="Apple SD Gothic Neo"/>
              </a:rPr>
              <a:t>실행 / 서비스 경계 추가 없음</a:t>
            </a:r>
          </a:p>
        </p:txBody>
      </p:sp>
      <p:sp>
        <p:nvSpPr>
          <p:cNvPr id="50" name="dp45-comparison / n48 / path">
            <a:extLst xmlns:a="http://schemas.openxmlformats.org/drawingml/2006/main">
              <a:ext uri="{FF2B5EF4-FFF2-40B4-BE49-F238E27FC236}">
                <a16:creationId xmlns:a16="http://schemas.microsoft.com/office/drawing/2014/main" id="{7480B9DE-ED08-4C3B-B03F-10F583A4CB88}"/>
              </a:ext>
            </a:extLst>
          </p:cNvPr>
          <p:cNvSpPr>
            <a:spLocks xmlns:a="http://schemas.openxmlformats.org/drawingml/2006/main" noGrp="1"/>
          </p:cNvSpPr>
          <p:nvPr/>
        </p:nvSpPr>
        <p:spPr>
          <a:xfrm xmlns:a="http://schemas.openxmlformats.org/drawingml/2006/main">
            <a:off x="381000" y="82486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1" name="dp45-comparison / n49 / text 1">
            <a:extLst xmlns:a="http://schemas.openxmlformats.org/drawingml/2006/main">
              <a:ext uri="{FF2B5EF4-FFF2-40B4-BE49-F238E27FC236}">
                <a16:creationId xmlns:a16="http://schemas.microsoft.com/office/drawing/2014/main" id="{9EFA1FA6-2EA2-473E-B415-7244A549FCC7}"/>
              </a:ext>
            </a:extLst>
          </p:cNvPr>
          <p:cNvSpPr>
            <a:spLocks xmlns:a="http://schemas.openxmlformats.org/drawingml/2006/main" noGrp="1"/>
          </p:cNvSpPr>
          <p:nvPr/>
        </p:nvSpPr>
        <p:spPr>
          <a:xfrm xmlns:a="http://schemas.openxmlformats.org/drawingml/2006/main">
            <a:off x="400050" y="82962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새 관계 / 미묘한 조건</a:t>
            </a:r>
          </a:p>
        </p:txBody>
      </p:sp>
      <p:sp>
        <p:nvSpPr>
          <p:cNvPr id="52" name="dp45-comparison / n50 / text 1">
            <a:extLst xmlns:a="http://schemas.openxmlformats.org/drawingml/2006/main">
              <a:ext uri="{FF2B5EF4-FFF2-40B4-BE49-F238E27FC236}">
                <a16:creationId xmlns:a16="http://schemas.microsoft.com/office/drawing/2014/main" id="{08CDD13B-62C0-4A02-9113-4231B1CF3089}"/>
              </a:ext>
            </a:extLst>
          </p:cNvPr>
          <p:cNvSpPr>
            <a:spLocks xmlns:a="http://schemas.openxmlformats.org/drawingml/2006/main" noGrp="1"/>
          </p:cNvSpPr>
          <p:nvPr/>
        </p:nvSpPr>
        <p:spPr>
          <a:xfrm xmlns:a="http://schemas.openxmlformats.org/drawingml/2006/main">
            <a:off x="3000375" y="82962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요청 목적에 맞춘 원문 구성의 유연성; 검색 누락 가능</a:t>
            </a:r>
          </a:p>
        </p:txBody>
      </p:sp>
      <p:sp>
        <p:nvSpPr>
          <p:cNvPr id="53" name="dp45-comparison / n51 / text 1">
            <a:extLst xmlns:a="http://schemas.openxmlformats.org/drawingml/2006/main">
              <a:ext uri="{FF2B5EF4-FFF2-40B4-BE49-F238E27FC236}">
                <a16:creationId xmlns:a16="http://schemas.microsoft.com/office/drawing/2014/main" id="{ED49F2FA-2C8E-4880-9D27-D2921AC945B9}"/>
              </a:ext>
            </a:extLst>
          </p:cNvPr>
          <p:cNvSpPr>
            <a:spLocks xmlns:a="http://schemas.openxmlformats.org/drawingml/2006/main" noGrp="1"/>
          </p:cNvSpPr>
          <p:nvPr/>
        </p:nvSpPr>
        <p:spPr>
          <a:xfrm xmlns:a="http://schemas.openxmlformats.org/drawingml/2006/main">
            <a:off x="10287000" y="82962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지원 표현 / 추출 조건에 제한; 정확성의 고정 우열 없음</a:t>
            </a:r>
          </a:p>
        </p:txBody>
      </p:sp>
      <p:sp>
        <p:nvSpPr>
          <p:cNvPr id="54" name="dp45-comparison / n52 / path">
            <a:extLst xmlns:a="http://schemas.openxmlformats.org/drawingml/2006/main">
              <a:ext uri="{FF2B5EF4-FFF2-40B4-BE49-F238E27FC236}">
                <a16:creationId xmlns:a16="http://schemas.microsoft.com/office/drawing/2014/main" id="{85ECE955-A865-412A-A99D-160F03E035D8}"/>
              </a:ext>
            </a:extLst>
          </p:cNvPr>
          <p:cNvSpPr>
            <a:spLocks xmlns:a="http://schemas.openxmlformats.org/drawingml/2006/main" noGrp="1"/>
          </p:cNvSpPr>
          <p:nvPr/>
        </p:nvSpPr>
        <p:spPr>
          <a:xfrm xmlns:a="http://schemas.openxmlformats.org/drawingml/2006/main">
            <a:off x="381000" y="85248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5" name="dp45-comparison / n53 / text 1">
            <a:extLst xmlns:a="http://schemas.openxmlformats.org/drawingml/2006/main">
              <a:ext uri="{FF2B5EF4-FFF2-40B4-BE49-F238E27FC236}">
                <a16:creationId xmlns:a16="http://schemas.microsoft.com/office/drawing/2014/main" id="{B36560AB-948D-4CD5-9271-2DFBCA0AFA25}"/>
              </a:ext>
            </a:extLst>
          </p:cNvPr>
          <p:cNvSpPr>
            <a:spLocks xmlns:a="http://schemas.openxmlformats.org/drawingml/2006/main" noGrp="1"/>
          </p:cNvSpPr>
          <p:nvPr/>
        </p:nvSpPr>
        <p:spPr>
          <a:xfrm xmlns:a="http://schemas.openxmlformats.org/drawingml/2006/main">
            <a:off x="400050" y="857250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준비된 반복 조회 R24</a:t>
            </a:r>
          </a:p>
        </p:txBody>
      </p:sp>
      <p:sp>
        <p:nvSpPr>
          <p:cNvPr id="56" name="dp45-comparison / n54 / text 1">
            <a:extLst xmlns:a="http://schemas.openxmlformats.org/drawingml/2006/main">
              <a:ext uri="{FF2B5EF4-FFF2-40B4-BE49-F238E27FC236}">
                <a16:creationId xmlns:a16="http://schemas.microsoft.com/office/drawing/2014/main" id="{6E443A8C-1442-43BB-A15A-D14BF8210B61}"/>
              </a:ext>
            </a:extLst>
          </p:cNvPr>
          <p:cNvSpPr>
            <a:spLocks xmlns:a="http://schemas.openxmlformats.org/drawingml/2006/main" noGrp="1"/>
          </p:cNvSpPr>
          <p:nvPr/>
        </p:nvSpPr>
        <p:spPr>
          <a:xfrm xmlns:a="http://schemas.openxmlformats.org/drawingml/2006/main">
            <a:off x="3000375" y="857250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warm 관계 cache로 조회 / 재해석 축소 가능</a:t>
            </a:r>
          </a:p>
        </p:txBody>
      </p:sp>
      <p:sp>
        <p:nvSpPr>
          <p:cNvPr id="57" name="dp45-comparison / n55 / text 1">
            <a:extLst xmlns:a="http://schemas.openxmlformats.org/drawingml/2006/main">
              <a:ext uri="{FF2B5EF4-FFF2-40B4-BE49-F238E27FC236}">
                <a16:creationId xmlns:a16="http://schemas.microsoft.com/office/drawing/2014/main" id="{19A07608-CA39-4E07-96DC-AD4FF2EF2FDF}"/>
              </a:ext>
            </a:extLst>
          </p:cNvPr>
          <p:cNvSpPr>
            <a:spLocks xmlns:a="http://schemas.openxmlformats.org/drawingml/2006/main" noGrp="1"/>
          </p:cNvSpPr>
          <p:nvPr/>
        </p:nvSpPr>
        <p:spPr>
          <a:xfrm xmlns:a="http://schemas.openxmlformats.org/drawingml/2006/main">
            <a:off x="10287000" y="857250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유효 게시가 원본 교차 결합을 대체하면 경로 단축 가능</a:t>
            </a:r>
          </a:p>
        </p:txBody>
      </p:sp>
      <p:sp>
        <p:nvSpPr>
          <p:cNvPr id="58" name="dp45-comparison / n56 / path">
            <a:extLst xmlns:a="http://schemas.openxmlformats.org/drawingml/2006/main">
              <a:ext uri="{FF2B5EF4-FFF2-40B4-BE49-F238E27FC236}">
                <a16:creationId xmlns:a16="http://schemas.microsoft.com/office/drawing/2014/main" id="{79E42E14-7524-4330-9740-8A71F101C03B}"/>
              </a:ext>
            </a:extLst>
          </p:cNvPr>
          <p:cNvSpPr>
            <a:spLocks xmlns:a="http://schemas.openxmlformats.org/drawingml/2006/main" noGrp="1"/>
          </p:cNvSpPr>
          <p:nvPr/>
        </p:nvSpPr>
        <p:spPr>
          <a:xfrm xmlns:a="http://schemas.openxmlformats.org/drawingml/2006/main">
            <a:off x="381000" y="88011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59" name="dp45-comparison / n57 / text 1">
            <a:extLst xmlns:a="http://schemas.openxmlformats.org/drawingml/2006/main">
              <a:ext uri="{FF2B5EF4-FFF2-40B4-BE49-F238E27FC236}">
                <a16:creationId xmlns:a16="http://schemas.microsoft.com/office/drawing/2014/main" id="{ABBBBEE1-B796-4C28-A7E9-5FDF37C4FF57}"/>
              </a:ext>
            </a:extLst>
          </p:cNvPr>
          <p:cNvSpPr>
            <a:spLocks xmlns:a="http://schemas.openxmlformats.org/drawingml/2006/main" noGrp="1"/>
          </p:cNvSpPr>
          <p:nvPr/>
        </p:nvSpPr>
        <p:spPr>
          <a:xfrm xmlns:a="http://schemas.openxmlformats.org/drawingml/2006/main">
            <a:off x="400050" y="884872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첫 조회 / 정정 직후</a:t>
            </a:r>
          </a:p>
        </p:txBody>
      </p:sp>
      <p:sp>
        <p:nvSpPr>
          <p:cNvPr id="60" name="dp45-comparison / n58 / text 1">
            <a:extLst xmlns:a="http://schemas.openxmlformats.org/drawingml/2006/main">
              <a:ext uri="{FF2B5EF4-FFF2-40B4-BE49-F238E27FC236}">
                <a16:creationId xmlns:a16="http://schemas.microsoft.com/office/drawing/2014/main" id="{6C9F69F4-BC23-41EA-815A-1F1AB648450D}"/>
              </a:ext>
            </a:extLst>
          </p:cNvPr>
          <p:cNvSpPr>
            <a:spLocks xmlns:a="http://schemas.openxmlformats.org/drawingml/2006/main" noGrp="1"/>
          </p:cNvSpPr>
          <p:nvPr/>
        </p:nvSpPr>
        <p:spPr>
          <a:xfrm xmlns:a="http://schemas.openxmlformats.org/drawingml/2006/main">
            <a:off x="3000375" y="884872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현재 원본으로 구성; fan-out / 해석 비용</a:t>
            </a:r>
          </a:p>
        </p:txBody>
      </p:sp>
      <p:sp>
        <p:nvSpPr>
          <p:cNvPr id="61" name="dp45-comparison / n59 / text 1">
            <a:extLst xmlns:a="http://schemas.openxmlformats.org/drawingml/2006/main">
              <a:ext uri="{FF2B5EF4-FFF2-40B4-BE49-F238E27FC236}">
                <a16:creationId xmlns:a16="http://schemas.microsoft.com/office/drawing/2014/main" id="{2E45603F-30DE-448C-B60F-B0E5BFE8457F}"/>
              </a:ext>
            </a:extLst>
          </p:cNvPr>
          <p:cNvSpPr>
            <a:spLocks xmlns:a="http://schemas.openxmlformats.org/drawingml/2006/main" noGrp="1"/>
          </p:cNvSpPr>
          <p:nvPr/>
        </p:nvSpPr>
        <p:spPr>
          <a:xfrm xmlns:a="http://schemas.openxmlformats.org/drawingml/2006/main">
            <a:off x="10287000" y="884872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생산 / 갱신 게시 대기; NOT_COVERED와 미지원 구별</a:t>
            </a:r>
          </a:p>
        </p:txBody>
      </p:sp>
      <p:sp>
        <p:nvSpPr>
          <p:cNvPr id="62" name="dp45-comparison / n60 / path">
            <a:extLst xmlns:a="http://schemas.openxmlformats.org/drawingml/2006/main">
              <a:ext uri="{FF2B5EF4-FFF2-40B4-BE49-F238E27FC236}">
                <a16:creationId xmlns:a16="http://schemas.microsoft.com/office/drawing/2014/main" id="{027B853B-0BB3-4319-A1E6-90A610AAB082}"/>
              </a:ext>
            </a:extLst>
          </p:cNvPr>
          <p:cNvSpPr>
            <a:spLocks xmlns:a="http://schemas.openxmlformats.org/drawingml/2006/main" noGrp="1"/>
          </p:cNvSpPr>
          <p:nvPr/>
        </p:nvSpPr>
        <p:spPr>
          <a:xfrm xmlns:a="http://schemas.openxmlformats.org/drawingml/2006/main">
            <a:off x="381000" y="90773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3" name="dp45-comparison / n61 / text 1">
            <a:extLst xmlns:a="http://schemas.openxmlformats.org/drawingml/2006/main">
              <a:ext uri="{FF2B5EF4-FFF2-40B4-BE49-F238E27FC236}">
                <a16:creationId xmlns:a16="http://schemas.microsoft.com/office/drawing/2014/main" id="{F7435605-E866-4A6E-A8F2-8890215CAF08}"/>
              </a:ext>
            </a:extLst>
          </p:cNvPr>
          <p:cNvSpPr>
            <a:spLocks xmlns:a="http://schemas.openxmlformats.org/drawingml/2006/main" noGrp="1"/>
          </p:cNvSpPr>
          <p:nvPr/>
        </p:nvSpPr>
        <p:spPr>
          <a:xfrm xmlns:a="http://schemas.openxmlformats.org/drawingml/2006/main">
            <a:off x="400050" y="91249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전체 모델 호출 / 자원</a:t>
            </a:r>
          </a:p>
        </p:txBody>
      </p:sp>
      <p:sp>
        <p:nvSpPr>
          <p:cNvPr id="64" name="dp45-comparison / n62 / text 1">
            <a:extLst xmlns:a="http://schemas.openxmlformats.org/drawingml/2006/main">
              <a:ext uri="{FF2B5EF4-FFF2-40B4-BE49-F238E27FC236}">
                <a16:creationId xmlns:a16="http://schemas.microsoft.com/office/drawing/2014/main" id="{78381614-D94F-4554-8F09-BA07540D6A4F}"/>
              </a:ext>
            </a:extLst>
          </p:cNvPr>
          <p:cNvSpPr>
            <a:spLocks xmlns:a="http://schemas.openxmlformats.org/drawingml/2006/main" noGrp="1"/>
          </p:cNvSpPr>
          <p:nvPr/>
        </p:nvSpPr>
        <p:spPr>
          <a:xfrm xmlns:a="http://schemas.openxmlformats.org/drawingml/2006/main">
            <a:off x="3000375" y="91249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cache 생산 / 유지 + 요청 구성 / 재검증 포함</a:t>
            </a:r>
          </a:p>
        </p:txBody>
      </p:sp>
      <p:sp>
        <p:nvSpPr>
          <p:cNvPr id="65" name="dp45-comparison / n63 / text 1">
            <a:extLst xmlns:a="http://schemas.openxmlformats.org/drawingml/2006/main">
              <a:ext uri="{FF2B5EF4-FFF2-40B4-BE49-F238E27FC236}">
                <a16:creationId xmlns:a16="http://schemas.microsoft.com/office/drawing/2014/main" id="{F2A0B2AC-B868-496F-B9A8-CC9C7E339565}"/>
              </a:ext>
            </a:extLst>
          </p:cNvPr>
          <p:cNvSpPr>
            <a:spLocks xmlns:a="http://schemas.openxmlformats.org/drawingml/2006/main" noGrp="1"/>
          </p:cNvSpPr>
          <p:nvPr/>
        </p:nvSpPr>
        <p:spPr>
          <a:xfrm xmlns:a="http://schemas.openxmlformats.org/drawingml/2006/main">
            <a:off x="10287000" y="91249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초기 / 갱신 / backfill / 미사용 생산 포함; 고정 우열 없음</a:t>
            </a:r>
          </a:p>
        </p:txBody>
      </p:sp>
      <p:sp>
        <p:nvSpPr>
          <p:cNvPr id="66" name="dp45-comparison / n64 / path">
            <a:extLst xmlns:a="http://schemas.openxmlformats.org/drawingml/2006/main">
              <a:ext uri="{FF2B5EF4-FFF2-40B4-BE49-F238E27FC236}">
                <a16:creationId xmlns:a16="http://schemas.microsoft.com/office/drawing/2014/main" id="{85FBBBA7-6763-4409-854F-191EC453951F}"/>
              </a:ext>
            </a:extLst>
          </p:cNvPr>
          <p:cNvSpPr>
            <a:spLocks xmlns:a="http://schemas.openxmlformats.org/drawingml/2006/main" noGrp="1"/>
          </p:cNvSpPr>
          <p:nvPr/>
        </p:nvSpPr>
        <p:spPr>
          <a:xfrm xmlns:a="http://schemas.openxmlformats.org/drawingml/2006/main">
            <a:off x="381000" y="93535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7" name="dp45-comparison / n65 / text 1">
            <a:extLst xmlns:a="http://schemas.openxmlformats.org/drawingml/2006/main">
              <a:ext uri="{FF2B5EF4-FFF2-40B4-BE49-F238E27FC236}">
                <a16:creationId xmlns:a16="http://schemas.microsoft.com/office/drawing/2014/main" id="{255B84A2-CBEB-4CB4-A3FA-11BFF8E2ACD1}"/>
              </a:ext>
            </a:extLst>
          </p:cNvPr>
          <p:cNvSpPr>
            <a:spLocks xmlns:a="http://schemas.openxmlformats.org/drawingml/2006/main" noGrp="1"/>
          </p:cNvSpPr>
          <p:nvPr/>
        </p:nvSpPr>
        <p:spPr>
          <a:xfrm xmlns:a="http://schemas.openxmlformats.org/drawingml/2006/main">
            <a:off x="400050" y="94011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변경 용이성</a:t>
            </a:r>
          </a:p>
        </p:txBody>
      </p:sp>
      <p:sp>
        <p:nvSpPr>
          <p:cNvPr id="68" name="dp45-comparison / n66 / text 1">
            <a:extLst xmlns:a="http://schemas.openxmlformats.org/drawingml/2006/main">
              <a:ext uri="{FF2B5EF4-FFF2-40B4-BE49-F238E27FC236}">
                <a16:creationId xmlns:a16="http://schemas.microsoft.com/office/drawing/2014/main" id="{3348C2E4-5CB9-446C-925D-5A5CE93AA70A}"/>
              </a:ext>
            </a:extLst>
          </p:cNvPr>
          <p:cNvSpPr>
            <a:spLocks xmlns:a="http://schemas.openxmlformats.org/drawingml/2006/main" noGrp="1"/>
          </p:cNvSpPr>
          <p:nvPr/>
        </p:nvSpPr>
        <p:spPr>
          <a:xfrm xmlns:a="http://schemas.openxmlformats.org/drawingml/2006/main">
            <a:off x="3000375" y="94011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adapter로 국소화; cache schema 변경은 무효화</a:t>
            </a:r>
          </a:p>
        </p:txBody>
      </p:sp>
      <p:sp>
        <p:nvSpPr>
          <p:cNvPr id="69" name="dp45-comparison / n67 / text 1">
            <a:extLst xmlns:a="http://schemas.openxmlformats.org/drawingml/2006/main">
              <a:ext uri="{FF2B5EF4-FFF2-40B4-BE49-F238E27FC236}">
                <a16:creationId xmlns:a16="http://schemas.microsoft.com/office/drawing/2014/main" id="{A2D84E23-A1FB-46D9-B535-6AC1A0FA0B70}"/>
              </a:ext>
            </a:extLst>
          </p:cNvPr>
          <p:cNvSpPr>
            <a:spLocks xmlns:a="http://schemas.openxmlformats.org/drawingml/2006/main" noGrp="1"/>
          </p:cNvSpPr>
          <p:nvPr/>
        </p:nvSpPr>
        <p:spPr>
          <a:xfrm xmlns:a="http://schemas.openxmlformats.org/drawingml/2006/main">
            <a:off x="10287000" y="94011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형식은 adapter; 관계 의미는 schema / 재생산 / 독자 변경</a:t>
            </a:r>
          </a:p>
        </p:txBody>
      </p:sp>
      <p:sp>
        <p:nvSpPr>
          <p:cNvPr id="70" name="dp45-comparison / n68 / text 1">
            <a:extLst xmlns:a="http://schemas.openxmlformats.org/drawingml/2006/main">
              <a:ext uri="{FF2B5EF4-FFF2-40B4-BE49-F238E27FC236}">
                <a16:creationId xmlns:a16="http://schemas.microsoft.com/office/drawing/2014/main" id="{7F0041CD-53E0-4E14-97F7-4BFDCF61E494}"/>
              </a:ext>
            </a:extLst>
          </p:cNvPr>
          <p:cNvSpPr>
            <a:spLocks xmlns:a="http://schemas.openxmlformats.org/drawingml/2006/main" noGrp="1"/>
          </p:cNvSpPr>
          <p:nvPr/>
        </p:nvSpPr>
        <p:spPr>
          <a:xfrm xmlns:a="http://schemas.openxmlformats.org/drawingml/2006/main">
            <a:off x="381000" y="971550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A cache의 같은 효과는 B 고유 이익을 줄인다. B+ 원본 조합 우회는 명시적 혼합안.</a:t>
            </a:r>
          </a:p>
        </p:txBody>
      </p:sp>
      <p:sp>
        <p:nvSpPr>
          <p:cNvPr id="71" name="dp45-comparison / n69 / text 1">
            <a:extLst xmlns:a="http://schemas.openxmlformats.org/drawingml/2006/main">
              <a:ext uri="{FF2B5EF4-FFF2-40B4-BE49-F238E27FC236}">
                <a16:creationId xmlns:a16="http://schemas.microsoft.com/office/drawing/2014/main" id="{CD7DB5C5-EEEC-447E-9F4B-0B66A4435751}"/>
              </a:ext>
            </a:extLst>
          </p:cNvPr>
          <p:cNvSpPr>
            <a:spLocks xmlns:a="http://schemas.openxmlformats.org/drawingml/2006/main" noGrp="1"/>
          </p:cNvSpPr>
          <p:nvPr/>
        </p:nvSpPr>
        <p:spPr>
          <a:xfrm xmlns:a="http://schemas.openxmlformats.org/drawingml/2006/main">
            <a:off x="381000" y="99631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Reference (§9): A LangChain Retrieval / B LangMem Background + Memory API / 실행 Delayed Processing / 연결 참고 Mem0 Graph (typed 관계 증거 아님)</a:t>
            </a:r>
          </a:p>
        </p:txBody>
      </p:sp>
      <p:sp>
        <p:nvSpPr>
          <p:cNvPr id="72" name="dp45-comparison / n70 / text 1">
            <a:extLst xmlns:a="http://schemas.openxmlformats.org/drawingml/2006/main">
              <a:ext uri="{FF2B5EF4-FFF2-40B4-BE49-F238E27FC236}">
                <a16:creationId xmlns:a16="http://schemas.microsoft.com/office/drawing/2014/main" id="{95C75D48-2BD9-40A3-A600-E8AD18CE9603}"/>
              </a:ext>
            </a:extLst>
          </p:cNvPr>
          <p:cNvSpPr>
            <a:spLocks xmlns:a="http://schemas.openxmlformats.org/drawingml/2006/main" noGrp="1"/>
          </p:cNvSpPr>
          <p:nvPr/>
        </p:nvSpPr>
        <p:spPr>
          <a:xfrm xmlns:a="http://schemas.openxmlformats.org/drawingml/2006/main">
            <a:off x="381000" y="10163175"/>
            <a:ext cx="17526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5F6B77"/>
                </a:solidFill>
                <a:latin typeface="Apple SD Gothic Neo"/>
                <a:ea typeface="Apple SD Gothic Neo"/>
                <a:cs typeface="Apple SD Gothic Neo"/>
              </a:defRPr>
            </a:pPr>
            <a:r>
              <a:rPr sz="750" b="0">
                <a:solidFill>
                  <a:srgbClr val="5F6B77"/>
                </a:solidFill>
                <a:latin typeface="Apple SD Gothic Neo"/>
                <a:ea typeface="Apple SD Gothic Neo"/>
                <a:cs typeface="Apple SD Gothic Neo"/>
              </a:rPr>
              <a:t>공식 메커니즘 선례 / VIA 구현 / 성능 증거 아님 / 실행 / 서비스 경계 추가 없음</a:t>
            </a:r>
          </a:p>
        </p:txBody>
      </p:sp>
      <p:sp>
        <p:nvSpPr>
          <p:cNvPr id="73" name="dp45-comparison / n71">
            <a:extLst xmlns:a="http://schemas.openxmlformats.org/drawingml/2006/main">
              <a:ext uri="{FF2B5EF4-FFF2-40B4-BE49-F238E27FC236}">
                <a16:creationId xmlns:a16="http://schemas.microsoft.com/office/drawing/2014/main" id="{C51F700C-6CF7-4C10-8981-90B53DBBDDD7}"/>
              </a:ext>
            </a:extLst>
          </p:cNvPr>
          <p:cNvSpPr>
            <a:spLocks xmlns:a="http://schemas.openxmlformats.org/drawingml/2006/main" noGrp="1"/>
          </p:cNvSpPr>
          <p:nvPr/>
        </p:nvSpPr>
        <p:spPr>
          <a:xfrm xmlns:a="http://schemas.openxmlformats.org/drawingml/2006/main">
            <a:off x="1472565" y="2615565"/>
            <a:ext cx="2085975"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4" name="dp45-comparison / n72 / text 1">
            <a:extLst xmlns:a="http://schemas.openxmlformats.org/drawingml/2006/main">
              <a:ext uri="{FF2B5EF4-FFF2-40B4-BE49-F238E27FC236}">
                <a16:creationId xmlns:a16="http://schemas.microsoft.com/office/drawing/2014/main" id="{8D16CD39-5EAC-4799-8D4D-13E2652213BC}"/>
              </a:ext>
            </a:extLst>
          </p:cNvPr>
          <p:cNvSpPr>
            <a:spLocks xmlns:a="http://schemas.openxmlformats.org/drawingml/2006/main" noGrp="1"/>
          </p:cNvSpPr>
          <p:nvPr/>
        </p:nvSpPr>
        <p:spPr>
          <a:xfrm xmlns:a="http://schemas.openxmlformats.org/drawingml/2006/main">
            <a:off x="1521238" y="271322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Controller</a:t>
            </a:r>
          </a:p>
        </p:txBody>
      </p:sp>
      <p:sp>
        <p:nvSpPr>
          <p:cNvPr id="75" name="dp45-comparison / n73">
            <a:extLst xmlns:a="http://schemas.openxmlformats.org/drawingml/2006/main">
              <a:ext uri="{FF2B5EF4-FFF2-40B4-BE49-F238E27FC236}">
                <a16:creationId xmlns:a16="http://schemas.microsoft.com/office/drawing/2014/main" id="{3F1E4464-F999-4643-AE96-0A094557A7FC}"/>
              </a:ext>
            </a:extLst>
          </p:cNvPr>
          <p:cNvSpPr>
            <a:spLocks xmlns:a="http://schemas.openxmlformats.org/drawingml/2006/main" noGrp="1"/>
          </p:cNvSpPr>
          <p:nvPr/>
        </p:nvSpPr>
        <p:spPr>
          <a:xfrm xmlns:a="http://schemas.openxmlformats.org/drawingml/2006/main">
            <a:off x="4323398" y="2615565"/>
            <a:ext cx="1946910"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6" name="dp45-comparison / n74 / text 1">
            <a:extLst xmlns:a="http://schemas.openxmlformats.org/drawingml/2006/main">
              <a:ext uri="{FF2B5EF4-FFF2-40B4-BE49-F238E27FC236}">
                <a16:creationId xmlns:a16="http://schemas.microsoft.com/office/drawing/2014/main" id="{8B2A397C-BDD5-4362-9109-5E61E26173A0}"/>
              </a:ext>
            </a:extLst>
          </p:cNvPr>
          <p:cNvSpPr>
            <a:spLocks xmlns:a="http://schemas.openxmlformats.org/drawingml/2006/main" noGrp="1"/>
          </p:cNvSpPr>
          <p:nvPr/>
        </p:nvSpPr>
        <p:spPr>
          <a:xfrm xmlns:a="http://schemas.openxmlformats.org/drawingml/2006/main">
            <a:off x="4372070" y="2713223"/>
            <a:ext cx="1849565"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Response Manager</a:t>
            </a:r>
          </a:p>
        </p:txBody>
      </p:sp>
      <p:sp>
        <p:nvSpPr>
          <p:cNvPr id="77" name="dp45-comparison / n75">
            <a:extLst xmlns:a="http://schemas.openxmlformats.org/drawingml/2006/main">
              <a:ext uri="{FF2B5EF4-FFF2-40B4-BE49-F238E27FC236}">
                <a16:creationId xmlns:a16="http://schemas.microsoft.com/office/drawing/2014/main" id="{F1C4E073-E613-4C15-9056-FBC19A74E8D3}"/>
              </a:ext>
            </a:extLst>
          </p:cNvPr>
          <p:cNvSpPr>
            <a:spLocks xmlns:a="http://schemas.openxmlformats.org/drawingml/2006/main" noGrp="1"/>
          </p:cNvSpPr>
          <p:nvPr/>
        </p:nvSpPr>
        <p:spPr>
          <a:xfrm xmlns:a="http://schemas.openxmlformats.org/drawingml/2006/main">
            <a:off x="7035165" y="2615565"/>
            <a:ext cx="2155508"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78" name="dp45-comparison / n76 / text 1">
            <a:extLst xmlns:a="http://schemas.openxmlformats.org/drawingml/2006/main">
              <a:ext uri="{FF2B5EF4-FFF2-40B4-BE49-F238E27FC236}">
                <a16:creationId xmlns:a16="http://schemas.microsoft.com/office/drawing/2014/main" id="{53DCF274-FDCB-4E37-8AF9-D09B6DC6AD1A}"/>
              </a:ext>
            </a:extLst>
          </p:cNvPr>
          <p:cNvSpPr>
            <a:spLocks xmlns:a="http://schemas.openxmlformats.org/drawingml/2006/main" noGrp="1"/>
          </p:cNvSpPr>
          <p:nvPr/>
        </p:nvSpPr>
        <p:spPr>
          <a:xfrm xmlns:a="http://schemas.openxmlformats.org/drawingml/2006/main">
            <a:off x="7083838" y="2713223"/>
            <a:ext cx="2058162"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Task Manager</a:t>
            </a:r>
          </a:p>
        </p:txBody>
      </p:sp>
      <p:sp>
        <p:nvSpPr>
          <p:cNvPr id="79" name="dp45-comparison / n77">
            <a:extLst xmlns:a="http://schemas.openxmlformats.org/drawingml/2006/main">
              <a:ext uri="{FF2B5EF4-FFF2-40B4-BE49-F238E27FC236}">
                <a16:creationId xmlns:a16="http://schemas.microsoft.com/office/drawing/2014/main" id="{86BD21AE-0347-402A-B80C-5FDC442696A1}"/>
              </a:ext>
            </a:extLst>
          </p:cNvPr>
          <p:cNvSpPr>
            <a:spLocks xmlns:a="http://schemas.openxmlformats.org/drawingml/2006/main" noGrp="1"/>
          </p:cNvSpPr>
          <p:nvPr/>
        </p:nvSpPr>
        <p:spPr>
          <a:xfrm xmlns:a="http://schemas.openxmlformats.org/drawingml/2006/main">
            <a:off x="3975735" y="3693319"/>
            <a:ext cx="5249704" cy="285083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0" name="dp45-comparison / n78 / text 1">
            <a:extLst xmlns:a="http://schemas.openxmlformats.org/drawingml/2006/main">
              <a:ext uri="{FF2B5EF4-FFF2-40B4-BE49-F238E27FC236}">
                <a16:creationId xmlns:a16="http://schemas.microsoft.com/office/drawing/2014/main" id="{32015FE7-EB50-436C-A6F8-A8DE7B8A1E1D}"/>
              </a:ext>
            </a:extLst>
          </p:cNvPr>
          <p:cNvSpPr>
            <a:spLocks xmlns:a="http://schemas.openxmlformats.org/drawingml/2006/main" noGrp="1"/>
          </p:cNvSpPr>
          <p:nvPr/>
        </p:nvSpPr>
        <p:spPr>
          <a:xfrm xmlns:a="http://schemas.openxmlformats.org/drawingml/2006/main">
            <a:off x="4059174" y="3755898"/>
            <a:ext cx="5082826" cy="2520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69" b="1">
                <a:solidFill>
                  <a:srgbClr val="000000"/>
                </a:solidFill>
                <a:latin typeface="Apple SD Gothic Neo"/>
                <a:ea typeface="Apple SD Gothic Neo"/>
                <a:cs typeface="Apple SD Gothic Neo"/>
              </a:defRPr>
            </a:pPr>
            <a:r>
              <a:rPr sz="1369" b="1">
                <a:solidFill>
                  <a:srgbClr val="000000"/>
                </a:solidFill>
                <a:latin typeface="Apple SD Gothic Neo"/>
                <a:ea typeface="Apple SD Gothic Neo"/>
                <a:cs typeface="Apple SD Gothic Neo"/>
              </a:rPr>
              <a:t>Context Manager</a:t>
            </a:r>
          </a:p>
        </p:txBody>
      </p:sp>
      <p:sp>
        <p:nvSpPr>
          <p:cNvPr id="81" name="dp45-comparison / n79">
            <a:extLst xmlns:a="http://schemas.openxmlformats.org/drawingml/2006/main">
              <a:ext uri="{FF2B5EF4-FFF2-40B4-BE49-F238E27FC236}">
                <a16:creationId xmlns:a16="http://schemas.microsoft.com/office/drawing/2014/main" id="{4A20D37F-FC96-4840-970C-B12E32E07ADB}"/>
              </a:ext>
            </a:extLst>
          </p:cNvPr>
          <p:cNvSpPr>
            <a:spLocks xmlns:a="http://schemas.openxmlformats.org/drawingml/2006/main" noGrp="1"/>
          </p:cNvSpPr>
          <p:nvPr/>
        </p:nvSpPr>
        <p:spPr>
          <a:xfrm xmlns:a="http://schemas.openxmlformats.org/drawingml/2006/main">
            <a:off x="1472565" y="5674995"/>
            <a:ext cx="2085975" cy="34766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2" name="dp45-comparison / n80 / text 1">
            <a:extLst xmlns:a="http://schemas.openxmlformats.org/drawingml/2006/main">
              <a:ext uri="{FF2B5EF4-FFF2-40B4-BE49-F238E27FC236}">
                <a16:creationId xmlns:a16="http://schemas.microsoft.com/office/drawing/2014/main" id="{38EC9151-030A-438A-934F-D0264249E42F}"/>
              </a:ext>
            </a:extLst>
          </p:cNvPr>
          <p:cNvSpPr>
            <a:spLocks xmlns:a="http://schemas.openxmlformats.org/drawingml/2006/main" noGrp="1"/>
          </p:cNvSpPr>
          <p:nvPr/>
        </p:nvSpPr>
        <p:spPr>
          <a:xfrm xmlns:a="http://schemas.openxmlformats.org/drawingml/2006/main">
            <a:off x="1521238" y="5755270"/>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Interpreter</a:t>
            </a:r>
          </a:p>
        </p:txBody>
      </p:sp>
      <p:sp>
        <p:nvSpPr>
          <p:cNvPr id="83" name="dp45-comparison / n81">
            <a:extLst xmlns:a="http://schemas.openxmlformats.org/drawingml/2006/main">
              <a:ext uri="{FF2B5EF4-FFF2-40B4-BE49-F238E27FC236}">
                <a16:creationId xmlns:a16="http://schemas.microsoft.com/office/drawing/2014/main" id="{BADBF9B3-F409-4E5C-B31B-EBBD82EF2A1F}"/>
              </a:ext>
            </a:extLst>
          </p:cNvPr>
          <p:cNvSpPr>
            <a:spLocks xmlns:a="http://schemas.openxmlformats.org/drawingml/2006/main" noGrp="1"/>
          </p:cNvSpPr>
          <p:nvPr/>
        </p:nvSpPr>
        <p:spPr>
          <a:xfrm xmlns:a="http://schemas.openxmlformats.org/drawingml/2006/main">
            <a:off x="1472565" y="6822281"/>
            <a:ext cx="2085975" cy="312896"/>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84" name="dp45-comparison / n82 / text 1">
            <a:extLst xmlns:a="http://schemas.openxmlformats.org/drawingml/2006/main">
              <a:ext uri="{FF2B5EF4-FFF2-40B4-BE49-F238E27FC236}">
                <a16:creationId xmlns:a16="http://schemas.microsoft.com/office/drawing/2014/main" id="{728B4478-6950-4546-979C-488906C2C321}"/>
              </a:ext>
            </a:extLst>
          </p:cNvPr>
          <p:cNvSpPr>
            <a:spLocks xmlns:a="http://schemas.openxmlformats.org/drawingml/2006/main" noGrp="1"/>
          </p:cNvSpPr>
          <p:nvPr/>
        </p:nvSpPr>
        <p:spPr>
          <a:xfrm xmlns:a="http://schemas.openxmlformats.org/drawingml/2006/main">
            <a:off x="1521238" y="688517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Model Access</a:t>
            </a:r>
          </a:p>
        </p:txBody>
      </p:sp>
      <p:sp>
        <p:nvSpPr>
          <p:cNvPr id="85" name="dp45-comparison / n83">
            <a:extLst xmlns:a="http://schemas.openxmlformats.org/drawingml/2006/main">
              <a:ext uri="{FF2B5EF4-FFF2-40B4-BE49-F238E27FC236}">
                <a16:creationId xmlns:a16="http://schemas.microsoft.com/office/drawing/2014/main" id="{9D08094A-51E9-4EA5-A0FC-9617BAF5A96B}"/>
              </a:ext>
            </a:extLst>
          </p:cNvPr>
          <p:cNvSpPr>
            <a:spLocks xmlns:a="http://schemas.openxmlformats.org/drawingml/2006/main" noGrp="1"/>
          </p:cNvSpPr>
          <p:nvPr/>
        </p:nvSpPr>
        <p:spPr>
          <a:xfrm xmlns:a="http://schemas.openxmlformats.org/drawingml/2006/main">
            <a:off x="4392930" y="6822281"/>
            <a:ext cx="1738313" cy="312896"/>
          </a:xfrm>
          <a:prstGeom xmlns:a="http://schemas.openxmlformats.org/drawingml/2006/main" prst="hexagon">
            <a:avLst/>
          </a:prstGeom>
          <a:solidFill xmlns:a="http://schemas.openxmlformats.org/drawingml/2006/main">
            <a:srgbClr val="FFFFFF"/>
          </a:solidFill>
          <a:ln xmlns:a="http://schemas.openxmlformats.org/drawingml/2006/main" w="6953">
            <a:solidFill>
              <a:srgbClr val="000000"/>
            </a:solidFill>
            <a:prstDash val="solid"/>
          </a:ln>
        </p:spPr>
      </p:sp>
      <p:sp>
        <p:nvSpPr>
          <p:cNvPr id="86" name="dp45-comparison / n84 / text 1">
            <a:extLst xmlns:a="http://schemas.openxmlformats.org/drawingml/2006/main">
              <a:ext uri="{FF2B5EF4-FFF2-40B4-BE49-F238E27FC236}">
                <a16:creationId xmlns:a16="http://schemas.microsoft.com/office/drawing/2014/main" id="{0C8454EF-B201-4A75-A9BF-649D3F52C34C}"/>
              </a:ext>
            </a:extLst>
          </p:cNvPr>
          <p:cNvSpPr>
            <a:spLocks xmlns:a="http://schemas.openxmlformats.org/drawingml/2006/main" noGrp="1"/>
          </p:cNvSpPr>
          <p:nvPr/>
        </p:nvSpPr>
        <p:spPr>
          <a:xfrm xmlns:a="http://schemas.openxmlformats.org/drawingml/2006/main">
            <a:off x="4441603" y="6885173"/>
            <a:ext cx="1640967"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Shared Omni</a:t>
            </a:r>
          </a:p>
        </p:txBody>
      </p:sp>
      <p:sp>
        <p:nvSpPr>
          <p:cNvPr id="87" name="dp45-comparison / n85">
            <a:extLst xmlns:a="http://schemas.openxmlformats.org/drawingml/2006/main">
              <a:ext uri="{FF2B5EF4-FFF2-40B4-BE49-F238E27FC236}">
                <a16:creationId xmlns:a16="http://schemas.microsoft.com/office/drawing/2014/main" id="{7F4A3523-C8EE-482B-BE29-B68F3E65C9DA}"/>
              </a:ext>
            </a:extLst>
          </p:cNvPr>
          <p:cNvSpPr>
            <a:spLocks xmlns:a="http://schemas.openxmlformats.org/drawingml/2006/main" noGrp="1"/>
          </p:cNvSpPr>
          <p:nvPr/>
        </p:nvSpPr>
        <p:spPr>
          <a:xfrm xmlns:a="http://schemas.openxmlformats.org/drawingml/2006/main">
            <a:off x="7382828" y="6140863"/>
            <a:ext cx="1668780" cy="319850"/>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88" name="dp45-comparison / n86 / text 1">
            <a:extLst xmlns:a="http://schemas.openxmlformats.org/drawingml/2006/main">
              <a:ext uri="{FF2B5EF4-FFF2-40B4-BE49-F238E27FC236}">
                <a16:creationId xmlns:a16="http://schemas.microsoft.com/office/drawing/2014/main" id="{F6CCB1D2-6838-4504-A92F-D84F11FD3177}"/>
              </a:ext>
            </a:extLst>
          </p:cNvPr>
          <p:cNvSpPr>
            <a:spLocks xmlns:a="http://schemas.openxmlformats.org/drawingml/2006/main" noGrp="1"/>
          </p:cNvSpPr>
          <p:nvPr/>
        </p:nvSpPr>
        <p:spPr>
          <a:xfrm xmlns:a="http://schemas.openxmlformats.org/drawingml/2006/main">
            <a:off x="7431500" y="6243180"/>
            <a:ext cx="1571435"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User Memory</a:t>
            </a:r>
          </a:p>
        </p:txBody>
      </p:sp>
      <p:sp>
        <p:nvSpPr>
          <p:cNvPr id="89" name="dp45-comparison / n95">
            <a:extLst xmlns:a="http://schemas.openxmlformats.org/drawingml/2006/main">
              <a:ext uri="{FF2B5EF4-FFF2-40B4-BE49-F238E27FC236}">
                <a16:creationId xmlns:a16="http://schemas.microsoft.com/office/drawing/2014/main" id="{40CEB053-5220-4D81-A6E7-DCDEFCD6AA0F}"/>
              </a:ext>
            </a:extLst>
          </p:cNvPr>
          <p:cNvSpPr>
            <a:spLocks xmlns:a="http://schemas.openxmlformats.org/drawingml/2006/main" noGrp="1"/>
          </p:cNvSpPr>
          <p:nvPr/>
        </p:nvSpPr>
        <p:spPr>
          <a:xfrm xmlns:a="http://schemas.openxmlformats.org/drawingml/2006/main">
            <a:off x="5401151" y="4159186"/>
            <a:ext cx="2085975"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90" name="dp45-comparison / n96 / text 1">
            <a:extLst xmlns:a="http://schemas.openxmlformats.org/drawingml/2006/main">
              <a:ext uri="{FF2B5EF4-FFF2-40B4-BE49-F238E27FC236}">
                <a16:creationId xmlns:a16="http://schemas.microsoft.com/office/drawing/2014/main" id="{F2F81108-7776-46C1-98BD-7BA1CC06E389}"/>
              </a:ext>
            </a:extLst>
          </p:cNvPr>
          <p:cNvSpPr>
            <a:spLocks xmlns:a="http://schemas.openxmlformats.org/drawingml/2006/main" noGrp="1"/>
          </p:cNvSpPr>
          <p:nvPr/>
        </p:nvSpPr>
        <p:spPr>
          <a:xfrm xmlns:a="http://schemas.openxmlformats.org/drawingml/2006/main">
            <a:off x="5449824" y="4252777"/>
            <a:ext cx="1988630" cy="24197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14" b="1">
                <a:solidFill>
                  <a:srgbClr val="000000"/>
                </a:solidFill>
                <a:latin typeface="Apple SD Gothic Neo"/>
                <a:ea typeface="Apple SD Gothic Neo"/>
                <a:cs typeface="Apple SD Gothic Neo"/>
              </a:defRPr>
            </a:pPr>
            <a:r>
              <a:rPr sz="1314" b="1">
                <a:solidFill>
                  <a:srgbClr val="000000"/>
                </a:solidFill>
                <a:latin typeface="Apple SD Gothic Neo"/>
                <a:ea typeface="Apple SD Gothic Neo"/>
                <a:cs typeface="Apple SD Gothic Neo"/>
              </a:rPr>
              <a:t>Context Composer</a:t>
            </a:r>
          </a:p>
        </p:txBody>
      </p:sp>
      <p:sp>
        <p:nvSpPr>
          <p:cNvPr id="91" name="dp45-comparison / n97">
            <a:extLst xmlns:a="http://schemas.openxmlformats.org/drawingml/2006/main">
              <a:ext uri="{FF2B5EF4-FFF2-40B4-BE49-F238E27FC236}">
                <a16:creationId xmlns:a16="http://schemas.microsoft.com/office/drawing/2014/main" id="{0044D023-6B44-44A0-AD0D-155C0F11351E}"/>
              </a:ext>
            </a:extLst>
          </p:cNvPr>
          <p:cNvSpPr>
            <a:spLocks xmlns:a="http://schemas.openxmlformats.org/drawingml/2006/main" noGrp="1"/>
          </p:cNvSpPr>
          <p:nvPr/>
        </p:nvSpPr>
        <p:spPr>
          <a:xfrm xmlns:a="http://schemas.openxmlformats.org/drawingml/2006/main">
            <a:off x="4323398" y="5104829"/>
            <a:ext cx="1981676" cy="417195"/>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92" name="dp45-comparison / n98 / text 1">
            <a:extLst xmlns:a="http://schemas.openxmlformats.org/drawingml/2006/main">
              <a:ext uri="{FF2B5EF4-FFF2-40B4-BE49-F238E27FC236}">
                <a16:creationId xmlns:a16="http://schemas.microsoft.com/office/drawing/2014/main" id="{67FEED5F-71B2-43D4-A00F-C1728C72A2AD}"/>
              </a:ext>
            </a:extLst>
          </p:cNvPr>
          <p:cNvSpPr>
            <a:spLocks xmlns:a="http://schemas.openxmlformats.org/drawingml/2006/main" noGrp="1"/>
          </p:cNvSpPr>
          <p:nvPr/>
        </p:nvSpPr>
        <p:spPr>
          <a:xfrm xmlns:a="http://schemas.openxmlformats.org/drawingml/2006/main">
            <a:off x="4372070" y="5255818"/>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Source View Cache</a:t>
            </a:r>
          </a:p>
        </p:txBody>
      </p:sp>
      <p:sp>
        <p:nvSpPr>
          <p:cNvPr id="93" name="dp45-comparison / n99">
            <a:extLst xmlns:a="http://schemas.openxmlformats.org/drawingml/2006/main">
              <a:ext uri="{FF2B5EF4-FFF2-40B4-BE49-F238E27FC236}">
                <a16:creationId xmlns:a16="http://schemas.microsoft.com/office/drawing/2014/main" id="{D06BDF96-D70A-404F-A545-9608D2F83F14}"/>
              </a:ext>
            </a:extLst>
          </p:cNvPr>
          <p:cNvSpPr>
            <a:spLocks xmlns:a="http://schemas.openxmlformats.org/drawingml/2006/main" noGrp="1"/>
          </p:cNvSpPr>
          <p:nvPr/>
        </p:nvSpPr>
        <p:spPr>
          <a:xfrm xmlns:a="http://schemas.openxmlformats.org/drawingml/2006/main">
            <a:off x="6965633" y="5104829"/>
            <a:ext cx="2051209" cy="417195"/>
          </a:xfrm>
          <a:prstGeom xmlns:a="http://schemas.openxmlformats.org/drawingml/2006/main" prst="can">
            <a:avLst>
              <a:gd name="adj" fmla="val 20000"/>
            </a:avLst>
          </a:prstGeom>
          <a:solidFill xmlns:a="http://schemas.openxmlformats.org/drawingml/2006/main">
            <a:srgbClr val="FFF0DD"/>
          </a:solidFill>
          <a:ln xmlns:a="http://schemas.openxmlformats.org/drawingml/2006/main" w="12516">
            <a:solidFill>
              <a:srgbClr val="B8753F"/>
            </a:solidFill>
            <a:prstDash val="solid"/>
          </a:ln>
        </p:spPr>
      </p:sp>
      <p:sp>
        <p:nvSpPr>
          <p:cNvPr id="94" name="dp45-comparison / n100 / text 1">
            <a:extLst xmlns:a="http://schemas.openxmlformats.org/drawingml/2006/main">
              <a:ext uri="{FF2B5EF4-FFF2-40B4-BE49-F238E27FC236}">
                <a16:creationId xmlns:a16="http://schemas.microsoft.com/office/drawing/2014/main" id="{C792FABC-07D0-4D12-A34B-CF1AFE7E33F1}"/>
              </a:ext>
            </a:extLst>
          </p:cNvPr>
          <p:cNvSpPr>
            <a:spLocks xmlns:a="http://schemas.openxmlformats.org/drawingml/2006/main" noGrp="1"/>
          </p:cNvSpPr>
          <p:nvPr/>
        </p:nvSpPr>
        <p:spPr>
          <a:xfrm xmlns:a="http://schemas.openxmlformats.org/drawingml/2006/main">
            <a:off x="7014305" y="5259886"/>
            <a:ext cx="1953863" cy="20164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95" b="1">
                <a:solidFill>
                  <a:srgbClr val="000000"/>
                </a:solidFill>
                <a:latin typeface="Apple SD Gothic Neo"/>
                <a:ea typeface="Apple SD Gothic Neo"/>
                <a:cs typeface="Apple SD Gothic Neo"/>
              </a:defRPr>
            </a:pPr>
            <a:r>
              <a:rPr sz="1095" b="1">
                <a:solidFill>
                  <a:srgbClr val="000000"/>
                </a:solidFill>
                <a:latin typeface="Apple SD Gothic Neo"/>
                <a:ea typeface="Apple SD Gothic Neo"/>
                <a:cs typeface="Apple SD Gothic Neo"/>
              </a:rPr>
              <a:t>Request Evidence Set</a:t>
            </a:r>
          </a:p>
        </p:txBody>
      </p:sp>
      <p:sp>
        <p:nvSpPr>
          <p:cNvPr id="95" name="dp45-comparison / n101 / path">
            <a:extLst xmlns:a="http://schemas.openxmlformats.org/drawingml/2006/main">
              <a:ext uri="{FF2B5EF4-FFF2-40B4-BE49-F238E27FC236}">
                <a16:creationId xmlns:a16="http://schemas.microsoft.com/office/drawing/2014/main" id="{FE9DC326-B374-4054-AA28-2FC4E41E4450}"/>
              </a:ext>
            </a:extLst>
          </p:cNvPr>
          <p:cNvSpPr>
            <a:spLocks xmlns:a="http://schemas.openxmlformats.org/drawingml/2006/main" noGrp="1"/>
          </p:cNvSpPr>
          <p:nvPr/>
        </p:nvSpPr>
        <p:spPr>
          <a:xfrm xmlns:a="http://schemas.openxmlformats.org/drawingml/2006/main">
            <a:off x="2446020" y="2997994"/>
            <a:ext cx="3914680" cy="1161193"/>
          </a:xfrm>
          <a:custGeom xmlns:a="http://schemas.openxmlformats.org/drawingml/2006/main">
            <a:pathLst>
              <a:path w="3914680" h="1161193">
                <a:moveTo>
                  <a:pt x="3914680" y="1161193"/>
                </a:moveTo>
                <a:lnTo>
                  <a:pt x="0" y="1161193"/>
                </a:lnTo>
                <a:lnTo>
                  <a:pt x="0" y="0"/>
                </a:lnTo>
              </a:path>
            </a:pathLst>
          </a:custGeom>
          <a:noFill xmlns:a="http://schemas.openxmlformats.org/drawingml/2006/main"/>
          <a:ln xmlns:a="http://schemas.openxmlformats.org/drawingml/2006/main" w="7649">
            <a:solidFill>
              <a:srgbClr val="000000"/>
            </a:solidFill>
            <a:prstDash val="solid"/>
          </a:ln>
        </p:spPr>
      </p:sp>
      <p:sp>
        <p:nvSpPr>
          <p:cNvPr id="96" name="dp45-comparison / n101 / arrow">
            <a:extLst xmlns:a="http://schemas.openxmlformats.org/drawingml/2006/main">
              <a:ext uri="{FF2B5EF4-FFF2-40B4-BE49-F238E27FC236}">
                <a16:creationId xmlns:a16="http://schemas.microsoft.com/office/drawing/2014/main" id="{61719F52-DDEE-48F6-AD95-15B901983E6A}"/>
              </a:ext>
            </a:extLst>
          </p:cNvPr>
          <p:cNvSpPr>
            <a:spLocks xmlns:a="http://schemas.openxmlformats.org/drawingml/2006/main" noGrp="1"/>
          </p:cNvSpPr>
          <p:nvPr/>
        </p:nvSpPr>
        <p:spPr>
          <a:xfrm xmlns:a="http://schemas.openxmlformats.org/drawingml/2006/main">
            <a:off x="2421545" y="2997994"/>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97" name="dp45-comparison / n102 / path">
            <a:extLst xmlns:a="http://schemas.openxmlformats.org/drawingml/2006/main">
              <a:ext uri="{FF2B5EF4-FFF2-40B4-BE49-F238E27FC236}">
                <a16:creationId xmlns:a16="http://schemas.microsoft.com/office/drawing/2014/main" id="{A86D610C-8BCA-42E7-B415-4DAE455DCD0B}"/>
              </a:ext>
            </a:extLst>
          </p:cNvPr>
          <p:cNvSpPr>
            <a:spLocks xmlns:a="http://schemas.openxmlformats.org/drawingml/2006/main" noGrp="1"/>
          </p:cNvSpPr>
          <p:nvPr/>
        </p:nvSpPr>
        <p:spPr>
          <a:xfrm xmlns:a="http://schemas.openxmlformats.org/drawingml/2006/main">
            <a:off x="2585085" y="2997994"/>
            <a:ext cx="3942493" cy="1161193"/>
          </a:xfrm>
          <a:custGeom xmlns:a="http://schemas.openxmlformats.org/drawingml/2006/main">
            <a:pathLst>
              <a:path w="3942493" h="1161193">
                <a:moveTo>
                  <a:pt x="0" y="0"/>
                </a:moveTo>
                <a:lnTo>
                  <a:pt x="0" y="1161193"/>
                </a:lnTo>
                <a:lnTo>
                  <a:pt x="3942493" y="1161193"/>
                </a:lnTo>
              </a:path>
            </a:pathLst>
          </a:custGeom>
          <a:noFill xmlns:a="http://schemas.openxmlformats.org/drawingml/2006/main"/>
          <a:ln xmlns:a="http://schemas.openxmlformats.org/drawingml/2006/main" w="7649">
            <a:solidFill>
              <a:srgbClr val="000000"/>
            </a:solidFill>
            <a:prstDash val="dash"/>
          </a:ln>
        </p:spPr>
      </p:sp>
      <p:sp>
        <p:nvSpPr>
          <p:cNvPr id="98" name="dp45-comparison / n102 / arrow">
            <a:extLst xmlns:a="http://schemas.openxmlformats.org/drawingml/2006/main">
              <a:ext uri="{FF2B5EF4-FFF2-40B4-BE49-F238E27FC236}">
                <a16:creationId xmlns:a16="http://schemas.microsoft.com/office/drawing/2014/main" id="{378685FA-03F3-4F07-BB8B-A1E952C9FA98}"/>
              </a:ext>
            </a:extLst>
          </p:cNvPr>
          <p:cNvSpPr>
            <a:spLocks xmlns:a="http://schemas.openxmlformats.org/drawingml/2006/main" noGrp="1"/>
          </p:cNvSpPr>
          <p:nvPr/>
        </p:nvSpPr>
        <p:spPr>
          <a:xfrm xmlns:a="http://schemas.openxmlformats.org/drawingml/2006/main">
            <a:off x="6478627"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99" name="dp45-comparison / n103 / path">
            <a:extLst xmlns:a="http://schemas.openxmlformats.org/drawingml/2006/main">
              <a:ext uri="{FF2B5EF4-FFF2-40B4-BE49-F238E27FC236}">
                <a16:creationId xmlns:a16="http://schemas.microsoft.com/office/drawing/2014/main" id="{3DCC9897-FAA6-4DF9-9420-82D0F2526806}"/>
              </a:ext>
            </a:extLst>
          </p:cNvPr>
          <p:cNvSpPr>
            <a:spLocks xmlns:a="http://schemas.openxmlformats.org/drawingml/2006/main" noGrp="1"/>
          </p:cNvSpPr>
          <p:nvPr/>
        </p:nvSpPr>
        <p:spPr>
          <a:xfrm xmlns:a="http://schemas.openxmlformats.org/drawingml/2006/main">
            <a:off x="3913156" y="2997994"/>
            <a:ext cx="2447544" cy="1161193"/>
          </a:xfrm>
          <a:custGeom xmlns:a="http://schemas.openxmlformats.org/drawingml/2006/main">
            <a:pathLst>
              <a:path w="2447544" h="1161193">
                <a:moveTo>
                  <a:pt x="2447544" y="1161193"/>
                </a:moveTo>
                <a:lnTo>
                  <a:pt x="0" y="1161193"/>
                </a:lnTo>
                <a:lnTo>
                  <a:pt x="0" y="0"/>
                </a:lnTo>
                <a:lnTo>
                  <a:pt x="1314164" y="0"/>
                </a:lnTo>
              </a:path>
            </a:pathLst>
          </a:custGeom>
          <a:noFill xmlns:a="http://schemas.openxmlformats.org/drawingml/2006/main"/>
          <a:ln xmlns:a="http://schemas.openxmlformats.org/drawingml/2006/main" w="7649">
            <a:solidFill>
              <a:srgbClr val="000000"/>
            </a:solidFill>
            <a:prstDash val="solid"/>
          </a:ln>
        </p:spPr>
      </p:sp>
      <p:sp>
        <p:nvSpPr>
          <p:cNvPr id="100" name="dp45-comparison / n103 / arrow">
            <a:extLst xmlns:a="http://schemas.openxmlformats.org/drawingml/2006/main">
              <a:ext uri="{FF2B5EF4-FFF2-40B4-BE49-F238E27FC236}">
                <a16:creationId xmlns:a16="http://schemas.microsoft.com/office/drawing/2014/main" id="{A916D488-F06C-4E19-AFCE-722A076C361F}"/>
              </a:ext>
            </a:extLst>
          </p:cNvPr>
          <p:cNvSpPr>
            <a:spLocks xmlns:a="http://schemas.openxmlformats.org/drawingml/2006/main" noGrp="1"/>
          </p:cNvSpPr>
          <p:nvPr/>
        </p:nvSpPr>
        <p:spPr>
          <a:xfrm xmlns:a="http://schemas.openxmlformats.org/drawingml/2006/main">
            <a:off x="5178369" y="2973518"/>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01" name="dp45-comparison / n104 / path">
            <a:extLst xmlns:a="http://schemas.openxmlformats.org/drawingml/2006/main">
              <a:ext uri="{FF2B5EF4-FFF2-40B4-BE49-F238E27FC236}">
                <a16:creationId xmlns:a16="http://schemas.microsoft.com/office/drawing/2014/main" id="{1913B723-724D-42A7-ABFA-0856DA26AA3E}"/>
              </a:ext>
            </a:extLst>
          </p:cNvPr>
          <p:cNvSpPr>
            <a:spLocks xmlns:a="http://schemas.openxmlformats.org/drawingml/2006/main" noGrp="1"/>
          </p:cNvSpPr>
          <p:nvPr/>
        </p:nvSpPr>
        <p:spPr>
          <a:xfrm xmlns:a="http://schemas.openxmlformats.org/drawingml/2006/main">
            <a:off x="3913156" y="2997994"/>
            <a:ext cx="2614422" cy="1161193"/>
          </a:xfrm>
          <a:custGeom xmlns:a="http://schemas.openxmlformats.org/drawingml/2006/main">
            <a:pathLst>
              <a:path w="2614422" h="1161193">
                <a:moveTo>
                  <a:pt x="1453229" y="0"/>
                </a:moveTo>
                <a:lnTo>
                  <a:pt x="0" y="0"/>
                </a:lnTo>
                <a:lnTo>
                  <a:pt x="0" y="1161193"/>
                </a:lnTo>
                <a:lnTo>
                  <a:pt x="2614422" y="1161193"/>
                </a:lnTo>
              </a:path>
            </a:pathLst>
          </a:custGeom>
          <a:noFill xmlns:a="http://schemas.openxmlformats.org/drawingml/2006/main"/>
          <a:ln xmlns:a="http://schemas.openxmlformats.org/drawingml/2006/main" w="7649">
            <a:solidFill>
              <a:srgbClr val="000000"/>
            </a:solidFill>
            <a:prstDash val="dash"/>
          </a:ln>
        </p:spPr>
      </p:sp>
      <p:sp>
        <p:nvSpPr>
          <p:cNvPr id="102" name="dp45-comparison / n104 / arrow">
            <a:extLst xmlns:a="http://schemas.openxmlformats.org/drawingml/2006/main">
              <a:ext uri="{FF2B5EF4-FFF2-40B4-BE49-F238E27FC236}">
                <a16:creationId xmlns:a16="http://schemas.microsoft.com/office/drawing/2014/main" id="{F7E4A8CD-50D8-4FBC-95E6-7BDD6624B3FE}"/>
              </a:ext>
            </a:extLst>
          </p:cNvPr>
          <p:cNvSpPr>
            <a:spLocks xmlns:a="http://schemas.openxmlformats.org/drawingml/2006/main" noGrp="1"/>
          </p:cNvSpPr>
          <p:nvPr/>
        </p:nvSpPr>
        <p:spPr>
          <a:xfrm xmlns:a="http://schemas.openxmlformats.org/drawingml/2006/main">
            <a:off x="6478627"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03" name="dp45-comparison / n105 / path">
            <a:extLst xmlns:a="http://schemas.openxmlformats.org/drawingml/2006/main">
              <a:ext uri="{FF2B5EF4-FFF2-40B4-BE49-F238E27FC236}">
                <a16:creationId xmlns:a16="http://schemas.microsoft.com/office/drawing/2014/main" id="{ED3F270F-8FA6-41BA-B358-3573F13F9A4F}"/>
              </a:ext>
            </a:extLst>
          </p:cNvPr>
          <p:cNvSpPr>
            <a:spLocks xmlns:a="http://schemas.openxmlformats.org/drawingml/2006/main" noGrp="1"/>
          </p:cNvSpPr>
          <p:nvPr/>
        </p:nvSpPr>
        <p:spPr>
          <a:xfrm xmlns:a="http://schemas.openxmlformats.org/drawingml/2006/main">
            <a:off x="6360700" y="2997994"/>
            <a:ext cx="2892552" cy="1161193"/>
          </a:xfrm>
          <a:custGeom xmlns:a="http://schemas.openxmlformats.org/drawingml/2006/main">
            <a:pathLst>
              <a:path w="2892552" h="1161193">
                <a:moveTo>
                  <a:pt x="0" y="1161193"/>
                </a:moveTo>
                <a:lnTo>
                  <a:pt x="2892552" y="1161193"/>
                </a:lnTo>
                <a:lnTo>
                  <a:pt x="2892552" y="0"/>
                </a:lnTo>
                <a:lnTo>
                  <a:pt x="1682686" y="0"/>
                </a:lnTo>
              </a:path>
            </a:pathLst>
          </a:custGeom>
          <a:noFill xmlns:a="http://schemas.openxmlformats.org/drawingml/2006/main"/>
          <a:ln xmlns:a="http://schemas.openxmlformats.org/drawingml/2006/main" w="7649">
            <a:solidFill>
              <a:srgbClr val="000000"/>
            </a:solidFill>
            <a:prstDash val="solid"/>
          </a:ln>
        </p:spPr>
      </p:sp>
      <p:sp>
        <p:nvSpPr>
          <p:cNvPr id="104" name="dp45-comparison / n105 / arrow">
            <a:extLst xmlns:a="http://schemas.openxmlformats.org/drawingml/2006/main">
              <a:ext uri="{FF2B5EF4-FFF2-40B4-BE49-F238E27FC236}">
                <a16:creationId xmlns:a16="http://schemas.microsoft.com/office/drawing/2014/main" id="{EFB21E71-941A-49AF-B545-057EDECDCF67}"/>
              </a:ext>
            </a:extLst>
          </p:cNvPr>
          <p:cNvSpPr>
            <a:spLocks xmlns:a="http://schemas.openxmlformats.org/drawingml/2006/main" noGrp="1"/>
          </p:cNvSpPr>
          <p:nvPr/>
        </p:nvSpPr>
        <p:spPr>
          <a:xfrm xmlns:a="http://schemas.openxmlformats.org/drawingml/2006/main">
            <a:off x="8043386"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5" name="dp45-comparison / n106 / path">
            <a:extLst xmlns:a="http://schemas.openxmlformats.org/drawingml/2006/main">
              <a:ext uri="{FF2B5EF4-FFF2-40B4-BE49-F238E27FC236}">
                <a16:creationId xmlns:a16="http://schemas.microsoft.com/office/drawing/2014/main" id="{4F3C299D-9B3C-49F1-9F1F-05EACD3723C6}"/>
              </a:ext>
            </a:extLst>
          </p:cNvPr>
          <p:cNvSpPr>
            <a:spLocks xmlns:a="http://schemas.openxmlformats.org/drawingml/2006/main" noGrp="1"/>
          </p:cNvSpPr>
          <p:nvPr/>
        </p:nvSpPr>
        <p:spPr>
          <a:xfrm xmlns:a="http://schemas.openxmlformats.org/drawingml/2006/main">
            <a:off x="6527578" y="2997994"/>
            <a:ext cx="2725674" cy="1161193"/>
          </a:xfrm>
          <a:custGeom xmlns:a="http://schemas.openxmlformats.org/drawingml/2006/main">
            <a:pathLst>
              <a:path w="2725674" h="1161193">
                <a:moveTo>
                  <a:pt x="1654874" y="0"/>
                </a:moveTo>
                <a:lnTo>
                  <a:pt x="2725674" y="0"/>
                </a:lnTo>
                <a:lnTo>
                  <a:pt x="2725674" y="1161193"/>
                </a:lnTo>
                <a:lnTo>
                  <a:pt x="0" y="1161193"/>
                </a:lnTo>
              </a:path>
            </a:pathLst>
          </a:custGeom>
          <a:noFill xmlns:a="http://schemas.openxmlformats.org/drawingml/2006/main"/>
          <a:ln xmlns:a="http://schemas.openxmlformats.org/drawingml/2006/main" w="7649">
            <a:solidFill>
              <a:srgbClr val="000000"/>
            </a:solidFill>
            <a:prstDash val="dash"/>
          </a:ln>
        </p:spPr>
      </p:sp>
      <p:sp>
        <p:nvSpPr>
          <p:cNvPr id="106" name="dp45-comparison / n106 / arrow">
            <a:extLst xmlns:a="http://schemas.openxmlformats.org/drawingml/2006/main">
              <a:ext uri="{FF2B5EF4-FFF2-40B4-BE49-F238E27FC236}">
                <a16:creationId xmlns:a16="http://schemas.microsoft.com/office/drawing/2014/main" id="{A0B31DCF-A345-4121-B747-3E7A504B643E}"/>
              </a:ext>
            </a:extLst>
          </p:cNvPr>
          <p:cNvSpPr>
            <a:spLocks xmlns:a="http://schemas.openxmlformats.org/drawingml/2006/main" noGrp="1"/>
          </p:cNvSpPr>
          <p:nvPr/>
        </p:nvSpPr>
        <p:spPr>
          <a:xfrm xmlns:a="http://schemas.openxmlformats.org/drawingml/2006/main">
            <a:off x="6527578"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7" name="dp45-comparison / n109 / path">
            <a:extLst xmlns:a="http://schemas.openxmlformats.org/drawingml/2006/main">
              <a:ext uri="{FF2B5EF4-FFF2-40B4-BE49-F238E27FC236}">
                <a16:creationId xmlns:a16="http://schemas.microsoft.com/office/drawing/2014/main" id="{231DD6FC-20BA-4344-8E8C-AB67DA5B9D61}"/>
              </a:ext>
            </a:extLst>
          </p:cNvPr>
          <p:cNvSpPr>
            <a:spLocks xmlns:a="http://schemas.openxmlformats.org/drawingml/2006/main" noGrp="1"/>
          </p:cNvSpPr>
          <p:nvPr/>
        </p:nvSpPr>
        <p:spPr>
          <a:xfrm xmlns:a="http://schemas.openxmlformats.org/drawingml/2006/main">
            <a:off x="5314236" y="4350401"/>
            <a:ext cx="86916" cy="754428"/>
          </a:xfrm>
          <a:custGeom xmlns:a="http://schemas.openxmlformats.org/drawingml/2006/main">
            <a:pathLst>
              <a:path w="86916" h="754428">
                <a:moveTo>
                  <a:pt x="86916" y="0"/>
                </a:moveTo>
                <a:lnTo>
                  <a:pt x="86916" y="754428"/>
                </a:lnTo>
                <a:lnTo>
                  <a:pt x="0" y="754428"/>
                </a:lnTo>
              </a:path>
            </a:pathLst>
          </a:custGeom>
          <a:noFill xmlns:a="http://schemas.openxmlformats.org/drawingml/2006/main"/>
          <a:ln xmlns:a="http://schemas.openxmlformats.org/drawingml/2006/main" w="7649">
            <a:solidFill>
              <a:srgbClr val="000000"/>
            </a:solidFill>
            <a:prstDash val="solid"/>
          </a:ln>
        </p:spPr>
      </p:sp>
      <p:sp>
        <p:nvSpPr>
          <p:cNvPr id="108" name="dp45-comparison / n109 / arrow">
            <a:extLst xmlns:a="http://schemas.openxmlformats.org/drawingml/2006/main">
              <a:ext uri="{FF2B5EF4-FFF2-40B4-BE49-F238E27FC236}">
                <a16:creationId xmlns:a16="http://schemas.microsoft.com/office/drawing/2014/main" id="{BE2FD1C7-25B7-436D-A891-3153388EFC48}"/>
              </a:ext>
            </a:extLst>
          </p:cNvPr>
          <p:cNvSpPr>
            <a:spLocks xmlns:a="http://schemas.openxmlformats.org/drawingml/2006/main" noGrp="1"/>
          </p:cNvSpPr>
          <p:nvPr/>
        </p:nvSpPr>
        <p:spPr>
          <a:xfrm xmlns:a="http://schemas.openxmlformats.org/drawingml/2006/main">
            <a:off x="5314236" y="508035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09" name="dp45-comparison / n110 / path">
            <a:extLst xmlns:a="http://schemas.openxmlformats.org/drawingml/2006/main">
              <a:ext uri="{FF2B5EF4-FFF2-40B4-BE49-F238E27FC236}">
                <a16:creationId xmlns:a16="http://schemas.microsoft.com/office/drawing/2014/main" id="{76C35040-3AE6-44DA-BA40-EC83B1B45AEA}"/>
              </a:ext>
            </a:extLst>
          </p:cNvPr>
          <p:cNvSpPr>
            <a:spLocks xmlns:a="http://schemas.openxmlformats.org/drawingml/2006/main" noGrp="1"/>
          </p:cNvSpPr>
          <p:nvPr/>
        </p:nvSpPr>
        <p:spPr>
          <a:xfrm xmlns:a="http://schemas.openxmlformats.org/drawingml/2006/main">
            <a:off x="5401151" y="4433840"/>
            <a:ext cx="66056" cy="670989"/>
          </a:xfrm>
          <a:custGeom xmlns:a="http://schemas.openxmlformats.org/drawingml/2006/main">
            <a:pathLst>
              <a:path w="66056" h="670989">
                <a:moveTo>
                  <a:pt x="66056" y="670989"/>
                </a:moveTo>
                <a:lnTo>
                  <a:pt x="0" y="670989"/>
                </a:lnTo>
                <a:lnTo>
                  <a:pt x="0" y="0"/>
                </a:lnTo>
              </a:path>
            </a:pathLst>
          </a:custGeom>
          <a:noFill xmlns:a="http://schemas.openxmlformats.org/drawingml/2006/main"/>
          <a:ln xmlns:a="http://schemas.openxmlformats.org/drawingml/2006/main" w="7649">
            <a:solidFill>
              <a:srgbClr val="000000"/>
            </a:solidFill>
            <a:prstDash val="dash"/>
          </a:ln>
        </p:spPr>
      </p:sp>
      <p:sp>
        <p:nvSpPr>
          <p:cNvPr id="110" name="dp45-comparison / n110 / arrow">
            <a:extLst xmlns:a="http://schemas.openxmlformats.org/drawingml/2006/main">
              <a:ext uri="{FF2B5EF4-FFF2-40B4-BE49-F238E27FC236}">
                <a16:creationId xmlns:a16="http://schemas.microsoft.com/office/drawing/2014/main" id="{4F203FA5-9412-44C5-BA67-2B8A78FC405B}"/>
              </a:ext>
            </a:extLst>
          </p:cNvPr>
          <p:cNvSpPr>
            <a:spLocks xmlns:a="http://schemas.openxmlformats.org/drawingml/2006/main" noGrp="1"/>
          </p:cNvSpPr>
          <p:nvPr/>
        </p:nvSpPr>
        <p:spPr>
          <a:xfrm xmlns:a="http://schemas.openxmlformats.org/drawingml/2006/main">
            <a:off x="5376676" y="4433840"/>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11" name="dp45-comparison / n111 / path">
            <a:extLst xmlns:a="http://schemas.openxmlformats.org/drawingml/2006/main">
              <a:ext uri="{FF2B5EF4-FFF2-40B4-BE49-F238E27FC236}">
                <a16:creationId xmlns:a16="http://schemas.microsoft.com/office/drawing/2014/main" id="{2E318A6B-BC73-4278-B809-9A3585C3550E}"/>
              </a:ext>
            </a:extLst>
          </p:cNvPr>
          <p:cNvSpPr>
            <a:spLocks xmlns:a="http://schemas.openxmlformats.org/drawingml/2006/main" noGrp="1"/>
          </p:cNvSpPr>
          <p:nvPr/>
        </p:nvSpPr>
        <p:spPr>
          <a:xfrm xmlns:a="http://schemas.openxmlformats.org/drawingml/2006/main">
            <a:off x="7487126" y="4350401"/>
            <a:ext cx="504111" cy="754428"/>
          </a:xfrm>
          <a:custGeom xmlns:a="http://schemas.openxmlformats.org/drawingml/2006/main">
            <a:pathLst>
              <a:path w="504111" h="754428">
                <a:moveTo>
                  <a:pt x="0" y="0"/>
                </a:moveTo>
                <a:lnTo>
                  <a:pt x="0" y="754428"/>
                </a:lnTo>
                <a:lnTo>
                  <a:pt x="504111" y="754428"/>
                </a:lnTo>
              </a:path>
            </a:pathLst>
          </a:custGeom>
          <a:noFill xmlns:a="http://schemas.openxmlformats.org/drawingml/2006/main"/>
          <a:ln xmlns:a="http://schemas.openxmlformats.org/drawingml/2006/main" w="7649">
            <a:solidFill>
              <a:srgbClr val="000000"/>
            </a:solidFill>
            <a:prstDash val="solid"/>
          </a:ln>
        </p:spPr>
      </p:sp>
      <p:sp>
        <p:nvSpPr>
          <p:cNvPr id="112" name="dp45-comparison / n111 / arrow">
            <a:extLst xmlns:a="http://schemas.openxmlformats.org/drawingml/2006/main">
              <a:ext uri="{FF2B5EF4-FFF2-40B4-BE49-F238E27FC236}">
                <a16:creationId xmlns:a16="http://schemas.microsoft.com/office/drawing/2014/main" id="{F8208419-025E-482A-8EC5-05D3D42C5E51}"/>
              </a:ext>
            </a:extLst>
          </p:cNvPr>
          <p:cNvSpPr>
            <a:spLocks xmlns:a="http://schemas.openxmlformats.org/drawingml/2006/main" noGrp="1"/>
          </p:cNvSpPr>
          <p:nvPr/>
        </p:nvSpPr>
        <p:spPr>
          <a:xfrm xmlns:a="http://schemas.openxmlformats.org/drawingml/2006/main">
            <a:off x="7942286" y="5080353"/>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3" name="dp45-comparison / n120 / path">
            <a:extLst xmlns:a="http://schemas.openxmlformats.org/drawingml/2006/main">
              <a:ext uri="{FF2B5EF4-FFF2-40B4-BE49-F238E27FC236}">
                <a16:creationId xmlns:a16="http://schemas.microsoft.com/office/drawing/2014/main" id="{2D048ECD-E156-478A-8424-CF5D51042935}"/>
              </a:ext>
            </a:extLst>
          </p:cNvPr>
          <p:cNvSpPr>
            <a:spLocks xmlns:a="http://schemas.openxmlformats.org/drawingml/2006/main" noGrp="1"/>
          </p:cNvSpPr>
          <p:nvPr/>
        </p:nvSpPr>
        <p:spPr>
          <a:xfrm xmlns:a="http://schemas.openxmlformats.org/drawingml/2006/main">
            <a:off x="3558540" y="2911078"/>
            <a:ext cx="764857" cy="2402348"/>
          </a:xfrm>
          <a:custGeom xmlns:a="http://schemas.openxmlformats.org/drawingml/2006/main">
            <a:pathLst>
              <a:path w="764857" h="2402348">
                <a:moveTo>
                  <a:pt x="0" y="0"/>
                </a:moveTo>
                <a:lnTo>
                  <a:pt x="0" y="2402348"/>
                </a:lnTo>
                <a:lnTo>
                  <a:pt x="764857" y="2402348"/>
                </a:lnTo>
              </a:path>
            </a:pathLst>
          </a:custGeom>
          <a:noFill xmlns:a="http://schemas.openxmlformats.org/drawingml/2006/main"/>
          <a:ln xmlns:a="http://schemas.openxmlformats.org/drawingml/2006/main" w="7649">
            <a:solidFill>
              <a:srgbClr val="000000"/>
            </a:solidFill>
            <a:prstDash val="solid"/>
          </a:ln>
        </p:spPr>
      </p:sp>
      <p:sp>
        <p:nvSpPr>
          <p:cNvPr id="114" name="dp45-comparison / n120 / arrow">
            <a:extLst xmlns:a="http://schemas.openxmlformats.org/drawingml/2006/main">
              <a:ext uri="{FF2B5EF4-FFF2-40B4-BE49-F238E27FC236}">
                <a16:creationId xmlns:a16="http://schemas.microsoft.com/office/drawing/2014/main" id="{6780421E-E6F7-4AA8-B4A5-6C5C2DBCEA77}"/>
              </a:ext>
            </a:extLst>
          </p:cNvPr>
          <p:cNvSpPr>
            <a:spLocks xmlns:a="http://schemas.openxmlformats.org/drawingml/2006/main" noGrp="1"/>
          </p:cNvSpPr>
          <p:nvPr/>
        </p:nvSpPr>
        <p:spPr>
          <a:xfrm xmlns:a="http://schemas.openxmlformats.org/drawingml/2006/main">
            <a:off x="4274447" y="528895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5" name="dp45-comparison / n123 / path">
            <a:extLst xmlns:a="http://schemas.openxmlformats.org/drawingml/2006/main">
              <a:ext uri="{FF2B5EF4-FFF2-40B4-BE49-F238E27FC236}">
                <a16:creationId xmlns:a16="http://schemas.microsoft.com/office/drawing/2014/main" id="{F6CE8501-6388-416A-93AE-F436DDE912B7}"/>
              </a:ext>
            </a:extLst>
          </p:cNvPr>
          <p:cNvSpPr>
            <a:spLocks xmlns:a="http://schemas.openxmlformats.org/drawingml/2006/main" noGrp="1"/>
          </p:cNvSpPr>
          <p:nvPr/>
        </p:nvSpPr>
        <p:spPr>
          <a:xfrm xmlns:a="http://schemas.openxmlformats.org/drawingml/2006/main">
            <a:off x="3558540" y="2723340"/>
            <a:ext cx="1842611" cy="1557528"/>
          </a:xfrm>
          <a:custGeom xmlns:a="http://schemas.openxmlformats.org/drawingml/2006/main">
            <a:pathLst>
              <a:path w="1842611" h="1557528">
                <a:moveTo>
                  <a:pt x="0" y="0"/>
                </a:moveTo>
                <a:lnTo>
                  <a:pt x="0" y="1557528"/>
                </a:lnTo>
                <a:lnTo>
                  <a:pt x="1842611" y="1557528"/>
                </a:lnTo>
              </a:path>
            </a:pathLst>
          </a:custGeom>
          <a:noFill xmlns:a="http://schemas.openxmlformats.org/drawingml/2006/main"/>
          <a:ln xmlns:a="http://schemas.openxmlformats.org/drawingml/2006/main" w="7649">
            <a:solidFill>
              <a:srgbClr val="000000"/>
            </a:solidFill>
            <a:prstDash val="solid"/>
          </a:ln>
        </p:spPr>
      </p:sp>
      <p:sp>
        <p:nvSpPr>
          <p:cNvPr id="116" name="dp45-comparison / n123 / arrow">
            <a:extLst xmlns:a="http://schemas.openxmlformats.org/drawingml/2006/main">
              <a:ext uri="{FF2B5EF4-FFF2-40B4-BE49-F238E27FC236}">
                <a16:creationId xmlns:a16="http://schemas.microsoft.com/office/drawing/2014/main" id="{B34DDFA8-4CCA-413F-AB04-F81C60A87E02}"/>
              </a:ext>
            </a:extLst>
          </p:cNvPr>
          <p:cNvSpPr>
            <a:spLocks xmlns:a="http://schemas.openxmlformats.org/drawingml/2006/main" noGrp="1"/>
          </p:cNvSpPr>
          <p:nvPr/>
        </p:nvSpPr>
        <p:spPr>
          <a:xfrm xmlns:a="http://schemas.openxmlformats.org/drawingml/2006/main">
            <a:off x="5352200" y="4256393"/>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17" name="dp45-comparison / n124 / path">
            <a:extLst xmlns:a="http://schemas.openxmlformats.org/drawingml/2006/main">
              <a:ext uri="{FF2B5EF4-FFF2-40B4-BE49-F238E27FC236}">
                <a16:creationId xmlns:a16="http://schemas.microsoft.com/office/drawing/2014/main" id="{8EF64041-1146-4EF6-BB4F-E48788D5FA1B}"/>
              </a:ext>
            </a:extLst>
          </p:cNvPr>
          <p:cNvSpPr>
            <a:spLocks xmlns:a="http://schemas.openxmlformats.org/drawingml/2006/main" noGrp="1"/>
          </p:cNvSpPr>
          <p:nvPr/>
        </p:nvSpPr>
        <p:spPr>
          <a:xfrm xmlns:a="http://schemas.openxmlformats.org/drawingml/2006/main">
            <a:off x="3558540" y="2890218"/>
            <a:ext cx="1842611" cy="1529715"/>
          </a:xfrm>
          <a:custGeom xmlns:a="http://schemas.openxmlformats.org/drawingml/2006/main">
            <a:pathLst>
              <a:path w="1842611" h="1529715">
                <a:moveTo>
                  <a:pt x="1842611" y="1529715"/>
                </a:moveTo>
                <a:lnTo>
                  <a:pt x="0" y="1529715"/>
                </a:lnTo>
                <a:lnTo>
                  <a:pt x="0" y="0"/>
                </a:lnTo>
              </a:path>
            </a:pathLst>
          </a:custGeom>
          <a:noFill xmlns:a="http://schemas.openxmlformats.org/drawingml/2006/main"/>
          <a:ln xmlns:a="http://schemas.openxmlformats.org/drawingml/2006/main" w="7649">
            <a:solidFill>
              <a:srgbClr val="000000"/>
            </a:solidFill>
            <a:prstDash val="dash"/>
          </a:ln>
        </p:spPr>
      </p:sp>
      <p:sp>
        <p:nvSpPr>
          <p:cNvPr id="118" name="dp45-comparison / n124 / arrow">
            <a:extLst xmlns:a="http://schemas.openxmlformats.org/drawingml/2006/main">
              <a:ext uri="{FF2B5EF4-FFF2-40B4-BE49-F238E27FC236}">
                <a16:creationId xmlns:a16="http://schemas.microsoft.com/office/drawing/2014/main" id="{46652C6A-4929-459A-B7E4-6F6A50BFBB9E}"/>
              </a:ext>
            </a:extLst>
          </p:cNvPr>
          <p:cNvSpPr>
            <a:spLocks xmlns:a="http://schemas.openxmlformats.org/drawingml/2006/main" noGrp="1"/>
          </p:cNvSpPr>
          <p:nvPr/>
        </p:nvSpPr>
        <p:spPr>
          <a:xfrm xmlns:a="http://schemas.openxmlformats.org/drawingml/2006/main">
            <a:off x="3534065" y="289021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19" name="dp45-comparison / n129 / path">
            <a:extLst xmlns:a="http://schemas.openxmlformats.org/drawingml/2006/main">
              <a:ext uri="{FF2B5EF4-FFF2-40B4-BE49-F238E27FC236}">
                <a16:creationId xmlns:a16="http://schemas.microsoft.com/office/drawing/2014/main" id="{EAD6339D-A874-4CC3-94E6-F4C384AA818A}"/>
              </a:ext>
            </a:extLst>
          </p:cNvPr>
          <p:cNvSpPr>
            <a:spLocks xmlns:a="http://schemas.openxmlformats.org/drawingml/2006/main" noGrp="1"/>
          </p:cNvSpPr>
          <p:nvPr/>
        </p:nvSpPr>
        <p:spPr>
          <a:xfrm xmlns:a="http://schemas.openxmlformats.org/drawingml/2006/main">
            <a:off x="1472565" y="2744200"/>
            <a:ext cx="953" cy="3042047"/>
          </a:xfrm>
          <a:custGeom xmlns:a="http://schemas.openxmlformats.org/drawingml/2006/main">
            <a:pathLst>
              <a:path w="953" h="3042047">
                <a:moveTo>
                  <a:pt x="0" y="0"/>
                </a:moveTo>
                <a:lnTo>
                  <a:pt x="0" y="3042047"/>
                </a:lnTo>
              </a:path>
            </a:pathLst>
          </a:custGeom>
          <a:noFill xmlns:a="http://schemas.openxmlformats.org/drawingml/2006/main"/>
          <a:ln xmlns:a="http://schemas.openxmlformats.org/drawingml/2006/main" w="7649">
            <a:solidFill>
              <a:srgbClr val="000000"/>
            </a:solidFill>
            <a:prstDash val="solid"/>
          </a:ln>
        </p:spPr>
      </p:sp>
      <p:sp>
        <p:nvSpPr>
          <p:cNvPr id="120" name="dp45-comparison / n129 / arrow">
            <a:extLst xmlns:a="http://schemas.openxmlformats.org/drawingml/2006/main">
              <a:ext uri="{FF2B5EF4-FFF2-40B4-BE49-F238E27FC236}">
                <a16:creationId xmlns:a16="http://schemas.microsoft.com/office/drawing/2014/main" id="{6D8637DC-2E6C-4514-9CBE-A19C337BBE57}"/>
              </a:ext>
            </a:extLst>
          </p:cNvPr>
          <p:cNvSpPr>
            <a:spLocks xmlns:a="http://schemas.openxmlformats.org/drawingml/2006/main" noGrp="1"/>
          </p:cNvSpPr>
          <p:nvPr/>
        </p:nvSpPr>
        <p:spPr>
          <a:xfrm xmlns:a="http://schemas.openxmlformats.org/drawingml/2006/main">
            <a:off x="1448090" y="5737296"/>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121" name="dp45-comparison / n130 / path">
            <a:extLst xmlns:a="http://schemas.openxmlformats.org/drawingml/2006/main">
              <a:ext uri="{FF2B5EF4-FFF2-40B4-BE49-F238E27FC236}">
                <a16:creationId xmlns:a16="http://schemas.microsoft.com/office/drawing/2014/main" id="{B44B9835-E584-46C5-AB55-E5E1DC38C588}"/>
              </a:ext>
            </a:extLst>
          </p:cNvPr>
          <p:cNvSpPr>
            <a:spLocks xmlns:a="http://schemas.openxmlformats.org/drawingml/2006/main" noGrp="1"/>
          </p:cNvSpPr>
          <p:nvPr/>
        </p:nvSpPr>
        <p:spPr>
          <a:xfrm xmlns:a="http://schemas.openxmlformats.org/drawingml/2006/main">
            <a:off x="3558540" y="2973657"/>
            <a:ext cx="953" cy="2958608"/>
          </a:xfrm>
          <a:custGeom xmlns:a="http://schemas.openxmlformats.org/drawingml/2006/main">
            <a:pathLst>
              <a:path w="953" h="2958608">
                <a:moveTo>
                  <a:pt x="0" y="2958608"/>
                </a:moveTo>
                <a:lnTo>
                  <a:pt x="0" y="0"/>
                </a:lnTo>
              </a:path>
            </a:pathLst>
          </a:custGeom>
          <a:noFill xmlns:a="http://schemas.openxmlformats.org/drawingml/2006/main"/>
          <a:ln xmlns:a="http://schemas.openxmlformats.org/drawingml/2006/main" w="7649">
            <a:solidFill>
              <a:srgbClr val="000000"/>
            </a:solidFill>
            <a:prstDash val="dash"/>
          </a:ln>
        </p:spPr>
      </p:sp>
      <p:sp>
        <p:nvSpPr>
          <p:cNvPr id="122" name="dp45-comparison / n130 / arrow">
            <a:extLst xmlns:a="http://schemas.openxmlformats.org/drawingml/2006/main">
              <a:ext uri="{FF2B5EF4-FFF2-40B4-BE49-F238E27FC236}">
                <a16:creationId xmlns:a16="http://schemas.microsoft.com/office/drawing/2014/main" id="{3441F8B3-873D-45EB-8A0E-8D0CF1E780E6}"/>
              </a:ext>
            </a:extLst>
          </p:cNvPr>
          <p:cNvSpPr>
            <a:spLocks xmlns:a="http://schemas.openxmlformats.org/drawingml/2006/main" noGrp="1"/>
          </p:cNvSpPr>
          <p:nvPr/>
        </p:nvSpPr>
        <p:spPr>
          <a:xfrm xmlns:a="http://schemas.openxmlformats.org/drawingml/2006/main">
            <a:off x="3534065" y="2973657"/>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23" name="dp45-comparison / n133 / path">
            <a:extLst xmlns:a="http://schemas.openxmlformats.org/drawingml/2006/main">
              <a:ext uri="{FF2B5EF4-FFF2-40B4-BE49-F238E27FC236}">
                <a16:creationId xmlns:a16="http://schemas.microsoft.com/office/drawing/2014/main" id="{20D1A4CA-202D-4CF2-8548-B960F692F073}"/>
              </a:ext>
            </a:extLst>
          </p:cNvPr>
          <p:cNvSpPr>
            <a:spLocks xmlns:a="http://schemas.openxmlformats.org/drawingml/2006/main" noGrp="1"/>
          </p:cNvSpPr>
          <p:nvPr/>
        </p:nvSpPr>
        <p:spPr>
          <a:xfrm xmlns:a="http://schemas.openxmlformats.org/drawingml/2006/main">
            <a:off x="2515553" y="2615565"/>
            <a:ext cx="5597366" cy="953"/>
          </a:xfrm>
          <a:custGeom xmlns:a="http://schemas.openxmlformats.org/drawingml/2006/main">
            <a:pathLst>
              <a:path w="5597366" h="953">
                <a:moveTo>
                  <a:pt x="0" y="0"/>
                </a:moveTo>
                <a:lnTo>
                  <a:pt x="5597366" y="0"/>
                </a:lnTo>
              </a:path>
            </a:pathLst>
          </a:custGeom>
          <a:noFill xmlns:a="http://schemas.openxmlformats.org/drawingml/2006/main"/>
          <a:ln xmlns:a="http://schemas.openxmlformats.org/drawingml/2006/main" w="7649">
            <a:solidFill>
              <a:srgbClr val="000000"/>
            </a:solidFill>
            <a:prstDash val="solid"/>
          </a:ln>
        </p:spPr>
      </p:sp>
      <p:sp>
        <p:nvSpPr>
          <p:cNvPr id="124" name="dp45-comparison / n133 / arrow">
            <a:extLst xmlns:a="http://schemas.openxmlformats.org/drawingml/2006/main">
              <a:ext uri="{FF2B5EF4-FFF2-40B4-BE49-F238E27FC236}">
                <a16:creationId xmlns:a16="http://schemas.microsoft.com/office/drawing/2014/main" id="{2944B5B7-8353-43BF-9FB3-2B5E3E000E43}"/>
              </a:ext>
            </a:extLst>
          </p:cNvPr>
          <p:cNvSpPr>
            <a:spLocks xmlns:a="http://schemas.openxmlformats.org/drawingml/2006/main" noGrp="1"/>
          </p:cNvSpPr>
          <p:nvPr/>
        </p:nvSpPr>
        <p:spPr>
          <a:xfrm xmlns:a="http://schemas.openxmlformats.org/drawingml/2006/main">
            <a:off x="8063968" y="259109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25" name="dp45-comparison / n136 / path">
            <a:extLst xmlns:a="http://schemas.openxmlformats.org/drawingml/2006/main">
              <a:ext uri="{FF2B5EF4-FFF2-40B4-BE49-F238E27FC236}">
                <a16:creationId xmlns:a16="http://schemas.microsoft.com/office/drawing/2014/main" id="{C0FF3DAD-E109-4451-9CE4-CB0692D5BC8F}"/>
              </a:ext>
            </a:extLst>
          </p:cNvPr>
          <p:cNvSpPr>
            <a:spLocks xmlns:a="http://schemas.openxmlformats.org/drawingml/2006/main" noGrp="1"/>
          </p:cNvSpPr>
          <p:nvPr/>
        </p:nvSpPr>
        <p:spPr>
          <a:xfrm xmlns:a="http://schemas.openxmlformats.org/drawingml/2006/main">
            <a:off x="2237423" y="2997994"/>
            <a:ext cx="5145405" cy="3302794"/>
          </a:xfrm>
          <a:custGeom xmlns:a="http://schemas.openxmlformats.org/drawingml/2006/main">
            <a:pathLst>
              <a:path w="5145405" h="3302794">
                <a:moveTo>
                  <a:pt x="0" y="0"/>
                </a:moveTo>
                <a:lnTo>
                  <a:pt x="1675733" y="0"/>
                </a:lnTo>
                <a:lnTo>
                  <a:pt x="1675733" y="3302794"/>
                </a:lnTo>
                <a:lnTo>
                  <a:pt x="5145405" y="3302794"/>
                </a:lnTo>
              </a:path>
            </a:pathLst>
          </a:custGeom>
          <a:noFill xmlns:a="http://schemas.openxmlformats.org/drawingml/2006/main"/>
          <a:ln xmlns:a="http://schemas.openxmlformats.org/drawingml/2006/main" w="7649">
            <a:solidFill>
              <a:srgbClr val="000000"/>
            </a:solidFill>
            <a:prstDash val="solid"/>
          </a:ln>
        </p:spPr>
      </p:sp>
      <p:sp>
        <p:nvSpPr>
          <p:cNvPr id="126" name="dp45-comparison / n136 / arrow">
            <a:extLst xmlns:a="http://schemas.openxmlformats.org/drawingml/2006/main">
              <a:ext uri="{FF2B5EF4-FFF2-40B4-BE49-F238E27FC236}">
                <a16:creationId xmlns:a16="http://schemas.microsoft.com/office/drawing/2014/main" id="{A7355524-DE52-44A3-95EA-F15CB4EA8027}"/>
              </a:ext>
            </a:extLst>
          </p:cNvPr>
          <p:cNvSpPr>
            <a:spLocks xmlns:a="http://schemas.openxmlformats.org/drawingml/2006/main" noGrp="1"/>
          </p:cNvSpPr>
          <p:nvPr/>
        </p:nvSpPr>
        <p:spPr>
          <a:xfrm xmlns:a="http://schemas.openxmlformats.org/drawingml/2006/main">
            <a:off x="7333877" y="627631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27" name="dp45-comparison / n137 / path">
            <a:extLst xmlns:a="http://schemas.openxmlformats.org/drawingml/2006/main">
              <a:ext uri="{FF2B5EF4-FFF2-40B4-BE49-F238E27FC236}">
                <a16:creationId xmlns:a16="http://schemas.microsoft.com/office/drawing/2014/main" id="{8468960B-C033-484F-887A-D1C616B66DC1}"/>
              </a:ext>
            </a:extLst>
          </p:cNvPr>
          <p:cNvSpPr>
            <a:spLocks xmlns:a="http://schemas.openxmlformats.org/drawingml/2006/main" noGrp="1"/>
          </p:cNvSpPr>
          <p:nvPr/>
        </p:nvSpPr>
        <p:spPr>
          <a:xfrm xmlns:a="http://schemas.openxmlformats.org/drawingml/2006/main">
            <a:off x="2411254" y="2997994"/>
            <a:ext cx="4971574" cy="3386233"/>
          </a:xfrm>
          <a:custGeom xmlns:a="http://schemas.openxmlformats.org/drawingml/2006/main">
            <a:pathLst>
              <a:path w="4971574" h="3386233">
                <a:moveTo>
                  <a:pt x="4971574" y="3386233"/>
                </a:moveTo>
                <a:lnTo>
                  <a:pt x="1209865" y="3386233"/>
                </a:lnTo>
                <a:lnTo>
                  <a:pt x="1209865" y="0"/>
                </a:lnTo>
                <a:lnTo>
                  <a:pt x="0" y="0"/>
                </a:lnTo>
              </a:path>
            </a:pathLst>
          </a:custGeom>
          <a:noFill xmlns:a="http://schemas.openxmlformats.org/drawingml/2006/main"/>
          <a:ln xmlns:a="http://schemas.openxmlformats.org/drawingml/2006/main" w="7649">
            <a:solidFill>
              <a:srgbClr val="000000"/>
            </a:solidFill>
            <a:prstDash val="dash"/>
          </a:ln>
        </p:spPr>
      </p:sp>
      <p:sp>
        <p:nvSpPr>
          <p:cNvPr id="128" name="dp45-comparison / n137 / arrow">
            <a:extLst xmlns:a="http://schemas.openxmlformats.org/drawingml/2006/main">
              <a:ext uri="{FF2B5EF4-FFF2-40B4-BE49-F238E27FC236}">
                <a16:creationId xmlns:a16="http://schemas.microsoft.com/office/drawing/2014/main" id="{DB1B713F-2663-4CDC-B389-1F8F24C90F54}"/>
              </a:ext>
            </a:extLst>
          </p:cNvPr>
          <p:cNvSpPr>
            <a:spLocks xmlns:a="http://schemas.openxmlformats.org/drawingml/2006/main" noGrp="1"/>
          </p:cNvSpPr>
          <p:nvPr/>
        </p:nvSpPr>
        <p:spPr>
          <a:xfrm xmlns:a="http://schemas.openxmlformats.org/drawingml/2006/main">
            <a:off x="2411254"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29" name="dp45-comparison / n140 / path">
            <a:extLst xmlns:a="http://schemas.openxmlformats.org/drawingml/2006/main">
              <a:ext uri="{FF2B5EF4-FFF2-40B4-BE49-F238E27FC236}">
                <a16:creationId xmlns:a16="http://schemas.microsoft.com/office/drawing/2014/main" id="{AACC041C-1A19-4688-B59E-92F215CA8182}"/>
              </a:ext>
            </a:extLst>
          </p:cNvPr>
          <p:cNvSpPr>
            <a:spLocks xmlns:a="http://schemas.openxmlformats.org/drawingml/2006/main" noGrp="1"/>
          </p:cNvSpPr>
          <p:nvPr/>
        </p:nvSpPr>
        <p:spPr>
          <a:xfrm xmlns:a="http://schemas.openxmlformats.org/drawingml/2006/main">
            <a:off x="2515553" y="6022658"/>
            <a:ext cx="953" cy="799624"/>
          </a:xfrm>
          <a:custGeom xmlns:a="http://schemas.openxmlformats.org/drawingml/2006/main">
            <a:pathLst>
              <a:path w="953" h="799624">
                <a:moveTo>
                  <a:pt x="0" y="0"/>
                </a:moveTo>
                <a:lnTo>
                  <a:pt x="0" y="799624"/>
                </a:lnTo>
              </a:path>
            </a:pathLst>
          </a:custGeom>
          <a:noFill xmlns:a="http://schemas.openxmlformats.org/drawingml/2006/main"/>
          <a:ln xmlns:a="http://schemas.openxmlformats.org/drawingml/2006/main" w="7649">
            <a:solidFill>
              <a:srgbClr val="000000"/>
            </a:solidFill>
            <a:prstDash val="solid"/>
          </a:ln>
        </p:spPr>
      </p:sp>
      <p:sp>
        <p:nvSpPr>
          <p:cNvPr id="130" name="dp45-comparison / n140 / arrow">
            <a:extLst xmlns:a="http://schemas.openxmlformats.org/drawingml/2006/main">
              <a:ext uri="{FF2B5EF4-FFF2-40B4-BE49-F238E27FC236}">
                <a16:creationId xmlns:a16="http://schemas.microsoft.com/office/drawing/2014/main" id="{076A8A3E-C137-455B-9FE5-8211BD62FD6D}"/>
              </a:ext>
            </a:extLst>
          </p:cNvPr>
          <p:cNvSpPr>
            <a:spLocks xmlns:a="http://schemas.openxmlformats.org/drawingml/2006/main" noGrp="1"/>
          </p:cNvSpPr>
          <p:nvPr/>
        </p:nvSpPr>
        <p:spPr>
          <a:xfrm xmlns:a="http://schemas.openxmlformats.org/drawingml/2006/main">
            <a:off x="2491077" y="6773330"/>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131" name="dp45-comparison / n141 / path">
            <a:extLst xmlns:a="http://schemas.openxmlformats.org/drawingml/2006/main">
              <a:ext uri="{FF2B5EF4-FFF2-40B4-BE49-F238E27FC236}">
                <a16:creationId xmlns:a16="http://schemas.microsoft.com/office/drawing/2014/main" id="{2A078610-2876-4CF5-B5E1-0F8C758EAD16}"/>
              </a:ext>
            </a:extLst>
          </p:cNvPr>
          <p:cNvSpPr>
            <a:spLocks xmlns:a="http://schemas.openxmlformats.org/drawingml/2006/main" noGrp="1"/>
          </p:cNvSpPr>
          <p:nvPr/>
        </p:nvSpPr>
        <p:spPr>
          <a:xfrm xmlns:a="http://schemas.openxmlformats.org/drawingml/2006/main">
            <a:off x="2689384" y="6022658"/>
            <a:ext cx="953" cy="799624"/>
          </a:xfrm>
          <a:custGeom xmlns:a="http://schemas.openxmlformats.org/drawingml/2006/main">
            <a:pathLst>
              <a:path w="953" h="799624">
                <a:moveTo>
                  <a:pt x="0" y="799624"/>
                </a:moveTo>
                <a:lnTo>
                  <a:pt x="0" y="0"/>
                </a:lnTo>
              </a:path>
            </a:pathLst>
          </a:custGeom>
          <a:noFill xmlns:a="http://schemas.openxmlformats.org/drawingml/2006/main"/>
          <a:ln xmlns:a="http://schemas.openxmlformats.org/drawingml/2006/main" w="7649">
            <a:solidFill>
              <a:srgbClr val="000000"/>
            </a:solidFill>
            <a:prstDash val="dash"/>
          </a:ln>
        </p:spPr>
      </p:sp>
      <p:sp>
        <p:nvSpPr>
          <p:cNvPr id="132" name="dp45-comparison / n141 / arrow">
            <a:extLst xmlns:a="http://schemas.openxmlformats.org/drawingml/2006/main">
              <a:ext uri="{FF2B5EF4-FFF2-40B4-BE49-F238E27FC236}">
                <a16:creationId xmlns:a16="http://schemas.microsoft.com/office/drawing/2014/main" id="{66B6F700-5C1B-439D-B0F3-EE14F3D061FE}"/>
              </a:ext>
            </a:extLst>
          </p:cNvPr>
          <p:cNvSpPr>
            <a:spLocks xmlns:a="http://schemas.openxmlformats.org/drawingml/2006/main" noGrp="1"/>
          </p:cNvSpPr>
          <p:nvPr/>
        </p:nvSpPr>
        <p:spPr>
          <a:xfrm xmlns:a="http://schemas.openxmlformats.org/drawingml/2006/main">
            <a:off x="2664908" y="602265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133" name="dp45-comparison / n142 / path">
            <a:extLst xmlns:a="http://schemas.openxmlformats.org/drawingml/2006/main">
              <a:ext uri="{FF2B5EF4-FFF2-40B4-BE49-F238E27FC236}">
                <a16:creationId xmlns:a16="http://schemas.microsoft.com/office/drawing/2014/main" id="{3671B8BC-3EBD-4D20-A83B-3CE8391DF345}"/>
              </a:ext>
            </a:extLst>
          </p:cNvPr>
          <p:cNvSpPr>
            <a:spLocks xmlns:a="http://schemas.openxmlformats.org/drawingml/2006/main" noGrp="1"/>
          </p:cNvSpPr>
          <p:nvPr/>
        </p:nvSpPr>
        <p:spPr>
          <a:xfrm xmlns:a="http://schemas.openxmlformats.org/drawingml/2006/main">
            <a:off x="3558540" y="6978729"/>
            <a:ext cx="834390" cy="953"/>
          </a:xfrm>
          <a:custGeom xmlns:a="http://schemas.openxmlformats.org/drawingml/2006/main">
            <a:pathLst>
              <a:path w="834390" h="953">
                <a:moveTo>
                  <a:pt x="0" y="0"/>
                </a:moveTo>
                <a:lnTo>
                  <a:pt x="834390" y="0"/>
                </a:lnTo>
              </a:path>
            </a:pathLst>
          </a:custGeom>
          <a:noFill xmlns:a="http://schemas.openxmlformats.org/drawingml/2006/main"/>
          <a:ln xmlns:a="http://schemas.openxmlformats.org/drawingml/2006/main" w="7649">
            <a:solidFill>
              <a:srgbClr val="000000"/>
            </a:solidFill>
            <a:prstDash val="solid"/>
          </a:ln>
        </p:spPr>
      </p:sp>
      <p:sp>
        <p:nvSpPr>
          <p:cNvPr id="134" name="dp45-comparison / n142 / arrow">
            <a:extLst xmlns:a="http://schemas.openxmlformats.org/drawingml/2006/main">
              <a:ext uri="{FF2B5EF4-FFF2-40B4-BE49-F238E27FC236}">
                <a16:creationId xmlns:a16="http://schemas.microsoft.com/office/drawing/2014/main" id="{EE8D3D2B-A34A-4803-9A83-91B3E79B614D}"/>
              </a:ext>
            </a:extLst>
          </p:cNvPr>
          <p:cNvSpPr>
            <a:spLocks xmlns:a="http://schemas.openxmlformats.org/drawingml/2006/main" noGrp="1"/>
          </p:cNvSpPr>
          <p:nvPr/>
        </p:nvSpPr>
        <p:spPr>
          <a:xfrm xmlns:a="http://schemas.openxmlformats.org/drawingml/2006/main">
            <a:off x="4343979" y="695425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135" name="dp45-comparison / n143 / path">
            <a:extLst xmlns:a="http://schemas.openxmlformats.org/drawingml/2006/main">
              <a:ext uri="{FF2B5EF4-FFF2-40B4-BE49-F238E27FC236}">
                <a16:creationId xmlns:a16="http://schemas.microsoft.com/office/drawing/2014/main" id="{8F0D50FB-780C-43D2-8BB6-218EAEF7C16C}"/>
              </a:ext>
            </a:extLst>
          </p:cNvPr>
          <p:cNvSpPr>
            <a:spLocks xmlns:a="http://schemas.openxmlformats.org/drawingml/2006/main" noGrp="1"/>
          </p:cNvSpPr>
          <p:nvPr/>
        </p:nvSpPr>
        <p:spPr>
          <a:xfrm xmlns:a="http://schemas.openxmlformats.org/drawingml/2006/main">
            <a:off x="3558540" y="7062168"/>
            <a:ext cx="834390" cy="953"/>
          </a:xfrm>
          <a:custGeom xmlns:a="http://schemas.openxmlformats.org/drawingml/2006/main">
            <a:pathLst>
              <a:path w="834390" h="953">
                <a:moveTo>
                  <a:pt x="834390" y="0"/>
                </a:moveTo>
                <a:lnTo>
                  <a:pt x="0" y="0"/>
                </a:lnTo>
              </a:path>
            </a:pathLst>
          </a:custGeom>
          <a:noFill xmlns:a="http://schemas.openxmlformats.org/drawingml/2006/main"/>
          <a:ln xmlns:a="http://schemas.openxmlformats.org/drawingml/2006/main" w="7649">
            <a:solidFill>
              <a:srgbClr val="000000"/>
            </a:solidFill>
            <a:prstDash val="dash"/>
          </a:ln>
        </p:spPr>
      </p:sp>
      <p:sp>
        <p:nvSpPr>
          <p:cNvPr id="136" name="dp45-comparison / n143 / arrow">
            <a:extLst xmlns:a="http://schemas.openxmlformats.org/drawingml/2006/main">
              <a:ext uri="{FF2B5EF4-FFF2-40B4-BE49-F238E27FC236}">
                <a16:creationId xmlns:a16="http://schemas.microsoft.com/office/drawing/2014/main" id="{F0FEEADB-11AD-4741-A5AB-0B2509693BB5}"/>
              </a:ext>
            </a:extLst>
          </p:cNvPr>
          <p:cNvSpPr>
            <a:spLocks xmlns:a="http://schemas.openxmlformats.org/drawingml/2006/main" noGrp="1"/>
          </p:cNvSpPr>
          <p:nvPr/>
        </p:nvSpPr>
        <p:spPr>
          <a:xfrm xmlns:a="http://schemas.openxmlformats.org/drawingml/2006/main">
            <a:off x="3558540" y="703769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137" name="dp45-comparison / n87">
            <a:extLst xmlns:a="http://schemas.openxmlformats.org/drawingml/2006/main">
              <a:ext uri="{FF2B5EF4-FFF2-40B4-BE49-F238E27FC236}">
                <a16:creationId xmlns:a16="http://schemas.microsoft.com/office/drawing/2014/main" id="{0D8E8805-9247-4C85-8195-4708621CC42D}"/>
              </a:ext>
            </a:extLst>
          </p:cNvPr>
          <p:cNvSpPr>
            <a:spLocks xmlns:a="http://schemas.openxmlformats.org/drawingml/2006/main" noGrp="1"/>
          </p:cNvSpPr>
          <p:nvPr/>
        </p:nvSpPr>
        <p:spPr>
          <a:xfrm xmlns:a="http://schemas.openxmlformats.org/drawingml/2006/main">
            <a:off x="1493425" y="3039713"/>
            <a:ext cx="1432091"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8" name="dp45-comparison / n88 / text 1">
            <a:extLst xmlns:a="http://schemas.openxmlformats.org/drawingml/2006/main">
              <a:ext uri="{FF2B5EF4-FFF2-40B4-BE49-F238E27FC236}">
                <a16:creationId xmlns:a16="http://schemas.microsoft.com/office/drawing/2014/main" id="{2DD70BFD-58EF-435E-9327-D1A27925FAC2}"/>
              </a:ext>
            </a:extLst>
          </p:cNvPr>
          <p:cNvSpPr>
            <a:spLocks xmlns:a="http://schemas.openxmlformats.org/drawingml/2006/main" noGrp="1"/>
          </p:cNvSpPr>
          <p:nvPr/>
        </p:nvSpPr>
        <p:spPr>
          <a:xfrm xmlns:a="http://schemas.openxmlformats.org/drawingml/2006/main">
            <a:off x="1507331" y="3046667"/>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C20: 입력 / 확정 정정</a:t>
            </a:r>
          </a:p>
        </p:txBody>
      </p:sp>
      <p:sp>
        <p:nvSpPr>
          <p:cNvPr id="139" name="dp45-comparison / n88 / text 2">
            <a:extLst xmlns:a="http://schemas.openxmlformats.org/drawingml/2006/main">
              <a:ext uri="{FF2B5EF4-FFF2-40B4-BE49-F238E27FC236}">
                <a16:creationId xmlns:a16="http://schemas.microsoft.com/office/drawing/2014/main" id="{D537FFA1-57D9-4C32-AB2E-789002511055}"/>
              </a:ext>
            </a:extLst>
          </p:cNvPr>
          <p:cNvSpPr>
            <a:spLocks xmlns:a="http://schemas.openxmlformats.org/drawingml/2006/main" noGrp="1"/>
          </p:cNvSpPr>
          <p:nvPr/>
        </p:nvSpPr>
        <p:spPr>
          <a:xfrm xmlns:a="http://schemas.openxmlformats.org/drawingml/2006/main">
            <a:off x="1507331" y="3211876"/>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C23/R23: 현재 요청</a:t>
            </a:r>
          </a:p>
        </p:txBody>
      </p:sp>
      <p:sp>
        <p:nvSpPr>
          <p:cNvPr id="140" name="dp45-comparison / n89">
            <a:extLst xmlns:a="http://schemas.openxmlformats.org/drawingml/2006/main">
              <a:ext uri="{FF2B5EF4-FFF2-40B4-BE49-F238E27FC236}">
                <a16:creationId xmlns:a16="http://schemas.microsoft.com/office/drawing/2014/main" id="{44D12935-E860-41AC-BB22-EB0CA5C4B5EE}"/>
              </a:ext>
            </a:extLst>
          </p:cNvPr>
          <p:cNvSpPr>
            <a:spLocks xmlns:a="http://schemas.openxmlformats.org/drawingml/2006/main" noGrp="1"/>
          </p:cNvSpPr>
          <p:nvPr/>
        </p:nvSpPr>
        <p:spPr>
          <a:xfrm xmlns:a="http://schemas.openxmlformats.org/drawingml/2006/main">
            <a:off x="4344257" y="3039713"/>
            <a:ext cx="1286908"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1" name="dp45-comparison / n90 / text 1">
            <a:extLst xmlns:a="http://schemas.openxmlformats.org/drawingml/2006/main">
              <a:ext uri="{FF2B5EF4-FFF2-40B4-BE49-F238E27FC236}">
                <a16:creationId xmlns:a16="http://schemas.microsoft.com/office/drawing/2014/main" id="{5BF9C12E-07B3-4C25-8DEB-9FF51E045FB8}"/>
              </a:ext>
            </a:extLst>
          </p:cNvPr>
          <p:cNvSpPr>
            <a:spLocks xmlns:a="http://schemas.openxmlformats.org/drawingml/2006/main" noGrp="1"/>
          </p:cNvSpPr>
          <p:nvPr/>
        </p:nvSpPr>
        <p:spPr>
          <a:xfrm xmlns:a="http://schemas.openxmlformats.org/drawingml/2006/main">
            <a:off x="4358164" y="3046667"/>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E20: 설명 원본</a:t>
            </a:r>
          </a:p>
        </p:txBody>
      </p:sp>
      <p:sp>
        <p:nvSpPr>
          <p:cNvPr id="142" name="dp45-comparison / n90 / text 2">
            <a:extLst xmlns:a="http://schemas.openxmlformats.org/drawingml/2006/main">
              <a:ext uri="{FF2B5EF4-FFF2-40B4-BE49-F238E27FC236}">
                <a16:creationId xmlns:a16="http://schemas.microsoft.com/office/drawing/2014/main" id="{AA347A0E-75FD-4204-85AD-74BF9FF62D00}"/>
              </a:ext>
            </a:extLst>
          </p:cNvPr>
          <p:cNvSpPr>
            <a:spLocks xmlns:a="http://schemas.openxmlformats.org/drawingml/2006/main" noGrp="1"/>
          </p:cNvSpPr>
          <p:nvPr/>
        </p:nvSpPr>
        <p:spPr>
          <a:xfrm xmlns:a="http://schemas.openxmlformats.org/drawingml/2006/main">
            <a:off x="4358164" y="3211876"/>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P20: 실제 전달 구간</a:t>
            </a:r>
          </a:p>
        </p:txBody>
      </p:sp>
      <p:sp>
        <p:nvSpPr>
          <p:cNvPr id="143" name="dp45-comparison / n91">
            <a:extLst xmlns:a="http://schemas.openxmlformats.org/drawingml/2006/main">
              <a:ext uri="{FF2B5EF4-FFF2-40B4-BE49-F238E27FC236}">
                <a16:creationId xmlns:a16="http://schemas.microsoft.com/office/drawing/2014/main" id="{BD8C6AC2-C300-4C8E-BCD5-2DD2827756F2}"/>
              </a:ext>
            </a:extLst>
          </p:cNvPr>
          <p:cNvSpPr>
            <a:spLocks xmlns:a="http://schemas.openxmlformats.org/drawingml/2006/main" noGrp="1"/>
          </p:cNvSpPr>
          <p:nvPr/>
        </p:nvSpPr>
        <p:spPr>
          <a:xfrm xmlns:a="http://schemas.openxmlformats.org/drawingml/2006/main">
            <a:off x="7056025" y="3039713"/>
            <a:ext cx="1189284"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4" name="dp45-comparison / n92 / text 1">
            <a:extLst xmlns:a="http://schemas.openxmlformats.org/drawingml/2006/main">
              <a:ext uri="{FF2B5EF4-FFF2-40B4-BE49-F238E27FC236}">
                <a16:creationId xmlns:a16="http://schemas.microsoft.com/office/drawing/2014/main" id="{10E9D737-0EA9-4675-B918-011FDDFB9214}"/>
              </a:ext>
            </a:extLst>
          </p:cNvPr>
          <p:cNvSpPr>
            <a:spLocks xmlns:a="http://schemas.openxmlformats.org/drawingml/2006/main" noGrp="1"/>
          </p:cNvSpPr>
          <p:nvPr/>
        </p:nvSpPr>
        <p:spPr>
          <a:xfrm xmlns:a="http://schemas.openxmlformats.org/drawingml/2006/main">
            <a:off x="7069931" y="3046667"/>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C21/T21 → D21@v2</a:t>
            </a:r>
          </a:p>
        </p:txBody>
      </p:sp>
      <p:sp>
        <p:nvSpPr>
          <p:cNvPr id="145" name="dp45-comparison / n92 / text 2">
            <a:extLst xmlns:a="http://schemas.openxmlformats.org/drawingml/2006/main">
              <a:ext uri="{FF2B5EF4-FFF2-40B4-BE49-F238E27FC236}">
                <a16:creationId xmlns:a16="http://schemas.microsoft.com/office/drawing/2014/main" id="{46151155-C055-41E5-A8C7-319098FC2271}"/>
              </a:ext>
            </a:extLst>
          </p:cNvPr>
          <p:cNvSpPr>
            <a:spLocks xmlns:a="http://schemas.openxmlformats.org/drawingml/2006/main" noGrp="1"/>
          </p:cNvSpPr>
          <p:nvPr/>
        </p:nvSpPr>
        <p:spPr>
          <a:xfrm xmlns:a="http://schemas.openxmlformats.org/drawingml/2006/main">
            <a:off x="7069931" y="3211876"/>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C22/T22 → D22@v1</a:t>
            </a:r>
          </a:p>
        </p:txBody>
      </p:sp>
      <p:sp>
        <p:nvSpPr>
          <p:cNvPr id="146" name="dp45-comparison / n93">
            <a:extLst xmlns:a="http://schemas.openxmlformats.org/drawingml/2006/main">
              <a:ext uri="{FF2B5EF4-FFF2-40B4-BE49-F238E27FC236}">
                <a16:creationId xmlns:a16="http://schemas.microsoft.com/office/drawing/2014/main" id="{9B2D9EE0-4A35-45FB-9412-57D095C97E8C}"/>
              </a:ext>
            </a:extLst>
          </p:cNvPr>
          <p:cNvSpPr>
            <a:spLocks xmlns:a="http://schemas.openxmlformats.org/drawingml/2006/main" noGrp="1"/>
          </p:cNvSpPr>
          <p:nvPr/>
        </p:nvSpPr>
        <p:spPr>
          <a:xfrm xmlns:a="http://schemas.openxmlformats.org/drawingml/2006/main">
            <a:off x="7368921" y="5827967"/>
            <a:ext cx="164235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7" name="dp45-comparison / n94 / text 1">
            <a:extLst xmlns:a="http://schemas.openxmlformats.org/drawingml/2006/main">
              <a:ext uri="{FF2B5EF4-FFF2-40B4-BE49-F238E27FC236}">
                <a16:creationId xmlns:a16="http://schemas.microsoft.com/office/drawing/2014/main" id="{A95483E9-B764-494A-99A5-AF69F369BF4C}"/>
              </a:ext>
            </a:extLst>
          </p:cNvPr>
          <p:cNvSpPr>
            <a:spLocks xmlns:a="http://schemas.openxmlformats.org/drawingml/2006/main" noGrp="1"/>
          </p:cNvSpPr>
          <p:nvPr/>
        </p:nvSpPr>
        <p:spPr>
          <a:xfrm xmlns:a="http://schemas.openxmlformats.org/drawingml/2006/main">
            <a:off x="7382828" y="5834920"/>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명시 저장 / 삭제만</a:t>
            </a:r>
          </a:p>
        </p:txBody>
      </p:sp>
      <p:sp>
        <p:nvSpPr>
          <p:cNvPr id="148" name="dp45-comparison / n94 / text 2">
            <a:extLst xmlns:a="http://schemas.openxmlformats.org/drawingml/2006/main">
              <a:ext uri="{FF2B5EF4-FFF2-40B4-BE49-F238E27FC236}">
                <a16:creationId xmlns:a16="http://schemas.microsoft.com/office/drawing/2014/main" id="{B878C013-A655-4B01-B93D-6EBB110801FD}"/>
              </a:ext>
            </a:extLst>
          </p:cNvPr>
          <p:cNvSpPr>
            <a:spLocks xmlns:a="http://schemas.openxmlformats.org/drawingml/2006/main" noGrp="1"/>
          </p:cNvSpPr>
          <p:nvPr/>
        </p:nvSpPr>
        <p:spPr>
          <a:xfrm xmlns:a="http://schemas.openxmlformats.org/drawingml/2006/main">
            <a:off x="7382828" y="5972594"/>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자동 선호 추출 금지</a:t>
            </a:r>
          </a:p>
        </p:txBody>
      </p:sp>
      <p:sp>
        <p:nvSpPr>
          <p:cNvPr id="149" name="dp45-comparison / n107">
            <a:extLst xmlns:a="http://schemas.openxmlformats.org/drawingml/2006/main">
              <a:ext uri="{FF2B5EF4-FFF2-40B4-BE49-F238E27FC236}">
                <a16:creationId xmlns:a16="http://schemas.microsoft.com/office/drawing/2014/main" id="{45DC0084-DCCA-4C61-8454-49141EAD776B}"/>
              </a:ext>
            </a:extLst>
          </p:cNvPr>
          <p:cNvSpPr>
            <a:spLocks xmlns:a="http://schemas.openxmlformats.org/drawingml/2006/main" noGrp="1"/>
          </p:cNvSpPr>
          <p:nvPr/>
        </p:nvSpPr>
        <p:spPr>
          <a:xfrm xmlns:a="http://schemas.openxmlformats.org/drawingml/2006/main">
            <a:off x="4017454" y="3477768"/>
            <a:ext cx="3914402"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0" name="dp45-comparison / n108 / text 1">
            <a:extLst xmlns:a="http://schemas.openxmlformats.org/drawingml/2006/main">
              <a:ext uri="{FF2B5EF4-FFF2-40B4-BE49-F238E27FC236}">
                <a16:creationId xmlns:a16="http://schemas.microsoft.com/office/drawing/2014/main" id="{94DB7CE6-670F-41D8-B116-21FA994A010C}"/>
              </a:ext>
            </a:extLst>
          </p:cNvPr>
          <p:cNvSpPr>
            <a:spLocks xmlns:a="http://schemas.openxmlformats.org/drawingml/2006/main" noGrp="1"/>
          </p:cNvSpPr>
          <p:nvPr/>
        </p:nvSpPr>
        <p:spPr>
          <a:xfrm xmlns:a="http://schemas.openxmlformats.org/drawingml/2006/main">
            <a:off x="4031361" y="3484721"/>
            <a:ext cx="5145405"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2 owner 범위 읽기 ↑ / 원문 / 발췌 / 참조 / revision / 누락 ↓</a:t>
            </a:r>
          </a:p>
        </p:txBody>
      </p:sp>
      <p:sp>
        <p:nvSpPr>
          <p:cNvPr id="151" name="dp45-comparison / n112">
            <a:extLst xmlns:a="http://schemas.openxmlformats.org/drawingml/2006/main">
              <a:ext uri="{FF2B5EF4-FFF2-40B4-BE49-F238E27FC236}">
                <a16:creationId xmlns:a16="http://schemas.microsoft.com/office/drawing/2014/main" id="{5BC44846-481F-46D7-9598-AFE58EB42DA5}"/>
              </a:ext>
            </a:extLst>
          </p:cNvPr>
          <p:cNvSpPr>
            <a:spLocks xmlns:a="http://schemas.openxmlformats.org/drawingml/2006/main" noGrp="1"/>
          </p:cNvSpPr>
          <p:nvPr/>
        </p:nvSpPr>
        <p:spPr>
          <a:xfrm xmlns:a="http://schemas.openxmlformats.org/drawingml/2006/main">
            <a:off x="4274725" y="4694587"/>
            <a:ext cx="3014095"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5-comparison / n113 / text 1">
            <a:extLst xmlns:a="http://schemas.openxmlformats.org/drawingml/2006/main">
              <a:ext uri="{FF2B5EF4-FFF2-40B4-BE49-F238E27FC236}">
                <a16:creationId xmlns:a16="http://schemas.microsoft.com/office/drawing/2014/main" id="{65ADA26A-5D2F-4AEE-B051-0357252B9C14}"/>
              </a:ext>
            </a:extLst>
          </p:cNvPr>
          <p:cNvSpPr>
            <a:spLocks xmlns:a="http://schemas.openxmlformats.org/drawingml/2006/main" noGrp="1"/>
          </p:cNvSpPr>
          <p:nvPr/>
        </p:nvSpPr>
        <p:spPr>
          <a:xfrm xmlns:a="http://schemas.openxmlformats.org/drawingml/2006/main">
            <a:off x="4288631" y="4701540"/>
            <a:ext cx="4797743"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3 유효 cache 재사용 / 4 이번 요청의 근거 기록</a:t>
            </a:r>
          </a:p>
        </p:txBody>
      </p:sp>
      <p:sp>
        <p:nvSpPr>
          <p:cNvPr id="153" name="dp45-comparison / n114">
            <a:extLst xmlns:a="http://schemas.openxmlformats.org/drawingml/2006/main">
              <a:ext uri="{FF2B5EF4-FFF2-40B4-BE49-F238E27FC236}">
                <a16:creationId xmlns:a16="http://schemas.microsoft.com/office/drawing/2014/main" id="{B07DEF59-0BC0-4600-9583-408D7B26090A}"/>
              </a:ext>
            </a:extLst>
          </p:cNvPr>
          <p:cNvSpPr>
            <a:spLocks xmlns:a="http://schemas.openxmlformats.org/drawingml/2006/main" noGrp="1"/>
          </p:cNvSpPr>
          <p:nvPr/>
        </p:nvSpPr>
        <p:spPr>
          <a:xfrm xmlns:a="http://schemas.openxmlformats.org/drawingml/2006/main">
            <a:off x="4309491" y="5577649"/>
            <a:ext cx="1670866"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4" name="dp45-comparison / n115 / text 1">
            <a:extLst xmlns:a="http://schemas.openxmlformats.org/drawingml/2006/main">
              <a:ext uri="{FF2B5EF4-FFF2-40B4-BE49-F238E27FC236}">
                <a16:creationId xmlns:a16="http://schemas.microsoft.com/office/drawing/2014/main" id="{2C9C001F-382D-4B6B-AA1C-7C3404A4942C}"/>
              </a:ext>
            </a:extLst>
          </p:cNvPr>
          <p:cNvSpPr>
            <a:spLocks xmlns:a="http://schemas.openxmlformats.org/drawingml/2006/main" noGrp="1"/>
          </p:cNvSpPr>
          <p:nvPr/>
        </p:nvSpPr>
        <p:spPr>
          <a:xfrm xmlns:a="http://schemas.openxmlformats.org/drawingml/2006/main">
            <a:off x="4323398" y="5584603"/>
            <a:ext cx="2016443"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요약 / index / 관계 cache</a:t>
            </a:r>
          </a:p>
        </p:txBody>
      </p:sp>
      <p:sp>
        <p:nvSpPr>
          <p:cNvPr id="155" name="dp45-comparison / n115 / text 2">
            <a:extLst xmlns:a="http://schemas.openxmlformats.org/drawingml/2006/main">
              <a:ext uri="{FF2B5EF4-FFF2-40B4-BE49-F238E27FC236}">
                <a16:creationId xmlns:a16="http://schemas.microsoft.com/office/drawing/2014/main" id="{FE49A70B-0504-4D81-8ED9-2665ACB84430}"/>
              </a:ext>
            </a:extLst>
          </p:cNvPr>
          <p:cNvSpPr>
            <a:spLocks xmlns:a="http://schemas.openxmlformats.org/drawingml/2006/main" noGrp="1"/>
          </p:cNvSpPr>
          <p:nvPr/>
        </p:nvSpPr>
        <p:spPr>
          <a:xfrm xmlns:a="http://schemas.openxmlformats.org/drawingml/2006/main">
            <a:off x="4323398" y="5740634"/>
            <a:ext cx="2016443"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재사용 수명, 부분 갱신 가능</a:t>
            </a:r>
          </a:p>
        </p:txBody>
      </p:sp>
      <p:sp>
        <p:nvSpPr>
          <p:cNvPr id="156" name="dp45-comparison / n116">
            <a:extLst xmlns:a="http://schemas.openxmlformats.org/drawingml/2006/main">
              <a:ext uri="{FF2B5EF4-FFF2-40B4-BE49-F238E27FC236}">
                <a16:creationId xmlns:a16="http://schemas.microsoft.com/office/drawing/2014/main" id="{DF0070E1-6355-4B30-809D-06288E2FC25C}"/>
              </a:ext>
            </a:extLst>
          </p:cNvPr>
          <p:cNvSpPr>
            <a:spLocks xmlns:a="http://schemas.openxmlformats.org/drawingml/2006/main" noGrp="1"/>
          </p:cNvSpPr>
          <p:nvPr/>
        </p:nvSpPr>
        <p:spPr>
          <a:xfrm xmlns:a="http://schemas.openxmlformats.org/drawingml/2006/main">
            <a:off x="6986492" y="5515070"/>
            <a:ext cx="1527629"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7" name="dp45-comparison / n117 / text 1">
            <a:extLst xmlns:a="http://schemas.openxmlformats.org/drawingml/2006/main">
              <a:ext uri="{FF2B5EF4-FFF2-40B4-BE49-F238E27FC236}">
                <a16:creationId xmlns:a16="http://schemas.microsoft.com/office/drawing/2014/main" id="{A216EFE8-9BCA-4592-9253-FA26DF94930D}"/>
              </a:ext>
            </a:extLst>
          </p:cNvPr>
          <p:cNvSpPr>
            <a:spLocks xmlns:a="http://schemas.openxmlformats.org/drawingml/2006/main" noGrp="1"/>
          </p:cNvSpPr>
          <p:nvPr/>
        </p:nvSpPr>
        <p:spPr>
          <a:xfrm xmlns:a="http://schemas.openxmlformats.org/drawingml/2006/main">
            <a:off x="7000399" y="5522024"/>
            <a:ext cx="2016443"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R23 발췌 / 참조 / 읽은 범위</a:t>
            </a:r>
          </a:p>
        </p:txBody>
      </p:sp>
      <p:sp>
        <p:nvSpPr>
          <p:cNvPr id="158" name="dp45-comparison / n117 / text 2">
            <a:extLst xmlns:a="http://schemas.openxmlformats.org/drawingml/2006/main">
              <a:ext uri="{FF2B5EF4-FFF2-40B4-BE49-F238E27FC236}">
                <a16:creationId xmlns:a16="http://schemas.microsoft.com/office/drawing/2014/main" id="{3C7D871F-53F0-4154-B812-B219E6B44049}"/>
              </a:ext>
            </a:extLst>
          </p:cNvPr>
          <p:cNvSpPr>
            <a:spLocks xmlns:a="http://schemas.openxmlformats.org/drawingml/2006/main" noGrp="1"/>
          </p:cNvSpPr>
          <p:nvPr/>
        </p:nvSpPr>
        <p:spPr>
          <a:xfrm xmlns:a="http://schemas.openxmlformats.org/drawingml/2006/main">
            <a:off x="7000399" y="5659698"/>
            <a:ext cx="2016443"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요청 수명, 실행 Module 아님</a:t>
            </a:r>
          </a:p>
        </p:txBody>
      </p:sp>
      <p:sp>
        <p:nvSpPr>
          <p:cNvPr id="159" name="dp45-comparison / n118">
            <a:extLst xmlns:a="http://schemas.openxmlformats.org/drawingml/2006/main">
              <a:ext uri="{FF2B5EF4-FFF2-40B4-BE49-F238E27FC236}">
                <a16:creationId xmlns:a16="http://schemas.microsoft.com/office/drawing/2014/main" id="{4452F09E-4C17-4980-9E84-D6F95D1691FB}"/>
              </a:ext>
            </a:extLst>
          </p:cNvPr>
          <p:cNvSpPr>
            <a:spLocks xmlns:a="http://schemas.openxmlformats.org/drawingml/2006/main" noGrp="1"/>
          </p:cNvSpPr>
          <p:nvPr/>
        </p:nvSpPr>
        <p:spPr>
          <a:xfrm xmlns:a="http://schemas.openxmlformats.org/drawingml/2006/main">
            <a:off x="4274725" y="6293834"/>
            <a:ext cx="1926189"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0" name="dp45-comparison / n119 / text 1">
            <a:extLst xmlns:a="http://schemas.openxmlformats.org/drawingml/2006/main">
              <a:ext uri="{FF2B5EF4-FFF2-40B4-BE49-F238E27FC236}">
                <a16:creationId xmlns:a16="http://schemas.microsoft.com/office/drawing/2014/main" id="{FD04ABA7-1CF7-4E83-AD71-F562330A182A}"/>
              </a:ext>
            </a:extLst>
          </p:cNvPr>
          <p:cNvSpPr>
            <a:spLocks xmlns:a="http://schemas.openxmlformats.org/drawingml/2006/main" noGrp="1"/>
          </p:cNvSpPr>
          <p:nvPr/>
        </p:nvSpPr>
        <p:spPr>
          <a:xfrm xmlns:a="http://schemas.openxmlformats.org/drawingml/2006/main">
            <a:off x="4288631" y="6300788"/>
            <a:ext cx="298989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추가 읽기 / 과거 해석은 필요 시</a:t>
            </a:r>
          </a:p>
        </p:txBody>
      </p:sp>
      <p:sp>
        <p:nvSpPr>
          <p:cNvPr id="161" name="dp45-comparison / n121">
            <a:extLst xmlns:a="http://schemas.openxmlformats.org/drawingml/2006/main">
              <a:ext uri="{FF2B5EF4-FFF2-40B4-BE49-F238E27FC236}">
                <a16:creationId xmlns:a16="http://schemas.microsoft.com/office/drawing/2014/main" id="{93C97AE0-B75C-4170-952C-F00EE5AA2E93}"/>
              </a:ext>
            </a:extLst>
          </p:cNvPr>
          <p:cNvSpPr>
            <a:spLocks xmlns:a="http://schemas.openxmlformats.org/drawingml/2006/main" noGrp="1"/>
          </p:cNvSpPr>
          <p:nvPr/>
        </p:nvSpPr>
        <p:spPr>
          <a:xfrm xmlns:a="http://schemas.openxmlformats.org/drawingml/2006/main">
            <a:off x="1493425" y="4764119"/>
            <a:ext cx="1621220"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2" name="dp45-comparison / n122 / text 1">
            <a:extLst xmlns:a="http://schemas.openxmlformats.org/drawingml/2006/main">
              <a:ext uri="{FF2B5EF4-FFF2-40B4-BE49-F238E27FC236}">
                <a16:creationId xmlns:a16="http://schemas.microsoft.com/office/drawing/2014/main" id="{9C66FF48-D86B-4078-BAB9-071E6B7874FD}"/>
              </a:ext>
            </a:extLst>
          </p:cNvPr>
          <p:cNvSpPr>
            <a:spLocks xmlns:a="http://schemas.openxmlformats.org/drawingml/2006/main" noGrp="1"/>
          </p:cNvSpPr>
          <p:nvPr/>
        </p:nvSpPr>
        <p:spPr>
          <a:xfrm xmlns:a="http://schemas.openxmlformats.org/drawingml/2006/main">
            <a:off x="1507331" y="477107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변경 / EvidenceDispute</a:t>
            </a:r>
          </a:p>
        </p:txBody>
      </p:sp>
      <p:sp>
        <p:nvSpPr>
          <p:cNvPr id="163" name="dp45-comparison / n122 / text 2">
            <a:extLst xmlns:a="http://schemas.openxmlformats.org/drawingml/2006/main">
              <a:ext uri="{FF2B5EF4-FFF2-40B4-BE49-F238E27FC236}">
                <a16:creationId xmlns:a16="http://schemas.microsoft.com/office/drawing/2014/main" id="{7A6C1075-63FE-492A-912B-F4ECA3F5D889}"/>
              </a:ext>
            </a:extLst>
          </p:cNvPr>
          <p:cNvSpPr>
            <a:spLocks xmlns:a="http://schemas.openxmlformats.org/drawingml/2006/main" noGrp="1"/>
          </p:cNvSpPr>
          <p:nvPr/>
        </p:nvSpPr>
        <p:spPr>
          <a:xfrm xmlns:a="http://schemas.openxmlformats.org/drawingml/2006/main">
            <a:off x="1507331" y="492710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즉시 해당 파생 버전 차단</a:t>
            </a:r>
          </a:p>
        </p:txBody>
      </p:sp>
      <p:sp>
        <p:nvSpPr>
          <p:cNvPr id="164" name="dp45-comparison / n122 / text 3">
            <a:extLst xmlns:a="http://schemas.openxmlformats.org/drawingml/2006/main">
              <a:ext uri="{FF2B5EF4-FFF2-40B4-BE49-F238E27FC236}">
                <a16:creationId xmlns:a16="http://schemas.microsoft.com/office/drawing/2014/main" id="{1DBD9C8B-A188-4D3A-B9F1-5AE126C51771}"/>
              </a:ext>
            </a:extLst>
          </p:cNvPr>
          <p:cNvSpPr>
            <a:spLocks xmlns:a="http://schemas.openxmlformats.org/drawingml/2006/main" noGrp="1"/>
          </p:cNvSpPr>
          <p:nvPr/>
        </p:nvSpPr>
        <p:spPr>
          <a:xfrm xmlns:a="http://schemas.openxmlformats.org/drawingml/2006/main">
            <a:off x="1507331" y="508313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원본 재검증 / 부분 갱신</a:t>
            </a:r>
          </a:p>
        </p:txBody>
      </p:sp>
      <p:sp>
        <p:nvSpPr>
          <p:cNvPr id="165" name="dp45-comparison / n125">
            <a:extLst xmlns:a="http://schemas.openxmlformats.org/drawingml/2006/main">
              <a:ext uri="{FF2B5EF4-FFF2-40B4-BE49-F238E27FC236}">
                <a16:creationId xmlns:a16="http://schemas.microsoft.com/office/drawing/2014/main" id="{1C30EDE8-2C1C-42CA-A849-7CB692BBF73C}"/>
              </a:ext>
            </a:extLst>
          </p:cNvPr>
          <p:cNvSpPr>
            <a:spLocks xmlns:a="http://schemas.openxmlformats.org/drawingml/2006/main" noGrp="1"/>
          </p:cNvSpPr>
          <p:nvPr/>
        </p:nvSpPr>
        <p:spPr>
          <a:xfrm xmlns:a="http://schemas.openxmlformats.org/drawingml/2006/main">
            <a:off x="1493425" y="3825431"/>
            <a:ext cx="2398871"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6" name="dp45-comparison / n126 / text 1">
            <a:extLst xmlns:a="http://schemas.openxmlformats.org/drawingml/2006/main">
              <a:ext uri="{FF2B5EF4-FFF2-40B4-BE49-F238E27FC236}">
                <a16:creationId xmlns:a16="http://schemas.microsoft.com/office/drawing/2014/main" id="{987E5E2A-B579-4BF9-9C1B-582E244F19ED}"/>
              </a:ext>
            </a:extLst>
          </p:cNvPr>
          <p:cNvSpPr>
            <a:spLocks xmlns:a="http://schemas.openxmlformats.org/drawingml/2006/main" noGrp="1"/>
          </p:cNvSpPr>
          <p:nvPr/>
        </p:nvSpPr>
        <p:spPr>
          <a:xfrm xmlns:a="http://schemas.openxmlformats.org/drawingml/2006/main">
            <a:off x="1507331" y="38323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1 EvidenceQuery →</a:t>
            </a:r>
          </a:p>
        </p:txBody>
      </p:sp>
      <p:sp>
        <p:nvSpPr>
          <p:cNvPr id="167" name="dp45-comparison / n126 / text 2">
            <a:extLst xmlns:a="http://schemas.openxmlformats.org/drawingml/2006/main">
              <a:ext uri="{FF2B5EF4-FFF2-40B4-BE49-F238E27FC236}">
                <a16:creationId xmlns:a16="http://schemas.microsoft.com/office/drawing/2014/main" id="{9C906504-8C5C-442C-9886-DB466C001E04}"/>
              </a:ext>
            </a:extLst>
          </p:cNvPr>
          <p:cNvSpPr>
            <a:spLocks xmlns:a="http://schemas.openxmlformats.org/drawingml/2006/main" noGrp="1"/>
          </p:cNvSpPr>
          <p:nvPr/>
        </p:nvSpPr>
        <p:spPr>
          <a:xfrm xmlns:a="http://schemas.openxmlformats.org/drawingml/2006/main">
            <a:off x="1507331" y="3988415"/>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목적 / 권한 / 과거 후보 / 원문 조건 / 예산</a:t>
            </a:r>
          </a:p>
        </p:txBody>
      </p:sp>
      <p:sp>
        <p:nvSpPr>
          <p:cNvPr id="168" name="dp45-comparison / n127">
            <a:extLst xmlns:a="http://schemas.openxmlformats.org/drawingml/2006/main">
              <a:ext uri="{FF2B5EF4-FFF2-40B4-BE49-F238E27FC236}">
                <a16:creationId xmlns:a16="http://schemas.microsoft.com/office/drawing/2014/main" id="{63DCD861-80B5-4E21-865F-C5D8D2BE6654}"/>
              </a:ext>
            </a:extLst>
          </p:cNvPr>
          <p:cNvSpPr>
            <a:spLocks xmlns:a="http://schemas.openxmlformats.org/drawingml/2006/main" noGrp="1"/>
          </p:cNvSpPr>
          <p:nvPr/>
        </p:nvSpPr>
        <p:spPr>
          <a:xfrm xmlns:a="http://schemas.openxmlformats.org/drawingml/2006/main">
            <a:off x="1493425" y="4312158"/>
            <a:ext cx="2221702"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9" name="dp45-comparison / n128 / text 1">
            <a:extLst xmlns:a="http://schemas.openxmlformats.org/drawingml/2006/main">
              <a:ext uri="{FF2B5EF4-FFF2-40B4-BE49-F238E27FC236}">
                <a16:creationId xmlns:a16="http://schemas.microsoft.com/office/drawing/2014/main" id="{23874395-AA40-4D34-AA0D-71C5D858E83B}"/>
              </a:ext>
            </a:extLst>
          </p:cNvPr>
          <p:cNvSpPr>
            <a:spLocks xmlns:a="http://schemas.openxmlformats.org/drawingml/2006/main" noGrp="1"/>
          </p:cNvSpPr>
          <p:nvPr/>
        </p:nvSpPr>
        <p:spPr>
          <a:xfrm xmlns:a="http://schemas.openxmlformats.org/drawingml/2006/main">
            <a:off x="1507331" y="4319111"/>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EvidenceBundle + query receipt</a:t>
            </a:r>
          </a:p>
        </p:txBody>
      </p:sp>
      <p:sp>
        <p:nvSpPr>
          <p:cNvPr id="170" name="dp45-comparison / n128 / text 2">
            <a:extLst xmlns:a="http://schemas.openxmlformats.org/drawingml/2006/main">
              <a:ext uri="{FF2B5EF4-FFF2-40B4-BE49-F238E27FC236}">
                <a16:creationId xmlns:a16="http://schemas.microsoft.com/office/drawing/2014/main" id="{3BECF7B2-7E69-4FDF-9ACA-DAB12AD47245}"/>
              </a:ext>
            </a:extLst>
          </p:cNvPr>
          <p:cNvSpPr>
            <a:spLocks xmlns:a="http://schemas.openxmlformats.org/drawingml/2006/main" noGrp="1"/>
          </p:cNvSpPr>
          <p:nvPr/>
        </p:nvSpPr>
        <p:spPr>
          <a:xfrm xmlns:a="http://schemas.openxmlformats.org/drawingml/2006/main">
            <a:off x="1507331" y="4475142"/>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출처 / 버전 / 누락 범위</a:t>
            </a:r>
          </a:p>
        </p:txBody>
      </p:sp>
      <p:sp>
        <p:nvSpPr>
          <p:cNvPr id="171" name="dp45-comparison / n131">
            <a:extLst xmlns:a="http://schemas.openxmlformats.org/drawingml/2006/main">
              <a:ext uri="{FF2B5EF4-FFF2-40B4-BE49-F238E27FC236}">
                <a16:creationId xmlns:a16="http://schemas.microsoft.com/office/drawing/2014/main" id="{2ADD2CF5-6D1C-4879-AC8E-FF6C99C72281}"/>
              </a:ext>
            </a:extLst>
          </p:cNvPr>
          <p:cNvSpPr>
            <a:spLocks xmlns:a="http://schemas.openxmlformats.org/drawingml/2006/main" noGrp="1"/>
          </p:cNvSpPr>
          <p:nvPr/>
        </p:nvSpPr>
        <p:spPr>
          <a:xfrm xmlns:a="http://schemas.openxmlformats.org/drawingml/2006/main">
            <a:off x="1493425" y="5410771"/>
            <a:ext cx="2042865"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5-comparison / n132 / text 1">
            <a:extLst xmlns:a="http://schemas.openxmlformats.org/drawingml/2006/main">
              <a:ext uri="{FF2B5EF4-FFF2-40B4-BE49-F238E27FC236}">
                <a16:creationId xmlns:a16="http://schemas.microsoft.com/office/drawing/2014/main" id="{9DFA379D-2830-4BA1-809A-2A16746A1C30}"/>
              </a:ext>
            </a:extLst>
          </p:cNvPr>
          <p:cNvSpPr>
            <a:spLocks xmlns:a="http://schemas.openxmlformats.org/drawingml/2006/main" noGrp="1"/>
          </p:cNvSpPr>
          <p:nvPr/>
        </p:nvSpPr>
        <p:spPr>
          <a:xfrm xmlns:a="http://schemas.openxmlformats.org/drawingml/2006/main">
            <a:off x="1507331" y="5417725"/>
            <a:ext cx="2364105"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입력 + 근거 ↓ / 의미 / 추가 조회 제안 ↑</a:t>
            </a:r>
          </a:p>
        </p:txBody>
      </p:sp>
      <p:sp>
        <p:nvSpPr>
          <p:cNvPr id="173" name="dp45-comparison / n134">
            <a:extLst xmlns:a="http://schemas.openxmlformats.org/drawingml/2006/main">
              <a:ext uri="{FF2B5EF4-FFF2-40B4-BE49-F238E27FC236}">
                <a16:creationId xmlns:a16="http://schemas.microsoft.com/office/drawing/2014/main" id="{75282257-BB05-46E9-A374-DC055339E9EE}"/>
              </a:ext>
            </a:extLst>
          </p:cNvPr>
          <p:cNvSpPr>
            <a:spLocks xmlns:a="http://schemas.openxmlformats.org/drawingml/2006/main" noGrp="1"/>
          </p:cNvSpPr>
          <p:nvPr/>
        </p:nvSpPr>
        <p:spPr>
          <a:xfrm xmlns:a="http://schemas.openxmlformats.org/drawingml/2006/main">
            <a:off x="4031361" y="2365248"/>
            <a:ext cx="3661303"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4" name="dp45-comparison / n135 / text 1">
            <a:extLst xmlns:a="http://schemas.openxmlformats.org/drawingml/2006/main">
              <a:ext uri="{FF2B5EF4-FFF2-40B4-BE49-F238E27FC236}">
                <a16:creationId xmlns:a16="http://schemas.microsoft.com/office/drawing/2014/main" id="{DDC1D78A-2331-457A-9E37-8E09D8FC3C78}"/>
              </a:ext>
            </a:extLst>
          </p:cNvPr>
          <p:cNvSpPr>
            <a:spLocks xmlns:a="http://schemas.openxmlformats.org/drawingml/2006/main" noGrp="1"/>
          </p:cNvSpPr>
          <p:nvPr/>
        </p:nvSpPr>
        <p:spPr>
          <a:xfrm xmlns:a="http://schemas.openxmlformats.org/drawingml/2006/main">
            <a:off x="4045268" y="237220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채택 후 T23 위임 Context → / 진행 / 질문 / 결과는 대화에 연결</a:t>
            </a:r>
          </a:p>
        </p:txBody>
      </p:sp>
      <p:sp>
        <p:nvSpPr>
          <p:cNvPr id="175" name="dp45-comparison / n138">
            <a:extLst xmlns:a="http://schemas.openxmlformats.org/drawingml/2006/main">
              <a:ext uri="{FF2B5EF4-FFF2-40B4-BE49-F238E27FC236}">
                <a16:creationId xmlns:a16="http://schemas.microsoft.com/office/drawing/2014/main" id="{ED5F04AD-AC9F-4028-9CEA-882F47514C1D}"/>
              </a:ext>
            </a:extLst>
          </p:cNvPr>
          <p:cNvSpPr>
            <a:spLocks xmlns:a="http://schemas.openxmlformats.org/drawingml/2006/main" noGrp="1"/>
          </p:cNvSpPr>
          <p:nvPr/>
        </p:nvSpPr>
        <p:spPr>
          <a:xfrm xmlns:a="http://schemas.openxmlformats.org/drawingml/2006/main">
            <a:off x="1493425" y="6154769"/>
            <a:ext cx="2245343"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5-comparison / n139 / text 1">
            <a:extLst xmlns:a="http://schemas.openxmlformats.org/drawingml/2006/main">
              <a:ext uri="{FF2B5EF4-FFF2-40B4-BE49-F238E27FC236}">
                <a16:creationId xmlns:a16="http://schemas.microsoft.com/office/drawing/2014/main" id="{58CC94E7-0110-4344-AB7F-5D1221630FB4}"/>
              </a:ext>
            </a:extLst>
          </p:cNvPr>
          <p:cNvSpPr>
            <a:spLocks xmlns:a="http://schemas.openxmlformats.org/drawingml/2006/main" noGrp="1"/>
          </p:cNvSpPr>
          <p:nvPr/>
        </p:nvSpPr>
        <p:spPr>
          <a:xfrm xmlns:a="http://schemas.openxmlformats.org/drawingml/2006/main">
            <a:off x="1507331" y="616172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현재 의미 채택: Request Controller</a:t>
            </a:r>
          </a:p>
        </p:txBody>
      </p:sp>
      <p:sp>
        <p:nvSpPr>
          <p:cNvPr id="177" name="dp45-comparison / n139 / text 2">
            <a:extLst xmlns:a="http://schemas.openxmlformats.org/drawingml/2006/main">
              <a:ext uri="{FF2B5EF4-FFF2-40B4-BE49-F238E27FC236}">
                <a16:creationId xmlns:a16="http://schemas.microsoft.com/office/drawing/2014/main" id="{78CBA434-E1B2-40A7-A3C1-0DC0C4BD8360}"/>
              </a:ext>
            </a:extLst>
          </p:cNvPr>
          <p:cNvSpPr>
            <a:spLocks xmlns:a="http://schemas.openxmlformats.org/drawingml/2006/main" noGrp="1"/>
          </p:cNvSpPr>
          <p:nvPr/>
        </p:nvSpPr>
        <p:spPr>
          <a:xfrm xmlns:a="http://schemas.openxmlformats.org/drawingml/2006/main">
            <a:off x="1507331" y="631775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권한 / version / 의미 일관성 재검사</a:t>
            </a:r>
          </a:p>
        </p:txBody>
      </p:sp>
      <p:sp>
        <p:nvSpPr>
          <p:cNvPr id="178" name="dp45-comparison / n139 / text 3">
            <a:extLst xmlns:a="http://schemas.openxmlformats.org/drawingml/2006/main">
              <a:ext uri="{FF2B5EF4-FFF2-40B4-BE49-F238E27FC236}">
                <a16:creationId xmlns:a16="http://schemas.microsoft.com/office/drawing/2014/main" id="{730C9861-965B-4308-83D3-8FF405F2784F}"/>
              </a:ext>
            </a:extLst>
          </p:cNvPr>
          <p:cNvSpPr>
            <a:spLocks xmlns:a="http://schemas.openxmlformats.org/drawingml/2006/main" noGrp="1"/>
          </p:cNvSpPr>
          <p:nvPr/>
        </p:nvSpPr>
        <p:spPr>
          <a:xfrm xmlns:a="http://schemas.openxmlformats.org/drawingml/2006/main">
            <a:off x="1507331" y="64737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T23 연결은 현재 판단의 결과</a:t>
            </a:r>
          </a:p>
        </p:txBody>
      </p:sp>
      <p:sp>
        <p:nvSpPr>
          <p:cNvPr id="179" name="dp45-comparison / n144">
            <a:extLst xmlns:a="http://schemas.openxmlformats.org/drawingml/2006/main">
              <a:ext uri="{FF2B5EF4-FFF2-40B4-BE49-F238E27FC236}">
                <a16:creationId xmlns:a16="http://schemas.microsoft.com/office/drawing/2014/main" id="{4783419F-CC36-47B3-88C7-CDF49CA03CCF}"/>
              </a:ext>
            </a:extLst>
          </p:cNvPr>
          <p:cNvSpPr>
            <a:spLocks xmlns:a="http://schemas.openxmlformats.org/drawingml/2006/main" noGrp="1"/>
          </p:cNvSpPr>
          <p:nvPr/>
        </p:nvSpPr>
        <p:spPr>
          <a:xfrm xmlns:a="http://schemas.openxmlformats.org/drawingml/2006/main">
            <a:off x="1493425" y="7183850"/>
            <a:ext cx="4623633"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0" name="dp45-comparison / n145 / text 1">
            <a:extLst xmlns:a="http://schemas.openxmlformats.org/drawingml/2006/main">
              <a:ext uri="{FF2B5EF4-FFF2-40B4-BE49-F238E27FC236}">
                <a16:creationId xmlns:a16="http://schemas.microsoft.com/office/drawing/2014/main" id="{5360C57B-BDF4-49F0-B92E-5E2259D30A8C}"/>
              </a:ext>
            </a:extLst>
          </p:cNvPr>
          <p:cNvSpPr>
            <a:spLocks xmlns:a="http://schemas.openxmlformats.org/drawingml/2006/main" noGrp="1"/>
          </p:cNvSpPr>
          <p:nvPr/>
        </p:nvSpPr>
        <p:spPr>
          <a:xfrm xmlns:a="http://schemas.openxmlformats.org/drawingml/2006/main">
            <a:off x="1507331" y="7190804"/>
            <a:ext cx="771810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Omni 가중치 한 벌 / 생산 / 요청 session과 KV 분리 / 음성 입력 / ASR 계속</a:t>
            </a:r>
          </a:p>
        </p:txBody>
      </p:sp>
      <p:sp>
        <p:nvSpPr>
          <p:cNvPr id="181" name="dp45-comparison / n146">
            <a:extLst xmlns:a="http://schemas.openxmlformats.org/drawingml/2006/main">
              <a:ext uri="{FF2B5EF4-FFF2-40B4-BE49-F238E27FC236}">
                <a16:creationId xmlns:a16="http://schemas.microsoft.com/office/drawing/2014/main" id="{9AC79673-3078-40F0-ACB8-5B3285AA11E3}"/>
              </a:ext>
            </a:extLst>
          </p:cNvPr>
          <p:cNvSpPr>
            <a:spLocks xmlns:a="http://schemas.openxmlformats.org/drawingml/2006/main" noGrp="1"/>
          </p:cNvSpPr>
          <p:nvPr/>
        </p:nvSpPr>
        <p:spPr>
          <a:xfrm xmlns:a="http://schemas.openxmlformats.org/drawingml/2006/main">
            <a:off x="9759315" y="2615565"/>
            <a:ext cx="2085975"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2" name="dp45-comparison / n147 / text 1">
            <a:extLst xmlns:a="http://schemas.openxmlformats.org/drawingml/2006/main">
              <a:ext uri="{FF2B5EF4-FFF2-40B4-BE49-F238E27FC236}">
                <a16:creationId xmlns:a16="http://schemas.microsoft.com/office/drawing/2014/main" id="{4FFB973E-3A76-45C3-9D2D-047309C11685}"/>
              </a:ext>
            </a:extLst>
          </p:cNvPr>
          <p:cNvSpPr>
            <a:spLocks xmlns:a="http://schemas.openxmlformats.org/drawingml/2006/main" noGrp="1"/>
          </p:cNvSpPr>
          <p:nvPr/>
        </p:nvSpPr>
        <p:spPr>
          <a:xfrm xmlns:a="http://schemas.openxmlformats.org/drawingml/2006/main">
            <a:off x="9807988" y="271322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Controller</a:t>
            </a:r>
          </a:p>
        </p:txBody>
      </p:sp>
      <p:sp>
        <p:nvSpPr>
          <p:cNvPr id="183" name="dp45-comparison / n148">
            <a:extLst xmlns:a="http://schemas.openxmlformats.org/drawingml/2006/main">
              <a:ext uri="{FF2B5EF4-FFF2-40B4-BE49-F238E27FC236}">
                <a16:creationId xmlns:a16="http://schemas.microsoft.com/office/drawing/2014/main" id="{16A2BC26-BD94-4DC0-8D2D-5AFF1C312623}"/>
              </a:ext>
            </a:extLst>
          </p:cNvPr>
          <p:cNvSpPr>
            <a:spLocks xmlns:a="http://schemas.openxmlformats.org/drawingml/2006/main" noGrp="1"/>
          </p:cNvSpPr>
          <p:nvPr/>
        </p:nvSpPr>
        <p:spPr>
          <a:xfrm xmlns:a="http://schemas.openxmlformats.org/drawingml/2006/main">
            <a:off x="12610148" y="2615565"/>
            <a:ext cx="1946910"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4" name="dp45-comparison / n149 / text 1">
            <a:extLst xmlns:a="http://schemas.openxmlformats.org/drawingml/2006/main">
              <a:ext uri="{FF2B5EF4-FFF2-40B4-BE49-F238E27FC236}">
                <a16:creationId xmlns:a16="http://schemas.microsoft.com/office/drawing/2014/main" id="{22BEBC24-96A7-4622-88F1-DEDDE7C12151}"/>
              </a:ext>
            </a:extLst>
          </p:cNvPr>
          <p:cNvSpPr>
            <a:spLocks xmlns:a="http://schemas.openxmlformats.org/drawingml/2006/main" noGrp="1"/>
          </p:cNvSpPr>
          <p:nvPr/>
        </p:nvSpPr>
        <p:spPr>
          <a:xfrm xmlns:a="http://schemas.openxmlformats.org/drawingml/2006/main">
            <a:off x="12658820" y="2713223"/>
            <a:ext cx="1849565"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Response Manager</a:t>
            </a:r>
          </a:p>
        </p:txBody>
      </p:sp>
      <p:sp>
        <p:nvSpPr>
          <p:cNvPr id="185" name="dp45-comparison / n150">
            <a:extLst xmlns:a="http://schemas.openxmlformats.org/drawingml/2006/main">
              <a:ext uri="{FF2B5EF4-FFF2-40B4-BE49-F238E27FC236}">
                <a16:creationId xmlns:a16="http://schemas.microsoft.com/office/drawing/2014/main" id="{CB5EC3A9-E083-4729-AF07-D2A433D82851}"/>
              </a:ext>
            </a:extLst>
          </p:cNvPr>
          <p:cNvSpPr>
            <a:spLocks xmlns:a="http://schemas.openxmlformats.org/drawingml/2006/main" noGrp="1"/>
          </p:cNvSpPr>
          <p:nvPr/>
        </p:nvSpPr>
        <p:spPr>
          <a:xfrm xmlns:a="http://schemas.openxmlformats.org/drawingml/2006/main">
            <a:off x="15321915" y="2615565"/>
            <a:ext cx="2155508" cy="382429"/>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6" name="dp45-comparison / n151 / text 1">
            <a:extLst xmlns:a="http://schemas.openxmlformats.org/drawingml/2006/main">
              <a:ext uri="{FF2B5EF4-FFF2-40B4-BE49-F238E27FC236}">
                <a16:creationId xmlns:a16="http://schemas.microsoft.com/office/drawing/2014/main" id="{0E42DB73-F6E3-4CAD-B976-10FA8AC6D1CB}"/>
              </a:ext>
            </a:extLst>
          </p:cNvPr>
          <p:cNvSpPr>
            <a:spLocks xmlns:a="http://schemas.openxmlformats.org/drawingml/2006/main" noGrp="1"/>
          </p:cNvSpPr>
          <p:nvPr/>
        </p:nvSpPr>
        <p:spPr>
          <a:xfrm xmlns:a="http://schemas.openxmlformats.org/drawingml/2006/main">
            <a:off x="15370588" y="2713223"/>
            <a:ext cx="2058162"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Task Manager</a:t>
            </a:r>
          </a:p>
        </p:txBody>
      </p:sp>
      <p:sp>
        <p:nvSpPr>
          <p:cNvPr id="187" name="dp45-comparison / n152">
            <a:extLst xmlns:a="http://schemas.openxmlformats.org/drawingml/2006/main">
              <a:ext uri="{FF2B5EF4-FFF2-40B4-BE49-F238E27FC236}">
                <a16:creationId xmlns:a16="http://schemas.microsoft.com/office/drawing/2014/main" id="{83C43FF7-2C19-4F1C-88A6-086D57F1EFC6}"/>
              </a:ext>
            </a:extLst>
          </p:cNvPr>
          <p:cNvSpPr>
            <a:spLocks xmlns:a="http://schemas.openxmlformats.org/drawingml/2006/main" noGrp="1"/>
          </p:cNvSpPr>
          <p:nvPr/>
        </p:nvSpPr>
        <p:spPr>
          <a:xfrm xmlns:a="http://schemas.openxmlformats.org/drawingml/2006/main">
            <a:off x="12262485" y="3693319"/>
            <a:ext cx="5249704" cy="285083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88" name="dp45-comparison / n153 / text 1">
            <a:extLst xmlns:a="http://schemas.openxmlformats.org/drawingml/2006/main">
              <a:ext uri="{FF2B5EF4-FFF2-40B4-BE49-F238E27FC236}">
                <a16:creationId xmlns:a16="http://schemas.microsoft.com/office/drawing/2014/main" id="{9BE6A9EE-6BF5-4776-B0C3-A022C2D1743E}"/>
              </a:ext>
            </a:extLst>
          </p:cNvPr>
          <p:cNvSpPr>
            <a:spLocks xmlns:a="http://schemas.openxmlformats.org/drawingml/2006/main" noGrp="1"/>
          </p:cNvSpPr>
          <p:nvPr/>
        </p:nvSpPr>
        <p:spPr>
          <a:xfrm xmlns:a="http://schemas.openxmlformats.org/drawingml/2006/main">
            <a:off x="12345924" y="3755898"/>
            <a:ext cx="5082826" cy="25205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69" b="1">
                <a:solidFill>
                  <a:srgbClr val="000000"/>
                </a:solidFill>
                <a:latin typeface="Apple SD Gothic Neo"/>
                <a:ea typeface="Apple SD Gothic Neo"/>
                <a:cs typeface="Apple SD Gothic Neo"/>
              </a:defRPr>
            </a:pPr>
            <a:r>
              <a:rPr sz="1369" b="1">
                <a:solidFill>
                  <a:srgbClr val="000000"/>
                </a:solidFill>
                <a:latin typeface="Apple SD Gothic Neo"/>
                <a:ea typeface="Apple SD Gothic Neo"/>
                <a:cs typeface="Apple SD Gothic Neo"/>
              </a:rPr>
              <a:t>Context Manager</a:t>
            </a:r>
          </a:p>
        </p:txBody>
      </p:sp>
      <p:sp>
        <p:nvSpPr>
          <p:cNvPr id="189" name="dp45-comparison / n154">
            <a:extLst xmlns:a="http://schemas.openxmlformats.org/drawingml/2006/main">
              <a:ext uri="{FF2B5EF4-FFF2-40B4-BE49-F238E27FC236}">
                <a16:creationId xmlns:a16="http://schemas.microsoft.com/office/drawing/2014/main" id="{26D56422-4F89-45ED-AAE0-5639A11460C1}"/>
              </a:ext>
            </a:extLst>
          </p:cNvPr>
          <p:cNvSpPr>
            <a:spLocks xmlns:a="http://schemas.openxmlformats.org/drawingml/2006/main" noGrp="1"/>
          </p:cNvSpPr>
          <p:nvPr/>
        </p:nvSpPr>
        <p:spPr>
          <a:xfrm xmlns:a="http://schemas.openxmlformats.org/drawingml/2006/main">
            <a:off x="9759315" y="5674995"/>
            <a:ext cx="2085975" cy="347663"/>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90" name="dp45-comparison / n155 / text 1">
            <a:extLst xmlns:a="http://schemas.openxmlformats.org/drawingml/2006/main">
              <a:ext uri="{FF2B5EF4-FFF2-40B4-BE49-F238E27FC236}">
                <a16:creationId xmlns:a16="http://schemas.microsoft.com/office/drawing/2014/main" id="{C91D847F-70DA-485E-8B34-17E530373675}"/>
              </a:ext>
            </a:extLst>
          </p:cNvPr>
          <p:cNvSpPr>
            <a:spLocks xmlns:a="http://schemas.openxmlformats.org/drawingml/2006/main" noGrp="1"/>
          </p:cNvSpPr>
          <p:nvPr/>
        </p:nvSpPr>
        <p:spPr>
          <a:xfrm xmlns:a="http://schemas.openxmlformats.org/drawingml/2006/main">
            <a:off x="9807988" y="5755270"/>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Request Interpreter</a:t>
            </a:r>
          </a:p>
        </p:txBody>
      </p:sp>
      <p:sp>
        <p:nvSpPr>
          <p:cNvPr id="191" name="dp45-comparison / n156">
            <a:extLst xmlns:a="http://schemas.openxmlformats.org/drawingml/2006/main">
              <a:ext uri="{FF2B5EF4-FFF2-40B4-BE49-F238E27FC236}">
                <a16:creationId xmlns:a16="http://schemas.microsoft.com/office/drawing/2014/main" id="{042F13A4-B022-455C-84F5-5083CF5CF95C}"/>
              </a:ext>
            </a:extLst>
          </p:cNvPr>
          <p:cNvSpPr>
            <a:spLocks xmlns:a="http://schemas.openxmlformats.org/drawingml/2006/main" noGrp="1"/>
          </p:cNvSpPr>
          <p:nvPr/>
        </p:nvSpPr>
        <p:spPr>
          <a:xfrm xmlns:a="http://schemas.openxmlformats.org/drawingml/2006/main">
            <a:off x="9759315" y="6822281"/>
            <a:ext cx="2085975" cy="312896"/>
          </a:xfrm>
          <a:prstGeom xmlns:a="http://schemas.openxmlformats.org/drawingml/2006/main" prst="rect">
            <a:avLst/>
          </a:prstGeom>
          <a:solidFill xmlns:a="http://schemas.openxmlformats.org/drawingml/2006/main">
            <a:srgbClr val="FFFFFF"/>
          </a:solidFill>
          <a:ln xmlns:a="http://schemas.openxmlformats.org/drawingml/2006/main" w="6953">
            <a:solidFill>
              <a:srgbClr val="000000"/>
            </a:solidFill>
            <a:prstDash val="solid"/>
          </a:ln>
        </p:spPr>
      </p:sp>
      <p:sp>
        <p:nvSpPr>
          <p:cNvPr id="192" name="dp45-comparison / n157 / text 1">
            <a:extLst xmlns:a="http://schemas.openxmlformats.org/drawingml/2006/main">
              <a:ext uri="{FF2B5EF4-FFF2-40B4-BE49-F238E27FC236}">
                <a16:creationId xmlns:a16="http://schemas.microsoft.com/office/drawing/2014/main" id="{3D4ABED5-79A5-445F-8195-6E850FECD84E}"/>
              </a:ext>
            </a:extLst>
          </p:cNvPr>
          <p:cNvSpPr>
            <a:spLocks xmlns:a="http://schemas.openxmlformats.org/drawingml/2006/main" noGrp="1"/>
          </p:cNvSpPr>
          <p:nvPr/>
        </p:nvSpPr>
        <p:spPr>
          <a:xfrm xmlns:a="http://schemas.openxmlformats.org/drawingml/2006/main">
            <a:off x="9807988" y="6885173"/>
            <a:ext cx="1988630"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Model Access</a:t>
            </a:r>
          </a:p>
        </p:txBody>
      </p:sp>
      <p:sp>
        <p:nvSpPr>
          <p:cNvPr id="193" name="dp45-comparison / n158">
            <a:extLst xmlns:a="http://schemas.openxmlformats.org/drawingml/2006/main">
              <a:ext uri="{FF2B5EF4-FFF2-40B4-BE49-F238E27FC236}">
                <a16:creationId xmlns:a16="http://schemas.microsoft.com/office/drawing/2014/main" id="{1EAC2F86-4264-49F3-A359-0D66704B8CD0}"/>
              </a:ext>
            </a:extLst>
          </p:cNvPr>
          <p:cNvSpPr>
            <a:spLocks xmlns:a="http://schemas.openxmlformats.org/drawingml/2006/main" noGrp="1"/>
          </p:cNvSpPr>
          <p:nvPr/>
        </p:nvSpPr>
        <p:spPr>
          <a:xfrm xmlns:a="http://schemas.openxmlformats.org/drawingml/2006/main">
            <a:off x="12679680" y="6822281"/>
            <a:ext cx="1738313" cy="312896"/>
          </a:xfrm>
          <a:prstGeom xmlns:a="http://schemas.openxmlformats.org/drawingml/2006/main" prst="hexagon">
            <a:avLst/>
          </a:prstGeom>
          <a:solidFill xmlns:a="http://schemas.openxmlformats.org/drawingml/2006/main">
            <a:srgbClr val="FFFFFF"/>
          </a:solidFill>
          <a:ln xmlns:a="http://schemas.openxmlformats.org/drawingml/2006/main" w="6953">
            <a:solidFill>
              <a:srgbClr val="000000"/>
            </a:solidFill>
            <a:prstDash val="solid"/>
          </a:ln>
        </p:spPr>
      </p:sp>
      <p:sp>
        <p:nvSpPr>
          <p:cNvPr id="194" name="dp45-comparison / n159 / text 1">
            <a:extLst xmlns:a="http://schemas.openxmlformats.org/drawingml/2006/main">
              <a:ext uri="{FF2B5EF4-FFF2-40B4-BE49-F238E27FC236}">
                <a16:creationId xmlns:a16="http://schemas.microsoft.com/office/drawing/2014/main" id="{38B1ADCD-77E8-4188-9ED9-66BB0CC83E20}"/>
              </a:ext>
            </a:extLst>
          </p:cNvPr>
          <p:cNvSpPr>
            <a:spLocks xmlns:a="http://schemas.openxmlformats.org/drawingml/2006/main" noGrp="1"/>
          </p:cNvSpPr>
          <p:nvPr/>
        </p:nvSpPr>
        <p:spPr>
          <a:xfrm xmlns:a="http://schemas.openxmlformats.org/drawingml/2006/main">
            <a:off x="12728353" y="6885173"/>
            <a:ext cx="1640967"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Shared Omni</a:t>
            </a:r>
          </a:p>
        </p:txBody>
      </p:sp>
      <p:sp>
        <p:nvSpPr>
          <p:cNvPr id="195" name="dp45-comparison / n160">
            <a:extLst xmlns:a="http://schemas.openxmlformats.org/drawingml/2006/main">
              <a:ext uri="{FF2B5EF4-FFF2-40B4-BE49-F238E27FC236}">
                <a16:creationId xmlns:a16="http://schemas.microsoft.com/office/drawing/2014/main" id="{C5ADE268-F86C-440D-B3B1-62B19EA4F0BD}"/>
              </a:ext>
            </a:extLst>
          </p:cNvPr>
          <p:cNvSpPr>
            <a:spLocks xmlns:a="http://schemas.openxmlformats.org/drawingml/2006/main" noGrp="1"/>
          </p:cNvSpPr>
          <p:nvPr/>
        </p:nvSpPr>
        <p:spPr>
          <a:xfrm xmlns:a="http://schemas.openxmlformats.org/drawingml/2006/main">
            <a:off x="15669578" y="6140863"/>
            <a:ext cx="1668780" cy="319850"/>
          </a:xfrm>
          <a:prstGeom xmlns:a="http://schemas.openxmlformats.org/drawingml/2006/main" prst="can">
            <a:avLst>
              <a:gd name="adj" fmla="val 20000"/>
            </a:avLst>
          </a:prstGeom>
          <a:solidFill xmlns:a="http://schemas.openxmlformats.org/drawingml/2006/main">
            <a:srgbClr val="FFFFFF"/>
          </a:solidFill>
          <a:ln xmlns:a="http://schemas.openxmlformats.org/drawingml/2006/main" w="6953">
            <a:solidFill>
              <a:srgbClr val="000000"/>
            </a:solidFill>
            <a:prstDash val="solid"/>
          </a:ln>
        </p:spPr>
      </p:sp>
      <p:sp>
        <p:nvSpPr>
          <p:cNvPr id="196" name="dp45-comparison / n161 / text 1">
            <a:extLst xmlns:a="http://schemas.openxmlformats.org/drawingml/2006/main">
              <a:ext uri="{FF2B5EF4-FFF2-40B4-BE49-F238E27FC236}">
                <a16:creationId xmlns:a16="http://schemas.microsoft.com/office/drawing/2014/main" id="{5CC51B21-E0FA-42F5-BCB9-B43D05344970}"/>
              </a:ext>
            </a:extLst>
          </p:cNvPr>
          <p:cNvSpPr>
            <a:spLocks xmlns:a="http://schemas.openxmlformats.org/drawingml/2006/main" noGrp="1"/>
          </p:cNvSpPr>
          <p:nvPr/>
        </p:nvSpPr>
        <p:spPr>
          <a:xfrm xmlns:a="http://schemas.openxmlformats.org/drawingml/2006/main">
            <a:off x="15718250" y="6243180"/>
            <a:ext cx="1571435"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User Memory</a:t>
            </a:r>
          </a:p>
        </p:txBody>
      </p:sp>
      <p:sp>
        <p:nvSpPr>
          <p:cNvPr id="197" name="dp45-comparison / n170">
            <a:extLst xmlns:a="http://schemas.openxmlformats.org/drawingml/2006/main">
              <a:ext uri="{FF2B5EF4-FFF2-40B4-BE49-F238E27FC236}">
                <a16:creationId xmlns:a16="http://schemas.microsoft.com/office/drawing/2014/main" id="{A531A119-79A9-4239-9967-6A53B990E56C}"/>
              </a:ext>
            </a:extLst>
          </p:cNvPr>
          <p:cNvSpPr>
            <a:spLocks xmlns:a="http://schemas.openxmlformats.org/drawingml/2006/main" noGrp="1"/>
          </p:cNvSpPr>
          <p:nvPr/>
        </p:nvSpPr>
        <p:spPr>
          <a:xfrm xmlns:a="http://schemas.openxmlformats.org/drawingml/2006/main">
            <a:off x="12610148" y="4159186"/>
            <a:ext cx="1981676"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198" name="dp45-comparison / n171 / text 1">
            <a:extLst xmlns:a="http://schemas.openxmlformats.org/drawingml/2006/main">
              <a:ext uri="{FF2B5EF4-FFF2-40B4-BE49-F238E27FC236}">
                <a16:creationId xmlns:a16="http://schemas.microsoft.com/office/drawing/2014/main" id="{E7C40315-2843-474D-B320-AFE82E70DAFB}"/>
              </a:ext>
            </a:extLst>
          </p:cNvPr>
          <p:cNvSpPr>
            <a:spLocks xmlns:a="http://schemas.openxmlformats.org/drawingml/2006/main" noGrp="1"/>
          </p:cNvSpPr>
          <p:nvPr/>
        </p:nvSpPr>
        <p:spPr>
          <a:xfrm xmlns:a="http://schemas.openxmlformats.org/drawingml/2006/main">
            <a:off x="12658820" y="4256845"/>
            <a:ext cx="1884331"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Memory Publisher</a:t>
            </a:r>
          </a:p>
        </p:txBody>
      </p:sp>
      <p:sp>
        <p:nvSpPr>
          <p:cNvPr id="199" name="dp45-comparison / n172">
            <a:extLst xmlns:a="http://schemas.openxmlformats.org/drawingml/2006/main">
              <a:ext uri="{FF2B5EF4-FFF2-40B4-BE49-F238E27FC236}">
                <a16:creationId xmlns:a16="http://schemas.microsoft.com/office/drawing/2014/main" id="{25022DAB-D94F-47B8-941C-196C63F0FC51}"/>
              </a:ext>
            </a:extLst>
          </p:cNvPr>
          <p:cNvSpPr>
            <a:spLocks xmlns:a="http://schemas.openxmlformats.org/drawingml/2006/main" noGrp="1"/>
          </p:cNvSpPr>
          <p:nvPr/>
        </p:nvSpPr>
        <p:spPr>
          <a:xfrm xmlns:a="http://schemas.openxmlformats.org/drawingml/2006/main">
            <a:off x="15321915" y="4159186"/>
            <a:ext cx="1981676" cy="514540"/>
          </a:xfrm>
          <a:prstGeom xmlns:a="http://schemas.openxmlformats.org/drawingml/2006/main" prst="can">
            <a:avLst>
              <a:gd name="adj" fmla="val 20000"/>
            </a:avLst>
          </a:prstGeom>
          <a:solidFill xmlns:a="http://schemas.openxmlformats.org/drawingml/2006/main">
            <a:srgbClr val="FFF0DD"/>
          </a:solidFill>
          <a:ln xmlns:a="http://schemas.openxmlformats.org/drawingml/2006/main" w="12516">
            <a:solidFill>
              <a:srgbClr val="B8753F"/>
            </a:solidFill>
            <a:prstDash val="solid"/>
          </a:ln>
        </p:spPr>
      </p:sp>
      <p:sp>
        <p:nvSpPr>
          <p:cNvPr id="200" name="dp45-comparison / n173 / text 1">
            <a:extLst xmlns:a="http://schemas.openxmlformats.org/drawingml/2006/main">
              <a:ext uri="{FF2B5EF4-FFF2-40B4-BE49-F238E27FC236}">
                <a16:creationId xmlns:a16="http://schemas.microsoft.com/office/drawing/2014/main" id="{F67BC1E1-C3C8-4066-8F1A-90651093B15E}"/>
              </a:ext>
            </a:extLst>
          </p:cNvPr>
          <p:cNvSpPr>
            <a:spLocks xmlns:a="http://schemas.openxmlformats.org/drawingml/2006/main" noGrp="1"/>
          </p:cNvSpPr>
          <p:nvPr/>
        </p:nvSpPr>
        <p:spPr>
          <a:xfrm xmlns:a="http://schemas.openxmlformats.org/drawingml/2006/main">
            <a:off x="15370588" y="4273428"/>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Episodic Memory</a:t>
            </a:r>
          </a:p>
        </p:txBody>
      </p:sp>
      <p:sp>
        <p:nvSpPr>
          <p:cNvPr id="201" name="dp45-comparison / n173 / text 2">
            <a:extLst xmlns:a="http://schemas.openxmlformats.org/drawingml/2006/main">
              <a:ext uri="{FF2B5EF4-FFF2-40B4-BE49-F238E27FC236}">
                <a16:creationId xmlns:a16="http://schemas.microsoft.com/office/drawing/2014/main" id="{440A0099-B7C5-4BC2-AAF0-88EAF1B20CDC}"/>
              </a:ext>
            </a:extLst>
          </p:cNvPr>
          <p:cNvSpPr>
            <a:spLocks xmlns:a="http://schemas.openxmlformats.org/drawingml/2006/main" noGrp="1"/>
          </p:cNvSpPr>
          <p:nvPr/>
        </p:nvSpPr>
        <p:spPr>
          <a:xfrm xmlns:a="http://schemas.openxmlformats.org/drawingml/2006/main">
            <a:off x="15370588" y="4466172"/>
            <a:ext cx="1884331" cy="21172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50" b="1">
                <a:solidFill>
                  <a:srgbClr val="000000"/>
                </a:solidFill>
                <a:latin typeface="Apple SD Gothic Neo"/>
                <a:ea typeface="Apple SD Gothic Neo"/>
                <a:cs typeface="Apple SD Gothic Neo"/>
              </a:defRPr>
            </a:pPr>
            <a:r>
              <a:rPr sz="1150" b="1">
                <a:solidFill>
                  <a:srgbClr val="000000"/>
                </a:solidFill>
                <a:latin typeface="Apple SD Gothic Neo"/>
                <a:ea typeface="Apple SD Gothic Neo"/>
                <a:cs typeface="Apple SD Gothic Neo"/>
              </a:rPr>
              <a:t>Repository</a:t>
            </a:r>
          </a:p>
        </p:txBody>
      </p:sp>
      <p:sp>
        <p:nvSpPr>
          <p:cNvPr id="202" name="dp45-comparison / n174">
            <a:extLst xmlns:a="http://schemas.openxmlformats.org/drawingml/2006/main">
              <a:ext uri="{FF2B5EF4-FFF2-40B4-BE49-F238E27FC236}">
                <a16:creationId xmlns:a16="http://schemas.microsoft.com/office/drawing/2014/main" id="{44185320-B1F3-4564-8034-E9701A3E4534}"/>
              </a:ext>
            </a:extLst>
          </p:cNvPr>
          <p:cNvSpPr>
            <a:spLocks xmlns:a="http://schemas.openxmlformats.org/drawingml/2006/main" noGrp="1"/>
          </p:cNvSpPr>
          <p:nvPr/>
        </p:nvSpPr>
        <p:spPr>
          <a:xfrm xmlns:a="http://schemas.openxmlformats.org/drawingml/2006/main">
            <a:off x="12610148" y="5501164"/>
            <a:ext cx="1981676" cy="382429"/>
          </a:xfrm>
          <a:prstGeom xmlns:a="http://schemas.openxmlformats.org/drawingml/2006/main" prst="roundRect">
            <a:avLst>
              <a:gd name="adj" fmla="val 19925"/>
            </a:avLst>
          </a:prstGeom>
          <a:solidFill xmlns:a="http://schemas.openxmlformats.org/drawingml/2006/main">
            <a:srgbClr val="FFF0DD"/>
          </a:solidFill>
          <a:ln xmlns:a="http://schemas.openxmlformats.org/drawingml/2006/main" w="12516">
            <a:solidFill>
              <a:srgbClr val="B8753F"/>
            </a:solidFill>
            <a:prstDash val="solid"/>
          </a:ln>
        </p:spPr>
      </p:sp>
      <p:sp>
        <p:nvSpPr>
          <p:cNvPr id="203" name="dp45-comparison / n175 / text 1">
            <a:extLst xmlns:a="http://schemas.openxmlformats.org/drawingml/2006/main">
              <a:ext uri="{FF2B5EF4-FFF2-40B4-BE49-F238E27FC236}">
                <a16:creationId xmlns:a16="http://schemas.microsoft.com/office/drawing/2014/main" id="{FED0F48B-5C7C-437F-9B30-A968F797C8C2}"/>
              </a:ext>
            </a:extLst>
          </p:cNvPr>
          <p:cNvSpPr>
            <a:spLocks xmlns:a="http://schemas.openxmlformats.org/drawingml/2006/main" noGrp="1"/>
          </p:cNvSpPr>
          <p:nvPr/>
        </p:nvSpPr>
        <p:spPr>
          <a:xfrm xmlns:a="http://schemas.openxmlformats.org/drawingml/2006/main">
            <a:off x="12658820" y="5598822"/>
            <a:ext cx="1884331" cy="2318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59" b="1">
                <a:solidFill>
                  <a:srgbClr val="000000"/>
                </a:solidFill>
                <a:latin typeface="Apple SD Gothic Neo"/>
                <a:ea typeface="Apple SD Gothic Neo"/>
                <a:cs typeface="Apple SD Gothic Neo"/>
              </a:defRPr>
            </a:pPr>
            <a:r>
              <a:rPr sz="1259" b="1">
                <a:solidFill>
                  <a:srgbClr val="000000"/>
                </a:solidFill>
                <a:latin typeface="Apple SD Gothic Neo"/>
                <a:ea typeface="Apple SD Gothic Neo"/>
                <a:cs typeface="Apple SD Gothic Neo"/>
              </a:rPr>
              <a:t>Evidence Reader</a:t>
            </a:r>
          </a:p>
        </p:txBody>
      </p:sp>
      <p:sp>
        <p:nvSpPr>
          <p:cNvPr id="204" name="dp45-comparison / n180 / path">
            <a:extLst xmlns:a="http://schemas.openxmlformats.org/drawingml/2006/main">
              <a:ext uri="{FF2B5EF4-FFF2-40B4-BE49-F238E27FC236}">
                <a16:creationId xmlns:a16="http://schemas.microsoft.com/office/drawing/2014/main" id="{E9696BDD-5DF8-4567-AD99-0DD765744328}"/>
              </a:ext>
            </a:extLst>
          </p:cNvPr>
          <p:cNvSpPr>
            <a:spLocks xmlns:a="http://schemas.openxmlformats.org/drawingml/2006/main" noGrp="1"/>
          </p:cNvSpPr>
          <p:nvPr/>
        </p:nvSpPr>
        <p:spPr>
          <a:xfrm xmlns:a="http://schemas.openxmlformats.org/drawingml/2006/main">
            <a:off x="10684097" y="2997994"/>
            <a:ext cx="2798683" cy="1161193"/>
          </a:xfrm>
          <a:custGeom xmlns:a="http://schemas.openxmlformats.org/drawingml/2006/main">
            <a:pathLst>
              <a:path w="2798683" h="1161193">
                <a:moveTo>
                  <a:pt x="0" y="0"/>
                </a:moveTo>
                <a:lnTo>
                  <a:pt x="0" y="1161193"/>
                </a:lnTo>
                <a:lnTo>
                  <a:pt x="2798683" y="1161193"/>
                </a:lnTo>
              </a:path>
            </a:pathLst>
          </a:custGeom>
          <a:noFill xmlns:a="http://schemas.openxmlformats.org/drawingml/2006/main"/>
          <a:ln xmlns:a="http://schemas.openxmlformats.org/drawingml/2006/main" w="7649">
            <a:solidFill>
              <a:srgbClr val="000000"/>
            </a:solidFill>
            <a:prstDash val="solid"/>
          </a:ln>
        </p:spPr>
      </p:sp>
      <p:sp>
        <p:nvSpPr>
          <p:cNvPr id="205" name="dp45-comparison / n180 / arrow">
            <a:extLst xmlns:a="http://schemas.openxmlformats.org/drawingml/2006/main">
              <a:ext uri="{FF2B5EF4-FFF2-40B4-BE49-F238E27FC236}">
                <a16:creationId xmlns:a16="http://schemas.microsoft.com/office/drawing/2014/main" id="{7AA0935C-3056-4126-92CF-DDDCDA3DEAA1}"/>
              </a:ext>
            </a:extLst>
          </p:cNvPr>
          <p:cNvSpPr>
            <a:spLocks xmlns:a="http://schemas.openxmlformats.org/drawingml/2006/main" noGrp="1"/>
          </p:cNvSpPr>
          <p:nvPr/>
        </p:nvSpPr>
        <p:spPr>
          <a:xfrm xmlns:a="http://schemas.openxmlformats.org/drawingml/2006/main">
            <a:off x="13433829"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06" name="dp45-comparison / n181 / path">
            <a:extLst xmlns:a="http://schemas.openxmlformats.org/drawingml/2006/main">
              <a:ext uri="{FF2B5EF4-FFF2-40B4-BE49-F238E27FC236}">
                <a16:creationId xmlns:a16="http://schemas.microsoft.com/office/drawing/2014/main" id="{05D16F1C-FCC8-4C89-86E5-0B00D68BCE51}"/>
              </a:ext>
            </a:extLst>
          </p:cNvPr>
          <p:cNvSpPr>
            <a:spLocks xmlns:a="http://schemas.openxmlformats.org/drawingml/2006/main" noGrp="1"/>
          </p:cNvSpPr>
          <p:nvPr/>
        </p:nvSpPr>
        <p:spPr>
          <a:xfrm xmlns:a="http://schemas.openxmlformats.org/drawingml/2006/main">
            <a:off x="10802303" y="2997994"/>
            <a:ext cx="2798683" cy="1161193"/>
          </a:xfrm>
          <a:custGeom xmlns:a="http://schemas.openxmlformats.org/drawingml/2006/main">
            <a:pathLst>
              <a:path w="2798683" h="1161193">
                <a:moveTo>
                  <a:pt x="2798683" y="1161193"/>
                </a:moveTo>
                <a:lnTo>
                  <a:pt x="0" y="1161193"/>
                </a:lnTo>
                <a:lnTo>
                  <a:pt x="0" y="0"/>
                </a:lnTo>
              </a:path>
            </a:pathLst>
          </a:custGeom>
          <a:noFill xmlns:a="http://schemas.openxmlformats.org/drawingml/2006/main"/>
          <a:ln xmlns:a="http://schemas.openxmlformats.org/drawingml/2006/main" w="7649">
            <a:solidFill>
              <a:srgbClr val="000000"/>
            </a:solidFill>
            <a:prstDash val="solid"/>
          </a:ln>
        </p:spPr>
      </p:sp>
      <p:sp>
        <p:nvSpPr>
          <p:cNvPr id="207" name="dp45-comparison / n181 / arrow">
            <a:extLst xmlns:a="http://schemas.openxmlformats.org/drawingml/2006/main">
              <a:ext uri="{FF2B5EF4-FFF2-40B4-BE49-F238E27FC236}">
                <a16:creationId xmlns:a16="http://schemas.microsoft.com/office/drawing/2014/main" id="{A563CBEB-C338-49BB-B6E6-E012DB5B6FCD}"/>
              </a:ext>
            </a:extLst>
          </p:cNvPr>
          <p:cNvSpPr>
            <a:spLocks xmlns:a="http://schemas.openxmlformats.org/drawingml/2006/main" noGrp="1"/>
          </p:cNvSpPr>
          <p:nvPr/>
        </p:nvSpPr>
        <p:spPr>
          <a:xfrm xmlns:a="http://schemas.openxmlformats.org/drawingml/2006/main">
            <a:off x="10777827" y="2997994"/>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08" name="dp45-comparison / n182 / path">
            <a:extLst xmlns:a="http://schemas.openxmlformats.org/drawingml/2006/main">
              <a:ext uri="{FF2B5EF4-FFF2-40B4-BE49-F238E27FC236}">
                <a16:creationId xmlns:a16="http://schemas.microsoft.com/office/drawing/2014/main" id="{DBFE4DC0-4BCC-4C6F-B8F9-5262C9C7DC0B}"/>
              </a:ext>
            </a:extLst>
          </p:cNvPr>
          <p:cNvSpPr>
            <a:spLocks xmlns:a="http://schemas.openxmlformats.org/drawingml/2006/main" noGrp="1"/>
          </p:cNvSpPr>
          <p:nvPr/>
        </p:nvSpPr>
        <p:spPr>
          <a:xfrm xmlns:a="http://schemas.openxmlformats.org/drawingml/2006/main">
            <a:off x="10920508" y="2997994"/>
            <a:ext cx="2798683" cy="1161193"/>
          </a:xfrm>
          <a:custGeom xmlns:a="http://schemas.openxmlformats.org/drawingml/2006/main">
            <a:pathLst>
              <a:path w="2798683" h="1161193">
                <a:moveTo>
                  <a:pt x="0" y="0"/>
                </a:moveTo>
                <a:lnTo>
                  <a:pt x="0" y="1161193"/>
                </a:lnTo>
                <a:lnTo>
                  <a:pt x="2798683" y="1161193"/>
                </a:lnTo>
              </a:path>
            </a:pathLst>
          </a:custGeom>
          <a:noFill xmlns:a="http://schemas.openxmlformats.org/drawingml/2006/main"/>
          <a:ln xmlns:a="http://schemas.openxmlformats.org/drawingml/2006/main" w="7649">
            <a:solidFill>
              <a:srgbClr val="000000"/>
            </a:solidFill>
            <a:prstDash val="dash"/>
          </a:ln>
        </p:spPr>
      </p:sp>
      <p:sp>
        <p:nvSpPr>
          <p:cNvPr id="209" name="dp45-comparison / n182 / arrow">
            <a:extLst xmlns:a="http://schemas.openxmlformats.org/drawingml/2006/main">
              <a:ext uri="{FF2B5EF4-FFF2-40B4-BE49-F238E27FC236}">
                <a16:creationId xmlns:a16="http://schemas.microsoft.com/office/drawing/2014/main" id="{C5EEF003-8CE4-476A-A9C1-F0B129543C27}"/>
              </a:ext>
            </a:extLst>
          </p:cNvPr>
          <p:cNvSpPr>
            <a:spLocks xmlns:a="http://schemas.openxmlformats.org/drawingml/2006/main" noGrp="1"/>
          </p:cNvSpPr>
          <p:nvPr/>
        </p:nvSpPr>
        <p:spPr>
          <a:xfrm xmlns:a="http://schemas.openxmlformats.org/drawingml/2006/main">
            <a:off x="13670240"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0" name="dp45-comparison / n183 / path">
            <a:extLst xmlns:a="http://schemas.openxmlformats.org/drawingml/2006/main">
              <a:ext uri="{FF2B5EF4-FFF2-40B4-BE49-F238E27FC236}">
                <a16:creationId xmlns:a16="http://schemas.microsoft.com/office/drawing/2014/main" id="{DC861AC0-9272-4032-A8D7-2ADB73663B1D}"/>
              </a:ext>
            </a:extLst>
          </p:cNvPr>
          <p:cNvSpPr>
            <a:spLocks xmlns:a="http://schemas.openxmlformats.org/drawingml/2006/main" noGrp="1"/>
          </p:cNvSpPr>
          <p:nvPr/>
        </p:nvSpPr>
        <p:spPr>
          <a:xfrm xmlns:a="http://schemas.openxmlformats.org/drawingml/2006/main">
            <a:off x="12199906" y="2997994"/>
            <a:ext cx="1282875" cy="1161193"/>
          </a:xfrm>
          <a:custGeom xmlns:a="http://schemas.openxmlformats.org/drawingml/2006/main">
            <a:pathLst>
              <a:path w="1282875" h="1161193">
                <a:moveTo>
                  <a:pt x="1265492" y="0"/>
                </a:moveTo>
                <a:lnTo>
                  <a:pt x="0" y="0"/>
                </a:lnTo>
                <a:lnTo>
                  <a:pt x="0" y="1161193"/>
                </a:lnTo>
                <a:lnTo>
                  <a:pt x="1282875" y="1161193"/>
                </a:lnTo>
              </a:path>
            </a:pathLst>
          </a:custGeom>
          <a:noFill xmlns:a="http://schemas.openxmlformats.org/drawingml/2006/main"/>
          <a:ln xmlns:a="http://schemas.openxmlformats.org/drawingml/2006/main" w="7649">
            <a:solidFill>
              <a:srgbClr val="000000"/>
            </a:solidFill>
            <a:prstDash val="solid"/>
          </a:ln>
        </p:spPr>
      </p:sp>
      <p:sp>
        <p:nvSpPr>
          <p:cNvPr id="211" name="dp45-comparison / n183 / arrow">
            <a:extLst xmlns:a="http://schemas.openxmlformats.org/drawingml/2006/main">
              <a:ext uri="{FF2B5EF4-FFF2-40B4-BE49-F238E27FC236}">
                <a16:creationId xmlns:a16="http://schemas.microsoft.com/office/drawing/2014/main" id="{2EA43B7B-B4BA-49F1-84E0-EE84242CAD1C}"/>
              </a:ext>
            </a:extLst>
          </p:cNvPr>
          <p:cNvSpPr>
            <a:spLocks xmlns:a="http://schemas.openxmlformats.org/drawingml/2006/main" noGrp="1"/>
          </p:cNvSpPr>
          <p:nvPr/>
        </p:nvSpPr>
        <p:spPr>
          <a:xfrm xmlns:a="http://schemas.openxmlformats.org/drawingml/2006/main">
            <a:off x="13433829"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2" name="dp45-comparison / n184 / path">
            <a:extLst xmlns:a="http://schemas.openxmlformats.org/drawingml/2006/main">
              <a:ext uri="{FF2B5EF4-FFF2-40B4-BE49-F238E27FC236}">
                <a16:creationId xmlns:a16="http://schemas.microsoft.com/office/drawing/2014/main" id="{2AB4EC9D-2BDB-4F6A-A22B-8C205F82B622}"/>
              </a:ext>
            </a:extLst>
          </p:cNvPr>
          <p:cNvSpPr>
            <a:spLocks xmlns:a="http://schemas.openxmlformats.org/drawingml/2006/main" noGrp="1"/>
          </p:cNvSpPr>
          <p:nvPr/>
        </p:nvSpPr>
        <p:spPr>
          <a:xfrm xmlns:a="http://schemas.openxmlformats.org/drawingml/2006/main">
            <a:off x="12199906" y="2997994"/>
            <a:ext cx="1401080" cy="1161193"/>
          </a:xfrm>
          <a:custGeom xmlns:a="http://schemas.openxmlformats.org/drawingml/2006/main">
            <a:pathLst>
              <a:path w="1401080" h="1161193">
                <a:moveTo>
                  <a:pt x="1401080" y="1161193"/>
                </a:moveTo>
                <a:lnTo>
                  <a:pt x="0" y="1161193"/>
                </a:lnTo>
                <a:lnTo>
                  <a:pt x="0" y="0"/>
                </a:lnTo>
                <a:lnTo>
                  <a:pt x="1383697" y="0"/>
                </a:lnTo>
              </a:path>
            </a:pathLst>
          </a:custGeom>
          <a:noFill xmlns:a="http://schemas.openxmlformats.org/drawingml/2006/main"/>
          <a:ln xmlns:a="http://schemas.openxmlformats.org/drawingml/2006/main" w="7649">
            <a:solidFill>
              <a:srgbClr val="000000"/>
            </a:solidFill>
            <a:prstDash val="solid"/>
          </a:ln>
        </p:spPr>
      </p:sp>
      <p:sp>
        <p:nvSpPr>
          <p:cNvPr id="213" name="dp45-comparison / n184 / arrow">
            <a:extLst xmlns:a="http://schemas.openxmlformats.org/drawingml/2006/main">
              <a:ext uri="{FF2B5EF4-FFF2-40B4-BE49-F238E27FC236}">
                <a16:creationId xmlns:a16="http://schemas.microsoft.com/office/drawing/2014/main" id="{812F543D-EB46-4C65-9C3C-3EB9A23797DE}"/>
              </a:ext>
            </a:extLst>
          </p:cNvPr>
          <p:cNvSpPr>
            <a:spLocks xmlns:a="http://schemas.openxmlformats.org/drawingml/2006/main" noGrp="1"/>
          </p:cNvSpPr>
          <p:nvPr/>
        </p:nvSpPr>
        <p:spPr>
          <a:xfrm xmlns:a="http://schemas.openxmlformats.org/drawingml/2006/main">
            <a:off x="13534652" y="2973518"/>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4" name="dp45-comparison / n185 / path">
            <a:extLst xmlns:a="http://schemas.openxmlformats.org/drawingml/2006/main">
              <a:ext uri="{FF2B5EF4-FFF2-40B4-BE49-F238E27FC236}">
                <a16:creationId xmlns:a16="http://schemas.microsoft.com/office/drawing/2014/main" id="{E4E0E794-F4F8-4FF0-A2E3-2C1B67CDB8B1}"/>
              </a:ext>
            </a:extLst>
          </p:cNvPr>
          <p:cNvSpPr>
            <a:spLocks xmlns:a="http://schemas.openxmlformats.org/drawingml/2006/main" noGrp="1"/>
          </p:cNvSpPr>
          <p:nvPr/>
        </p:nvSpPr>
        <p:spPr>
          <a:xfrm xmlns:a="http://schemas.openxmlformats.org/drawingml/2006/main">
            <a:off x="12199906" y="2997994"/>
            <a:ext cx="1519285" cy="1161193"/>
          </a:xfrm>
          <a:custGeom xmlns:a="http://schemas.openxmlformats.org/drawingml/2006/main">
            <a:pathLst>
              <a:path w="1519285" h="1161193">
                <a:moveTo>
                  <a:pt x="1501902" y="0"/>
                </a:moveTo>
                <a:lnTo>
                  <a:pt x="0" y="0"/>
                </a:lnTo>
                <a:lnTo>
                  <a:pt x="0" y="1161193"/>
                </a:lnTo>
                <a:lnTo>
                  <a:pt x="1519285" y="1161193"/>
                </a:lnTo>
              </a:path>
            </a:pathLst>
          </a:custGeom>
          <a:noFill xmlns:a="http://schemas.openxmlformats.org/drawingml/2006/main"/>
          <a:ln xmlns:a="http://schemas.openxmlformats.org/drawingml/2006/main" w="7649">
            <a:solidFill>
              <a:srgbClr val="000000"/>
            </a:solidFill>
            <a:prstDash val="dash"/>
          </a:ln>
        </p:spPr>
      </p:sp>
      <p:sp>
        <p:nvSpPr>
          <p:cNvPr id="215" name="dp45-comparison / n185 / arrow">
            <a:extLst xmlns:a="http://schemas.openxmlformats.org/drawingml/2006/main">
              <a:ext uri="{FF2B5EF4-FFF2-40B4-BE49-F238E27FC236}">
                <a16:creationId xmlns:a16="http://schemas.microsoft.com/office/drawing/2014/main" id="{B17FF4E0-9573-4BD8-9D6D-ECD20DFABDF1}"/>
              </a:ext>
            </a:extLst>
          </p:cNvPr>
          <p:cNvSpPr>
            <a:spLocks xmlns:a="http://schemas.openxmlformats.org/drawingml/2006/main" noGrp="1"/>
          </p:cNvSpPr>
          <p:nvPr/>
        </p:nvSpPr>
        <p:spPr>
          <a:xfrm xmlns:a="http://schemas.openxmlformats.org/drawingml/2006/main">
            <a:off x="13670240" y="413471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16" name="dp45-comparison / n186 / path">
            <a:extLst xmlns:a="http://schemas.openxmlformats.org/drawingml/2006/main">
              <a:ext uri="{FF2B5EF4-FFF2-40B4-BE49-F238E27FC236}">
                <a16:creationId xmlns:a16="http://schemas.microsoft.com/office/drawing/2014/main" id="{0F1FBAB1-B3EE-467B-930A-880129B75251}"/>
              </a:ext>
            </a:extLst>
          </p:cNvPr>
          <p:cNvSpPr>
            <a:spLocks xmlns:a="http://schemas.openxmlformats.org/drawingml/2006/main" noGrp="1"/>
          </p:cNvSpPr>
          <p:nvPr/>
        </p:nvSpPr>
        <p:spPr>
          <a:xfrm xmlns:a="http://schemas.openxmlformats.org/drawingml/2006/main">
            <a:off x="13482780" y="2997994"/>
            <a:ext cx="4057221" cy="1161193"/>
          </a:xfrm>
          <a:custGeom xmlns:a="http://schemas.openxmlformats.org/drawingml/2006/main">
            <a:pathLst>
              <a:path w="4057221" h="1161193">
                <a:moveTo>
                  <a:pt x="2798683" y="0"/>
                </a:moveTo>
                <a:lnTo>
                  <a:pt x="4057221" y="0"/>
                </a:lnTo>
                <a:lnTo>
                  <a:pt x="4057221" y="1161193"/>
                </a:lnTo>
                <a:lnTo>
                  <a:pt x="0" y="1161193"/>
                </a:lnTo>
              </a:path>
            </a:pathLst>
          </a:custGeom>
          <a:noFill xmlns:a="http://schemas.openxmlformats.org/drawingml/2006/main"/>
          <a:ln xmlns:a="http://schemas.openxmlformats.org/drawingml/2006/main" w="7649">
            <a:solidFill>
              <a:srgbClr val="000000"/>
            </a:solidFill>
            <a:prstDash val="solid"/>
          </a:ln>
        </p:spPr>
      </p:sp>
      <p:sp>
        <p:nvSpPr>
          <p:cNvPr id="217" name="dp45-comparison / n186 / arrow">
            <a:extLst xmlns:a="http://schemas.openxmlformats.org/drawingml/2006/main">
              <a:ext uri="{FF2B5EF4-FFF2-40B4-BE49-F238E27FC236}">
                <a16:creationId xmlns:a16="http://schemas.microsoft.com/office/drawing/2014/main" id="{B0AAFEB0-548D-4F6F-B1C6-76E391905F1D}"/>
              </a:ext>
            </a:extLst>
          </p:cNvPr>
          <p:cNvSpPr>
            <a:spLocks xmlns:a="http://schemas.openxmlformats.org/drawingml/2006/main" noGrp="1"/>
          </p:cNvSpPr>
          <p:nvPr/>
        </p:nvSpPr>
        <p:spPr>
          <a:xfrm xmlns:a="http://schemas.openxmlformats.org/drawingml/2006/main">
            <a:off x="13482780"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18" name="dp45-comparison / n187 / path">
            <a:extLst xmlns:a="http://schemas.openxmlformats.org/drawingml/2006/main">
              <a:ext uri="{FF2B5EF4-FFF2-40B4-BE49-F238E27FC236}">
                <a16:creationId xmlns:a16="http://schemas.microsoft.com/office/drawing/2014/main" id="{D97AA25A-E9DF-4BA7-9730-49E4D1F0EA08}"/>
              </a:ext>
            </a:extLst>
          </p:cNvPr>
          <p:cNvSpPr>
            <a:spLocks xmlns:a="http://schemas.openxmlformats.org/drawingml/2006/main" noGrp="1"/>
          </p:cNvSpPr>
          <p:nvPr/>
        </p:nvSpPr>
        <p:spPr>
          <a:xfrm xmlns:a="http://schemas.openxmlformats.org/drawingml/2006/main">
            <a:off x="13600986" y="2997994"/>
            <a:ext cx="3939016" cy="1161193"/>
          </a:xfrm>
          <a:custGeom xmlns:a="http://schemas.openxmlformats.org/drawingml/2006/main">
            <a:pathLst>
              <a:path w="3939016" h="1161193">
                <a:moveTo>
                  <a:pt x="0" y="1161193"/>
                </a:moveTo>
                <a:lnTo>
                  <a:pt x="3939016" y="1161193"/>
                </a:lnTo>
                <a:lnTo>
                  <a:pt x="3939016" y="0"/>
                </a:lnTo>
                <a:lnTo>
                  <a:pt x="2798683" y="0"/>
                </a:lnTo>
              </a:path>
            </a:pathLst>
          </a:custGeom>
          <a:noFill xmlns:a="http://schemas.openxmlformats.org/drawingml/2006/main"/>
          <a:ln xmlns:a="http://schemas.openxmlformats.org/drawingml/2006/main" w="7649">
            <a:solidFill>
              <a:srgbClr val="000000"/>
            </a:solidFill>
            <a:prstDash val="solid"/>
          </a:ln>
        </p:spPr>
      </p:sp>
      <p:sp>
        <p:nvSpPr>
          <p:cNvPr id="219" name="dp45-comparison / n187 / arrow">
            <a:extLst xmlns:a="http://schemas.openxmlformats.org/drawingml/2006/main">
              <a:ext uri="{FF2B5EF4-FFF2-40B4-BE49-F238E27FC236}">
                <a16:creationId xmlns:a16="http://schemas.microsoft.com/office/drawing/2014/main" id="{80E7FB32-5957-4234-A3DD-A3571E151960}"/>
              </a:ext>
            </a:extLst>
          </p:cNvPr>
          <p:cNvSpPr>
            <a:spLocks xmlns:a="http://schemas.openxmlformats.org/drawingml/2006/main" noGrp="1"/>
          </p:cNvSpPr>
          <p:nvPr/>
        </p:nvSpPr>
        <p:spPr>
          <a:xfrm xmlns:a="http://schemas.openxmlformats.org/drawingml/2006/main">
            <a:off x="16399669"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0" name="dp45-comparison / n188 / path">
            <a:extLst xmlns:a="http://schemas.openxmlformats.org/drawingml/2006/main">
              <a:ext uri="{FF2B5EF4-FFF2-40B4-BE49-F238E27FC236}">
                <a16:creationId xmlns:a16="http://schemas.microsoft.com/office/drawing/2014/main" id="{07158C24-D0C4-4D39-936D-4F4008F76FCC}"/>
              </a:ext>
            </a:extLst>
          </p:cNvPr>
          <p:cNvSpPr>
            <a:spLocks xmlns:a="http://schemas.openxmlformats.org/drawingml/2006/main" noGrp="1"/>
          </p:cNvSpPr>
          <p:nvPr/>
        </p:nvSpPr>
        <p:spPr>
          <a:xfrm xmlns:a="http://schemas.openxmlformats.org/drawingml/2006/main">
            <a:off x="13719191" y="2997994"/>
            <a:ext cx="3820811" cy="1161193"/>
          </a:xfrm>
          <a:custGeom xmlns:a="http://schemas.openxmlformats.org/drawingml/2006/main">
            <a:pathLst>
              <a:path w="3820811" h="1161193">
                <a:moveTo>
                  <a:pt x="2798683" y="0"/>
                </a:moveTo>
                <a:lnTo>
                  <a:pt x="3820811" y="0"/>
                </a:lnTo>
                <a:lnTo>
                  <a:pt x="3820811" y="1161193"/>
                </a:lnTo>
                <a:lnTo>
                  <a:pt x="0" y="1161193"/>
                </a:lnTo>
              </a:path>
            </a:pathLst>
          </a:custGeom>
          <a:noFill xmlns:a="http://schemas.openxmlformats.org/drawingml/2006/main"/>
          <a:ln xmlns:a="http://schemas.openxmlformats.org/drawingml/2006/main" w="7649">
            <a:solidFill>
              <a:srgbClr val="000000"/>
            </a:solidFill>
            <a:prstDash val="dash"/>
          </a:ln>
        </p:spPr>
      </p:sp>
      <p:sp>
        <p:nvSpPr>
          <p:cNvPr id="221" name="dp45-comparison / n188 / arrow">
            <a:extLst xmlns:a="http://schemas.openxmlformats.org/drawingml/2006/main">
              <a:ext uri="{FF2B5EF4-FFF2-40B4-BE49-F238E27FC236}">
                <a16:creationId xmlns:a16="http://schemas.microsoft.com/office/drawing/2014/main" id="{1E4E28A4-C3DF-438B-BBBB-F44D9A1B0470}"/>
              </a:ext>
            </a:extLst>
          </p:cNvPr>
          <p:cNvSpPr>
            <a:spLocks xmlns:a="http://schemas.openxmlformats.org/drawingml/2006/main" noGrp="1"/>
          </p:cNvSpPr>
          <p:nvPr/>
        </p:nvSpPr>
        <p:spPr>
          <a:xfrm xmlns:a="http://schemas.openxmlformats.org/drawingml/2006/main">
            <a:off x="13719191" y="4134711"/>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2" name="dp45-comparison / n191 / path">
            <a:extLst xmlns:a="http://schemas.openxmlformats.org/drawingml/2006/main">
              <a:ext uri="{FF2B5EF4-FFF2-40B4-BE49-F238E27FC236}">
                <a16:creationId xmlns:a16="http://schemas.microsoft.com/office/drawing/2014/main" id="{9970A3E9-A689-4F50-87B5-6DE37AB4A077}"/>
              </a:ext>
            </a:extLst>
          </p:cNvPr>
          <p:cNvSpPr>
            <a:spLocks xmlns:a="http://schemas.openxmlformats.org/drawingml/2006/main" noGrp="1"/>
          </p:cNvSpPr>
          <p:nvPr/>
        </p:nvSpPr>
        <p:spPr>
          <a:xfrm xmlns:a="http://schemas.openxmlformats.org/drawingml/2006/main">
            <a:off x="14591824" y="4350401"/>
            <a:ext cx="730091" cy="66056"/>
          </a:xfrm>
          <a:custGeom xmlns:a="http://schemas.openxmlformats.org/drawingml/2006/main">
            <a:pathLst>
              <a:path w="730091" h="66056">
                <a:moveTo>
                  <a:pt x="0" y="0"/>
                </a:moveTo>
                <a:lnTo>
                  <a:pt x="0" y="66056"/>
                </a:lnTo>
                <a:lnTo>
                  <a:pt x="730091" y="66056"/>
                </a:lnTo>
              </a:path>
            </a:pathLst>
          </a:custGeom>
          <a:noFill xmlns:a="http://schemas.openxmlformats.org/drawingml/2006/main"/>
          <a:ln xmlns:a="http://schemas.openxmlformats.org/drawingml/2006/main" w="7649">
            <a:solidFill>
              <a:srgbClr val="000000"/>
            </a:solidFill>
            <a:prstDash val="solid"/>
          </a:ln>
        </p:spPr>
      </p:sp>
      <p:sp>
        <p:nvSpPr>
          <p:cNvPr id="223" name="dp45-comparison / n191 / arrow">
            <a:extLst xmlns:a="http://schemas.openxmlformats.org/drawingml/2006/main">
              <a:ext uri="{FF2B5EF4-FFF2-40B4-BE49-F238E27FC236}">
                <a16:creationId xmlns:a16="http://schemas.microsoft.com/office/drawing/2014/main" id="{DF36A0E6-6C17-4025-B3E6-713F7D96D8B8}"/>
              </a:ext>
            </a:extLst>
          </p:cNvPr>
          <p:cNvSpPr>
            <a:spLocks xmlns:a="http://schemas.openxmlformats.org/drawingml/2006/main" noGrp="1"/>
          </p:cNvSpPr>
          <p:nvPr/>
        </p:nvSpPr>
        <p:spPr>
          <a:xfrm xmlns:a="http://schemas.openxmlformats.org/drawingml/2006/main">
            <a:off x="15272964" y="4391981"/>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24" name="dp45-comparison / n200 / path">
            <a:extLst xmlns:a="http://schemas.openxmlformats.org/drawingml/2006/main">
              <a:ext uri="{FF2B5EF4-FFF2-40B4-BE49-F238E27FC236}">
                <a16:creationId xmlns:a16="http://schemas.microsoft.com/office/drawing/2014/main" id="{BB4C3172-F903-4265-9E2F-C503AC8D5E3A}"/>
              </a:ext>
            </a:extLst>
          </p:cNvPr>
          <p:cNvSpPr>
            <a:spLocks xmlns:a="http://schemas.openxmlformats.org/drawingml/2006/main" noGrp="1"/>
          </p:cNvSpPr>
          <p:nvPr/>
        </p:nvSpPr>
        <p:spPr>
          <a:xfrm xmlns:a="http://schemas.openxmlformats.org/drawingml/2006/main">
            <a:off x="14591824" y="4673727"/>
            <a:ext cx="1720929" cy="935212"/>
          </a:xfrm>
          <a:custGeom xmlns:a="http://schemas.openxmlformats.org/drawingml/2006/main">
            <a:pathLst>
              <a:path w="1720929" h="935212">
                <a:moveTo>
                  <a:pt x="0" y="935212"/>
                </a:moveTo>
                <a:lnTo>
                  <a:pt x="0" y="0"/>
                </a:lnTo>
                <a:lnTo>
                  <a:pt x="1720929" y="0"/>
                </a:lnTo>
              </a:path>
            </a:pathLst>
          </a:custGeom>
          <a:noFill xmlns:a="http://schemas.openxmlformats.org/drawingml/2006/main"/>
          <a:ln xmlns:a="http://schemas.openxmlformats.org/drawingml/2006/main" w="7649">
            <a:solidFill>
              <a:srgbClr val="000000"/>
            </a:solidFill>
            <a:prstDash val="solid"/>
          </a:ln>
        </p:spPr>
      </p:sp>
      <p:sp>
        <p:nvSpPr>
          <p:cNvPr id="225" name="dp45-comparison / n200 / arrow">
            <a:extLst xmlns:a="http://schemas.openxmlformats.org/drawingml/2006/main">
              <a:ext uri="{FF2B5EF4-FFF2-40B4-BE49-F238E27FC236}">
                <a16:creationId xmlns:a16="http://schemas.microsoft.com/office/drawing/2014/main" id="{0291E9E4-D32A-4D80-B55A-191F66FD0360}"/>
              </a:ext>
            </a:extLst>
          </p:cNvPr>
          <p:cNvSpPr>
            <a:spLocks xmlns:a="http://schemas.openxmlformats.org/drawingml/2006/main" noGrp="1"/>
          </p:cNvSpPr>
          <p:nvPr/>
        </p:nvSpPr>
        <p:spPr>
          <a:xfrm xmlns:a="http://schemas.openxmlformats.org/drawingml/2006/main">
            <a:off x="16263802" y="464925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26" name="dp45-comparison / n201 / path">
            <a:extLst xmlns:a="http://schemas.openxmlformats.org/drawingml/2006/main">
              <a:ext uri="{FF2B5EF4-FFF2-40B4-BE49-F238E27FC236}">
                <a16:creationId xmlns:a16="http://schemas.microsoft.com/office/drawing/2014/main" id="{EAB78572-7132-4F37-B0BF-FDC9CE5732AD}"/>
              </a:ext>
            </a:extLst>
          </p:cNvPr>
          <p:cNvSpPr>
            <a:spLocks xmlns:a="http://schemas.openxmlformats.org/drawingml/2006/main" noGrp="1"/>
          </p:cNvSpPr>
          <p:nvPr/>
        </p:nvSpPr>
        <p:spPr>
          <a:xfrm xmlns:a="http://schemas.openxmlformats.org/drawingml/2006/main">
            <a:off x="14591824" y="4673727"/>
            <a:ext cx="1873901" cy="1102090"/>
          </a:xfrm>
          <a:custGeom xmlns:a="http://schemas.openxmlformats.org/drawingml/2006/main">
            <a:pathLst>
              <a:path w="1873901" h="1102090">
                <a:moveTo>
                  <a:pt x="1873901" y="0"/>
                </a:moveTo>
                <a:lnTo>
                  <a:pt x="1873901" y="1102090"/>
                </a:lnTo>
                <a:lnTo>
                  <a:pt x="0" y="1102090"/>
                </a:lnTo>
              </a:path>
            </a:pathLst>
          </a:custGeom>
          <a:noFill xmlns:a="http://schemas.openxmlformats.org/drawingml/2006/main"/>
          <a:ln xmlns:a="http://schemas.openxmlformats.org/drawingml/2006/main" w="7649">
            <a:solidFill>
              <a:srgbClr val="000000"/>
            </a:solidFill>
            <a:prstDash val="dash"/>
          </a:ln>
        </p:spPr>
      </p:sp>
      <p:sp>
        <p:nvSpPr>
          <p:cNvPr id="227" name="dp45-comparison / n201 / arrow">
            <a:extLst xmlns:a="http://schemas.openxmlformats.org/drawingml/2006/main">
              <a:ext uri="{FF2B5EF4-FFF2-40B4-BE49-F238E27FC236}">
                <a16:creationId xmlns:a16="http://schemas.microsoft.com/office/drawing/2014/main" id="{2DC8F8BB-3AA0-41F2-8767-D87E51F6B3F3}"/>
              </a:ext>
            </a:extLst>
          </p:cNvPr>
          <p:cNvSpPr>
            <a:spLocks xmlns:a="http://schemas.openxmlformats.org/drawingml/2006/main" noGrp="1"/>
          </p:cNvSpPr>
          <p:nvPr/>
        </p:nvSpPr>
        <p:spPr>
          <a:xfrm xmlns:a="http://schemas.openxmlformats.org/drawingml/2006/main">
            <a:off x="14591824" y="5751342"/>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28" name="dp45-comparison / n204 / path">
            <a:extLst xmlns:a="http://schemas.openxmlformats.org/drawingml/2006/main">
              <a:ext uri="{FF2B5EF4-FFF2-40B4-BE49-F238E27FC236}">
                <a16:creationId xmlns:a16="http://schemas.microsoft.com/office/drawing/2014/main" id="{84240E7D-AC6D-4243-B91B-FCB59142185E}"/>
              </a:ext>
            </a:extLst>
          </p:cNvPr>
          <p:cNvSpPr>
            <a:spLocks xmlns:a="http://schemas.openxmlformats.org/drawingml/2006/main" noGrp="1"/>
          </p:cNvSpPr>
          <p:nvPr/>
        </p:nvSpPr>
        <p:spPr>
          <a:xfrm xmlns:a="http://schemas.openxmlformats.org/drawingml/2006/main">
            <a:off x="13322856" y="4541615"/>
            <a:ext cx="953" cy="959548"/>
          </a:xfrm>
          <a:custGeom xmlns:a="http://schemas.openxmlformats.org/drawingml/2006/main">
            <a:pathLst>
              <a:path w="953" h="959548">
                <a:moveTo>
                  <a:pt x="0" y="959548"/>
                </a:moveTo>
                <a:lnTo>
                  <a:pt x="0" y="0"/>
                </a:lnTo>
              </a:path>
            </a:pathLst>
          </a:custGeom>
          <a:noFill xmlns:a="http://schemas.openxmlformats.org/drawingml/2006/main"/>
          <a:ln xmlns:a="http://schemas.openxmlformats.org/drawingml/2006/main" w="7649">
            <a:solidFill>
              <a:srgbClr val="000000"/>
            </a:solidFill>
            <a:prstDash val="solid"/>
          </a:ln>
        </p:spPr>
      </p:sp>
      <p:sp>
        <p:nvSpPr>
          <p:cNvPr id="229" name="dp45-comparison / n204 / arrow">
            <a:extLst xmlns:a="http://schemas.openxmlformats.org/drawingml/2006/main">
              <a:ext uri="{FF2B5EF4-FFF2-40B4-BE49-F238E27FC236}">
                <a16:creationId xmlns:a16="http://schemas.microsoft.com/office/drawing/2014/main" id="{5A83F296-D35F-443E-844E-3D69D408D165}"/>
              </a:ext>
            </a:extLst>
          </p:cNvPr>
          <p:cNvSpPr>
            <a:spLocks xmlns:a="http://schemas.openxmlformats.org/drawingml/2006/main" noGrp="1"/>
          </p:cNvSpPr>
          <p:nvPr/>
        </p:nvSpPr>
        <p:spPr>
          <a:xfrm xmlns:a="http://schemas.openxmlformats.org/drawingml/2006/main">
            <a:off x="13298380" y="4541615"/>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0" name="dp45-comparison / n205 / path">
            <a:extLst xmlns:a="http://schemas.openxmlformats.org/drawingml/2006/main">
              <a:ext uri="{FF2B5EF4-FFF2-40B4-BE49-F238E27FC236}">
                <a16:creationId xmlns:a16="http://schemas.microsoft.com/office/drawing/2014/main" id="{96B4DD49-1C98-481C-979B-3FB7568D1764}"/>
              </a:ext>
            </a:extLst>
          </p:cNvPr>
          <p:cNvSpPr>
            <a:spLocks xmlns:a="http://schemas.openxmlformats.org/drawingml/2006/main" noGrp="1"/>
          </p:cNvSpPr>
          <p:nvPr/>
        </p:nvSpPr>
        <p:spPr>
          <a:xfrm xmlns:a="http://schemas.openxmlformats.org/drawingml/2006/main">
            <a:off x="13844349" y="4541615"/>
            <a:ext cx="953" cy="959548"/>
          </a:xfrm>
          <a:custGeom xmlns:a="http://schemas.openxmlformats.org/drawingml/2006/main">
            <a:pathLst>
              <a:path w="953" h="959548">
                <a:moveTo>
                  <a:pt x="0" y="0"/>
                </a:moveTo>
                <a:lnTo>
                  <a:pt x="0" y="959548"/>
                </a:lnTo>
              </a:path>
            </a:pathLst>
          </a:custGeom>
          <a:noFill xmlns:a="http://schemas.openxmlformats.org/drawingml/2006/main"/>
          <a:ln xmlns:a="http://schemas.openxmlformats.org/drawingml/2006/main" w="7649">
            <a:solidFill>
              <a:srgbClr val="000000"/>
            </a:solidFill>
            <a:prstDash val="dash"/>
          </a:ln>
        </p:spPr>
      </p:sp>
      <p:sp>
        <p:nvSpPr>
          <p:cNvPr id="231" name="dp45-comparison / n205 / arrow">
            <a:extLst xmlns:a="http://schemas.openxmlformats.org/drawingml/2006/main">
              <a:ext uri="{FF2B5EF4-FFF2-40B4-BE49-F238E27FC236}">
                <a16:creationId xmlns:a16="http://schemas.microsoft.com/office/drawing/2014/main" id="{C816DD9F-C8BA-4752-9C7A-825CEB440E1B}"/>
              </a:ext>
            </a:extLst>
          </p:cNvPr>
          <p:cNvSpPr>
            <a:spLocks xmlns:a="http://schemas.openxmlformats.org/drawingml/2006/main" noGrp="1"/>
          </p:cNvSpPr>
          <p:nvPr/>
        </p:nvSpPr>
        <p:spPr>
          <a:xfrm xmlns:a="http://schemas.openxmlformats.org/drawingml/2006/main">
            <a:off x="13819874" y="5452213"/>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32" name="dp45-comparison / n210 / path">
            <a:extLst xmlns:a="http://schemas.openxmlformats.org/drawingml/2006/main">
              <a:ext uri="{FF2B5EF4-FFF2-40B4-BE49-F238E27FC236}">
                <a16:creationId xmlns:a16="http://schemas.microsoft.com/office/drawing/2014/main" id="{D9E5D641-8CAF-433C-9472-CBF470600BE8}"/>
              </a:ext>
            </a:extLst>
          </p:cNvPr>
          <p:cNvSpPr>
            <a:spLocks xmlns:a="http://schemas.openxmlformats.org/drawingml/2006/main" noGrp="1"/>
          </p:cNvSpPr>
          <p:nvPr/>
        </p:nvSpPr>
        <p:spPr>
          <a:xfrm xmlns:a="http://schemas.openxmlformats.org/drawingml/2006/main">
            <a:off x="11845290" y="2911078"/>
            <a:ext cx="2746534" cy="2920365"/>
          </a:xfrm>
          <a:custGeom xmlns:a="http://schemas.openxmlformats.org/drawingml/2006/main">
            <a:pathLst>
              <a:path w="2746534" h="2920365">
                <a:moveTo>
                  <a:pt x="2746534" y="2920365"/>
                </a:moveTo>
                <a:lnTo>
                  <a:pt x="2746534" y="1185529"/>
                </a:lnTo>
                <a:lnTo>
                  <a:pt x="0" y="1185529"/>
                </a:lnTo>
                <a:lnTo>
                  <a:pt x="0" y="0"/>
                </a:lnTo>
              </a:path>
            </a:pathLst>
          </a:custGeom>
          <a:noFill xmlns:a="http://schemas.openxmlformats.org/drawingml/2006/main"/>
          <a:ln xmlns:a="http://schemas.openxmlformats.org/drawingml/2006/main" w="7649">
            <a:solidFill>
              <a:srgbClr val="000000"/>
            </a:solidFill>
            <a:prstDash val="solid"/>
          </a:ln>
        </p:spPr>
      </p:sp>
      <p:sp>
        <p:nvSpPr>
          <p:cNvPr id="233" name="dp45-comparison / n210 / arrow">
            <a:extLst xmlns:a="http://schemas.openxmlformats.org/drawingml/2006/main">
              <a:ext uri="{FF2B5EF4-FFF2-40B4-BE49-F238E27FC236}">
                <a16:creationId xmlns:a16="http://schemas.microsoft.com/office/drawing/2014/main" id="{D4AD3295-EF94-40BF-8656-0D50819F06A8}"/>
              </a:ext>
            </a:extLst>
          </p:cNvPr>
          <p:cNvSpPr>
            <a:spLocks xmlns:a="http://schemas.openxmlformats.org/drawingml/2006/main" noGrp="1"/>
          </p:cNvSpPr>
          <p:nvPr/>
        </p:nvSpPr>
        <p:spPr>
          <a:xfrm xmlns:a="http://schemas.openxmlformats.org/drawingml/2006/main">
            <a:off x="11820815" y="291107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4" name="dp45-comparison / n211 / path">
            <a:extLst xmlns:a="http://schemas.openxmlformats.org/drawingml/2006/main">
              <a:ext uri="{FF2B5EF4-FFF2-40B4-BE49-F238E27FC236}">
                <a16:creationId xmlns:a16="http://schemas.microsoft.com/office/drawing/2014/main" id="{8FBACE90-632F-4E1E-9105-F0D21BC48ABE}"/>
              </a:ext>
            </a:extLst>
          </p:cNvPr>
          <p:cNvSpPr>
            <a:spLocks xmlns:a="http://schemas.openxmlformats.org/drawingml/2006/main" noGrp="1"/>
          </p:cNvSpPr>
          <p:nvPr/>
        </p:nvSpPr>
        <p:spPr>
          <a:xfrm xmlns:a="http://schemas.openxmlformats.org/drawingml/2006/main">
            <a:off x="11845290" y="2702481"/>
            <a:ext cx="2746534" cy="2850832"/>
          </a:xfrm>
          <a:custGeom xmlns:a="http://schemas.openxmlformats.org/drawingml/2006/main">
            <a:pathLst>
              <a:path w="2746534" h="2850832">
                <a:moveTo>
                  <a:pt x="0" y="0"/>
                </a:moveTo>
                <a:lnTo>
                  <a:pt x="0" y="2736104"/>
                </a:lnTo>
                <a:lnTo>
                  <a:pt x="2746534" y="2736104"/>
                </a:lnTo>
                <a:lnTo>
                  <a:pt x="2746534" y="2850832"/>
                </a:lnTo>
              </a:path>
            </a:pathLst>
          </a:custGeom>
          <a:noFill xmlns:a="http://schemas.openxmlformats.org/drawingml/2006/main"/>
          <a:ln xmlns:a="http://schemas.openxmlformats.org/drawingml/2006/main" w="7649">
            <a:solidFill>
              <a:srgbClr val="000000"/>
            </a:solidFill>
            <a:prstDash val="dash"/>
          </a:ln>
        </p:spPr>
      </p:sp>
      <p:sp>
        <p:nvSpPr>
          <p:cNvPr id="235" name="dp45-comparison / n211 / arrow">
            <a:extLst xmlns:a="http://schemas.openxmlformats.org/drawingml/2006/main">
              <a:ext uri="{FF2B5EF4-FFF2-40B4-BE49-F238E27FC236}">
                <a16:creationId xmlns:a16="http://schemas.microsoft.com/office/drawing/2014/main" id="{0F67C284-3E14-4DE8-9314-32EA10310491}"/>
              </a:ext>
            </a:extLst>
          </p:cNvPr>
          <p:cNvSpPr>
            <a:spLocks xmlns:a="http://schemas.openxmlformats.org/drawingml/2006/main" noGrp="1"/>
          </p:cNvSpPr>
          <p:nvPr/>
        </p:nvSpPr>
        <p:spPr>
          <a:xfrm xmlns:a="http://schemas.openxmlformats.org/drawingml/2006/main">
            <a:off x="14567348" y="5504362"/>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36" name="dp45-comparison / n212 / path">
            <a:extLst xmlns:a="http://schemas.openxmlformats.org/drawingml/2006/main">
              <a:ext uri="{FF2B5EF4-FFF2-40B4-BE49-F238E27FC236}">
                <a16:creationId xmlns:a16="http://schemas.microsoft.com/office/drawing/2014/main" id="{041A45A5-2487-45FA-9DAF-6FD4A02BDA72}"/>
              </a:ext>
            </a:extLst>
          </p:cNvPr>
          <p:cNvSpPr>
            <a:spLocks xmlns:a="http://schemas.openxmlformats.org/drawingml/2006/main" noGrp="1"/>
          </p:cNvSpPr>
          <p:nvPr/>
        </p:nvSpPr>
        <p:spPr>
          <a:xfrm xmlns:a="http://schemas.openxmlformats.org/drawingml/2006/main">
            <a:off x="12199906" y="2911078"/>
            <a:ext cx="2391918" cy="2920365"/>
          </a:xfrm>
          <a:custGeom xmlns:a="http://schemas.openxmlformats.org/drawingml/2006/main">
            <a:pathLst>
              <a:path w="2391918" h="2920365">
                <a:moveTo>
                  <a:pt x="2391918" y="2920365"/>
                </a:moveTo>
                <a:lnTo>
                  <a:pt x="2391918" y="1185529"/>
                </a:lnTo>
                <a:lnTo>
                  <a:pt x="0" y="1185529"/>
                </a:lnTo>
                <a:lnTo>
                  <a:pt x="0" y="149495"/>
                </a:lnTo>
                <a:lnTo>
                  <a:pt x="2357152" y="149495"/>
                </a:lnTo>
                <a:lnTo>
                  <a:pt x="2357152" y="0"/>
                </a:lnTo>
              </a:path>
            </a:pathLst>
          </a:custGeom>
          <a:noFill xmlns:a="http://schemas.openxmlformats.org/drawingml/2006/main"/>
          <a:ln xmlns:a="http://schemas.openxmlformats.org/drawingml/2006/main" w="7649">
            <a:solidFill>
              <a:srgbClr val="000000"/>
            </a:solidFill>
            <a:prstDash val="solid"/>
          </a:ln>
        </p:spPr>
      </p:sp>
      <p:sp>
        <p:nvSpPr>
          <p:cNvPr id="237" name="dp45-comparison / n212 / arrow">
            <a:extLst xmlns:a="http://schemas.openxmlformats.org/drawingml/2006/main">
              <a:ext uri="{FF2B5EF4-FFF2-40B4-BE49-F238E27FC236}">
                <a16:creationId xmlns:a16="http://schemas.microsoft.com/office/drawing/2014/main" id="{F3BA3DBA-A8BF-4DF1-8421-222A39D1B962}"/>
              </a:ext>
            </a:extLst>
          </p:cNvPr>
          <p:cNvSpPr>
            <a:spLocks xmlns:a="http://schemas.openxmlformats.org/drawingml/2006/main" noGrp="1"/>
          </p:cNvSpPr>
          <p:nvPr/>
        </p:nvSpPr>
        <p:spPr>
          <a:xfrm xmlns:a="http://schemas.openxmlformats.org/drawingml/2006/main">
            <a:off x="14532582" y="291107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38" name="dp45-comparison / n213 / path">
            <a:extLst xmlns:a="http://schemas.openxmlformats.org/drawingml/2006/main">
              <a:ext uri="{FF2B5EF4-FFF2-40B4-BE49-F238E27FC236}">
                <a16:creationId xmlns:a16="http://schemas.microsoft.com/office/drawing/2014/main" id="{1B684097-C03B-4A93-A11F-CE0EA5D76652}"/>
              </a:ext>
            </a:extLst>
          </p:cNvPr>
          <p:cNvSpPr>
            <a:spLocks xmlns:a="http://schemas.openxmlformats.org/drawingml/2006/main" noGrp="1"/>
          </p:cNvSpPr>
          <p:nvPr/>
        </p:nvSpPr>
        <p:spPr>
          <a:xfrm xmlns:a="http://schemas.openxmlformats.org/drawingml/2006/main">
            <a:off x="12199906" y="2702481"/>
            <a:ext cx="2391918" cy="2850832"/>
          </a:xfrm>
          <a:custGeom xmlns:a="http://schemas.openxmlformats.org/drawingml/2006/main">
            <a:pathLst>
              <a:path w="2391918" h="2850832">
                <a:moveTo>
                  <a:pt x="2357152" y="0"/>
                </a:moveTo>
                <a:lnTo>
                  <a:pt x="2357152" y="928259"/>
                </a:lnTo>
                <a:lnTo>
                  <a:pt x="0" y="928259"/>
                </a:lnTo>
                <a:lnTo>
                  <a:pt x="0" y="2736104"/>
                </a:lnTo>
                <a:lnTo>
                  <a:pt x="2391918" y="2736104"/>
                </a:lnTo>
                <a:lnTo>
                  <a:pt x="2391918" y="2850832"/>
                </a:lnTo>
              </a:path>
            </a:pathLst>
          </a:custGeom>
          <a:noFill xmlns:a="http://schemas.openxmlformats.org/drawingml/2006/main"/>
          <a:ln xmlns:a="http://schemas.openxmlformats.org/drawingml/2006/main" w="7649">
            <a:solidFill>
              <a:srgbClr val="000000"/>
            </a:solidFill>
            <a:prstDash val="dash"/>
          </a:ln>
        </p:spPr>
      </p:sp>
      <p:sp>
        <p:nvSpPr>
          <p:cNvPr id="239" name="dp45-comparison / n213 / arrow">
            <a:extLst xmlns:a="http://schemas.openxmlformats.org/drawingml/2006/main">
              <a:ext uri="{FF2B5EF4-FFF2-40B4-BE49-F238E27FC236}">
                <a16:creationId xmlns:a16="http://schemas.microsoft.com/office/drawing/2014/main" id="{83B50790-BC45-4215-AF43-618A1FDC51DB}"/>
              </a:ext>
            </a:extLst>
          </p:cNvPr>
          <p:cNvSpPr>
            <a:spLocks xmlns:a="http://schemas.openxmlformats.org/drawingml/2006/main" noGrp="1"/>
          </p:cNvSpPr>
          <p:nvPr/>
        </p:nvSpPr>
        <p:spPr>
          <a:xfrm xmlns:a="http://schemas.openxmlformats.org/drawingml/2006/main">
            <a:off x="14567348" y="5504362"/>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40" name="dp45-comparison / n214 / path">
            <a:extLst xmlns:a="http://schemas.openxmlformats.org/drawingml/2006/main">
              <a:ext uri="{FF2B5EF4-FFF2-40B4-BE49-F238E27FC236}">
                <a16:creationId xmlns:a16="http://schemas.microsoft.com/office/drawing/2014/main" id="{6A3966D4-E578-48F5-AF6B-8315BB2C3135}"/>
              </a:ext>
            </a:extLst>
          </p:cNvPr>
          <p:cNvSpPr>
            <a:spLocks xmlns:a="http://schemas.openxmlformats.org/drawingml/2006/main" noGrp="1"/>
          </p:cNvSpPr>
          <p:nvPr/>
        </p:nvSpPr>
        <p:spPr>
          <a:xfrm xmlns:a="http://schemas.openxmlformats.org/drawingml/2006/main">
            <a:off x="14591824" y="2911078"/>
            <a:ext cx="2948178" cy="2920365"/>
          </a:xfrm>
          <a:custGeom xmlns:a="http://schemas.openxmlformats.org/drawingml/2006/main">
            <a:pathLst>
              <a:path w="2948178" h="2920365">
                <a:moveTo>
                  <a:pt x="0" y="2920365"/>
                </a:moveTo>
                <a:lnTo>
                  <a:pt x="2948178" y="2920365"/>
                </a:lnTo>
                <a:lnTo>
                  <a:pt x="2948178" y="0"/>
                </a:lnTo>
                <a:lnTo>
                  <a:pt x="2885599" y="0"/>
                </a:lnTo>
              </a:path>
            </a:pathLst>
          </a:custGeom>
          <a:noFill xmlns:a="http://schemas.openxmlformats.org/drawingml/2006/main"/>
          <a:ln xmlns:a="http://schemas.openxmlformats.org/drawingml/2006/main" w="7649">
            <a:solidFill>
              <a:srgbClr val="000000"/>
            </a:solidFill>
            <a:prstDash val="solid"/>
          </a:ln>
        </p:spPr>
      </p:sp>
      <p:sp>
        <p:nvSpPr>
          <p:cNvPr id="241" name="dp45-comparison / n214 / arrow">
            <a:extLst xmlns:a="http://schemas.openxmlformats.org/drawingml/2006/main">
              <a:ext uri="{FF2B5EF4-FFF2-40B4-BE49-F238E27FC236}">
                <a16:creationId xmlns:a16="http://schemas.microsoft.com/office/drawing/2014/main" id="{F98726F8-A096-45F6-B32E-B422A25B06BB}"/>
              </a:ext>
            </a:extLst>
          </p:cNvPr>
          <p:cNvSpPr>
            <a:spLocks xmlns:a="http://schemas.openxmlformats.org/drawingml/2006/main" noGrp="1"/>
          </p:cNvSpPr>
          <p:nvPr/>
        </p:nvSpPr>
        <p:spPr>
          <a:xfrm xmlns:a="http://schemas.openxmlformats.org/drawingml/2006/main">
            <a:off x="17477423" y="288660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2" name="dp45-comparison / n215 / path">
            <a:extLst xmlns:a="http://schemas.openxmlformats.org/drawingml/2006/main">
              <a:ext uri="{FF2B5EF4-FFF2-40B4-BE49-F238E27FC236}">
                <a16:creationId xmlns:a16="http://schemas.microsoft.com/office/drawing/2014/main" id="{2127D515-33FF-484F-9FC0-5C37D771D898}"/>
              </a:ext>
            </a:extLst>
          </p:cNvPr>
          <p:cNvSpPr>
            <a:spLocks xmlns:a="http://schemas.openxmlformats.org/drawingml/2006/main" noGrp="1"/>
          </p:cNvSpPr>
          <p:nvPr/>
        </p:nvSpPr>
        <p:spPr>
          <a:xfrm xmlns:a="http://schemas.openxmlformats.org/drawingml/2006/main">
            <a:off x="14591824" y="2702481"/>
            <a:ext cx="2948178" cy="2850832"/>
          </a:xfrm>
          <a:custGeom xmlns:a="http://schemas.openxmlformats.org/drawingml/2006/main">
            <a:pathLst>
              <a:path w="2948178" h="2850832">
                <a:moveTo>
                  <a:pt x="2885599" y="0"/>
                </a:moveTo>
                <a:lnTo>
                  <a:pt x="2948178" y="0"/>
                </a:lnTo>
                <a:lnTo>
                  <a:pt x="2948178" y="2850832"/>
                </a:lnTo>
                <a:lnTo>
                  <a:pt x="0" y="2850832"/>
                </a:lnTo>
              </a:path>
            </a:pathLst>
          </a:custGeom>
          <a:noFill xmlns:a="http://schemas.openxmlformats.org/drawingml/2006/main"/>
          <a:ln xmlns:a="http://schemas.openxmlformats.org/drawingml/2006/main" w="7649">
            <a:solidFill>
              <a:srgbClr val="000000"/>
            </a:solidFill>
            <a:prstDash val="dash"/>
          </a:ln>
        </p:spPr>
      </p:sp>
      <p:sp>
        <p:nvSpPr>
          <p:cNvPr id="243" name="dp45-comparison / n215 / arrow">
            <a:extLst xmlns:a="http://schemas.openxmlformats.org/drawingml/2006/main">
              <a:ext uri="{FF2B5EF4-FFF2-40B4-BE49-F238E27FC236}">
                <a16:creationId xmlns:a16="http://schemas.microsoft.com/office/drawing/2014/main" id="{3100A06F-C5D2-4C15-8F29-1390D2AA5170}"/>
              </a:ext>
            </a:extLst>
          </p:cNvPr>
          <p:cNvSpPr>
            <a:spLocks xmlns:a="http://schemas.openxmlformats.org/drawingml/2006/main" noGrp="1"/>
          </p:cNvSpPr>
          <p:nvPr/>
        </p:nvSpPr>
        <p:spPr>
          <a:xfrm xmlns:a="http://schemas.openxmlformats.org/drawingml/2006/main">
            <a:off x="14591824" y="552883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4" name="dp45-comparison / n218 / path">
            <a:extLst xmlns:a="http://schemas.openxmlformats.org/drawingml/2006/main">
              <a:ext uri="{FF2B5EF4-FFF2-40B4-BE49-F238E27FC236}">
                <a16:creationId xmlns:a16="http://schemas.microsoft.com/office/drawing/2014/main" id="{003A0375-BFD2-4032-A1B8-4C3F450F26ED}"/>
              </a:ext>
            </a:extLst>
          </p:cNvPr>
          <p:cNvSpPr>
            <a:spLocks xmlns:a="http://schemas.openxmlformats.org/drawingml/2006/main" noGrp="1"/>
          </p:cNvSpPr>
          <p:nvPr/>
        </p:nvSpPr>
        <p:spPr>
          <a:xfrm xmlns:a="http://schemas.openxmlformats.org/drawingml/2006/main">
            <a:off x="11845290" y="2959751"/>
            <a:ext cx="764858" cy="1258538"/>
          </a:xfrm>
          <a:custGeom xmlns:a="http://schemas.openxmlformats.org/drawingml/2006/main">
            <a:pathLst>
              <a:path w="764858" h="1258538">
                <a:moveTo>
                  <a:pt x="0" y="0"/>
                </a:moveTo>
                <a:lnTo>
                  <a:pt x="0" y="1258538"/>
                </a:lnTo>
                <a:lnTo>
                  <a:pt x="764858" y="1258538"/>
                </a:lnTo>
              </a:path>
            </a:pathLst>
          </a:custGeom>
          <a:noFill xmlns:a="http://schemas.openxmlformats.org/drawingml/2006/main"/>
          <a:ln xmlns:a="http://schemas.openxmlformats.org/drawingml/2006/main" w="7649">
            <a:solidFill>
              <a:srgbClr val="000000"/>
            </a:solidFill>
            <a:prstDash val="solid"/>
          </a:ln>
        </p:spPr>
      </p:sp>
      <p:sp>
        <p:nvSpPr>
          <p:cNvPr id="245" name="dp45-comparison / n218 / arrow">
            <a:extLst xmlns:a="http://schemas.openxmlformats.org/drawingml/2006/main">
              <a:ext uri="{FF2B5EF4-FFF2-40B4-BE49-F238E27FC236}">
                <a16:creationId xmlns:a16="http://schemas.microsoft.com/office/drawing/2014/main" id="{C46B0CAD-A343-427E-9CC0-A9146E67819D}"/>
              </a:ext>
            </a:extLst>
          </p:cNvPr>
          <p:cNvSpPr>
            <a:spLocks xmlns:a="http://schemas.openxmlformats.org/drawingml/2006/main" noGrp="1"/>
          </p:cNvSpPr>
          <p:nvPr/>
        </p:nvSpPr>
        <p:spPr>
          <a:xfrm xmlns:a="http://schemas.openxmlformats.org/drawingml/2006/main">
            <a:off x="12561197" y="419381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46" name="dp45-comparison / n221 / path">
            <a:extLst xmlns:a="http://schemas.openxmlformats.org/drawingml/2006/main">
              <a:ext uri="{FF2B5EF4-FFF2-40B4-BE49-F238E27FC236}">
                <a16:creationId xmlns:a16="http://schemas.microsoft.com/office/drawing/2014/main" id="{2EEBF4A1-4EDC-44BB-A2F1-8BCCD24EC8A7}"/>
              </a:ext>
            </a:extLst>
          </p:cNvPr>
          <p:cNvSpPr>
            <a:spLocks xmlns:a="http://schemas.openxmlformats.org/drawingml/2006/main" noGrp="1"/>
          </p:cNvSpPr>
          <p:nvPr/>
        </p:nvSpPr>
        <p:spPr>
          <a:xfrm xmlns:a="http://schemas.openxmlformats.org/drawingml/2006/main">
            <a:off x="11845290" y="4433840"/>
            <a:ext cx="764858" cy="2482310"/>
          </a:xfrm>
          <a:custGeom xmlns:a="http://schemas.openxmlformats.org/drawingml/2006/main">
            <a:pathLst>
              <a:path w="764858" h="2482310">
                <a:moveTo>
                  <a:pt x="764858" y="0"/>
                </a:moveTo>
                <a:lnTo>
                  <a:pt x="764858" y="2482310"/>
                </a:lnTo>
                <a:lnTo>
                  <a:pt x="0" y="2482310"/>
                </a:lnTo>
              </a:path>
            </a:pathLst>
          </a:custGeom>
          <a:noFill xmlns:a="http://schemas.openxmlformats.org/drawingml/2006/main"/>
          <a:ln xmlns:a="http://schemas.openxmlformats.org/drawingml/2006/main" w="7649">
            <a:solidFill>
              <a:srgbClr val="000000"/>
            </a:solidFill>
            <a:prstDash val="solid"/>
          </a:ln>
        </p:spPr>
      </p:sp>
      <p:sp>
        <p:nvSpPr>
          <p:cNvPr id="247" name="dp45-comparison / n221 / arrow">
            <a:extLst xmlns:a="http://schemas.openxmlformats.org/drawingml/2006/main">
              <a:ext uri="{FF2B5EF4-FFF2-40B4-BE49-F238E27FC236}">
                <a16:creationId xmlns:a16="http://schemas.microsoft.com/office/drawing/2014/main" id="{0D3F4CC9-4D61-49D3-8CDD-24AF6F5FB3E9}"/>
              </a:ext>
            </a:extLst>
          </p:cNvPr>
          <p:cNvSpPr>
            <a:spLocks xmlns:a="http://schemas.openxmlformats.org/drawingml/2006/main" noGrp="1"/>
          </p:cNvSpPr>
          <p:nvPr/>
        </p:nvSpPr>
        <p:spPr>
          <a:xfrm xmlns:a="http://schemas.openxmlformats.org/drawingml/2006/main">
            <a:off x="11845290" y="6891675"/>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48" name="dp45-comparison / n222 / path">
            <a:extLst xmlns:a="http://schemas.openxmlformats.org/drawingml/2006/main">
              <a:ext uri="{FF2B5EF4-FFF2-40B4-BE49-F238E27FC236}">
                <a16:creationId xmlns:a16="http://schemas.microsoft.com/office/drawing/2014/main" id="{DB8995CB-BE82-45DB-A564-DB61DC5935E8}"/>
              </a:ext>
            </a:extLst>
          </p:cNvPr>
          <p:cNvSpPr>
            <a:spLocks xmlns:a="http://schemas.openxmlformats.org/drawingml/2006/main" noGrp="1"/>
          </p:cNvSpPr>
          <p:nvPr/>
        </p:nvSpPr>
        <p:spPr>
          <a:xfrm xmlns:a="http://schemas.openxmlformats.org/drawingml/2006/main">
            <a:off x="11845290" y="4266962"/>
            <a:ext cx="764858" cy="2774347"/>
          </a:xfrm>
          <a:custGeom xmlns:a="http://schemas.openxmlformats.org/drawingml/2006/main">
            <a:pathLst>
              <a:path w="764858" h="2774347">
                <a:moveTo>
                  <a:pt x="0" y="2774347"/>
                </a:moveTo>
                <a:lnTo>
                  <a:pt x="0" y="0"/>
                </a:lnTo>
                <a:lnTo>
                  <a:pt x="764858" y="0"/>
                </a:lnTo>
              </a:path>
            </a:pathLst>
          </a:custGeom>
          <a:noFill xmlns:a="http://schemas.openxmlformats.org/drawingml/2006/main"/>
          <a:ln xmlns:a="http://schemas.openxmlformats.org/drawingml/2006/main" w="7649">
            <a:solidFill>
              <a:srgbClr val="000000"/>
            </a:solidFill>
            <a:prstDash val="dash"/>
          </a:ln>
        </p:spPr>
      </p:sp>
      <p:sp>
        <p:nvSpPr>
          <p:cNvPr id="249" name="dp45-comparison / n222 / arrow">
            <a:extLst xmlns:a="http://schemas.openxmlformats.org/drawingml/2006/main">
              <a:ext uri="{FF2B5EF4-FFF2-40B4-BE49-F238E27FC236}">
                <a16:creationId xmlns:a16="http://schemas.microsoft.com/office/drawing/2014/main" id="{2BEFDD24-BF87-4614-97F9-6A71C6D8F2C5}"/>
              </a:ext>
            </a:extLst>
          </p:cNvPr>
          <p:cNvSpPr>
            <a:spLocks xmlns:a="http://schemas.openxmlformats.org/drawingml/2006/main" noGrp="1"/>
          </p:cNvSpPr>
          <p:nvPr/>
        </p:nvSpPr>
        <p:spPr>
          <a:xfrm xmlns:a="http://schemas.openxmlformats.org/drawingml/2006/main">
            <a:off x="12561197" y="4242486"/>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50" name="dp45-comparison / n225 / path">
            <a:extLst xmlns:a="http://schemas.openxmlformats.org/drawingml/2006/main">
              <a:ext uri="{FF2B5EF4-FFF2-40B4-BE49-F238E27FC236}">
                <a16:creationId xmlns:a16="http://schemas.microsoft.com/office/drawing/2014/main" id="{F5ADBCE4-449F-4405-9672-967837B6AB8F}"/>
              </a:ext>
            </a:extLst>
          </p:cNvPr>
          <p:cNvSpPr>
            <a:spLocks xmlns:a="http://schemas.openxmlformats.org/drawingml/2006/main" noGrp="1"/>
          </p:cNvSpPr>
          <p:nvPr/>
        </p:nvSpPr>
        <p:spPr>
          <a:xfrm xmlns:a="http://schemas.openxmlformats.org/drawingml/2006/main">
            <a:off x="11845290" y="2723340"/>
            <a:ext cx="764858" cy="2899505"/>
          </a:xfrm>
          <a:custGeom xmlns:a="http://schemas.openxmlformats.org/drawingml/2006/main">
            <a:pathLst>
              <a:path w="764858" h="2899505">
                <a:moveTo>
                  <a:pt x="0" y="0"/>
                </a:moveTo>
                <a:lnTo>
                  <a:pt x="0" y="2899505"/>
                </a:lnTo>
                <a:lnTo>
                  <a:pt x="764858" y="2899505"/>
                </a:lnTo>
              </a:path>
            </a:pathLst>
          </a:custGeom>
          <a:noFill xmlns:a="http://schemas.openxmlformats.org/drawingml/2006/main"/>
          <a:ln xmlns:a="http://schemas.openxmlformats.org/drawingml/2006/main" w="7649">
            <a:solidFill>
              <a:srgbClr val="000000"/>
            </a:solidFill>
            <a:prstDash val="solid"/>
          </a:ln>
        </p:spPr>
      </p:sp>
      <p:sp>
        <p:nvSpPr>
          <p:cNvPr id="251" name="dp45-comparison / n225 / arrow">
            <a:extLst xmlns:a="http://schemas.openxmlformats.org/drawingml/2006/main">
              <a:ext uri="{FF2B5EF4-FFF2-40B4-BE49-F238E27FC236}">
                <a16:creationId xmlns:a16="http://schemas.microsoft.com/office/drawing/2014/main" id="{550878F3-F619-4495-BF39-7CF9CBA937BB}"/>
              </a:ext>
            </a:extLst>
          </p:cNvPr>
          <p:cNvSpPr>
            <a:spLocks xmlns:a="http://schemas.openxmlformats.org/drawingml/2006/main" noGrp="1"/>
          </p:cNvSpPr>
          <p:nvPr/>
        </p:nvSpPr>
        <p:spPr>
          <a:xfrm xmlns:a="http://schemas.openxmlformats.org/drawingml/2006/main">
            <a:off x="12561197" y="559837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52" name="dp45-comparison / n226 / path">
            <a:extLst xmlns:a="http://schemas.openxmlformats.org/drawingml/2006/main">
              <a:ext uri="{FF2B5EF4-FFF2-40B4-BE49-F238E27FC236}">
                <a16:creationId xmlns:a16="http://schemas.microsoft.com/office/drawing/2014/main" id="{AE9D9D13-AD60-4E64-9488-074AE0B70839}"/>
              </a:ext>
            </a:extLst>
          </p:cNvPr>
          <p:cNvSpPr>
            <a:spLocks xmlns:a="http://schemas.openxmlformats.org/drawingml/2006/main" noGrp="1"/>
          </p:cNvSpPr>
          <p:nvPr/>
        </p:nvSpPr>
        <p:spPr>
          <a:xfrm xmlns:a="http://schemas.openxmlformats.org/drawingml/2006/main">
            <a:off x="11845290" y="2890218"/>
            <a:ext cx="764858" cy="2871692"/>
          </a:xfrm>
          <a:custGeom xmlns:a="http://schemas.openxmlformats.org/drawingml/2006/main">
            <a:pathLst>
              <a:path w="764858" h="2871692">
                <a:moveTo>
                  <a:pt x="764858" y="2871692"/>
                </a:moveTo>
                <a:lnTo>
                  <a:pt x="0" y="2871692"/>
                </a:lnTo>
                <a:lnTo>
                  <a:pt x="0" y="0"/>
                </a:lnTo>
              </a:path>
            </a:pathLst>
          </a:custGeom>
          <a:noFill xmlns:a="http://schemas.openxmlformats.org/drawingml/2006/main"/>
          <a:ln xmlns:a="http://schemas.openxmlformats.org/drawingml/2006/main" w="7649">
            <a:solidFill>
              <a:srgbClr val="000000"/>
            </a:solidFill>
            <a:prstDash val="dash"/>
          </a:ln>
        </p:spPr>
      </p:sp>
      <p:sp>
        <p:nvSpPr>
          <p:cNvPr id="253" name="dp45-comparison / n226 / arrow">
            <a:extLst xmlns:a="http://schemas.openxmlformats.org/drawingml/2006/main">
              <a:ext uri="{FF2B5EF4-FFF2-40B4-BE49-F238E27FC236}">
                <a16:creationId xmlns:a16="http://schemas.microsoft.com/office/drawing/2014/main" id="{256DB05A-4D11-4773-BC6A-DBD616BB7566}"/>
              </a:ext>
            </a:extLst>
          </p:cNvPr>
          <p:cNvSpPr>
            <a:spLocks xmlns:a="http://schemas.openxmlformats.org/drawingml/2006/main" noGrp="1"/>
          </p:cNvSpPr>
          <p:nvPr/>
        </p:nvSpPr>
        <p:spPr>
          <a:xfrm xmlns:a="http://schemas.openxmlformats.org/drawingml/2006/main">
            <a:off x="11820815" y="289021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54" name="dp45-comparison / n231 / path">
            <a:extLst xmlns:a="http://schemas.openxmlformats.org/drawingml/2006/main">
              <a:ext uri="{FF2B5EF4-FFF2-40B4-BE49-F238E27FC236}">
                <a16:creationId xmlns:a16="http://schemas.microsoft.com/office/drawing/2014/main" id="{6085BC91-FB0C-41D6-BCBC-3BB283EEC9DA}"/>
              </a:ext>
            </a:extLst>
          </p:cNvPr>
          <p:cNvSpPr>
            <a:spLocks xmlns:a="http://schemas.openxmlformats.org/drawingml/2006/main" noGrp="1"/>
          </p:cNvSpPr>
          <p:nvPr/>
        </p:nvSpPr>
        <p:spPr>
          <a:xfrm xmlns:a="http://schemas.openxmlformats.org/drawingml/2006/main">
            <a:off x="9759315" y="2744200"/>
            <a:ext cx="953" cy="3042047"/>
          </a:xfrm>
          <a:custGeom xmlns:a="http://schemas.openxmlformats.org/drawingml/2006/main">
            <a:pathLst>
              <a:path w="953" h="3042047">
                <a:moveTo>
                  <a:pt x="0" y="0"/>
                </a:moveTo>
                <a:lnTo>
                  <a:pt x="0" y="3042047"/>
                </a:lnTo>
              </a:path>
            </a:pathLst>
          </a:custGeom>
          <a:noFill xmlns:a="http://schemas.openxmlformats.org/drawingml/2006/main"/>
          <a:ln xmlns:a="http://schemas.openxmlformats.org/drawingml/2006/main" w="7649">
            <a:solidFill>
              <a:srgbClr val="000000"/>
            </a:solidFill>
            <a:prstDash val="solid"/>
          </a:ln>
        </p:spPr>
      </p:sp>
      <p:sp>
        <p:nvSpPr>
          <p:cNvPr id="255" name="dp45-comparison / n231 / arrow">
            <a:extLst xmlns:a="http://schemas.openxmlformats.org/drawingml/2006/main">
              <a:ext uri="{FF2B5EF4-FFF2-40B4-BE49-F238E27FC236}">
                <a16:creationId xmlns:a16="http://schemas.microsoft.com/office/drawing/2014/main" id="{B141EF02-7F9A-485A-BDE0-D7510122927D}"/>
              </a:ext>
            </a:extLst>
          </p:cNvPr>
          <p:cNvSpPr>
            <a:spLocks xmlns:a="http://schemas.openxmlformats.org/drawingml/2006/main" noGrp="1"/>
          </p:cNvSpPr>
          <p:nvPr/>
        </p:nvSpPr>
        <p:spPr>
          <a:xfrm xmlns:a="http://schemas.openxmlformats.org/drawingml/2006/main">
            <a:off x="9734840" y="5737296"/>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56" name="dp45-comparison / n232 / path">
            <a:extLst xmlns:a="http://schemas.openxmlformats.org/drawingml/2006/main">
              <a:ext uri="{FF2B5EF4-FFF2-40B4-BE49-F238E27FC236}">
                <a16:creationId xmlns:a16="http://schemas.microsoft.com/office/drawing/2014/main" id="{3D1575C5-07C1-470A-9A0F-9E63FDB3C80B}"/>
              </a:ext>
            </a:extLst>
          </p:cNvPr>
          <p:cNvSpPr>
            <a:spLocks xmlns:a="http://schemas.openxmlformats.org/drawingml/2006/main" noGrp="1"/>
          </p:cNvSpPr>
          <p:nvPr/>
        </p:nvSpPr>
        <p:spPr>
          <a:xfrm xmlns:a="http://schemas.openxmlformats.org/drawingml/2006/main">
            <a:off x="11845290" y="2973657"/>
            <a:ext cx="953" cy="2958608"/>
          </a:xfrm>
          <a:custGeom xmlns:a="http://schemas.openxmlformats.org/drawingml/2006/main">
            <a:pathLst>
              <a:path w="953" h="2958608">
                <a:moveTo>
                  <a:pt x="0" y="2958608"/>
                </a:moveTo>
                <a:lnTo>
                  <a:pt x="0" y="0"/>
                </a:lnTo>
              </a:path>
            </a:pathLst>
          </a:custGeom>
          <a:noFill xmlns:a="http://schemas.openxmlformats.org/drawingml/2006/main"/>
          <a:ln xmlns:a="http://schemas.openxmlformats.org/drawingml/2006/main" w="7649">
            <a:solidFill>
              <a:srgbClr val="000000"/>
            </a:solidFill>
            <a:prstDash val="dash"/>
          </a:ln>
        </p:spPr>
      </p:sp>
      <p:sp>
        <p:nvSpPr>
          <p:cNvPr id="257" name="dp45-comparison / n232 / arrow">
            <a:extLst xmlns:a="http://schemas.openxmlformats.org/drawingml/2006/main">
              <a:ext uri="{FF2B5EF4-FFF2-40B4-BE49-F238E27FC236}">
                <a16:creationId xmlns:a16="http://schemas.microsoft.com/office/drawing/2014/main" id="{F9DA0ED0-F2B4-4961-9E4C-194E87AE358B}"/>
              </a:ext>
            </a:extLst>
          </p:cNvPr>
          <p:cNvSpPr>
            <a:spLocks xmlns:a="http://schemas.openxmlformats.org/drawingml/2006/main" noGrp="1"/>
          </p:cNvSpPr>
          <p:nvPr/>
        </p:nvSpPr>
        <p:spPr>
          <a:xfrm xmlns:a="http://schemas.openxmlformats.org/drawingml/2006/main">
            <a:off x="11820815" y="2973657"/>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58" name="dp45-comparison / n235 / path">
            <a:extLst xmlns:a="http://schemas.openxmlformats.org/drawingml/2006/main">
              <a:ext uri="{FF2B5EF4-FFF2-40B4-BE49-F238E27FC236}">
                <a16:creationId xmlns:a16="http://schemas.microsoft.com/office/drawing/2014/main" id="{6B89A0F9-F3DD-4313-9320-AAA9FC838204}"/>
              </a:ext>
            </a:extLst>
          </p:cNvPr>
          <p:cNvSpPr>
            <a:spLocks xmlns:a="http://schemas.openxmlformats.org/drawingml/2006/main" noGrp="1"/>
          </p:cNvSpPr>
          <p:nvPr/>
        </p:nvSpPr>
        <p:spPr>
          <a:xfrm xmlns:a="http://schemas.openxmlformats.org/drawingml/2006/main">
            <a:off x="10802303" y="2615565"/>
            <a:ext cx="5597366" cy="953"/>
          </a:xfrm>
          <a:custGeom xmlns:a="http://schemas.openxmlformats.org/drawingml/2006/main">
            <a:pathLst>
              <a:path w="5597366" h="953">
                <a:moveTo>
                  <a:pt x="0" y="0"/>
                </a:moveTo>
                <a:lnTo>
                  <a:pt x="5597366" y="0"/>
                </a:lnTo>
              </a:path>
            </a:pathLst>
          </a:custGeom>
          <a:noFill xmlns:a="http://schemas.openxmlformats.org/drawingml/2006/main"/>
          <a:ln xmlns:a="http://schemas.openxmlformats.org/drawingml/2006/main" w="7649">
            <a:solidFill>
              <a:srgbClr val="000000"/>
            </a:solidFill>
            <a:prstDash val="solid"/>
          </a:ln>
        </p:spPr>
      </p:sp>
      <p:sp>
        <p:nvSpPr>
          <p:cNvPr id="259" name="dp45-comparison / n235 / arrow">
            <a:extLst xmlns:a="http://schemas.openxmlformats.org/drawingml/2006/main">
              <a:ext uri="{FF2B5EF4-FFF2-40B4-BE49-F238E27FC236}">
                <a16:creationId xmlns:a16="http://schemas.microsoft.com/office/drawing/2014/main" id="{227BB7B0-905D-4555-BAC7-1CF9C209AABB}"/>
              </a:ext>
            </a:extLst>
          </p:cNvPr>
          <p:cNvSpPr>
            <a:spLocks xmlns:a="http://schemas.openxmlformats.org/drawingml/2006/main" noGrp="1"/>
          </p:cNvSpPr>
          <p:nvPr/>
        </p:nvSpPr>
        <p:spPr>
          <a:xfrm xmlns:a="http://schemas.openxmlformats.org/drawingml/2006/main">
            <a:off x="16350718" y="2591090"/>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60" name="dp45-comparison / n238 / path">
            <a:extLst xmlns:a="http://schemas.openxmlformats.org/drawingml/2006/main">
              <a:ext uri="{FF2B5EF4-FFF2-40B4-BE49-F238E27FC236}">
                <a16:creationId xmlns:a16="http://schemas.microsoft.com/office/drawing/2014/main" id="{4AE5CC47-3533-4D56-854B-B626A62F49B3}"/>
              </a:ext>
            </a:extLst>
          </p:cNvPr>
          <p:cNvSpPr>
            <a:spLocks xmlns:a="http://schemas.openxmlformats.org/drawingml/2006/main" noGrp="1"/>
          </p:cNvSpPr>
          <p:nvPr/>
        </p:nvSpPr>
        <p:spPr>
          <a:xfrm xmlns:a="http://schemas.openxmlformats.org/drawingml/2006/main">
            <a:off x="10524173" y="2997994"/>
            <a:ext cx="5145405" cy="3302794"/>
          </a:xfrm>
          <a:custGeom xmlns:a="http://schemas.openxmlformats.org/drawingml/2006/main">
            <a:pathLst>
              <a:path w="5145405" h="3302794">
                <a:moveTo>
                  <a:pt x="0" y="0"/>
                </a:moveTo>
                <a:lnTo>
                  <a:pt x="1675733" y="0"/>
                </a:lnTo>
                <a:lnTo>
                  <a:pt x="1675733" y="3302794"/>
                </a:lnTo>
                <a:lnTo>
                  <a:pt x="5145405" y="3302794"/>
                </a:lnTo>
              </a:path>
            </a:pathLst>
          </a:custGeom>
          <a:noFill xmlns:a="http://schemas.openxmlformats.org/drawingml/2006/main"/>
          <a:ln xmlns:a="http://schemas.openxmlformats.org/drawingml/2006/main" w="7649">
            <a:solidFill>
              <a:srgbClr val="000000"/>
            </a:solidFill>
            <a:prstDash val="solid"/>
          </a:ln>
        </p:spPr>
      </p:sp>
      <p:sp>
        <p:nvSpPr>
          <p:cNvPr id="261" name="dp45-comparison / n238 / arrow">
            <a:extLst xmlns:a="http://schemas.openxmlformats.org/drawingml/2006/main">
              <a:ext uri="{FF2B5EF4-FFF2-40B4-BE49-F238E27FC236}">
                <a16:creationId xmlns:a16="http://schemas.microsoft.com/office/drawing/2014/main" id="{1C1EEF61-10EB-4E99-9071-C9CD3984B1B4}"/>
              </a:ext>
            </a:extLst>
          </p:cNvPr>
          <p:cNvSpPr>
            <a:spLocks xmlns:a="http://schemas.openxmlformats.org/drawingml/2006/main" noGrp="1"/>
          </p:cNvSpPr>
          <p:nvPr/>
        </p:nvSpPr>
        <p:spPr>
          <a:xfrm xmlns:a="http://schemas.openxmlformats.org/drawingml/2006/main">
            <a:off x="15620627" y="6276312"/>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62" name="dp45-comparison / n239 / path">
            <a:extLst xmlns:a="http://schemas.openxmlformats.org/drawingml/2006/main">
              <a:ext uri="{FF2B5EF4-FFF2-40B4-BE49-F238E27FC236}">
                <a16:creationId xmlns:a16="http://schemas.microsoft.com/office/drawing/2014/main" id="{DCC04AF2-94E8-41B7-A7BE-32920F534244}"/>
              </a:ext>
            </a:extLst>
          </p:cNvPr>
          <p:cNvSpPr>
            <a:spLocks xmlns:a="http://schemas.openxmlformats.org/drawingml/2006/main" noGrp="1"/>
          </p:cNvSpPr>
          <p:nvPr/>
        </p:nvSpPr>
        <p:spPr>
          <a:xfrm xmlns:a="http://schemas.openxmlformats.org/drawingml/2006/main">
            <a:off x="10698004" y="2997994"/>
            <a:ext cx="4971574" cy="3386233"/>
          </a:xfrm>
          <a:custGeom xmlns:a="http://schemas.openxmlformats.org/drawingml/2006/main">
            <a:pathLst>
              <a:path w="4971574" h="3386233">
                <a:moveTo>
                  <a:pt x="4971574" y="3386233"/>
                </a:moveTo>
                <a:lnTo>
                  <a:pt x="1209865" y="3386233"/>
                </a:lnTo>
                <a:lnTo>
                  <a:pt x="1209865" y="0"/>
                </a:lnTo>
                <a:lnTo>
                  <a:pt x="0" y="0"/>
                </a:lnTo>
              </a:path>
            </a:pathLst>
          </a:custGeom>
          <a:noFill xmlns:a="http://schemas.openxmlformats.org/drawingml/2006/main"/>
          <a:ln xmlns:a="http://schemas.openxmlformats.org/drawingml/2006/main" w="7649">
            <a:solidFill>
              <a:srgbClr val="000000"/>
            </a:solidFill>
            <a:prstDash val="dash"/>
          </a:ln>
        </p:spPr>
      </p:sp>
      <p:sp>
        <p:nvSpPr>
          <p:cNvPr id="263" name="dp45-comparison / n239 / arrow">
            <a:extLst xmlns:a="http://schemas.openxmlformats.org/drawingml/2006/main">
              <a:ext uri="{FF2B5EF4-FFF2-40B4-BE49-F238E27FC236}">
                <a16:creationId xmlns:a16="http://schemas.microsoft.com/office/drawing/2014/main" id="{B2E1F7A3-1507-4D22-9F65-09BB790DA1C1}"/>
              </a:ext>
            </a:extLst>
          </p:cNvPr>
          <p:cNvSpPr>
            <a:spLocks xmlns:a="http://schemas.openxmlformats.org/drawingml/2006/main" noGrp="1"/>
          </p:cNvSpPr>
          <p:nvPr/>
        </p:nvSpPr>
        <p:spPr>
          <a:xfrm xmlns:a="http://schemas.openxmlformats.org/drawingml/2006/main">
            <a:off x="10698004" y="2973518"/>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64" name="dp45-comparison / n242 / path">
            <a:extLst xmlns:a="http://schemas.openxmlformats.org/drawingml/2006/main">
              <a:ext uri="{FF2B5EF4-FFF2-40B4-BE49-F238E27FC236}">
                <a16:creationId xmlns:a16="http://schemas.microsoft.com/office/drawing/2014/main" id="{9172A9A3-173F-4302-8ABD-24B0A9C8CB9E}"/>
              </a:ext>
            </a:extLst>
          </p:cNvPr>
          <p:cNvSpPr>
            <a:spLocks xmlns:a="http://schemas.openxmlformats.org/drawingml/2006/main" noGrp="1"/>
          </p:cNvSpPr>
          <p:nvPr/>
        </p:nvSpPr>
        <p:spPr>
          <a:xfrm xmlns:a="http://schemas.openxmlformats.org/drawingml/2006/main">
            <a:off x="10802303" y="6022658"/>
            <a:ext cx="953" cy="799624"/>
          </a:xfrm>
          <a:custGeom xmlns:a="http://schemas.openxmlformats.org/drawingml/2006/main">
            <a:pathLst>
              <a:path w="953" h="799624">
                <a:moveTo>
                  <a:pt x="0" y="0"/>
                </a:moveTo>
                <a:lnTo>
                  <a:pt x="0" y="799624"/>
                </a:lnTo>
              </a:path>
            </a:pathLst>
          </a:custGeom>
          <a:noFill xmlns:a="http://schemas.openxmlformats.org/drawingml/2006/main"/>
          <a:ln xmlns:a="http://schemas.openxmlformats.org/drawingml/2006/main" w="7649">
            <a:solidFill>
              <a:srgbClr val="000000"/>
            </a:solidFill>
            <a:prstDash val="solid"/>
          </a:ln>
        </p:spPr>
      </p:sp>
      <p:sp>
        <p:nvSpPr>
          <p:cNvPr id="265" name="dp45-comparison / n242 / arrow">
            <a:extLst xmlns:a="http://schemas.openxmlformats.org/drawingml/2006/main">
              <a:ext uri="{FF2B5EF4-FFF2-40B4-BE49-F238E27FC236}">
                <a16:creationId xmlns:a16="http://schemas.microsoft.com/office/drawing/2014/main" id="{A446335C-1961-49E7-B707-E94D3C5178EC}"/>
              </a:ext>
            </a:extLst>
          </p:cNvPr>
          <p:cNvSpPr>
            <a:spLocks xmlns:a="http://schemas.openxmlformats.org/drawingml/2006/main" noGrp="1"/>
          </p:cNvSpPr>
          <p:nvPr/>
        </p:nvSpPr>
        <p:spPr>
          <a:xfrm xmlns:a="http://schemas.openxmlformats.org/drawingml/2006/main">
            <a:off x="10777827" y="6773330"/>
            <a:ext cx="48951" cy="48951"/>
          </a:xfrm>
          <a:custGeom xmlns:a="http://schemas.openxmlformats.org/drawingml/2006/main">
            <a:pathLst>
              <a:path w="48951" h="48951">
                <a:moveTo>
                  <a:pt x="0" y="0"/>
                </a:moveTo>
                <a:lnTo>
                  <a:pt x="24475" y="48951"/>
                </a:lnTo>
                <a:lnTo>
                  <a:pt x="48951" y="0"/>
                </a:lnTo>
              </a:path>
            </a:pathLst>
          </a:custGeom>
          <a:noFill xmlns:a="http://schemas.openxmlformats.org/drawingml/2006/main"/>
          <a:ln xmlns:a="http://schemas.openxmlformats.org/drawingml/2006/main" w="9790">
            <a:solidFill>
              <a:srgbClr val="000000"/>
            </a:solidFill>
            <a:prstDash val="solid"/>
          </a:ln>
        </p:spPr>
      </p:sp>
      <p:sp>
        <p:nvSpPr>
          <p:cNvPr id="266" name="dp45-comparison / n243 / path">
            <a:extLst xmlns:a="http://schemas.openxmlformats.org/drawingml/2006/main">
              <a:ext uri="{FF2B5EF4-FFF2-40B4-BE49-F238E27FC236}">
                <a16:creationId xmlns:a16="http://schemas.microsoft.com/office/drawing/2014/main" id="{3BD785DC-8E36-40F6-A10D-5DF9019E4601}"/>
              </a:ext>
            </a:extLst>
          </p:cNvPr>
          <p:cNvSpPr>
            <a:spLocks xmlns:a="http://schemas.openxmlformats.org/drawingml/2006/main" noGrp="1"/>
          </p:cNvSpPr>
          <p:nvPr/>
        </p:nvSpPr>
        <p:spPr>
          <a:xfrm xmlns:a="http://schemas.openxmlformats.org/drawingml/2006/main">
            <a:off x="10976134" y="6022658"/>
            <a:ext cx="953" cy="799624"/>
          </a:xfrm>
          <a:custGeom xmlns:a="http://schemas.openxmlformats.org/drawingml/2006/main">
            <a:pathLst>
              <a:path w="953" h="799624">
                <a:moveTo>
                  <a:pt x="0" y="799624"/>
                </a:moveTo>
                <a:lnTo>
                  <a:pt x="0" y="0"/>
                </a:lnTo>
              </a:path>
            </a:pathLst>
          </a:custGeom>
          <a:noFill xmlns:a="http://schemas.openxmlformats.org/drawingml/2006/main"/>
          <a:ln xmlns:a="http://schemas.openxmlformats.org/drawingml/2006/main" w="7649">
            <a:solidFill>
              <a:srgbClr val="000000"/>
            </a:solidFill>
            <a:prstDash val="dash"/>
          </a:ln>
        </p:spPr>
      </p:sp>
      <p:sp>
        <p:nvSpPr>
          <p:cNvPr id="267" name="dp45-comparison / n243 / arrow">
            <a:extLst xmlns:a="http://schemas.openxmlformats.org/drawingml/2006/main">
              <a:ext uri="{FF2B5EF4-FFF2-40B4-BE49-F238E27FC236}">
                <a16:creationId xmlns:a16="http://schemas.microsoft.com/office/drawing/2014/main" id="{3DE15D46-6086-4CD2-9A87-1C7AAE738120}"/>
              </a:ext>
            </a:extLst>
          </p:cNvPr>
          <p:cNvSpPr>
            <a:spLocks xmlns:a="http://schemas.openxmlformats.org/drawingml/2006/main" noGrp="1"/>
          </p:cNvSpPr>
          <p:nvPr/>
        </p:nvSpPr>
        <p:spPr>
          <a:xfrm xmlns:a="http://schemas.openxmlformats.org/drawingml/2006/main">
            <a:off x="10951658" y="6022658"/>
            <a:ext cx="48951" cy="48951"/>
          </a:xfrm>
          <a:custGeom xmlns:a="http://schemas.openxmlformats.org/drawingml/2006/main">
            <a:pathLst>
              <a:path w="48951" h="48951">
                <a:moveTo>
                  <a:pt x="48951" y="48951"/>
                </a:moveTo>
                <a:lnTo>
                  <a:pt x="24475" y="0"/>
                </a:lnTo>
                <a:lnTo>
                  <a:pt x="0" y="48951"/>
                </a:lnTo>
              </a:path>
            </a:pathLst>
          </a:custGeom>
          <a:noFill xmlns:a="http://schemas.openxmlformats.org/drawingml/2006/main"/>
          <a:ln xmlns:a="http://schemas.openxmlformats.org/drawingml/2006/main" w="9790">
            <a:solidFill>
              <a:srgbClr val="000000"/>
            </a:solidFill>
            <a:prstDash val="solid"/>
          </a:ln>
        </p:spPr>
      </p:sp>
      <p:sp>
        <p:nvSpPr>
          <p:cNvPr id="268" name="dp45-comparison / n244 / path">
            <a:extLst xmlns:a="http://schemas.openxmlformats.org/drawingml/2006/main">
              <a:ext uri="{FF2B5EF4-FFF2-40B4-BE49-F238E27FC236}">
                <a16:creationId xmlns:a16="http://schemas.microsoft.com/office/drawing/2014/main" id="{5C175BA1-79CC-4D6C-92C7-13BBAE0BF6C4}"/>
              </a:ext>
            </a:extLst>
          </p:cNvPr>
          <p:cNvSpPr>
            <a:spLocks xmlns:a="http://schemas.openxmlformats.org/drawingml/2006/main" noGrp="1"/>
          </p:cNvSpPr>
          <p:nvPr/>
        </p:nvSpPr>
        <p:spPr>
          <a:xfrm xmlns:a="http://schemas.openxmlformats.org/drawingml/2006/main">
            <a:off x="11845290" y="6978729"/>
            <a:ext cx="834390" cy="953"/>
          </a:xfrm>
          <a:custGeom xmlns:a="http://schemas.openxmlformats.org/drawingml/2006/main">
            <a:pathLst>
              <a:path w="834390" h="953">
                <a:moveTo>
                  <a:pt x="0" y="0"/>
                </a:moveTo>
                <a:lnTo>
                  <a:pt x="834390" y="0"/>
                </a:lnTo>
              </a:path>
            </a:pathLst>
          </a:custGeom>
          <a:noFill xmlns:a="http://schemas.openxmlformats.org/drawingml/2006/main"/>
          <a:ln xmlns:a="http://schemas.openxmlformats.org/drawingml/2006/main" w="7649">
            <a:solidFill>
              <a:srgbClr val="000000"/>
            </a:solidFill>
            <a:prstDash val="solid"/>
          </a:ln>
        </p:spPr>
      </p:sp>
      <p:sp>
        <p:nvSpPr>
          <p:cNvPr id="269" name="dp45-comparison / n244 / arrow">
            <a:extLst xmlns:a="http://schemas.openxmlformats.org/drawingml/2006/main">
              <a:ext uri="{FF2B5EF4-FFF2-40B4-BE49-F238E27FC236}">
                <a16:creationId xmlns:a16="http://schemas.microsoft.com/office/drawing/2014/main" id="{A13D6F06-2137-4234-A02C-ED22358F3FFA}"/>
              </a:ext>
            </a:extLst>
          </p:cNvPr>
          <p:cNvSpPr>
            <a:spLocks xmlns:a="http://schemas.openxmlformats.org/drawingml/2006/main" noGrp="1"/>
          </p:cNvSpPr>
          <p:nvPr/>
        </p:nvSpPr>
        <p:spPr>
          <a:xfrm xmlns:a="http://schemas.openxmlformats.org/drawingml/2006/main">
            <a:off x="12630729" y="6954254"/>
            <a:ext cx="48951" cy="48951"/>
          </a:xfrm>
          <a:custGeom xmlns:a="http://schemas.openxmlformats.org/drawingml/2006/main">
            <a:pathLst>
              <a:path w="48951" h="48951">
                <a:moveTo>
                  <a:pt x="0" y="48951"/>
                </a:moveTo>
                <a:lnTo>
                  <a:pt x="48951" y="24475"/>
                </a:lnTo>
                <a:lnTo>
                  <a:pt x="0" y="0"/>
                </a:lnTo>
              </a:path>
            </a:pathLst>
          </a:custGeom>
          <a:noFill xmlns:a="http://schemas.openxmlformats.org/drawingml/2006/main"/>
          <a:ln xmlns:a="http://schemas.openxmlformats.org/drawingml/2006/main" w="9790">
            <a:solidFill>
              <a:srgbClr val="000000"/>
            </a:solidFill>
            <a:prstDash val="solid"/>
          </a:ln>
        </p:spPr>
      </p:sp>
      <p:sp>
        <p:nvSpPr>
          <p:cNvPr id="270" name="dp45-comparison / n245 / path">
            <a:extLst xmlns:a="http://schemas.openxmlformats.org/drawingml/2006/main">
              <a:ext uri="{FF2B5EF4-FFF2-40B4-BE49-F238E27FC236}">
                <a16:creationId xmlns:a16="http://schemas.microsoft.com/office/drawing/2014/main" id="{BA0E588B-1A23-47BE-B820-F5523778245B}"/>
              </a:ext>
            </a:extLst>
          </p:cNvPr>
          <p:cNvSpPr>
            <a:spLocks xmlns:a="http://schemas.openxmlformats.org/drawingml/2006/main" noGrp="1"/>
          </p:cNvSpPr>
          <p:nvPr/>
        </p:nvSpPr>
        <p:spPr>
          <a:xfrm xmlns:a="http://schemas.openxmlformats.org/drawingml/2006/main">
            <a:off x="11845290" y="7062168"/>
            <a:ext cx="834390" cy="953"/>
          </a:xfrm>
          <a:custGeom xmlns:a="http://schemas.openxmlformats.org/drawingml/2006/main">
            <a:pathLst>
              <a:path w="834390" h="953">
                <a:moveTo>
                  <a:pt x="834390" y="0"/>
                </a:moveTo>
                <a:lnTo>
                  <a:pt x="0" y="0"/>
                </a:lnTo>
              </a:path>
            </a:pathLst>
          </a:custGeom>
          <a:noFill xmlns:a="http://schemas.openxmlformats.org/drawingml/2006/main"/>
          <a:ln xmlns:a="http://schemas.openxmlformats.org/drawingml/2006/main" w="7649">
            <a:solidFill>
              <a:srgbClr val="000000"/>
            </a:solidFill>
            <a:prstDash val="dash"/>
          </a:ln>
        </p:spPr>
      </p:sp>
      <p:sp>
        <p:nvSpPr>
          <p:cNvPr id="271" name="dp45-comparison / n245 / arrow">
            <a:extLst xmlns:a="http://schemas.openxmlformats.org/drawingml/2006/main">
              <a:ext uri="{FF2B5EF4-FFF2-40B4-BE49-F238E27FC236}">
                <a16:creationId xmlns:a16="http://schemas.microsoft.com/office/drawing/2014/main" id="{91E4B418-B04B-4DE6-A954-F220AE9C5AB8}"/>
              </a:ext>
            </a:extLst>
          </p:cNvPr>
          <p:cNvSpPr>
            <a:spLocks xmlns:a="http://schemas.openxmlformats.org/drawingml/2006/main" noGrp="1"/>
          </p:cNvSpPr>
          <p:nvPr/>
        </p:nvSpPr>
        <p:spPr>
          <a:xfrm xmlns:a="http://schemas.openxmlformats.org/drawingml/2006/main">
            <a:off x="11845290" y="7037693"/>
            <a:ext cx="48951" cy="48951"/>
          </a:xfrm>
          <a:custGeom xmlns:a="http://schemas.openxmlformats.org/drawingml/2006/main">
            <a:pathLst>
              <a:path w="48951" h="48951">
                <a:moveTo>
                  <a:pt x="48951" y="0"/>
                </a:moveTo>
                <a:lnTo>
                  <a:pt x="0" y="24475"/>
                </a:lnTo>
                <a:lnTo>
                  <a:pt x="48951" y="48951"/>
                </a:lnTo>
              </a:path>
            </a:pathLst>
          </a:custGeom>
          <a:noFill xmlns:a="http://schemas.openxmlformats.org/drawingml/2006/main"/>
          <a:ln xmlns:a="http://schemas.openxmlformats.org/drawingml/2006/main" w="9790">
            <a:solidFill>
              <a:srgbClr val="000000"/>
            </a:solidFill>
            <a:prstDash val="solid"/>
          </a:ln>
        </p:spPr>
      </p:sp>
      <p:sp>
        <p:nvSpPr>
          <p:cNvPr id="272" name="dp45-comparison / n162">
            <a:extLst xmlns:a="http://schemas.openxmlformats.org/drawingml/2006/main">
              <a:ext uri="{FF2B5EF4-FFF2-40B4-BE49-F238E27FC236}">
                <a16:creationId xmlns:a16="http://schemas.microsoft.com/office/drawing/2014/main" id="{97F339E3-8980-4AFA-B034-472589B1C79B}"/>
              </a:ext>
            </a:extLst>
          </p:cNvPr>
          <p:cNvSpPr>
            <a:spLocks xmlns:a="http://schemas.openxmlformats.org/drawingml/2006/main" noGrp="1"/>
          </p:cNvSpPr>
          <p:nvPr/>
        </p:nvSpPr>
        <p:spPr>
          <a:xfrm xmlns:a="http://schemas.openxmlformats.org/drawingml/2006/main">
            <a:off x="9780175" y="3039713"/>
            <a:ext cx="1432091"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3" name="dp45-comparison / n163 / text 1">
            <a:extLst xmlns:a="http://schemas.openxmlformats.org/drawingml/2006/main">
              <a:ext uri="{FF2B5EF4-FFF2-40B4-BE49-F238E27FC236}">
                <a16:creationId xmlns:a16="http://schemas.microsoft.com/office/drawing/2014/main" id="{DE629227-3727-4C10-B575-7C51D5D3B652}"/>
              </a:ext>
            </a:extLst>
          </p:cNvPr>
          <p:cNvSpPr>
            <a:spLocks xmlns:a="http://schemas.openxmlformats.org/drawingml/2006/main" noGrp="1"/>
          </p:cNvSpPr>
          <p:nvPr/>
        </p:nvSpPr>
        <p:spPr>
          <a:xfrm xmlns:a="http://schemas.openxmlformats.org/drawingml/2006/main">
            <a:off x="9794081" y="3046667"/>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C20: 입력 / 확정 정정</a:t>
            </a:r>
          </a:p>
        </p:txBody>
      </p:sp>
      <p:sp>
        <p:nvSpPr>
          <p:cNvPr id="274" name="dp45-comparison / n163 / text 2">
            <a:extLst xmlns:a="http://schemas.openxmlformats.org/drawingml/2006/main">
              <a:ext uri="{FF2B5EF4-FFF2-40B4-BE49-F238E27FC236}">
                <a16:creationId xmlns:a16="http://schemas.microsoft.com/office/drawing/2014/main" id="{84641339-B10D-4521-A8D5-6293B08DC113}"/>
              </a:ext>
            </a:extLst>
          </p:cNvPr>
          <p:cNvSpPr>
            <a:spLocks xmlns:a="http://schemas.openxmlformats.org/drawingml/2006/main" noGrp="1"/>
          </p:cNvSpPr>
          <p:nvPr/>
        </p:nvSpPr>
        <p:spPr>
          <a:xfrm xmlns:a="http://schemas.openxmlformats.org/drawingml/2006/main">
            <a:off x="9794081" y="3211876"/>
            <a:ext cx="208597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C23/R23: 현재 요청</a:t>
            </a:r>
          </a:p>
        </p:txBody>
      </p:sp>
      <p:sp>
        <p:nvSpPr>
          <p:cNvPr id="275" name="dp45-comparison / n164">
            <a:extLst xmlns:a="http://schemas.openxmlformats.org/drawingml/2006/main">
              <a:ext uri="{FF2B5EF4-FFF2-40B4-BE49-F238E27FC236}">
                <a16:creationId xmlns:a16="http://schemas.microsoft.com/office/drawing/2014/main" id="{5A12657F-1025-445F-A7B1-956769839E7F}"/>
              </a:ext>
            </a:extLst>
          </p:cNvPr>
          <p:cNvSpPr>
            <a:spLocks xmlns:a="http://schemas.openxmlformats.org/drawingml/2006/main" noGrp="1"/>
          </p:cNvSpPr>
          <p:nvPr/>
        </p:nvSpPr>
        <p:spPr>
          <a:xfrm xmlns:a="http://schemas.openxmlformats.org/drawingml/2006/main">
            <a:off x="12631007" y="3039713"/>
            <a:ext cx="1286908"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6" name="dp45-comparison / n165 / text 1">
            <a:extLst xmlns:a="http://schemas.openxmlformats.org/drawingml/2006/main">
              <a:ext uri="{FF2B5EF4-FFF2-40B4-BE49-F238E27FC236}">
                <a16:creationId xmlns:a16="http://schemas.microsoft.com/office/drawing/2014/main" id="{3A5A492A-3089-44E6-87E2-91CC81AF246F}"/>
              </a:ext>
            </a:extLst>
          </p:cNvPr>
          <p:cNvSpPr>
            <a:spLocks xmlns:a="http://schemas.openxmlformats.org/drawingml/2006/main" noGrp="1"/>
          </p:cNvSpPr>
          <p:nvPr/>
        </p:nvSpPr>
        <p:spPr>
          <a:xfrm xmlns:a="http://schemas.openxmlformats.org/drawingml/2006/main">
            <a:off x="12644914" y="3046667"/>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E20: 설명 원본</a:t>
            </a:r>
          </a:p>
        </p:txBody>
      </p:sp>
      <p:sp>
        <p:nvSpPr>
          <p:cNvPr id="277" name="dp45-comparison / n165 / text 2">
            <a:extLst xmlns:a="http://schemas.openxmlformats.org/drawingml/2006/main">
              <a:ext uri="{FF2B5EF4-FFF2-40B4-BE49-F238E27FC236}">
                <a16:creationId xmlns:a16="http://schemas.microsoft.com/office/drawing/2014/main" id="{C30ABA4B-2AAB-4666-A811-5A4D7A55ED73}"/>
              </a:ext>
            </a:extLst>
          </p:cNvPr>
          <p:cNvSpPr>
            <a:spLocks xmlns:a="http://schemas.openxmlformats.org/drawingml/2006/main" noGrp="1"/>
          </p:cNvSpPr>
          <p:nvPr/>
        </p:nvSpPr>
        <p:spPr>
          <a:xfrm xmlns:a="http://schemas.openxmlformats.org/drawingml/2006/main">
            <a:off x="12644914" y="3211876"/>
            <a:ext cx="1946910"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P20: 실제 전달 구간</a:t>
            </a:r>
          </a:p>
        </p:txBody>
      </p:sp>
      <p:sp>
        <p:nvSpPr>
          <p:cNvPr id="278" name="dp45-comparison / n166">
            <a:extLst xmlns:a="http://schemas.openxmlformats.org/drawingml/2006/main">
              <a:ext uri="{FF2B5EF4-FFF2-40B4-BE49-F238E27FC236}">
                <a16:creationId xmlns:a16="http://schemas.microsoft.com/office/drawing/2014/main" id="{DD19C73A-9F5E-4307-BDDD-E0DB05F9F605}"/>
              </a:ext>
            </a:extLst>
          </p:cNvPr>
          <p:cNvSpPr>
            <a:spLocks xmlns:a="http://schemas.openxmlformats.org/drawingml/2006/main" noGrp="1"/>
          </p:cNvSpPr>
          <p:nvPr/>
        </p:nvSpPr>
        <p:spPr>
          <a:xfrm xmlns:a="http://schemas.openxmlformats.org/drawingml/2006/main">
            <a:off x="15342775" y="3039713"/>
            <a:ext cx="1189284" cy="3512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9" name="dp45-comparison / n167 / text 1">
            <a:extLst xmlns:a="http://schemas.openxmlformats.org/drawingml/2006/main">
              <a:ext uri="{FF2B5EF4-FFF2-40B4-BE49-F238E27FC236}">
                <a16:creationId xmlns:a16="http://schemas.microsoft.com/office/drawing/2014/main" id="{439AA17D-8463-42E1-B1AA-F48599A06F13}"/>
              </a:ext>
            </a:extLst>
          </p:cNvPr>
          <p:cNvSpPr>
            <a:spLocks xmlns:a="http://schemas.openxmlformats.org/drawingml/2006/main" noGrp="1"/>
          </p:cNvSpPr>
          <p:nvPr/>
        </p:nvSpPr>
        <p:spPr>
          <a:xfrm xmlns:a="http://schemas.openxmlformats.org/drawingml/2006/main">
            <a:off x="15356681" y="3046667"/>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C21/T21 → D21@v2</a:t>
            </a:r>
          </a:p>
        </p:txBody>
      </p:sp>
      <p:sp>
        <p:nvSpPr>
          <p:cNvPr id="280" name="dp45-comparison / n167 / text 2">
            <a:extLst xmlns:a="http://schemas.openxmlformats.org/drawingml/2006/main">
              <a:ext uri="{FF2B5EF4-FFF2-40B4-BE49-F238E27FC236}">
                <a16:creationId xmlns:a16="http://schemas.microsoft.com/office/drawing/2014/main" id="{B2EBFF7F-903C-4787-8E7B-C38F33A34438}"/>
              </a:ext>
            </a:extLst>
          </p:cNvPr>
          <p:cNvSpPr>
            <a:spLocks xmlns:a="http://schemas.openxmlformats.org/drawingml/2006/main" noGrp="1"/>
          </p:cNvSpPr>
          <p:nvPr/>
        </p:nvSpPr>
        <p:spPr>
          <a:xfrm xmlns:a="http://schemas.openxmlformats.org/drawingml/2006/main">
            <a:off x="15356681" y="3211876"/>
            <a:ext cx="2155508"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0">
                <a:solidFill>
                  <a:srgbClr val="000000"/>
                </a:solidFill>
                <a:latin typeface="Apple SD Gothic Neo"/>
                <a:ea typeface="Apple SD Gothic Neo"/>
                <a:cs typeface="Apple SD Gothic Neo"/>
              </a:defRPr>
            </a:pPr>
            <a:r>
              <a:rPr sz="986" b="0">
                <a:solidFill>
                  <a:srgbClr val="000000"/>
                </a:solidFill>
                <a:latin typeface="Apple SD Gothic Neo"/>
                <a:ea typeface="Apple SD Gothic Neo"/>
                <a:cs typeface="Apple SD Gothic Neo"/>
              </a:rPr>
              <a:t>C22/T22 → D22@v1</a:t>
            </a:r>
          </a:p>
        </p:txBody>
      </p:sp>
      <p:sp>
        <p:nvSpPr>
          <p:cNvPr id="281" name="dp45-comparison / n168">
            <a:extLst xmlns:a="http://schemas.openxmlformats.org/drawingml/2006/main">
              <a:ext uri="{FF2B5EF4-FFF2-40B4-BE49-F238E27FC236}">
                <a16:creationId xmlns:a16="http://schemas.microsoft.com/office/drawing/2014/main" id="{4E209175-497D-4082-857C-F88E4D0F8D8C}"/>
              </a:ext>
            </a:extLst>
          </p:cNvPr>
          <p:cNvSpPr>
            <a:spLocks xmlns:a="http://schemas.openxmlformats.org/drawingml/2006/main" noGrp="1"/>
          </p:cNvSpPr>
          <p:nvPr/>
        </p:nvSpPr>
        <p:spPr>
          <a:xfrm xmlns:a="http://schemas.openxmlformats.org/drawingml/2006/main">
            <a:off x="15655671" y="5827967"/>
            <a:ext cx="164235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2" name="dp45-comparison / n169 / text 1">
            <a:extLst xmlns:a="http://schemas.openxmlformats.org/drawingml/2006/main">
              <a:ext uri="{FF2B5EF4-FFF2-40B4-BE49-F238E27FC236}">
                <a16:creationId xmlns:a16="http://schemas.microsoft.com/office/drawing/2014/main" id="{A32BA6F3-65C4-4A46-9B56-C9857915A9D0}"/>
              </a:ext>
            </a:extLst>
          </p:cNvPr>
          <p:cNvSpPr>
            <a:spLocks xmlns:a="http://schemas.openxmlformats.org/drawingml/2006/main" noGrp="1"/>
          </p:cNvSpPr>
          <p:nvPr/>
        </p:nvSpPr>
        <p:spPr>
          <a:xfrm xmlns:a="http://schemas.openxmlformats.org/drawingml/2006/main">
            <a:off x="15669578" y="5834920"/>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명시 저장 / 삭제만</a:t>
            </a:r>
          </a:p>
        </p:txBody>
      </p:sp>
      <p:sp>
        <p:nvSpPr>
          <p:cNvPr id="283" name="dp45-comparison / n169 / text 2">
            <a:extLst xmlns:a="http://schemas.openxmlformats.org/drawingml/2006/main">
              <a:ext uri="{FF2B5EF4-FFF2-40B4-BE49-F238E27FC236}">
                <a16:creationId xmlns:a16="http://schemas.microsoft.com/office/drawing/2014/main" id="{47F5172F-8ECF-4130-A96B-A1A182F535C9}"/>
              </a:ext>
            </a:extLst>
          </p:cNvPr>
          <p:cNvSpPr>
            <a:spLocks xmlns:a="http://schemas.openxmlformats.org/drawingml/2006/main" noGrp="1"/>
          </p:cNvSpPr>
          <p:nvPr/>
        </p:nvSpPr>
        <p:spPr>
          <a:xfrm xmlns:a="http://schemas.openxmlformats.org/drawingml/2006/main">
            <a:off x="15669578" y="5972594"/>
            <a:ext cx="172440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자동 선호 추출 금지</a:t>
            </a:r>
          </a:p>
        </p:txBody>
      </p:sp>
      <p:sp>
        <p:nvSpPr>
          <p:cNvPr id="284" name="dp45-comparison / n176">
            <a:extLst xmlns:a="http://schemas.openxmlformats.org/drawingml/2006/main">
              <a:ext uri="{FF2B5EF4-FFF2-40B4-BE49-F238E27FC236}">
                <a16:creationId xmlns:a16="http://schemas.microsoft.com/office/drawing/2014/main" id="{837E241F-1B8A-4612-BF00-A5EF7FF6AC5F}"/>
              </a:ext>
            </a:extLst>
          </p:cNvPr>
          <p:cNvSpPr>
            <a:spLocks xmlns:a="http://schemas.openxmlformats.org/drawingml/2006/main" noGrp="1"/>
          </p:cNvSpPr>
          <p:nvPr/>
        </p:nvSpPr>
        <p:spPr>
          <a:xfrm xmlns:a="http://schemas.openxmlformats.org/drawingml/2006/main">
            <a:off x="14473619" y="3755898"/>
            <a:ext cx="1069132"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5" name="dp45-comparison / n177 / text 1">
            <a:extLst xmlns:a="http://schemas.openxmlformats.org/drawingml/2006/main">
              <a:ext uri="{FF2B5EF4-FFF2-40B4-BE49-F238E27FC236}">
                <a16:creationId xmlns:a16="http://schemas.microsoft.com/office/drawing/2014/main" id="{9D9D444C-7A7D-44FC-9459-B7CA284C9AAC}"/>
              </a:ext>
            </a:extLst>
          </p:cNvPr>
          <p:cNvSpPr>
            <a:spLocks xmlns:a="http://schemas.openxmlformats.org/drawingml/2006/main" noGrp="1"/>
          </p:cNvSpPr>
          <p:nvPr/>
        </p:nvSpPr>
        <p:spPr>
          <a:xfrm xmlns:a="http://schemas.openxmlformats.org/drawingml/2006/main">
            <a:off x="14487525" y="3762851"/>
            <a:ext cx="2920365"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1">
                <a:solidFill>
                  <a:srgbClr val="000000"/>
                </a:solidFill>
                <a:latin typeface="Apple SD Gothic Neo"/>
                <a:ea typeface="Apple SD Gothic Neo"/>
                <a:cs typeface="Apple SD Gothic Neo"/>
              </a:defRPr>
            </a:pPr>
            <a:r>
              <a:rPr sz="986" b="1">
                <a:solidFill>
                  <a:srgbClr val="000000"/>
                </a:solidFill>
                <a:latin typeface="Apple SD Gothic Neo"/>
                <a:ea typeface="Apple SD Gothic Neo"/>
                <a:cs typeface="Apple SD Gothic Neo"/>
              </a:rPr>
              <a:t>생산 / 갱신 경로</a:t>
            </a:r>
          </a:p>
        </p:txBody>
      </p:sp>
      <p:sp>
        <p:nvSpPr>
          <p:cNvPr id="286" name="dp45-comparison / n178">
            <a:extLst xmlns:a="http://schemas.openxmlformats.org/drawingml/2006/main">
              <a:ext uri="{FF2B5EF4-FFF2-40B4-BE49-F238E27FC236}">
                <a16:creationId xmlns:a16="http://schemas.microsoft.com/office/drawing/2014/main" id="{E29A6836-CC4B-4710-A899-EE2FD8AAC2FD}"/>
              </a:ext>
            </a:extLst>
          </p:cNvPr>
          <p:cNvSpPr>
            <a:spLocks xmlns:a="http://schemas.openxmlformats.org/drawingml/2006/main" noGrp="1"/>
          </p:cNvSpPr>
          <p:nvPr/>
        </p:nvSpPr>
        <p:spPr>
          <a:xfrm xmlns:a="http://schemas.openxmlformats.org/drawingml/2006/main">
            <a:off x="14716982" y="5320379"/>
            <a:ext cx="1121698" cy="186069"/>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7" name="dp45-comparison / n179 / text 1">
            <a:extLst xmlns:a="http://schemas.openxmlformats.org/drawingml/2006/main">
              <a:ext uri="{FF2B5EF4-FFF2-40B4-BE49-F238E27FC236}">
                <a16:creationId xmlns:a16="http://schemas.microsoft.com/office/drawing/2014/main" id="{35AAAB43-C450-412A-AE4E-07C1959F3B8D}"/>
              </a:ext>
            </a:extLst>
          </p:cNvPr>
          <p:cNvSpPr>
            <a:spLocks xmlns:a="http://schemas.openxmlformats.org/drawingml/2006/main" noGrp="1"/>
          </p:cNvSpPr>
          <p:nvPr/>
        </p:nvSpPr>
        <p:spPr>
          <a:xfrm xmlns:a="http://schemas.openxmlformats.org/drawingml/2006/main">
            <a:off x="14730889" y="5327333"/>
            <a:ext cx="2572702" cy="1814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86" b="1">
                <a:solidFill>
                  <a:srgbClr val="000000"/>
                </a:solidFill>
                <a:latin typeface="Apple SD Gothic Neo"/>
                <a:ea typeface="Apple SD Gothic Neo"/>
                <a:cs typeface="Apple SD Gothic Neo"/>
              </a:defRPr>
            </a:pPr>
            <a:r>
              <a:rPr sz="986" b="1">
                <a:solidFill>
                  <a:srgbClr val="000000"/>
                </a:solidFill>
                <a:latin typeface="Apple SD Gothic Neo"/>
                <a:ea typeface="Apple SD Gothic Neo"/>
                <a:cs typeface="Apple SD Gothic Neo"/>
              </a:rPr>
              <a:t>요청 시 조회 경로</a:t>
            </a:r>
          </a:p>
        </p:txBody>
      </p:sp>
      <p:sp>
        <p:nvSpPr>
          <p:cNvPr id="288" name="dp45-comparison / n189">
            <a:extLst xmlns:a="http://schemas.openxmlformats.org/drawingml/2006/main">
              <a:ext uri="{FF2B5EF4-FFF2-40B4-BE49-F238E27FC236}">
                <a16:creationId xmlns:a16="http://schemas.microsoft.com/office/drawing/2014/main" id="{994477E5-B686-4732-B77C-3C4162D2F4B3}"/>
              </a:ext>
            </a:extLst>
          </p:cNvPr>
          <p:cNvSpPr>
            <a:spLocks xmlns:a="http://schemas.openxmlformats.org/drawingml/2006/main" noGrp="1"/>
          </p:cNvSpPr>
          <p:nvPr/>
        </p:nvSpPr>
        <p:spPr>
          <a:xfrm xmlns:a="http://schemas.openxmlformats.org/drawingml/2006/main">
            <a:off x="12283345" y="3477768"/>
            <a:ext cx="3808156"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9" name="dp45-comparison / n190 / text 1">
            <a:extLst xmlns:a="http://schemas.openxmlformats.org/drawingml/2006/main">
              <a:ext uri="{FF2B5EF4-FFF2-40B4-BE49-F238E27FC236}">
                <a16:creationId xmlns:a16="http://schemas.microsoft.com/office/drawing/2014/main" id="{66E6889F-A4B1-42CF-82B7-A5BFF4514830}"/>
              </a:ext>
            </a:extLst>
          </p:cNvPr>
          <p:cNvSpPr>
            <a:spLocks xmlns:a="http://schemas.openxmlformats.org/drawingml/2006/main" noGrp="1"/>
          </p:cNvSpPr>
          <p:nvPr/>
        </p:nvSpPr>
        <p:spPr>
          <a:xfrm xmlns:a="http://schemas.openxmlformats.org/drawingml/2006/main">
            <a:off x="12297251" y="348472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1 확정 변경 ID / revision 알림 / 2 범위 읽기 ↔ 본문 / 참조 반환</a:t>
            </a:r>
          </a:p>
        </p:txBody>
      </p:sp>
      <p:sp>
        <p:nvSpPr>
          <p:cNvPr id="290" name="dp45-comparison / n192">
            <a:extLst xmlns:a="http://schemas.openxmlformats.org/drawingml/2006/main">
              <a:ext uri="{FF2B5EF4-FFF2-40B4-BE49-F238E27FC236}">
                <a16:creationId xmlns:a16="http://schemas.microsoft.com/office/drawing/2014/main" id="{D7C76850-1940-4144-A5E4-2EF8C38EC113}"/>
              </a:ext>
            </a:extLst>
          </p:cNvPr>
          <p:cNvSpPr>
            <a:spLocks xmlns:a="http://schemas.openxmlformats.org/drawingml/2006/main" noGrp="1"/>
          </p:cNvSpPr>
          <p:nvPr/>
        </p:nvSpPr>
        <p:spPr>
          <a:xfrm xmlns:a="http://schemas.openxmlformats.org/drawingml/2006/main">
            <a:off x="14647450" y="4006215"/>
            <a:ext cx="1785595"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1" name="dp45-comparison / n193 / text 1">
            <a:extLst xmlns:a="http://schemas.openxmlformats.org/drawingml/2006/main">
              <a:ext uri="{FF2B5EF4-FFF2-40B4-BE49-F238E27FC236}">
                <a16:creationId xmlns:a16="http://schemas.microsoft.com/office/drawing/2014/main" id="{4A034B3F-0861-441D-AC12-C453ABFB14A0}"/>
              </a:ext>
            </a:extLst>
          </p:cNvPr>
          <p:cNvSpPr>
            <a:spLocks xmlns:a="http://schemas.openxmlformats.org/drawingml/2006/main" noGrp="1"/>
          </p:cNvSpPr>
          <p:nvPr/>
        </p:nvSpPr>
        <p:spPr>
          <a:xfrm xmlns:a="http://schemas.openxmlformats.org/drawingml/2006/main">
            <a:off x="14661356" y="4013168"/>
            <a:ext cx="2816066"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4 출처 / 권한 / 지원 종류 검사</a:t>
            </a:r>
          </a:p>
        </p:txBody>
      </p:sp>
      <p:sp>
        <p:nvSpPr>
          <p:cNvPr id="292" name="dp45-comparison / n194">
            <a:extLst xmlns:a="http://schemas.openxmlformats.org/drawingml/2006/main">
              <a:ext uri="{FF2B5EF4-FFF2-40B4-BE49-F238E27FC236}">
                <a16:creationId xmlns:a16="http://schemas.microsoft.com/office/drawing/2014/main" id="{6EFEE97D-33A9-41D9-9EBF-D5B7B24251DF}"/>
              </a:ext>
            </a:extLst>
          </p:cNvPr>
          <p:cNvSpPr>
            <a:spLocks xmlns:a="http://schemas.openxmlformats.org/drawingml/2006/main" noGrp="1"/>
          </p:cNvSpPr>
          <p:nvPr/>
        </p:nvSpPr>
        <p:spPr>
          <a:xfrm xmlns:a="http://schemas.openxmlformats.org/drawingml/2006/main">
            <a:off x="14647450" y="4673727"/>
            <a:ext cx="2082498"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3" name="dp45-comparison / n195 / text 1">
            <a:extLst xmlns:a="http://schemas.openxmlformats.org/drawingml/2006/main">
              <a:ext uri="{FF2B5EF4-FFF2-40B4-BE49-F238E27FC236}">
                <a16:creationId xmlns:a16="http://schemas.microsoft.com/office/drawing/2014/main" id="{8AC56379-C8A3-47A7-9539-8A7BD3BC84BA}"/>
              </a:ext>
            </a:extLst>
          </p:cNvPr>
          <p:cNvSpPr>
            <a:spLocks xmlns:a="http://schemas.openxmlformats.org/drawingml/2006/main" noGrp="1"/>
          </p:cNvSpPr>
          <p:nvPr/>
        </p:nvSpPr>
        <p:spPr>
          <a:xfrm xmlns:a="http://schemas.openxmlformats.org/drawingml/2006/main">
            <a:off x="14661356" y="4680680"/>
            <a:ext cx="281606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관계 + coverage 함께 게시</a:t>
            </a:r>
          </a:p>
        </p:txBody>
      </p:sp>
      <p:sp>
        <p:nvSpPr>
          <p:cNvPr id="294" name="dp45-comparison / n195 / text 2">
            <a:extLst xmlns:a="http://schemas.openxmlformats.org/drawingml/2006/main">
              <a:ext uri="{FF2B5EF4-FFF2-40B4-BE49-F238E27FC236}">
                <a16:creationId xmlns:a16="http://schemas.microsoft.com/office/drawing/2014/main" id="{E2264F73-816E-4FD4-A2A2-FA07BCEDE03B}"/>
              </a:ext>
            </a:extLst>
          </p:cNvPr>
          <p:cNvSpPr>
            <a:spLocks xmlns:a="http://schemas.openxmlformats.org/drawingml/2006/main" noGrp="1"/>
          </p:cNvSpPr>
          <p:nvPr/>
        </p:nvSpPr>
        <p:spPr>
          <a:xfrm xmlns:a="http://schemas.openxmlformats.org/drawingml/2006/main">
            <a:off x="14661356" y="4818355"/>
            <a:ext cx="2816066"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지속 관리 파생물 / 전역 snapshot 아님</a:t>
            </a:r>
          </a:p>
        </p:txBody>
      </p:sp>
      <p:sp>
        <p:nvSpPr>
          <p:cNvPr id="295" name="dp45-comparison / n196">
            <a:extLst xmlns:a="http://schemas.openxmlformats.org/drawingml/2006/main">
              <a:ext uri="{FF2B5EF4-FFF2-40B4-BE49-F238E27FC236}">
                <a16:creationId xmlns:a16="http://schemas.microsoft.com/office/drawing/2014/main" id="{C0782B9B-8C53-40EE-AAE2-8321A68FDE49}"/>
              </a:ext>
            </a:extLst>
          </p:cNvPr>
          <p:cNvSpPr>
            <a:spLocks xmlns:a="http://schemas.openxmlformats.org/drawingml/2006/main" noGrp="1"/>
          </p:cNvSpPr>
          <p:nvPr/>
        </p:nvSpPr>
        <p:spPr>
          <a:xfrm xmlns:a="http://schemas.openxmlformats.org/drawingml/2006/main">
            <a:off x="12596241" y="5000530"/>
            <a:ext cx="3405424"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6" name="dp45-comparison / n197 / text 1">
            <a:extLst xmlns:a="http://schemas.openxmlformats.org/drawingml/2006/main">
              <a:ext uri="{FF2B5EF4-FFF2-40B4-BE49-F238E27FC236}">
                <a16:creationId xmlns:a16="http://schemas.microsoft.com/office/drawing/2014/main" id="{88554556-6F82-4483-AC08-B10F21C0ACDF}"/>
              </a:ext>
            </a:extLst>
          </p:cNvPr>
          <p:cNvSpPr>
            <a:spLocks xmlns:a="http://schemas.openxmlformats.org/drawingml/2006/main" noGrp="1"/>
          </p:cNvSpPr>
          <p:nvPr/>
        </p:nvSpPr>
        <p:spPr>
          <a:xfrm xmlns:a="http://schemas.openxmlformats.org/drawingml/2006/main">
            <a:off x="12610148" y="5007483"/>
            <a:ext cx="4832509"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P20 → E20 실제 전달 위치 / T21 → D21@v2 / T22 → D22@v1</a:t>
            </a:r>
          </a:p>
        </p:txBody>
      </p:sp>
      <p:sp>
        <p:nvSpPr>
          <p:cNvPr id="297" name="dp45-comparison / n198">
            <a:extLst xmlns:a="http://schemas.openxmlformats.org/drawingml/2006/main">
              <a:ext uri="{FF2B5EF4-FFF2-40B4-BE49-F238E27FC236}">
                <a16:creationId xmlns:a16="http://schemas.microsoft.com/office/drawing/2014/main" id="{C7C6B8B4-5223-4D79-BD5A-37959ACF055A}"/>
              </a:ext>
            </a:extLst>
          </p:cNvPr>
          <p:cNvSpPr>
            <a:spLocks xmlns:a="http://schemas.openxmlformats.org/drawingml/2006/main" noGrp="1"/>
          </p:cNvSpPr>
          <p:nvPr/>
        </p:nvSpPr>
        <p:spPr>
          <a:xfrm xmlns:a="http://schemas.openxmlformats.org/drawingml/2006/main">
            <a:off x="12596241" y="5174361"/>
            <a:ext cx="3832631" cy="158534"/>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8" name="dp45-comparison / n199 / text 1">
            <a:extLst xmlns:a="http://schemas.openxmlformats.org/drawingml/2006/main">
              <a:ext uri="{FF2B5EF4-FFF2-40B4-BE49-F238E27FC236}">
                <a16:creationId xmlns:a16="http://schemas.microsoft.com/office/drawing/2014/main" id="{6F16BA0B-BF20-4B87-8787-C8B9A25F36A4}"/>
              </a:ext>
            </a:extLst>
          </p:cNvPr>
          <p:cNvSpPr>
            <a:spLocks xmlns:a="http://schemas.openxmlformats.org/drawingml/2006/main" noGrp="1"/>
          </p:cNvSpPr>
          <p:nvPr/>
        </p:nvSpPr>
        <p:spPr>
          <a:xfrm xmlns:a="http://schemas.openxmlformats.org/drawingml/2006/main">
            <a:off x="12610148" y="5181314"/>
            <a:ext cx="4832509"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source/revision/구간 / 명시/derived / coverage / producer/schema</a:t>
            </a:r>
          </a:p>
        </p:txBody>
      </p:sp>
      <p:sp>
        <p:nvSpPr>
          <p:cNvPr id="299" name="dp45-comparison / n202">
            <a:extLst xmlns:a="http://schemas.openxmlformats.org/drawingml/2006/main">
              <a:ext uri="{FF2B5EF4-FFF2-40B4-BE49-F238E27FC236}">
                <a16:creationId xmlns:a16="http://schemas.microsoft.com/office/drawing/2014/main" id="{21F69E85-E890-40E1-B98F-2B5C3A4B02D7}"/>
              </a:ext>
            </a:extLst>
          </p:cNvPr>
          <p:cNvSpPr>
            <a:spLocks xmlns:a="http://schemas.openxmlformats.org/drawingml/2006/main" noGrp="1"/>
          </p:cNvSpPr>
          <p:nvPr/>
        </p:nvSpPr>
        <p:spPr>
          <a:xfrm xmlns:a="http://schemas.openxmlformats.org/drawingml/2006/main">
            <a:off x="14668310" y="5584603"/>
            <a:ext cx="2132701"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0" name="dp45-comparison / n203 / text 1">
            <a:extLst xmlns:a="http://schemas.openxmlformats.org/drawingml/2006/main">
              <a:ext uri="{FF2B5EF4-FFF2-40B4-BE49-F238E27FC236}">
                <a16:creationId xmlns:a16="http://schemas.microsoft.com/office/drawing/2014/main" id="{E9098FC4-C4C7-4C45-AB72-768AAEBD9F71}"/>
              </a:ext>
            </a:extLst>
          </p:cNvPr>
          <p:cNvSpPr>
            <a:spLocks xmlns:a="http://schemas.openxmlformats.org/drawingml/2006/main" noGrp="1"/>
          </p:cNvSpPr>
          <p:nvPr/>
        </p:nvSpPr>
        <p:spPr>
          <a:xfrm xmlns:a="http://schemas.openxmlformats.org/drawingml/2006/main">
            <a:off x="14682216" y="5591556"/>
            <a:ext cx="2746534"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6 게시된 후보 / locator / coverage</a:t>
            </a:r>
          </a:p>
        </p:txBody>
      </p:sp>
      <p:sp>
        <p:nvSpPr>
          <p:cNvPr id="301" name="dp45-comparison / n206">
            <a:extLst xmlns:a="http://schemas.openxmlformats.org/drawingml/2006/main">
              <a:ext uri="{FF2B5EF4-FFF2-40B4-BE49-F238E27FC236}">
                <a16:creationId xmlns:a16="http://schemas.microsoft.com/office/drawing/2014/main" id="{79C255CC-7EFD-4049-AAE7-1C972D68F64C}"/>
              </a:ext>
            </a:extLst>
          </p:cNvPr>
          <p:cNvSpPr>
            <a:spLocks xmlns:a="http://schemas.openxmlformats.org/drawingml/2006/main" noGrp="1"/>
          </p:cNvSpPr>
          <p:nvPr/>
        </p:nvSpPr>
        <p:spPr>
          <a:xfrm xmlns:a="http://schemas.openxmlformats.org/drawingml/2006/main">
            <a:off x="9780175" y="4680680"/>
            <a:ext cx="1264101" cy="534844"/>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2" name="dp45-comparison / n207 / text 1">
            <a:extLst xmlns:a="http://schemas.openxmlformats.org/drawingml/2006/main">
              <a:ext uri="{FF2B5EF4-FFF2-40B4-BE49-F238E27FC236}">
                <a16:creationId xmlns:a16="http://schemas.microsoft.com/office/drawing/2014/main" id="{6879E14C-51FD-4B43-948A-A98E1439A3C7}"/>
              </a:ext>
            </a:extLst>
          </p:cNvPr>
          <p:cNvSpPr>
            <a:spLocks xmlns:a="http://schemas.openxmlformats.org/drawingml/2006/main" noGrp="1"/>
          </p:cNvSpPr>
          <p:nvPr/>
        </p:nvSpPr>
        <p:spPr>
          <a:xfrm xmlns:a="http://schemas.openxmlformats.org/drawingml/2006/main">
            <a:off x="9794081" y="4687634"/>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NOT_COVERED / 파생 오류</a:t>
            </a:r>
          </a:p>
        </p:txBody>
      </p:sp>
      <p:sp>
        <p:nvSpPr>
          <p:cNvPr id="303" name="dp45-comparison / n207 / text 2">
            <a:extLst xmlns:a="http://schemas.openxmlformats.org/drawingml/2006/main">
              <a:ext uri="{FF2B5EF4-FFF2-40B4-BE49-F238E27FC236}">
                <a16:creationId xmlns:a16="http://schemas.microsoft.com/office/drawing/2014/main" id="{A0C63DB7-B2C9-4ACC-9CF8-672BAB00B076}"/>
              </a:ext>
            </a:extLst>
          </p:cNvPr>
          <p:cNvSpPr>
            <a:spLocks xmlns:a="http://schemas.openxmlformats.org/drawingml/2006/main" noGrp="1"/>
          </p:cNvSpPr>
          <p:nvPr/>
        </p:nvSpPr>
        <p:spPr>
          <a:xfrm xmlns:a="http://schemas.openxmlformats.org/drawingml/2006/main">
            <a:off x="9794081" y="4816130"/>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 생산 / 재검증 요청</a:t>
            </a:r>
          </a:p>
        </p:txBody>
      </p:sp>
      <p:sp>
        <p:nvSpPr>
          <p:cNvPr id="304" name="dp45-comparison / n207 / text 3">
            <a:extLst xmlns:a="http://schemas.openxmlformats.org/drawingml/2006/main">
              <a:ext uri="{FF2B5EF4-FFF2-40B4-BE49-F238E27FC236}">
                <a16:creationId xmlns:a16="http://schemas.microsoft.com/office/drawing/2014/main" id="{093268A2-6507-4F17-9F54-D64743EB4413}"/>
              </a:ext>
            </a:extLst>
          </p:cNvPr>
          <p:cNvSpPr>
            <a:spLocks xmlns:a="http://schemas.openxmlformats.org/drawingml/2006/main" noGrp="1"/>
          </p:cNvSpPr>
          <p:nvPr/>
        </p:nvSpPr>
        <p:spPr>
          <a:xfrm xmlns:a="http://schemas.openxmlformats.org/drawingml/2006/main">
            <a:off x="9794081" y="4944626"/>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 게시 revision / 상태</a:t>
            </a:r>
          </a:p>
        </p:txBody>
      </p:sp>
      <p:sp>
        <p:nvSpPr>
          <p:cNvPr id="305" name="dp45-comparison / n207 / text 4">
            <a:extLst xmlns:a="http://schemas.openxmlformats.org/drawingml/2006/main">
              <a:ext uri="{FF2B5EF4-FFF2-40B4-BE49-F238E27FC236}">
                <a16:creationId xmlns:a16="http://schemas.microsoft.com/office/drawing/2014/main" id="{E5CBEE77-76F3-4FA2-BF52-6A7F9C1DC2A3}"/>
              </a:ext>
            </a:extLst>
          </p:cNvPr>
          <p:cNvSpPr>
            <a:spLocks xmlns:a="http://schemas.openxmlformats.org/drawingml/2006/main" noGrp="1"/>
          </p:cNvSpPr>
          <p:nvPr/>
        </p:nvSpPr>
        <p:spPr>
          <a:xfrm xmlns:a="http://schemas.openxmlformats.org/drawingml/2006/main">
            <a:off x="9794081" y="5073122"/>
            <a:ext cx="2468404"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게시 확인 뒤 6 재조회</a:t>
            </a:r>
          </a:p>
        </p:txBody>
      </p:sp>
      <p:sp>
        <p:nvSpPr>
          <p:cNvPr id="306" name="dp45-comparison / n208">
            <a:extLst xmlns:a="http://schemas.openxmlformats.org/drawingml/2006/main">
              <a:ext uri="{FF2B5EF4-FFF2-40B4-BE49-F238E27FC236}">
                <a16:creationId xmlns:a16="http://schemas.microsoft.com/office/drawing/2014/main" id="{2CB7C86A-1B2D-40FD-A77A-685C140D3CB4}"/>
              </a:ext>
            </a:extLst>
          </p:cNvPr>
          <p:cNvSpPr>
            <a:spLocks xmlns:a="http://schemas.openxmlformats.org/drawingml/2006/main" noGrp="1"/>
          </p:cNvSpPr>
          <p:nvPr/>
        </p:nvSpPr>
        <p:spPr>
          <a:xfrm xmlns:a="http://schemas.openxmlformats.org/drawingml/2006/main">
            <a:off x="12561475" y="5960078"/>
            <a:ext cx="2084584"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07" name="dp45-comparison / n209 / text 1">
            <a:extLst xmlns:a="http://schemas.openxmlformats.org/drawingml/2006/main">
              <a:ext uri="{FF2B5EF4-FFF2-40B4-BE49-F238E27FC236}">
                <a16:creationId xmlns:a16="http://schemas.microsoft.com/office/drawing/2014/main" id="{B37CBFEA-F1C9-4571-9DCD-3A7BF65B0ED6}"/>
              </a:ext>
            </a:extLst>
          </p:cNvPr>
          <p:cNvSpPr>
            <a:spLocks xmlns:a="http://schemas.openxmlformats.org/drawingml/2006/main" noGrp="1"/>
          </p:cNvSpPr>
          <p:nvPr/>
        </p:nvSpPr>
        <p:spPr>
          <a:xfrm xmlns:a="http://schemas.openxmlformats.org/drawingml/2006/main">
            <a:off x="12575381" y="5967032"/>
            <a:ext cx="3024664"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UNSUPPORTED_RELATION ≠ NOT_COVERED</a:t>
            </a:r>
          </a:p>
        </p:txBody>
      </p:sp>
      <p:sp>
        <p:nvSpPr>
          <p:cNvPr id="308" name="dp45-comparison / n209 / text 2">
            <a:extLst xmlns:a="http://schemas.openxmlformats.org/drawingml/2006/main">
              <a:ext uri="{FF2B5EF4-FFF2-40B4-BE49-F238E27FC236}">
                <a16:creationId xmlns:a16="http://schemas.microsoft.com/office/drawing/2014/main" id="{62F9AAAE-ECD0-4AD9-B4EC-1709A24BCFBC}"/>
              </a:ext>
            </a:extLst>
          </p:cNvPr>
          <p:cNvSpPr>
            <a:spLocks xmlns:a="http://schemas.openxmlformats.org/drawingml/2006/main" noGrp="1"/>
          </p:cNvSpPr>
          <p:nvPr/>
        </p:nvSpPr>
        <p:spPr>
          <a:xfrm xmlns:a="http://schemas.openxmlformats.org/drawingml/2006/main">
            <a:off x="12575381" y="6104706"/>
            <a:ext cx="3024664"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NO_MATCH ≠ DENIED / UNAVAILABLE</a:t>
            </a:r>
          </a:p>
        </p:txBody>
      </p:sp>
      <p:sp>
        <p:nvSpPr>
          <p:cNvPr id="309" name="dp45-comparison / n216">
            <a:extLst xmlns:a="http://schemas.openxmlformats.org/drawingml/2006/main">
              <a:ext uri="{FF2B5EF4-FFF2-40B4-BE49-F238E27FC236}">
                <a16:creationId xmlns:a16="http://schemas.microsoft.com/office/drawing/2014/main" id="{1961AF1F-B73A-40BE-B9E1-B09C91E2BE38}"/>
              </a:ext>
            </a:extLst>
          </p:cNvPr>
          <p:cNvSpPr>
            <a:spLocks xmlns:a="http://schemas.openxmlformats.org/drawingml/2006/main" noGrp="1"/>
          </p:cNvSpPr>
          <p:nvPr/>
        </p:nvSpPr>
        <p:spPr>
          <a:xfrm xmlns:a="http://schemas.openxmlformats.org/drawingml/2006/main">
            <a:off x="14682216" y="6530245"/>
            <a:ext cx="2324471" cy="29620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0" name="dp45-comparison / n217 / text 1">
            <a:extLst xmlns:a="http://schemas.openxmlformats.org/drawingml/2006/main">
              <a:ext uri="{FF2B5EF4-FFF2-40B4-BE49-F238E27FC236}">
                <a16:creationId xmlns:a16="http://schemas.microsoft.com/office/drawing/2014/main" id="{28607274-C386-4747-B7D3-FCD11EC6A8BF}"/>
              </a:ext>
            </a:extLst>
          </p:cNvPr>
          <p:cNvSpPr>
            <a:spLocks xmlns:a="http://schemas.openxmlformats.org/drawingml/2006/main" noGrp="1"/>
          </p:cNvSpPr>
          <p:nvPr/>
        </p:nvSpPr>
        <p:spPr>
          <a:xfrm xmlns:a="http://schemas.openxmlformats.org/drawingml/2006/main">
            <a:off x="14696123" y="6537198"/>
            <a:ext cx="2711768"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현재 metadata / 인용 / 충돌 원문 확인</a:t>
            </a:r>
          </a:p>
        </p:txBody>
      </p:sp>
      <p:sp>
        <p:nvSpPr>
          <p:cNvPr id="311" name="dp45-comparison / n217 / text 2">
            <a:extLst xmlns:a="http://schemas.openxmlformats.org/drawingml/2006/main">
              <a:ext uri="{FF2B5EF4-FFF2-40B4-BE49-F238E27FC236}">
                <a16:creationId xmlns:a16="http://schemas.microsoft.com/office/drawing/2014/main" id="{D11B7B2F-1E32-4BD4-A723-0DA7DAF9664D}"/>
              </a:ext>
            </a:extLst>
          </p:cNvPr>
          <p:cNvSpPr>
            <a:spLocks xmlns:a="http://schemas.openxmlformats.org/drawingml/2006/main" noGrp="1"/>
          </p:cNvSpPr>
          <p:nvPr/>
        </p:nvSpPr>
        <p:spPr>
          <a:xfrm xmlns:a="http://schemas.openxmlformats.org/drawingml/2006/main">
            <a:off x="14696123" y="6674872"/>
            <a:ext cx="2711768" cy="151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1" b="0">
                <a:solidFill>
                  <a:srgbClr val="000000"/>
                </a:solidFill>
                <a:latin typeface="Apple SD Gothic Neo"/>
                <a:ea typeface="Apple SD Gothic Neo"/>
                <a:cs typeface="Apple SD Gothic Neo"/>
              </a:defRPr>
            </a:pPr>
            <a:r>
              <a:rPr sz="821" b="0">
                <a:solidFill>
                  <a:srgbClr val="000000"/>
                </a:solidFill>
                <a:latin typeface="Apple SD Gothic Neo"/>
                <a:ea typeface="Apple SD Gothic Neo"/>
                <a:cs typeface="Apple SD Gothic Neo"/>
              </a:rPr>
              <a:t>삭제 / 철회 즉시 fence / 옛 job 게시 금지</a:t>
            </a:r>
          </a:p>
        </p:txBody>
      </p:sp>
      <p:sp>
        <p:nvSpPr>
          <p:cNvPr id="312" name="dp45-comparison / n219">
            <a:extLst xmlns:a="http://schemas.openxmlformats.org/drawingml/2006/main">
              <a:ext uri="{FF2B5EF4-FFF2-40B4-BE49-F238E27FC236}">
                <a16:creationId xmlns:a16="http://schemas.microsoft.com/office/drawing/2014/main" id="{582BEE6C-3540-4B19-97C1-CDFBD7FDADBF}"/>
              </a:ext>
            </a:extLst>
          </p:cNvPr>
          <p:cNvSpPr>
            <a:spLocks xmlns:a="http://schemas.openxmlformats.org/drawingml/2006/main" noGrp="1"/>
          </p:cNvSpPr>
          <p:nvPr/>
        </p:nvSpPr>
        <p:spPr>
          <a:xfrm xmlns:a="http://schemas.openxmlformats.org/drawingml/2006/main">
            <a:off x="9780175" y="5236940"/>
            <a:ext cx="2047176" cy="140178"/>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5-comparison / n220 / text 1">
            <a:extLst xmlns:a="http://schemas.openxmlformats.org/drawingml/2006/main">
              <a:ext uri="{FF2B5EF4-FFF2-40B4-BE49-F238E27FC236}">
                <a16:creationId xmlns:a16="http://schemas.microsoft.com/office/drawing/2014/main" id="{CD9C14D0-7ADE-46A4-8FFE-9C01CC62A355}"/>
              </a:ext>
            </a:extLst>
          </p:cNvPr>
          <p:cNvSpPr>
            <a:spLocks xmlns:a="http://schemas.openxmlformats.org/drawingml/2006/main" noGrp="1"/>
          </p:cNvSpPr>
          <p:nvPr/>
        </p:nvSpPr>
        <p:spPr>
          <a:xfrm xmlns:a="http://schemas.openxmlformats.org/drawingml/2006/main">
            <a:off x="9794081" y="5243894"/>
            <a:ext cx="2468404" cy="1310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12" b="0">
                <a:solidFill>
                  <a:srgbClr val="000000"/>
                </a:solidFill>
                <a:latin typeface="Apple SD Gothic Neo"/>
                <a:ea typeface="Apple SD Gothic Neo"/>
                <a:cs typeface="Apple SD Gothic Neo"/>
              </a:defRPr>
            </a:pPr>
            <a:r>
              <a:rPr sz="712" b="0">
                <a:solidFill>
                  <a:srgbClr val="000000"/>
                </a:solidFill>
                <a:latin typeface="Apple SD Gothic Neo"/>
                <a:ea typeface="Apple SD Gothic Neo"/>
                <a:cs typeface="Apple SD Gothic Neo"/>
              </a:rPr>
              <a:t>EvidenceDispute → 해당 버전 차단 / 재검증</a:t>
            </a:r>
          </a:p>
        </p:txBody>
      </p:sp>
      <p:sp>
        <p:nvSpPr>
          <p:cNvPr id="314" name="dp45-comparison / n223">
            <a:extLst xmlns:a="http://schemas.openxmlformats.org/drawingml/2006/main">
              <a:ext uri="{FF2B5EF4-FFF2-40B4-BE49-F238E27FC236}">
                <a16:creationId xmlns:a16="http://schemas.microsoft.com/office/drawing/2014/main" id="{7040048B-FD65-4768-A0B3-F0F16028D29A}"/>
              </a:ext>
            </a:extLst>
          </p:cNvPr>
          <p:cNvSpPr>
            <a:spLocks xmlns:a="http://schemas.openxmlformats.org/drawingml/2006/main" noGrp="1"/>
          </p:cNvSpPr>
          <p:nvPr/>
        </p:nvSpPr>
        <p:spPr>
          <a:xfrm xmlns:a="http://schemas.openxmlformats.org/drawingml/2006/main">
            <a:off x="9780175" y="6662357"/>
            <a:ext cx="3283047"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5-comparison / n224 / text 1">
            <a:extLst xmlns:a="http://schemas.openxmlformats.org/drawingml/2006/main">
              <a:ext uri="{FF2B5EF4-FFF2-40B4-BE49-F238E27FC236}">
                <a16:creationId xmlns:a16="http://schemas.microsoft.com/office/drawing/2014/main" id="{E204CAEA-06A0-4FB3-A988-FA1B7D8CD585}"/>
              </a:ext>
            </a:extLst>
          </p:cNvPr>
          <p:cNvSpPr>
            <a:spLocks xmlns:a="http://schemas.openxmlformats.org/drawingml/2006/main" noGrp="1"/>
          </p:cNvSpPr>
          <p:nvPr/>
        </p:nvSpPr>
        <p:spPr>
          <a:xfrm xmlns:a="http://schemas.openxmlformats.org/drawingml/2006/main">
            <a:off x="9794081" y="6669310"/>
            <a:ext cx="4728210"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3 과거 의미 관계만 조건부 모델 호출 / 명시 ID / 위치는 코드 가능</a:t>
            </a:r>
          </a:p>
        </p:txBody>
      </p:sp>
      <p:sp>
        <p:nvSpPr>
          <p:cNvPr id="316" name="dp45-comparison / n227">
            <a:extLst xmlns:a="http://schemas.openxmlformats.org/drawingml/2006/main">
              <a:ext uri="{FF2B5EF4-FFF2-40B4-BE49-F238E27FC236}">
                <a16:creationId xmlns:a16="http://schemas.microsoft.com/office/drawing/2014/main" id="{E55EF669-DBED-43C4-9A7E-FF5B24CDAE96}"/>
              </a:ext>
            </a:extLst>
          </p:cNvPr>
          <p:cNvSpPr>
            <a:spLocks xmlns:a="http://schemas.openxmlformats.org/drawingml/2006/main" noGrp="1"/>
          </p:cNvSpPr>
          <p:nvPr/>
        </p:nvSpPr>
        <p:spPr>
          <a:xfrm xmlns:a="http://schemas.openxmlformats.org/drawingml/2006/main">
            <a:off x="9780175" y="3825431"/>
            <a:ext cx="2398871"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5-comparison / n228 / text 1">
            <a:extLst xmlns:a="http://schemas.openxmlformats.org/drawingml/2006/main">
              <a:ext uri="{FF2B5EF4-FFF2-40B4-BE49-F238E27FC236}">
                <a16:creationId xmlns:a16="http://schemas.microsoft.com/office/drawing/2014/main" id="{90E59035-C10E-497C-8A7B-0FF6A64556A7}"/>
              </a:ext>
            </a:extLst>
          </p:cNvPr>
          <p:cNvSpPr>
            <a:spLocks xmlns:a="http://schemas.openxmlformats.org/drawingml/2006/main" noGrp="1"/>
          </p:cNvSpPr>
          <p:nvPr/>
        </p:nvSpPr>
        <p:spPr>
          <a:xfrm xmlns:a="http://schemas.openxmlformats.org/drawingml/2006/main">
            <a:off x="9794081" y="38323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5 EvidenceQuery →</a:t>
            </a:r>
          </a:p>
        </p:txBody>
      </p:sp>
      <p:sp>
        <p:nvSpPr>
          <p:cNvPr id="318" name="dp45-comparison / n228 / text 2">
            <a:extLst xmlns:a="http://schemas.openxmlformats.org/drawingml/2006/main">
              <a:ext uri="{FF2B5EF4-FFF2-40B4-BE49-F238E27FC236}">
                <a16:creationId xmlns:a16="http://schemas.microsoft.com/office/drawing/2014/main" id="{2E31B81B-ED1A-4837-9987-B3D5DEF4444D}"/>
              </a:ext>
            </a:extLst>
          </p:cNvPr>
          <p:cNvSpPr>
            <a:spLocks xmlns:a="http://schemas.openxmlformats.org/drawingml/2006/main" noGrp="1"/>
          </p:cNvSpPr>
          <p:nvPr/>
        </p:nvSpPr>
        <p:spPr>
          <a:xfrm xmlns:a="http://schemas.openxmlformats.org/drawingml/2006/main">
            <a:off x="9794081" y="3988415"/>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목적 / 권한 / 과거 후보 / 원문 조건 / 예산</a:t>
            </a:r>
          </a:p>
        </p:txBody>
      </p:sp>
      <p:sp>
        <p:nvSpPr>
          <p:cNvPr id="319" name="dp45-comparison / n229">
            <a:extLst xmlns:a="http://schemas.openxmlformats.org/drawingml/2006/main">
              <a:ext uri="{FF2B5EF4-FFF2-40B4-BE49-F238E27FC236}">
                <a16:creationId xmlns:a16="http://schemas.microsoft.com/office/drawing/2014/main" id="{AFBFA00B-97FC-4D0E-B5B8-6519BB69258E}"/>
              </a:ext>
            </a:extLst>
          </p:cNvPr>
          <p:cNvSpPr>
            <a:spLocks xmlns:a="http://schemas.openxmlformats.org/drawingml/2006/main" noGrp="1"/>
          </p:cNvSpPr>
          <p:nvPr/>
        </p:nvSpPr>
        <p:spPr>
          <a:xfrm xmlns:a="http://schemas.openxmlformats.org/drawingml/2006/main">
            <a:off x="9780175" y="4312158"/>
            <a:ext cx="2221702" cy="33292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0" name="dp45-comparison / n230 / text 1">
            <a:extLst xmlns:a="http://schemas.openxmlformats.org/drawingml/2006/main">
              <a:ext uri="{FF2B5EF4-FFF2-40B4-BE49-F238E27FC236}">
                <a16:creationId xmlns:a16="http://schemas.microsoft.com/office/drawing/2014/main" id="{3D75847A-194F-49EB-AEDC-2F88F13BA440}"/>
              </a:ext>
            </a:extLst>
          </p:cNvPr>
          <p:cNvSpPr>
            <a:spLocks xmlns:a="http://schemas.openxmlformats.org/drawingml/2006/main" noGrp="1"/>
          </p:cNvSpPr>
          <p:nvPr/>
        </p:nvSpPr>
        <p:spPr>
          <a:xfrm xmlns:a="http://schemas.openxmlformats.org/drawingml/2006/main">
            <a:off x="9794081" y="4319111"/>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 EvidenceBundle + query receipt</a:t>
            </a:r>
          </a:p>
        </p:txBody>
      </p:sp>
      <p:sp>
        <p:nvSpPr>
          <p:cNvPr id="321" name="dp45-comparison / n230 / text 2">
            <a:extLst xmlns:a="http://schemas.openxmlformats.org/drawingml/2006/main">
              <a:ext uri="{FF2B5EF4-FFF2-40B4-BE49-F238E27FC236}">
                <a16:creationId xmlns:a16="http://schemas.microsoft.com/office/drawing/2014/main" id="{D97522E2-4D4E-44DF-8C3B-D161F27F7732}"/>
              </a:ext>
            </a:extLst>
          </p:cNvPr>
          <p:cNvSpPr>
            <a:spLocks xmlns:a="http://schemas.openxmlformats.org/drawingml/2006/main" noGrp="1"/>
          </p:cNvSpPr>
          <p:nvPr/>
        </p:nvSpPr>
        <p:spPr>
          <a:xfrm xmlns:a="http://schemas.openxmlformats.org/drawingml/2006/main">
            <a:off x="9794081" y="4475142"/>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출처 / 버전 / 누락 범위</a:t>
            </a:r>
          </a:p>
        </p:txBody>
      </p:sp>
      <p:sp>
        <p:nvSpPr>
          <p:cNvPr id="322" name="dp45-comparison / n233">
            <a:extLst xmlns:a="http://schemas.openxmlformats.org/drawingml/2006/main">
              <a:ext uri="{FF2B5EF4-FFF2-40B4-BE49-F238E27FC236}">
                <a16:creationId xmlns:a16="http://schemas.microsoft.com/office/drawing/2014/main" id="{A845F358-BAC1-4D55-BD18-ACADA53634F1}"/>
              </a:ext>
            </a:extLst>
          </p:cNvPr>
          <p:cNvSpPr>
            <a:spLocks xmlns:a="http://schemas.openxmlformats.org/drawingml/2006/main" noGrp="1"/>
          </p:cNvSpPr>
          <p:nvPr/>
        </p:nvSpPr>
        <p:spPr>
          <a:xfrm xmlns:a="http://schemas.openxmlformats.org/drawingml/2006/main">
            <a:off x="9780175" y="5410771"/>
            <a:ext cx="2042865" cy="149356"/>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5-comparison / n234 / text 1">
            <a:extLst xmlns:a="http://schemas.openxmlformats.org/drawingml/2006/main">
              <a:ext uri="{FF2B5EF4-FFF2-40B4-BE49-F238E27FC236}">
                <a16:creationId xmlns:a16="http://schemas.microsoft.com/office/drawing/2014/main" id="{D02B19BC-416C-4FE1-AD1F-90DC149EAB9E}"/>
              </a:ext>
            </a:extLst>
          </p:cNvPr>
          <p:cNvSpPr>
            <a:spLocks xmlns:a="http://schemas.openxmlformats.org/drawingml/2006/main" noGrp="1"/>
          </p:cNvSpPr>
          <p:nvPr/>
        </p:nvSpPr>
        <p:spPr>
          <a:xfrm xmlns:a="http://schemas.openxmlformats.org/drawingml/2006/main">
            <a:off x="9794081" y="5417725"/>
            <a:ext cx="2364105" cy="14115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66" b="0">
                <a:solidFill>
                  <a:srgbClr val="000000"/>
                </a:solidFill>
                <a:latin typeface="Apple SD Gothic Neo"/>
                <a:ea typeface="Apple SD Gothic Neo"/>
                <a:cs typeface="Apple SD Gothic Neo"/>
              </a:defRPr>
            </a:pPr>
            <a:r>
              <a:rPr sz="766" b="0">
                <a:solidFill>
                  <a:srgbClr val="000000"/>
                </a:solidFill>
                <a:latin typeface="Apple SD Gothic Neo"/>
                <a:ea typeface="Apple SD Gothic Neo"/>
                <a:cs typeface="Apple SD Gothic Neo"/>
              </a:rPr>
              <a:t>입력 + 근거 ↓ / 의미 / 추가 조회 제안 ↑</a:t>
            </a:r>
          </a:p>
        </p:txBody>
      </p:sp>
      <p:sp>
        <p:nvSpPr>
          <p:cNvPr id="324" name="dp45-comparison / n236">
            <a:extLst xmlns:a="http://schemas.openxmlformats.org/drawingml/2006/main">
              <a:ext uri="{FF2B5EF4-FFF2-40B4-BE49-F238E27FC236}">
                <a16:creationId xmlns:a16="http://schemas.microsoft.com/office/drawing/2014/main" id="{F255A8FF-7C5D-4093-896A-9E5B0655AB0D}"/>
              </a:ext>
            </a:extLst>
          </p:cNvPr>
          <p:cNvSpPr>
            <a:spLocks xmlns:a="http://schemas.openxmlformats.org/drawingml/2006/main" noGrp="1"/>
          </p:cNvSpPr>
          <p:nvPr/>
        </p:nvSpPr>
        <p:spPr>
          <a:xfrm xmlns:a="http://schemas.openxmlformats.org/drawingml/2006/main">
            <a:off x="12318111" y="2365248"/>
            <a:ext cx="3661303" cy="167712"/>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5-comparison / n237 / text 1">
            <a:extLst xmlns:a="http://schemas.openxmlformats.org/drawingml/2006/main">
              <a:ext uri="{FF2B5EF4-FFF2-40B4-BE49-F238E27FC236}">
                <a16:creationId xmlns:a16="http://schemas.microsoft.com/office/drawing/2014/main" id="{6DB00E15-F1A2-4DB7-B5AF-040BA1701485}"/>
              </a:ext>
            </a:extLst>
          </p:cNvPr>
          <p:cNvSpPr>
            <a:spLocks xmlns:a="http://schemas.openxmlformats.org/drawingml/2006/main" noGrp="1"/>
          </p:cNvSpPr>
          <p:nvPr/>
        </p:nvSpPr>
        <p:spPr>
          <a:xfrm xmlns:a="http://schemas.openxmlformats.org/drawingml/2006/main">
            <a:off x="12332018" y="2372201"/>
            <a:ext cx="5180171" cy="1613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76" b="0">
                <a:solidFill>
                  <a:srgbClr val="000000"/>
                </a:solidFill>
                <a:latin typeface="Apple SD Gothic Neo"/>
                <a:ea typeface="Apple SD Gothic Neo"/>
                <a:cs typeface="Apple SD Gothic Neo"/>
              </a:defRPr>
            </a:pPr>
            <a:r>
              <a:rPr sz="876" b="0">
                <a:solidFill>
                  <a:srgbClr val="000000"/>
                </a:solidFill>
                <a:latin typeface="Apple SD Gothic Neo"/>
                <a:ea typeface="Apple SD Gothic Neo"/>
                <a:cs typeface="Apple SD Gothic Neo"/>
              </a:rPr>
              <a:t>채택 후 T23 위임 Context → / 진행 / 질문 / 결과는 대화에 연결</a:t>
            </a:r>
          </a:p>
        </p:txBody>
      </p:sp>
      <p:sp>
        <p:nvSpPr>
          <p:cNvPr id="326" name="dp45-comparison / n240">
            <a:extLst xmlns:a="http://schemas.openxmlformats.org/drawingml/2006/main">
              <a:ext uri="{FF2B5EF4-FFF2-40B4-BE49-F238E27FC236}">
                <a16:creationId xmlns:a16="http://schemas.microsoft.com/office/drawing/2014/main" id="{2A366439-3C06-46B3-9BA9-C45F7247A339}"/>
              </a:ext>
            </a:extLst>
          </p:cNvPr>
          <p:cNvSpPr>
            <a:spLocks xmlns:a="http://schemas.openxmlformats.org/drawingml/2006/main" noGrp="1"/>
          </p:cNvSpPr>
          <p:nvPr/>
        </p:nvSpPr>
        <p:spPr>
          <a:xfrm xmlns:a="http://schemas.openxmlformats.org/drawingml/2006/main">
            <a:off x="9780175" y="6154769"/>
            <a:ext cx="2245343" cy="488953"/>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7" name="dp45-comparison / n241 / text 1">
            <a:extLst xmlns:a="http://schemas.openxmlformats.org/drawingml/2006/main">
              <a:ext uri="{FF2B5EF4-FFF2-40B4-BE49-F238E27FC236}">
                <a16:creationId xmlns:a16="http://schemas.microsoft.com/office/drawing/2014/main" id="{E7EA7071-67F2-4997-AD6B-CDC8E6EEEAAE}"/>
              </a:ext>
            </a:extLst>
          </p:cNvPr>
          <p:cNvSpPr>
            <a:spLocks xmlns:a="http://schemas.openxmlformats.org/drawingml/2006/main" noGrp="1"/>
          </p:cNvSpPr>
          <p:nvPr/>
        </p:nvSpPr>
        <p:spPr>
          <a:xfrm xmlns:a="http://schemas.openxmlformats.org/drawingml/2006/main">
            <a:off x="9794081" y="616172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현재 의미 채택: Request Controller</a:t>
            </a:r>
          </a:p>
        </p:txBody>
      </p:sp>
      <p:sp>
        <p:nvSpPr>
          <p:cNvPr id="328" name="dp45-comparison / n241 / text 2">
            <a:extLst xmlns:a="http://schemas.openxmlformats.org/drawingml/2006/main">
              <a:ext uri="{FF2B5EF4-FFF2-40B4-BE49-F238E27FC236}">
                <a16:creationId xmlns:a16="http://schemas.microsoft.com/office/drawing/2014/main" id="{6FDE5618-F5BD-4BA0-BEDA-9010A25F5109}"/>
              </a:ext>
            </a:extLst>
          </p:cNvPr>
          <p:cNvSpPr>
            <a:spLocks xmlns:a="http://schemas.openxmlformats.org/drawingml/2006/main" noGrp="1"/>
          </p:cNvSpPr>
          <p:nvPr/>
        </p:nvSpPr>
        <p:spPr>
          <a:xfrm xmlns:a="http://schemas.openxmlformats.org/drawingml/2006/main">
            <a:off x="9794081" y="6317753"/>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권한 / version / 의미 일관성 재검사</a:t>
            </a:r>
          </a:p>
        </p:txBody>
      </p:sp>
      <p:sp>
        <p:nvSpPr>
          <p:cNvPr id="329" name="dp45-comparison / n241 / text 3">
            <a:extLst xmlns:a="http://schemas.openxmlformats.org/drawingml/2006/main">
              <a:ext uri="{FF2B5EF4-FFF2-40B4-BE49-F238E27FC236}">
                <a16:creationId xmlns:a16="http://schemas.microsoft.com/office/drawing/2014/main" id="{0042F1CF-DE72-476C-8C27-B97DF9319BB9}"/>
              </a:ext>
            </a:extLst>
          </p:cNvPr>
          <p:cNvSpPr>
            <a:spLocks xmlns:a="http://schemas.openxmlformats.org/drawingml/2006/main" noGrp="1"/>
          </p:cNvSpPr>
          <p:nvPr/>
        </p:nvSpPr>
        <p:spPr>
          <a:xfrm xmlns:a="http://schemas.openxmlformats.org/drawingml/2006/main">
            <a:off x="9794081" y="6473784"/>
            <a:ext cx="2398871"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T23 연결은 현재 판단의 결과</a:t>
            </a:r>
          </a:p>
        </p:txBody>
      </p:sp>
      <p:sp>
        <p:nvSpPr>
          <p:cNvPr id="330" name="dp45-comparison / n246">
            <a:extLst xmlns:a="http://schemas.openxmlformats.org/drawingml/2006/main">
              <a:ext uri="{FF2B5EF4-FFF2-40B4-BE49-F238E27FC236}">
                <a16:creationId xmlns:a16="http://schemas.microsoft.com/office/drawing/2014/main" id="{74CC7D3A-D017-403C-9AE3-B2AD1A6D8947}"/>
              </a:ext>
            </a:extLst>
          </p:cNvPr>
          <p:cNvSpPr>
            <a:spLocks xmlns:a="http://schemas.openxmlformats.org/drawingml/2006/main" noGrp="1"/>
          </p:cNvSpPr>
          <p:nvPr/>
        </p:nvSpPr>
        <p:spPr>
          <a:xfrm xmlns:a="http://schemas.openxmlformats.org/drawingml/2006/main">
            <a:off x="9780175" y="7183850"/>
            <a:ext cx="4623633" cy="176891"/>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31" name="dp45-comparison / n247 / text 1">
            <a:extLst xmlns:a="http://schemas.openxmlformats.org/drawingml/2006/main">
              <a:ext uri="{FF2B5EF4-FFF2-40B4-BE49-F238E27FC236}">
                <a16:creationId xmlns:a16="http://schemas.microsoft.com/office/drawing/2014/main" id="{AA4EEF2E-C2B8-400B-9E76-595381AF3B4F}"/>
              </a:ext>
            </a:extLst>
          </p:cNvPr>
          <p:cNvSpPr>
            <a:spLocks xmlns:a="http://schemas.openxmlformats.org/drawingml/2006/main" noGrp="1"/>
          </p:cNvSpPr>
          <p:nvPr/>
        </p:nvSpPr>
        <p:spPr>
          <a:xfrm xmlns:a="http://schemas.openxmlformats.org/drawingml/2006/main">
            <a:off x="9794081" y="7190804"/>
            <a:ext cx="7718108" cy="17139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31" b="0">
                <a:solidFill>
                  <a:srgbClr val="000000"/>
                </a:solidFill>
                <a:latin typeface="Apple SD Gothic Neo"/>
                <a:ea typeface="Apple SD Gothic Neo"/>
                <a:cs typeface="Apple SD Gothic Neo"/>
              </a:defRPr>
            </a:pPr>
            <a:r>
              <a:rPr sz="931" b="0">
                <a:solidFill>
                  <a:srgbClr val="000000"/>
                </a:solidFill>
                <a:latin typeface="Apple SD Gothic Neo"/>
                <a:ea typeface="Apple SD Gothic Neo"/>
                <a:cs typeface="Apple SD Gothic Neo"/>
              </a:rPr>
              <a:t>Omni 가중치 한 벌 / 생산 / 요청 session과 KV 분리 / 음성 입력 / ASR 계속</a:t>
            </a:r>
          </a:p>
        </p:txBody>
      </p:sp>
    </p:spTree>
    <p:extLst>
      <p:ext uri="{BB962C8B-B14F-4D97-AF65-F5344CB8AC3E}">
        <p14:creationId xmlns:p14="http://schemas.microsoft.com/office/powerpoint/2010/main" val="135992507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4" name="dp-background-overview / n1">
            <a:extLst xmlns:a="http://schemas.openxmlformats.org/drawingml/2006/main">
              <a:ext uri="{FF2B5EF4-FFF2-40B4-BE49-F238E27FC236}">
                <a16:creationId xmlns:a16="http://schemas.microsoft.com/office/drawing/2014/main" id="{BCB252B4-3EF3-48F3-94A9-1BCAE2A418BD}"/>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background-overview / n2 / text 1">
            <a:extLst xmlns:a="http://schemas.openxmlformats.org/drawingml/2006/main">
              <a:ext uri="{FF2B5EF4-FFF2-40B4-BE49-F238E27FC236}">
                <a16:creationId xmlns:a16="http://schemas.microsoft.com/office/drawing/2014/main" id="{373ADABA-EF30-4610-A9F1-0290322FEC59}"/>
              </a:ext>
            </a:extLst>
          </p:cNvPr>
          <p:cNvSpPr>
            <a:spLocks xmlns:a="http://schemas.openxmlformats.org/drawingml/2006/main" noGrp="1"/>
          </p:cNvSpPr>
          <p:nvPr/>
        </p:nvSpPr>
        <p:spPr>
          <a:xfrm xmlns:a="http://schemas.openxmlformats.org/drawingml/2006/main">
            <a:off x="609600" y="266700"/>
            <a:ext cx="17068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1">
                <a:solidFill>
                  <a:srgbClr val="5F6B77"/>
                </a:solidFill>
                <a:latin typeface="Apple SD Gothic Neo"/>
                <a:ea typeface="Apple SD Gothic Neo"/>
                <a:cs typeface="Apple SD Gothic Neo"/>
              </a:defRPr>
            </a:pPr>
            <a:r>
              <a:rPr sz="1500" b="1">
                <a:solidFill>
                  <a:srgbClr val="5F6B77"/>
                </a:solidFill>
                <a:latin typeface="Apple SD Gothic Neo"/>
                <a:ea typeface="Apple SD Gothic Neo"/>
                <a:cs typeface="Apple SD Gothic Neo"/>
              </a:rPr>
              <a:t>VIA 사용자 경험</a:t>
            </a:r>
          </a:p>
        </p:txBody>
      </p:sp>
      <p:sp>
        <p:nvSpPr>
          <p:cNvPr id="3" name="dp-background-overview / n3 / text 1">
            <a:extLst xmlns:a="http://schemas.openxmlformats.org/drawingml/2006/main">
              <a:ext uri="{FF2B5EF4-FFF2-40B4-BE49-F238E27FC236}">
                <a16:creationId xmlns:a16="http://schemas.microsoft.com/office/drawing/2014/main" id="{6EFEC89C-6778-4EDB-80E0-0B013F312A54}"/>
              </a:ext>
            </a:extLst>
          </p:cNvPr>
          <p:cNvSpPr>
            <a:spLocks xmlns:a="http://schemas.openxmlformats.org/drawingml/2006/main" noGrp="1"/>
          </p:cNvSpPr>
          <p:nvPr/>
        </p:nvSpPr>
        <p:spPr>
          <a:xfrm xmlns:a="http://schemas.openxmlformats.org/drawingml/2006/main">
            <a:off x="609600" y="647700"/>
            <a:ext cx="17068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3000" b="1">
                <a:solidFill>
                  <a:srgbClr val="18232E"/>
                </a:solidFill>
                <a:latin typeface="Apple SD Gothic Neo"/>
                <a:ea typeface="Apple SD Gothic Neo"/>
                <a:cs typeface="Apple SD Gothic Neo"/>
              </a:defRPr>
            </a:pPr>
            <a:r>
              <a:rPr sz="3000" b="1">
                <a:solidFill>
                  <a:srgbClr val="18232E"/>
                </a:solidFill>
                <a:latin typeface="Apple SD Gothic Neo"/>
                <a:ea typeface="Apple SD Gothic Neo"/>
                <a:cs typeface="Apple SD Gothic Neo"/>
              </a:rPr>
              <a:t>사용자가 계속 말하는 동안에도, VIA는 대화와 업무를 이어가야 합니다</a:t>
            </a:r>
          </a:p>
        </p:txBody>
      </p:sp>
      <p:sp>
        <p:nvSpPr>
          <p:cNvPr id="4" name="dp-background-overview / n4 / text 1">
            <a:extLst xmlns:a="http://schemas.openxmlformats.org/drawingml/2006/main">
              <a:ext uri="{FF2B5EF4-FFF2-40B4-BE49-F238E27FC236}">
                <a16:creationId xmlns:a16="http://schemas.microsoft.com/office/drawing/2014/main" id="{C74D0A75-1C75-43F9-9440-0F933C33E837}"/>
              </a:ext>
            </a:extLst>
          </p:cNvPr>
          <p:cNvSpPr>
            <a:spLocks xmlns:a="http://schemas.openxmlformats.org/drawingml/2006/main" noGrp="1"/>
          </p:cNvSpPr>
          <p:nvPr/>
        </p:nvSpPr>
        <p:spPr>
          <a:xfrm xmlns:a="http://schemas.openxmlformats.org/drawingml/2006/main">
            <a:off x="609600" y="1200150"/>
            <a:ext cx="1706880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950" b="0">
                <a:solidFill>
                  <a:srgbClr val="5F6B77"/>
                </a:solidFill>
                <a:latin typeface="Apple SD Gothic Neo"/>
                <a:ea typeface="Apple SD Gothic Neo"/>
                <a:cs typeface="Apple SD Gothic Neo"/>
              </a:defRPr>
            </a:pPr>
            <a:r>
              <a:rPr sz="1950" b="0">
                <a:solidFill>
                  <a:srgbClr val="5F6B77"/>
                </a:solidFill>
                <a:latin typeface="Apple SD Gothic Neo"/>
                <a:ea typeface="Apple SD Gothic Neo"/>
                <a:cs typeface="Apple SD Gothic Neo"/>
              </a:rPr>
              <a:t>한 번의 이해로 끝나지 않습니다. 새 입력, 업무 알림, 과거 정보와 서로 다른 종료 시점이 겹칩니다.</a:t>
            </a:r>
          </a:p>
        </p:txBody>
      </p:sp>
      <p:sp>
        <p:nvSpPr>
          <p:cNvPr id="5" name="dp-background-overview / n5 / path">
            <a:extLst xmlns:a="http://schemas.openxmlformats.org/drawingml/2006/main">
              <a:ext uri="{FF2B5EF4-FFF2-40B4-BE49-F238E27FC236}">
                <a16:creationId xmlns:a16="http://schemas.microsoft.com/office/drawing/2014/main" id="{E6FE4DCF-BD94-405D-A389-834E64A0FC60}"/>
              </a:ext>
            </a:extLst>
          </p:cNvPr>
          <p:cNvSpPr>
            <a:spLocks xmlns:a="http://schemas.openxmlformats.org/drawingml/2006/main" noGrp="1"/>
          </p:cNvSpPr>
          <p:nvPr/>
        </p:nvSpPr>
        <p:spPr>
          <a:xfrm xmlns:a="http://schemas.openxmlformats.org/drawingml/2006/main">
            <a:off x="609600" y="1609725"/>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6" name="dp-background-overview / n6 / text 1">
            <a:extLst xmlns:a="http://schemas.openxmlformats.org/drawingml/2006/main">
              <a:ext uri="{FF2B5EF4-FFF2-40B4-BE49-F238E27FC236}">
                <a16:creationId xmlns:a16="http://schemas.microsoft.com/office/drawing/2014/main" id="{BFC05570-AEB0-4FD4-BE46-380FAF5E58B9}"/>
              </a:ext>
            </a:extLst>
          </p:cNvPr>
          <p:cNvSpPr>
            <a:spLocks xmlns:a="http://schemas.openxmlformats.org/drawingml/2006/main" noGrp="1"/>
          </p:cNvSpPr>
          <p:nvPr/>
        </p:nvSpPr>
        <p:spPr>
          <a:xfrm xmlns:a="http://schemas.openxmlformats.org/drawingml/2006/main">
            <a:off x="609600" y="1809750"/>
            <a:ext cx="15240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5F6B77"/>
                </a:solidFill>
                <a:latin typeface="Apple SD Gothic Neo"/>
                <a:ea typeface="Apple SD Gothic Neo"/>
                <a:cs typeface="Apple SD Gothic Neo"/>
              </a:defRPr>
            </a:pPr>
            <a:r>
              <a:rPr sz="1800" b="1">
                <a:solidFill>
                  <a:srgbClr val="5F6B77"/>
                </a:solidFill>
                <a:latin typeface="Apple SD Gothic Neo"/>
                <a:ea typeface="Apple SD Gothic Neo"/>
                <a:cs typeface="Apple SD Gothic Neo"/>
              </a:rPr>
              <a:t>이전에</a:t>
            </a:r>
          </a:p>
        </p:txBody>
      </p:sp>
      <p:sp>
        <p:nvSpPr>
          <p:cNvPr id="7" name="dp-background-overview / n7 / text 1">
            <a:extLst xmlns:a="http://schemas.openxmlformats.org/drawingml/2006/main">
              <a:ext uri="{FF2B5EF4-FFF2-40B4-BE49-F238E27FC236}">
                <a16:creationId xmlns:a16="http://schemas.microsoft.com/office/drawing/2014/main" id="{A0B2AF0F-AFBB-41F6-A44F-9EDC5C6011C3}"/>
              </a:ext>
            </a:extLst>
          </p:cNvPr>
          <p:cNvSpPr>
            <a:spLocks xmlns:a="http://schemas.openxmlformats.org/drawingml/2006/main" noGrp="1"/>
          </p:cNvSpPr>
          <p:nvPr/>
        </p:nvSpPr>
        <p:spPr>
          <a:xfrm xmlns:a="http://schemas.openxmlformats.org/drawingml/2006/main">
            <a:off x="2209800" y="1790700"/>
            <a:ext cx="47625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VIA의 직접 설명</a:t>
            </a:r>
          </a:p>
        </p:txBody>
      </p:sp>
      <p:sp>
        <p:nvSpPr>
          <p:cNvPr id="8" name="dp-background-overview / n8 / text 1">
            <a:extLst xmlns:a="http://schemas.openxmlformats.org/drawingml/2006/main">
              <a:ext uri="{FF2B5EF4-FFF2-40B4-BE49-F238E27FC236}">
                <a16:creationId xmlns:a16="http://schemas.microsoft.com/office/drawing/2014/main" id="{8EB8A59C-64A9-4289-8CF6-FBA647A89773}"/>
              </a:ext>
            </a:extLst>
          </p:cNvPr>
          <p:cNvSpPr>
            <a:spLocks xmlns:a="http://schemas.openxmlformats.org/drawingml/2006/main" noGrp="1"/>
          </p:cNvSpPr>
          <p:nvPr/>
        </p:nvSpPr>
        <p:spPr>
          <a:xfrm xmlns:a="http://schemas.openxmlformats.org/drawingml/2006/main">
            <a:off x="2209800" y="2133600"/>
            <a:ext cx="4762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평가 기준 · 사용자에게 실제 전달</a:t>
            </a:r>
          </a:p>
        </p:txBody>
      </p:sp>
      <p:sp>
        <p:nvSpPr>
          <p:cNvPr id="9" name="dp-background-overview / n9 / text 1">
            <a:extLst xmlns:a="http://schemas.openxmlformats.org/drawingml/2006/main">
              <a:ext uri="{FF2B5EF4-FFF2-40B4-BE49-F238E27FC236}">
                <a16:creationId xmlns:a16="http://schemas.microsoft.com/office/drawing/2014/main" id="{46DF3DD4-A56B-494A-9A3D-26E4510C2F54}"/>
              </a:ext>
            </a:extLst>
          </p:cNvPr>
          <p:cNvSpPr>
            <a:spLocks xmlns:a="http://schemas.openxmlformats.org/drawingml/2006/main" noGrp="1"/>
          </p:cNvSpPr>
          <p:nvPr/>
        </p:nvSpPr>
        <p:spPr>
          <a:xfrm xmlns:a="http://schemas.openxmlformats.org/drawingml/2006/main">
            <a:off x="7334250" y="1790700"/>
            <a:ext cx="47625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제품 조사 Agent의 확인된 결과</a:t>
            </a:r>
          </a:p>
        </p:txBody>
      </p:sp>
      <p:sp>
        <p:nvSpPr>
          <p:cNvPr id="10" name="dp-background-overview / n10 / text 1">
            <a:extLst xmlns:a="http://schemas.openxmlformats.org/drawingml/2006/main">
              <a:ext uri="{FF2B5EF4-FFF2-40B4-BE49-F238E27FC236}">
                <a16:creationId xmlns:a16="http://schemas.microsoft.com/office/drawing/2014/main" id="{D7C492D2-C92F-42A2-9B03-649D90A15AF0}"/>
              </a:ext>
            </a:extLst>
          </p:cNvPr>
          <p:cNvSpPr>
            <a:spLocks xmlns:a="http://schemas.openxmlformats.org/drawingml/2006/main" noGrp="1"/>
          </p:cNvSpPr>
          <p:nvPr/>
        </p:nvSpPr>
        <p:spPr>
          <a:xfrm xmlns:a="http://schemas.openxmlformats.org/drawingml/2006/main">
            <a:off x="7334250" y="2133600"/>
            <a:ext cx="4762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제품 비교 · 결과 참조 / 필요한 발췌</a:t>
            </a:r>
          </a:p>
        </p:txBody>
      </p:sp>
      <p:sp>
        <p:nvSpPr>
          <p:cNvPr id="11" name="dp-background-overview / n11 / text 1">
            <a:extLst xmlns:a="http://schemas.openxmlformats.org/drawingml/2006/main">
              <a:ext uri="{FF2B5EF4-FFF2-40B4-BE49-F238E27FC236}">
                <a16:creationId xmlns:a16="http://schemas.microsoft.com/office/drawing/2014/main" id="{79766858-0D58-4DE5-B4F3-CD1A8903E6E6}"/>
              </a:ext>
            </a:extLst>
          </p:cNvPr>
          <p:cNvSpPr>
            <a:spLocks xmlns:a="http://schemas.openxmlformats.org/drawingml/2006/main" noGrp="1"/>
          </p:cNvSpPr>
          <p:nvPr/>
        </p:nvSpPr>
        <p:spPr>
          <a:xfrm xmlns:a="http://schemas.openxmlformats.org/drawingml/2006/main">
            <a:off x="12763500" y="1790700"/>
            <a:ext cx="476250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1">
                <a:solidFill>
                  <a:srgbClr val="18232E"/>
                </a:solidFill>
                <a:latin typeface="Apple SD Gothic Neo"/>
                <a:ea typeface="Apple SD Gothic Neo"/>
                <a:cs typeface="Apple SD Gothic Neo"/>
              </a:defRPr>
            </a:pPr>
            <a:r>
              <a:rPr sz="1800" b="1">
                <a:solidFill>
                  <a:srgbClr val="18232E"/>
                </a:solidFill>
                <a:latin typeface="Apple SD Gothic Neo"/>
                <a:ea typeface="Apple SD Gothic Neo"/>
                <a:cs typeface="Apple SD Gothic Neo"/>
              </a:rPr>
              <a:t>견적 Agent의 확인된 결과</a:t>
            </a:r>
          </a:p>
        </p:txBody>
      </p:sp>
      <p:sp>
        <p:nvSpPr>
          <p:cNvPr id="12" name="dp-background-overview / n12 / text 1">
            <a:extLst xmlns:a="http://schemas.openxmlformats.org/drawingml/2006/main">
              <a:ext uri="{FF2B5EF4-FFF2-40B4-BE49-F238E27FC236}">
                <a16:creationId xmlns:a16="http://schemas.microsoft.com/office/drawing/2014/main" id="{BC8D87E0-F1B4-4CC8-92E1-FBF554376D8A}"/>
              </a:ext>
            </a:extLst>
          </p:cNvPr>
          <p:cNvSpPr>
            <a:spLocks xmlns:a="http://schemas.openxmlformats.org/drawingml/2006/main" noGrp="1"/>
          </p:cNvSpPr>
          <p:nvPr/>
        </p:nvSpPr>
        <p:spPr>
          <a:xfrm xmlns:a="http://schemas.openxmlformats.org/drawingml/2006/main">
            <a:off x="12763500" y="2133600"/>
            <a:ext cx="47625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견적 · 결과 참조 / 필요한 발췌</a:t>
            </a:r>
          </a:p>
        </p:txBody>
      </p:sp>
      <p:sp>
        <p:nvSpPr>
          <p:cNvPr id="13" name="dp-background-overview / n13 / path">
            <a:extLst xmlns:a="http://schemas.openxmlformats.org/drawingml/2006/main">
              <a:ext uri="{FF2B5EF4-FFF2-40B4-BE49-F238E27FC236}">
                <a16:creationId xmlns:a16="http://schemas.microsoft.com/office/drawing/2014/main" id="{77A8FE1F-F7ED-4E3A-8699-8C304EFC4ECB}"/>
              </a:ext>
            </a:extLst>
          </p:cNvPr>
          <p:cNvSpPr>
            <a:spLocks xmlns:a="http://schemas.openxmlformats.org/drawingml/2006/main" noGrp="1"/>
          </p:cNvSpPr>
          <p:nvPr/>
        </p:nvSpPr>
        <p:spPr>
          <a:xfrm xmlns:a="http://schemas.openxmlformats.org/drawingml/2006/main">
            <a:off x="4143375" y="2447925"/>
            <a:ext cx="8763000" cy="171450"/>
          </a:xfrm>
          <a:custGeom xmlns:a="http://schemas.openxmlformats.org/drawingml/2006/main">
            <a:pathLst>
              <a:path w="8763000" h="171450">
                <a:moveTo>
                  <a:pt x="0" y="0"/>
                </a:moveTo>
                <a:lnTo>
                  <a:pt x="0" y="171450"/>
                </a:lnTo>
                <a:lnTo>
                  <a:pt x="8763000" y="171450"/>
                </a:lnTo>
              </a:path>
            </a:pathLst>
          </a:custGeom>
          <a:noFill xmlns:a="http://schemas.openxmlformats.org/drawingml/2006/main"/>
          <a:ln xmlns:a="http://schemas.openxmlformats.org/drawingml/2006/main" w="16193">
            <a:solidFill>
              <a:srgbClr val="5F6B77"/>
            </a:solidFill>
            <a:prstDash val="dash"/>
          </a:ln>
        </p:spPr>
      </p:sp>
      <p:sp>
        <p:nvSpPr>
          <p:cNvPr id="14" name="dp-background-overview / n14 / path">
            <a:extLst xmlns:a="http://schemas.openxmlformats.org/drawingml/2006/main">
              <a:ext uri="{FF2B5EF4-FFF2-40B4-BE49-F238E27FC236}">
                <a16:creationId xmlns:a16="http://schemas.microsoft.com/office/drawing/2014/main" id="{061D162F-1853-424B-9F6E-704A7CDBB491}"/>
              </a:ext>
            </a:extLst>
          </p:cNvPr>
          <p:cNvSpPr>
            <a:spLocks xmlns:a="http://schemas.openxmlformats.org/drawingml/2006/main" noGrp="1"/>
          </p:cNvSpPr>
          <p:nvPr/>
        </p:nvSpPr>
        <p:spPr>
          <a:xfrm xmlns:a="http://schemas.openxmlformats.org/drawingml/2006/main">
            <a:off x="9382125" y="2447925"/>
            <a:ext cx="3524250" cy="171450"/>
          </a:xfrm>
          <a:custGeom xmlns:a="http://schemas.openxmlformats.org/drawingml/2006/main">
            <a:pathLst>
              <a:path w="3524250" h="171450">
                <a:moveTo>
                  <a:pt x="0" y="0"/>
                </a:moveTo>
                <a:lnTo>
                  <a:pt x="0" y="171450"/>
                </a:lnTo>
                <a:lnTo>
                  <a:pt x="3524250" y="171450"/>
                </a:lnTo>
              </a:path>
            </a:pathLst>
          </a:custGeom>
          <a:noFill xmlns:a="http://schemas.openxmlformats.org/drawingml/2006/main"/>
          <a:ln xmlns:a="http://schemas.openxmlformats.org/drawingml/2006/main" w="16193">
            <a:solidFill>
              <a:srgbClr val="5F6B77"/>
            </a:solidFill>
            <a:prstDash val="dash"/>
          </a:ln>
        </p:spPr>
      </p:sp>
      <p:sp>
        <p:nvSpPr>
          <p:cNvPr id="15" name="dp-background-overview / n15 / path">
            <a:extLst xmlns:a="http://schemas.openxmlformats.org/drawingml/2006/main">
              <a:ext uri="{FF2B5EF4-FFF2-40B4-BE49-F238E27FC236}">
                <a16:creationId xmlns:a16="http://schemas.microsoft.com/office/drawing/2014/main" id="{1F9493FD-0DF4-4447-92E7-4AE8C8D15C1C}"/>
              </a:ext>
            </a:extLst>
          </p:cNvPr>
          <p:cNvSpPr>
            <a:spLocks xmlns:a="http://schemas.openxmlformats.org/drawingml/2006/main" noGrp="1"/>
          </p:cNvSpPr>
          <p:nvPr/>
        </p:nvSpPr>
        <p:spPr>
          <a:xfrm xmlns:a="http://schemas.openxmlformats.org/drawingml/2006/main">
            <a:off x="12906375" y="2447925"/>
            <a:ext cx="1762125" cy="171450"/>
          </a:xfrm>
          <a:custGeom xmlns:a="http://schemas.openxmlformats.org/drawingml/2006/main">
            <a:pathLst>
              <a:path w="1762125" h="171450">
                <a:moveTo>
                  <a:pt x="1762125" y="0"/>
                </a:moveTo>
                <a:lnTo>
                  <a:pt x="1762125" y="171450"/>
                </a:lnTo>
                <a:lnTo>
                  <a:pt x="0" y="171450"/>
                </a:lnTo>
              </a:path>
            </a:pathLst>
          </a:custGeom>
          <a:noFill xmlns:a="http://schemas.openxmlformats.org/drawingml/2006/main"/>
          <a:ln xmlns:a="http://schemas.openxmlformats.org/drawingml/2006/main" w="16193">
            <a:solidFill>
              <a:srgbClr val="5F6B77"/>
            </a:solidFill>
            <a:prstDash val="dash"/>
          </a:ln>
        </p:spPr>
      </p:sp>
      <p:sp>
        <p:nvSpPr>
          <p:cNvPr id="16" name="dp-background-overview / n16 / path">
            <a:extLst xmlns:a="http://schemas.openxmlformats.org/drawingml/2006/main">
              <a:ext uri="{FF2B5EF4-FFF2-40B4-BE49-F238E27FC236}">
                <a16:creationId xmlns:a16="http://schemas.microsoft.com/office/drawing/2014/main" id="{67F5A381-DCC2-4330-AD2D-C6A25A4921A0}"/>
              </a:ext>
            </a:extLst>
          </p:cNvPr>
          <p:cNvSpPr>
            <a:spLocks xmlns:a="http://schemas.openxmlformats.org/drawingml/2006/main" noGrp="1"/>
          </p:cNvSpPr>
          <p:nvPr/>
        </p:nvSpPr>
        <p:spPr>
          <a:xfrm xmlns:a="http://schemas.openxmlformats.org/drawingml/2006/main">
            <a:off x="12573000" y="2619375"/>
            <a:ext cx="1619250" cy="3781425"/>
          </a:xfrm>
          <a:custGeom xmlns:a="http://schemas.openxmlformats.org/drawingml/2006/main">
            <a:pathLst>
              <a:path w="1619250" h="3781425">
                <a:moveTo>
                  <a:pt x="333375" y="0"/>
                </a:moveTo>
                <a:lnTo>
                  <a:pt x="1619250" y="0"/>
                </a:lnTo>
                <a:lnTo>
                  <a:pt x="1619250" y="3781425"/>
                </a:lnTo>
                <a:lnTo>
                  <a:pt x="0" y="3781425"/>
                </a:lnTo>
              </a:path>
            </a:pathLst>
          </a:custGeom>
          <a:noFill xmlns:a="http://schemas.openxmlformats.org/drawingml/2006/main"/>
          <a:ln xmlns:a="http://schemas.openxmlformats.org/drawingml/2006/main" w="16193">
            <a:solidFill>
              <a:srgbClr val="5F6B77"/>
            </a:solidFill>
            <a:prstDash val="dash"/>
          </a:ln>
        </p:spPr>
      </p:sp>
      <p:sp>
        <p:nvSpPr>
          <p:cNvPr id="17" name="dp-background-overview / n16 / arrow">
            <a:extLst xmlns:a="http://schemas.openxmlformats.org/drawingml/2006/main">
              <a:ext uri="{FF2B5EF4-FFF2-40B4-BE49-F238E27FC236}">
                <a16:creationId xmlns:a16="http://schemas.microsoft.com/office/drawing/2014/main" id="{C30BA0C4-B81D-4AAD-86D0-252867D11FD1}"/>
              </a:ext>
            </a:extLst>
          </p:cNvPr>
          <p:cNvSpPr>
            <a:spLocks xmlns:a="http://schemas.openxmlformats.org/drawingml/2006/main" noGrp="1"/>
          </p:cNvSpPr>
          <p:nvPr/>
        </p:nvSpPr>
        <p:spPr>
          <a:xfrm xmlns:a="http://schemas.openxmlformats.org/drawingml/2006/main">
            <a:off x="12573000" y="6348984"/>
            <a:ext cx="103632" cy="103632"/>
          </a:xfrm>
          <a:custGeom xmlns:a="http://schemas.openxmlformats.org/drawingml/2006/main">
            <a:pathLst>
              <a:path w="103632" h="103632">
                <a:moveTo>
                  <a:pt x="103632" y="0"/>
                </a:moveTo>
                <a:lnTo>
                  <a:pt x="0" y="51816"/>
                </a:lnTo>
                <a:lnTo>
                  <a:pt x="103632" y="103632"/>
                </a:lnTo>
              </a:path>
            </a:pathLst>
          </a:custGeom>
          <a:noFill xmlns:a="http://schemas.openxmlformats.org/drawingml/2006/main"/>
          <a:ln xmlns:a="http://schemas.openxmlformats.org/drawingml/2006/main" w="20726">
            <a:solidFill>
              <a:srgbClr val="5F6B77"/>
            </a:solidFill>
            <a:prstDash val="solid"/>
          </a:ln>
        </p:spPr>
      </p:sp>
      <p:sp>
        <p:nvSpPr>
          <p:cNvPr id="18" name="dp-background-overview / n17 / text 1">
            <a:extLst xmlns:a="http://schemas.openxmlformats.org/drawingml/2006/main">
              <a:ext uri="{FF2B5EF4-FFF2-40B4-BE49-F238E27FC236}">
                <a16:creationId xmlns:a16="http://schemas.microsoft.com/office/drawing/2014/main" id="{BD0D1E86-F4B6-4634-8781-C8AC15D0DC57}"/>
              </a:ext>
            </a:extLst>
          </p:cNvPr>
          <p:cNvSpPr>
            <a:spLocks xmlns:a="http://schemas.openxmlformats.org/drawingml/2006/main" noGrp="1"/>
          </p:cNvSpPr>
          <p:nvPr/>
        </p:nvSpPr>
        <p:spPr>
          <a:xfrm xmlns:a="http://schemas.openxmlformats.org/drawingml/2006/main">
            <a:off x="609600" y="2809875"/>
            <a:ext cx="12382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시간 →</a:t>
            </a:r>
          </a:p>
        </p:txBody>
      </p:sp>
      <p:sp>
        <p:nvSpPr>
          <p:cNvPr id="19" name="dp-background-overview / n18 / text 1">
            <a:extLst xmlns:a="http://schemas.openxmlformats.org/drawingml/2006/main">
              <a:ext uri="{FF2B5EF4-FFF2-40B4-BE49-F238E27FC236}">
                <a16:creationId xmlns:a16="http://schemas.microsoft.com/office/drawing/2014/main" id="{31CF3C10-7A35-45C6-9947-F8919B9E8B23}"/>
              </a:ext>
            </a:extLst>
          </p:cNvPr>
          <p:cNvSpPr>
            <a:spLocks xmlns:a="http://schemas.openxmlformats.org/drawingml/2006/main" noGrp="1"/>
          </p:cNvSpPr>
          <p:nvPr/>
        </p:nvSpPr>
        <p:spPr>
          <a:xfrm xmlns:a="http://schemas.openxmlformats.org/drawingml/2006/main">
            <a:off x="2143125" y="2809875"/>
            <a:ext cx="37147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현재 요청</a:t>
            </a:r>
          </a:p>
        </p:txBody>
      </p:sp>
      <p:sp>
        <p:nvSpPr>
          <p:cNvPr id="20" name="dp-background-overview / n19 / text 1">
            <a:extLst xmlns:a="http://schemas.openxmlformats.org/drawingml/2006/main">
              <a:ext uri="{FF2B5EF4-FFF2-40B4-BE49-F238E27FC236}">
                <a16:creationId xmlns:a16="http://schemas.microsoft.com/office/drawing/2014/main" id="{40AB3993-B891-427E-9C16-6E0D2467880F}"/>
              </a:ext>
            </a:extLst>
          </p:cNvPr>
          <p:cNvSpPr>
            <a:spLocks xmlns:a="http://schemas.openxmlformats.org/drawingml/2006/main" noGrp="1"/>
          </p:cNvSpPr>
          <p:nvPr/>
        </p:nvSpPr>
        <p:spPr>
          <a:xfrm xmlns:a="http://schemas.openxmlformats.org/drawingml/2006/main">
            <a:off x="6381750" y="2809875"/>
            <a:ext cx="3381375"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처리 중 겹치는 사건</a:t>
            </a:r>
          </a:p>
        </p:txBody>
      </p:sp>
      <p:sp>
        <p:nvSpPr>
          <p:cNvPr id="21" name="dp-background-overview / n20 / text 1">
            <a:extLst xmlns:a="http://schemas.openxmlformats.org/drawingml/2006/main">
              <a:ext uri="{FF2B5EF4-FFF2-40B4-BE49-F238E27FC236}">
                <a16:creationId xmlns:a16="http://schemas.microsoft.com/office/drawing/2014/main" id="{623AF0F8-9243-43E9-9B39-FC74E576CD06}"/>
              </a:ext>
            </a:extLst>
          </p:cNvPr>
          <p:cNvSpPr>
            <a:spLocks xmlns:a="http://schemas.openxmlformats.org/drawingml/2006/main" noGrp="1"/>
          </p:cNvSpPr>
          <p:nvPr/>
        </p:nvSpPr>
        <p:spPr>
          <a:xfrm xmlns:a="http://schemas.openxmlformats.org/drawingml/2006/main">
            <a:off x="10287000" y="2809875"/>
            <a:ext cx="39052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이후 과거 정보 재사용</a:t>
            </a:r>
          </a:p>
        </p:txBody>
      </p:sp>
      <p:sp>
        <p:nvSpPr>
          <p:cNvPr id="22" name="dp-background-overview / n21 / text 1">
            <a:extLst xmlns:a="http://schemas.openxmlformats.org/drawingml/2006/main">
              <a:ext uri="{FF2B5EF4-FFF2-40B4-BE49-F238E27FC236}">
                <a16:creationId xmlns:a16="http://schemas.microsoft.com/office/drawing/2014/main" id="{522F06EB-09D3-4575-BFFF-76342EF62140}"/>
              </a:ext>
            </a:extLst>
          </p:cNvPr>
          <p:cNvSpPr>
            <a:spLocks xmlns:a="http://schemas.openxmlformats.org/drawingml/2006/main" noGrp="1"/>
          </p:cNvSpPr>
          <p:nvPr/>
        </p:nvSpPr>
        <p:spPr>
          <a:xfrm xmlns:a="http://schemas.openxmlformats.org/drawingml/2006/main">
            <a:off x="14668500" y="2809875"/>
            <a:ext cx="1524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음성 종료</a:t>
            </a:r>
          </a:p>
        </p:txBody>
      </p:sp>
      <p:sp>
        <p:nvSpPr>
          <p:cNvPr id="23" name="dp-background-overview / n22 / text 1">
            <a:extLst xmlns:a="http://schemas.openxmlformats.org/drawingml/2006/main">
              <a:ext uri="{FF2B5EF4-FFF2-40B4-BE49-F238E27FC236}">
                <a16:creationId xmlns:a16="http://schemas.microsoft.com/office/drawing/2014/main" id="{31136561-D319-480A-B299-053D0845E176}"/>
              </a:ext>
            </a:extLst>
          </p:cNvPr>
          <p:cNvSpPr>
            <a:spLocks xmlns:a="http://schemas.openxmlformats.org/drawingml/2006/main" noGrp="1"/>
          </p:cNvSpPr>
          <p:nvPr/>
        </p:nvSpPr>
        <p:spPr>
          <a:xfrm xmlns:a="http://schemas.openxmlformats.org/drawingml/2006/main">
            <a:off x="16478250" y="2809875"/>
            <a:ext cx="1143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1">
                <a:solidFill>
                  <a:srgbClr val="5F6B77"/>
                </a:solidFill>
                <a:latin typeface="Apple SD Gothic Neo"/>
                <a:ea typeface="Apple SD Gothic Neo"/>
                <a:cs typeface="Apple SD Gothic Neo"/>
              </a:defRPr>
            </a:pPr>
            <a:r>
              <a:rPr sz="1650" b="1">
                <a:solidFill>
                  <a:srgbClr val="5F6B77"/>
                </a:solidFill>
                <a:latin typeface="Apple SD Gothic Neo"/>
                <a:ea typeface="Apple SD Gothic Neo"/>
                <a:cs typeface="Apple SD Gothic Neo"/>
              </a:rPr>
              <a:t>돌아옴</a:t>
            </a:r>
          </a:p>
        </p:txBody>
      </p:sp>
      <p:sp>
        <p:nvSpPr>
          <p:cNvPr id="24" name="dp-background-overview / n23 / path">
            <a:extLst xmlns:a="http://schemas.openxmlformats.org/drawingml/2006/main">
              <a:ext uri="{FF2B5EF4-FFF2-40B4-BE49-F238E27FC236}">
                <a16:creationId xmlns:a16="http://schemas.microsoft.com/office/drawing/2014/main" id="{7A590CAB-7AFA-4D62-A14E-5B5ED6114B75}"/>
              </a:ext>
            </a:extLst>
          </p:cNvPr>
          <p:cNvSpPr>
            <a:spLocks xmlns:a="http://schemas.openxmlformats.org/drawingml/2006/main" noGrp="1"/>
          </p:cNvSpPr>
          <p:nvPr/>
        </p:nvSpPr>
        <p:spPr>
          <a:xfrm xmlns:a="http://schemas.openxmlformats.org/drawingml/2006/main">
            <a:off x="2095500" y="3143250"/>
            <a:ext cx="15525750" cy="953"/>
          </a:xfrm>
          <a:custGeom xmlns:a="http://schemas.openxmlformats.org/drawingml/2006/main">
            <a:pathLst>
              <a:path w="15525750" h="953">
                <a:moveTo>
                  <a:pt x="0" y="0"/>
                </a:moveTo>
                <a:lnTo>
                  <a:pt x="15525750" y="0"/>
                </a:lnTo>
              </a:path>
            </a:pathLst>
          </a:custGeom>
          <a:noFill xmlns:a="http://schemas.openxmlformats.org/drawingml/2006/main"/>
          <a:ln xmlns:a="http://schemas.openxmlformats.org/drawingml/2006/main" w="16193">
            <a:solidFill>
              <a:srgbClr val="CDD6DE"/>
            </a:solidFill>
            <a:prstDash val="solid"/>
          </a:ln>
        </p:spPr>
      </p:sp>
      <p:sp>
        <p:nvSpPr>
          <p:cNvPr id="25" name="dp-background-overview / n23 / arrow">
            <a:extLst xmlns:a="http://schemas.openxmlformats.org/drawingml/2006/main">
              <a:ext uri="{FF2B5EF4-FFF2-40B4-BE49-F238E27FC236}">
                <a16:creationId xmlns:a16="http://schemas.microsoft.com/office/drawing/2014/main" id="{18B4B162-C648-46A5-B331-364E2EB73137}"/>
              </a:ext>
            </a:extLst>
          </p:cNvPr>
          <p:cNvSpPr>
            <a:spLocks xmlns:a="http://schemas.openxmlformats.org/drawingml/2006/main" noGrp="1"/>
          </p:cNvSpPr>
          <p:nvPr/>
        </p:nvSpPr>
        <p:spPr>
          <a:xfrm xmlns:a="http://schemas.openxmlformats.org/drawingml/2006/main">
            <a:off x="17517618" y="3091434"/>
            <a:ext cx="103632" cy="103632"/>
          </a:xfrm>
          <a:custGeom xmlns:a="http://schemas.openxmlformats.org/drawingml/2006/main">
            <a:pathLst>
              <a:path w="103632" h="103632">
                <a:moveTo>
                  <a:pt x="0" y="103632"/>
                </a:moveTo>
                <a:lnTo>
                  <a:pt x="103632" y="51816"/>
                </a:lnTo>
                <a:lnTo>
                  <a:pt x="0" y="0"/>
                </a:lnTo>
              </a:path>
            </a:pathLst>
          </a:custGeom>
          <a:noFill xmlns:a="http://schemas.openxmlformats.org/drawingml/2006/main"/>
          <a:ln xmlns:a="http://schemas.openxmlformats.org/drawingml/2006/main" w="20726">
            <a:solidFill>
              <a:srgbClr val="CDD6DE"/>
            </a:solidFill>
            <a:prstDash val="solid"/>
          </a:ln>
        </p:spPr>
      </p:sp>
      <p:sp>
        <p:nvSpPr>
          <p:cNvPr id="26" name="dp-background-overview / n24 / text 1">
            <a:extLst xmlns:a="http://schemas.openxmlformats.org/drawingml/2006/main">
              <a:ext uri="{FF2B5EF4-FFF2-40B4-BE49-F238E27FC236}">
                <a16:creationId xmlns:a16="http://schemas.microsoft.com/office/drawing/2014/main" id="{B0D97FCC-8ED2-41DC-B8F2-C6CEC4A0F4AF}"/>
              </a:ext>
            </a:extLst>
          </p:cNvPr>
          <p:cNvSpPr>
            <a:spLocks xmlns:a="http://schemas.openxmlformats.org/drawingml/2006/main" noGrp="1"/>
          </p:cNvSpPr>
          <p:nvPr/>
        </p:nvSpPr>
        <p:spPr>
          <a:xfrm xmlns:a="http://schemas.openxmlformats.org/drawingml/2006/main">
            <a:off x="609600" y="3419475"/>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사용자</a:t>
            </a:r>
          </a:p>
        </p:txBody>
      </p:sp>
      <p:sp>
        <p:nvSpPr>
          <p:cNvPr id="27" name="dp-background-overview / n24 / text 2">
            <a:extLst xmlns:a="http://schemas.openxmlformats.org/drawingml/2006/main">
              <a:ext uri="{FF2B5EF4-FFF2-40B4-BE49-F238E27FC236}">
                <a16:creationId xmlns:a16="http://schemas.microsoft.com/office/drawing/2014/main" id="{F1EA9F21-EF7A-413D-A1E9-77CB5747D39C}"/>
              </a:ext>
            </a:extLst>
          </p:cNvPr>
          <p:cNvSpPr>
            <a:spLocks xmlns:a="http://schemas.openxmlformats.org/drawingml/2006/main" noGrp="1"/>
          </p:cNvSpPr>
          <p:nvPr/>
        </p:nvSpPr>
        <p:spPr>
          <a:xfrm xmlns:a="http://schemas.openxmlformats.org/drawingml/2006/main">
            <a:off x="609600" y="3729038"/>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입력·대화</a:t>
            </a:r>
          </a:p>
        </p:txBody>
      </p:sp>
      <p:sp>
        <p:nvSpPr>
          <p:cNvPr id="28" name="dp-background-overview / n25 / text 1">
            <a:extLst xmlns:a="http://schemas.openxmlformats.org/drawingml/2006/main">
              <a:ext uri="{FF2B5EF4-FFF2-40B4-BE49-F238E27FC236}">
                <a16:creationId xmlns:a16="http://schemas.microsoft.com/office/drawing/2014/main" id="{794A201E-D75B-480B-A85F-AE891B79FA75}"/>
              </a:ext>
            </a:extLst>
          </p:cNvPr>
          <p:cNvSpPr>
            <a:spLocks xmlns:a="http://schemas.openxmlformats.org/drawingml/2006/main" noGrp="1"/>
          </p:cNvSpPr>
          <p:nvPr/>
        </p:nvSpPr>
        <p:spPr>
          <a:xfrm xmlns:a="http://schemas.openxmlformats.org/drawingml/2006/main">
            <a:off x="2143125" y="3409950"/>
            <a:ext cx="38100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“이 표를 제안서에 넣고,</a:t>
            </a:r>
          </a:p>
        </p:txBody>
      </p:sp>
      <p:sp>
        <p:nvSpPr>
          <p:cNvPr id="29" name="dp-background-overview / n25 / text 2">
            <a:extLst xmlns:a="http://schemas.openxmlformats.org/drawingml/2006/main">
              <a:ext uri="{FF2B5EF4-FFF2-40B4-BE49-F238E27FC236}">
                <a16:creationId xmlns:a16="http://schemas.microsoft.com/office/drawing/2014/main" id="{0BB14092-8123-4C65-ACD1-07FCB4665432}"/>
              </a:ext>
            </a:extLst>
          </p:cNvPr>
          <p:cNvSpPr>
            <a:spLocks xmlns:a="http://schemas.openxmlformats.org/drawingml/2006/main" noGrp="1"/>
          </p:cNvSpPr>
          <p:nvPr/>
        </p:nvSpPr>
        <p:spPr>
          <a:xfrm xmlns:a="http://schemas.openxmlformats.org/drawingml/2006/main">
            <a:off x="2143125" y="3743325"/>
            <a:ext cx="38100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공유 메일은 초안만</a:t>
            </a:r>
          </a:p>
        </p:txBody>
      </p:sp>
      <p:sp>
        <p:nvSpPr>
          <p:cNvPr id="30" name="dp-background-overview / n25 / text 3">
            <a:extLst xmlns:a="http://schemas.openxmlformats.org/drawingml/2006/main">
              <a:ext uri="{FF2B5EF4-FFF2-40B4-BE49-F238E27FC236}">
                <a16:creationId xmlns:a16="http://schemas.microsoft.com/office/drawing/2014/main" id="{BB2CCD2E-49A2-49D6-A534-951924B7368D}"/>
              </a:ext>
            </a:extLst>
          </p:cNvPr>
          <p:cNvSpPr>
            <a:spLocks xmlns:a="http://schemas.openxmlformats.org/drawingml/2006/main" noGrp="1"/>
          </p:cNvSpPr>
          <p:nvPr/>
        </p:nvSpPr>
        <p:spPr>
          <a:xfrm xmlns:a="http://schemas.openxmlformats.org/drawingml/2006/main">
            <a:off x="2143125" y="4076700"/>
            <a:ext cx="381000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만들어줘.”</a:t>
            </a:r>
          </a:p>
        </p:txBody>
      </p:sp>
      <p:sp>
        <p:nvSpPr>
          <p:cNvPr id="31" name="dp-background-overview / n26 / text 1">
            <a:extLst xmlns:a="http://schemas.openxmlformats.org/drawingml/2006/main">
              <a:ext uri="{FF2B5EF4-FFF2-40B4-BE49-F238E27FC236}">
                <a16:creationId xmlns:a16="http://schemas.microsoft.com/office/drawing/2014/main" id="{02C5F865-9814-481C-8F76-4BCEA2A2B04C}"/>
              </a:ext>
            </a:extLst>
          </p:cNvPr>
          <p:cNvSpPr>
            <a:spLocks xmlns:a="http://schemas.openxmlformats.org/drawingml/2006/main" noGrp="1"/>
          </p:cNvSpPr>
          <p:nvPr/>
        </p:nvSpPr>
        <p:spPr>
          <a:xfrm xmlns:a="http://schemas.openxmlformats.org/drawingml/2006/main">
            <a:off x="2143125" y="4476750"/>
            <a:ext cx="3810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화면의 표를 가리킴</a:t>
            </a:r>
          </a:p>
        </p:txBody>
      </p:sp>
      <p:sp>
        <p:nvSpPr>
          <p:cNvPr id="32" name="dp-background-overview / n27 / text 1">
            <a:extLst xmlns:a="http://schemas.openxmlformats.org/drawingml/2006/main">
              <a:ext uri="{FF2B5EF4-FFF2-40B4-BE49-F238E27FC236}">
                <a16:creationId xmlns:a16="http://schemas.microsoft.com/office/drawing/2014/main" id="{EA524AA4-FAA3-4AE2-8B49-9AD0A5B41DDF}"/>
              </a:ext>
            </a:extLst>
          </p:cNvPr>
          <p:cNvSpPr>
            <a:spLocks xmlns:a="http://schemas.openxmlformats.org/drawingml/2006/main" noGrp="1"/>
          </p:cNvSpPr>
          <p:nvPr/>
        </p:nvSpPr>
        <p:spPr>
          <a:xfrm xmlns:a="http://schemas.openxmlformats.org/drawingml/2006/main">
            <a:off x="6381750" y="3409950"/>
            <a:ext cx="37147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“잠깐, 가격은</a:t>
            </a:r>
          </a:p>
        </p:txBody>
      </p:sp>
      <p:sp>
        <p:nvSpPr>
          <p:cNvPr id="33" name="dp-background-overview / n27 / text 2">
            <a:extLst xmlns:a="http://schemas.openxmlformats.org/drawingml/2006/main">
              <a:ext uri="{FF2B5EF4-FFF2-40B4-BE49-F238E27FC236}">
                <a16:creationId xmlns:a16="http://schemas.microsoft.com/office/drawing/2014/main" id="{876FA850-C142-40DD-9173-7B5F4C81ACBB}"/>
              </a:ext>
            </a:extLst>
          </p:cNvPr>
          <p:cNvSpPr>
            <a:spLocks xmlns:a="http://schemas.openxmlformats.org/drawingml/2006/main" noGrp="1"/>
          </p:cNvSpPr>
          <p:nvPr/>
        </p:nvSpPr>
        <p:spPr>
          <a:xfrm xmlns:a="http://schemas.openxmlformats.org/drawingml/2006/main">
            <a:off x="6381750" y="3743325"/>
            <a:ext cx="3714750" cy="37290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025" b="1">
                <a:solidFill>
                  <a:srgbClr val="18232E"/>
                </a:solidFill>
                <a:latin typeface="Apple SD Gothic Neo"/>
                <a:ea typeface="Apple SD Gothic Neo"/>
                <a:cs typeface="Apple SD Gothic Neo"/>
              </a:defRPr>
            </a:pPr>
            <a:r>
              <a:rPr sz="2025" b="1">
                <a:solidFill>
                  <a:srgbClr val="18232E"/>
                </a:solidFill>
                <a:latin typeface="Apple SD Gothic Neo"/>
                <a:ea typeface="Apple SD Gothic Neo"/>
                <a:cs typeface="Apple SD Gothic Neo"/>
              </a:rPr>
              <a:t>비교에서 빼줘.”</a:t>
            </a:r>
          </a:p>
        </p:txBody>
      </p:sp>
      <p:sp>
        <p:nvSpPr>
          <p:cNvPr id="34" name="dp-background-overview / n28 / text 1">
            <a:extLst xmlns:a="http://schemas.openxmlformats.org/drawingml/2006/main">
              <a:ext uri="{FF2B5EF4-FFF2-40B4-BE49-F238E27FC236}">
                <a16:creationId xmlns:a16="http://schemas.microsoft.com/office/drawing/2014/main" id="{587483A6-50E5-435A-9F00-48D99FD0134F}"/>
              </a:ext>
            </a:extLst>
          </p:cNvPr>
          <p:cNvSpPr>
            <a:spLocks xmlns:a="http://schemas.openxmlformats.org/drawingml/2006/main" noGrp="1"/>
          </p:cNvSpPr>
          <p:nvPr/>
        </p:nvSpPr>
        <p:spPr>
          <a:xfrm xmlns:a="http://schemas.openxmlformats.org/drawingml/2006/main">
            <a:off x="7000875" y="4457700"/>
            <a:ext cx="3143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메일 업무의 질문</a:t>
            </a:r>
          </a:p>
        </p:txBody>
      </p:sp>
      <p:sp>
        <p:nvSpPr>
          <p:cNvPr id="35" name="dp-background-overview / n28 / text 2">
            <a:extLst xmlns:a="http://schemas.openxmlformats.org/drawingml/2006/main">
              <a:ext uri="{FF2B5EF4-FFF2-40B4-BE49-F238E27FC236}">
                <a16:creationId xmlns:a16="http://schemas.microsoft.com/office/drawing/2014/main" id="{B02746EC-5AA8-43CB-97AA-99A613141FFE}"/>
              </a:ext>
            </a:extLst>
          </p:cNvPr>
          <p:cNvSpPr>
            <a:spLocks xmlns:a="http://schemas.openxmlformats.org/drawingml/2006/main" noGrp="1"/>
          </p:cNvSpPr>
          <p:nvPr/>
        </p:nvSpPr>
        <p:spPr>
          <a:xfrm xmlns:a="http://schemas.openxmlformats.org/drawingml/2006/main">
            <a:off x="7000875" y="4752975"/>
            <a:ext cx="3143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“수신자는 누구인가요?”</a:t>
            </a:r>
          </a:p>
        </p:txBody>
      </p:sp>
      <p:sp>
        <p:nvSpPr>
          <p:cNvPr id="36" name="dp-background-overview / n29 / text 1">
            <a:extLst xmlns:a="http://schemas.openxmlformats.org/drawingml/2006/main">
              <a:ext uri="{FF2B5EF4-FFF2-40B4-BE49-F238E27FC236}">
                <a16:creationId xmlns:a16="http://schemas.microsoft.com/office/drawing/2014/main" id="{ED8ECEDB-F077-4751-B3DC-9D34CD4E8100}"/>
              </a:ext>
            </a:extLst>
          </p:cNvPr>
          <p:cNvSpPr>
            <a:spLocks xmlns:a="http://schemas.openxmlformats.org/drawingml/2006/main" noGrp="1"/>
          </p:cNvSpPr>
          <p:nvPr/>
        </p:nvSpPr>
        <p:spPr>
          <a:xfrm xmlns:a="http://schemas.openxmlformats.org/drawingml/2006/main">
            <a:off x="10287000" y="3409950"/>
            <a:ext cx="3905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“지난번 네가 설명한 기준으로,</a:t>
            </a:r>
          </a:p>
        </p:txBody>
      </p:sp>
      <p:sp>
        <p:nvSpPr>
          <p:cNvPr id="37" name="dp-background-overview / n29 / text 2">
            <a:extLst xmlns:a="http://schemas.openxmlformats.org/drawingml/2006/main">
              <a:ext uri="{FF2B5EF4-FFF2-40B4-BE49-F238E27FC236}">
                <a16:creationId xmlns:a16="http://schemas.microsoft.com/office/drawing/2014/main" id="{8F4040B6-DF31-43ED-BA56-A62114CD9CAC}"/>
              </a:ext>
            </a:extLst>
          </p:cNvPr>
          <p:cNvSpPr>
            <a:spLocks xmlns:a="http://schemas.openxmlformats.org/drawingml/2006/main" noGrp="1"/>
          </p:cNvSpPr>
          <p:nvPr/>
        </p:nvSpPr>
        <p:spPr>
          <a:xfrm xmlns:a="http://schemas.openxmlformats.org/drawingml/2006/main">
            <a:off x="10287000" y="3733800"/>
            <a:ext cx="3905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제품 비교 결과와 견적도</a:t>
            </a:r>
          </a:p>
        </p:txBody>
      </p:sp>
      <p:sp>
        <p:nvSpPr>
          <p:cNvPr id="38" name="dp-background-overview / n29 / text 3">
            <a:extLst xmlns:a="http://schemas.openxmlformats.org/drawingml/2006/main">
              <a:ext uri="{FF2B5EF4-FFF2-40B4-BE49-F238E27FC236}">
                <a16:creationId xmlns:a16="http://schemas.microsoft.com/office/drawing/2014/main" id="{3973CC52-C5D6-46F0-B3AF-035BA87F9946}"/>
              </a:ext>
            </a:extLst>
          </p:cNvPr>
          <p:cNvSpPr>
            <a:spLocks xmlns:a="http://schemas.openxmlformats.org/drawingml/2006/main" noGrp="1"/>
          </p:cNvSpPr>
          <p:nvPr/>
        </p:nvSpPr>
        <p:spPr>
          <a:xfrm xmlns:a="http://schemas.openxmlformats.org/drawingml/2006/main">
            <a:off x="10287000" y="4057650"/>
            <a:ext cx="39052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반영해줘.”</a:t>
            </a:r>
          </a:p>
        </p:txBody>
      </p:sp>
      <p:sp>
        <p:nvSpPr>
          <p:cNvPr id="39" name="dp-background-overview / n30 / text 1">
            <a:extLst xmlns:a="http://schemas.openxmlformats.org/drawingml/2006/main">
              <a:ext uri="{FF2B5EF4-FFF2-40B4-BE49-F238E27FC236}">
                <a16:creationId xmlns:a16="http://schemas.microsoft.com/office/drawing/2014/main" id="{38FDA7BE-98CD-44A0-807F-6EAC2C94EBBE}"/>
              </a:ext>
            </a:extLst>
          </p:cNvPr>
          <p:cNvSpPr>
            <a:spLocks xmlns:a="http://schemas.openxmlformats.org/drawingml/2006/main" noGrp="1"/>
          </p:cNvSpPr>
          <p:nvPr/>
        </p:nvSpPr>
        <p:spPr>
          <a:xfrm xmlns:a="http://schemas.openxmlformats.org/drawingml/2006/main">
            <a:off x="14573250" y="3448050"/>
            <a:ext cx="1428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대화는</a:t>
            </a:r>
          </a:p>
        </p:txBody>
      </p:sp>
      <p:sp>
        <p:nvSpPr>
          <p:cNvPr id="40" name="dp-background-overview / n30 / text 2">
            <a:extLst xmlns:a="http://schemas.openxmlformats.org/drawingml/2006/main">
              <a:ext uri="{FF2B5EF4-FFF2-40B4-BE49-F238E27FC236}">
                <a16:creationId xmlns:a16="http://schemas.microsoft.com/office/drawing/2014/main" id="{62003DA2-DA1A-4751-8ECB-7BEC754D9E93}"/>
              </a:ext>
            </a:extLst>
          </p:cNvPr>
          <p:cNvSpPr>
            <a:spLocks xmlns:a="http://schemas.openxmlformats.org/drawingml/2006/main" noGrp="1"/>
          </p:cNvSpPr>
          <p:nvPr/>
        </p:nvSpPr>
        <p:spPr>
          <a:xfrm xmlns:a="http://schemas.openxmlformats.org/drawingml/2006/main">
            <a:off x="14573250" y="3752850"/>
            <a:ext cx="14287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5F6B77"/>
                </a:solidFill>
                <a:latin typeface="Apple SD Gothic Neo"/>
                <a:ea typeface="Apple SD Gothic Neo"/>
                <a:cs typeface="Apple SD Gothic Neo"/>
              </a:defRPr>
            </a:pPr>
            <a:r>
              <a:rPr sz="1800" b="0">
                <a:solidFill>
                  <a:srgbClr val="5F6B77"/>
                </a:solidFill>
                <a:latin typeface="Apple SD Gothic Neo"/>
                <a:ea typeface="Apple SD Gothic Neo"/>
                <a:cs typeface="Apple SD Gothic Neo"/>
              </a:rPr>
              <a:t>끝나도…</a:t>
            </a:r>
          </a:p>
        </p:txBody>
      </p:sp>
      <p:sp>
        <p:nvSpPr>
          <p:cNvPr id="41" name="dp-background-overview / n31 / text 1">
            <a:extLst xmlns:a="http://schemas.openxmlformats.org/drawingml/2006/main">
              <a:ext uri="{FF2B5EF4-FFF2-40B4-BE49-F238E27FC236}">
                <a16:creationId xmlns:a16="http://schemas.microsoft.com/office/drawing/2014/main" id="{DDF7F15B-4C41-4AEE-B4B9-EEC97FA2AAF6}"/>
              </a:ext>
            </a:extLst>
          </p:cNvPr>
          <p:cNvSpPr>
            <a:spLocks xmlns:a="http://schemas.openxmlformats.org/drawingml/2006/main" noGrp="1"/>
          </p:cNvSpPr>
          <p:nvPr/>
        </p:nvSpPr>
        <p:spPr>
          <a:xfrm xmlns:a="http://schemas.openxmlformats.org/drawingml/2006/main">
            <a:off x="16287750" y="3714750"/>
            <a:ext cx="1619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같은 업무의</a:t>
            </a:r>
          </a:p>
        </p:txBody>
      </p:sp>
      <p:sp>
        <p:nvSpPr>
          <p:cNvPr id="42" name="dp-background-overview / n31 / text 2">
            <a:extLst xmlns:a="http://schemas.openxmlformats.org/drawingml/2006/main">
              <a:ext uri="{FF2B5EF4-FFF2-40B4-BE49-F238E27FC236}">
                <a16:creationId xmlns:a16="http://schemas.microsoft.com/office/drawing/2014/main" id="{70FA0374-4825-4FA9-A4DC-80C71CD135D9}"/>
              </a:ext>
            </a:extLst>
          </p:cNvPr>
          <p:cNvSpPr>
            <a:spLocks xmlns:a="http://schemas.openxmlformats.org/drawingml/2006/main" noGrp="1"/>
          </p:cNvSpPr>
          <p:nvPr/>
        </p:nvSpPr>
        <p:spPr>
          <a:xfrm xmlns:a="http://schemas.openxmlformats.org/drawingml/2006/main">
            <a:off x="16287750" y="4019550"/>
            <a:ext cx="1619250"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진행·결과</a:t>
            </a:r>
          </a:p>
        </p:txBody>
      </p:sp>
      <p:sp>
        <p:nvSpPr>
          <p:cNvPr id="43" name="dp-background-overview / n32 / path">
            <a:extLst xmlns:a="http://schemas.openxmlformats.org/drawingml/2006/main">
              <a:ext uri="{FF2B5EF4-FFF2-40B4-BE49-F238E27FC236}">
                <a16:creationId xmlns:a16="http://schemas.microsoft.com/office/drawing/2014/main" id="{88F99B72-DE19-41F0-ADD6-44DD19326308}"/>
              </a:ext>
            </a:extLst>
          </p:cNvPr>
          <p:cNvSpPr>
            <a:spLocks xmlns:a="http://schemas.openxmlformats.org/drawingml/2006/main" noGrp="1"/>
          </p:cNvSpPr>
          <p:nvPr/>
        </p:nvSpPr>
        <p:spPr>
          <a:xfrm xmlns:a="http://schemas.openxmlformats.org/drawingml/2006/main">
            <a:off x="14668500" y="4343400"/>
            <a:ext cx="953" cy="4133850"/>
          </a:xfrm>
          <a:custGeom xmlns:a="http://schemas.openxmlformats.org/drawingml/2006/main">
            <a:pathLst>
              <a:path w="953" h="4133850">
                <a:moveTo>
                  <a:pt x="0" y="0"/>
                </a:moveTo>
                <a:lnTo>
                  <a:pt x="0" y="4133850"/>
                </a:lnTo>
              </a:path>
            </a:pathLst>
          </a:custGeom>
          <a:noFill xmlns:a="http://schemas.openxmlformats.org/drawingml/2006/main"/>
          <a:ln xmlns:a="http://schemas.openxmlformats.org/drawingml/2006/main" w="16193">
            <a:solidFill>
              <a:srgbClr val="CDD6DE"/>
            </a:solidFill>
            <a:prstDash val="dash"/>
          </a:ln>
        </p:spPr>
      </p:sp>
      <p:sp>
        <p:nvSpPr>
          <p:cNvPr id="44" name="dp-background-overview / n33 / text 1">
            <a:extLst xmlns:a="http://schemas.openxmlformats.org/drawingml/2006/main">
              <a:ext uri="{FF2B5EF4-FFF2-40B4-BE49-F238E27FC236}">
                <a16:creationId xmlns:a16="http://schemas.microsoft.com/office/drawing/2014/main" id="{489C5193-7EAB-4114-A226-E2204E18AC37}"/>
              </a:ext>
            </a:extLst>
          </p:cNvPr>
          <p:cNvSpPr>
            <a:spLocks xmlns:a="http://schemas.openxmlformats.org/drawingml/2006/main" noGrp="1"/>
          </p:cNvSpPr>
          <p:nvPr/>
        </p:nvSpPr>
        <p:spPr>
          <a:xfrm xmlns:a="http://schemas.openxmlformats.org/drawingml/2006/main">
            <a:off x="609600" y="5619750"/>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VIA</a:t>
            </a:r>
          </a:p>
        </p:txBody>
      </p:sp>
      <p:sp>
        <p:nvSpPr>
          <p:cNvPr id="45" name="dp-background-overview / n33 / text 2">
            <a:extLst xmlns:a="http://schemas.openxmlformats.org/drawingml/2006/main">
              <a:ext uri="{FF2B5EF4-FFF2-40B4-BE49-F238E27FC236}">
                <a16:creationId xmlns:a16="http://schemas.microsoft.com/office/drawing/2014/main" id="{4634B538-4F38-4721-AD4D-D318F1FB2131}"/>
              </a:ext>
            </a:extLst>
          </p:cNvPr>
          <p:cNvSpPr>
            <a:spLocks xmlns:a="http://schemas.openxmlformats.org/drawingml/2006/main" noGrp="1"/>
          </p:cNvSpPr>
          <p:nvPr/>
        </p:nvSpPr>
        <p:spPr>
          <a:xfrm xmlns:a="http://schemas.openxmlformats.org/drawingml/2006/main">
            <a:off x="609600" y="5929313"/>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처리·연결</a:t>
            </a:r>
          </a:p>
        </p:txBody>
      </p:sp>
      <p:sp>
        <p:nvSpPr>
          <p:cNvPr id="46" name="dp-background-overview / n34 / path">
            <a:extLst xmlns:a="http://schemas.openxmlformats.org/drawingml/2006/main">
              <a:ext uri="{FF2B5EF4-FFF2-40B4-BE49-F238E27FC236}">
                <a16:creationId xmlns:a16="http://schemas.microsoft.com/office/drawing/2014/main" id="{3FAE482C-C982-4328-BAC4-C4E4A984ABC3}"/>
              </a:ext>
            </a:extLst>
          </p:cNvPr>
          <p:cNvSpPr>
            <a:spLocks xmlns:a="http://schemas.openxmlformats.org/drawingml/2006/main" noGrp="1"/>
          </p:cNvSpPr>
          <p:nvPr/>
        </p:nvSpPr>
        <p:spPr>
          <a:xfrm xmlns:a="http://schemas.openxmlformats.org/drawingml/2006/main">
            <a:off x="2143125" y="5524500"/>
            <a:ext cx="15478125" cy="953"/>
          </a:xfrm>
          <a:custGeom xmlns:a="http://schemas.openxmlformats.org/drawingml/2006/main">
            <a:pathLst>
              <a:path w="15478125" h="953">
                <a:moveTo>
                  <a:pt x="0" y="0"/>
                </a:moveTo>
                <a:lnTo>
                  <a:pt x="15478125" y="0"/>
                </a:lnTo>
              </a:path>
            </a:pathLst>
          </a:custGeom>
          <a:noFill xmlns:a="http://schemas.openxmlformats.org/drawingml/2006/main"/>
          <a:ln xmlns:a="http://schemas.openxmlformats.org/drawingml/2006/main" w="66675">
            <a:solidFill>
              <a:srgbClr val="CDD6DE"/>
            </a:solidFill>
            <a:prstDash val="solid"/>
          </a:ln>
        </p:spPr>
      </p:sp>
      <p:sp>
        <p:nvSpPr>
          <p:cNvPr id="47" name="dp-background-overview / n35 / text 1">
            <a:extLst xmlns:a="http://schemas.openxmlformats.org/drawingml/2006/main">
              <a:ext uri="{FF2B5EF4-FFF2-40B4-BE49-F238E27FC236}">
                <a16:creationId xmlns:a16="http://schemas.microsoft.com/office/drawing/2014/main" id="{FFD7FAB4-AE00-4E15-A88D-446B8713D382}"/>
              </a:ext>
            </a:extLst>
          </p:cNvPr>
          <p:cNvSpPr>
            <a:spLocks xmlns:a="http://schemas.openxmlformats.org/drawingml/2006/main" noGrp="1"/>
          </p:cNvSpPr>
          <p:nvPr/>
        </p:nvSpPr>
        <p:spPr>
          <a:xfrm xmlns:a="http://schemas.openxmlformats.org/drawingml/2006/main">
            <a:off x="2143125" y="5829300"/>
            <a:ext cx="3762375"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0">
                <a:solidFill>
                  <a:srgbClr val="18232E"/>
                </a:solidFill>
                <a:latin typeface="Apple SD Gothic Neo"/>
                <a:ea typeface="Apple SD Gothic Neo"/>
                <a:cs typeface="Apple SD Gothic Neo"/>
              </a:defRPr>
            </a:pPr>
            <a:r>
              <a:rPr sz="1875" b="0">
                <a:solidFill>
                  <a:srgbClr val="18232E"/>
                </a:solidFill>
                <a:latin typeface="Apple SD Gothic Neo"/>
                <a:ea typeface="Apple SD Gothic Neo"/>
                <a:cs typeface="Apple SD Gothic Neo"/>
              </a:rPr>
              <a:t>표의 대상 확인 · 업무 구분</a:t>
            </a:r>
          </a:p>
        </p:txBody>
      </p:sp>
      <p:sp>
        <p:nvSpPr>
          <p:cNvPr id="48" name="dp-background-overview / n35 / text 2">
            <a:extLst xmlns:a="http://schemas.openxmlformats.org/drawingml/2006/main">
              <a:ext uri="{FF2B5EF4-FFF2-40B4-BE49-F238E27FC236}">
                <a16:creationId xmlns:a16="http://schemas.microsoft.com/office/drawing/2014/main" id="{87B91AEA-5A33-4F7F-A04A-E9F7D5C4CBD3}"/>
              </a:ext>
            </a:extLst>
          </p:cNvPr>
          <p:cNvSpPr>
            <a:spLocks xmlns:a="http://schemas.openxmlformats.org/drawingml/2006/main" noGrp="1"/>
          </p:cNvSpPr>
          <p:nvPr/>
        </p:nvSpPr>
        <p:spPr>
          <a:xfrm xmlns:a="http://schemas.openxmlformats.org/drawingml/2006/main">
            <a:off x="2143125" y="6153150"/>
            <a:ext cx="3762375"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0">
                <a:solidFill>
                  <a:srgbClr val="18232E"/>
                </a:solidFill>
                <a:latin typeface="Apple SD Gothic Neo"/>
                <a:ea typeface="Apple SD Gothic Neo"/>
                <a:cs typeface="Apple SD Gothic Neo"/>
              </a:defRPr>
            </a:pPr>
            <a:r>
              <a:rPr sz="1875" b="0">
                <a:solidFill>
                  <a:srgbClr val="18232E"/>
                </a:solidFill>
                <a:latin typeface="Apple SD Gothic Neo"/>
                <a:ea typeface="Apple SD Gothic Neo"/>
                <a:cs typeface="Apple SD Gothic Neo"/>
              </a:rPr>
              <a:t>메일은 초안만 조건 유지</a:t>
            </a:r>
          </a:p>
        </p:txBody>
      </p:sp>
      <p:sp>
        <p:nvSpPr>
          <p:cNvPr id="49" name="dp-background-overview / n36 / text 1">
            <a:extLst xmlns:a="http://schemas.openxmlformats.org/drawingml/2006/main">
              <a:ext uri="{FF2B5EF4-FFF2-40B4-BE49-F238E27FC236}">
                <a16:creationId xmlns:a16="http://schemas.microsoft.com/office/drawing/2014/main" id="{E6231DBE-E49C-456E-A456-7F64625F303A}"/>
              </a:ext>
            </a:extLst>
          </p:cNvPr>
          <p:cNvSpPr>
            <a:spLocks xmlns:a="http://schemas.openxmlformats.org/drawingml/2006/main" noGrp="1"/>
          </p:cNvSpPr>
          <p:nvPr/>
        </p:nvSpPr>
        <p:spPr>
          <a:xfrm xmlns:a="http://schemas.openxmlformats.org/drawingml/2006/main">
            <a:off x="6381750" y="5829300"/>
            <a:ext cx="36671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정정의 적용 업무 확인</a:t>
            </a:r>
          </a:p>
        </p:txBody>
      </p:sp>
      <p:sp>
        <p:nvSpPr>
          <p:cNvPr id="50" name="dp-background-overview / n36 / text 2">
            <a:extLst xmlns:a="http://schemas.openxmlformats.org/drawingml/2006/main">
              <a:ext uri="{FF2B5EF4-FFF2-40B4-BE49-F238E27FC236}">
                <a16:creationId xmlns:a16="http://schemas.microsoft.com/office/drawing/2014/main" id="{9F105B04-2CC5-4803-82F4-1B707EB06D6A}"/>
              </a:ext>
            </a:extLst>
          </p:cNvPr>
          <p:cNvSpPr>
            <a:spLocks xmlns:a="http://schemas.openxmlformats.org/drawingml/2006/main" noGrp="1"/>
          </p:cNvSpPr>
          <p:nvPr/>
        </p:nvSpPr>
        <p:spPr>
          <a:xfrm xmlns:a="http://schemas.openxmlformats.org/drawingml/2006/main">
            <a:off x="6381750" y="6143625"/>
            <a:ext cx="36671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질문을 메일 업무에 연결</a:t>
            </a:r>
          </a:p>
        </p:txBody>
      </p:sp>
      <p:sp>
        <p:nvSpPr>
          <p:cNvPr id="51" name="dp-background-overview / n37 / text 1">
            <a:extLst xmlns:a="http://schemas.openxmlformats.org/drawingml/2006/main">
              <a:ext uri="{FF2B5EF4-FFF2-40B4-BE49-F238E27FC236}">
                <a16:creationId xmlns:a16="http://schemas.microsoft.com/office/drawing/2014/main" id="{D016B89C-965F-46DD-9680-33BE68A743AB}"/>
              </a:ext>
            </a:extLst>
          </p:cNvPr>
          <p:cNvSpPr>
            <a:spLocks xmlns:a="http://schemas.openxmlformats.org/drawingml/2006/main" noGrp="1"/>
          </p:cNvSpPr>
          <p:nvPr/>
        </p:nvSpPr>
        <p:spPr>
          <a:xfrm xmlns:a="http://schemas.openxmlformats.org/drawingml/2006/main">
            <a:off x="10287000" y="5829300"/>
            <a:ext cx="38576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과거 설명·결과 참조 연결</a:t>
            </a:r>
          </a:p>
        </p:txBody>
      </p:sp>
      <p:sp>
        <p:nvSpPr>
          <p:cNvPr id="52" name="dp-background-overview / n37 / text 2">
            <a:extLst xmlns:a="http://schemas.openxmlformats.org/drawingml/2006/main">
              <a:ext uri="{FF2B5EF4-FFF2-40B4-BE49-F238E27FC236}">
                <a16:creationId xmlns:a16="http://schemas.microsoft.com/office/drawing/2014/main" id="{64D2F7E5-1FFA-4002-9C4B-568FA5524E81}"/>
              </a:ext>
            </a:extLst>
          </p:cNvPr>
          <p:cNvSpPr>
            <a:spLocks xmlns:a="http://schemas.openxmlformats.org/drawingml/2006/main" noGrp="1"/>
          </p:cNvSpPr>
          <p:nvPr/>
        </p:nvSpPr>
        <p:spPr>
          <a:xfrm xmlns:a="http://schemas.openxmlformats.org/drawingml/2006/main">
            <a:off x="10287000" y="6143625"/>
            <a:ext cx="3857625" cy="33147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00" b="0">
                <a:solidFill>
                  <a:srgbClr val="18232E"/>
                </a:solidFill>
                <a:latin typeface="Apple SD Gothic Neo"/>
                <a:ea typeface="Apple SD Gothic Neo"/>
                <a:cs typeface="Apple SD Gothic Neo"/>
              </a:defRPr>
            </a:pPr>
            <a:r>
              <a:rPr sz="1800" b="0">
                <a:solidFill>
                  <a:srgbClr val="18232E"/>
                </a:solidFill>
                <a:latin typeface="Apple SD Gothic Neo"/>
                <a:ea typeface="Apple SD Gothic Neo"/>
                <a:cs typeface="Apple SD Gothic Neo"/>
              </a:rPr>
              <a:t>현재 제안서 업무에 제공</a:t>
            </a:r>
          </a:p>
        </p:txBody>
      </p:sp>
      <p:sp>
        <p:nvSpPr>
          <p:cNvPr id="53" name="dp-background-overview / n38 / text 1">
            <a:extLst xmlns:a="http://schemas.openxmlformats.org/drawingml/2006/main">
              <a:ext uri="{FF2B5EF4-FFF2-40B4-BE49-F238E27FC236}">
                <a16:creationId xmlns:a16="http://schemas.microsoft.com/office/drawing/2014/main" id="{E77A2500-3BA7-48BB-94E4-14090F570BB0}"/>
              </a:ext>
            </a:extLst>
          </p:cNvPr>
          <p:cNvSpPr>
            <a:spLocks xmlns:a="http://schemas.openxmlformats.org/drawingml/2006/main" noGrp="1"/>
          </p:cNvSpPr>
          <p:nvPr/>
        </p:nvSpPr>
        <p:spPr>
          <a:xfrm xmlns:a="http://schemas.openxmlformats.org/drawingml/2006/main">
            <a:off x="15621000" y="5829300"/>
            <a:ext cx="2190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업무의 진행·결과를</a:t>
            </a:r>
          </a:p>
        </p:txBody>
      </p:sp>
      <p:sp>
        <p:nvSpPr>
          <p:cNvPr id="54" name="dp-background-overview / n38 / text 2">
            <a:extLst xmlns:a="http://schemas.openxmlformats.org/drawingml/2006/main">
              <a:ext uri="{FF2B5EF4-FFF2-40B4-BE49-F238E27FC236}">
                <a16:creationId xmlns:a16="http://schemas.microsoft.com/office/drawing/2014/main" id="{99D123AF-D9F0-4796-ABF2-753B4FCC3697}"/>
              </a:ext>
            </a:extLst>
          </p:cNvPr>
          <p:cNvSpPr>
            <a:spLocks xmlns:a="http://schemas.openxmlformats.org/drawingml/2006/main" noGrp="1"/>
          </p:cNvSpPr>
          <p:nvPr/>
        </p:nvSpPr>
        <p:spPr>
          <a:xfrm xmlns:a="http://schemas.openxmlformats.org/drawingml/2006/main">
            <a:off x="15621000" y="6134100"/>
            <a:ext cx="21907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사용자에게 전달</a:t>
            </a:r>
          </a:p>
        </p:txBody>
      </p:sp>
      <p:sp>
        <p:nvSpPr>
          <p:cNvPr id="55" name="dp-background-overview / n39 / path">
            <a:extLst xmlns:a="http://schemas.openxmlformats.org/drawingml/2006/main">
              <a:ext uri="{FF2B5EF4-FFF2-40B4-BE49-F238E27FC236}">
                <a16:creationId xmlns:a16="http://schemas.microsoft.com/office/drawing/2014/main" id="{2A3A740A-24F4-4C96-A39C-820E5BF7B8D5}"/>
              </a:ext>
            </a:extLst>
          </p:cNvPr>
          <p:cNvSpPr>
            <a:spLocks xmlns:a="http://schemas.openxmlformats.org/drawingml/2006/main" noGrp="1"/>
          </p:cNvSpPr>
          <p:nvPr/>
        </p:nvSpPr>
        <p:spPr>
          <a:xfrm xmlns:a="http://schemas.openxmlformats.org/drawingml/2006/main">
            <a:off x="2667000" y="4800600"/>
            <a:ext cx="953" cy="628650"/>
          </a:xfrm>
          <a:custGeom xmlns:a="http://schemas.openxmlformats.org/drawingml/2006/main">
            <a:pathLst>
              <a:path w="953" h="628650">
                <a:moveTo>
                  <a:pt x="0" y="0"/>
                </a:moveTo>
                <a:lnTo>
                  <a:pt x="0" y="628650"/>
                </a:lnTo>
              </a:path>
            </a:pathLst>
          </a:custGeom>
          <a:noFill xmlns:a="http://schemas.openxmlformats.org/drawingml/2006/main"/>
          <a:ln xmlns:a="http://schemas.openxmlformats.org/drawingml/2006/main" w="16193">
            <a:solidFill>
              <a:srgbClr val="18232E"/>
            </a:solidFill>
            <a:prstDash val="solid"/>
          </a:ln>
        </p:spPr>
      </p:sp>
      <p:sp>
        <p:nvSpPr>
          <p:cNvPr id="56" name="dp-background-overview / n39 / arrow">
            <a:extLst xmlns:a="http://schemas.openxmlformats.org/drawingml/2006/main">
              <a:ext uri="{FF2B5EF4-FFF2-40B4-BE49-F238E27FC236}">
                <a16:creationId xmlns:a16="http://schemas.microsoft.com/office/drawing/2014/main" id="{3B3E517C-D143-4477-BBF8-79F3BDD0CAE4}"/>
              </a:ext>
            </a:extLst>
          </p:cNvPr>
          <p:cNvSpPr>
            <a:spLocks xmlns:a="http://schemas.openxmlformats.org/drawingml/2006/main" noGrp="1"/>
          </p:cNvSpPr>
          <p:nvPr/>
        </p:nvSpPr>
        <p:spPr>
          <a:xfrm xmlns:a="http://schemas.openxmlformats.org/drawingml/2006/main">
            <a:off x="2615184" y="5325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57" name="dp-background-overview / n40 / path">
            <a:extLst xmlns:a="http://schemas.openxmlformats.org/drawingml/2006/main">
              <a:ext uri="{FF2B5EF4-FFF2-40B4-BE49-F238E27FC236}">
                <a16:creationId xmlns:a16="http://schemas.microsoft.com/office/drawing/2014/main" id="{FEAC31EA-A8E3-4DC4-B2F8-C857BE853230}"/>
              </a:ext>
            </a:extLst>
          </p:cNvPr>
          <p:cNvSpPr>
            <a:spLocks xmlns:a="http://schemas.openxmlformats.org/drawingml/2006/main" noGrp="1"/>
          </p:cNvSpPr>
          <p:nvPr/>
        </p:nvSpPr>
        <p:spPr>
          <a:xfrm xmlns:a="http://schemas.openxmlformats.org/drawingml/2006/main">
            <a:off x="6619875" y="4171950"/>
            <a:ext cx="953" cy="1257300"/>
          </a:xfrm>
          <a:custGeom xmlns:a="http://schemas.openxmlformats.org/drawingml/2006/main">
            <a:pathLst>
              <a:path w="953" h="1257300">
                <a:moveTo>
                  <a:pt x="0" y="0"/>
                </a:moveTo>
                <a:lnTo>
                  <a:pt x="0" y="1257300"/>
                </a:lnTo>
              </a:path>
            </a:pathLst>
          </a:custGeom>
          <a:noFill xmlns:a="http://schemas.openxmlformats.org/drawingml/2006/main"/>
          <a:ln xmlns:a="http://schemas.openxmlformats.org/drawingml/2006/main" w="16193">
            <a:solidFill>
              <a:srgbClr val="18232E"/>
            </a:solidFill>
            <a:prstDash val="solid"/>
          </a:ln>
        </p:spPr>
      </p:sp>
      <p:sp>
        <p:nvSpPr>
          <p:cNvPr id="58" name="dp-background-overview / n40 / arrow">
            <a:extLst xmlns:a="http://schemas.openxmlformats.org/drawingml/2006/main">
              <a:ext uri="{FF2B5EF4-FFF2-40B4-BE49-F238E27FC236}">
                <a16:creationId xmlns:a16="http://schemas.microsoft.com/office/drawing/2014/main" id="{4F6EC304-5053-46D3-BA84-F335BA2D9348}"/>
              </a:ext>
            </a:extLst>
          </p:cNvPr>
          <p:cNvSpPr>
            <a:spLocks xmlns:a="http://schemas.openxmlformats.org/drawingml/2006/main" noGrp="1"/>
          </p:cNvSpPr>
          <p:nvPr/>
        </p:nvSpPr>
        <p:spPr>
          <a:xfrm xmlns:a="http://schemas.openxmlformats.org/drawingml/2006/main">
            <a:off x="6568059" y="5325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59" name="dp-background-overview / n41 / path">
            <a:extLst xmlns:a="http://schemas.openxmlformats.org/drawingml/2006/main">
              <a:ext uri="{FF2B5EF4-FFF2-40B4-BE49-F238E27FC236}">
                <a16:creationId xmlns:a16="http://schemas.microsoft.com/office/drawing/2014/main" id="{C7FDA46E-9163-4154-8D31-B2988EC57AB9}"/>
              </a:ext>
            </a:extLst>
          </p:cNvPr>
          <p:cNvSpPr>
            <a:spLocks xmlns:a="http://schemas.openxmlformats.org/drawingml/2006/main" noGrp="1"/>
          </p:cNvSpPr>
          <p:nvPr/>
        </p:nvSpPr>
        <p:spPr>
          <a:xfrm xmlns:a="http://schemas.openxmlformats.org/drawingml/2006/main">
            <a:off x="8143875" y="5105400"/>
            <a:ext cx="953" cy="323850"/>
          </a:xfrm>
          <a:custGeom xmlns:a="http://schemas.openxmlformats.org/drawingml/2006/main">
            <a:pathLst>
              <a:path w="953" h="323850">
                <a:moveTo>
                  <a:pt x="0" y="323850"/>
                </a:moveTo>
                <a:lnTo>
                  <a:pt x="0" y="0"/>
                </a:lnTo>
              </a:path>
            </a:pathLst>
          </a:custGeom>
          <a:noFill xmlns:a="http://schemas.openxmlformats.org/drawingml/2006/main"/>
          <a:ln xmlns:a="http://schemas.openxmlformats.org/drawingml/2006/main" w="16193">
            <a:solidFill>
              <a:srgbClr val="18232E"/>
            </a:solidFill>
            <a:prstDash val="solid"/>
          </a:ln>
        </p:spPr>
      </p:sp>
      <p:sp>
        <p:nvSpPr>
          <p:cNvPr id="60" name="dp-background-overview / n41 / arrow">
            <a:extLst xmlns:a="http://schemas.openxmlformats.org/drawingml/2006/main">
              <a:ext uri="{FF2B5EF4-FFF2-40B4-BE49-F238E27FC236}">
                <a16:creationId xmlns:a16="http://schemas.microsoft.com/office/drawing/2014/main" id="{ED7665EC-6574-4C51-98CE-171EA2D44B5E}"/>
              </a:ext>
            </a:extLst>
          </p:cNvPr>
          <p:cNvSpPr>
            <a:spLocks xmlns:a="http://schemas.openxmlformats.org/drawingml/2006/main" noGrp="1"/>
          </p:cNvSpPr>
          <p:nvPr/>
        </p:nvSpPr>
        <p:spPr>
          <a:xfrm xmlns:a="http://schemas.openxmlformats.org/drawingml/2006/main">
            <a:off x="8092059" y="510540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61" name="dp-background-overview / n42 / path">
            <a:extLst xmlns:a="http://schemas.openxmlformats.org/drawingml/2006/main">
              <a:ext uri="{FF2B5EF4-FFF2-40B4-BE49-F238E27FC236}">
                <a16:creationId xmlns:a16="http://schemas.microsoft.com/office/drawing/2014/main" id="{B819C647-7E99-470B-A71F-F2E5665FB7BE}"/>
              </a:ext>
            </a:extLst>
          </p:cNvPr>
          <p:cNvSpPr>
            <a:spLocks xmlns:a="http://schemas.openxmlformats.org/drawingml/2006/main" noGrp="1"/>
          </p:cNvSpPr>
          <p:nvPr/>
        </p:nvSpPr>
        <p:spPr>
          <a:xfrm xmlns:a="http://schemas.openxmlformats.org/drawingml/2006/main">
            <a:off x="10572750" y="4486275"/>
            <a:ext cx="953" cy="942975"/>
          </a:xfrm>
          <a:custGeom xmlns:a="http://schemas.openxmlformats.org/drawingml/2006/main">
            <a:pathLst>
              <a:path w="953" h="942975">
                <a:moveTo>
                  <a:pt x="0" y="0"/>
                </a:moveTo>
                <a:lnTo>
                  <a:pt x="0" y="942975"/>
                </a:lnTo>
              </a:path>
            </a:pathLst>
          </a:custGeom>
          <a:noFill xmlns:a="http://schemas.openxmlformats.org/drawingml/2006/main"/>
          <a:ln xmlns:a="http://schemas.openxmlformats.org/drawingml/2006/main" w="16193">
            <a:solidFill>
              <a:srgbClr val="18232E"/>
            </a:solidFill>
            <a:prstDash val="solid"/>
          </a:ln>
        </p:spPr>
      </p:sp>
      <p:sp>
        <p:nvSpPr>
          <p:cNvPr id="62" name="dp-background-overview / n42 / arrow">
            <a:extLst xmlns:a="http://schemas.openxmlformats.org/drawingml/2006/main">
              <a:ext uri="{FF2B5EF4-FFF2-40B4-BE49-F238E27FC236}">
                <a16:creationId xmlns:a16="http://schemas.microsoft.com/office/drawing/2014/main" id="{1FF76865-EFEE-4648-9895-DF87B752DC11}"/>
              </a:ext>
            </a:extLst>
          </p:cNvPr>
          <p:cNvSpPr>
            <a:spLocks xmlns:a="http://schemas.openxmlformats.org/drawingml/2006/main" noGrp="1"/>
          </p:cNvSpPr>
          <p:nvPr/>
        </p:nvSpPr>
        <p:spPr>
          <a:xfrm xmlns:a="http://schemas.openxmlformats.org/drawingml/2006/main">
            <a:off x="10520934" y="5325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63" name="dp-background-overview / n43 / path">
            <a:extLst xmlns:a="http://schemas.openxmlformats.org/drawingml/2006/main">
              <a:ext uri="{FF2B5EF4-FFF2-40B4-BE49-F238E27FC236}">
                <a16:creationId xmlns:a16="http://schemas.microsoft.com/office/drawing/2014/main" id="{14EB27C7-A2BA-420D-A5AA-7BF362574709}"/>
              </a:ext>
            </a:extLst>
          </p:cNvPr>
          <p:cNvSpPr>
            <a:spLocks xmlns:a="http://schemas.openxmlformats.org/drawingml/2006/main" noGrp="1"/>
          </p:cNvSpPr>
          <p:nvPr/>
        </p:nvSpPr>
        <p:spPr>
          <a:xfrm xmlns:a="http://schemas.openxmlformats.org/drawingml/2006/main">
            <a:off x="16764000" y="4533900"/>
            <a:ext cx="953" cy="895350"/>
          </a:xfrm>
          <a:custGeom xmlns:a="http://schemas.openxmlformats.org/drawingml/2006/main">
            <a:pathLst>
              <a:path w="953" h="895350">
                <a:moveTo>
                  <a:pt x="0" y="895350"/>
                </a:moveTo>
                <a:lnTo>
                  <a:pt x="0" y="0"/>
                </a:lnTo>
              </a:path>
            </a:pathLst>
          </a:custGeom>
          <a:noFill xmlns:a="http://schemas.openxmlformats.org/drawingml/2006/main"/>
          <a:ln xmlns:a="http://schemas.openxmlformats.org/drawingml/2006/main" w="16193">
            <a:solidFill>
              <a:srgbClr val="18232E"/>
            </a:solidFill>
            <a:prstDash val="solid"/>
          </a:ln>
        </p:spPr>
      </p:sp>
      <p:sp>
        <p:nvSpPr>
          <p:cNvPr id="64" name="dp-background-overview / n43 / arrow">
            <a:extLst xmlns:a="http://schemas.openxmlformats.org/drawingml/2006/main">
              <a:ext uri="{FF2B5EF4-FFF2-40B4-BE49-F238E27FC236}">
                <a16:creationId xmlns:a16="http://schemas.microsoft.com/office/drawing/2014/main" id="{F5BE3F21-680E-4FD5-88DA-6FDFCEE76DE1}"/>
              </a:ext>
            </a:extLst>
          </p:cNvPr>
          <p:cNvSpPr>
            <a:spLocks xmlns:a="http://schemas.openxmlformats.org/drawingml/2006/main" noGrp="1"/>
          </p:cNvSpPr>
          <p:nvPr/>
        </p:nvSpPr>
        <p:spPr>
          <a:xfrm xmlns:a="http://schemas.openxmlformats.org/drawingml/2006/main">
            <a:off x="16712184" y="453390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65" name="dp-background-overview / n44 / text 1">
            <a:extLst xmlns:a="http://schemas.openxmlformats.org/drawingml/2006/main">
              <a:ext uri="{FF2B5EF4-FFF2-40B4-BE49-F238E27FC236}">
                <a16:creationId xmlns:a16="http://schemas.microsoft.com/office/drawing/2014/main" id="{49D89A76-8F43-4A6C-854C-7EC31BFD6D1A}"/>
              </a:ext>
            </a:extLst>
          </p:cNvPr>
          <p:cNvSpPr>
            <a:spLocks xmlns:a="http://schemas.openxmlformats.org/drawingml/2006/main" noGrp="1"/>
          </p:cNvSpPr>
          <p:nvPr/>
        </p:nvSpPr>
        <p:spPr>
          <a:xfrm xmlns:a="http://schemas.openxmlformats.org/drawingml/2006/main">
            <a:off x="8572500" y="6600825"/>
            <a:ext cx="4191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늦게 끝난 이전 조건의 후보 → 현재 유효성 확인</a:t>
            </a:r>
          </a:p>
        </p:txBody>
      </p:sp>
      <p:sp>
        <p:nvSpPr>
          <p:cNvPr id="66" name="dp-background-overview / n45 / text 1">
            <a:extLst xmlns:a="http://schemas.openxmlformats.org/drawingml/2006/main">
              <a:ext uri="{FF2B5EF4-FFF2-40B4-BE49-F238E27FC236}">
                <a16:creationId xmlns:a16="http://schemas.microsoft.com/office/drawing/2014/main" id="{68AA2BEE-5302-4172-9FDE-251406AF6FFB}"/>
              </a:ext>
            </a:extLst>
          </p:cNvPr>
          <p:cNvSpPr>
            <a:spLocks xmlns:a="http://schemas.openxmlformats.org/drawingml/2006/main" noGrp="1"/>
          </p:cNvSpPr>
          <p:nvPr/>
        </p:nvSpPr>
        <p:spPr>
          <a:xfrm xmlns:a="http://schemas.openxmlformats.org/drawingml/2006/main">
            <a:off x="609600" y="7477125"/>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외부 Agent</a:t>
            </a:r>
          </a:p>
        </p:txBody>
      </p:sp>
      <p:sp>
        <p:nvSpPr>
          <p:cNvPr id="67" name="dp-background-overview / n45 / text 2">
            <a:extLst xmlns:a="http://schemas.openxmlformats.org/drawingml/2006/main">
              <a:ext uri="{FF2B5EF4-FFF2-40B4-BE49-F238E27FC236}">
                <a16:creationId xmlns:a16="http://schemas.microsoft.com/office/drawing/2014/main" id="{B91088F7-4329-4BB2-AE79-14744A3471FE}"/>
              </a:ext>
            </a:extLst>
          </p:cNvPr>
          <p:cNvSpPr>
            <a:spLocks xmlns:a="http://schemas.openxmlformats.org/drawingml/2006/main" noGrp="1"/>
          </p:cNvSpPr>
          <p:nvPr/>
        </p:nvSpPr>
        <p:spPr>
          <a:xfrm xmlns:a="http://schemas.openxmlformats.org/drawingml/2006/main">
            <a:off x="609600" y="7786688"/>
            <a:ext cx="133350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업무 수행</a:t>
            </a:r>
          </a:p>
        </p:txBody>
      </p:sp>
      <p:sp>
        <p:nvSpPr>
          <p:cNvPr id="68" name="dp-background-overview / n46 / text 1">
            <a:extLst xmlns:a="http://schemas.openxmlformats.org/drawingml/2006/main">
              <a:ext uri="{FF2B5EF4-FFF2-40B4-BE49-F238E27FC236}">
                <a16:creationId xmlns:a16="http://schemas.microsoft.com/office/drawing/2014/main" id="{75DDB0D5-DB7C-4053-9583-96FC8E3FAF4A}"/>
              </a:ext>
            </a:extLst>
          </p:cNvPr>
          <p:cNvSpPr>
            <a:spLocks xmlns:a="http://schemas.openxmlformats.org/drawingml/2006/main" noGrp="1"/>
          </p:cNvSpPr>
          <p:nvPr/>
        </p:nvSpPr>
        <p:spPr>
          <a:xfrm xmlns:a="http://schemas.openxmlformats.org/drawingml/2006/main">
            <a:off x="2143125" y="7200900"/>
            <a:ext cx="30956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제안서 업무</a:t>
            </a:r>
          </a:p>
        </p:txBody>
      </p:sp>
      <p:sp>
        <p:nvSpPr>
          <p:cNvPr id="69" name="dp-background-overview / n47 / path">
            <a:extLst xmlns:a="http://schemas.openxmlformats.org/drawingml/2006/main">
              <a:ext uri="{FF2B5EF4-FFF2-40B4-BE49-F238E27FC236}">
                <a16:creationId xmlns:a16="http://schemas.microsoft.com/office/drawing/2014/main" id="{1A163969-8599-45A8-8321-D522D5152CB2}"/>
              </a:ext>
            </a:extLst>
          </p:cNvPr>
          <p:cNvSpPr>
            <a:spLocks xmlns:a="http://schemas.openxmlformats.org/drawingml/2006/main" noGrp="1"/>
          </p:cNvSpPr>
          <p:nvPr/>
        </p:nvSpPr>
        <p:spPr>
          <a:xfrm xmlns:a="http://schemas.openxmlformats.org/drawingml/2006/main">
            <a:off x="5286375" y="7524750"/>
            <a:ext cx="12334875" cy="953"/>
          </a:xfrm>
          <a:custGeom xmlns:a="http://schemas.openxmlformats.org/drawingml/2006/main">
            <a:pathLst>
              <a:path w="12334875" h="953">
                <a:moveTo>
                  <a:pt x="0" y="0"/>
                </a:moveTo>
                <a:lnTo>
                  <a:pt x="12334875" y="0"/>
                </a:lnTo>
              </a:path>
            </a:pathLst>
          </a:custGeom>
          <a:noFill xmlns:a="http://schemas.openxmlformats.org/drawingml/2006/main"/>
          <a:ln xmlns:a="http://schemas.openxmlformats.org/drawingml/2006/main" w="66675">
            <a:solidFill>
              <a:srgbClr val="CDD6DE"/>
            </a:solidFill>
            <a:prstDash val="solid"/>
          </a:ln>
        </p:spPr>
      </p:sp>
      <p:sp>
        <p:nvSpPr>
          <p:cNvPr id="70" name="dp-background-overview / n48 / text 1">
            <a:extLst xmlns:a="http://schemas.openxmlformats.org/drawingml/2006/main">
              <a:ext uri="{FF2B5EF4-FFF2-40B4-BE49-F238E27FC236}">
                <a16:creationId xmlns:a16="http://schemas.microsoft.com/office/drawing/2014/main" id="{618C6844-9A26-4306-8AD4-307970F4AABA}"/>
              </a:ext>
            </a:extLst>
          </p:cNvPr>
          <p:cNvSpPr>
            <a:spLocks xmlns:a="http://schemas.openxmlformats.org/drawingml/2006/main" noGrp="1"/>
          </p:cNvSpPr>
          <p:nvPr/>
        </p:nvSpPr>
        <p:spPr>
          <a:xfrm xmlns:a="http://schemas.openxmlformats.org/drawingml/2006/main">
            <a:off x="10572750" y="7162800"/>
            <a:ext cx="3905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5F6B77"/>
                </a:solidFill>
                <a:latin typeface="Apple SD Gothic Neo"/>
                <a:ea typeface="Apple SD Gothic Neo"/>
                <a:cs typeface="Apple SD Gothic Neo"/>
              </a:defRPr>
            </a:pPr>
            <a:r>
              <a:rPr sz="1725" b="0">
                <a:solidFill>
                  <a:srgbClr val="5F6B77"/>
                </a:solidFill>
                <a:latin typeface="Apple SD Gothic Neo"/>
                <a:ea typeface="Apple SD Gothic Neo"/>
                <a:cs typeface="Apple SD Gothic Neo"/>
              </a:rPr>
              <a:t>기준 적용·분석·제안서 작성</a:t>
            </a:r>
          </a:p>
        </p:txBody>
      </p:sp>
      <p:sp>
        <p:nvSpPr>
          <p:cNvPr id="71" name="dp-background-overview / n49 / path">
            <a:extLst xmlns:a="http://schemas.openxmlformats.org/drawingml/2006/main">
              <a:ext uri="{FF2B5EF4-FFF2-40B4-BE49-F238E27FC236}">
                <a16:creationId xmlns:a16="http://schemas.microsoft.com/office/drawing/2014/main" id="{D320C1E0-5246-466C-A135-8DCD9ADA44E7}"/>
              </a:ext>
            </a:extLst>
          </p:cNvPr>
          <p:cNvSpPr>
            <a:spLocks xmlns:a="http://schemas.openxmlformats.org/drawingml/2006/main" noGrp="1"/>
          </p:cNvSpPr>
          <p:nvPr/>
        </p:nvSpPr>
        <p:spPr>
          <a:xfrm xmlns:a="http://schemas.openxmlformats.org/drawingml/2006/main">
            <a:off x="5476875" y="6477000"/>
            <a:ext cx="953" cy="952500"/>
          </a:xfrm>
          <a:custGeom xmlns:a="http://schemas.openxmlformats.org/drawingml/2006/main">
            <a:pathLst>
              <a:path w="953" h="952500">
                <a:moveTo>
                  <a:pt x="0" y="0"/>
                </a:moveTo>
                <a:lnTo>
                  <a:pt x="0" y="952500"/>
                </a:lnTo>
              </a:path>
            </a:pathLst>
          </a:custGeom>
          <a:noFill xmlns:a="http://schemas.openxmlformats.org/drawingml/2006/main"/>
          <a:ln xmlns:a="http://schemas.openxmlformats.org/drawingml/2006/main" w="16193">
            <a:solidFill>
              <a:srgbClr val="18232E"/>
            </a:solidFill>
            <a:prstDash val="solid"/>
          </a:ln>
        </p:spPr>
      </p:sp>
      <p:sp>
        <p:nvSpPr>
          <p:cNvPr id="72" name="dp-background-overview / n49 / arrow">
            <a:extLst xmlns:a="http://schemas.openxmlformats.org/drawingml/2006/main">
              <a:ext uri="{FF2B5EF4-FFF2-40B4-BE49-F238E27FC236}">
                <a16:creationId xmlns:a16="http://schemas.microsoft.com/office/drawing/2014/main" id="{37687F69-C936-4169-A255-A48EFF4ADE0E}"/>
              </a:ext>
            </a:extLst>
          </p:cNvPr>
          <p:cNvSpPr>
            <a:spLocks xmlns:a="http://schemas.openxmlformats.org/drawingml/2006/main" noGrp="1"/>
          </p:cNvSpPr>
          <p:nvPr/>
        </p:nvSpPr>
        <p:spPr>
          <a:xfrm xmlns:a="http://schemas.openxmlformats.org/drawingml/2006/main">
            <a:off x="5425059" y="732586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73" name="dp-background-overview / n50">
            <a:extLst xmlns:a="http://schemas.openxmlformats.org/drawingml/2006/main">
              <a:ext uri="{FF2B5EF4-FFF2-40B4-BE49-F238E27FC236}">
                <a16:creationId xmlns:a16="http://schemas.microsoft.com/office/drawing/2014/main" id="{3685B2E0-82FE-4D22-A5FA-FA829FACC185}"/>
              </a:ext>
            </a:extLst>
          </p:cNvPr>
          <p:cNvSpPr>
            <a:spLocks xmlns:a="http://schemas.openxmlformats.org/drawingml/2006/main" noGrp="1"/>
          </p:cNvSpPr>
          <p:nvPr/>
        </p:nvSpPr>
        <p:spPr>
          <a:xfrm xmlns:a="http://schemas.openxmlformats.org/drawingml/2006/main">
            <a:off x="4810125" y="6810375"/>
            <a:ext cx="619125" cy="31051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4" name="dp-background-overview / n51 / text 1">
            <a:extLst xmlns:a="http://schemas.openxmlformats.org/drawingml/2006/main">
              <a:ext uri="{FF2B5EF4-FFF2-40B4-BE49-F238E27FC236}">
                <a16:creationId xmlns:a16="http://schemas.microsoft.com/office/drawing/2014/main" id="{FDDDBEBB-95B2-4E00-ACCE-E58A16ECD923}"/>
              </a:ext>
            </a:extLst>
          </p:cNvPr>
          <p:cNvSpPr>
            <a:spLocks xmlns:a="http://schemas.openxmlformats.org/drawingml/2006/main" noGrp="1"/>
          </p:cNvSpPr>
          <p:nvPr/>
        </p:nvSpPr>
        <p:spPr>
          <a:xfrm xmlns:a="http://schemas.openxmlformats.org/drawingml/2006/main">
            <a:off x="4857750" y="6829425"/>
            <a:ext cx="523875"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위임</a:t>
            </a:r>
          </a:p>
        </p:txBody>
      </p:sp>
      <p:sp>
        <p:nvSpPr>
          <p:cNvPr id="75" name="dp-background-overview / n52 / path">
            <a:extLst xmlns:a="http://schemas.openxmlformats.org/drawingml/2006/main">
              <a:ext uri="{FF2B5EF4-FFF2-40B4-BE49-F238E27FC236}">
                <a16:creationId xmlns:a16="http://schemas.microsoft.com/office/drawing/2014/main" id="{6483CF62-6EB3-4294-8E1B-2204621EB1D5}"/>
              </a:ext>
            </a:extLst>
          </p:cNvPr>
          <p:cNvSpPr>
            <a:spLocks xmlns:a="http://schemas.openxmlformats.org/drawingml/2006/main" noGrp="1"/>
          </p:cNvSpPr>
          <p:nvPr/>
        </p:nvSpPr>
        <p:spPr>
          <a:xfrm xmlns:a="http://schemas.openxmlformats.org/drawingml/2006/main">
            <a:off x="6191250" y="6496050"/>
            <a:ext cx="953" cy="933450"/>
          </a:xfrm>
          <a:custGeom xmlns:a="http://schemas.openxmlformats.org/drawingml/2006/main">
            <a:pathLst>
              <a:path w="953" h="933450">
                <a:moveTo>
                  <a:pt x="0" y="933450"/>
                </a:moveTo>
                <a:lnTo>
                  <a:pt x="0" y="0"/>
                </a:lnTo>
              </a:path>
            </a:pathLst>
          </a:custGeom>
          <a:noFill xmlns:a="http://schemas.openxmlformats.org/drawingml/2006/main"/>
          <a:ln xmlns:a="http://schemas.openxmlformats.org/drawingml/2006/main" w="16193">
            <a:solidFill>
              <a:srgbClr val="18232E"/>
            </a:solidFill>
            <a:prstDash val="solid"/>
          </a:ln>
        </p:spPr>
      </p:sp>
      <p:sp>
        <p:nvSpPr>
          <p:cNvPr id="76" name="dp-background-overview / n52 / arrow">
            <a:extLst xmlns:a="http://schemas.openxmlformats.org/drawingml/2006/main">
              <a:ext uri="{FF2B5EF4-FFF2-40B4-BE49-F238E27FC236}">
                <a16:creationId xmlns:a16="http://schemas.microsoft.com/office/drawing/2014/main" id="{5A51D7F7-80D6-4BEE-A276-E63E2C27E3E5}"/>
              </a:ext>
            </a:extLst>
          </p:cNvPr>
          <p:cNvSpPr>
            <a:spLocks xmlns:a="http://schemas.openxmlformats.org/drawingml/2006/main" noGrp="1"/>
          </p:cNvSpPr>
          <p:nvPr/>
        </p:nvSpPr>
        <p:spPr>
          <a:xfrm xmlns:a="http://schemas.openxmlformats.org/drawingml/2006/main">
            <a:off x="6139434" y="649605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77" name="dp-background-overview / n53">
            <a:extLst xmlns:a="http://schemas.openxmlformats.org/drawingml/2006/main">
              <a:ext uri="{FF2B5EF4-FFF2-40B4-BE49-F238E27FC236}">
                <a16:creationId xmlns:a16="http://schemas.microsoft.com/office/drawing/2014/main" id="{DFBE7C5C-050A-4ED4-A595-673FA143AF82}"/>
              </a:ext>
            </a:extLst>
          </p:cNvPr>
          <p:cNvSpPr>
            <a:spLocks xmlns:a="http://schemas.openxmlformats.org/drawingml/2006/main" noGrp="1"/>
          </p:cNvSpPr>
          <p:nvPr/>
        </p:nvSpPr>
        <p:spPr>
          <a:xfrm xmlns:a="http://schemas.openxmlformats.org/drawingml/2006/main">
            <a:off x="5705475" y="6810375"/>
            <a:ext cx="1066800" cy="2857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78" name="dp-background-overview / n54 / text 1">
            <a:extLst xmlns:a="http://schemas.openxmlformats.org/drawingml/2006/main">
              <a:ext uri="{FF2B5EF4-FFF2-40B4-BE49-F238E27FC236}">
                <a16:creationId xmlns:a16="http://schemas.microsoft.com/office/drawing/2014/main" id="{5F7025FD-945C-49E7-A044-FB1DBA35114A}"/>
              </a:ext>
            </a:extLst>
          </p:cNvPr>
          <p:cNvSpPr>
            <a:spLocks xmlns:a="http://schemas.openxmlformats.org/drawingml/2006/main" noGrp="1"/>
          </p:cNvSpPr>
          <p:nvPr/>
        </p:nvSpPr>
        <p:spPr>
          <a:xfrm xmlns:a="http://schemas.openxmlformats.org/drawingml/2006/main">
            <a:off x="5753100" y="6829425"/>
            <a:ext cx="971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접수 확인</a:t>
            </a:r>
          </a:p>
        </p:txBody>
      </p:sp>
      <p:sp>
        <p:nvSpPr>
          <p:cNvPr id="79" name="dp-background-overview / n55 / text 1">
            <a:extLst xmlns:a="http://schemas.openxmlformats.org/drawingml/2006/main">
              <a:ext uri="{FF2B5EF4-FFF2-40B4-BE49-F238E27FC236}">
                <a16:creationId xmlns:a16="http://schemas.microsoft.com/office/drawing/2014/main" id="{EC9D7BD7-FDB8-4483-822D-5F266CB47BF7}"/>
              </a:ext>
            </a:extLst>
          </p:cNvPr>
          <p:cNvSpPr>
            <a:spLocks xmlns:a="http://schemas.openxmlformats.org/drawingml/2006/main" noGrp="1"/>
          </p:cNvSpPr>
          <p:nvPr/>
        </p:nvSpPr>
        <p:spPr>
          <a:xfrm xmlns:a="http://schemas.openxmlformats.org/drawingml/2006/main">
            <a:off x="2143125" y="6648450"/>
            <a:ext cx="2857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위임 요청의 처리 완료</a:t>
            </a:r>
          </a:p>
        </p:txBody>
      </p:sp>
      <p:sp>
        <p:nvSpPr>
          <p:cNvPr id="80" name="dp-background-overview / n55 / text 2">
            <a:extLst xmlns:a="http://schemas.openxmlformats.org/drawingml/2006/main">
              <a:ext uri="{FF2B5EF4-FFF2-40B4-BE49-F238E27FC236}">
                <a16:creationId xmlns:a16="http://schemas.microsoft.com/office/drawing/2014/main" id="{D29FF3CC-2982-40ED-84B2-68E670D3FF3B}"/>
              </a:ext>
            </a:extLst>
          </p:cNvPr>
          <p:cNvSpPr>
            <a:spLocks xmlns:a="http://schemas.openxmlformats.org/drawingml/2006/main" noGrp="1"/>
          </p:cNvSpPr>
          <p:nvPr/>
        </p:nvSpPr>
        <p:spPr>
          <a:xfrm xmlns:a="http://schemas.openxmlformats.org/drawingml/2006/main">
            <a:off x="2143125" y="6915150"/>
            <a:ext cx="2857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(외부 접수 확인 후)</a:t>
            </a:r>
          </a:p>
        </p:txBody>
      </p:sp>
      <p:sp>
        <p:nvSpPr>
          <p:cNvPr id="81" name="dp-background-overview / n56 / path">
            <a:extLst xmlns:a="http://schemas.openxmlformats.org/drawingml/2006/main">
              <a:ext uri="{FF2B5EF4-FFF2-40B4-BE49-F238E27FC236}">
                <a16:creationId xmlns:a16="http://schemas.microsoft.com/office/drawing/2014/main" id="{BE41EE95-8D4E-4621-850B-22FF53CA4879}"/>
              </a:ext>
            </a:extLst>
          </p:cNvPr>
          <p:cNvSpPr>
            <a:spLocks xmlns:a="http://schemas.openxmlformats.org/drawingml/2006/main" noGrp="1"/>
          </p:cNvSpPr>
          <p:nvPr/>
        </p:nvSpPr>
        <p:spPr>
          <a:xfrm xmlns:a="http://schemas.openxmlformats.org/drawingml/2006/main">
            <a:off x="12573000" y="6553200"/>
            <a:ext cx="953" cy="495300"/>
          </a:xfrm>
          <a:custGeom xmlns:a="http://schemas.openxmlformats.org/drawingml/2006/main">
            <a:pathLst>
              <a:path w="953" h="495300">
                <a:moveTo>
                  <a:pt x="0" y="0"/>
                </a:moveTo>
                <a:lnTo>
                  <a:pt x="0" y="495300"/>
                </a:lnTo>
              </a:path>
            </a:pathLst>
          </a:custGeom>
          <a:noFill xmlns:a="http://schemas.openxmlformats.org/drawingml/2006/main"/>
          <a:ln xmlns:a="http://schemas.openxmlformats.org/drawingml/2006/main" w="16193">
            <a:solidFill>
              <a:srgbClr val="18232E"/>
            </a:solidFill>
            <a:prstDash val="solid"/>
          </a:ln>
        </p:spPr>
      </p:sp>
      <p:sp>
        <p:nvSpPr>
          <p:cNvPr id="82" name="dp-background-overview / n56 / arrow">
            <a:extLst xmlns:a="http://schemas.openxmlformats.org/drawingml/2006/main">
              <a:ext uri="{FF2B5EF4-FFF2-40B4-BE49-F238E27FC236}">
                <a16:creationId xmlns:a16="http://schemas.microsoft.com/office/drawing/2014/main" id="{441348DC-4D9D-4A99-9D35-3CCEFD4B11DC}"/>
              </a:ext>
            </a:extLst>
          </p:cNvPr>
          <p:cNvSpPr>
            <a:spLocks xmlns:a="http://schemas.openxmlformats.org/drawingml/2006/main" noGrp="1"/>
          </p:cNvSpPr>
          <p:nvPr/>
        </p:nvSpPr>
        <p:spPr>
          <a:xfrm xmlns:a="http://schemas.openxmlformats.org/drawingml/2006/main">
            <a:off x="12521184" y="694486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83" name="dp-background-overview / n57 / path">
            <a:extLst xmlns:a="http://schemas.openxmlformats.org/drawingml/2006/main">
              <a:ext uri="{FF2B5EF4-FFF2-40B4-BE49-F238E27FC236}">
                <a16:creationId xmlns:a16="http://schemas.microsoft.com/office/drawing/2014/main" id="{8A5B7A18-A01E-4B37-A34E-8BFE3E4052C7}"/>
              </a:ext>
            </a:extLst>
          </p:cNvPr>
          <p:cNvSpPr>
            <a:spLocks xmlns:a="http://schemas.openxmlformats.org/drawingml/2006/main" noGrp="1"/>
          </p:cNvSpPr>
          <p:nvPr/>
        </p:nvSpPr>
        <p:spPr>
          <a:xfrm xmlns:a="http://schemas.openxmlformats.org/drawingml/2006/main">
            <a:off x="16764000" y="6572250"/>
            <a:ext cx="953" cy="857250"/>
          </a:xfrm>
          <a:custGeom xmlns:a="http://schemas.openxmlformats.org/drawingml/2006/main">
            <a:pathLst>
              <a:path w="953" h="857250">
                <a:moveTo>
                  <a:pt x="0" y="857250"/>
                </a:moveTo>
                <a:lnTo>
                  <a:pt x="0" y="0"/>
                </a:lnTo>
              </a:path>
            </a:pathLst>
          </a:custGeom>
          <a:noFill xmlns:a="http://schemas.openxmlformats.org/drawingml/2006/main"/>
          <a:ln xmlns:a="http://schemas.openxmlformats.org/drawingml/2006/main" w="16193">
            <a:solidFill>
              <a:srgbClr val="18232E"/>
            </a:solidFill>
            <a:prstDash val="solid"/>
          </a:ln>
        </p:spPr>
      </p:sp>
      <p:sp>
        <p:nvSpPr>
          <p:cNvPr id="84" name="dp-background-overview / n57 / arrow">
            <a:extLst xmlns:a="http://schemas.openxmlformats.org/drawingml/2006/main">
              <a:ext uri="{FF2B5EF4-FFF2-40B4-BE49-F238E27FC236}">
                <a16:creationId xmlns:a16="http://schemas.microsoft.com/office/drawing/2014/main" id="{ADCA49EE-D1FD-43C3-A1A8-80A83E4E92DE}"/>
              </a:ext>
            </a:extLst>
          </p:cNvPr>
          <p:cNvSpPr>
            <a:spLocks xmlns:a="http://schemas.openxmlformats.org/drawingml/2006/main" noGrp="1"/>
          </p:cNvSpPr>
          <p:nvPr/>
        </p:nvSpPr>
        <p:spPr>
          <a:xfrm xmlns:a="http://schemas.openxmlformats.org/drawingml/2006/main">
            <a:off x="16712184" y="657225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85" name="dp-background-overview / n58 / text 1">
            <a:extLst xmlns:a="http://schemas.openxmlformats.org/drawingml/2006/main">
              <a:ext uri="{FF2B5EF4-FFF2-40B4-BE49-F238E27FC236}">
                <a16:creationId xmlns:a16="http://schemas.microsoft.com/office/drawing/2014/main" id="{D85B3548-2DDC-4A8D-B3D6-5A1658733F02}"/>
              </a:ext>
            </a:extLst>
          </p:cNvPr>
          <p:cNvSpPr>
            <a:spLocks xmlns:a="http://schemas.openxmlformats.org/drawingml/2006/main" noGrp="1"/>
          </p:cNvSpPr>
          <p:nvPr/>
        </p:nvSpPr>
        <p:spPr>
          <a:xfrm xmlns:a="http://schemas.openxmlformats.org/drawingml/2006/main">
            <a:off x="14763750" y="7810500"/>
            <a:ext cx="3095625"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대화가 끝나도 업무는 지속</a:t>
            </a:r>
          </a:p>
        </p:txBody>
      </p:sp>
      <p:sp>
        <p:nvSpPr>
          <p:cNvPr id="86" name="dp-background-overview / n59 / text 1">
            <a:extLst xmlns:a="http://schemas.openxmlformats.org/drawingml/2006/main">
              <a:ext uri="{FF2B5EF4-FFF2-40B4-BE49-F238E27FC236}">
                <a16:creationId xmlns:a16="http://schemas.microsoft.com/office/drawing/2014/main" id="{4E0D2BEB-AE5A-4F4A-B4AC-F7B9853DB514}"/>
              </a:ext>
            </a:extLst>
          </p:cNvPr>
          <p:cNvSpPr>
            <a:spLocks xmlns:a="http://schemas.openxmlformats.org/drawingml/2006/main" noGrp="1"/>
          </p:cNvSpPr>
          <p:nvPr/>
        </p:nvSpPr>
        <p:spPr>
          <a:xfrm xmlns:a="http://schemas.openxmlformats.org/drawingml/2006/main">
            <a:off x="2143125" y="8181975"/>
            <a:ext cx="3048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공유 메일 초안 업무</a:t>
            </a:r>
          </a:p>
        </p:txBody>
      </p:sp>
      <p:sp>
        <p:nvSpPr>
          <p:cNvPr id="87" name="dp-background-overview / n60 / path">
            <a:extLst xmlns:a="http://schemas.openxmlformats.org/drawingml/2006/main">
              <a:ext uri="{FF2B5EF4-FFF2-40B4-BE49-F238E27FC236}">
                <a16:creationId xmlns:a16="http://schemas.microsoft.com/office/drawing/2014/main" id="{A0269C91-3544-4094-9D48-C434150B0B4F}"/>
              </a:ext>
            </a:extLst>
          </p:cNvPr>
          <p:cNvSpPr>
            <a:spLocks xmlns:a="http://schemas.openxmlformats.org/drawingml/2006/main" noGrp="1"/>
          </p:cNvSpPr>
          <p:nvPr/>
        </p:nvSpPr>
        <p:spPr>
          <a:xfrm xmlns:a="http://schemas.openxmlformats.org/drawingml/2006/main">
            <a:off x="5286375" y="8572500"/>
            <a:ext cx="8524875" cy="953"/>
          </a:xfrm>
          <a:custGeom xmlns:a="http://schemas.openxmlformats.org/drawingml/2006/main">
            <a:pathLst>
              <a:path w="8524875" h="953">
                <a:moveTo>
                  <a:pt x="0" y="0"/>
                </a:moveTo>
                <a:lnTo>
                  <a:pt x="8524875" y="0"/>
                </a:lnTo>
              </a:path>
            </a:pathLst>
          </a:custGeom>
          <a:noFill xmlns:a="http://schemas.openxmlformats.org/drawingml/2006/main"/>
          <a:ln xmlns:a="http://schemas.openxmlformats.org/drawingml/2006/main" w="66675">
            <a:solidFill>
              <a:srgbClr val="CDD6DE"/>
            </a:solidFill>
            <a:prstDash val="solid"/>
          </a:ln>
        </p:spPr>
      </p:sp>
      <p:sp>
        <p:nvSpPr>
          <p:cNvPr id="88" name="dp-background-overview / n61 / path">
            <a:extLst xmlns:a="http://schemas.openxmlformats.org/drawingml/2006/main">
              <a:ext uri="{FF2B5EF4-FFF2-40B4-BE49-F238E27FC236}">
                <a16:creationId xmlns:a16="http://schemas.microsoft.com/office/drawing/2014/main" id="{A0339493-8FE5-4688-9FC7-50875B69D762}"/>
              </a:ext>
            </a:extLst>
          </p:cNvPr>
          <p:cNvSpPr>
            <a:spLocks xmlns:a="http://schemas.openxmlformats.org/drawingml/2006/main" noGrp="1"/>
          </p:cNvSpPr>
          <p:nvPr/>
        </p:nvSpPr>
        <p:spPr>
          <a:xfrm xmlns:a="http://schemas.openxmlformats.org/drawingml/2006/main">
            <a:off x="5286375" y="6515100"/>
            <a:ext cx="953" cy="1962150"/>
          </a:xfrm>
          <a:custGeom xmlns:a="http://schemas.openxmlformats.org/drawingml/2006/main">
            <a:pathLst>
              <a:path w="953" h="1962150">
                <a:moveTo>
                  <a:pt x="0" y="0"/>
                </a:moveTo>
                <a:lnTo>
                  <a:pt x="0" y="1962150"/>
                </a:lnTo>
              </a:path>
            </a:pathLst>
          </a:custGeom>
          <a:noFill xmlns:a="http://schemas.openxmlformats.org/drawingml/2006/main"/>
          <a:ln xmlns:a="http://schemas.openxmlformats.org/drawingml/2006/main" w="16193">
            <a:solidFill>
              <a:srgbClr val="18232E"/>
            </a:solidFill>
            <a:prstDash val="solid"/>
          </a:ln>
        </p:spPr>
      </p:sp>
      <p:sp>
        <p:nvSpPr>
          <p:cNvPr id="89" name="dp-background-overview / n61 / arrow">
            <a:extLst xmlns:a="http://schemas.openxmlformats.org/drawingml/2006/main">
              <a:ext uri="{FF2B5EF4-FFF2-40B4-BE49-F238E27FC236}">
                <a16:creationId xmlns:a16="http://schemas.microsoft.com/office/drawing/2014/main" id="{2E84E3AB-8265-4295-BBAB-6094F96819B5}"/>
              </a:ext>
            </a:extLst>
          </p:cNvPr>
          <p:cNvSpPr>
            <a:spLocks xmlns:a="http://schemas.openxmlformats.org/drawingml/2006/main" noGrp="1"/>
          </p:cNvSpPr>
          <p:nvPr/>
        </p:nvSpPr>
        <p:spPr>
          <a:xfrm xmlns:a="http://schemas.openxmlformats.org/drawingml/2006/main">
            <a:off x="5234559" y="8373618"/>
            <a:ext cx="103632" cy="103632"/>
          </a:xfrm>
          <a:custGeom xmlns:a="http://schemas.openxmlformats.org/drawingml/2006/main">
            <a:pathLst>
              <a:path w="103632" h="103632">
                <a:moveTo>
                  <a:pt x="0" y="0"/>
                </a:moveTo>
                <a:lnTo>
                  <a:pt x="51816" y="103632"/>
                </a:lnTo>
                <a:lnTo>
                  <a:pt x="103632" y="0"/>
                </a:lnTo>
              </a:path>
            </a:pathLst>
          </a:custGeom>
          <a:noFill xmlns:a="http://schemas.openxmlformats.org/drawingml/2006/main"/>
          <a:ln xmlns:a="http://schemas.openxmlformats.org/drawingml/2006/main" w="20726">
            <a:solidFill>
              <a:srgbClr val="18232E"/>
            </a:solidFill>
            <a:prstDash val="solid"/>
          </a:ln>
        </p:spPr>
      </p:sp>
      <p:sp>
        <p:nvSpPr>
          <p:cNvPr id="90" name="dp-background-overview / n62 / path">
            <a:extLst xmlns:a="http://schemas.openxmlformats.org/drawingml/2006/main">
              <a:ext uri="{FF2B5EF4-FFF2-40B4-BE49-F238E27FC236}">
                <a16:creationId xmlns:a16="http://schemas.microsoft.com/office/drawing/2014/main" id="{A1AA1B21-DC7F-4F08-9626-6EC9B1C9E3E7}"/>
              </a:ext>
            </a:extLst>
          </p:cNvPr>
          <p:cNvSpPr>
            <a:spLocks xmlns:a="http://schemas.openxmlformats.org/drawingml/2006/main" noGrp="1"/>
          </p:cNvSpPr>
          <p:nvPr/>
        </p:nvSpPr>
        <p:spPr>
          <a:xfrm xmlns:a="http://schemas.openxmlformats.org/drawingml/2006/main">
            <a:off x="6905625" y="6496050"/>
            <a:ext cx="953" cy="1981200"/>
          </a:xfrm>
          <a:custGeom xmlns:a="http://schemas.openxmlformats.org/drawingml/2006/main">
            <a:pathLst>
              <a:path w="953" h="1981200">
                <a:moveTo>
                  <a:pt x="0" y="1981200"/>
                </a:moveTo>
                <a:lnTo>
                  <a:pt x="0" y="0"/>
                </a:lnTo>
              </a:path>
            </a:pathLst>
          </a:custGeom>
          <a:noFill xmlns:a="http://schemas.openxmlformats.org/drawingml/2006/main"/>
          <a:ln xmlns:a="http://schemas.openxmlformats.org/drawingml/2006/main" w="16193">
            <a:solidFill>
              <a:srgbClr val="18232E"/>
            </a:solidFill>
            <a:prstDash val="solid"/>
          </a:ln>
        </p:spPr>
      </p:sp>
      <p:sp>
        <p:nvSpPr>
          <p:cNvPr id="91" name="dp-background-overview / n62 / arrow">
            <a:extLst xmlns:a="http://schemas.openxmlformats.org/drawingml/2006/main">
              <a:ext uri="{FF2B5EF4-FFF2-40B4-BE49-F238E27FC236}">
                <a16:creationId xmlns:a16="http://schemas.microsoft.com/office/drawing/2014/main" id="{FF1067C9-FF01-49B0-9E32-2C74F5BB2149}"/>
              </a:ext>
            </a:extLst>
          </p:cNvPr>
          <p:cNvSpPr>
            <a:spLocks xmlns:a="http://schemas.openxmlformats.org/drawingml/2006/main" noGrp="1"/>
          </p:cNvSpPr>
          <p:nvPr/>
        </p:nvSpPr>
        <p:spPr>
          <a:xfrm xmlns:a="http://schemas.openxmlformats.org/drawingml/2006/main">
            <a:off x="6853809" y="6496050"/>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92" name="dp-background-overview / n63 / text 1">
            <a:extLst xmlns:a="http://schemas.openxmlformats.org/drawingml/2006/main">
              <a:ext uri="{FF2B5EF4-FFF2-40B4-BE49-F238E27FC236}">
                <a16:creationId xmlns:a16="http://schemas.microsoft.com/office/drawing/2014/main" id="{C99551E9-8D00-430D-ADC8-C866F8B0FA90}"/>
              </a:ext>
            </a:extLst>
          </p:cNvPr>
          <p:cNvSpPr>
            <a:spLocks xmlns:a="http://schemas.openxmlformats.org/drawingml/2006/main" noGrp="1"/>
          </p:cNvSpPr>
          <p:nvPr/>
        </p:nvSpPr>
        <p:spPr>
          <a:xfrm xmlns:a="http://schemas.openxmlformats.org/drawingml/2006/main">
            <a:off x="5810250" y="7743825"/>
            <a:ext cx="11430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0">
                <a:solidFill>
                  <a:srgbClr val="5F6B77"/>
                </a:solidFill>
                <a:latin typeface="Apple SD Gothic Neo"/>
                <a:ea typeface="Apple SD Gothic Neo"/>
                <a:cs typeface="Apple SD Gothic Neo"/>
              </a:defRPr>
            </a:pPr>
            <a:r>
              <a:rPr sz="1575" b="0">
                <a:solidFill>
                  <a:srgbClr val="5F6B77"/>
                </a:solidFill>
                <a:latin typeface="Apple SD Gothic Neo"/>
                <a:ea typeface="Apple SD Gothic Neo"/>
                <a:cs typeface="Apple SD Gothic Neo"/>
              </a:rPr>
              <a:t>메일 질문</a:t>
            </a:r>
          </a:p>
        </p:txBody>
      </p:sp>
      <p:sp>
        <p:nvSpPr>
          <p:cNvPr id="93" name="dp-background-overview / n64 / text 1">
            <a:extLst xmlns:a="http://schemas.openxmlformats.org/drawingml/2006/main">
              <a:ext uri="{FF2B5EF4-FFF2-40B4-BE49-F238E27FC236}">
                <a16:creationId xmlns:a16="http://schemas.microsoft.com/office/drawing/2014/main" id="{935CA7C3-381A-4C3D-BAF2-48952BE9B098}"/>
              </a:ext>
            </a:extLst>
          </p:cNvPr>
          <p:cNvSpPr>
            <a:spLocks xmlns:a="http://schemas.openxmlformats.org/drawingml/2006/main" noGrp="1"/>
          </p:cNvSpPr>
          <p:nvPr/>
        </p:nvSpPr>
        <p:spPr>
          <a:xfrm xmlns:a="http://schemas.openxmlformats.org/drawingml/2006/main">
            <a:off x="7191375" y="8096250"/>
            <a:ext cx="657225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5F6B77"/>
                </a:solidFill>
                <a:latin typeface="Apple SD Gothic Neo"/>
                <a:ea typeface="Apple SD Gothic Neo"/>
                <a:cs typeface="Apple SD Gothic Neo"/>
              </a:defRPr>
            </a:pPr>
            <a:r>
              <a:rPr sz="1650" b="0">
                <a:solidFill>
                  <a:srgbClr val="5F6B77"/>
                </a:solidFill>
                <a:latin typeface="Apple SD Gothic Neo"/>
                <a:ea typeface="Apple SD Gothic Neo"/>
                <a:cs typeface="Apple SD Gothic Neo"/>
              </a:rPr>
              <a:t>수신자 질문은 VIA로 → 답변 연결 후 초안 준비 (발송 없음)</a:t>
            </a:r>
          </a:p>
        </p:txBody>
      </p:sp>
      <p:sp>
        <p:nvSpPr>
          <p:cNvPr id="94" name="dp-background-overview / n65 / path">
            <a:extLst xmlns:a="http://schemas.openxmlformats.org/drawingml/2006/main">
              <a:ext uri="{FF2B5EF4-FFF2-40B4-BE49-F238E27FC236}">
                <a16:creationId xmlns:a16="http://schemas.microsoft.com/office/drawing/2014/main" id="{73FB464F-0718-42F9-97EB-10145CC28A4D}"/>
              </a:ext>
            </a:extLst>
          </p:cNvPr>
          <p:cNvSpPr>
            <a:spLocks xmlns:a="http://schemas.openxmlformats.org/drawingml/2006/main" noGrp="1"/>
          </p:cNvSpPr>
          <p:nvPr/>
        </p:nvSpPr>
        <p:spPr>
          <a:xfrm xmlns:a="http://schemas.openxmlformats.org/drawingml/2006/main">
            <a:off x="9382125" y="6905625"/>
            <a:ext cx="953" cy="523875"/>
          </a:xfrm>
          <a:custGeom xmlns:a="http://schemas.openxmlformats.org/drawingml/2006/main">
            <a:pathLst>
              <a:path w="953" h="523875">
                <a:moveTo>
                  <a:pt x="0" y="523875"/>
                </a:moveTo>
                <a:lnTo>
                  <a:pt x="0" y="0"/>
                </a:lnTo>
              </a:path>
            </a:pathLst>
          </a:custGeom>
          <a:noFill xmlns:a="http://schemas.openxmlformats.org/drawingml/2006/main"/>
          <a:ln xmlns:a="http://schemas.openxmlformats.org/drawingml/2006/main" w="16193">
            <a:solidFill>
              <a:srgbClr val="18232E"/>
            </a:solidFill>
            <a:prstDash val="solid"/>
          </a:ln>
        </p:spPr>
      </p:sp>
      <p:sp>
        <p:nvSpPr>
          <p:cNvPr id="95" name="dp-background-overview / n65 / arrow">
            <a:extLst xmlns:a="http://schemas.openxmlformats.org/drawingml/2006/main">
              <a:ext uri="{FF2B5EF4-FFF2-40B4-BE49-F238E27FC236}">
                <a16:creationId xmlns:a16="http://schemas.microsoft.com/office/drawing/2014/main" id="{59C271F9-C95D-456F-BCA7-F5C88512ABE1}"/>
              </a:ext>
            </a:extLst>
          </p:cNvPr>
          <p:cNvSpPr>
            <a:spLocks xmlns:a="http://schemas.openxmlformats.org/drawingml/2006/main" noGrp="1"/>
          </p:cNvSpPr>
          <p:nvPr/>
        </p:nvSpPr>
        <p:spPr>
          <a:xfrm xmlns:a="http://schemas.openxmlformats.org/drawingml/2006/main">
            <a:off x="9330309" y="6905625"/>
            <a:ext cx="103632" cy="103632"/>
          </a:xfrm>
          <a:custGeom xmlns:a="http://schemas.openxmlformats.org/drawingml/2006/main">
            <a:pathLst>
              <a:path w="103632" h="103632">
                <a:moveTo>
                  <a:pt x="103632" y="103632"/>
                </a:moveTo>
                <a:lnTo>
                  <a:pt x="51816" y="0"/>
                </a:lnTo>
                <a:lnTo>
                  <a:pt x="0" y="103632"/>
                </a:lnTo>
              </a:path>
            </a:pathLst>
          </a:custGeom>
          <a:noFill xmlns:a="http://schemas.openxmlformats.org/drawingml/2006/main"/>
          <a:ln xmlns:a="http://schemas.openxmlformats.org/drawingml/2006/main" w="20726">
            <a:solidFill>
              <a:srgbClr val="18232E"/>
            </a:solidFill>
            <a:prstDash val="solid"/>
          </a:ln>
        </p:spPr>
      </p:sp>
      <p:sp>
        <p:nvSpPr>
          <p:cNvPr id="96" name="dp-background-overview / n66 / path">
            <a:extLst xmlns:a="http://schemas.openxmlformats.org/drawingml/2006/main">
              <a:ext uri="{FF2B5EF4-FFF2-40B4-BE49-F238E27FC236}">
                <a16:creationId xmlns:a16="http://schemas.microsoft.com/office/drawing/2014/main" id="{C2B868A3-6008-4AB4-80EA-CA5131DD64CD}"/>
              </a:ext>
            </a:extLst>
          </p:cNvPr>
          <p:cNvSpPr>
            <a:spLocks xmlns:a="http://schemas.openxmlformats.org/drawingml/2006/main" noGrp="1"/>
          </p:cNvSpPr>
          <p:nvPr/>
        </p:nvSpPr>
        <p:spPr>
          <a:xfrm xmlns:a="http://schemas.openxmlformats.org/drawingml/2006/main">
            <a:off x="609600" y="8858250"/>
            <a:ext cx="17068800" cy="953"/>
          </a:xfrm>
          <a:custGeom xmlns:a="http://schemas.openxmlformats.org/drawingml/2006/main">
            <a:pathLst>
              <a:path w="17068800" h="953">
                <a:moveTo>
                  <a:pt x="0" y="0"/>
                </a:moveTo>
                <a:lnTo>
                  <a:pt x="17068800" y="0"/>
                </a:lnTo>
              </a:path>
            </a:pathLst>
          </a:custGeom>
          <a:noFill xmlns:a="http://schemas.openxmlformats.org/drawingml/2006/main"/>
          <a:ln xmlns:a="http://schemas.openxmlformats.org/drawingml/2006/main" w="19050">
            <a:solidFill>
              <a:srgbClr val="CDD6DE"/>
            </a:solidFill>
            <a:prstDash val="solid"/>
          </a:ln>
        </p:spPr>
      </p:sp>
      <p:sp>
        <p:nvSpPr>
          <p:cNvPr id="97" name="dp-background-overview / n67 / path">
            <a:extLst xmlns:a="http://schemas.openxmlformats.org/drawingml/2006/main">
              <a:ext uri="{FF2B5EF4-FFF2-40B4-BE49-F238E27FC236}">
                <a16:creationId xmlns:a16="http://schemas.microsoft.com/office/drawing/2014/main" id="{7C5BD8E3-E6FC-4BEB-A116-906D1A0038E8}"/>
              </a:ext>
            </a:extLst>
          </p:cNvPr>
          <p:cNvSpPr>
            <a:spLocks xmlns:a="http://schemas.openxmlformats.org/drawingml/2006/main" noGrp="1"/>
          </p:cNvSpPr>
          <p:nvPr/>
        </p:nvSpPr>
        <p:spPr>
          <a:xfrm xmlns:a="http://schemas.openxmlformats.org/drawingml/2006/main">
            <a:off x="609600" y="9058275"/>
            <a:ext cx="504825" cy="953"/>
          </a:xfrm>
          <a:custGeom xmlns:a="http://schemas.openxmlformats.org/drawingml/2006/main">
            <a:pathLst>
              <a:path w="504825" h="953">
                <a:moveTo>
                  <a:pt x="0" y="0"/>
                </a:moveTo>
                <a:lnTo>
                  <a:pt x="504825" y="0"/>
                </a:lnTo>
              </a:path>
            </a:pathLst>
          </a:custGeom>
          <a:noFill xmlns:a="http://schemas.openxmlformats.org/drawingml/2006/main"/>
          <a:ln xmlns:a="http://schemas.openxmlformats.org/drawingml/2006/main" w="16193">
            <a:solidFill>
              <a:srgbClr val="18232E"/>
            </a:solidFill>
            <a:prstDash val="solid"/>
          </a:ln>
        </p:spPr>
      </p:sp>
      <p:sp>
        <p:nvSpPr>
          <p:cNvPr id="98" name="dp-background-overview / n67 / arrow">
            <a:extLst xmlns:a="http://schemas.openxmlformats.org/drawingml/2006/main">
              <a:ext uri="{FF2B5EF4-FFF2-40B4-BE49-F238E27FC236}">
                <a16:creationId xmlns:a16="http://schemas.microsoft.com/office/drawing/2014/main" id="{27A8B662-B3E1-4277-BC64-2EBE12AA2D97}"/>
              </a:ext>
            </a:extLst>
          </p:cNvPr>
          <p:cNvSpPr>
            <a:spLocks xmlns:a="http://schemas.openxmlformats.org/drawingml/2006/main" noGrp="1"/>
          </p:cNvSpPr>
          <p:nvPr/>
        </p:nvSpPr>
        <p:spPr>
          <a:xfrm xmlns:a="http://schemas.openxmlformats.org/drawingml/2006/main">
            <a:off x="1010793" y="9006459"/>
            <a:ext cx="103632" cy="103632"/>
          </a:xfrm>
          <a:custGeom xmlns:a="http://schemas.openxmlformats.org/drawingml/2006/main">
            <a:pathLst>
              <a:path w="103632" h="103632">
                <a:moveTo>
                  <a:pt x="0" y="103632"/>
                </a:moveTo>
                <a:lnTo>
                  <a:pt x="103632" y="51816"/>
                </a:lnTo>
                <a:lnTo>
                  <a:pt x="0" y="0"/>
                </a:lnTo>
              </a:path>
            </a:pathLst>
          </a:custGeom>
          <a:noFill xmlns:a="http://schemas.openxmlformats.org/drawingml/2006/main"/>
          <a:ln xmlns:a="http://schemas.openxmlformats.org/drawingml/2006/main" w="20726">
            <a:solidFill>
              <a:srgbClr val="18232E"/>
            </a:solidFill>
            <a:prstDash val="solid"/>
          </a:ln>
        </p:spPr>
      </p:sp>
      <p:sp>
        <p:nvSpPr>
          <p:cNvPr id="99" name="dp-background-overview / n68 / text 1">
            <a:extLst xmlns:a="http://schemas.openxmlformats.org/drawingml/2006/main">
              <a:ext uri="{FF2B5EF4-FFF2-40B4-BE49-F238E27FC236}">
                <a16:creationId xmlns:a16="http://schemas.microsoft.com/office/drawing/2014/main" id="{4E82FF10-EA41-46D0-B1E1-3C911BDA4695}"/>
              </a:ext>
            </a:extLst>
          </p:cNvPr>
          <p:cNvSpPr>
            <a:spLocks xmlns:a="http://schemas.openxmlformats.org/drawingml/2006/main" noGrp="1"/>
          </p:cNvSpPr>
          <p:nvPr/>
        </p:nvSpPr>
        <p:spPr>
          <a:xfrm xmlns:a="http://schemas.openxmlformats.org/drawingml/2006/main">
            <a:off x="1266825" y="8915400"/>
            <a:ext cx="3143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입력·위임·알림·전달</a:t>
            </a:r>
          </a:p>
        </p:txBody>
      </p:sp>
      <p:sp>
        <p:nvSpPr>
          <p:cNvPr id="100" name="dp-background-overview / n69 / path">
            <a:extLst xmlns:a="http://schemas.openxmlformats.org/drawingml/2006/main">
              <a:ext uri="{FF2B5EF4-FFF2-40B4-BE49-F238E27FC236}">
                <a16:creationId xmlns:a16="http://schemas.microsoft.com/office/drawing/2014/main" id="{ABB5F2D0-DF1A-4ABB-ACED-EF03D6046911}"/>
              </a:ext>
            </a:extLst>
          </p:cNvPr>
          <p:cNvSpPr>
            <a:spLocks xmlns:a="http://schemas.openxmlformats.org/drawingml/2006/main" noGrp="1"/>
          </p:cNvSpPr>
          <p:nvPr/>
        </p:nvSpPr>
        <p:spPr>
          <a:xfrm xmlns:a="http://schemas.openxmlformats.org/drawingml/2006/main">
            <a:off x="4619625" y="9058275"/>
            <a:ext cx="504825" cy="953"/>
          </a:xfrm>
          <a:custGeom xmlns:a="http://schemas.openxmlformats.org/drawingml/2006/main">
            <a:pathLst>
              <a:path w="504825" h="953">
                <a:moveTo>
                  <a:pt x="0" y="0"/>
                </a:moveTo>
                <a:lnTo>
                  <a:pt x="504825" y="0"/>
                </a:lnTo>
              </a:path>
            </a:pathLst>
          </a:custGeom>
          <a:noFill xmlns:a="http://schemas.openxmlformats.org/drawingml/2006/main"/>
          <a:ln xmlns:a="http://schemas.openxmlformats.org/drawingml/2006/main" w="16193">
            <a:solidFill>
              <a:srgbClr val="5F6B77"/>
            </a:solidFill>
            <a:prstDash val="dash"/>
          </a:ln>
        </p:spPr>
      </p:sp>
      <p:sp>
        <p:nvSpPr>
          <p:cNvPr id="101" name="dp-background-overview / n69 / arrow">
            <a:extLst xmlns:a="http://schemas.openxmlformats.org/drawingml/2006/main">
              <a:ext uri="{FF2B5EF4-FFF2-40B4-BE49-F238E27FC236}">
                <a16:creationId xmlns:a16="http://schemas.microsoft.com/office/drawing/2014/main" id="{069B1C5B-E0B0-4614-9029-C092CF35A103}"/>
              </a:ext>
            </a:extLst>
          </p:cNvPr>
          <p:cNvSpPr>
            <a:spLocks xmlns:a="http://schemas.openxmlformats.org/drawingml/2006/main" noGrp="1"/>
          </p:cNvSpPr>
          <p:nvPr/>
        </p:nvSpPr>
        <p:spPr>
          <a:xfrm xmlns:a="http://schemas.openxmlformats.org/drawingml/2006/main">
            <a:off x="5020818" y="9006459"/>
            <a:ext cx="103632" cy="103632"/>
          </a:xfrm>
          <a:custGeom xmlns:a="http://schemas.openxmlformats.org/drawingml/2006/main">
            <a:pathLst>
              <a:path w="103632" h="103632">
                <a:moveTo>
                  <a:pt x="0" y="103632"/>
                </a:moveTo>
                <a:lnTo>
                  <a:pt x="103632" y="51816"/>
                </a:lnTo>
                <a:lnTo>
                  <a:pt x="0" y="0"/>
                </a:lnTo>
              </a:path>
            </a:pathLst>
          </a:custGeom>
          <a:noFill xmlns:a="http://schemas.openxmlformats.org/drawingml/2006/main"/>
          <a:ln xmlns:a="http://schemas.openxmlformats.org/drawingml/2006/main" w="20726">
            <a:solidFill>
              <a:srgbClr val="5F6B77"/>
            </a:solidFill>
            <a:prstDash val="solid"/>
          </a:ln>
        </p:spPr>
      </p:sp>
      <p:sp>
        <p:nvSpPr>
          <p:cNvPr id="102" name="dp-background-overview / n70 / text 1">
            <a:extLst xmlns:a="http://schemas.openxmlformats.org/drawingml/2006/main">
              <a:ext uri="{FF2B5EF4-FFF2-40B4-BE49-F238E27FC236}">
                <a16:creationId xmlns:a16="http://schemas.microsoft.com/office/drawing/2014/main" id="{DAE5C787-DCF6-46B3-A8A4-9ABA0D14AC65}"/>
              </a:ext>
            </a:extLst>
          </p:cNvPr>
          <p:cNvSpPr>
            <a:spLocks xmlns:a="http://schemas.openxmlformats.org/drawingml/2006/main" noGrp="1"/>
          </p:cNvSpPr>
          <p:nvPr/>
        </p:nvSpPr>
        <p:spPr>
          <a:xfrm xmlns:a="http://schemas.openxmlformats.org/drawingml/2006/main">
            <a:off x="5276850" y="8915400"/>
            <a:ext cx="1905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과거 정보 참조</a:t>
            </a:r>
          </a:p>
        </p:txBody>
      </p:sp>
      <p:sp>
        <p:nvSpPr>
          <p:cNvPr id="103" name="dp-background-overview / n71 / path">
            <a:extLst xmlns:a="http://schemas.openxmlformats.org/drawingml/2006/main">
              <a:ext uri="{FF2B5EF4-FFF2-40B4-BE49-F238E27FC236}">
                <a16:creationId xmlns:a16="http://schemas.microsoft.com/office/drawing/2014/main" id="{FDBC82C7-E613-433C-9E39-A7362B295D5F}"/>
              </a:ext>
            </a:extLst>
          </p:cNvPr>
          <p:cNvSpPr>
            <a:spLocks xmlns:a="http://schemas.openxmlformats.org/drawingml/2006/main" noGrp="1"/>
          </p:cNvSpPr>
          <p:nvPr/>
        </p:nvSpPr>
        <p:spPr>
          <a:xfrm xmlns:a="http://schemas.openxmlformats.org/drawingml/2006/main">
            <a:off x="7429500" y="9058275"/>
            <a:ext cx="504825" cy="953"/>
          </a:xfrm>
          <a:custGeom xmlns:a="http://schemas.openxmlformats.org/drawingml/2006/main">
            <a:pathLst>
              <a:path w="504825" h="953">
                <a:moveTo>
                  <a:pt x="0" y="0"/>
                </a:moveTo>
                <a:lnTo>
                  <a:pt x="504825" y="0"/>
                </a:lnTo>
              </a:path>
            </a:pathLst>
          </a:custGeom>
          <a:noFill xmlns:a="http://schemas.openxmlformats.org/drawingml/2006/main"/>
          <a:ln xmlns:a="http://schemas.openxmlformats.org/drawingml/2006/main" w="66675">
            <a:solidFill>
              <a:srgbClr val="CDD6DE"/>
            </a:solidFill>
            <a:prstDash val="solid"/>
          </a:ln>
        </p:spPr>
      </p:sp>
      <p:sp>
        <p:nvSpPr>
          <p:cNvPr id="104" name="dp-background-overview / n72 / text 1">
            <a:extLst xmlns:a="http://schemas.openxmlformats.org/drawingml/2006/main">
              <a:ext uri="{FF2B5EF4-FFF2-40B4-BE49-F238E27FC236}">
                <a16:creationId xmlns:a16="http://schemas.microsoft.com/office/drawing/2014/main" id="{35830F31-85F5-4221-A0CE-D8FD6F7CD976}"/>
              </a:ext>
            </a:extLst>
          </p:cNvPr>
          <p:cNvSpPr>
            <a:spLocks xmlns:a="http://schemas.openxmlformats.org/drawingml/2006/main" noGrp="1"/>
          </p:cNvSpPr>
          <p:nvPr/>
        </p:nvSpPr>
        <p:spPr>
          <a:xfrm xmlns:a="http://schemas.openxmlformats.org/drawingml/2006/main">
            <a:off x="8086725" y="8915400"/>
            <a:ext cx="9144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계속되는 처리·업무   /   위치·길이는 설명용이며 측정 시간이 아님</a:t>
            </a:r>
          </a:p>
        </p:txBody>
      </p:sp>
      <p:sp>
        <p:nvSpPr>
          <p:cNvPr id="105" name="dp-background-overview / n73 / text 1">
            <a:extLst xmlns:a="http://schemas.openxmlformats.org/drawingml/2006/main">
              <a:ext uri="{FF2B5EF4-FFF2-40B4-BE49-F238E27FC236}">
                <a16:creationId xmlns:a16="http://schemas.microsoft.com/office/drawing/2014/main" id="{F5B3BA03-220E-472A-A052-A6B459742356}"/>
              </a:ext>
            </a:extLst>
          </p:cNvPr>
          <p:cNvSpPr>
            <a:spLocks xmlns:a="http://schemas.openxmlformats.org/drawingml/2006/main" noGrp="1"/>
          </p:cNvSpPr>
          <p:nvPr/>
        </p:nvSpPr>
        <p:spPr>
          <a:xfrm xmlns:a="http://schemas.openxmlformats.org/drawingml/2006/main">
            <a:off x="6096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① 지금 요청의 대상과</a:t>
            </a:r>
          </a:p>
        </p:txBody>
      </p:sp>
      <p:sp>
        <p:nvSpPr>
          <p:cNvPr id="106" name="dp-background-overview / n73 / text 2">
            <a:extLst xmlns:a="http://schemas.openxmlformats.org/drawingml/2006/main">
              <a:ext uri="{FF2B5EF4-FFF2-40B4-BE49-F238E27FC236}">
                <a16:creationId xmlns:a16="http://schemas.microsoft.com/office/drawing/2014/main" id="{17C2F4D3-5B54-49D9-83A8-521FC9408A0E}"/>
              </a:ext>
            </a:extLst>
          </p:cNvPr>
          <p:cNvSpPr>
            <a:spLocks xmlns:a="http://schemas.openxmlformats.org/drawingml/2006/main" noGrp="1"/>
          </p:cNvSpPr>
          <p:nvPr/>
        </p:nvSpPr>
        <p:spPr>
          <a:xfrm xmlns:a="http://schemas.openxmlformats.org/drawingml/2006/main">
            <a:off x="6096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조건 이해</a:t>
            </a:r>
          </a:p>
        </p:txBody>
      </p:sp>
      <p:sp>
        <p:nvSpPr>
          <p:cNvPr id="107" name="dp-background-overview / n74 / text 1">
            <a:extLst xmlns:a="http://schemas.openxmlformats.org/drawingml/2006/main">
              <a:ext uri="{FF2B5EF4-FFF2-40B4-BE49-F238E27FC236}">
                <a16:creationId xmlns:a16="http://schemas.microsoft.com/office/drawing/2014/main" id="{23BAC393-3332-4AA8-B2D5-A9C9D50A9938}"/>
              </a:ext>
            </a:extLst>
          </p:cNvPr>
          <p:cNvSpPr>
            <a:spLocks xmlns:a="http://schemas.openxmlformats.org/drawingml/2006/main" noGrp="1"/>
          </p:cNvSpPr>
          <p:nvPr/>
        </p:nvSpPr>
        <p:spPr>
          <a:xfrm xmlns:a="http://schemas.openxmlformats.org/drawingml/2006/main">
            <a:off x="49149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② 새 입력·업무 알림이</a:t>
            </a:r>
          </a:p>
        </p:txBody>
      </p:sp>
      <p:sp>
        <p:nvSpPr>
          <p:cNvPr id="108" name="dp-background-overview / n74 / text 2">
            <a:extLst xmlns:a="http://schemas.openxmlformats.org/drawingml/2006/main">
              <a:ext uri="{FF2B5EF4-FFF2-40B4-BE49-F238E27FC236}">
                <a16:creationId xmlns:a16="http://schemas.microsoft.com/office/drawing/2014/main" id="{2A9AC82B-5CDA-436D-A2A7-A1EB8E52FC42}"/>
              </a:ext>
            </a:extLst>
          </p:cNvPr>
          <p:cNvSpPr>
            <a:spLocks xmlns:a="http://schemas.openxmlformats.org/drawingml/2006/main" noGrp="1"/>
          </p:cNvSpPr>
          <p:nvPr/>
        </p:nvSpPr>
        <p:spPr>
          <a:xfrm xmlns:a="http://schemas.openxmlformats.org/drawingml/2006/main">
            <a:off x="49149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겹쳐도 처리 이어가기</a:t>
            </a:r>
          </a:p>
        </p:txBody>
      </p:sp>
      <p:sp>
        <p:nvSpPr>
          <p:cNvPr id="109" name="dp-background-overview / n75 / text 1">
            <a:extLst xmlns:a="http://schemas.openxmlformats.org/drawingml/2006/main">
              <a:ext uri="{FF2B5EF4-FFF2-40B4-BE49-F238E27FC236}">
                <a16:creationId xmlns:a16="http://schemas.microsoft.com/office/drawing/2014/main" id="{BEF0AD94-8338-4142-8B4D-F05A35FF3717}"/>
              </a:ext>
            </a:extLst>
          </p:cNvPr>
          <p:cNvSpPr>
            <a:spLocks xmlns:a="http://schemas.openxmlformats.org/drawingml/2006/main" noGrp="1"/>
          </p:cNvSpPr>
          <p:nvPr/>
        </p:nvSpPr>
        <p:spPr>
          <a:xfrm xmlns:a="http://schemas.openxmlformats.org/drawingml/2006/main">
            <a:off x="92202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③ 과거 설명과 여러</a:t>
            </a:r>
          </a:p>
        </p:txBody>
      </p:sp>
      <p:sp>
        <p:nvSpPr>
          <p:cNvPr id="110" name="dp-background-overview / n75 / text 2">
            <a:extLst xmlns:a="http://schemas.openxmlformats.org/drawingml/2006/main">
              <a:ext uri="{FF2B5EF4-FFF2-40B4-BE49-F238E27FC236}">
                <a16:creationId xmlns:a16="http://schemas.microsoft.com/office/drawing/2014/main" id="{48FA6F69-E774-4ACC-88F8-3E4A5250AB04}"/>
              </a:ext>
            </a:extLst>
          </p:cNvPr>
          <p:cNvSpPr>
            <a:spLocks xmlns:a="http://schemas.openxmlformats.org/drawingml/2006/main" noGrp="1"/>
          </p:cNvSpPr>
          <p:nvPr/>
        </p:nvSpPr>
        <p:spPr>
          <a:xfrm xmlns:a="http://schemas.openxmlformats.org/drawingml/2006/main">
            <a:off x="92202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업무 결과 연결</a:t>
            </a:r>
          </a:p>
        </p:txBody>
      </p:sp>
      <p:sp>
        <p:nvSpPr>
          <p:cNvPr id="111" name="dp-background-overview / n76 / text 1">
            <a:extLst xmlns:a="http://schemas.openxmlformats.org/drawingml/2006/main">
              <a:ext uri="{FF2B5EF4-FFF2-40B4-BE49-F238E27FC236}">
                <a16:creationId xmlns:a16="http://schemas.microsoft.com/office/drawing/2014/main" id="{2BF90FA6-F2FC-40E1-A7E0-BF537CE9A431}"/>
              </a:ext>
            </a:extLst>
          </p:cNvPr>
          <p:cNvSpPr>
            <a:spLocks xmlns:a="http://schemas.openxmlformats.org/drawingml/2006/main" noGrp="1"/>
          </p:cNvSpPr>
          <p:nvPr/>
        </p:nvSpPr>
        <p:spPr>
          <a:xfrm xmlns:a="http://schemas.openxmlformats.org/drawingml/2006/main">
            <a:off x="13525500" y="925830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④ 대화와 업무의</a:t>
            </a:r>
          </a:p>
        </p:txBody>
      </p:sp>
      <p:sp>
        <p:nvSpPr>
          <p:cNvPr id="112" name="dp-background-overview / n76 / text 2">
            <a:extLst xmlns:a="http://schemas.openxmlformats.org/drawingml/2006/main">
              <a:ext uri="{FF2B5EF4-FFF2-40B4-BE49-F238E27FC236}">
                <a16:creationId xmlns:a16="http://schemas.microsoft.com/office/drawing/2014/main" id="{DFDBD946-B0BC-46E6-BBCA-C7904BF1D0BD}"/>
              </a:ext>
            </a:extLst>
          </p:cNvPr>
          <p:cNvSpPr>
            <a:spLocks xmlns:a="http://schemas.openxmlformats.org/drawingml/2006/main" noGrp="1"/>
          </p:cNvSpPr>
          <p:nvPr/>
        </p:nvSpPr>
        <p:spPr>
          <a:xfrm xmlns:a="http://schemas.openxmlformats.org/drawingml/2006/main">
            <a:off x="13525500" y="9544050"/>
            <a:ext cx="4048125"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서로 다른 수명 관리</a:t>
            </a:r>
          </a:p>
        </p:txBody>
      </p:sp>
      <p:sp>
        <p:nvSpPr>
          <p:cNvPr id="113" name="dp-background-overview / n77 / text 1">
            <a:extLst xmlns:a="http://schemas.openxmlformats.org/drawingml/2006/main">
              <a:ext uri="{FF2B5EF4-FFF2-40B4-BE49-F238E27FC236}">
                <a16:creationId xmlns:a16="http://schemas.microsoft.com/office/drawing/2014/main" id="{7DCECE28-7998-4C9D-8BDC-96DD2809D0A7}"/>
              </a:ext>
            </a:extLst>
          </p:cNvPr>
          <p:cNvSpPr>
            <a:spLocks xmlns:a="http://schemas.openxmlformats.org/drawingml/2006/main" noGrp="1"/>
          </p:cNvSpPr>
          <p:nvPr/>
        </p:nvSpPr>
        <p:spPr>
          <a:xfrm xmlns:a="http://schemas.openxmlformats.org/drawingml/2006/main">
            <a:off x="609600" y="9915525"/>
            <a:ext cx="170688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5F6B77"/>
                </a:solidFill>
                <a:latin typeface="Apple SD Gothic Neo"/>
                <a:ea typeface="Apple SD Gothic Neo"/>
                <a:cs typeface="Apple SD Gothic Neo"/>
              </a:defRPr>
            </a:pPr>
            <a:r>
              <a:rPr sz="1500" b="0">
                <a:solidFill>
                  <a:srgbClr val="5F6B77"/>
                </a:solidFill>
                <a:latin typeface="Apple SD Gothic Neo"/>
                <a:ea typeface="Apple SD Gothic Neo"/>
                <a:cs typeface="Apple SD Gothic Neo"/>
              </a:rPr>
              <a:t>VIA: 사용자 상호작용·요청 이해·업무 연결과 위임·결과 전달   /   업무 수행 Agent: 도메인 분석·계획·도구 선택·업무 실행</a:t>
            </a:r>
          </a:p>
        </p:txBody>
      </p:sp>
    </p:spTree>
    <p:extLst>
      <p:ext uri="{BB962C8B-B14F-4D97-AF65-F5344CB8AC3E}">
        <p14:creationId xmlns:p14="http://schemas.microsoft.com/office/powerpoint/2010/main" val="36156594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11</ap:Slides>
  <ap:Notes>11</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2026-10-08T11:10:07.7400000Z</dcterms:created>
  <dcterms:modified xsi:type="dcterms:W3CDTF">2026-10-08T11:10:07.7400000Z</dcterms:modified>
</coreProperties>
</file>